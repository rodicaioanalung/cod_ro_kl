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8"/>
  </p:notesMasterIdLst>
  <p:sldIdLst>
    <p:sldId id="256" r:id="rId2"/>
    <p:sldId id="265" r:id="rId3"/>
    <p:sldId id="275" r:id="rId4"/>
    <p:sldId id="257" r:id="rId5"/>
    <p:sldId id="258" r:id="rId6"/>
    <p:sldId id="276" r:id="rId7"/>
    <p:sldId id="268" r:id="rId8"/>
    <p:sldId id="269" r:id="rId9"/>
    <p:sldId id="277" r:id="rId10"/>
    <p:sldId id="267" r:id="rId11"/>
    <p:sldId id="266" r:id="rId12"/>
    <p:sldId id="278" r:id="rId13"/>
    <p:sldId id="270" r:id="rId14"/>
    <p:sldId id="279" r:id="rId15"/>
    <p:sldId id="264" r:id="rId16"/>
    <p:sldId id="280" r:id="rId17"/>
    <p:sldId id="259" r:id="rId18"/>
    <p:sldId id="281" r:id="rId19"/>
    <p:sldId id="271" r:id="rId20"/>
    <p:sldId id="260" r:id="rId21"/>
    <p:sldId id="282" r:id="rId22"/>
    <p:sldId id="283" r:id="rId23"/>
    <p:sldId id="272" r:id="rId24"/>
    <p:sldId id="263" r:id="rId25"/>
    <p:sldId id="273" r:id="rId26"/>
    <p:sldId id="274" r:id="rId27"/>
  </p:sldIdLst>
  <p:sldSz cx="12192000" cy="6858000"/>
  <p:notesSz cx="9388475" cy="7102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983702-70E4-4589-9B1F-61D03857A906}" v="323" dt="2026-01-12T16:49:15.7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dica Ioana Lung" userId="64ee56e8d7162e1e" providerId="LiveId" clId="{FBA19D0F-677B-56B8-863E-85AFCD084619}"/>
    <pc:docChg chg="delSld">
      <pc:chgData name="Rodica Ioana Lung" userId="64ee56e8d7162e1e" providerId="LiveId" clId="{FBA19D0F-677B-56B8-863E-85AFCD084619}" dt="2025-12-27T20:06:58.656" v="1" actId="2696"/>
      <pc:docMkLst>
        <pc:docMk/>
      </pc:docMkLst>
    </pc:docChg>
  </pc:docChgLst>
  <pc:docChgLst>
    <pc:chgData name="Rodica Ioana Lung" userId="64ee56e8d7162e1e" providerId="LiveId" clId="{A46B1FE6-C0E6-5F32-B2F3-CC7480E40A28}"/>
    <pc:docChg chg="custSel addSld modSld sldOrd">
      <pc:chgData name="Rodica Ioana Lung" userId="64ee56e8d7162e1e" providerId="LiveId" clId="{A46B1FE6-C0E6-5F32-B2F3-CC7480E40A28}" dt="2026-01-04T13:48:13.012" v="33"/>
      <pc:docMkLst>
        <pc:docMk/>
      </pc:docMkLst>
      <pc:sldChg chg="ord">
        <pc:chgData name="Rodica Ioana Lung" userId="64ee56e8d7162e1e" providerId="LiveId" clId="{A46B1FE6-C0E6-5F32-B2F3-CC7480E40A28}" dt="2026-01-03T21:53:54.995" v="6" actId="20578"/>
        <pc:sldMkLst>
          <pc:docMk/>
          <pc:sldMk cId="3440728347" sldId="267"/>
        </pc:sldMkLst>
      </pc:sldChg>
      <pc:sldChg chg="addSp modSp new mod setBg">
        <pc:chgData name="Rodica Ioana Lung" userId="64ee56e8d7162e1e" providerId="LiveId" clId="{A46B1FE6-C0E6-5F32-B2F3-CC7480E40A28}" dt="2025-12-30T22:44:13.471" v="2" actId="26606"/>
        <pc:sldMkLst>
          <pc:docMk/>
          <pc:sldMk cId="2382505137" sldId="275"/>
        </pc:sldMkLst>
        <pc:spChg chg="mod ord">
          <ac:chgData name="Rodica Ioana Lung" userId="64ee56e8d7162e1e" providerId="LiveId" clId="{A46B1FE6-C0E6-5F32-B2F3-CC7480E40A28}" dt="2025-12-30T22:44:13.471" v="2" actId="26606"/>
          <ac:spMkLst>
            <pc:docMk/>
            <pc:sldMk cId="2382505137" sldId="275"/>
            <ac:spMk id="2" creationId="{6DB9499A-EC3B-8C20-1CAE-5FBBA02BCDC5}"/>
          </ac:spMkLst>
        </pc:spChg>
        <pc:picChg chg="add mod">
          <ac:chgData name="Rodica Ioana Lung" userId="64ee56e8d7162e1e" providerId="LiveId" clId="{A46B1FE6-C0E6-5F32-B2F3-CC7480E40A28}" dt="2025-12-30T22:44:13.471" v="2" actId="26606"/>
          <ac:picMkLst>
            <pc:docMk/>
            <pc:sldMk cId="2382505137" sldId="275"/>
            <ac:picMk id="3" creationId="{CC6B2F58-BE22-3EB3-4166-6FC48B33E8A0}"/>
          </ac:picMkLst>
        </pc:picChg>
      </pc:sldChg>
      <pc:sldChg chg="addSp modSp new mod setBg">
        <pc:chgData name="Rodica Ioana Lung" userId="64ee56e8d7162e1e" providerId="LiveId" clId="{A46B1FE6-C0E6-5F32-B2F3-CC7480E40A28}" dt="2025-12-30T22:45:30.268" v="5" actId="26606"/>
        <pc:sldMkLst>
          <pc:docMk/>
          <pc:sldMk cId="3073370984" sldId="276"/>
        </pc:sldMkLst>
        <pc:spChg chg="mod ord">
          <ac:chgData name="Rodica Ioana Lung" userId="64ee56e8d7162e1e" providerId="LiveId" clId="{A46B1FE6-C0E6-5F32-B2F3-CC7480E40A28}" dt="2025-12-30T22:45:30.268" v="5" actId="26606"/>
          <ac:spMkLst>
            <pc:docMk/>
            <pc:sldMk cId="3073370984" sldId="276"/>
            <ac:spMk id="2" creationId="{CF0DCCA8-3F51-E32E-89A7-397E0BB2F4E6}"/>
          </ac:spMkLst>
        </pc:spChg>
        <pc:picChg chg="add mod">
          <ac:chgData name="Rodica Ioana Lung" userId="64ee56e8d7162e1e" providerId="LiveId" clId="{A46B1FE6-C0E6-5F32-B2F3-CC7480E40A28}" dt="2025-12-30T22:45:30.268" v="5" actId="26606"/>
          <ac:picMkLst>
            <pc:docMk/>
            <pc:sldMk cId="3073370984" sldId="276"/>
            <ac:picMk id="3" creationId="{5612387B-EA26-8808-E68F-CFB991D25A63}"/>
          </ac:picMkLst>
        </pc:picChg>
      </pc:sldChg>
      <pc:sldChg chg="addSp delSp modSp new mod">
        <pc:chgData name="Rodica Ioana Lung" userId="64ee56e8d7162e1e" providerId="LiveId" clId="{A46B1FE6-C0E6-5F32-B2F3-CC7480E40A28}" dt="2026-01-03T21:58:21.145" v="12" actId="962"/>
        <pc:sldMkLst>
          <pc:docMk/>
          <pc:sldMk cId="390366248" sldId="277"/>
        </pc:sldMkLst>
        <pc:spChg chg="del">
          <ac:chgData name="Rodica Ioana Lung" userId="64ee56e8d7162e1e" providerId="LiveId" clId="{A46B1FE6-C0E6-5F32-B2F3-CC7480E40A28}" dt="2026-01-03T21:58:03.485" v="8" actId="478"/>
          <ac:spMkLst>
            <pc:docMk/>
            <pc:sldMk cId="390366248" sldId="277"/>
            <ac:spMk id="2" creationId="{83BE22A1-69A3-571D-0D62-488DBAECA3A7}"/>
          </ac:spMkLst>
        </pc:spChg>
        <pc:spChg chg="del">
          <ac:chgData name="Rodica Ioana Lung" userId="64ee56e8d7162e1e" providerId="LiveId" clId="{A46B1FE6-C0E6-5F32-B2F3-CC7480E40A28}" dt="2026-01-03T21:58:04.795" v="9" actId="478"/>
          <ac:spMkLst>
            <pc:docMk/>
            <pc:sldMk cId="390366248" sldId="277"/>
            <ac:spMk id="3" creationId="{434BC89C-1F5C-C88F-BA1E-D1308C432DB6}"/>
          </ac:spMkLst>
        </pc:spChg>
        <pc:picChg chg="add mod">
          <ac:chgData name="Rodica Ioana Lung" userId="64ee56e8d7162e1e" providerId="LiveId" clId="{A46B1FE6-C0E6-5F32-B2F3-CC7480E40A28}" dt="2026-01-03T21:58:21.145" v="12" actId="962"/>
          <ac:picMkLst>
            <pc:docMk/>
            <pc:sldMk cId="390366248" sldId="277"/>
            <ac:picMk id="6" creationId="{34B1E4DE-7355-39D4-7320-A442EC23A45D}"/>
          </ac:picMkLst>
        </pc:picChg>
      </pc:sldChg>
      <pc:sldChg chg="addSp delSp new mod">
        <pc:chgData name="Rodica Ioana Lung" userId="64ee56e8d7162e1e" providerId="LiveId" clId="{A46B1FE6-C0E6-5F32-B2F3-CC7480E40A28}" dt="2026-01-03T22:03:35.369" v="16" actId="478"/>
        <pc:sldMkLst>
          <pc:docMk/>
          <pc:sldMk cId="631066710" sldId="278"/>
        </pc:sldMkLst>
        <pc:spChg chg="del">
          <ac:chgData name="Rodica Ioana Lung" userId="64ee56e8d7162e1e" providerId="LiveId" clId="{A46B1FE6-C0E6-5F32-B2F3-CC7480E40A28}" dt="2026-01-03T22:03:33.504" v="15" actId="478"/>
          <ac:spMkLst>
            <pc:docMk/>
            <pc:sldMk cId="631066710" sldId="278"/>
            <ac:spMk id="2" creationId="{DEB01781-870D-6B2C-44E3-FE09EE257D28}"/>
          </ac:spMkLst>
        </pc:spChg>
        <pc:spChg chg="del">
          <ac:chgData name="Rodica Ioana Lung" userId="64ee56e8d7162e1e" providerId="LiveId" clId="{A46B1FE6-C0E6-5F32-B2F3-CC7480E40A28}" dt="2026-01-03T22:03:35.369" v="16" actId="478"/>
          <ac:spMkLst>
            <pc:docMk/>
            <pc:sldMk cId="631066710" sldId="278"/>
            <ac:spMk id="3" creationId="{ECEFBCB8-5D6D-8764-908D-5D970BDCAC50}"/>
          </ac:spMkLst>
        </pc:spChg>
        <pc:picChg chg="add">
          <ac:chgData name="Rodica Ioana Lung" userId="64ee56e8d7162e1e" providerId="LiveId" clId="{A46B1FE6-C0E6-5F32-B2F3-CC7480E40A28}" dt="2026-01-03T22:03:27.685" v="14"/>
          <ac:picMkLst>
            <pc:docMk/>
            <pc:sldMk cId="631066710" sldId="278"/>
            <ac:picMk id="5" creationId="{01CB7ABD-9CD1-658D-0CC5-5D1B588559DD}"/>
          </ac:picMkLst>
        </pc:picChg>
      </pc:sldChg>
      <pc:sldChg chg="addSp modSp new mod setBg">
        <pc:chgData name="Rodica Ioana Lung" userId="64ee56e8d7162e1e" providerId="LiveId" clId="{A46B1FE6-C0E6-5F32-B2F3-CC7480E40A28}" dt="2026-01-03T22:08:48.537" v="19" actId="26606"/>
        <pc:sldMkLst>
          <pc:docMk/>
          <pc:sldMk cId="4036904166" sldId="279"/>
        </pc:sldMkLst>
        <pc:spChg chg="mod ord">
          <ac:chgData name="Rodica Ioana Lung" userId="64ee56e8d7162e1e" providerId="LiveId" clId="{A46B1FE6-C0E6-5F32-B2F3-CC7480E40A28}" dt="2026-01-03T22:08:48.537" v="19" actId="26606"/>
          <ac:spMkLst>
            <pc:docMk/>
            <pc:sldMk cId="4036904166" sldId="279"/>
            <ac:spMk id="2" creationId="{A670F75A-B988-D363-C287-E7182B530224}"/>
          </ac:spMkLst>
        </pc:spChg>
        <pc:picChg chg="add mod">
          <ac:chgData name="Rodica Ioana Lung" userId="64ee56e8d7162e1e" providerId="LiveId" clId="{A46B1FE6-C0E6-5F32-B2F3-CC7480E40A28}" dt="2026-01-03T22:08:48.537" v="19" actId="26606"/>
          <ac:picMkLst>
            <pc:docMk/>
            <pc:sldMk cId="4036904166" sldId="279"/>
            <ac:picMk id="3" creationId="{3D6D63F5-E094-21EC-2D89-893E4AC89C1A}"/>
          </ac:picMkLst>
        </pc:picChg>
      </pc:sldChg>
      <pc:sldChg chg="addSp modSp new mod setBg">
        <pc:chgData name="Rodica Ioana Lung" userId="64ee56e8d7162e1e" providerId="LiveId" clId="{A46B1FE6-C0E6-5F32-B2F3-CC7480E40A28}" dt="2026-01-03T22:09:25.711" v="22" actId="26606"/>
        <pc:sldMkLst>
          <pc:docMk/>
          <pc:sldMk cId="2081055723" sldId="280"/>
        </pc:sldMkLst>
        <pc:spChg chg="mod ord">
          <ac:chgData name="Rodica Ioana Lung" userId="64ee56e8d7162e1e" providerId="LiveId" clId="{A46B1FE6-C0E6-5F32-B2F3-CC7480E40A28}" dt="2026-01-03T22:09:25.711" v="22" actId="26606"/>
          <ac:spMkLst>
            <pc:docMk/>
            <pc:sldMk cId="2081055723" sldId="280"/>
            <ac:spMk id="2" creationId="{1E78687E-3522-4C90-1057-71B8744A6DA2}"/>
          </ac:spMkLst>
        </pc:spChg>
        <pc:picChg chg="add mod">
          <ac:chgData name="Rodica Ioana Lung" userId="64ee56e8d7162e1e" providerId="LiveId" clId="{A46B1FE6-C0E6-5F32-B2F3-CC7480E40A28}" dt="2026-01-03T22:09:25.711" v="22" actId="26606"/>
          <ac:picMkLst>
            <pc:docMk/>
            <pc:sldMk cId="2081055723" sldId="280"/>
            <ac:picMk id="3" creationId="{F9734763-5D32-F066-0698-9B248053235F}"/>
          </ac:picMkLst>
        </pc:picChg>
      </pc:sldChg>
      <pc:sldChg chg="addSp modSp new mod ord setBg">
        <pc:chgData name="Rodica Ioana Lung" userId="64ee56e8d7162e1e" providerId="LiveId" clId="{A46B1FE6-C0E6-5F32-B2F3-CC7480E40A28}" dt="2026-01-04T13:46:38.161" v="27" actId="20578"/>
        <pc:sldMkLst>
          <pc:docMk/>
          <pc:sldMk cId="343738027" sldId="281"/>
        </pc:sldMkLst>
        <pc:spChg chg="mod ord">
          <ac:chgData name="Rodica Ioana Lung" userId="64ee56e8d7162e1e" providerId="LiveId" clId="{A46B1FE6-C0E6-5F32-B2F3-CC7480E40A28}" dt="2026-01-04T13:46:28.805" v="26" actId="26606"/>
          <ac:spMkLst>
            <pc:docMk/>
            <pc:sldMk cId="343738027" sldId="281"/>
            <ac:spMk id="2" creationId="{7FB39F05-B911-B1EF-8539-281EF570BFE4}"/>
          </ac:spMkLst>
        </pc:spChg>
        <pc:spChg chg="add">
          <ac:chgData name="Rodica Ioana Lung" userId="64ee56e8d7162e1e" providerId="LiveId" clId="{A46B1FE6-C0E6-5F32-B2F3-CC7480E40A28}" dt="2026-01-04T13:46:28.805" v="26" actId="26606"/>
          <ac:spMkLst>
            <pc:docMk/>
            <pc:sldMk cId="343738027" sldId="281"/>
            <ac:spMk id="8" creationId="{42A4FC2C-047E-45A5-965D-8E1E3BF09BC6}"/>
          </ac:spMkLst>
        </pc:spChg>
        <pc:picChg chg="add mod">
          <ac:chgData name="Rodica Ioana Lung" userId="64ee56e8d7162e1e" providerId="LiveId" clId="{A46B1FE6-C0E6-5F32-B2F3-CC7480E40A28}" dt="2026-01-04T13:46:28.805" v="26" actId="26606"/>
          <ac:picMkLst>
            <pc:docMk/>
            <pc:sldMk cId="343738027" sldId="281"/>
            <ac:picMk id="3" creationId="{5EBF2E41-D73C-0C85-6D10-288EAA339A06}"/>
          </ac:picMkLst>
        </pc:picChg>
      </pc:sldChg>
      <pc:sldChg chg="addSp delSp modSp new mod">
        <pc:chgData name="Rodica Ioana Lung" userId="64ee56e8d7162e1e" providerId="LiveId" clId="{A46B1FE6-C0E6-5F32-B2F3-CC7480E40A28}" dt="2026-01-04T13:47:56.855" v="31"/>
        <pc:sldMkLst>
          <pc:docMk/>
          <pc:sldMk cId="4008647887" sldId="282"/>
        </pc:sldMkLst>
        <pc:picChg chg="add del">
          <ac:chgData name="Rodica Ioana Lung" userId="64ee56e8d7162e1e" providerId="LiveId" clId="{A46B1FE6-C0E6-5F32-B2F3-CC7480E40A28}" dt="2026-01-04T13:47:54.881" v="30" actId="478"/>
          <ac:picMkLst>
            <pc:docMk/>
            <pc:sldMk cId="4008647887" sldId="282"/>
            <ac:picMk id="3" creationId="{F10CA167-5D88-2518-1A1F-B5A4BD972C0D}"/>
          </ac:picMkLst>
        </pc:picChg>
        <pc:picChg chg="add mod">
          <ac:chgData name="Rodica Ioana Lung" userId="64ee56e8d7162e1e" providerId="LiveId" clId="{A46B1FE6-C0E6-5F32-B2F3-CC7480E40A28}" dt="2026-01-04T13:47:56.855" v="31"/>
          <ac:picMkLst>
            <pc:docMk/>
            <pc:sldMk cId="4008647887" sldId="282"/>
            <ac:picMk id="4" creationId="{AC4334D7-224B-DF61-A4FA-4E7DA53C1225}"/>
          </ac:picMkLst>
        </pc:picChg>
      </pc:sldChg>
      <pc:sldChg chg="addSp modSp new">
        <pc:chgData name="Rodica Ioana Lung" userId="64ee56e8d7162e1e" providerId="LiveId" clId="{A46B1FE6-C0E6-5F32-B2F3-CC7480E40A28}" dt="2026-01-04T13:48:13.012" v="33"/>
        <pc:sldMkLst>
          <pc:docMk/>
          <pc:sldMk cId="1522164775" sldId="283"/>
        </pc:sldMkLst>
        <pc:picChg chg="add mod">
          <ac:chgData name="Rodica Ioana Lung" userId="64ee56e8d7162e1e" providerId="LiveId" clId="{A46B1FE6-C0E6-5F32-B2F3-CC7480E40A28}" dt="2026-01-04T13:48:13.012" v="33"/>
          <ac:picMkLst>
            <pc:docMk/>
            <pc:sldMk cId="1522164775" sldId="283"/>
            <ac:picMk id="3" creationId="{1AE2D1C0-A2BA-D010-6DBC-04C0A02291BC}"/>
          </ac:picMkLst>
        </pc:picChg>
      </pc:sldChg>
    </pc:docChg>
  </pc:docChgLst>
  <pc:docChgLst>
    <pc:chgData name="Rodica Ioana Lung" userId="64ee56e8d7162e1e" providerId="LiveId" clId="{0F6830A5-18AB-4F1B-8BBB-DA235794CEC1}"/>
    <pc:docChg chg="modSld">
      <pc:chgData name="Rodica Ioana Lung" userId="64ee56e8d7162e1e" providerId="LiveId" clId="{0F6830A5-18AB-4F1B-8BBB-DA235794CEC1}" dt="2026-01-12T16:49:15.789" v="322"/>
      <pc:docMkLst>
        <pc:docMk/>
      </pc:docMkLst>
      <pc:sldChg chg="addSp delSp modSp mod">
        <pc:chgData name="Rodica Ioana Lung" userId="64ee56e8d7162e1e" providerId="LiveId" clId="{0F6830A5-18AB-4F1B-8BBB-DA235794CEC1}" dt="2026-01-12T16:21:52.804" v="20"/>
        <pc:sldMkLst>
          <pc:docMk/>
          <pc:sldMk cId="4089355211" sldId="257"/>
        </pc:sldMkLst>
        <pc:grpChg chg="del mod">
          <ac:chgData name="Rodica Ioana Lung" userId="64ee56e8d7162e1e" providerId="LiveId" clId="{0F6830A5-18AB-4F1B-8BBB-DA235794CEC1}" dt="2026-01-12T16:21:52.804" v="20"/>
          <ac:grpSpMkLst>
            <pc:docMk/>
            <pc:sldMk cId="4089355211" sldId="257"/>
            <ac:grpSpMk id="12" creationId="{B69B7719-E576-7F5E-E1E7-BAF64124A542}"/>
          </ac:grpSpMkLst>
        </pc:grpChg>
        <pc:grpChg chg="mod">
          <ac:chgData name="Rodica Ioana Lung" userId="64ee56e8d7162e1e" providerId="LiveId" clId="{0F6830A5-18AB-4F1B-8BBB-DA235794CEC1}" dt="2026-01-12T16:21:52.804" v="20"/>
          <ac:grpSpMkLst>
            <pc:docMk/>
            <pc:sldMk cId="4089355211" sldId="257"/>
            <ac:grpSpMk id="13" creationId="{F9DDCCA1-4943-3DD4-9140-308C700D4FE7}"/>
          </ac:grpSpMkLst>
        </pc:grpChg>
        <pc:grpChg chg="mod">
          <ac:chgData name="Rodica Ioana Lung" userId="64ee56e8d7162e1e" providerId="LiveId" clId="{0F6830A5-18AB-4F1B-8BBB-DA235794CEC1}" dt="2026-01-12T16:21:52.804" v="20"/>
          <ac:grpSpMkLst>
            <pc:docMk/>
            <pc:sldMk cId="4089355211" sldId="257"/>
            <ac:grpSpMk id="14" creationId="{D9D604D8-9245-13D2-6C35-7C8D5C6FDB21}"/>
          </ac:grpSpMkLst>
        </pc:grpChg>
        <pc:inkChg chg="add">
          <ac:chgData name="Rodica Ioana Lung" userId="64ee56e8d7162e1e" providerId="LiveId" clId="{0F6830A5-18AB-4F1B-8BBB-DA235794CEC1}" dt="2026-01-12T16:18:17.567" v="14" actId="9405"/>
          <ac:inkMkLst>
            <pc:docMk/>
            <pc:sldMk cId="4089355211" sldId="257"/>
            <ac:inkMk id="5" creationId="{B5F0520C-EE19-0C1A-7695-D78FC2E18A6E}"/>
          </ac:inkMkLst>
        </pc:inkChg>
        <pc:inkChg chg="add mod">
          <ac:chgData name="Rodica Ioana Lung" userId="64ee56e8d7162e1e" providerId="LiveId" clId="{0F6830A5-18AB-4F1B-8BBB-DA235794CEC1}" dt="2026-01-12T16:21:52.804" v="20"/>
          <ac:inkMkLst>
            <pc:docMk/>
            <pc:sldMk cId="4089355211" sldId="257"/>
            <ac:inkMk id="7" creationId="{C1CB7199-84C8-927A-9284-FEA1DAD3E010}"/>
          </ac:inkMkLst>
        </pc:inkChg>
        <pc:inkChg chg="add mod">
          <ac:chgData name="Rodica Ioana Lung" userId="64ee56e8d7162e1e" providerId="LiveId" clId="{0F6830A5-18AB-4F1B-8BBB-DA235794CEC1}" dt="2026-01-12T16:21:52.804" v="20"/>
          <ac:inkMkLst>
            <pc:docMk/>
            <pc:sldMk cId="4089355211" sldId="257"/>
            <ac:inkMk id="8" creationId="{222FB0CE-C32A-97AB-092F-F4457079D983}"/>
          </ac:inkMkLst>
        </pc:inkChg>
        <pc:inkChg chg="add mod">
          <ac:chgData name="Rodica Ioana Lung" userId="64ee56e8d7162e1e" providerId="LiveId" clId="{0F6830A5-18AB-4F1B-8BBB-DA235794CEC1}" dt="2026-01-12T16:21:52.804" v="20"/>
          <ac:inkMkLst>
            <pc:docMk/>
            <pc:sldMk cId="4089355211" sldId="257"/>
            <ac:inkMk id="9" creationId="{A4E83486-90AF-1B87-29B9-6E0E9A611F87}"/>
          </ac:inkMkLst>
        </pc:inkChg>
        <pc:inkChg chg="add mod">
          <ac:chgData name="Rodica Ioana Lung" userId="64ee56e8d7162e1e" providerId="LiveId" clId="{0F6830A5-18AB-4F1B-8BBB-DA235794CEC1}" dt="2026-01-12T16:21:52.804" v="20"/>
          <ac:inkMkLst>
            <pc:docMk/>
            <pc:sldMk cId="4089355211" sldId="257"/>
            <ac:inkMk id="10" creationId="{59DD6EB2-B89E-7B3C-0210-AFA9B7B5DDD2}"/>
          </ac:inkMkLst>
        </pc:inkChg>
        <pc:inkChg chg="add mod">
          <ac:chgData name="Rodica Ioana Lung" userId="64ee56e8d7162e1e" providerId="LiveId" clId="{0F6830A5-18AB-4F1B-8BBB-DA235794CEC1}" dt="2026-01-12T16:21:52.804" v="20"/>
          <ac:inkMkLst>
            <pc:docMk/>
            <pc:sldMk cId="4089355211" sldId="257"/>
            <ac:inkMk id="11" creationId="{9AEBF3EF-A811-CF1A-B577-5368955B15AC}"/>
          </ac:inkMkLst>
        </pc:inkChg>
      </pc:sldChg>
      <pc:sldChg chg="addSp modSp mod">
        <pc:chgData name="Rodica Ioana Lung" userId="64ee56e8d7162e1e" providerId="LiveId" clId="{0F6830A5-18AB-4F1B-8BBB-DA235794CEC1}" dt="2026-01-12T16:24:54.671" v="24" actId="9405"/>
        <pc:sldMkLst>
          <pc:docMk/>
          <pc:sldMk cId="217040701" sldId="258"/>
        </pc:sldMkLst>
        <pc:grpChg chg="mod">
          <ac:chgData name="Rodica Ioana Lung" userId="64ee56e8d7162e1e" providerId="LiveId" clId="{0F6830A5-18AB-4F1B-8BBB-DA235794CEC1}" dt="2026-01-12T16:24:10.640" v="23"/>
          <ac:grpSpMkLst>
            <pc:docMk/>
            <pc:sldMk cId="217040701" sldId="258"/>
            <ac:grpSpMk id="7" creationId="{A6E854D0-BC94-5539-EFE6-646B5F437F35}"/>
          </ac:grpSpMkLst>
        </pc:grpChg>
        <pc:inkChg chg="add mod">
          <ac:chgData name="Rodica Ioana Lung" userId="64ee56e8d7162e1e" providerId="LiveId" clId="{0F6830A5-18AB-4F1B-8BBB-DA235794CEC1}" dt="2026-01-12T16:24:10.640" v="23"/>
          <ac:inkMkLst>
            <pc:docMk/>
            <pc:sldMk cId="217040701" sldId="258"/>
            <ac:inkMk id="5" creationId="{4FB1897A-8119-BAB5-409D-9D2514DBB6CB}"/>
          </ac:inkMkLst>
        </pc:inkChg>
        <pc:inkChg chg="add mod">
          <ac:chgData name="Rodica Ioana Lung" userId="64ee56e8d7162e1e" providerId="LiveId" clId="{0F6830A5-18AB-4F1B-8BBB-DA235794CEC1}" dt="2026-01-12T16:24:10.640" v="23"/>
          <ac:inkMkLst>
            <pc:docMk/>
            <pc:sldMk cId="217040701" sldId="258"/>
            <ac:inkMk id="6" creationId="{A5B69A86-4CB2-D6D4-95FD-9C5A131866F9}"/>
          </ac:inkMkLst>
        </pc:inkChg>
        <pc:inkChg chg="add">
          <ac:chgData name="Rodica Ioana Lung" userId="64ee56e8d7162e1e" providerId="LiveId" clId="{0F6830A5-18AB-4F1B-8BBB-DA235794CEC1}" dt="2026-01-12T16:24:54.671" v="24" actId="9405"/>
          <ac:inkMkLst>
            <pc:docMk/>
            <pc:sldMk cId="217040701" sldId="258"/>
            <ac:inkMk id="8" creationId="{7AF8754A-FE03-1DBD-05ED-CBD1E44FCDBA}"/>
          </ac:inkMkLst>
        </pc:inkChg>
      </pc:sldChg>
      <pc:sldChg chg="addSp delSp modSp mod">
        <pc:chgData name="Rodica Ioana Lung" userId="64ee56e8d7162e1e" providerId="LiveId" clId="{0F6830A5-18AB-4F1B-8BBB-DA235794CEC1}" dt="2026-01-12T16:49:15.789" v="322"/>
        <pc:sldMkLst>
          <pc:docMk/>
          <pc:sldMk cId="3440728347" sldId="267"/>
        </pc:sldMkLst>
        <pc:grpChg chg="del mod">
          <ac:chgData name="Rodica Ioana Lung" userId="64ee56e8d7162e1e" providerId="LiveId" clId="{0F6830A5-18AB-4F1B-8BBB-DA235794CEC1}" dt="2026-01-12T16:45:37.966" v="276"/>
          <ac:grpSpMkLst>
            <pc:docMk/>
            <pc:sldMk cId="3440728347" sldId="267"/>
            <ac:grpSpMk id="32" creationId="{7F13E402-CA12-2998-4D8D-EE388F4D3ED4}"/>
          </ac:grpSpMkLst>
        </pc:grpChg>
        <pc:grpChg chg="mod">
          <ac:chgData name="Rodica Ioana Lung" userId="64ee56e8d7162e1e" providerId="LiveId" clId="{0F6830A5-18AB-4F1B-8BBB-DA235794CEC1}" dt="2026-01-12T16:45:37.966" v="276"/>
          <ac:grpSpMkLst>
            <pc:docMk/>
            <pc:sldMk cId="3440728347" sldId="267"/>
            <ac:grpSpMk id="34" creationId="{E7BF942A-928D-FF51-1358-1127D13C2AF6}"/>
          </ac:grpSpMkLst>
        </pc:grpChg>
        <pc:grpChg chg="mod">
          <ac:chgData name="Rodica Ioana Lung" userId="64ee56e8d7162e1e" providerId="LiveId" clId="{0F6830A5-18AB-4F1B-8BBB-DA235794CEC1}" dt="2026-01-12T16:47:29.608" v="279"/>
          <ac:grpSpMkLst>
            <pc:docMk/>
            <pc:sldMk cId="3440728347" sldId="267"/>
            <ac:grpSpMk id="37" creationId="{2AF984DC-C692-E94B-2B25-E478D4B243A1}"/>
          </ac:grpSpMkLst>
        </pc:grpChg>
        <pc:grpChg chg="mod">
          <ac:chgData name="Rodica Ioana Lung" userId="64ee56e8d7162e1e" providerId="LiveId" clId="{0F6830A5-18AB-4F1B-8BBB-DA235794CEC1}" dt="2026-01-12T16:47:30.767" v="282"/>
          <ac:grpSpMkLst>
            <pc:docMk/>
            <pc:sldMk cId="3440728347" sldId="267"/>
            <ac:grpSpMk id="40" creationId="{FB170EC4-6033-3E21-1B7D-7D236A5B6C2E}"/>
          </ac:grpSpMkLst>
        </pc:grpChg>
        <pc:grpChg chg="mod">
          <ac:chgData name="Rodica Ioana Lung" userId="64ee56e8d7162e1e" providerId="LiveId" clId="{0F6830A5-18AB-4F1B-8BBB-DA235794CEC1}" dt="2026-01-12T16:47:56.696" v="285"/>
          <ac:grpSpMkLst>
            <pc:docMk/>
            <pc:sldMk cId="3440728347" sldId="267"/>
            <ac:grpSpMk id="43" creationId="{ACC3487D-F7B8-568F-E63E-67A005CF7B1A}"/>
          </ac:grpSpMkLst>
        </pc:grpChg>
        <pc:grpChg chg="mod">
          <ac:chgData name="Rodica Ioana Lung" userId="64ee56e8d7162e1e" providerId="LiveId" clId="{0F6830A5-18AB-4F1B-8BBB-DA235794CEC1}" dt="2026-01-12T16:48:02.382" v="288"/>
          <ac:grpSpMkLst>
            <pc:docMk/>
            <pc:sldMk cId="3440728347" sldId="267"/>
            <ac:grpSpMk id="46" creationId="{C2A28C00-A72B-A212-1F36-58CE907B463B}"/>
          </ac:grpSpMkLst>
        </pc:grpChg>
        <pc:grpChg chg="mod">
          <ac:chgData name="Rodica Ioana Lung" userId="64ee56e8d7162e1e" providerId="LiveId" clId="{0F6830A5-18AB-4F1B-8BBB-DA235794CEC1}" dt="2026-01-12T16:48:05.579" v="291"/>
          <ac:grpSpMkLst>
            <pc:docMk/>
            <pc:sldMk cId="3440728347" sldId="267"/>
            <ac:grpSpMk id="49" creationId="{0450B4E7-33C2-7A4B-3603-3E116B8D4FCD}"/>
          </ac:grpSpMkLst>
        </pc:grpChg>
        <pc:grpChg chg="del mod">
          <ac:chgData name="Rodica Ioana Lung" userId="64ee56e8d7162e1e" providerId="LiveId" clId="{0F6830A5-18AB-4F1B-8BBB-DA235794CEC1}" dt="2026-01-12T16:48:36.309" v="309"/>
          <ac:grpSpMkLst>
            <pc:docMk/>
            <pc:sldMk cId="3440728347" sldId="267"/>
            <ac:grpSpMk id="56" creationId="{8669B52D-CEFB-0958-5CB3-329112A29AB8}"/>
          </ac:grpSpMkLst>
        </pc:grpChg>
        <pc:grpChg chg="del mod">
          <ac:chgData name="Rodica Ioana Lung" userId="64ee56e8d7162e1e" providerId="LiveId" clId="{0F6830A5-18AB-4F1B-8BBB-DA235794CEC1}" dt="2026-01-12T16:48:40.486" v="313"/>
          <ac:grpSpMkLst>
            <pc:docMk/>
            <pc:sldMk cId="3440728347" sldId="267"/>
            <ac:grpSpMk id="59" creationId="{F844A267-EDF1-D6C7-D422-F3F7B246163E}"/>
          </ac:grpSpMkLst>
        </pc:grpChg>
        <pc:grpChg chg="del mod">
          <ac:chgData name="Rodica Ioana Lung" userId="64ee56e8d7162e1e" providerId="LiveId" clId="{0F6830A5-18AB-4F1B-8BBB-DA235794CEC1}" dt="2026-01-12T16:49:15.789" v="322"/>
          <ac:grpSpMkLst>
            <pc:docMk/>
            <pc:sldMk cId="3440728347" sldId="267"/>
            <ac:grpSpMk id="62" creationId="{549A3344-DB07-3CC3-6726-CA90F5C7252A}"/>
          </ac:grpSpMkLst>
        </pc:grpChg>
        <pc:grpChg chg="del mod">
          <ac:chgData name="Rodica Ioana Lung" userId="64ee56e8d7162e1e" providerId="LiveId" clId="{0F6830A5-18AB-4F1B-8BBB-DA235794CEC1}" dt="2026-01-12T16:48:37.678" v="311"/>
          <ac:grpSpMkLst>
            <pc:docMk/>
            <pc:sldMk cId="3440728347" sldId="267"/>
            <ac:grpSpMk id="65" creationId="{EF620B32-8D04-35E0-1636-8BE60ABB936F}"/>
          </ac:grpSpMkLst>
        </pc:grpChg>
        <pc:grpChg chg="del mod">
          <ac:chgData name="Rodica Ioana Lung" userId="64ee56e8d7162e1e" providerId="LiveId" clId="{0F6830A5-18AB-4F1B-8BBB-DA235794CEC1}" dt="2026-01-12T16:48:40.486" v="313"/>
          <ac:grpSpMkLst>
            <pc:docMk/>
            <pc:sldMk cId="3440728347" sldId="267"/>
            <ac:grpSpMk id="67" creationId="{C70FF501-8C64-151C-310E-A264236EDC91}"/>
          </ac:grpSpMkLst>
        </pc:grpChg>
        <pc:grpChg chg="del mod">
          <ac:chgData name="Rodica Ioana Lung" userId="64ee56e8d7162e1e" providerId="LiveId" clId="{0F6830A5-18AB-4F1B-8BBB-DA235794CEC1}" dt="2026-01-12T16:49:15.789" v="322"/>
          <ac:grpSpMkLst>
            <pc:docMk/>
            <pc:sldMk cId="3440728347" sldId="267"/>
            <ac:grpSpMk id="69" creationId="{35133A15-7007-A6A9-05AF-20E33CE3E1CE}"/>
          </ac:grpSpMkLst>
        </pc:grpChg>
        <pc:grpChg chg="del mod">
          <ac:chgData name="Rodica Ioana Lung" userId="64ee56e8d7162e1e" providerId="LiveId" clId="{0F6830A5-18AB-4F1B-8BBB-DA235794CEC1}" dt="2026-01-12T16:49:15.789" v="322"/>
          <ac:grpSpMkLst>
            <pc:docMk/>
            <pc:sldMk cId="3440728347" sldId="267"/>
            <ac:grpSpMk id="71" creationId="{645E8F64-AC76-A65F-77C7-696D8CCE20DD}"/>
          </ac:grpSpMkLst>
        </pc:grpChg>
        <pc:grpChg chg="del mod">
          <ac:chgData name="Rodica Ioana Lung" userId="64ee56e8d7162e1e" providerId="LiveId" clId="{0F6830A5-18AB-4F1B-8BBB-DA235794CEC1}" dt="2026-01-12T16:48:48.543" v="318"/>
          <ac:grpSpMkLst>
            <pc:docMk/>
            <pc:sldMk cId="3440728347" sldId="267"/>
            <ac:grpSpMk id="74" creationId="{42399D16-7AE6-3BEF-98F7-6F57129AEB6B}"/>
          </ac:grpSpMkLst>
        </pc:grpChg>
        <pc:grpChg chg="mod">
          <ac:chgData name="Rodica Ioana Lung" userId="64ee56e8d7162e1e" providerId="LiveId" clId="{0F6830A5-18AB-4F1B-8BBB-DA235794CEC1}" dt="2026-01-12T16:48:48.543" v="318"/>
          <ac:grpSpMkLst>
            <pc:docMk/>
            <pc:sldMk cId="3440728347" sldId="267"/>
            <ac:grpSpMk id="76" creationId="{B5880608-AA74-6EAA-8B66-90A66748BCFB}"/>
          </ac:grpSpMkLst>
        </pc:grpChg>
        <pc:grpChg chg="mod">
          <ac:chgData name="Rodica Ioana Lung" userId="64ee56e8d7162e1e" providerId="LiveId" clId="{0F6830A5-18AB-4F1B-8BBB-DA235794CEC1}" dt="2026-01-12T16:49:15.789" v="322"/>
          <ac:grpSpMkLst>
            <pc:docMk/>
            <pc:sldMk cId="3440728347" sldId="267"/>
            <ac:grpSpMk id="80" creationId="{73F63D79-AAB2-30C9-D1C3-4D0CAA8C0F50}"/>
          </ac:grpSpMkLst>
        </pc:grpChg>
        <pc:inkChg chg="add mod">
          <ac:chgData name="Rodica Ioana Lung" userId="64ee56e8d7162e1e" providerId="LiveId" clId="{0F6830A5-18AB-4F1B-8BBB-DA235794CEC1}" dt="2026-01-12T16:48:02.382" v="288"/>
          <ac:inkMkLst>
            <pc:docMk/>
            <pc:sldMk cId="3440728347" sldId="267"/>
            <ac:inkMk id="6" creationId="{487EBAF6-9A7E-2306-3539-69B9A97B8AFD}"/>
          </ac:inkMkLst>
        </pc:inkChg>
        <pc:inkChg chg="add mod">
          <ac:chgData name="Rodica Ioana Lung" userId="64ee56e8d7162e1e" providerId="LiveId" clId="{0F6830A5-18AB-4F1B-8BBB-DA235794CEC1}" dt="2026-01-12T16:48:02.382" v="288"/>
          <ac:inkMkLst>
            <pc:docMk/>
            <pc:sldMk cId="3440728347" sldId="267"/>
            <ac:inkMk id="7" creationId="{F2324FB6-A298-A1BF-38A0-EE9D9B6B333F}"/>
          </ac:inkMkLst>
        </pc:inkChg>
        <pc:inkChg chg="add mod">
          <ac:chgData name="Rodica Ioana Lung" userId="64ee56e8d7162e1e" providerId="LiveId" clId="{0F6830A5-18AB-4F1B-8BBB-DA235794CEC1}" dt="2026-01-12T16:48:02.382" v="288"/>
          <ac:inkMkLst>
            <pc:docMk/>
            <pc:sldMk cId="3440728347" sldId="267"/>
            <ac:inkMk id="8" creationId="{25D70FA6-E69F-403C-F70A-66959384DB5D}"/>
          </ac:inkMkLst>
        </pc:inkChg>
        <pc:inkChg chg="add mod">
          <ac:chgData name="Rodica Ioana Lung" userId="64ee56e8d7162e1e" providerId="LiveId" clId="{0F6830A5-18AB-4F1B-8BBB-DA235794CEC1}" dt="2026-01-12T16:48:02.382" v="288"/>
          <ac:inkMkLst>
            <pc:docMk/>
            <pc:sldMk cId="3440728347" sldId="267"/>
            <ac:inkMk id="9" creationId="{B4617658-AC85-9D2B-051A-2F08DAC06087}"/>
          </ac:inkMkLst>
        </pc:inkChg>
        <pc:inkChg chg="add">
          <ac:chgData name="Rodica Ioana Lung" userId="64ee56e8d7162e1e" providerId="LiveId" clId="{0F6830A5-18AB-4F1B-8BBB-DA235794CEC1}" dt="2026-01-12T16:44:07.391" v="252" actId="9405"/>
          <ac:inkMkLst>
            <pc:docMk/>
            <pc:sldMk cId="3440728347" sldId="267"/>
            <ac:inkMk id="10" creationId="{D77CD9C1-C22F-B78C-44C6-66438940CB91}"/>
          </ac:inkMkLst>
        </pc:inkChg>
        <pc:inkChg chg="add">
          <ac:chgData name="Rodica Ioana Lung" userId="64ee56e8d7162e1e" providerId="LiveId" clId="{0F6830A5-18AB-4F1B-8BBB-DA235794CEC1}" dt="2026-01-12T16:44:07.757" v="253" actId="9405"/>
          <ac:inkMkLst>
            <pc:docMk/>
            <pc:sldMk cId="3440728347" sldId="267"/>
            <ac:inkMk id="11" creationId="{EF8F54D1-9425-9BE2-778D-4D756138205B}"/>
          </ac:inkMkLst>
        </pc:inkChg>
        <pc:inkChg chg="add">
          <ac:chgData name="Rodica Ioana Lung" userId="64ee56e8d7162e1e" providerId="LiveId" clId="{0F6830A5-18AB-4F1B-8BBB-DA235794CEC1}" dt="2026-01-12T16:44:08.595" v="254" actId="9405"/>
          <ac:inkMkLst>
            <pc:docMk/>
            <pc:sldMk cId="3440728347" sldId="267"/>
            <ac:inkMk id="12" creationId="{FC9E6B8D-0AD4-0E5B-3CC0-AB78AFD9B060}"/>
          </ac:inkMkLst>
        </pc:inkChg>
        <pc:inkChg chg="add">
          <ac:chgData name="Rodica Ioana Lung" userId="64ee56e8d7162e1e" providerId="LiveId" clId="{0F6830A5-18AB-4F1B-8BBB-DA235794CEC1}" dt="2026-01-12T16:44:09.188" v="255" actId="9405"/>
          <ac:inkMkLst>
            <pc:docMk/>
            <pc:sldMk cId="3440728347" sldId="267"/>
            <ac:inkMk id="13" creationId="{6A8B6DDF-2B1F-9C59-265E-DA76E109AC28}"/>
          </ac:inkMkLst>
        </pc:inkChg>
        <pc:inkChg chg="add">
          <ac:chgData name="Rodica Ioana Lung" userId="64ee56e8d7162e1e" providerId="LiveId" clId="{0F6830A5-18AB-4F1B-8BBB-DA235794CEC1}" dt="2026-01-12T16:45:24.923" v="256" actId="9405"/>
          <ac:inkMkLst>
            <pc:docMk/>
            <pc:sldMk cId="3440728347" sldId="267"/>
            <ac:inkMk id="14" creationId="{F54593FD-4150-F09A-79D7-5CE2A2AEA951}"/>
          </ac:inkMkLst>
        </pc:inkChg>
        <pc:inkChg chg="add mod">
          <ac:chgData name="Rodica Ioana Lung" userId="64ee56e8d7162e1e" providerId="LiveId" clId="{0F6830A5-18AB-4F1B-8BBB-DA235794CEC1}" dt="2026-01-12T16:45:37.966" v="276"/>
          <ac:inkMkLst>
            <pc:docMk/>
            <pc:sldMk cId="3440728347" sldId="267"/>
            <ac:inkMk id="15" creationId="{79FC5FC3-258A-63C6-6A45-6E778FBE664A}"/>
          </ac:inkMkLst>
        </pc:inkChg>
        <pc:inkChg chg="add">
          <ac:chgData name="Rodica Ioana Lung" userId="64ee56e8d7162e1e" providerId="LiveId" clId="{0F6830A5-18AB-4F1B-8BBB-DA235794CEC1}" dt="2026-01-12T16:45:28.839" v="258" actId="9405"/>
          <ac:inkMkLst>
            <pc:docMk/>
            <pc:sldMk cId="3440728347" sldId="267"/>
            <ac:inkMk id="16" creationId="{C40B4980-791B-16B1-798E-44CDAE80C96D}"/>
          </ac:inkMkLst>
        </pc:inkChg>
        <pc:inkChg chg="add mod">
          <ac:chgData name="Rodica Ioana Lung" userId="64ee56e8d7162e1e" providerId="LiveId" clId="{0F6830A5-18AB-4F1B-8BBB-DA235794CEC1}" dt="2026-01-12T16:45:37.966" v="276"/>
          <ac:inkMkLst>
            <pc:docMk/>
            <pc:sldMk cId="3440728347" sldId="267"/>
            <ac:inkMk id="17" creationId="{AE025C61-C4A4-0F75-3C79-980F98856D6A}"/>
          </ac:inkMkLst>
        </pc:inkChg>
        <pc:inkChg chg="add mod">
          <ac:chgData name="Rodica Ioana Lung" userId="64ee56e8d7162e1e" providerId="LiveId" clId="{0F6830A5-18AB-4F1B-8BBB-DA235794CEC1}" dt="2026-01-12T16:45:37.966" v="276"/>
          <ac:inkMkLst>
            <pc:docMk/>
            <pc:sldMk cId="3440728347" sldId="267"/>
            <ac:inkMk id="18" creationId="{01DE292E-86A5-2902-B00E-42D6817F1FDB}"/>
          </ac:inkMkLst>
        </pc:inkChg>
        <pc:inkChg chg="add">
          <ac:chgData name="Rodica Ioana Lung" userId="64ee56e8d7162e1e" providerId="LiveId" clId="{0F6830A5-18AB-4F1B-8BBB-DA235794CEC1}" dt="2026-01-12T16:45:29.379" v="261" actId="9405"/>
          <ac:inkMkLst>
            <pc:docMk/>
            <pc:sldMk cId="3440728347" sldId="267"/>
            <ac:inkMk id="19" creationId="{E67CC192-739E-E7B8-B5AE-4A81AB276BA1}"/>
          </ac:inkMkLst>
        </pc:inkChg>
        <pc:inkChg chg="add">
          <ac:chgData name="Rodica Ioana Lung" userId="64ee56e8d7162e1e" providerId="LiveId" clId="{0F6830A5-18AB-4F1B-8BBB-DA235794CEC1}" dt="2026-01-12T16:45:29.876" v="262" actId="9405"/>
          <ac:inkMkLst>
            <pc:docMk/>
            <pc:sldMk cId="3440728347" sldId="267"/>
            <ac:inkMk id="20" creationId="{CF78CB19-CF80-652F-66FD-0D6A28379A33}"/>
          </ac:inkMkLst>
        </pc:inkChg>
        <pc:inkChg chg="add mod">
          <ac:chgData name="Rodica Ioana Lung" userId="64ee56e8d7162e1e" providerId="LiveId" clId="{0F6830A5-18AB-4F1B-8BBB-DA235794CEC1}" dt="2026-01-12T16:45:33.731" v="274"/>
          <ac:inkMkLst>
            <pc:docMk/>
            <pc:sldMk cId="3440728347" sldId="267"/>
            <ac:inkMk id="21" creationId="{EDDFCE0F-4E19-EFEC-A734-653A267D1A34}"/>
          </ac:inkMkLst>
        </pc:inkChg>
        <pc:inkChg chg="add mod">
          <ac:chgData name="Rodica Ioana Lung" userId="64ee56e8d7162e1e" providerId="LiveId" clId="{0F6830A5-18AB-4F1B-8BBB-DA235794CEC1}" dt="2026-01-12T16:45:37.966" v="276"/>
          <ac:inkMkLst>
            <pc:docMk/>
            <pc:sldMk cId="3440728347" sldId="267"/>
            <ac:inkMk id="22" creationId="{261B0D6F-A574-046F-908C-7EB7354CCFC9}"/>
          </ac:inkMkLst>
        </pc:inkChg>
        <pc:inkChg chg="add mod">
          <ac:chgData name="Rodica Ioana Lung" userId="64ee56e8d7162e1e" providerId="LiveId" clId="{0F6830A5-18AB-4F1B-8BBB-DA235794CEC1}" dt="2026-01-12T16:45:37.966" v="276"/>
          <ac:inkMkLst>
            <pc:docMk/>
            <pc:sldMk cId="3440728347" sldId="267"/>
            <ac:inkMk id="23" creationId="{B72A795B-34DA-1B95-5A85-C8202D7BBF8F}"/>
          </ac:inkMkLst>
        </pc:inkChg>
        <pc:inkChg chg="add">
          <ac:chgData name="Rodica Ioana Lung" userId="64ee56e8d7162e1e" providerId="LiveId" clId="{0F6830A5-18AB-4F1B-8BBB-DA235794CEC1}" dt="2026-01-12T16:45:30.757" v="266" actId="9405"/>
          <ac:inkMkLst>
            <pc:docMk/>
            <pc:sldMk cId="3440728347" sldId="267"/>
            <ac:inkMk id="24" creationId="{72792A70-AD06-807E-2332-C5B2A89D19AD}"/>
          </ac:inkMkLst>
        </pc:inkChg>
        <pc:inkChg chg="add">
          <ac:chgData name="Rodica Ioana Lung" userId="64ee56e8d7162e1e" providerId="LiveId" clId="{0F6830A5-18AB-4F1B-8BBB-DA235794CEC1}" dt="2026-01-12T16:45:30.915" v="267" actId="9405"/>
          <ac:inkMkLst>
            <pc:docMk/>
            <pc:sldMk cId="3440728347" sldId="267"/>
            <ac:inkMk id="25" creationId="{C45C40D4-D17E-BA7D-CE27-087418A2D0CC}"/>
          </ac:inkMkLst>
        </pc:inkChg>
        <pc:inkChg chg="add mod">
          <ac:chgData name="Rodica Ioana Lung" userId="64ee56e8d7162e1e" providerId="LiveId" clId="{0F6830A5-18AB-4F1B-8BBB-DA235794CEC1}" dt="2026-01-12T16:45:37.966" v="276"/>
          <ac:inkMkLst>
            <pc:docMk/>
            <pc:sldMk cId="3440728347" sldId="267"/>
            <ac:inkMk id="26" creationId="{F56C0948-BB38-477F-82ED-BBBA14AC0D6B}"/>
          </ac:inkMkLst>
        </pc:inkChg>
        <pc:inkChg chg="add">
          <ac:chgData name="Rodica Ioana Lung" userId="64ee56e8d7162e1e" providerId="LiveId" clId="{0F6830A5-18AB-4F1B-8BBB-DA235794CEC1}" dt="2026-01-12T16:45:31.537" v="269" actId="9405"/>
          <ac:inkMkLst>
            <pc:docMk/>
            <pc:sldMk cId="3440728347" sldId="267"/>
            <ac:inkMk id="27" creationId="{700BC634-49C4-5712-A8F9-DB8E76E53B11}"/>
          </ac:inkMkLst>
        </pc:inkChg>
        <pc:inkChg chg="add mod">
          <ac:chgData name="Rodica Ioana Lung" userId="64ee56e8d7162e1e" providerId="LiveId" clId="{0F6830A5-18AB-4F1B-8BBB-DA235794CEC1}" dt="2026-01-12T16:45:37.966" v="276"/>
          <ac:inkMkLst>
            <pc:docMk/>
            <pc:sldMk cId="3440728347" sldId="267"/>
            <ac:inkMk id="28" creationId="{0C01D8CF-3C42-E54E-2B85-D7C000C9C2F0}"/>
          </ac:inkMkLst>
        </pc:inkChg>
        <pc:inkChg chg="add mod">
          <ac:chgData name="Rodica Ioana Lung" userId="64ee56e8d7162e1e" providerId="LiveId" clId="{0F6830A5-18AB-4F1B-8BBB-DA235794CEC1}" dt="2026-01-12T16:45:37.966" v="276"/>
          <ac:inkMkLst>
            <pc:docMk/>
            <pc:sldMk cId="3440728347" sldId="267"/>
            <ac:inkMk id="29" creationId="{1693B83F-50D7-9C23-1699-35A6EC98884B}"/>
          </ac:inkMkLst>
        </pc:inkChg>
        <pc:inkChg chg="add">
          <ac:chgData name="Rodica Ioana Lung" userId="64ee56e8d7162e1e" providerId="LiveId" clId="{0F6830A5-18AB-4F1B-8BBB-DA235794CEC1}" dt="2026-01-12T16:45:32.707" v="272" actId="9405"/>
          <ac:inkMkLst>
            <pc:docMk/>
            <pc:sldMk cId="3440728347" sldId="267"/>
            <ac:inkMk id="30" creationId="{838D4E6A-457B-DFD0-A3A3-AA916E0FE05F}"/>
          </ac:inkMkLst>
        </pc:inkChg>
        <pc:inkChg chg="add">
          <ac:chgData name="Rodica Ioana Lung" userId="64ee56e8d7162e1e" providerId="LiveId" clId="{0F6830A5-18AB-4F1B-8BBB-DA235794CEC1}" dt="2026-01-12T16:45:32.939" v="273" actId="9405"/>
          <ac:inkMkLst>
            <pc:docMk/>
            <pc:sldMk cId="3440728347" sldId="267"/>
            <ac:inkMk id="31" creationId="{00869EED-C54D-112A-5727-25F8BB7BFBA5}"/>
          </ac:inkMkLst>
        </pc:inkChg>
        <pc:inkChg chg="add">
          <ac:chgData name="Rodica Ioana Lung" userId="64ee56e8d7162e1e" providerId="LiveId" clId="{0F6830A5-18AB-4F1B-8BBB-DA235794CEC1}" dt="2026-01-12T16:45:37.450" v="275" actId="9405"/>
          <ac:inkMkLst>
            <pc:docMk/>
            <pc:sldMk cId="3440728347" sldId="267"/>
            <ac:inkMk id="33" creationId="{74EF1D6F-D61C-6A2E-D848-2DD5E09215DF}"/>
          </ac:inkMkLst>
        </pc:inkChg>
        <pc:inkChg chg="add mod">
          <ac:chgData name="Rodica Ioana Lung" userId="64ee56e8d7162e1e" providerId="LiveId" clId="{0F6830A5-18AB-4F1B-8BBB-DA235794CEC1}" dt="2026-01-12T16:47:29.608" v="279"/>
          <ac:inkMkLst>
            <pc:docMk/>
            <pc:sldMk cId="3440728347" sldId="267"/>
            <ac:inkMk id="35" creationId="{0F25207C-B48C-7223-374D-82970654AF02}"/>
          </ac:inkMkLst>
        </pc:inkChg>
        <pc:inkChg chg="add mod">
          <ac:chgData name="Rodica Ioana Lung" userId="64ee56e8d7162e1e" providerId="LiveId" clId="{0F6830A5-18AB-4F1B-8BBB-DA235794CEC1}" dt="2026-01-12T16:47:29.608" v="279"/>
          <ac:inkMkLst>
            <pc:docMk/>
            <pc:sldMk cId="3440728347" sldId="267"/>
            <ac:inkMk id="36" creationId="{D05887D4-7C7A-3450-BD59-BB5A84196756}"/>
          </ac:inkMkLst>
        </pc:inkChg>
        <pc:inkChg chg="add mod">
          <ac:chgData name="Rodica Ioana Lung" userId="64ee56e8d7162e1e" providerId="LiveId" clId="{0F6830A5-18AB-4F1B-8BBB-DA235794CEC1}" dt="2026-01-12T16:47:30.767" v="282"/>
          <ac:inkMkLst>
            <pc:docMk/>
            <pc:sldMk cId="3440728347" sldId="267"/>
            <ac:inkMk id="38" creationId="{E955ED0C-B859-D0E4-7B45-4E704A68C9EB}"/>
          </ac:inkMkLst>
        </pc:inkChg>
        <pc:inkChg chg="add mod">
          <ac:chgData name="Rodica Ioana Lung" userId="64ee56e8d7162e1e" providerId="LiveId" clId="{0F6830A5-18AB-4F1B-8BBB-DA235794CEC1}" dt="2026-01-12T16:47:30.767" v="282"/>
          <ac:inkMkLst>
            <pc:docMk/>
            <pc:sldMk cId="3440728347" sldId="267"/>
            <ac:inkMk id="39" creationId="{849E3960-055D-2AE2-D94B-F88EBFF8C02C}"/>
          </ac:inkMkLst>
        </pc:inkChg>
        <pc:inkChg chg="add mod">
          <ac:chgData name="Rodica Ioana Lung" userId="64ee56e8d7162e1e" providerId="LiveId" clId="{0F6830A5-18AB-4F1B-8BBB-DA235794CEC1}" dt="2026-01-12T16:47:56.696" v="285"/>
          <ac:inkMkLst>
            <pc:docMk/>
            <pc:sldMk cId="3440728347" sldId="267"/>
            <ac:inkMk id="41" creationId="{F1D12177-6E1A-7CCF-BA20-99F75CA3138F}"/>
          </ac:inkMkLst>
        </pc:inkChg>
        <pc:inkChg chg="add mod">
          <ac:chgData name="Rodica Ioana Lung" userId="64ee56e8d7162e1e" providerId="LiveId" clId="{0F6830A5-18AB-4F1B-8BBB-DA235794CEC1}" dt="2026-01-12T16:47:56.696" v="285"/>
          <ac:inkMkLst>
            <pc:docMk/>
            <pc:sldMk cId="3440728347" sldId="267"/>
            <ac:inkMk id="42" creationId="{826E7050-DBB6-1110-AC8D-4D45A24AEC2B}"/>
          </ac:inkMkLst>
        </pc:inkChg>
        <pc:inkChg chg="add mod">
          <ac:chgData name="Rodica Ioana Lung" userId="64ee56e8d7162e1e" providerId="LiveId" clId="{0F6830A5-18AB-4F1B-8BBB-DA235794CEC1}" dt="2026-01-12T16:48:02.382" v="288"/>
          <ac:inkMkLst>
            <pc:docMk/>
            <pc:sldMk cId="3440728347" sldId="267"/>
            <ac:inkMk id="44" creationId="{ECEA57E0-5B56-4258-5CF5-4E862FEF83C3}"/>
          </ac:inkMkLst>
        </pc:inkChg>
        <pc:inkChg chg="add mod">
          <ac:chgData name="Rodica Ioana Lung" userId="64ee56e8d7162e1e" providerId="LiveId" clId="{0F6830A5-18AB-4F1B-8BBB-DA235794CEC1}" dt="2026-01-12T16:48:02.382" v="288"/>
          <ac:inkMkLst>
            <pc:docMk/>
            <pc:sldMk cId="3440728347" sldId="267"/>
            <ac:inkMk id="45" creationId="{4210BB9E-4E20-9A57-0D37-AD02FFA29D60}"/>
          </ac:inkMkLst>
        </pc:inkChg>
        <pc:inkChg chg="add mod">
          <ac:chgData name="Rodica Ioana Lung" userId="64ee56e8d7162e1e" providerId="LiveId" clId="{0F6830A5-18AB-4F1B-8BBB-DA235794CEC1}" dt="2026-01-12T16:48:05.579" v="291"/>
          <ac:inkMkLst>
            <pc:docMk/>
            <pc:sldMk cId="3440728347" sldId="267"/>
            <ac:inkMk id="47" creationId="{BA3C76BF-BD0C-50A6-9ECF-08AB1EB7FE8D}"/>
          </ac:inkMkLst>
        </pc:inkChg>
        <pc:inkChg chg="add mod">
          <ac:chgData name="Rodica Ioana Lung" userId="64ee56e8d7162e1e" providerId="LiveId" clId="{0F6830A5-18AB-4F1B-8BBB-DA235794CEC1}" dt="2026-01-12T16:48:05.579" v="291"/>
          <ac:inkMkLst>
            <pc:docMk/>
            <pc:sldMk cId="3440728347" sldId="267"/>
            <ac:inkMk id="48" creationId="{15A6DFB6-5F98-918E-FC26-EC88A679333A}"/>
          </ac:inkMkLst>
        </pc:inkChg>
        <pc:inkChg chg="add mod">
          <ac:chgData name="Rodica Ioana Lung" userId="64ee56e8d7162e1e" providerId="LiveId" clId="{0F6830A5-18AB-4F1B-8BBB-DA235794CEC1}" dt="2026-01-12T16:49:15.789" v="322"/>
          <ac:inkMkLst>
            <pc:docMk/>
            <pc:sldMk cId="3440728347" sldId="267"/>
            <ac:inkMk id="50" creationId="{541583D5-466C-6163-7C79-CCC19143CF26}"/>
          </ac:inkMkLst>
        </pc:inkChg>
        <pc:inkChg chg="add mod">
          <ac:chgData name="Rodica Ioana Lung" userId="64ee56e8d7162e1e" providerId="LiveId" clId="{0F6830A5-18AB-4F1B-8BBB-DA235794CEC1}" dt="2026-01-12T16:48:40.486" v="313"/>
          <ac:inkMkLst>
            <pc:docMk/>
            <pc:sldMk cId="3440728347" sldId="267"/>
            <ac:inkMk id="51" creationId="{CCA65A32-190D-CC77-AC14-206F2054156F}"/>
          </ac:inkMkLst>
        </pc:inkChg>
        <pc:inkChg chg="add mod">
          <ac:chgData name="Rodica Ioana Lung" userId="64ee56e8d7162e1e" providerId="LiveId" clId="{0F6830A5-18AB-4F1B-8BBB-DA235794CEC1}" dt="2026-01-12T16:48:36.309" v="309"/>
          <ac:inkMkLst>
            <pc:docMk/>
            <pc:sldMk cId="3440728347" sldId="267"/>
            <ac:inkMk id="52" creationId="{644D60FC-4B97-F21B-18EE-460079997441}"/>
          </ac:inkMkLst>
        </pc:inkChg>
        <pc:inkChg chg="add mod">
          <ac:chgData name="Rodica Ioana Lung" userId="64ee56e8d7162e1e" providerId="LiveId" clId="{0F6830A5-18AB-4F1B-8BBB-DA235794CEC1}" dt="2026-01-12T16:48:36.309" v="309"/>
          <ac:inkMkLst>
            <pc:docMk/>
            <pc:sldMk cId="3440728347" sldId="267"/>
            <ac:inkMk id="53" creationId="{40B91BFE-0A33-44D4-21C5-6F60B261EEBF}"/>
          </ac:inkMkLst>
        </pc:inkChg>
        <pc:inkChg chg="add mod">
          <ac:chgData name="Rodica Ioana Lung" userId="64ee56e8d7162e1e" providerId="LiveId" clId="{0F6830A5-18AB-4F1B-8BBB-DA235794CEC1}" dt="2026-01-12T16:48:40.486" v="313"/>
          <ac:inkMkLst>
            <pc:docMk/>
            <pc:sldMk cId="3440728347" sldId="267"/>
            <ac:inkMk id="54" creationId="{CFC0E36A-B8FB-6580-2AF1-45A232E7754D}"/>
          </ac:inkMkLst>
        </pc:inkChg>
        <pc:inkChg chg="add mod">
          <ac:chgData name="Rodica Ioana Lung" userId="64ee56e8d7162e1e" providerId="LiveId" clId="{0F6830A5-18AB-4F1B-8BBB-DA235794CEC1}" dt="2026-01-12T16:48:40.486" v="313"/>
          <ac:inkMkLst>
            <pc:docMk/>
            <pc:sldMk cId="3440728347" sldId="267"/>
            <ac:inkMk id="55" creationId="{0CEFC390-5CEF-78F0-B5E1-84FA18822A4E}"/>
          </ac:inkMkLst>
        </pc:inkChg>
        <pc:inkChg chg="add mod">
          <ac:chgData name="Rodica Ioana Lung" userId="64ee56e8d7162e1e" providerId="LiveId" clId="{0F6830A5-18AB-4F1B-8BBB-DA235794CEC1}" dt="2026-01-12T16:49:15.789" v="322"/>
          <ac:inkMkLst>
            <pc:docMk/>
            <pc:sldMk cId="3440728347" sldId="267"/>
            <ac:inkMk id="57" creationId="{B88094CA-7737-8D84-74D1-BF754B4D8D1B}"/>
          </ac:inkMkLst>
        </pc:inkChg>
        <pc:inkChg chg="add mod">
          <ac:chgData name="Rodica Ioana Lung" userId="64ee56e8d7162e1e" providerId="LiveId" clId="{0F6830A5-18AB-4F1B-8BBB-DA235794CEC1}" dt="2026-01-12T16:48:20.350" v="301"/>
          <ac:inkMkLst>
            <pc:docMk/>
            <pc:sldMk cId="3440728347" sldId="267"/>
            <ac:inkMk id="58" creationId="{AD41D3BB-B86D-2609-1A7D-AECB22C0B837}"/>
          </ac:inkMkLst>
        </pc:inkChg>
        <pc:inkChg chg="add mod">
          <ac:chgData name="Rodica Ioana Lung" userId="64ee56e8d7162e1e" providerId="LiveId" clId="{0F6830A5-18AB-4F1B-8BBB-DA235794CEC1}" dt="2026-01-12T16:48:31.133" v="304"/>
          <ac:inkMkLst>
            <pc:docMk/>
            <pc:sldMk cId="3440728347" sldId="267"/>
            <ac:inkMk id="60" creationId="{C9670B8A-F399-1B67-3A74-6782B72B1CD7}"/>
          </ac:inkMkLst>
        </pc:inkChg>
        <pc:inkChg chg="add mod">
          <ac:chgData name="Rodica Ioana Lung" userId="64ee56e8d7162e1e" providerId="LiveId" clId="{0F6830A5-18AB-4F1B-8BBB-DA235794CEC1}" dt="2026-01-12T16:49:15.789" v="322"/>
          <ac:inkMkLst>
            <pc:docMk/>
            <pc:sldMk cId="3440728347" sldId="267"/>
            <ac:inkMk id="61" creationId="{0070E0E2-DAE5-A122-491C-490062BFBB00}"/>
          </ac:inkMkLst>
        </pc:inkChg>
        <pc:inkChg chg="add mod">
          <ac:chgData name="Rodica Ioana Lung" userId="64ee56e8d7162e1e" providerId="LiveId" clId="{0F6830A5-18AB-4F1B-8BBB-DA235794CEC1}" dt="2026-01-12T16:48:37.678" v="311"/>
          <ac:inkMkLst>
            <pc:docMk/>
            <pc:sldMk cId="3440728347" sldId="267"/>
            <ac:inkMk id="63" creationId="{FC188EA3-8070-40C2-6F46-C5373DEA415E}"/>
          </ac:inkMkLst>
        </pc:inkChg>
        <pc:inkChg chg="add mod">
          <ac:chgData name="Rodica Ioana Lung" userId="64ee56e8d7162e1e" providerId="LiveId" clId="{0F6830A5-18AB-4F1B-8BBB-DA235794CEC1}" dt="2026-01-12T16:48:37.678" v="311"/>
          <ac:inkMkLst>
            <pc:docMk/>
            <pc:sldMk cId="3440728347" sldId="267"/>
            <ac:inkMk id="64" creationId="{A448E8F3-F326-19F4-2906-1BAB92542290}"/>
          </ac:inkMkLst>
        </pc:inkChg>
        <pc:inkChg chg="add mod">
          <ac:chgData name="Rodica Ioana Lung" userId="64ee56e8d7162e1e" providerId="LiveId" clId="{0F6830A5-18AB-4F1B-8BBB-DA235794CEC1}" dt="2026-01-12T16:49:15.789" v="322"/>
          <ac:inkMkLst>
            <pc:docMk/>
            <pc:sldMk cId="3440728347" sldId="267"/>
            <ac:inkMk id="66" creationId="{D3A3150E-AD36-B34F-A493-BB2546B10539}"/>
          </ac:inkMkLst>
        </pc:inkChg>
        <pc:inkChg chg="add mod">
          <ac:chgData name="Rodica Ioana Lung" userId="64ee56e8d7162e1e" providerId="LiveId" clId="{0F6830A5-18AB-4F1B-8BBB-DA235794CEC1}" dt="2026-01-12T16:48:37.678" v="311"/>
          <ac:inkMkLst>
            <pc:docMk/>
            <pc:sldMk cId="3440728347" sldId="267"/>
            <ac:inkMk id="68" creationId="{9FC9FFA6-830E-8BE7-EF10-92A64BF0C8B5}"/>
          </ac:inkMkLst>
        </pc:inkChg>
        <pc:inkChg chg="add mod">
          <ac:chgData name="Rodica Ioana Lung" userId="64ee56e8d7162e1e" providerId="LiveId" clId="{0F6830A5-18AB-4F1B-8BBB-DA235794CEC1}" dt="2026-01-12T16:49:15.789" v="322"/>
          <ac:inkMkLst>
            <pc:docMk/>
            <pc:sldMk cId="3440728347" sldId="267"/>
            <ac:inkMk id="70" creationId="{0335C3EF-2207-8068-C951-D60B7D3C2DAC}"/>
          </ac:inkMkLst>
        </pc:inkChg>
        <pc:inkChg chg="add mod">
          <ac:chgData name="Rodica Ioana Lung" userId="64ee56e8d7162e1e" providerId="LiveId" clId="{0F6830A5-18AB-4F1B-8BBB-DA235794CEC1}" dt="2026-01-12T16:48:48.543" v="318"/>
          <ac:inkMkLst>
            <pc:docMk/>
            <pc:sldMk cId="3440728347" sldId="267"/>
            <ac:inkMk id="72" creationId="{F50A484F-B8B4-EF65-D9AC-6AF12E5E325E}"/>
          </ac:inkMkLst>
        </pc:inkChg>
        <pc:inkChg chg="add mod">
          <ac:chgData name="Rodica Ioana Lung" userId="64ee56e8d7162e1e" providerId="LiveId" clId="{0F6830A5-18AB-4F1B-8BBB-DA235794CEC1}" dt="2026-01-12T16:48:48.543" v="318"/>
          <ac:inkMkLst>
            <pc:docMk/>
            <pc:sldMk cId="3440728347" sldId="267"/>
            <ac:inkMk id="73" creationId="{67AEEAD9-CA37-763E-A42D-CE666A0DAEF9}"/>
          </ac:inkMkLst>
        </pc:inkChg>
        <pc:inkChg chg="add mod">
          <ac:chgData name="Rodica Ioana Lung" userId="64ee56e8d7162e1e" providerId="LiveId" clId="{0F6830A5-18AB-4F1B-8BBB-DA235794CEC1}" dt="2026-01-12T16:48:48.543" v="318"/>
          <ac:inkMkLst>
            <pc:docMk/>
            <pc:sldMk cId="3440728347" sldId="267"/>
            <ac:inkMk id="75" creationId="{9F926C05-DE7B-AF21-3DF6-2A6C166C0E85}"/>
          </ac:inkMkLst>
        </pc:inkChg>
        <pc:inkChg chg="add">
          <ac:chgData name="Rodica Ioana Lung" userId="64ee56e8d7162e1e" providerId="LiveId" clId="{0F6830A5-18AB-4F1B-8BBB-DA235794CEC1}" dt="2026-01-12T16:49:14.222" v="319" actId="9405"/>
          <ac:inkMkLst>
            <pc:docMk/>
            <pc:sldMk cId="3440728347" sldId="267"/>
            <ac:inkMk id="77" creationId="{A3CB7199-FD51-2044-9F4E-788BA04A833C}"/>
          </ac:inkMkLst>
        </pc:inkChg>
        <pc:inkChg chg="add">
          <ac:chgData name="Rodica Ioana Lung" userId="64ee56e8d7162e1e" providerId="LiveId" clId="{0F6830A5-18AB-4F1B-8BBB-DA235794CEC1}" dt="2026-01-12T16:49:14.528" v="320" actId="9405"/>
          <ac:inkMkLst>
            <pc:docMk/>
            <pc:sldMk cId="3440728347" sldId="267"/>
            <ac:inkMk id="78" creationId="{B2FBF19C-05B0-014F-5B2A-454E6426E813}"/>
          </ac:inkMkLst>
        </pc:inkChg>
        <pc:inkChg chg="add mod">
          <ac:chgData name="Rodica Ioana Lung" userId="64ee56e8d7162e1e" providerId="LiveId" clId="{0F6830A5-18AB-4F1B-8BBB-DA235794CEC1}" dt="2026-01-12T16:49:15.789" v="322"/>
          <ac:inkMkLst>
            <pc:docMk/>
            <pc:sldMk cId="3440728347" sldId="267"/>
            <ac:inkMk id="79" creationId="{0D70DFE6-0F9C-486F-A64D-61DF8A2A5F4E}"/>
          </ac:inkMkLst>
        </pc:inkChg>
      </pc:sldChg>
      <pc:sldChg chg="addSp delSp modSp mod">
        <pc:chgData name="Rodica Ioana Lung" userId="64ee56e8d7162e1e" providerId="LiveId" clId="{0F6830A5-18AB-4F1B-8BBB-DA235794CEC1}" dt="2026-01-12T16:32:06.968" v="51"/>
        <pc:sldMkLst>
          <pc:docMk/>
          <pc:sldMk cId="280561711" sldId="268"/>
        </pc:sldMkLst>
        <pc:grpChg chg="del mod">
          <ac:chgData name="Rodica Ioana Lung" userId="64ee56e8d7162e1e" providerId="LiveId" clId="{0F6830A5-18AB-4F1B-8BBB-DA235794CEC1}" dt="2026-01-12T16:32:06.968" v="51"/>
          <ac:grpSpMkLst>
            <pc:docMk/>
            <pc:sldMk cId="280561711" sldId="268"/>
            <ac:grpSpMk id="7" creationId="{F980389C-76CE-0B08-517D-82F3BD317FF2}"/>
          </ac:grpSpMkLst>
        </pc:grpChg>
        <pc:grpChg chg="del mod">
          <ac:chgData name="Rodica Ioana Lung" userId="64ee56e8d7162e1e" providerId="LiveId" clId="{0F6830A5-18AB-4F1B-8BBB-DA235794CEC1}" dt="2026-01-12T16:32:06.968" v="51"/>
          <ac:grpSpMkLst>
            <pc:docMk/>
            <pc:sldMk cId="280561711" sldId="268"/>
            <ac:grpSpMk id="10" creationId="{B2AB8389-B61C-C550-9CDA-39ED5ECE8A5A}"/>
          </ac:grpSpMkLst>
        </pc:grpChg>
        <pc:grpChg chg="mod">
          <ac:chgData name="Rodica Ioana Lung" userId="64ee56e8d7162e1e" providerId="LiveId" clId="{0F6830A5-18AB-4F1B-8BBB-DA235794CEC1}" dt="2026-01-12T16:32:03.245" v="49"/>
          <ac:grpSpMkLst>
            <pc:docMk/>
            <pc:sldMk cId="280561711" sldId="268"/>
            <ac:grpSpMk id="13" creationId="{5B44668A-EEF6-7AE1-66F0-C85831D475B4}"/>
          </ac:grpSpMkLst>
        </pc:grpChg>
        <pc:grpChg chg="mod">
          <ac:chgData name="Rodica Ioana Lung" userId="64ee56e8d7162e1e" providerId="LiveId" clId="{0F6830A5-18AB-4F1B-8BBB-DA235794CEC1}" dt="2026-01-12T16:32:06.968" v="51"/>
          <ac:grpSpMkLst>
            <pc:docMk/>
            <pc:sldMk cId="280561711" sldId="268"/>
            <ac:grpSpMk id="15" creationId="{2E125490-5CF1-E12E-B335-0486F31C296C}"/>
          </ac:grpSpMkLst>
        </pc:grpChg>
        <pc:inkChg chg="add mod">
          <ac:chgData name="Rodica Ioana Lung" userId="64ee56e8d7162e1e" providerId="LiveId" clId="{0F6830A5-18AB-4F1B-8BBB-DA235794CEC1}" dt="2026-01-12T16:32:06.968" v="51"/>
          <ac:inkMkLst>
            <pc:docMk/>
            <pc:sldMk cId="280561711" sldId="268"/>
            <ac:inkMk id="5" creationId="{DE8B8D52-0349-0373-5CC2-B7549924FD6E}"/>
          </ac:inkMkLst>
        </pc:inkChg>
        <pc:inkChg chg="add mod">
          <ac:chgData name="Rodica Ioana Lung" userId="64ee56e8d7162e1e" providerId="LiveId" clId="{0F6830A5-18AB-4F1B-8BBB-DA235794CEC1}" dt="2026-01-12T16:32:06.968" v="51"/>
          <ac:inkMkLst>
            <pc:docMk/>
            <pc:sldMk cId="280561711" sldId="268"/>
            <ac:inkMk id="6" creationId="{38528993-F681-27F4-92F8-FEB53EB903DE}"/>
          </ac:inkMkLst>
        </pc:inkChg>
        <pc:inkChg chg="add mod">
          <ac:chgData name="Rodica Ioana Lung" userId="64ee56e8d7162e1e" providerId="LiveId" clId="{0F6830A5-18AB-4F1B-8BBB-DA235794CEC1}" dt="2026-01-12T16:32:06.968" v="51"/>
          <ac:inkMkLst>
            <pc:docMk/>
            <pc:sldMk cId="280561711" sldId="268"/>
            <ac:inkMk id="8" creationId="{56313342-F29C-C615-12DC-617391C1623E}"/>
          </ac:inkMkLst>
        </pc:inkChg>
        <pc:inkChg chg="add mod">
          <ac:chgData name="Rodica Ioana Lung" userId="64ee56e8d7162e1e" providerId="LiveId" clId="{0F6830A5-18AB-4F1B-8BBB-DA235794CEC1}" dt="2026-01-12T16:32:06.968" v="51"/>
          <ac:inkMkLst>
            <pc:docMk/>
            <pc:sldMk cId="280561711" sldId="268"/>
            <ac:inkMk id="9" creationId="{C163FC03-9307-A851-6B54-FB1AFC674AA0}"/>
          </ac:inkMkLst>
        </pc:inkChg>
        <pc:inkChg chg="add mod">
          <ac:chgData name="Rodica Ioana Lung" userId="64ee56e8d7162e1e" providerId="LiveId" clId="{0F6830A5-18AB-4F1B-8BBB-DA235794CEC1}" dt="2026-01-12T16:32:03.245" v="49"/>
          <ac:inkMkLst>
            <pc:docMk/>
            <pc:sldMk cId="280561711" sldId="268"/>
            <ac:inkMk id="11" creationId="{4914E9A5-62A9-654B-1C83-2AC546BB4B2F}"/>
          </ac:inkMkLst>
        </pc:inkChg>
        <pc:inkChg chg="add mod">
          <ac:chgData name="Rodica Ioana Lung" userId="64ee56e8d7162e1e" providerId="LiveId" clId="{0F6830A5-18AB-4F1B-8BBB-DA235794CEC1}" dt="2026-01-12T16:32:03.245" v="49"/>
          <ac:inkMkLst>
            <pc:docMk/>
            <pc:sldMk cId="280561711" sldId="268"/>
            <ac:inkMk id="12" creationId="{170BC5C8-CFD3-2534-65E0-9723D0CB997D}"/>
          </ac:inkMkLst>
        </pc:inkChg>
        <pc:inkChg chg="add mod">
          <ac:chgData name="Rodica Ioana Lung" userId="64ee56e8d7162e1e" providerId="LiveId" clId="{0F6830A5-18AB-4F1B-8BBB-DA235794CEC1}" dt="2026-01-12T16:32:06.968" v="51"/>
          <ac:inkMkLst>
            <pc:docMk/>
            <pc:sldMk cId="280561711" sldId="268"/>
            <ac:inkMk id="14" creationId="{6EF8D6D3-9EDA-985E-7BBA-2A430AA137C5}"/>
          </ac:inkMkLst>
        </pc:inkChg>
      </pc:sldChg>
      <pc:sldChg chg="addSp delSp modSp mod">
        <pc:chgData name="Rodica Ioana Lung" userId="64ee56e8d7162e1e" providerId="LiveId" clId="{0F6830A5-18AB-4F1B-8BBB-DA235794CEC1}" dt="2026-01-12T16:43:03.780" v="247"/>
        <pc:sldMkLst>
          <pc:docMk/>
          <pc:sldMk cId="49161783" sldId="269"/>
        </pc:sldMkLst>
        <pc:grpChg chg="mod">
          <ac:chgData name="Rodica Ioana Lung" userId="64ee56e8d7162e1e" providerId="LiveId" clId="{0F6830A5-18AB-4F1B-8BBB-DA235794CEC1}" dt="2026-01-12T16:33:11.664" v="58"/>
          <ac:grpSpMkLst>
            <pc:docMk/>
            <pc:sldMk cId="49161783" sldId="269"/>
            <ac:grpSpMk id="14" creationId="{6EE313A5-1CF5-9C3A-1F49-72AB7FA1C06D}"/>
          </ac:grpSpMkLst>
        </pc:grpChg>
        <pc:grpChg chg="del mod">
          <ac:chgData name="Rodica Ioana Lung" userId="64ee56e8d7162e1e" providerId="LiveId" clId="{0F6830A5-18AB-4F1B-8BBB-DA235794CEC1}" dt="2026-01-12T16:33:16.265" v="66"/>
          <ac:grpSpMkLst>
            <pc:docMk/>
            <pc:sldMk cId="49161783" sldId="269"/>
            <ac:grpSpMk id="17" creationId="{103F02AF-8ED5-850C-7D09-C39CCA7004E6}"/>
          </ac:grpSpMkLst>
        </pc:grpChg>
        <pc:grpChg chg="mod">
          <ac:chgData name="Rodica Ioana Lung" userId="64ee56e8d7162e1e" providerId="LiveId" clId="{0F6830A5-18AB-4F1B-8BBB-DA235794CEC1}" dt="2026-01-12T16:33:16.265" v="66"/>
          <ac:grpSpMkLst>
            <pc:docMk/>
            <pc:sldMk cId="49161783" sldId="269"/>
            <ac:grpSpMk id="22" creationId="{455B808C-1B70-7BEB-E4FC-176071FE633E}"/>
          </ac:grpSpMkLst>
        </pc:grpChg>
        <pc:grpChg chg="mod">
          <ac:chgData name="Rodica Ioana Lung" userId="64ee56e8d7162e1e" providerId="LiveId" clId="{0F6830A5-18AB-4F1B-8BBB-DA235794CEC1}" dt="2026-01-12T16:33:16.265" v="66"/>
          <ac:grpSpMkLst>
            <pc:docMk/>
            <pc:sldMk cId="49161783" sldId="269"/>
            <ac:grpSpMk id="23" creationId="{128E1687-4EA9-6BEE-8135-4E61DA3C696F}"/>
          </ac:grpSpMkLst>
        </pc:grpChg>
        <pc:grpChg chg="del mod">
          <ac:chgData name="Rodica Ioana Lung" userId="64ee56e8d7162e1e" providerId="LiveId" clId="{0F6830A5-18AB-4F1B-8BBB-DA235794CEC1}" dt="2026-01-12T16:34:12.138" v="84"/>
          <ac:grpSpMkLst>
            <pc:docMk/>
            <pc:sldMk cId="49161783" sldId="269"/>
            <ac:grpSpMk id="29" creationId="{42FEFDA8-01C1-4A7C-B8E6-1BD8B5404E1E}"/>
          </ac:grpSpMkLst>
        </pc:grpChg>
        <pc:grpChg chg="mod">
          <ac:chgData name="Rodica Ioana Lung" userId="64ee56e8d7162e1e" providerId="LiveId" clId="{0F6830A5-18AB-4F1B-8BBB-DA235794CEC1}" dt="2026-01-12T16:33:53.113" v="75"/>
          <ac:grpSpMkLst>
            <pc:docMk/>
            <pc:sldMk cId="49161783" sldId="269"/>
            <ac:grpSpMk id="32" creationId="{7BA9FBE6-6F1D-16CD-3415-96EE8040DE4C}"/>
          </ac:grpSpMkLst>
        </pc:grpChg>
        <pc:grpChg chg="mod">
          <ac:chgData name="Rodica Ioana Lung" userId="64ee56e8d7162e1e" providerId="LiveId" clId="{0F6830A5-18AB-4F1B-8BBB-DA235794CEC1}" dt="2026-01-12T16:34:05.658" v="78"/>
          <ac:grpSpMkLst>
            <pc:docMk/>
            <pc:sldMk cId="49161783" sldId="269"/>
            <ac:grpSpMk id="35" creationId="{7900188D-249B-3389-115D-6820E89F632D}"/>
          </ac:grpSpMkLst>
        </pc:grpChg>
        <pc:grpChg chg="del mod">
          <ac:chgData name="Rodica Ioana Lung" userId="64ee56e8d7162e1e" providerId="LiveId" clId="{0F6830A5-18AB-4F1B-8BBB-DA235794CEC1}" dt="2026-01-12T16:34:23.945" v="88"/>
          <ac:grpSpMkLst>
            <pc:docMk/>
            <pc:sldMk cId="49161783" sldId="269"/>
            <ac:grpSpMk id="41" creationId="{6410F690-D47A-C9C6-D4A9-AEAB3EE9ADDA}"/>
          </ac:grpSpMkLst>
        </pc:grpChg>
        <pc:grpChg chg="del mod">
          <ac:chgData name="Rodica Ioana Lung" userId="64ee56e8d7162e1e" providerId="LiveId" clId="{0F6830A5-18AB-4F1B-8BBB-DA235794CEC1}" dt="2026-01-12T16:34:25.486" v="91"/>
          <ac:grpSpMkLst>
            <pc:docMk/>
            <pc:sldMk cId="49161783" sldId="269"/>
            <ac:grpSpMk id="45" creationId="{715007E2-3B27-CF66-337B-A2F778F724BD}"/>
          </ac:grpSpMkLst>
        </pc:grpChg>
        <pc:grpChg chg="del mod">
          <ac:chgData name="Rodica Ioana Lung" userId="64ee56e8d7162e1e" providerId="LiveId" clId="{0F6830A5-18AB-4F1B-8BBB-DA235794CEC1}" dt="2026-01-12T16:34:39.561" v="99"/>
          <ac:grpSpMkLst>
            <pc:docMk/>
            <pc:sldMk cId="49161783" sldId="269"/>
            <ac:grpSpMk id="48" creationId="{55DEA40E-03E4-68F1-4A78-A291D44C5498}"/>
          </ac:grpSpMkLst>
        </pc:grpChg>
        <pc:grpChg chg="del mod">
          <ac:chgData name="Rodica Ioana Lung" userId="64ee56e8d7162e1e" providerId="LiveId" clId="{0F6830A5-18AB-4F1B-8BBB-DA235794CEC1}" dt="2026-01-12T16:34:39.561" v="99"/>
          <ac:grpSpMkLst>
            <pc:docMk/>
            <pc:sldMk cId="49161783" sldId="269"/>
            <ac:grpSpMk id="52" creationId="{5AE53F9C-0584-CAA7-C570-BFAE6ADFAAAC}"/>
          </ac:grpSpMkLst>
        </pc:grpChg>
        <pc:grpChg chg="del mod">
          <ac:chgData name="Rodica Ioana Lung" userId="64ee56e8d7162e1e" providerId="LiveId" clId="{0F6830A5-18AB-4F1B-8BBB-DA235794CEC1}" dt="2026-01-12T16:35:27.941" v="101"/>
          <ac:grpSpMkLst>
            <pc:docMk/>
            <pc:sldMk cId="49161783" sldId="269"/>
            <ac:grpSpMk id="56" creationId="{B71EF5A7-E6FF-EEE1-8871-AF7202AEDED1}"/>
          </ac:grpSpMkLst>
        </pc:grpChg>
        <pc:grpChg chg="del mod">
          <ac:chgData name="Rodica Ioana Lung" userId="64ee56e8d7162e1e" providerId="LiveId" clId="{0F6830A5-18AB-4F1B-8BBB-DA235794CEC1}" dt="2026-01-12T16:35:53.506" v="103"/>
          <ac:grpSpMkLst>
            <pc:docMk/>
            <pc:sldMk cId="49161783" sldId="269"/>
            <ac:grpSpMk id="58" creationId="{89CC4933-FB1B-85F8-40D6-381E24531C9C}"/>
          </ac:grpSpMkLst>
        </pc:grpChg>
        <pc:grpChg chg="mod">
          <ac:chgData name="Rodica Ioana Lung" userId="64ee56e8d7162e1e" providerId="LiveId" clId="{0F6830A5-18AB-4F1B-8BBB-DA235794CEC1}" dt="2026-01-12T16:35:53.506" v="103"/>
          <ac:grpSpMkLst>
            <pc:docMk/>
            <pc:sldMk cId="49161783" sldId="269"/>
            <ac:grpSpMk id="60" creationId="{583BE30F-928C-B370-6F19-56DD85A7D7F1}"/>
          </ac:grpSpMkLst>
        </pc:grpChg>
        <pc:grpChg chg="mod">
          <ac:chgData name="Rodica Ioana Lung" userId="64ee56e8d7162e1e" providerId="LiveId" clId="{0F6830A5-18AB-4F1B-8BBB-DA235794CEC1}" dt="2026-01-12T16:36:20.145" v="109"/>
          <ac:grpSpMkLst>
            <pc:docMk/>
            <pc:sldMk cId="49161783" sldId="269"/>
            <ac:grpSpMk id="66" creationId="{54E3B302-3229-9053-04CB-5FC6BA21D5E7}"/>
          </ac:grpSpMkLst>
        </pc:grpChg>
        <pc:grpChg chg="mod">
          <ac:chgData name="Rodica Ioana Lung" userId="64ee56e8d7162e1e" providerId="LiveId" clId="{0F6830A5-18AB-4F1B-8BBB-DA235794CEC1}" dt="2026-01-12T16:36:28.279" v="120"/>
          <ac:grpSpMkLst>
            <pc:docMk/>
            <pc:sldMk cId="49161783" sldId="269"/>
            <ac:grpSpMk id="77" creationId="{FA1BFD76-DBC0-0201-DEAD-DC2A830A0981}"/>
          </ac:grpSpMkLst>
        </pc:grpChg>
        <pc:grpChg chg="mod">
          <ac:chgData name="Rodica Ioana Lung" userId="64ee56e8d7162e1e" providerId="LiveId" clId="{0F6830A5-18AB-4F1B-8BBB-DA235794CEC1}" dt="2026-01-12T16:36:28.279" v="120"/>
          <ac:grpSpMkLst>
            <pc:docMk/>
            <pc:sldMk cId="49161783" sldId="269"/>
            <ac:grpSpMk id="78" creationId="{9B2079BC-0D2A-38A9-20B7-0EC670343963}"/>
          </ac:grpSpMkLst>
        </pc:grpChg>
        <pc:grpChg chg="mod">
          <ac:chgData name="Rodica Ioana Lung" userId="64ee56e8d7162e1e" providerId="LiveId" clId="{0F6830A5-18AB-4F1B-8BBB-DA235794CEC1}" dt="2026-01-12T16:36:28.279" v="120"/>
          <ac:grpSpMkLst>
            <pc:docMk/>
            <pc:sldMk cId="49161783" sldId="269"/>
            <ac:grpSpMk id="79" creationId="{AEDCFB5F-2BAF-5817-E18D-2E6C6310CAB3}"/>
          </ac:grpSpMkLst>
        </pc:grpChg>
        <pc:grpChg chg="mod">
          <ac:chgData name="Rodica Ioana Lung" userId="64ee56e8d7162e1e" providerId="LiveId" clId="{0F6830A5-18AB-4F1B-8BBB-DA235794CEC1}" dt="2026-01-12T16:36:47.450" v="124"/>
          <ac:grpSpMkLst>
            <pc:docMk/>
            <pc:sldMk cId="49161783" sldId="269"/>
            <ac:grpSpMk id="83" creationId="{31EC8A10-60EF-A967-DACF-B4E93BA7A323}"/>
          </ac:grpSpMkLst>
        </pc:grpChg>
        <pc:grpChg chg="del mod">
          <ac:chgData name="Rodica Ioana Lung" userId="64ee56e8d7162e1e" providerId="LiveId" clId="{0F6830A5-18AB-4F1B-8BBB-DA235794CEC1}" dt="2026-01-12T16:36:52.251" v="131"/>
          <ac:grpSpMkLst>
            <pc:docMk/>
            <pc:sldMk cId="49161783" sldId="269"/>
            <ac:grpSpMk id="88" creationId="{A3A59FAA-7621-AD8C-E26C-59C25B7459AE}"/>
          </ac:grpSpMkLst>
        </pc:grpChg>
        <pc:grpChg chg="del mod">
          <ac:chgData name="Rodica Ioana Lung" userId="64ee56e8d7162e1e" providerId="LiveId" clId="{0F6830A5-18AB-4F1B-8BBB-DA235794CEC1}" dt="2026-01-12T16:36:52.251" v="131"/>
          <ac:grpSpMkLst>
            <pc:docMk/>
            <pc:sldMk cId="49161783" sldId="269"/>
            <ac:grpSpMk id="89" creationId="{2A05278E-4888-3CFB-621F-0D353838F688}"/>
          </ac:grpSpMkLst>
        </pc:grpChg>
        <pc:grpChg chg="mod">
          <ac:chgData name="Rodica Ioana Lung" userId="64ee56e8d7162e1e" providerId="LiveId" clId="{0F6830A5-18AB-4F1B-8BBB-DA235794CEC1}" dt="2026-01-12T16:36:52.251" v="131"/>
          <ac:grpSpMkLst>
            <pc:docMk/>
            <pc:sldMk cId="49161783" sldId="269"/>
            <ac:grpSpMk id="91" creationId="{28798760-DDB0-C4AA-4484-6B2F5F9C47BE}"/>
          </ac:grpSpMkLst>
        </pc:grpChg>
        <pc:grpChg chg="mod">
          <ac:chgData name="Rodica Ioana Lung" userId="64ee56e8d7162e1e" providerId="LiveId" clId="{0F6830A5-18AB-4F1B-8BBB-DA235794CEC1}" dt="2026-01-12T16:36:58.111" v="135"/>
          <ac:grpSpMkLst>
            <pc:docMk/>
            <pc:sldMk cId="49161783" sldId="269"/>
            <ac:grpSpMk id="95" creationId="{A90FD8D9-5C82-21C3-902A-5BC3CAD1F09E}"/>
          </ac:grpSpMkLst>
        </pc:grpChg>
        <pc:grpChg chg="del mod">
          <ac:chgData name="Rodica Ioana Lung" userId="64ee56e8d7162e1e" providerId="LiveId" clId="{0F6830A5-18AB-4F1B-8BBB-DA235794CEC1}" dt="2026-01-12T16:38:14.824" v="142"/>
          <ac:grpSpMkLst>
            <pc:docMk/>
            <pc:sldMk cId="49161783" sldId="269"/>
            <ac:grpSpMk id="99" creationId="{E1BA05D6-54C5-8655-222F-70F320D48712}"/>
          </ac:grpSpMkLst>
        </pc:grpChg>
        <pc:grpChg chg="del mod">
          <ac:chgData name="Rodica Ioana Lung" userId="64ee56e8d7162e1e" providerId="LiveId" clId="{0F6830A5-18AB-4F1B-8BBB-DA235794CEC1}" dt="2026-01-12T16:38:16.302" v="145"/>
          <ac:grpSpMkLst>
            <pc:docMk/>
            <pc:sldMk cId="49161783" sldId="269"/>
            <ac:grpSpMk id="102" creationId="{2E1B60EB-BAC7-96A6-2A9D-CAB0D932F747}"/>
          </ac:grpSpMkLst>
        </pc:grpChg>
        <pc:grpChg chg="del mod">
          <ac:chgData name="Rodica Ioana Lung" userId="64ee56e8d7162e1e" providerId="LiveId" clId="{0F6830A5-18AB-4F1B-8BBB-DA235794CEC1}" dt="2026-01-12T16:38:18.662" v="149"/>
          <ac:grpSpMkLst>
            <pc:docMk/>
            <pc:sldMk cId="49161783" sldId="269"/>
            <ac:grpSpMk id="105" creationId="{B24F60B2-4C69-0C0F-07A5-47A6E826E56D}"/>
          </ac:grpSpMkLst>
        </pc:grpChg>
        <pc:grpChg chg="del mod">
          <ac:chgData name="Rodica Ioana Lung" userId="64ee56e8d7162e1e" providerId="LiveId" clId="{0F6830A5-18AB-4F1B-8BBB-DA235794CEC1}" dt="2026-01-12T16:38:22.659" v="153"/>
          <ac:grpSpMkLst>
            <pc:docMk/>
            <pc:sldMk cId="49161783" sldId="269"/>
            <ac:grpSpMk id="109" creationId="{5E05C75D-0167-2024-E276-766313AEA239}"/>
          </ac:grpSpMkLst>
        </pc:grpChg>
        <pc:grpChg chg="del mod">
          <ac:chgData name="Rodica Ioana Lung" userId="64ee56e8d7162e1e" providerId="LiveId" clId="{0F6830A5-18AB-4F1B-8BBB-DA235794CEC1}" dt="2026-01-12T16:38:26.633" v="160"/>
          <ac:grpSpMkLst>
            <pc:docMk/>
            <pc:sldMk cId="49161783" sldId="269"/>
            <ac:grpSpMk id="113" creationId="{CAD1BC3D-7A48-09E8-332A-7D6C0EFF253A}"/>
          </ac:grpSpMkLst>
        </pc:grpChg>
        <pc:grpChg chg="mod">
          <ac:chgData name="Rodica Ioana Lung" userId="64ee56e8d7162e1e" providerId="LiveId" clId="{0F6830A5-18AB-4F1B-8BBB-DA235794CEC1}" dt="2026-01-12T16:38:26.633" v="160"/>
          <ac:grpSpMkLst>
            <pc:docMk/>
            <pc:sldMk cId="49161783" sldId="269"/>
            <ac:grpSpMk id="120" creationId="{99609B06-AF5A-E700-A2B3-F739D951C77D}"/>
          </ac:grpSpMkLst>
        </pc:grpChg>
        <pc:grpChg chg="del mod">
          <ac:chgData name="Rodica Ioana Lung" userId="64ee56e8d7162e1e" providerId="LiveId" clId="{0F6830A5-18AB-4F1B-8BBB-DA235794CEC1}" dt="2026-01-12T16:38:38.574" v="169"/>
          <ac:grpSpMkLst>
            <pc:docMk/>
            <pc:sldMk cId="49161783" sldId="269"/>
            <ac:grpSpMk id="123" creationId="{A4B67088-E97D-26A5-DC3F-6826C848C72C}"/>
          </ac:grpSpMkLst>
        </pc:grpChg>
        <pc:grpChg chg="del mod">
          <ac:chgData name="Rodica Ioana Lung" userId="64ee56e8d7162e1e" providerId="LiveId" clId="{0F6830A5-18AB-4F1B-8BBB-DA235794CEC1}" dt="2026-01-12T16:38:44.806" v="175"/>
          <ac:grpSpMkLst>
            <pc:docMk/>
            <pc:sldMk cId="49161783" sldId="269"/>
            <ac:grpSpMk id="129" creationId="{2F5528B5-AED2-F9AF-CF88-B03E2860287E}"/>
          </ac:grpSpMkLst>
        </pc:grpChg>
        <pc:grpChg chg="del mod">
          <ac:chgData name="Rodica Ioana Lung" userId="64ee56e8d7162e1e" providerId="LiveId" clId="{0F6830A5-18AB-4F1B-8BBB-DA235794CEC1}" dt="2026-01-12T16:38:48.457" v="181"/>
          <ac:grpSpMkLst>
            <pc:docMk/>
            <pc:sldMk cId="49161783" sldId="269"/>
            <ac:grpSpMk id="135" creationId="{6FCB1C83-787C-CF5B-041C-3D12FBAA8124}"/>
          </ac:grpSpMkLst>
        </pc:grpChg>
        <pc:grpChg chg="del mod">
          <ac:chgData name="Rodica Ioana Lung" userId="64ee56e8d7162e1e" providerId="LiveId" clId="{0F6830A5-18AB-4F1B-8BBB-DA235794CEC1}" dt="2026-01-12T16:43:03.780" v="247"/>
          <ac:grpSpMkLst>
            <pc:docMk/>
            <pc:sldMk cId="49161783" sldId="269"/>
            <ac:grpSpMk id="141" creationId="{DC2ECB7F-BF90-BCF7-5E12-55C3168C2DDA}"/>
          </ac:grpSpMkLst>
        </pc:grpChg>
        <pc:grpChg chg="del mod">
          <ac:chgData name="Rodica Ioana Lung" userId="64ee56e8d7162e1e" providerId="LiveId" clId="{0F6830A5-18AB-4F1B-8BBB-DA235794CEC1}" dt="2026-01-12T16:39:00.725" v="188"/>
          <ac:grpSpMkLst>
            <pc:docMk/>
            <pc:sldMk cId="49161783" sldId="269"/>
            <ac:grpSpMk id="145" creationId="{08342674-B90E-1627-C192-92CFCEFCBF3B}"/>
          </ac:grpSpMkLst>
        </pc:grpChg>
        <pc:grpChg chg="del mod">
          <ac:chgData name="Rodica Ioana Lung" userId="64ee56e8d7162e1e" providerId="LiveId" clId="{0F6830A5-18AB-4F1B-8BBB-DA235794CEC1}" dt="2026-01-12T16:39:04.238" v="190"/>
          <ac:grpSpMkLst>
            <pc:docMk/>
            <pc:sldMk cId="49161783" sldId="269"/>
            <ac:grpSpMk id="148" creationId="{50B8A8B5-037C-E465-9B65-27935AE5108F}"/>
          </ac:grpSpMkLst>
        </pc:grpChg>
        <pc:grpChg chg="del mod">
          <ac:chgData name="Rodica Ioana Lung" userId="64ee56e8d7162e1e" providerId="LiveId" clId="{0F6830A5-18AB-4F1B-8BBB-DA235794CEC1}" dt="2026-01-12T16:40:15.485" v="216"/>
          <ac:grpSpMkLst>
            <pc:docMk/>
            <pc:sldMk cId="49161783" sldId="269"/>
            <ac:grpSpMk id="150" creationId="{A0B0B84E-FF0E-3099-D2AE-47817B425204}"/>
          </ac:grpSpMkLst>
        </pc:grpChg>
        <pc:grpChg chg="del mod">
          <ac:chgData name="Rodica Ioana Lung" userId="64ee56e8d7162e1e" providerId="LiveId" clId="{0F6830A5-18AB-4F1B-8BBB-DA235794CEC1}" dt="2026-01-12T16:39:13.436" v="197"/>
          <ac:grpSpMkLst>
            <pc:docMk/>
            <pc:sldMk cId="49161783" sldId="269"/>
            <ac:grpSpMk id="153" creationId="{E2F80F2C-9746-007E-62BE-598EC8A95056}"/>
          </ac:grpSpMkLst>
        </pc:grpChg>
        <pc:grpChg chg="del mod">
          <ac:chgData name="Rodica Ioana Lung" userId="64ee56e8d7162e1e" providerId="LiveId" clId="{0F6830A5-18AB-4F1B-8BBB-DA235794CEC1}" dt="2026-01-12T16:39:16.854" v="202"/>
          <ac:grpSpMkLst>
            <pc:docMk/>
            <pc:sldMk cId="49161783" sldId="269"/>
            <ac:grpSpMk id="157" creationId="{69EDF02B-19CC-6594-5F07-79A4C258A2F4}"/>
          </ac:grpSpMkLst>
        </pc:grpChg>
        <pc:grpChg chg="del mod">
          <ac:chgData name="Rodica Ioana Lung" userId="64ee56e8d7162e1e" providerId="LiveId" clId="{0F6830A5-18AB-4F1B-8BBB-DA235794CEC1}" dt="2026-01-12T16:39:18.615" v="204"/>
          <ac:grpSpMkLst>
            <pc:docMk/>
            <pc:sldMk cId="49161783" sldId="269"/>
            <ac:grpSpMk id="162" creationId="{36A5C4A1-64BF-8138-5838-B111089F7C87}"/>
          </ac:grpSpMkLst>
        </pc:grpChg>
        <pc:grpChg chg="mod">
          <ac:chgData name="Rodica Ioana Lung" userId="64ee56e8d7162e1e" providerId="LiveId" clId="{0F6830A5-18AB-4F1B-8BBB-DA235794CEC1}" dt="2026-01-12T16:39:18.615" v="204"/>
          <ac:grpSpMkLst>
            <pc:docMk/>
            <pc:sldMk cId="49161783" sldId="269"/>
            <ac:grpSpMk id="164" creationId="{586136F1-9589-D015-688A-1A7393D8AB69}"/>
          </ac:grpSpMkLst>
        </pc:grpChg>
        <pc:grpChg chg="del mod">
          <ac:chgData name="Rodica Ioana Lung" userId="64ee56e8d7162e1e" providerId="LiveId" clId="{0F6830A5-18AB-4F1B-8BBB-DA235794CEC1}" dt="2026-01-12T16:39:59.693" v="209"/>
          <ac:grpSpMkLst>
            <pc:docMk/>
            <pc:sldMk cId="49161783" sldId="269"/>
            <ac:grpSpMk id="167" creationId="{94581D84-A31A-7858-0F01-92B262A5EE25}"/>
          </ac:grpSpMkLst>
        </pc:grpChg>
        <pc:grpChg chg="mod">
          <ac:chgData name="Rodica Ioana Lung" userId="64ee56e8d7162e1e" providerId="LiveId" clId="{0F6830A5-18AB-4F1B-8BBB-DA235794CEC1}" dt="2026-01-12T16:39:59.693" v="209"/>
          <ac:grpSpMkLst>
            <pc:docMk/>
            <pc:sldMk cId="49161783" sldId="269"/>
            <ac:grpSpMk id="169" creationId="{EE8D6B2B-62CE-FF5A-0811-27DE1B5E7EB9}"/>
          </ac:grpSpMkLst>
        </pc:grpChg>
        <pc:grpChg chg="mod">
          <ac:chgData name="Rodica Ioana Lung" userId="64ee56e8d7162e1e" providerId="LiveId" clId="{0F6830A5-18AB-4F1B-8BBB-DA235794CEC1}" dt="2026-01-12T16:40:10.983" v="214"/>
          <ac:grpSpMkLst>
            <pc:docMk/>
            <pc:sldMk cId="49161783" sldId="269"/>
            <ac:grpSpMk id="174" creationId="{8B21D30F-02D0-8860-2226-50040723F192}"/>
          </ac:grpSpMkLst>
        </pc:grpChg>
        <pc:grpChg chg="mod">
          <ac:chgData name="Rodica Ioana Lung" userId="64ee56e8d7162e1e" providerId="LiveId" clId="{0F6830A5-18AB-4F1B-8BBB-DA235794CEC1}" dt="2026-01-12T16:40:15.485" v="216"/>
          <ac:grpSpMkLst>
            <pc:docMk/>
            <pc:sldMk cId="49161783" sldId="269"/>
            <ac:grpSpMk id="176" creationId="{33232363-3196-3C8F-976A-0836E1C12BC7}"/>
          </ac:grpSpMkLst>
        </pc:grpChg>
        <pc:grpChg chg="mod">
          <ac:chgData name="Rodica Ioana Lung" userId="64ee56e8d7162e1e" providerId="LiveId" clId="{0F6830A5-18AB-4F1B-8BBB-DA235794CEC1}" dt="2026-01-12T16:41:33.356" v="223"/>
          <ac:grpSpMkLst>
            <pc:docMk/>
            <pc:sldMk cId="49161783" sldId="269"/>
            <ac:grpSpMk id="179" creationId="{796E3AAE-D812-5B2E-B396-706B352C290C}"/>
          </ac:grpSpMkLst>
        </pc:grpChg>
        <pc:grpChg chg="mod">
          <ac:chgData name="Rodica Ioana Lung" userId="64ee56e8d7162e1e" providerId="LiveId" clId="{0F6830A5-18AB-4F1B-8BBB-DA235794CEC1}" dt="2026-01-12T16:43:03.780" v="247"/>
          <ac:grpSpMkLst>
            <pc:docMk/>
            <pc:sldMk cId="49161783" sldId="269"/>
            <ac:grpSpMk id="181" creationId="{1BD7CDA5-949F-5F53-7924-E0E29A4AF15F}"/>
          </ac:grpSpMkLst>
        </pc:grpChg>
        <pc:inkChg chg="add">
          <ac:chgData name="Rodica Ioana Lung" userId="64ee56e8d7162e1e" providerId="LiveId" clId="{0F6830A5-18AB-4F1B-8BBB-DA235794CEC1}" dt="2026-01-12T16:32:30.303" v="52" actId="9405"/>
          <ac:inkMkLst>
            <pc:docMk/>
            <pc:sldMk cId="49161783" sldId="269"/>
            <ac:inkMk id="4" creationId="{0BADC76D-502F-1931-7FEE-462F78C38312}"/>
          </ac:inkMkLst>
        </pc:inkChg>
        <pc:inkChg chg="add">
          <ac:chgData name="Rodica Ioana Lung" userId="64ee56e8d7162e1e" providerId="LiveId" clId="{0F6830A5-18AB-4F1B-8BBB-DA235794CEC1}" dt="2026-01-12T16:32:55.579" v="53" actId="9405"/>
          <ac:inkMkLst>
            <pc:docMk/>
            <pc:sldMk cId="49161783" sldId="269"/>
            <ac:inkMk id="9" creationId="{29A5408C-D629-37CC-E653-2D2E797548CF}"/>
          </ac:inkMkLst>
        </pc:inkChg>
        <pc:inkChg chg="add mod">
          <ac:chgData name="Rodica Ioana Lung" userId="64ee56e8d7162e1e" providerId="LiveId" clId="{0F6830A5-18AB-4F1B-8BBB-DA235794CEC1}" dt="2026-01-12T16:33:11.664" v="58"/>
          <ac:inkMkLst>
            <pc:docMk/>
            <pc:sldMk cId="49161783" sldId="269"/>
            <ac:inkMk id="10" creationId="{08CCA5C1-5F4A-1CDB-50FC-602B924BE9CD}"/>
          </ac:inkMkLst>
        </pc:inkChg>
        <pc:inkChg chg="add mod">
          <ac:chgData name="Rodica Ioana Lung" userId="64ee56e8d7162e1e" providerId="LiveId" clId="{0F6830A5-18AB-4F1B-8BBB-DA235794CEC1}" dt="2026-01-12T16:33:11.664" v="58"/>
          <ac:inkMkLst>
            <pc:docMk/>
            <pc:sldMk cId="49161783" sldId="269"/>
            <ac:inkMk id="11" creationId="{7EEDFAB6-FB2C-1D7A-AB52-F435C2B00906}"/>
          </ac:inkMkLst>
        </pc:inkChg>
        <pc:inkChg chg="add mod">
          <ac:chgData name="Rodica Ioana Lung" userId="64ee56e8d7162e1e" providerId="LiveId" clId="{0F6830A5-18AB-4F1B-8BBB-DA235794CEC1}" dt="2026-01-12T16:33:11.664" v="58"/>
          <ac:inkMkLst>
            <pc:docMk/>
            <pc:sldMk cId="49161783" sldId="269"/>
            <ac:inkMk id="12" creationId="{80989465-12BE-62FB-0150-8B304DFF93A9}"/>
          </ac:inkMkLst>
        </pc:inkChg>
        <pc:inkChg chg="add mod">
          <ac:chgData name="Rodica Ioana Lung" userId="64ee56e8d7162e1e" providerId="LiveId" clId="{0F6830A5-18AB-4F1B-8BBB-DA235794CEC1}" dt="2026-01-12T16:33:11.664" v="58"/>
          <ac:inkMkLst>
            <pc:docMk/>
            <pc:sldMk cId="49161783" sldId="269"/>
            <ac:inkMk id="13" creationId="{8218F1E8-F7A7-3E2A-8C18-EEFC185722D0}"/>
          </ac:inkMkLst>
        </pc:inkChg>
        <pc:inkChg chg="add mod">
          <ac:chgData name="Rodica Ioana Lung" userId="64ee56e8d7162e1e" providerId="LiveId" clId="{0F6830A5-18AB-4F1B-8BBB-DA235794CEC1}" dt="2026-01-12T16:33:16.265" v="66"/>
          <ac:inkMkLst>
            <pc:docMk/>
            <pc:sldMk cId="49161783" sldId="269"/>
            <ac:inkMk id="15" creationId="{055521C9-5F74-9502-211E-3CF62D704087}"/>
          </ac:inkMkLst>
        </pc:inkChg>
        <pc:inkChg chg="add mod">
          <ac:chgData name="Rodica Ioana Lung" userId="64ee56e8d7162e1e" providerId="LiveId" clId="{0F6830A5-18AB-4F1B-8BBB-DA235794CEC1}" dt="2026-01-12T16:33:16.265" v="66"/>
          <ac:inkMkLst>
            <pc:docMk/>
            <pc:sldMk cId="49161783" sldId="269"/>
            <ac:inkMk id="16" creationId="{51627106-F535-68F0-34EB-6FF6E95C28E9}"/>
          </ac:inkMkLst>
        </pc:inkChg>
        <pc:inkChg chg="add mod">
          <ac:chgData name="Rodica Ioana Lung" userId="64ee56e8d7162e1e" providerId="LiveId" clId="{0F6830A5-18AB-4F1B-8BBB-DA235794CEC1}" dt="2026-01-12T16:33:16.265" v="66"/>
          <ac:inkMkLst>
            <pc:docMk/>
            <pc:sldMk cId="49161783" sldId="269"/>
            <ac:inkMk id="18" creationId="{8811D364-C174-292A-7CEC-CCDB2012CBBE}"/>
          </ac:inkMkLst>
        </pc:inkChg>
        <pc:inkChg chg="add mod">
          <ac:chgData name="Rodica Ioana Lung" userId="64ee56e8d7162e1e" providerId="LiveId" clId="{0F6830A5-18AB-4F1B-8BBB-DA235794CEC1}" dt="2026-01-12T16:33:16.265" v="66"/>
          <ac:inkMkLst>
            <pc:docMk/>
            <pc:sldMk cId="49161783" sldId="269"/>
            <ac:inkMk id="19" creationId="{1871F75A-011A-C859-B369-044388E2F6C6}"/>
          </ac:inkMkLst>
        </pc:inkChg>
        <pc:inkChg chg="add mod">
          <ac:chgData name="Rodica Ioana Lung" userId="64ee56e8d7162e1e" providerId="LiveId" clId="{0F6830A5-18AB-4F1B-8BBB-DA235794CEC1}" dt="2026-01-12T16:33:16.265" v="66"/>
          <ac:inkMkLst>
            <pc:docMk/>
            <pc:sldMk cId="49161783" sldId="269"/>
            <ac:inkMk id="20" creationId="{06365B7A-EBAE-87FF-5430-E055E5EAA3FC}"/>
          </ac:inkMkLst>
        </pc:inkChg>
        <pc:inkChg chg="add mod">
          <ac:chgData name="Rodica Ioana Lung" userId="64ee56e8d7162e1e" providerId="LiveId" clId="{0F6830A5-18AB-4F1B-8BBB-DA235794CEC1}" dt="2026-01-12T16:33:16.265" v="66"/>
          <ac:inkMkLst>
            <pc:docMk/>
            <pc:sldMk cId="49161783" sldId="269"/>
            <ac:inkMk id="21" creationId="{16257368-8796-C0A7-776C-F95006088E56}"/>
          </ac:inkMkLst>
        </pc:inkChg>
        <pc:inkChg chg="add">
          <ac:chgData name="Rodica Ioana Lung" userId="64ee56e8d7162e1e" providerId="LiveId" clId="{0F6830A5-18AB-4F1B-8BBB-DA235794CEC1}" dt="2026-01-12T16:33:22.741" v="67" actId="9405"/>
          <ac:inkMkLst>
            <pc:docMk/>
            <pc:sldMk cId="49161783" sldId="269"/>
            <ac:inkMk id="24" creationId="{61BD9AF1-D1C4-F99C-DB4E-F30412BC71E3}"/>
          </ac:inkMkLst>
        </pc:inkChg>
        <pc:inkChg chg="add">
          <ac:chgData name="Rodica Ioana Lung" userId="64ee56e8d7162e1e" providerId="LiveId" clId="{0F6830A5-18AB-4F1B-8BBB-DA235794CEC1}" dt="2026-01-12T16:33:32.717" v="68" actId="9405"/>
          <ac:inkMkLst>
            <pc:docMk/>
            <pc:sldMk cId="49161783" sldId="269"/>
            <ac:inkMk id="25" creationId="{EFEFF995-ED02-514A-AA51-44A8AA473EF8}"/>
          </ac:inkMkLst>
        </pc:inkChg>
        <pc:inkChg chg="add mod">
          <ac:chgData name="Rodica Ioana Lung" userId="64ee56e8d7162e1e" providerId="LiveId" clId="{0F6830A5-18AB-4F1B-8BBB-DA235794CEC1}" dt="2026-01-12T16:35:53.506" v="103"/>
          <ac:inkMkLst>
            <pc:docMk/>
            <pc:sldMk cId="49161783" sldId="269"/>
            <ac:inkMk id="26" creationId="{2A72D75A-15A3-3222-8EB9-F2FD891C6F81}"/>
          </ac:inkMkLst>
        </pc:inkChg>
        <pc:inkChg chg="add mod">
          <ac:chgData name="Rodica Ioana Lung" userId="64ee56e8d7162e1e" providerId="LiveId" clId="{0F6830A5-18AB-4F1B-8BBB-DA235794CEC1}" dt="2026-01-12T16:35:53.506" v="103"/>
          <ac:inkMkLst>
            <pc:docMk/>
            <pc:sldMk cId="49161783" sldId="269"/>
            <ac:inkMk id="27" creationId="{F9291B6F-D99E-783F-397B-107EAFA7232F}"/>
          </ac:inkMkLst>
        </pc:inkChg>
        <pc:inkChg chg="add mod">
          <ac:chgData name="Rodica Ioana Lung" userId="64ee56e8d7162e1e" providerId="LiveId" clId="{0F6830A5-18AB-4F1B-8BBB-DA235794CEC1}" dt="2026-01-12T16:35:53.506" v="103"/>
          <ac:inkMkLst>
            <pc:docMk/>
            <pc:sldMk cId="49161783" sldId="269"/>
            <ac:inkMk id="28" creationId="{00AFCC8A-781E-622F-7BEA-AF04ED22F68E}"/>
          </ac:inkMkLst>
        </pc:inkChg>
        <pc:inkChg chg="add mod">
          <ac:chgData name="Rodica Ioana Lung" userId="64ee56e8d7162e1e" providerId="LiveId" clId="{0F6830A5-18AB-4F1B-8BBB-DA235794CEC1}" dt="2026-01-12T16:33:53.113" v="75"/>
          <ac:inkMkLst>
            <pc:docMk/>
            <pc:sldMk cId="49161783" sldId="269"/>
            <ac:inkMk id="30" creationId="{6B284F20-F42E-B994-FAC0-903DC230168A}"/>
          </ac:inkMkLst>
        </pc:inkChg>
        <pc:inkChg chg="add mod">
          <ac:chgData name="Rodica Ioana Lung" userId="64ee56e8d7162e1e" providerId="LiveId" clId="{0F6830A5-18AB-4F1B-8BBB-DA235794CEC1}" dt="2026-01-12T16:33:53.113" v="75"/>
          <ac:inkMkLst>
            <pc:docMk/>
            <pc:sldMk cId="49161783" sldId="269"/>
            <ac:inkMk id="31" creationId="{65D83FA0-F579-AD72-B397-365793A1BA61}"/>
          </ac:inkMkLst>
        </pc:inkChg>
        <pc:inkChg chg="add mod">
          <ac:chgData name="Rodica Ioana Lung" userId="64ee56e8d7162e1e" providerId="LiveId" clId="{0F6830A5-18AB-4F1B-8BBB-DA235794CEC1}" dt="2026-01-12T16:34:05.658" v="78"/>
          <ac:inkMkLst>
            <pc:docMk/>
            <pc:sldMk cId="49161783" sldId="269"/>
            <ac:inkMk id="33" creationId="{4A76CF9B-D7F6-2263-D714-D2FDB0B51DF8}"/>
          </ac:inkMkLst>
        </pc:inkChg>
        <pc:inkChg chg="add mod">
          <ac:chgData name="Rodica Ioana Lung" userId="64ee56e8d7162e1e" providerId="LiveId" clId="{0F6830A5-18AB-4F1B-8BBB-DA235794CEC1}" dt="2026-01-12T16:34:05.658" v="78"/>
          <ac:inkMkLst>
            <pc:docMk/>
            <pc:sldMk cId="49161783" sldId="269"/>
            <ac:inkMk id="34" creationId="{AF3629FD-746D-A242-D61A-56FC462139C8}"/>
          </ac:inkMkLst>
        </pc:inkChg>
        <pc:inkChg chg="add mod">
          <ac:chgData name="Rodica Ioana Lung" userId="64ee56e8d7162e1e" providerId="LiveId" clId="{0F6830A5-18AB-4F1B-8BBB-DA235794CEC1}" dt="2026-01-12T16:34:39.561" v="99"/>
          <ac:inkMkLst>
            <pc:docMk/>
            <pc:sldMk cId="49161783" sldId="269"/>
            <ac:inkMk id="36" creationId="{D698441D-8510-364C-40CD-D3F4BDC25AA3}"/>
          </ac:inkMkLst>
        </pc:inkChg>
        <pc:inkChg chg="add mod">
          <ac:chgData name="Rodica Ioana Lung" userId="64ee56e8d7162e1e" providerId="LiveId" clId="{0F6830A5-18AB-4F1B-8BBB-DA235794CEC1}" dt="2026-01-12T16:34:25.486" v="91"/>
          <ac:inkMkLst>
            <pc:docMk/>
            <pc:sldMk cId="49161783" sldId="269"/>
            <ac:inkMk id="37" creationId="{BA5FA512-52CC-A06A-9D7D-41454111EB13}"/>
          </ac:inkMkLst>
        </pc:inkChg>
        <pc:inkChg chg="add mod">
          <ac:chgData name="Rodica Ioana Lung" userId="64ee56e8d7162e1e" providerId="LiveId" clId="{0F6830A5-18AB-4F1B-8BBB-DA235794CEC1}" dt="2026-01-12T16:35:53.506" v="103"/>
          <ac:inkMkLst>
            <pc:docMk/>
            <pc:sldMk cId="49161783" sldId="269"/>
            <ac:inkMk id="38" creationId="{FB8E80F8-6439-61DD-8094-0F868504CDBB}"/>
          </ac:inkMkLst>
        </pc:inkChg>
        <pc:inkChg chg="add mod">
          <ac:chgData name="Rodica Ioana Lung" userId="64ee56e8d7162e1e" providerId="LiveId" clId="{0F6830A5-18AB-4F1B-8BBB-DA235794CEC1}" dt="2026-01-12T16:34:23.945" v="88"/>
          <ac:inkMkLst>
            <pc:docMk/>
            <pc:sldMk cId="49161783" sldId="269"/>
            <ac:inkMk id="39" creationId="{8E796AED-95F1-0CEC-29F6-6D4731C5386D}"/>
          </ac:inkMkLst>
        </pc:inkChg>
        <pc:inkChg chg="add mod">
          <ac:chgData name="Rodica Ioana Lung" userId="64ee56e8d7162e1e" providerId="LiveId" clId="{0F6830A5-18AB-4F1B-8BBB-DA235794CEC1}" dt="2026-01-12T16:35:53.506" v="103"/>
          <ac:inkMkLst>
            <pc:docMk/>
            <pc:sldMk cId="49161783" sldId="269"/>
            <ac:inkMk id="40" creationId="{73F66954-D3DD-F997-CFE8-40D5CCF8628E}"/>
          </ac:inkMkLst>
        </pc:inkChg>
        <pc:inkChg chg="add mod">
          <ac:chgData name="Rodica Ioana Lung" userId="64ee56e8d7162e1e" providerId="LiveId" clId="{0F6830A5-18AB-4F1B-8BBB-DA235794CEC1}" dt="2026-01-12T16:35:27.941" v="101"/>
          <ac:inkMkLst>
            <pc:docMk/>
            <pc:sldMk cId="49161783" sldId="269"/>
            <ac:inkMk id="42" creationId="{26CFD8A0-7ADA-B1EA-7EAD-EA5AEA2D70F1}"/>
          </ac:inkMkLst>
        </pc:inkChg>
        <pc:inkChg chg="add mod">
          <ac:chgData name="Rodica Ioana Lung" userId="64ee56e8d7162e1e" providerId="LiveId" clId="{0F6830A5-18AB-4F1B-8BBB-DA235794CEC1}" dt="2026-01-12T16:34:39.561" v="99"/>
          <ac:inkMkLst>
            <pc:docMk/>
            <pc:sldMk cId="49161783" sldId="269"/>
            <ac:inkMk id="43" creationId="{3F164F78-2559-6852-297B-D70EC5678305}"/>
          </ac:inkMkLst>
        </pc:inkChg>
        <pc:inkChg chg="add mod">
          <ac:chgData name="Rodica Ioana Lung" userId="64ee56e8d7162e1e" providerId="LiveId" clId="{0F6830A5-18AB-4F1B-8BBB-DA235794CEC1}" dt="2026-01-12T16:34:25.486" v="91"/>
          <ac:inkMkLst>
            <pc:docMk/>
            <pc:sldMk cId="49161783" sldId="269"/>
            <ac:inkMk id="44" creationId="{B04D4AD2-8BA1-7BD9-E193-7D3A0564E153}"/>
          </ac:inkMkLst>
        </pc:inkChg>
        <pc:inkChg chg="add">
          <ac:chgData name="Rodica Ioana Lung" userId="64ee56e8d7162e1e" providerId="LiveId" clId="{0F6830A5-18AB-4F1B-8BBB-DA235794CEC1}" dt="2026-01-12T16:34:24.510" v="89" actId="9405"/>
          <ac:inkMkLst>
            <pc:docMk/>
            <pc:sldMk cId="49161783" sldId="269"/>
            <ac:inkMk id="46" creationId="{F69D34F0-548F-B51B-C1EE-BEB33D6DCE95}"/>
          </ac:inkMkLst>
        </pc:inkChg>
        <pc:inkChg chg="add">
          <ac:chgData name="Rodica Ioana Lung" userId="64ee56e8d7162e1e" providerId="LiveId" clId="{0F6830A5-18AB-4F1B-8BBB-DA235794CEC1}" dt="2026-01-12T16:34:24.854" v="90" actId="9405"/>
          <ac:inkMkLst>
            <pc:docMk/>
            <pc:sldMk cId="49161783" sldId="269"/>
            <ac:inkMk id="47" creationId="{2F7D48D1-BA3F-29C8-9C32-4E4FBD4B87CC}"/>
          </ac:inkMkLst>
        </pc:inkChg>
        <pc:inkChg chg="add mod">
          <ac:chgData name="Rodica Ioana Lung" userId="64ee56e8d7162e1e" providerId="LiveId" clId="{0F6830A5-18AB-4F1B-8BBB-DA235794CEC1}" dt="2026-01-12T16:35:53.506" v="103"/>
          <ac:inkMkLst>
            <pc:docMk/>
            <pc:sldMk cId="49161783" sldId="269"/>
            <ac:inkMk id="49" creationId="{FB0F3DBF-A843-D952-CF75-A9DEBF5AC81C}"/>
          </ac:inkMkLst>
        </pc:inkChg>
        <pc:inkChg chg="add mod">
          <ac:chgData name="Rodica Ioana Lung" userId="64ee56e8d7162e1e" providerId="LiveId" clId="{0F6830A5-18AB-4F1B-8BBB-DA235794CEC1}" dt="2026-01-12T16:34:39.561" v="99"/>
          <ac:inkMkLst>
            <pc:docMk/>
            <pc:sldMk cId="49161783" sldId="269"/>
            <ac:inkMk id="50" creationId="{04C6EBDB-C928-2991-0AF1-F0DE77CC7D80}"/>
          </ac:inkMkLst>
        </pc:inkChg>
        <pc:inkChg chg="add mod">
          <ac:chgData name="Rodica Ioana Lung" userId="64ee56e8d7162e1e" providerId="LiveId" clId="{0F6830A5-18AB-4F1B-8BBB-DA235794CEC1}" dt="2026-01-12T16:34:39.561" v="99"/>
          <ac:inkMkLst>
            <pc:docMk/>
            <pc:sldMk cId="49161783" sldId="269"/>
            <ac:inkMk id="51" creationId="{11CB015E-A5D2-837B-E31D-3443ED4D3618}"/>
          </ac:inkMkLst>
        </pc:inkChg>
        <pc:inkChg chg="add mod">
          <ac:chgData name="Rodica Ioana Lung" userId="64ee56e8d7162e1e" providerId="LiveId" clId="{0F6830A5-18AB-4F1B-8BBB-DA235794CEC1}" dt="2026-01-12T16:35:53.506" v="103"/>
          <ac:inkMkLst>
            <pc:docMk/>
            <pc:sldMk cId="49161783" sldId="269"/>
            <ac:inkMk id="53" creationId="{90968803-80F5-8AB1-846A-D999EE430CE6}"/>
          </ac:inkMkLst>
        </pc:inkChg>
        <pc:inkChg chg="add">
          <ac:chgData name="Rodica Ioana Lung" userId="64ee56e8d7162e1e" providerId="LiveId" clId="{0F6830A5-18AB-4F1B-8BBB-DA235794CEC1}" dt="2026-01-12T16:34:38.461" v="97" actId="9405"/>
          <ac:inkMkLst>
            <pc:docMk/>
            <pc:sldMk cId="49161783" sldId="269"/>
            <ac:inkMk id="54" creationId="{093C4BE8-1C45-BA56-4702-09CD82F8A2A6}"/>
          </ac:inkMkLst>
        </pc:inkChg>
        <pc:inkChg chg="add">
          <ac:chgData name="Rodica Ioana Lung" userId="64ee56e8d7162e1e" providerId="LiveId" clId="{0F6830A5-18AB-4F1B-8BBB-DA235794CEC1}" dt="2026-01-12T16:34:38.569" v="98" actId="9405"/>
          <ac:inkMkLst>
            <pc:docMk/>
            <pc:sldMk cId="49161783" sldId="269"/>
            <ac:inkMk id="55" creationId="{CCF941A2-9BF4-EBCC-5814-11911CE6DA9A}"/>
          </ac:inkMkLst>
        </pc:inkChg>
        <pc:inkChg chg="add">
          <ac:chgData name="Rodica Ioana Lung" userId="64ee56e8d7162e1e" providerId="LiveId" clId="{0F6830A5-18AB-4F1B-8BBB-DA235794CEC1}" dt="2026-01-12T16:35:26.973" v="100" actId="9405"/>
          <ac:inkMkLst>
            <pc:docMk/>
            <pc:sldMk cId="49161783" sldId="269"/>
            <ac:inkMk id="57" creationId="{A506D7C3-D3E6-97F3-15D9-13F7EAE800A9}"/>
          </ac:inkMkLst>
        </pc:inkChg>
        <pc:inkChg chg="add mod">
          <ac:chgData name="Rodica Ioana Lung" userId="64ee56e8d7162e1e" providerId="LiveId" clId="{0F6830A5-18AB-4F1B-8BBB-DA235794CEC1}" dt="2026-01-12T16:35:53.506" v="103"/>
          <ac:inkMkLst>
            <pc:docMk/>
            <pc:sldMk cId="49161783" sldId="269"/>
            <ac:inkMk id="59" creationId="{0ADA2C23-0034-F1F3-98E2-EFC4F0CE649F}"/>
          </ac:inkMkLst>
        </pc:inkChg>
        <pc:inkChg chg="add">
          <ac:chgData name="Rodica Ioana Lung" userId="64ee56e8d7162e1e" providerId="LiveId" clId="{0F6830A5-18AB-4F1B-8BBB-DA235794CEC1}" dt="2026-01-12T16:36:02.593" v="104" actId="9405"/>
          <ac:inkMkLst>
            <pc:docMk/>
            <pc:sldMk cId="49161783" sldId="269"/>
            <ac:inkMk id="61" creationId="{96961E35-8ADB-E72E-408F-0C4822E555E7}"/>
          </ac:inkMkLst>
        </pc:inkChg>
        <pc:inkChg chg="add">
          <ac:chgData name="Rodica Ioana Lung" userId="64ee56e8d7162e1e" providerId="LiveId" clId="{0F6830A5-18AB-4F1B-8BBB-DA235794CEC1}" dt="2026-01-12T16:36:11.706" v="105" actId="9405"/>
          <ac:inkMkLst>
            <pc:docMk/>
            <pc:sldMk cId="49161783" sldId="269"/>
            <ac:inkMk id="62" creationId="{7048FDD1-E5DD-91A6-52B1-DEC3D7CD580C}"/>
          </ac:inkMkLst>
        </pc:inkChg>
        <pc:inkChg chg="add mod">
          <ac:chgData name="Rodica Ioana Lung" userId="64ee56e8d7162e1e" providerId="LiveId" clId="{0F6830A5-18AB-4F1B-8BBB-DA235794CEC1}" dt="2026-01-12T16:36:20.145" v="109"/>
          <ac:inkMkLst>
            <pc:docMk/>
            <pc:sldMk cId="49161783" sldId="269"/>
            <ac:inkMk id="63" creationId="{B26F3311-57CE-0A59-5043-650F634062AF}"/>
          </ac:inkMkLst>
        </pc:inkChg>
        <pc:inkChg chg="add mod">
          <ac:chgData name="Rodica Ioana Lung" userId="64ee56e8d7162e1e" providerId="LiveId" clId="{0F6830A5-18AB-4F1B-8BBB-DA235794CEC1}" dt="2026-01-12T16:36:20.145" v="109"/>
          <ac:inkMkLst>
            <pc:docMk/>
            <pc:sldMk cId="49161783" sldId="269"/>
            <ac:inkMk id="64" creationId="{E410EC20-73DF-9E7D-1586-8A71D1E3EC11}"/>
          </ac:inkMkLst>
        </pc:inkChg>
        <pc:inkChg chg="add">
          <ac:chgData name="Rodica Ioana Lung" userId="64ee56e8d7162e1e" providerId="LiveId" clId="{0F6830A5-18AB-4F1B-8BBB-DA235794CEC1}" dt="2026-01-12T16:36:19.602" v="108" actId="9405"/>
          <ac:inkMkLst>
            <pc:docMk/>
            <pc:sldMk cId="49161783" sldId="269"/>
            <ac:inkMk id="65" creationId="{D98F168D-112C-6030-C0D4-FC752503FD98}"/>
          </ac:inkMkLst>
        </pc:inkChg>
        <pc:inkChg chg="add mod">
          <ac:chgData name="Rodica Ioana Lung" userId="64ee56e8d7162e1e" providerId="LiveId" clId="{0F6830A5-18AB-4F1B-8BBB-DA235794CEC1}" dt="2026-01-12T16:36:28.279" v="120"/>
          <ac:inkMkLst>
            <pc:docMk/>
            <pc:sldMk cId="49161783" sldId="269"/>
            <ac:inkMk id="67" creationId="{CF41FE9D-9476-9C77-AF3C-24A7C1BCA5F8}"/>
          </ac:inkMkLst>
        </pc:inkChg>
        <pc:inkChg chg="add">
          <ac:chgData name="Rodica Ioana Lung" userId="64ee56e8d7162e1e" providerId="LiveId" clId="{0F6830A5-18AB-4F1B-8BBB-DA235794CEC1}" dt="2026-01-12T16:36:24.887" v="111" actId="9405"/>
          <ac:inkMkLst>
            <pc:docMk/>
            <pc:sldMk cId="49161783" sldId="269"/>
            <ac:inkMk id="68" creationId="{5A7A61C5-551A-1E81-B30A-5D4F0E0A08B5}"/>
          </ac:inkMkLst>
        </pc:inkChg>
        <pc:inkChg chg="add mod">
          <ac:chgData name="Rodica Ioana Lung" userId="64ee56e8d7162e1e" providerId="LiveId" clId="{0F6830A5-18AB-4F1B-8BBB-DA235794CEC1}" dt="2026-01-12T16:36:28.279" v="120"/>
          <ac:inkMkLst>
            <pc:docMk/>
            <pc:sldMk cId="49161783" sldId="269"/>
            <ac:inkMk id="69" creationId="{E7601695-16C0-ADA0-6F59-4A18F602D984}"/>
          </ac:inkMkLst>
        </pc:inkChg>
        <pc:inkChg chg="add">
          <ac:chgData name="Rodica Ioana Lung" userId="64ee56e8d7162e1e" providerId="LiveId" clId="{0F6830A5-18AB-4F1B-8BBB-DA235794CEC1}" dt="2026-01-12T16:36:25.376" v="113" actId="9405"/>
          <ac:inkMkLst>
            <pc:docMk/>
            <pc:sldMk cId="49161783" sldId="269"/>
            <ac:inkMk id="70" creationId="{9174CE48-0096-14D5-7EA9-9A9F7E71C6CD}"/>
          </ac:inkMkLst>
        </pc:inkChg>
        <pc:inkChg chg="add mod">
          <ac:chgData name="Rodica Ioana Lung" userId="64ee56e8d7162e1e" providerId="LiveId" clId="{0F6830A5-18AB-4F1B-8BBB-DA235794CEC1}" dt="2026-01-12T16:36:28.279" v="120"/>
          <ac:inkMkLst>
            <pc:docMk/>
            <pc:sldMk cId="49161783" sldId="269"/>
            <ac:inkMk id="71" creationId="{5A10F2E0-1F09-B98E-AFF4-D94CFB896F50}"/>
          </ac:inkMkLst>
        </pc:inkChg>
        <pc:inkChg chg="add mod">
          <ac:chgData name="Rodica Ioana Lung" userId="64ee56e8d7162e1e" providerId="LiveId" clId="{0F6830A5-18AB-4F1B-8BBB-DA235794CEC1}" dt="2026-01-12T16:36:28.279" v="120"/>
          <ac:inkMkLst>
            <pc:docMk/>
            <pc:sldMk cId="49161783" sldId="269"/>
            <ac:inkMk id="72" creationId="{B5BC1F42-CF8A-8005-247E-2FD6A9992EC4}"/>
          </ac:inkMkLst>
        </pc:inkChg>
        <pc:inkChg chg="add mod">
          <ac:chgData name="Rodica Ioana Lung" userId="64ee56e8d7162e1e" providerId="LiveId" clId="{0F6830A5-18AB-4F1B-8BBB-DA235794CEC1}" dt="2026-01-12T16:36:28.279" v="120"/>
          <ac:inkMkLst>
            <pc:docMk/>
            <pc:sldMk cId="49161783" sldId="269"/>
            <ac:inkMk id="73" creationId="{33A07294-6F62-9507-07AE-D1DC10C19E22}"/>
          </ac:inkMkLst>
        </pc:inkChg>
        <pc:inkChg chg="add mod">
          <ac:chgData name="Rodica Ioana Lung" userId="64ee56e8d7162e1e" providerId="LiveId" clId="{0F6830A5-18AB-4F1B-8BBB-DA235794CEC1}" dt="2026-01-12T16:36:28.279" v="120"/>
          <ac:inkMkLst>
            <pc:docMk/>
            <pc:sldMk cId="49161783" sldId="269"/>
            <ac:inkMk id="74" creationId="{60A79ADC-C7D8-3B1A-3653-3766DF4BDA99}"/>
          </ac:inkMkLst>
        </pc:inkChg>
        <pc:inkChg chg="add mod">
          <ac:chgData name="Rodica Ioana Lung" userId="64ee56e8d7162e1e" providerId="LiveId" clId="{0F6830A5-18AB-4F1B-8BBB-DA235794CEC1}" dt="2026-01-12T16:36:28.279" v="120"/>
          <ac:inkMkLst>
            <pc:docMk/>
            <pc:sldMk cId="49161783" sldId="269"/>
            <ac:inkMk id="75" creationId="{C7FCA10C-F748-1B48-01D1-1996E3B0DA88}"/>
          </ac:inkMkLst>
        </pc:inkChg>
        <pc:inkChg chg="add">
          <ac:chgData name="Rodica Ioana Lung" userId="64ee56e8d7162e1e" providerId="LiveId" clId="{0F6830A5-18AB-4F1B-8BBB-DA235794CEC1}" dt="2026-01-12T16:36:27.369" v="119" actId="9405"/>
          <ac:inkMkLst>
            <pc:docMk/>
            <pc:sldMk cId="49161783" sldId="269"/>
            <ac:inkMk id="76" creationId="{A99174D1-6430-4E17-1A43-53BACBDB62D4}"/>
          </ac:inkMkLst>
        </pc:inkChg>
        <pc:inkChg chg="add">
          <ac:chgData name="Rodica Ioana Lung" userId="64ee56e8d7162e1e" providerId="LiveId" clId="{0F6830A5-18AB-4F1B-8BBB-DA235794CEC1}" dt="2026-01-12T16:36:32.282" v="121" actId="9405"/>
          <ac:inkMkLst>
            <pc:docMk/>
            <pc:sldMk cId="49161783" sldId="269"/>
            <ac:inkMk id="80" creationId="{5A4CE0C0-324C-AFA6-9E96-BD03AD6C7DC9}"/>
          </ac:inkMkLst>
        </pc:inkChg>
        <pc:inkChg chg="add mod">
          <ac:chgData name="Rodica Ioana Lung" userId="64ee56e8d7162e1e" providerId="LiveId" clId="{0F6830A5-18AB-4F1B-8BBB-DA235794CEC1}" dt="2026-01-12T16:36:47.450" v="124"/>
          <ac:inkMkLst>
            <pc:docMk/>
            <pc:sldMk cId="49161783" sldId="269"/>
            <ac:inkMk id="81" creationId="{376D1B63-094D-05F9-AA86-8AE888D470C2}"/>
          </ac:inkMkLst>
        </pc:inkChg>
        <pc:inkChg chg="add mod">
          <ac:chgData name="Rodica Ioana Lung" userId="64ee56e8d7162e1e" providerId="LiveId" clId="{0F6830A5-18AB-4F1B-8BBB-DA235794CEC1}" dt="2026-01-12T16:36:47.450" v="124"/>
          <ac:inkMkLst>
            <pc:docMk/>
            <pc:sldMk cId="49161783" sldId="269"/>
            <ac:inkMk id="82" creationId="{53768D10-1E25-4B56-597E-1700D8251BC7}"/>
          </ac:inkMkLst>
        </pc:inkChg>
        <pc:inkChg chg="add mod">
          <ac:chgData name="Rodica Ioana Lung" userId="64ee56e8d7162e1e" providerId="LiveId" clId="{0F6830A5-18AB-4F1B-8BBB-DA235794CEC1}" dt="2026-01-12T16:36:52.251" v="131"/>
          <ac:inkMkLst>
            <pc:docMk/>
            <pc:sldMk cId="49161783" sldId="269"/>
            <ac:inkMk id="84" creationId="{0F34BBF0-B416-0266-B323-9EE29FD62085}"/>
          </ac:inkMkLst>
        </pc:inkChg>
        <pc:inkChg chg="add mod">
          <ac:chgData name="Rodica Ioana Lung" userId="64ee56e8d7162e1e" providerId="LiveId" clId="{0F6830A5-18AB-4F1B-8BBB-DA235794CEC1}" dt="2026-01-12T16:36:52.251" v="131"/>
          <ac:inkMkLst>
            <pc:docMk/>
            <pc:sldMk cId="49161783" sldId="269"/>
            <ac:inkMk id="85" creationId="{E67BFABC-5AC3-1307-342A-0E024E88B9B7}"/>
          </ac:inkMkLst>
        </pc:inkChg>
        <pc:inkChg chg="add mod">
          <ac:chgData name="Rodica Ioana Lung" userId="64ee56e8d7162e1e" providerId="LiveId" clId="{0F6830A5-18AB-4F1B-8BBB-DA235794CEC1}" dt="2026-01-12T16:36:52.251" v="131"/>
          <ac:inkMkLst>
            <pc:docMk/>
            <pc:sldMk cId="49161783" sldId="269"/>
            <ac:inkMk id="86" creationId="{B47CF25E-BDAD-9936-A1BA-1E1EE2BA5E8B}"/>
          </ac:inkMkLst>
        </pc:inkChg>
        <pc:inkChg chg="add mod">
          <ac:chgData name="Rodica Ioana Lung" userId="64ee56e8d7162e1e" providerId="LiveId" clId="{0F6830A5-18AB-4F1B-8BBB-DA235794CEC1}" dt="2026-01-12T16:36:52.251" v="131"/>
          <ac:inkMkLst>
            <pc:docMk/>
            <pc:sldMk cId="49161783" sldId="269"/>
            <ac:inkMk id="87" creationId="{A15676B6-15BC-2A1B-ECEB-1D72C28DDC49}"/>
          </ac:inkMkLst>
        </pc:inkChg>
        <pc:inkChg chg="add mod">
          <ac:chgData name="Rodica Ioana Lung" userId="64ee56e8d7162e1e" providerId="LiveId" clId="{0F6830A5-18AB-4F1B-8BBB-DA235794CEC1}" dt="2026-01-12T16:36:52.251" v="131"/>
          <ac:inkMkLst>
            <pc:docMk/>
            <pc:sldMk cId="49161783" sldId="269"/>
            <ac:inkMk id="90" creationId="{1F47FC2B-8712-666E-ACA8-88F689773CA2}"/>
          </ac:inkMkLst>
        </pc:inkChg>
        <pc:inkChg chg="add mod">
          <ac:chgData name="Rodica Ioana Lung" userId="64ee56e8d7162e1e" providerId="LiveId" clId="{0F6830A5-18AB-4F1B-8BBB-DA235794CEC1}" dt="2026-01-12T16:36:58.111" v="135"/>
          <ac:inkMkLst>
            <pc:docMk/>
            <pc:sldMk cId="49161783" sldId="269"/>
            <ac:inkMk id="92" creationId="{AE761A02-366C-3EDB-C986-458E80841601}"/>
          </ac:inkMkLst>
        </pc:inkChg>
        <pc:inkChg chg="add mod">
          <ac:chgData name="Rodica Ioana Lung" userId="64ee56e8d7162e1e" providerId="LiveId" clId="{0F6830A5-18AB-4F1B-8BBB-DA235794CEC1}" dt="2026-01-12T16:36:58.111" v="135"/>
          <ac:inkMkLst>
            <pc:docMk/>
            <pc:sldMk cId="49161783" sldId="269"/>
            <ac:inkMk id="93" creationId="{1AA91488-B20C-E2DD-3102-83C259D110A0}"/>
          </ac:inkMkLst>
        </pc:inkChg>
        <pc:inkChg chg="add mod">
          <ac:chgData name="Rodica Ioana Lung" userId="64ee56e8d7162e1e" providerId="LiveId" clId="{0F6830A5-18AB-4F1B-8BBB-DA235794CEC1}" dt="2026-01-12T16:36:58.111" v="135"/>
          <ac:inkMkLst>
            <pc:docMk/>
            <pc:sldMk cId="49161783" sldId="269"/>
            <ac:inkMk id="94" creationId="{CB34156F-CAB5-AF80-C181-BA0061D2BCE2}"/>
          </ac:inkMkLst>
        </pc:inkChg>
        <pc:inkChg chg="add">
          <ac:chgData name="Rodica Ioana Lung" userId="64ee56e8d7162e1e" providerId="LiveId" clId="{0F6830A5-18AB-4F1B-8BBB-DA235794CEC1}" dt="2026-01-12T16:37:05.676" v="136" actId="9405"/>
          <ac:inkMkLst>
            <pc:docMk/>
            <pc:sldMk cId="49161783" sldId="269"/>
            <ac:inkMk id="96" creationId="{B2D805E9-06AC-D3D4-FD93-91173F65DF4D}"/>
          </ac:inkMkLst>
        </pc:inkChg>
        <pc:inkChg chg="add mod">
          <ac:chgData name="Rodica Ioana Lung" userId="64ee56e8d7162e1e" providerId="LiveId" clId="{0F6830A5-18AB-4F1B-8BBB-DA235794CEC1}" dt="2026-01-12T16:38:26.633" v="160"/>
          <ac:inkMkLst>
            <pc:docMk/>
            <pc:sldMk cId="49161783" sldId="269"/>
            <ac:inkMk id="97" creationId="{C5EB6820-41CF-F45F-1348-C73DF0C80681}"/>
          </ac:inkMkLst>
        </pc:inkChg>
        <pc:inkChg chg="add mod">
          <ac:chgData name="Rodica Ioana Lung" userId="64ee56e8d7162e1e" providerId="LiveId" clId="{0F6830A5-18AB-4F1B-8BBB-DA235794CEC1}" dt="2026-01-12T16:38:26.633" v="160"/>
          <ac:inkMkLst>
            <pc:docMk/>
            <pc:sldMk cId="49161783" sldId="269"/>
            <ac:inkMk id="98" creationId="{C9492636-B9EE-DA67-ECA8-4526CC949D22}"/>
          </ac:inkMkLst>
        </pc:inkChg>
        <pc:inkChg chg="add mod">
          <ac:chgData name="Rodica Ioana Lung" userId="64ee56e8d7162e1e" providerId="LiveId" clId="{0F6830A5-18AB-4F1B-8BBB-DA235794CEC1}" dt="2026-01-12T16:38:18.662" v="149"/>
          <ac:inkMkLst>
            <pc:docMk/>
            <pc:sldMk cId="49161783" sldId="269"/>
            <ac:inkMk id="100" creationId="{0E114BE4-7239-B81D-B018-6ED0448EEF0E}"/>
          </ac:inkMkLst>
        </pc:inkChg>
        <pc:inkChg chg="add mod">
          <ac:chgData name="Rodica Ioana Lung" userId="64ee56e8d7162e1e" providerId="LiveId" clId="{0F6830A5-18AB-4F1B-8BBB-DA235794CEC1}" dt="2026-01-12T16:38:18.662" v="149"/>
          <ac:inkMkLst>
            <pc:docMk/>
            <pc:sldMk cId="49161783" sldId="269"/>
            <ac:inkMk id="101" creationId="{35A032DB-D010-C715-FB65-5E40B2074AA3}"/>
          </ac:inkMkLst>
        </pc:inkChg>
        <pc:inkChg chg="add mod">
          <ac:chgData name="Rodica Ioana Lung" userId="64ee56e8d7162e1e" providerId="LiveId" clId="{0F6830A5-18AB-4F1B-8BBB-DA235794CEC1}" dt="2026-01-12T16:38:26.633" v="160"/>
          <ac:inkMkLst>
            <pc:docMk/>
            <pc:sldMk cId="49161783" sldId="269"/>
            <ac:inkMk id="103" creationId="{80F9173D-8318-D88A-55A2-A0E19FF0A837}"/>
          </ac:inkMkLst>
        </pc:inkChg>
        <pc:inkChg chg="add mod">
          <ac:chgData name="Rodica Ioana Lung" userId="64ee56e8d7162e1e" providerId="LiveId" clId="{0F6830A5-18AB-4F1B-8BBB-DA235794CEC1}" dt="2026-01-12T16:38:22.659" v="153"/>
          <ac:inkMkLst>
            <pc:docMk/>
            <pc:sldMk cId="49161783" sldId="269"/>
            <ac:inkMk id="104" creationId="{95353737-6C71-1B27-7EFC-AE7F7F40AFFF}"/>
          </ac:inkMkLst>
        </pc:inkChg>
        <pc:inkChg chg="add mod">
          <ac:chgData name="Rodica Ioana Lung" userId="64ee56e8d7162e1e" providerId="LiveId" clId="{0F6830A5-18AB-4F1B-8BBB-DA235794CEC1}" dt="2026-01-12T16:38:26.633" v="160"/>
          <ac:inkMkLst>
            <pc:docMk/>
            <pc:sldMk cId="49161783" sldId="269"/>
            <ac:inkMk id="106" creationId="{DA4B7865-52C1-1731-BC4E-A494515641FC}"/>
          </ac:inkMkLst>
        </pc:inkChg>
        <pc:inkChg chg="add mod">
          <ac:chgData name="Rodica Ioana Lung" userId="64ee56e8d7162e1e" providerId="LiveId" clId="{0F6830A5-18AB-4F1B-8BBB-DA235794CEC1}" dt="2026-01-12T16:38:22.659" v="153"/>
          <ac:inkMkLst>
            <pc:docMk/>
            <pc:sldMk cId="49161783" sldId="269"/>
            <ac:inkMk id="107" creationId="{3EEF427C-A73D-449B-2D79-DA5A0908890E}"/>
          </ac:inkMkLst>
        </pc:inkChg>
        <pc:inkChg chg="add mod">
          <ac:chgData name="Rodica Ioana Lung" userId="64ee56e8d7162e1e" providerId="LiveId" clId="{0F6830A5-18AB-4F1B-8BBB-DA235794CEC1}" dt="2026-01-12T16:38:22.659" v="153"/>
          <ac:inkMkLst>
            <pc:docMk/>
            <pc:sldMk cId="49161783" sldId="269"/>
            <ac:inkMk id="108" creationId="{E9551C7B-9666-5874-C05F-E1EB2900EF1B}"/>
          </ac:inkMkLst>
        </pc:inkChg>
        <pc:inkChg chg="add mod">
          <ac:chgData name="Rodica Ioana Lung" userId="64ee56e8d7162e1e" providerId="LiveId" clId="{0F6830A5-18AB-4F1B-8BBB-DA235794CEC1}" dt="2026-01-12T16:38:22.659" v="153"/>
          <ac:inkMkLst>
            <pc:docMk/>
            <pc:sldMk cId="49161783" sldId="269"/>
            <ac:inkMk id="110" creationId="{64D111C0-F31F-073B-4D7B-EE61D646F4C6}"/>
          </ac:inkMkLst>
        </pc:inkChg>
        <pc:inkChg chg="add mod">
          <ac:chgData name="Rodica Ioana Lung" userId="64ee56e8d7162e1e" providerId="LiveId" clId="{0F6830A5-18AB-4F1B-8BBB-DA235794CEC1}" dt="2026-01-12T16:38:22.659" v="153"/>
          <ac:inkMkLst>
            <pc:docMk/>
            <pc:sldMk cId="49161783" sldId="269"/>
            <ac:inkMk id="111" creationId="{A7F3E83B-0703-8EEF-5EC4-9150E8E120B8}"/>
          </ac:inkMkLst>
        </pc:inkChg>
        <pc:inkChg chg="add mod">
          <ac:chgData name="Rodica Ioana Lung" userId="64ee56e8d7162e1e" providerId="LiveId" clId="{0F6830A5-18AB-4F1B-8BBB-DA235794CEC1}" dt="2026-01-12T16:38:26.633" v="160"/>
          <ac:inkMkLst>
            <pc:docMk/>
            <pc:sldMk cId="49161783" sldId="269"/>
            <ac:inkMk id="112" creationId="{61A72841-5C24-A971-CD2C-9E2F2DAAA665}"/>
          </ac:inkMkLst>
        </pc:inkChg>
        <pc:inkChg chg="add mod">
          <ac:chgData name="Rodica Ioana Lung" userId="64ee56e8d7162e1e" providerId="LiveId" clId="{0F6830A5-18AB-4F1B-8BBB-DA235794CEC1}" dt="2026-01-12T16:38:26.633" v="160"/>
          <ac:inkMkLst>
            <pc:docMk/>
            <pc:sldMk cId="49161783" sldId="269"/>
            <ac:inkMk id="114" creationId="{E2E2AA61-CA7B-B7F8-AACF-92FE7194E5DD}"/>
          </ac:inkMkLst>
        </pc:inkChg>
        <pc:inkChg chg="add">
          <ac:chgData name="Rodica Ioana Lung" userId="64ee56e8d7162e1e" providerId="LiveId" clId="{0F6830A5-18AB-4F1B-8BBB-DA235794CEC1}" dt="2026-01-12T16:38:23.945" v="155" actId="9405"/>
          <ac:inkMkLst>
            <pc:docMk/>
            <pc:sldMk cId="49161783" sldId="269"/>
            <ac:inkMk id="115" creationId="{7512B875-F3F2-42C5-64DB-897F0CE8F027}"/>
          </ac:inkMkLst>
        </pc:inkChg>
        <pc:inkChg chg="add mod">
          <ac:chgData name="Rodica Ioana Lung" userId="64ee56e8d7162e1e" providerId="LiveId" clId="{0F6830A5-18AB-4F1B-8BBB-DA235794CEC1}" dt="2026-01-12T16:38:26.633" v="160"/>
          <ac:inkMkLst>
            <pc:docMk/>
            <pc:sldMk cId="49161783" sldId="269"/>
            <ac:inkMk id="116" creationId="{0A981472-4AE7-D3AD-7694-97374E23E133}"/>
          </ac:inkMkLst>
        </pc:inkChg>
        <pc:inkChg chg="add">
          <ac:chgData name="Rodica Ioana Lung" userId="64ee56e8d7162e1e" providerId="LiveId" clId="{0F6830A5-18AB-4F1B-8BBB-DA235794CEC1}" dt="2026-01-12T16:38:24.928" v="157" actId="9405"/>
          <ac:inkMkLst>
            <pc:docMk/>
            <pc:sldMk cId="49161783" sldId="269"/>
            <ac:inkMk id="117" creationId="{33F2B96B-BA54-3E5F-15BB-F3D68BE1398F}"/>
          </ac:inkMkLst>
        </pc:inkChg>
        <pc:inkChg chg="add">
          <ac:chgData name="Rodica Ioana Lung" userId="64ee56e8d7162e1e" providerId="LiveId" clId="{0F6830A5-18AB-4F1B-8BBB-DA235794CEC1}" dt="2026-01-12T16:38:25.224" v="158" actId="9405"/>
          <ac:inkMkLst>
            <pc:docMk/>
            <pc:sldMk cId="49161783" sldId="269"/>
            <ac:inkMk id="118" creationId="{17CA6137-C7B3-05D1-4EA3-2CAD8B198657}"/>
          </ac:inkMkLst>
        </pc:inkChg>
        <pc:inkChg chg="add mod">
          <ac:chgData name="Rodica Ioana Lung" userId="64ee56e8d7162e1e" providerId="LiveId" clId="{0F6830A5-18AB-4F1B-8BBB-DA235794CEC1}" dt="2026-01-12T16:38:26.633" v="160"/>
          <ac:inkMkLst>
            <pc:docMk/>
            <pc:sldMk cId="49161783" sldId="269"/>
            <ac:inkMk id="119" creationId="{EACBEE29-F864-6006-6807-6E9F82766C00}"/>
          </ac:inkMkLst>
        </pc:inkChg>
        <pc:inkChg chg="add mod">
          <ac:chgData name="Rodica Ioana Lung" userId="64ee56e8d7162e1e" providerId="LiveId" clId="{0F6830A5-18AB-4F1B-8BBB-DA235794CEC1}" dt="2026-01-12T16:38:48.457" v="181"/>
          <ac:inkMkLst>
            <pc:docMk/>
            <pc:sldMk cId="49161783" sldId="269"/>
            <ac:inkMk id="121" creationId="{888CC857-C885-924D-3B5B-B483CA39BA01}"/>
          </ac:inkMkLst>
        </pc:inkChg>
        <pc:inkChg chg="add mod">
          <ac:chgData name="Rodica Ioana Lung" userId="64ee56e8d7162e1e" providerId="LiveId" clId="{0F6830A5-18AB-4F1B-8BBB-DA235794CEC1}" dt="2026-01-12T16:38:44.806" v="175"/>
          <ac:inkMkLst>
            <pc:docMk/>
            <pc:sldMk cId="49161783" sldId="269"/>
            <ac:inkMk id="122" creationId="{C4F15E91-5990-31BC-1459-FC0ABDBC1C32}"/>
          </ac:inkMkLst>
        </pc:inkChg>
        <pc:inkChg chg="add mod">
          <ac:chgData name="Rodica Ioana Lung" userId="64ee56e8d7162e1e" providerId="LiveId" clId="{0F6830A5-18AB-4F1B-8BBB-DA235794CEC1}" dt="2026-01-12T16:38:38.574" v="169"/>
          <ac:inkMkLst>
            <pc:docMk/>
            <pc:sldMk cId="49161783" sldId="269"/>
            <ac:inkMk id="124" creationId="{284073C6-3ED9-904F-B2EF-E118D95B4D16}"/>
          </ac:inkMkLst>
        </pc:inkChg>
        <pc:inkChg chg="add mod">
          <ac:chgData name="Rodica Ioana Lung" userId="64ee56e8d7162e1e" providerId="LiveId" clId="{0F6830A5-18AB-4F1B-8BBB-DA235794CEC1}" dt="2026-01-12T16:38:38.574" v="169"/>
          <ac:inkMkLst>
            <pc:docMk/>
            <pc:sldMk cId="49161783" sldId="269"/>
            <ac:inkMk id="125" creationId="{52DD04CC-349D-7366-E43E-CBA06A1A38F1}"/>
          </ac:inkMkLst>
        </pc:inkChg>
        <pc:inkChg chg="add mod">
          <ac:chgData name="Rodica Ioana Lung" userId="64ee56e8d7162e1e" providerId="LiveId" clId="{0F6830A5-18AB-4F1B-8BBB-DA235794CEC1}" dt="2026-01-12T16:43:03.780" v="247"/>
          <ac:inkMkLst>
            <pc:docMk/>
            <pc:sldMk cId="49161783" sldId="269"/>
            <ac:inkMk id="126" creationId="{A7401918-5986-B7EB-3DD8-7BAD60DE6EBE}"/>
          </ac:inkMkLst>
        </pc:inkChg>
        <pc:inkChg chg="add mod">
          <ac:chgData name="Rodica Ioana Lung" userId="64ee56e8d7162e1e" providerId="LiveId" clId="{0F6830A5-18AB-4F1B-8BBB-DA235794CEC1}" dt="2026-01-12T16:43:03.780" v="247"/>
          <ac:inkMkLst>
            <pc:docMk/>
            <pc:sldMk cId="49161783" sldId="269"/>
            <ac:inkMk id="127" creationId="{A135BF1F-72CB-4E1A-3E98-9626523E3A7A}"/>
          </ac:inkMkLst>
        </pc:inkChg>
        <pc:inkChg chg="add mod">
          <ac:chgData name="Rodica Ioana Lung" userId="64ee56e8d7162e1e" providerId="LiveId" clId="{0F6830A5-18AB-4F1B-8BBB-DA235794CEC1}" dt="2026-01-12T16:38:38.574" v="169"/>
          <ac:inkMkLst>
            <pc:docMk/>
            <pc:sldMk cId="49161783" sldId="269"/>
            <ac:inkMk id="128" creationId="{C916CD4C-CB5E-6B64-656B-F2E262F4ACE4}"/>
          </ac:inkMkLst>
        </pc:inkChg>
        <pc:inkChg chg="add mod">
          <ac:chgData name="Rodica Ioana Lung" userId="64ee56e8d7162e1e" providerId="LiveId" clId="{0F6830A5-18AB-4F1B-8BBB-DA235794CEC1}" dt="2026-01-12T16:43:03.780" v="247"/>
          <ac:inkMkLst>
            <pc:docMk/>
            <pc:sldMk cId="49161783" sldId="269"/>
            <ac:inkMk id="130" creationId="{35268FFA-A843-18B4-DF79-F4D7438FCCCC}"/>
          </ac:inkMkLst>
        </pc:inkChg>
        <pc:inkChg chg="add mod">
          <ac:chgData name="Rodica Ioana Lung" userId="64ee56e8d7162e1e" providerId="LiveId" clId="{0F6830A5-18AB-4F1B-8BBB-DA235794CEC1}" dt="2026-01-12T16:43:03.780" v="247"/>
          <ac:inkMkLst>
            <pc:docMk/>
            <pc:sldMk cId="49161783" sldId="269"/>
            <ac:inkMk id="131" creationId="{E33A61A0-1E2D-CA84-C418-AFC33E0DDC9B}"/>
          </ac:inkMkLst>
        </pc:inkChg>
        <pc:inkChg chg="add">
          <ac:chgData name="Rodica Ioana Lung" userId="64ee56e8d7162e1e" providerId="LiveId" clId="{0F6830A5-18AB-4F1B-8BBB-DA235794CEC1}" dt="2026-01-12T16:38:43.275" v="172" actId="9405"/>
          <ac:inkMkLst>
            <pc:docMk/>
            <pc:sldMk cId="49161783" sldId="269"/>
            <ac:inkMk id="132" creationId="{5EA18ABA-3DFC-9DB2-E285-A61FCF302BE6}"/>
          </ac:inkMkLst>
        </pc:inkChg>
        <pc:inkChg chg="add mod">
          <ac:chgData name="Rodica Ioana Lung" userId="64ee56e8d7162e1e" providerId="LiveId" clId="{0F6830A5-18AB-4F1B-8BBB-DA235794CEC1}" dt="2026-01-12T16:38:48.457" v="181"/>
          <ac:inkMkLst>
            <pc:docMk/>
            <pc:sldMk cId="49161783" sldId="269"/>
            <ac:inkMk id="133" creationId="{D11F9112-B85E-70B7-258D-E6BC89083CE9}"/>
          </ac:inkMkLst>
        </pc:inkChg>
        <pc:inkChg chg="add mod">
          <ac:chgData name="Rodica Ioana Lung" userId="64ee56e8d7162e1e" providerId="LiveId" clId="{0F6830A5-18AB-4F1B-8BBB-DA235794CEC1}" dt="2026-01-12T16:38:48.457" v="181"/>
          <ac:inkMkLst>
            <pc:docMk/>
            <pc:sldMk cId="49161783" sldId="269"/>
            <ac:inkMk id="134" creationId="{E63A1083-AB91-D6CC-00DB-822EE9BC1FD0}"/>
          </ac:inkMkLst>
        </pc:inkChg>
        <pc:inkChg chg="add mod">
          <ac:chgData name="Rodica Ioana Lung" userId="64ee56e8d7162e1e" providerId="LiveId" clId="{0F6830A5-18AB-4F1B-8BBB-DA235794CEC1}" dt="2026-01-12T16:43:03.780" v="247"/>
          <ac:inkMkLst>
            <pc:docMk/>
            <pc:sldMk cId="49161783" sldId="269"/>
            <ac:inkMk id="136" creationId="{8F5B9AE1-193C-13CD-BDFE-464ACDD8EB38}"/>
          </ac:inkMkLst>
        </pc:inkChg>
        <pc:inkChg chg="add mod">
          <ac:chgData name="Rodica Ioana Lung" userId="64ee56e8d7162e1e" providerId="LiveId" clId="{0F6830A5-18AB-4F1B-8BBB-DA235794CEC1}" dt="2026-01-12T16:43:03.780" v="247"/>
          <ac:inkMkLst>
            <pc:docMk/>
            <pc:sldMk cId="49161783" sldId="269"/>
            <ac:inkMk id="137" creationId="{3FA7148B-D2FD-5B87-E026-A56F5B6FFEC0}"/>
          </ac:inkMkLst>
        </pc:inkChg>
        <pc:inkChg chg="add mod">
          <ac:chgData name="Rodica Ioana Lung" userId="64ee56e8d7162e1e" providerId="LiveId" clId="{0F6830A5-18AB-4F1B-8BBB-DA235794CEC1}" dt="2026-01-12T16:38:48.457" v="181"/>
          <ac:inkMkLst>
            <pc:docMk/>
            <pc:sldMk cId="49161783" sldId="269"/>
            <ac:inkMk id="138" creationId="{5698EBED-1E51-AB8E-0BD4-224DEEDC853A}"/>
          </ac:inkMkLst>
        </pc:inkChg>
        <pc:inkChg chg="add">
          <ac:chgData name="Rodica Ioana Lung" userId="64ee56e8d7162e1e" providerId="LiveId" clId="{0F6830A5-18AB-4F1B-8BBB-DA235794CEC1}" dt="2026-01-12T16:38:47.598" v="179" actId="9405"/>
          <ac:inkMkLst>
            <pc:docMk/>
            <pc:sldMk cId="49161783" sldId="269"/>
            <ac:inkMk id="139" creationId="{09570F70-E1D2-CC0B-9087-056FD0039BED}"/>
          </ac:inkMkLst>
        </pc:inkChg>
        <pc:inkChg chg="add mod">
          <ac:chgData name="Rodica Ioana Lung" userId="64ee56e8d7162e1e" providerId="LiveId" clId="{0F6830A5-18AB-4F1B-8BBB-DA235794CEC1}" dt="2026-01-12T16:43:03.780" v="247"/>
          <ac:inkMkLst>
            <pc:docMk/>
            <pc:sldMk cId="49161783" sldId="269"/>
            <ac:inkMk id="140" creationId="{F3FF2B9D-85FC-B27B-8EEE-B362F9E529B6}"/>
          </ac:inkMkLst>
        </pc:inkChg>
        <pc:inkChg chg="add mod">
          <ac:chgData name="Rodica Ioana Lung" userId="64ee56e8d7162e1e" providerId="LiveId" clId="{0F6830A5-18AB-4F1B-8BBB-DA235794CEC1}" dt="2026-01-12T16:40:15.485" v="216"/>
          <ac:inkMkLst>
            <pc:docMk/>
            <pc:sldMk cId="49161783" sldId="269"/>
            <ac:inkMk id="142" creationId="{3682CAB5-CF3D-6231-6839-D2565B5079B9}"/>
          </ac:inkMkLst>
        </pc:inkChg>
        <pc:inkChg chg="add mod">
          <ac:chgData name="Rodica Ioana Lung" userId="64ee56e8d7162e1e" providerId="LiveId" clId="{0F6830A5-18AB-4F1B-8BBB-DA235794CEC1}" dt="2026-01-12T16:40:15.485" v="216"/>
          <ac:inkMkLst>
            <pc:docMk/>
            <pc:sldMk cId="49161783" sldId="269"/>
            <ac:inkMk id="143" creationId="{38E0A255-D50B-024A-44E4-CFC9029566BF}"/>
          </ac:inkMkLst>
        </pc:inkChg>
        <pc:inkChg chg="add mod">
          <ac:chgData name="Rodica Ioana Lung" userId="64ee56e8d7162e1e" providerId="LiveId" clId="{0F6830A5-18AB-4F1B-8BBB-DA235794CEC1}" dt="2026-01-12T16:40:15.485" v="216"/>
          <ac:inkMkLst>
            <pc:docMk/>
            <pc:sldMk cId="49161783" sldId="269"/>
            <ac:inkMk id="144" creationId="{EDA87409-6F5C-5DF1-BB87-2FB81719567F}"/>
          </ac:inkMkLst>
        </pc:inkChg>
        <pc:inkChg chg="add mod">
          <ac:chgData name="Rodica Ioana Lung" userId="64ee56e8d7162e1e" providerId="LiveId" clId="{0F6830A5-18AB-4F1B-8BBB-DA235794CEC1}" dt="2026-01-12T16:40:15.485" v="216"/>
          <ac:inkMkLst>
            <pc:docMk/>
            <pc:sldMk cId="49161783" sldId="269"/>
            <ac:inkMk id="146" creationId="{D8D38643-81AE-1318-0FE4-712647BEBDDD}"/>
          </ac:inkMkLst>
        </pc:inkChg>
        <pc:inkChg chg="add mod">
          <ac:chgData name="Rodica Ioana Lung" userId="64ee56e8d7162e1e" providerId="LiveId" clId="{0F6830A5-18AB-4F1B-8BBB-DA235794CEC1}" dt="2026-01-12T16:40:15.485" v="216"/>
          <ac:inkMkLst>
            <pc:docMk/>
            <pc:sldMk cId="49161783" sldId="269"/>
            <ac:inkMk id="147" creationId="{8DC908CA-1263-ACF2-23BE-785B48C9842F}"/>
          </ac:inkMkLst>
        </pc:inkChg>
        <pc:inkChg chg="add mod">
          <ac:chgData name="Rodica Ioana Lung" userId="64ee56e8d7162e1e" providerId="LiveId" clId="{0F6830A5-18AB-4F1B-8BBB-DA235794CEC1}" dt="2026-01-12T16:40:15.485" v="216"/>
          <ac:inkMkLst>
            <pc:docMk/>
            <pc:sldMk cId="49161783" sldId="269"/>
            <ac:inkMk id="149" creationId="{ED83E0B7-982B-DEE9-4D3F-6E83CA3CD530}"/>
          </ac:inkMkLst>
        </pc:inkChg>
        <pc:inkChg chg="add mod">
          <ac:chgData name="Rodica Ioana Lung" userId="64ee56e8d7162e1e" providerId="LiveId" clId="{0F6830A5-18AB-4F1B-8BBB-DA235794CEC1}" dt="2026-01-12T16:39:13.436" v="197"/>
          <ac:inkMkLst>
            <pc:docMk/>
            <pc:sldMk cId="49161783" sldId="269"/>
            <ac:inkMk id="151" creationId="{3CFC6FD6-9DD0-2E50-459E-FEED063958C2}"/>
          </ac:inkMkLst>
        </pc:inkChg>
        <pc:inkChg chg="add mod">
          <ac:chgData name="Rodica Ioana Lung" userId="64ee56e8d7162e1e" providerId="LiveId" clId="{0F6830A5-18AB-4F1B-8BBB-DA235794CEC1}" dt="2026-01-12T16:39:18.615" v="204"/>
          <ac:inkMkLst>
            <pc:docMk/>
            <pc:sldMk cId="49161783" sldId="269"/>
            <ac:inkMk id="152" creationId="{333AFE07-0180-6C04-6E9A-637D78A47886}"/>
          </ac:inkMkLst>
        </pc:inkChg>
        <pc:inkChg chg="add mod">
          <ac:chgData name="Rodica Ioana Lung" userId="64ee56e8d7162e1e" providerId="LiveId" clId="{0F6830A5-18AB-4F1B-8BBB-DA235794CEC1}" dt="2026-01-12T16:39:18.615" v="204"/>
          <ac:inkMkLst>
            <pc:docMk/>
            <pc:sldMk cId="49161783" sldId="269"/>
            <ac:inkMk id="154" creationId="{12318DC2-F96F-703D-59C6-71E263C11752}"/>
          </ac:inkMkLst>
        </pc:inkChg>
        <pc:inkChg chg="add mod">
          <ac:chgData name="Rodica Ioana Lung" userId="64ee56e8d7162e1e" providerId="LiveId" clId="{0F6830A5-18AB-4F1B-8BBB-DA235794CEC1}" dt="2026-01-12T16:39:18.615" v="204"/>
          <ac:inkMkLst>
            <pc:docMk/>
            <pc:sldMk cId="49161783" sldId="269"/>
            <ac:inkMk id="155" creationId="{66CC947F-BA4C-F725-B5F1-7A3395613F22}"/>
          </ac:inkMkLst>
        </pc:inkChg>
        <pc:inkChg chg="add mod">
          <ac:chgData name="Rodica Ioana Lung" userId="64ee56e8d7162e1e" providerId="LiveId" clId="{0F6830A5-18AB-4F1B-8BBB-DA235794CEC1}" dt="2026-01-12T16:39:18.615" v="204"/>
          <ac:inkMkLst>
            <pc:docMk/>
            <pc:sldMk cId="49161783" sldId="269"/>
            <ac:inkMk id="156" creationId="{6592E89E-78D8-0815-CFBD-6E4E8D4A835B}"/>
          </ac:inkMkLst>
        </pc:inkChg>
        <pc:inkChg chg="add mod">
          <ac:chgData name="Rodica Ioana Lung" userId="64ee56e8d7162e1e" providerId="LiveId" clId="{0F6830A5-18AB-4F1B-8BBB-DA235794CEC1}" dt="2026-01-12T16:39:16.854" v="202"/>
          <ac:inkMkLst>
            <pc:docMk/>
            <pc:sldMk cId="49161783" sldId="269"/>
            <ac:inkMk id="158" creationId="{5C51DC39-24BB-DE11-28E2-0798959CBA76}"/>
          </ac:inkMkLst>
        </pc:inkChg>
        <pc:inkChg chg="add mod">
          <ac:chgData name="Rodica Ioana Lung" userId="64ee56e8d7162e1e" providerId="LiveId" clId="{0F6830A5-18AB-4F1B-8BBB-DA235794CEC1}" dt="2026-01-12T16:39:18.615" v="204"/>
          <ac:inkMkLst>
            <pc:docMk/>
            <pc:sldMk cId="49161783" sldId="269"/>
            <ac:inkMk id="159" creationId="{DE1E9EE5-57D9-CEE8-E6C8-35F7D62AC606}"/>
          </ac:inkMkLst>
        </pc:inkChg>
        <pc:inkChg chg="add mod">
          <ac:chgData name="Rodica Ioana Lung" userId="64ee56e8d7162e1e" providerId="LiveId" clId="{0F6830A5-18AB-4F1B-8BBB-DA235794CEC1}" dt="2026-01-12T16:39:18.615" v="204"/>
          <ac:inkMkLst>
            <pc:docMk/>
            <pc:sldMk cId="49161783" sldId="269"/>
            <ac:inkMk id="160" creationId="{7D97D6A2-92E0-4DFB-6903-A618E057CBDF}"/>
          </ac:inkMkLst>
        </pc:inkChg>
        <pc:inkChg chg="add mod">
          <ac:chgData name="Rodica Ioana Lung" userId="64ee56e8d7162e1e" providerId="LiveId" clId="{0F6830A5-18AB-4F1B-8BBB-DA235794CEC1}" dt="2026-01-12T16:39:18.615" v="204"/>
          <ac:inkMkLst>
            <pc:docMk/>
            <pc:sldMk cId="49161783" sldId="269"/>
            <ac:inkMk id="161" creationId="{44BEBF4B-A5E2-C339-72B8-583A619AD07C}"/>
          </ac:inkMkLst>
        </pc:inkChg>
        <pc:inkChg chg="add mod">
          <ac:chgData name="Rodica Ioana Lung" userId="64ee56e8d7162e1e" providerId="LiveId" clId="{0F6830A5-18AB-4F1B-8BBB-DA235794CEC1}" dt="2026-01-12T16:39:18.615" v="204"/>
          <ac:inkMkLst>
            <pc:docMk/>
            <pc:sldMk cId="49161783" sldId="269"/>
            <ac:inkMk id="163" creationId="{38B44290-CB76-9122-1D30-FC096011B0C6}"/>
          </ac:inkMkLst>
        </pc:inkChg>
        <pc:inkChg chg="add mod">
          <ac:chgData name="Rodica Ioana Lung" userId="64ee56e8d7162e1e" providerId="LiveId" clId="{0F6830A5-18AB-4F1B-8BBB-DA235794CEC1}" dt="2026-01-12T16:39:59.693" v="209"/>
          <ac:inkMkLst>
            <pc:docMk/>
            <pc:sldMk cId="49161783" sldId="269"/>
            <ac:inkMk id="165" creationId="{B0D63118-3E16-9FBE-CB34-9C1BA3C32D21}"/>
          </ac:inkMkLst>
        </pc:inkChg>
        <pc:inkChg chg="add mod">
          <ac:chgData name="Rodica Ioana Lung" userId="64ee56e8d7162e1e" providerId="LiveId" clId="{0F6830A5-18AB-4F1B-8BBB-DA235794CEC1}" dt="2026-01-12T16:39:59.693" v="209"/>
          <ac:inkMkLst>
            <pc:docMk/>
            <pc:sldMk cId="49161783" sldId="269"/>
            <ac:inkMk id="166" creationId="{1059EFE9-A0ED-03ED-9370-2934829F3752}"/>
          </ac:inkMkLst>
        </pc:inkChg>
        <pc:inkChg chg="add mod">
          <ac:chgData name="Rodica Ioana Lung" userId="64ee56e8d7162e1e" providerId="LiveId" clId="{0F6830A5-18AB-4F1B-8BBB-DA235794CEC1}" dt="2026-01-12T16:39:59.693" v="209"/>
          <ac:inkMkLst>
            <pc:docMk/>
            <pc:sldMk cId="49161783" sldId="269"/>
            <ac:inkMk id="168" creationId="{1CEE19D7-D6E2-A116-6683-435C8EDF990B}"/>
          </ac:inkMkLst>
        </pc:inkChg>
        <pc:inkChg chg="add">
          <ac:chgData name="Rodica Ioana Lung" userId="64ee56e8d7162e1e" providerId="LiveId" clId="{0F6830A5-18AB-4F1B-8BBB-DA235794CEC1}" dt="2026-01-12T16:40:00.965" v="210" actId="9405"/>
          <ac:inkMkLst>
            <pc:docMk/>
            <pc:sldMk cId="49161783" sldId="269"/>
            <ac:inkMk id="170" creationId="{DDA8E3F3-E98E-B956-12D0-279391FD4935}"/>
          </ac:inkMkLst>
        </pc:inkChg>
        <pc:inkChg chg="add mod">
          <ac:chgData name="Rodica Ioana Lung" userId="64ee56e8d7162e1e" providerId="LiveId" clId="{0F6830A5-18AB-4F1B-8BBB-DA235794CEC1}" dt="2026-01-12T16:40:10.983" v="214"/>
          <ac:inkMkLst>
            <pc:docMk/>
            <pc:sldMk cId="49161783" sldId="269"/>
            <ac:inkMk id="171" creationId="{B9BAD9FB-9B1C-7975-423D-8606C83AD281}"/>
          </ac:inkMkLst>
        </pc:inkChg>
        <pc:inkChg chg="add mod">
          <ac:chgData name="Rodica Ioana Lung" userId="64ee56e8d7162e1e" providerId="LiveId" clId="{0F6830A5-18AB-4F1B-8BBB-DA235794CEC1}" dt="2026-01-12T16:40:10.983" v="214"/>
          <ac:inkMkLst>
            <pc:docMk/>
            <pc:sldMk cId="49161783" sldId="269"/>
            <ac:inkMk id="172" creationId="{9CBF05AC-00B6-8D9C-007F-F39C612B888A}"/>
          </ac:inkMkLst>
        </pc:inkChg>
        <pc:inkChg chg="add mod">
          <ac:chgData name="Rodica Ioana Lung" userId="64ee56e8d7162e1e" providerId="LiveId" clId="{0F6830A5-18AB-4F1B-8BBB-DA235794CEC1}" dt="2026-01-12T16:40:10.983" v="214"/>
          <ac:inkMkLst>
            <pc:docMk/>
            <pc:sldMk cId="49161783" sldId="269"/>
            <ac:inkMk id="173" creationId="{EA0CDC07-0B9C-1734-02B9-616F195DBDA2}"/>
          </ac:inkMkLst>
        </pc:inkChg>
        <pc:inkChg chg="add mod">
          <ac:chgData name="Rodica Ioana Lung" userId="64ee56e8d7162e1e" providerId="LiveId" clId="{0F6830A5-18AB-4F1B-8BBB-DA235794CEC1}" dt="2026-01-12T16:40:15.485" v="216"/>
          <ac:inkMkLst>
            <pc:docMk/>
            <pc:sldMk cId="49161783" sldId="269"/>
            <ac:inkMk id="175" creationId="{29787FD4-0C12-4823-3DAA-061DA6F23C93}"/>
          </ac:inkMkLst>
        </pc:inkChg>
        <pc:inkChg chg="add mod">
          <ac:chgData name="Rodica Ioana Lung" userId="64ee56e8d7162e1e" providerId="LiveId" clId="{0F6830A5-18AB-4F1B-8BBB-DA235794CEC1}" dt="2026-01-12T16:41:33.356" v="223"/>
          <ac:inkMkLst>
            <pc:docMk/>
            <pc:sldMk cId="49161783" sldId="269"/>
            <ac:inkMk id="177" creationId="{5F533A8A-96D1-A8A0-AE77-B3CDAC1F3C07}"/>
          </ac:inkMkLst>
        </pc:inkChg>
        <pc:inkChg chg="add mod">
          <ac:chgData name="Rodica Ioana Lung" userId="64ee56e8d7162e1e" providerId="LiveId" clId="{0F6830A5-18AB-4F1B-8BBB-DA235794CEC1}" dt="2026-01-12T16:41:33.356" v="223"/>
          <ac:inkMkLst>
            <pc:docMk/>
            <pc:sldMk cId="49161783" sldId="269"/>
            <ac:inkMk id="178" creationId="{41933AB0-3639-3D91-F6B9-916C779040BB}"/>
          </ac:inkMkLst>
        </pc:inkChg>
        <pc:inkChg chg="add mod">
          <ac:chgData name="Rodica Ioana Lung" userId="64ee56e8d7162e1e" providerId="LiveId" clId="{0F6830A5-18AB-4F1B-8BBB-DA235794CEC1}" dt="2026-01-12T16:43:03.780" v="247"/>
          <ac:inkMkLst>
            <pc:docMk/>
            <pc:sldMk cId="49161783" sldId="269"/>
            <ac:inkMk id="180" creationId="{8CEE1F66-58EA-199D-CF88-380E3A3BC7DC}"/>
          </ac:inkMkLst>
        </pc:inkChg>
      </pc:sldChg>
      <pc:sldChg chg="addSp delSp modSp mod">
        <pc:chgData name="Rodica Ioana Lung" userId="64ee56e8d7162e1e" providerId="LiveId" clId="{0F6830A5-18AB-4F1B-8BBB-DA235794CEC1}" dt="2026-01-12T16:17:31.165" v="13"/>
        <pc:sldMkLst>
          <pc:docMk/>
          <pc:sldMk cId="2382505137" sldId="275"/>
        </pc:sldMkLst>
        <pc:grpChg chg="del mod">
          <ac:chgData name="Rodica Ioana Lung" userId="64ee56e8d7162e1e" providerId="LiveId" clId="{0F6830A5-18AB-4F1B-8BBB-DA235794CEC1}" dt="2026-01-12T16:17:03.980" v="9"/>
          <ac:grpSpMkLst>
            <pc:docMk/>
            <pc:sldMk cId="2382505137" sldId="275"/>
            <ac:grpSpMk id="7" creationId="{190216A4-B66A-A3CB-5016-15FDFB8D54F3}"/>
          </ac:grpSpMkLst>
        </pc:grpChg>
        <pc:grpChg chg="del mod">
          <ac:chgData name="Rodica Ioana Lung" userId="64ee56e8d7162e1e" providerId="LiveId" clId="{0F6830A5-18AB-4F1B-8BBB-DA235794CEC1}" dt="2026-01-12T16:17:03.980" v="9"/>
          <ac:grpSpMkLst>
            <pc:docMk/>
            <pc:sldMk cId="2382505137" sldId="275"/>
            <ac:grpSpMk id="11" creationId="{52699438-6602-EB89-0B5E-A81C927682AA}"/>
          </ac:grpSpMkLst>
        </pc:grpChg>
        <pc:grpChg chg="mod">
          <ac:chgData name="Rodica Ioana Lung" userId="64ee56e8d7162e1e" providerId="LiveId" clId="{0F6830A5-18AB-4F1B-8BBB-DA235794CEC1}" dt="2026-01-12T16:17:03.980" v="9"/>
          <ac:grpSpMkLst>
            <pc:docMk/>
            <pc:sldMk cId="2382505137" sldId="275"/>
            <ac:grpSpMk id="13" creationId="{5232C4AE-71DD-6076-A87F-A58ED9AD1C7A}"/>
          </ac:grpSpMkLst>
        </pc:grpChg>
        <pc:grpChg chg="mod">
          <ac:chgData name="Rodica Ioana Lung" userId="64ee56e8d7162e1e" providerId="LiveId" clId="{0F6830A5-18AB-4F1B-8BBB-DA235794CEC1}" dt="2026-01-12T16:17:31.165" v="13"/>
          <ac:grpSpMkLst>
            <pc:docMk/>
            <pc:sldMk cId="2382505137" sldId="275"/>
            <ac:grpSpMk id="17" creationId="{7FF6E397-C62E-7D1A-DB67-35381D455E9C}"/>
          </ac:grpSpMkLst>
        </pc:grpChg>
        <pc:inkChg chg="add">
          <ac:chgData name="Rodica Ioana Lung" userId="64ee56e8d7162e1e" providerId="LiveId" clId="{0F6830A5-18AB-4F1B-8BBB-DA235794CEC1}" dt="2026-01-12T16:16:20.551" v="0" actId="9405"/>
          <ac:inkMkLst>
            <pc:docMk/>
            <pc:sldMk cId="2382505137" sldId="275"/>
            <ac:inkMk id="4" creationId="{6BE47BEC-F8BB-F0D8-BA1C-7B8D6851E3DC}"/>
          </ac:inkMkLst>
        </pc:inkChg>
        <pc:inkChg chg="add mod">
          <ac:chgData name="Rodica Ioana Lung" userId="64ee56e8d7162e1e" providerId="LiveId" clId="{0F6830A5-18AB-4F1B-8BBB-DA235794CEC1}" dt="2026-01-12T16:17:03.980" v="9"/>
          <ac:inkMkLst>
            <pc:docMk/>
            <pc:sldMk cId="2382505137" sldId="275"/>
            <ac:inkMk id="5" creationId="{BDCA7335-36BA-BA93-060D-54225CBFCDED}"/>
          </ac:inkMkLst>
        </pc:inkChg>
        <pc:inkChg chg="add mod">
          <ac:chgData name="Rodica Ioana Lung" userId="64ee56e8d7162e1e" providerId="LiveId" clId="{0F6830A5-18AB-4F1B-8BBB-DA235794CEC1}" dt="2026-01-12T16:17:03.980" v="9"/>
          <ac:inkMkLst>
            <pc:docMk/>
            <pc:sldMk cId="2382505137" sldId="275"/>
            <ac:inkMk id="6" creationId="{7998CF35-FDA8-02CB-7CF2-AEE994389CD7}"/>
          </ac:inkMkLst>
        </pc:inkChg>
        <pc:inkChg chg="add">
          <ac:chgData name="Rodica Ioana Lung" userId="64ee56e8d7162e1e" providerId="LiveId" clId="{0F6830A5-18AB-4F1B-8BBB-DA235794CEC1}" dt="2026-01-12T16:16:36.428" v="4" actId="9405"/>
          <ac:inkMkLst>
            <pc:docMk/>
            <pc:sldMk cId="2382505137" sldId="275"/>
            <ac:inkMk id="8" creationId="{78B1436F-6EB7-4B6D-0FCC-5C5F02840CAC}"/>
          </ac:inkMkLst>
        </pc:inkChg>
        <pc:inkChg chg="add mod">
          <ac:chgData name="Rodica Ioana Lung" userId="64ee56e8d7162e1e" providerId="LiveId" clId="{0F6830A5-18AB-4F1B-8BBB-DA235794CEC1}" dt="2026-01-12T16:17:03.980" v="9"/>
          <ac:inkMkLst>
            <pc:docMk/>
            <pc:sldMk cId="2382505137" sldId="275"/>
            <ac:inkMk id="9" creationId="{E167202C-18B9-035D-4193-E311ECFC7FE4}"/>
          </ac:inkMkLst>
        </pc:inkChg>
        <pc:inkChg chg="add mod">
          <ac:chgData name="Rodica Ioana Lung" userId="64ee56e8d7162e1e" providerId="LiveId" clId="{0F6830A5-18AB-4F1B-8BBB-DA235794CEC1}" dt="2026-01-12T16:17:03.980" v="9"/>
          <ac:inkMkLst>
            <pc:docMk/>
            <pc:sldMk cId="2382505137" sldId="275"/>
            <ac:inkMk id="10" creationId="{2C8C0D84-C310-4CB9-F87B-42316ABA78A4}"/>
          </ac:inkMkLst>
        </pc:inkChg>
        <pc:inkChg chg="add mod">
          <ac:chgData name="Rodica Ioana Lung" userId="64ee56e8d7162e1e" providerId="LiveId" clId="{0F6830A5-18AB-4F1B-8BBB-DA235794CEC1}" dt="2026-01-12T16:17:03.980" v="9"/>
          <ac:inkMkLst>
            <pc:docMk/>
            <pc:sldMk cId="2382505137" sldId="275"/>
            <ac:inkMk id="12" creationId="{65C4C680-5B73-78D1-1962-7A0D26AA9ED7}"/>
          </ac:inkMkLst>
        </pc:inkChg>
        <pc:inkChg chg="add">
          <ac:chgData name="Rodica Ioana Lung" userId="64ee56e8d7162e1e" providerId="LiveId" clId="{0F6830A5-18AB-4F1B-8BBB-DA235794CEC1}" dt="2026-01-12T16:17:28.792" v="10" actId="9405"/>
          <ac:inkMkLst>
            <pc:docMk/>
            <pc:sldMk cId="2382505137" sldId="275"/>
            <ac:inkMk id="14" creationId="{9C84AA7F-C570-9468-D943-0831F649E91E}"/>
          </ac:inkMkLst>
        </pc:inkChg>
        <pc:inkChg chg="add mod">
          <ac:chgData name="Rodica Ioana Lung" userId="64ee56e8d7162e1e" providerId="LiveId" clId="{0F6830A5-18AB-4F1B-8BBB-DA235794CEC1}" dt="2026-01-12T16:17:31.165" v="13"/>
          <ac:inkMkLst>
            <pc:docMk/>
            <pc:sldMk cId="2382505137" sldId="275"/>
            <ac:inkMk id="15" creationId="{71164D05-B1C2-3E33-3F14-C5AAABD61EDC}"/>
          </ac:inkMkLst>
        </pc:inkChg>
        <pc:inkChg chg="add mod">
          <ac:chgData name="Rodica Ioana Lung" userId="64ee56e8d7162e1e" providerId="LiveId" clId="{0F6830A5-18AB-4F1B-8BBB-DA235794CEC1}" dt="2026-01-12T16:17:31.165" v="13"/>
          <ac:inkMkLst>
            <pc:docMk/>
            <pc:sldMk cId="2382505137" sldId="275"/>
            <ac:inkMk id="16" creationId="{34E91343-35A1-29CE-8068-087118C0CBBC}"/>
          </ac:inkMkLst>
        </pc:inkChg>
      </pc:sldChg>
      <pc:sldChg chg="addSp modSp mod">
        <pc:chgData name="Rodica Ioana Lung" userId="64ee56e8d7162e1e" providerId="LiveId" clId="{0F6830A5-18AB-4F1B-8BBB-DA235794CEC1}" dt="2026-01-12T16:29:45.161" v="40" actId="9405"/>
        <pc:sldMkLst>
          <pc:docMk/>
          <pc:sldMk cId="3073370984" sldId="276"/>
        </pc:sldMkLst>
        <pc:grpChg chg="mod">
          <ac:chgData name="Rodica Ioana Lung" userId="64ee56e8d7162e1e" providerId="LiveId" clId="{0F6830A5-18AB-4F1B-8BBB-DA235794CEC1}" dt="2026-01-12T16:26:53.865" v="31"/>
          <ac:grpSpMkLst>
            <pc:docMk/>
            <pc:sldMk cId="3073370984" sldId="276"/>
            <ac:grpSpMk id="10" creationId="{797383EB-BEB5-6787-7005-337D78F02682}"/>
          </ac:grpSpMkLst>
        </pc:grpChg>
        <pc:grpChg chg="mod">
          <ac:chgData name="Rodica Ioana Lung" userId="64ee56e8d7162e1e" providerId="LiveId" clId="{0F6830A5-18AB-4F1B-8BBB-DA235794CEC1}" dt="2026-01-12T16:27:11.639" v="34"/>
          <ac:grpSpMkLst>
            <pc:docMk/>
            <pc:sldMk cId="3073370984" sldId="276"/>
            <ac:grpSpMk id="13" creationId="{AC75D211-CD0A-4D27-0573-0CD4188B248E}"/>
          </ac:grpSpMkLst>
        </pc:grpChg>
        <pc:grpChg chg="mod">
          <ac:chgData name="Rodica Ioana Lung" userId="64ee56e8d7162e1e" providerId="LiveId" clId="{0F6830A5-18AB-4F1B-8BBB-DA235794CEC1}" dt="2026-01-12T16:27:14.828" v="37"/>
          <ac:grpSpMkLst>
            <pc:docMk/>
            <pc:sldMk cId="3073370984" sldId="276"/>
            <ac:grpSpMk id="16" creationId="{C5BEF0CF-27C4-E204-EC7D-AEFFB2BF60EF}"/>
          </ac:grpSpMkLst>
        </pc:grpChg>
        <pc:inkChg chg="add">
          <ac:chgData name="Rodica Ioana Lung" userId="64ee56e8d7162e1e" providerId="LiveId" clId="{0F6830A5-18AB-4F1B-8BBB-DA235794CEC1}" dt="2026-01-12T16:26:45.187" v="25" actId="9405"/>
          <ac:inkMkLst>
            <pc:docMk/>
            <pc:sldMk cId="3073370984" sldId="276"/>
            <ac:inkMk id="4" creationId="{BB631A01-AE20-F426-BBC3-AB2AF11F1168}"/>
          </ac:inkMkLst>
        </pc:inkChg>
        <pc:inkChg chg="add">
          <ac:chgData name="Rodica Ioana Lung" userId="64ee56e8d7162e1e" providerId="LiveId" clId="{0F6830A5-18AB-4F1B-8BBB-DA235794CEC1}" dt="2026-01-12T16:26:46.737" v="26" actId="9405"/>
          <ac:inkMkLst>
            <pc:docMk/>
            <pc:sldMk cId="3073370984" sldId="276"/>
            <ac:inkMk id="5" creationId="{0DCDC457-18C0-EE1E-DEF9-A02DA4A12CC5}"/>
          </ac:inkMkLst>
        </pc:inkChg>
        <pc:inkChg chg="add">
          <ac:chgData name="Rodica Ioana Lung" userId="64ee56e8d7162e1e" providerId="LiveId" clId="{0F6830A5-18AB-4F1B-8BBB-DA235794CEC1}" dt="2026-01-12T16:26:48.564" v="27" actId="9405"/>
          <ac:inkMkLst>
            <pc:docMk/>
            <pc:sldMk cId="3073370984" sldId="276"/>
            <ac:inkMk id="6" creationId="{F701FC2C-099C-14B1-856B-1E7C626C2F94}"/>
          </ac:inkMkLst>
        </pc:inkChg>
        <pc:inkChg chg="add">
          <ac:chgData name="Rodica Ioana Lung" userId="64ee56e8d7162e1e" providerId="LiveId" clId="{0F6830A5-18AB-4F1B-8BBB-DA235794CEC1}" dt="2026-01-12T16:26:50.611" v="28" actId="9405"/>
          <ac:inkMkLst>
            <pc:docMk/>
            <pc:sldMk cId="3073370984" sldId="276"/>
            <ac:inkMk id="7" creationId="{ED86F648-5101-F27D-D7FF-7C61705E811D}"/>
          </ac:inkMkLst>
        </pc:inkChg>
        <pc:inkChg chg="add mod">
          <ac:chgData name="Rodica Ioana Lung" userId="64ee56e8d7162e1e" providerId="LiveId" clId="{0F6830A5-18AB-4F1B-8BBB-DA235794CEC1}" dt="2026-01-12T16:26:53.865" v="31"/>
          <ac:inkMkLst>
            <pc:docMk/>
            <pc:sldMk cId="3073370984" sldId="276"/>
            <ac:inkMk id="8" creationId="{EACE9C7C-7ED5-C3B6-E1FF-26BA6CEBEAE1}"/>
          </ac:inkMkLst>
        </pc:inkChg>
        <pc:inkChg chg="add mod">
          <ac:chgData name="Rodica Ioana Lung" userId="64ee56e8d7162e1e" providerId="LiveId" clId="{0F6830A5-18AB-4F1B-8BBB-DA235794CEC1}" dt="2026-01-12T16:26:53.865" v="31"/>
          <ac:inkMkLst>
            <pc:docMk/>
            <pc:sldMk cId="3073370984" sldId="276"/>
            <ac:inkMk id="9" creationId="{079CC35D-E553-3562-F4E4-A608C5239E5E}"/>
          </ac:inkMkLst>
        </pc:inkChg>
        <pc:inkChg chg="add mod">
          <ac:chgData name="Rodica Ioana Lung" userId="64ee56e8d7162e1e" providerId="LiveId" clId="{0F6830A5-18AB-4F1B-8BBB-DA235794CEC1}" dt="2026-01-12T16:27:11.639" v="34"/>
          <ac:inkMkLst>
            <pc:docMk/>
            <pc:sldMk cId="3073370984" sldId="276"/>
            <ac:inkMk id="11" creationId="{216C0BFB-CE64-6EC2-0C37-FF941ABE8AEF}"/>
          </ac:inkMkLst>
        </pc:inkChg>
        <pc:inkChg chg="add mod">
          <ac:chgData name="Rodica Ioana Lung" userId="64ee56e8d7162e1e" providerId="LiveId" clId="{0F6830A5-18AB-4F1B-8BBB-DA235794CEC1}" dt="2026-01-12T16:27:11.639" v="34"/>
          <ac:inkMkLst>
            <pc:docMk/>
            <pc:sldMk cId="3073370984" sldId="276"/>
            <ac:inkMk id="12" creationId="{349C43C3-D178-6877-4444-B8E88D570AE3}"/>
          </ac:inkMkLst>
        </pc:inkChg>
        <pc:inkChg chg="add mod">
          <ac:chgData name="Rodica Ioana Lung" userId="64ee56e8d7162e1e" providerId="LiveId" clId="{0F6830A5-18AB-4F1B-8BBB-DA235794CEC1}" dt="2026-01-12T16:27:14.828" v="37"/>
          <ac:inkMkLst>
            <pc:docMk/>
            <pc:sldMk cId="3073370984" sldId="276"/>
            <ac:inkMk id="14" creationId="{0F537E4E-92F4-AE7B-2BB4-83FD3000DB05}"/>
          </ac:inkMkLst>
        </pc:inkChg>
        <pc:inkChg chg="add mod">
          <ac:chgData name="Rodica Ioana Lung" userId="64ee56e8d7162e1e" providerId="LiveId" clId="{0F6830A5-18AB-4F1B-8BBB-DA235794CEC1}" dt="2026-01-12T16:27:14.828" v="37"/>
          <ac:inkMkLst>
            <pc:docMk/>
            <pc:sldMk cId="3073370984" sldId="276"/>
            <ac:inkMk id="15" creationId="{9E4D54C5-DD4F-FF5A-5A2E-6B17B9F47A06}"/>
          </ac:inkMkLst>
        </pc:inkChg>
        <pc:inkChg chg="add">
          <ac:chgData name="Rodica Ioana Lung" userId="64ee56e8d7162e1e" providerId="LiveId" clId="{0F6830A5-18AB-4F1B-8BBB-DA235794CEC1}" dt="2026-01-12T16:29:42.847" v="38" actId="9405"/>
          <ac:inkMkLst>
            <pc:docMk/>
            <pc:sldMk cId="3073370984" sldId="276"/>
            <ac:inkMk id="17" creationId="{E4C55724-22BB-4644-4C5D-7C152F145814}"/>
          </ac:inkMkLst>
        </pc:inkChg>
        <pc:inkChg chg="add">
          <ac:chgData name="Rodica Ioana Lung" userId="64ee56e8d7162e1e" providerId="LiveId" clId="{0F6830A5-18AB-4F1B-8BBB-DA235794CEC1}" dt="2026-01-12T16:29:43.979" v="39" actId="9405"/>
          <ac:inkMkLst>
            <pc:docMk/>
            <pc:sldMk cId="3073370984" sldId="276"/>
            <ac:inkMk id="18" creationId="{8C7CDF4E-059B-E821-DE35-075716691561}"/>
          </ac:inkMkLst>
        </pc:inkChg>
        <pc:inkChg chg="add">
          <ac:chgData name="Rodica Ioana Lung" userId="64ee56e8d7162e1e" providerId="LiveId" clId="{0F6830A5-18AB-4F1B-8BBB-DA235794CEC1}" dt="2026-01-12T16:29:45.161" v="40" actId="9405"/>
          <ac:inkMkLst>
            <pc:docMk/>
            <pc:sldMk cId="3073370984" sldId="276"/>
            <ac:inkMk id="19" creationId="{CC047B24-956A-B0B2-A362-3E63B67B85CC}"/>
          </ac:inkMkLst>
        </pc:inkChg>
      </pc:sldChg>
      <pc:sldChg chg="addSp delSp modSp mod">
        <pc:chgData name="Rodica Ioana Lung" userId="64ee56e8d7162e1e" providerId="LiveId" clId="{0F6830A5-18AB-4F1B-8BBB-DA235794CEC1}" dt="2026-01-12T16:42:57.124" v="245" actId="9405"/>
        <pc:sldMkLst>
          <pc:docMk/>
          <pc:sldMk cId="390366248" sldId="277"/>
        </pc:sldMkLst>
        <pc:grpChg chg="del mod">
          <ac:chgData name="Rodica Ioana Lung" userId="64ee56e8d7162e1e" providerId="LiveId" clId="{0F6830A5-18AB-4F1B-8BBB-DA235794CEC1}" dt="2026-01-12T16:41:41.224" v="229"/>
          <ac:grpSpMkLst>
            <pc:docMk/>
            <pc:sldMk cId="390366248" sldId="277"/>
            <ac:grpSpMk id="10" creationId="{A967D23D-47CF-0EBD-CE3F-AC9368149A10}"/>
          </ac:grpSpMkLst>
        </pc:grpChg>
        <pc:grpChg chg="mod">
          <ac:chgData name="Rodica Ioana Lung" userId="64ee56e8d7162e1e" providerId="LiveId" clId="{0F6830A5-18AB-4F1B-8BBB-DA235794CEC1}" dt="2026-01-12T16:41:41.224" v="229"/>
          <ac:grpSpMkLst>
            <pc:docMk/>
            <pc:sldMk cId="390366248" sldId="277"/>
            <ac:grpSpMk id="13" creationId="{DBC5D7F9-F8CF-4DCE-8754-16D7E76EC8DB}"/>
          </ac:grpSpMkLst>
        </pc:grpChg>
        <pc:grpChg chg="mod">
          <ac:chgData name="Rodica Ioana Lung" userId="64ee56e8d7162e1e" providerId="LiveId" clId="{0F6830A5-18AB-4F1B-8BBB-DA235794CEC1}" dt="2026-01-12T16:42:21.923" v="232"/>
          <ac:grpSpMkLst>
            <pc:docMk/>
            <pc:sldMk cId="390366248" sldId="277"/>
            <ac:grpSpMk id="16" creationId="{1784C226-0548-F419-DE92-A7084810A99E}"/>
          </ac:grpSpMkLst>
        </pc:grpChg>
        <pc:grpChg chg="mod">
          <ac:chgData name="Rodica Ioana Lung" userId="64ee56e8d7162e1e" providerId="LiveId" clId="{0F6830A5-18AB-4F1B-8BBB-DA235794CEC1}" dt="2026-01-12T16:42:30.146" v="235"/>
          <ac:grpSpMkLst>
            <pc:docMk/>
            <pc:sldMk cId="390366248" sldId="277"/>
            <ac:grpSpMk id="19" creationId="{0986F60B-58DB-A887-85F7-47AF673D12DF}"/>
          </ac:grpSpMkLst>
        </pc:grpChg>
        <pc:grpChg chg="del mod">
          <ac:chgData name="Rodica Ioana Lung" userId="64ee56e8d7162e1e" providerId="LiveId" clId="{0F6830A5-18AB-4F1B-8BBB-DA235794CEC1}" dt="2026-01-12T16:42:43.115" v="240"/>
          <ac:grpSpMkLst>
            <pc:docMk/>
            <pc:sldMk cId="390366248" sldId="277"/>
            <ac:grpSpMk id="22" creationId="{45BFD041-7C1A-3772-1A1D-79F0E06BC8F7}"/>
          </ac:grpSpMkLst>
        </pc:grpChg>
        <pc:grpChg chg="mod">
          <ac:chgData name="Rodica Ioana Lung" userId="64ee56e8d7162e1e" providerId="LiveId" clId="{0F6830A5-18AB-4F1B-8BBB-DA235794CEC1}" dt="2026-01-12T16:42:43.115" v="240"/>
          <ac:grpSpMkLst>
            <pc:docMk/>
            <pc:sldMk cId="390366248" sldId="277"/>
            <ac:grpSpMk id="24" creationId="{01319D8A-81C6-C9FC-2566-8C63211B9D8D}"/>
          </ac:grpSpMkLst>
        </pc:grpChg>
        <pc:grpChg chg="mod">
          <ac:chgData name="Rodica Ioana Lung" userId="64ee56e8d7162e1e" providerId="LiveId" clId="{0F6830A5-18AB-4F1B-8BBB-DA235794CEC1}" dt="2026-01-12T16:42:45.594" v="244"/>
          <ac:grpSpMkLst>
            <pc:docMk/>
            <pc:sldMk cId="390366248" sldId="277"/>
            <ac:grpSpMk id="28" creationId="{1588DA77-84EE-0C4E-6B2B-C7191757FFFD}"/>
          </ac:grpSpMkLst>
        </pc:grpChg>
        <pc:inkChg chg="add">
          <ac:chgData name="Rodica Ioana Lung" userId="64ee56e8d7162e1e" providerId="LiveId" clId="{0F6830A5-18AB-4F1B-8BBB-DA235794CEC1}" dt="2026-01-12T16:41:09.850" v="217" actId="9405"/>
          <ac:inkMkLst>
            <pc:docMk/>
            <pc:sldMk cId="390366248" sldId="277"/>
            <ac:inkMk id="2" creationId="{626B6D72-959C-C34C-B564-481E0D1F2EEE}"/>
          </ac:inkMkLst>
        </pc:inkChg>
        <pc:inkChg chg="add">
          <ac:chgData name="Rodica Ioana Lung" userId="64ee56e8d7162e1e" providerId="LiveId" clId="{0F6830A5-18AB-4F1B-8BBB-DA235794CEC1}" dt="2026-01-12T16:41:14.693" v="218" actId="9405"/>
          <ac:inkMkLst>
            <pc:docMk/>
            <pc:sldMk cId="390366248" sldId="277"/>
            <ac:inkMk id="3" creationId="{C06A250D-2A16-48A8-C280-549412A41CC5}"/>
          </ac:inkMkLst>
        </pc:inkChg>
        <pc:inkChg chg="add">
          <ac:chgData name="Rodica Ioana Lung" userId="64ee56e8d7162e1e" providerId="LiveId" clId="{0F6830A5-18AB-4F1B-8BBB-DA235794CEC1}" dt="2026-01-12T16:41:14.893" v="219" actId="9405"/>
          <ac:inkMkLst>
            <pc:docMk/>
            <pc:sldMk cId="390366248" sldId="277"/>
            <ac:inkMk id="5" creationId="{D1A7412C-54E7-0480-064F-8D8D225C54A0}"/>
          </ac:inkMkLst>
        </pc:inkChg>
        <pc:inkChg chg="add">
          <ac:chgData name="Rodica Ioana Lung" userId="64ee56e8d7162e1e" providerId="LiveId" clId="{0F6830A5-18AB-4F1B-8BBB-DA235794CEC1}" dt="2026-01-12T16:41:21.686" v="220" actId="9405"/>
          <ac:inkMkLst>
            <pc:docMk/>
            <pc:sldMk cId="390366248" sldId="277"/>
            <ac:inkMk id="7" creationId="{C824B404-321B-6A0B-5928-09FB3B2E7E2B}"/>
          </ac:inkMkLst>
        </pc:inkChg>
        <pc:inkChg chg="add mod">
          <ac:chgData name="Rodica Ioana Lung" userId="64ee56e8d7162e1e" providerId="LiveId" clId="{0F6830A5-18AB-4F1B-8BBB-DA235794CEC1}" dt="2026-01-12T16:41:41.224" v="229"/>
          <ac:inkMkLst>
            <pc:docMk/>
            <pc:sldMk cId="390366248" sldId="277"/>
            <ac:inkMk id="8" creationId="{91917C5D-AFFC-68C0-3E3A-A8C8788A0347}"/>
          </ac:inkMkLst>
        </pc:inkChg>
        <pc:inkChg chg="add mod">
          <ac:chgData name="Rodica Ioana Lung" userId="64ee56e8d7162e1e" providerId="LiveId" clId="{0F6830A5-18AB-4F1B-8BBB-DA235794CEC1}" dt="2026-01-12T16:41:41.224" v="229"/>
          <ac:inkMkLst>
            <pc:docMk/>
            <pc:sldMk cId="390366248" sldId="277"/>
            <ac:inkMk id="9" creationId="{1CF73B85-8EF4-9A55-33DE-700BCF043071}"/>
          </ac:inkMkLst>
        </pc:inkChg>
        <pc:inkChg chg="add mod">
          <ac:chgData name="Rodica Ioana Lung" userId="64ee56e8d7162e1e" providerId="LiveId" clId="{0F6830A5-18AB-4F1B-8BBB-DA235794CEC1}" dt="2026-01-12T16:41:41.224" v="229"/>
          <ac:inkMkLst>
            <pc:docMk/>
            <pc:sldMk cId="390366248" sldId="277"/>
            <ac:inkMk id="11" creationId="{C7BED3F2-4FCA-12D5-3D93-DFC873CDFEBD}"/>
          </ac:inkMkLst>
        </pc:inkChg>
        <pc:inkChg chg="add mod">
          <ac:chgData name="Rodica Ioana Lung" userId="64ee56e8d7162e1e" providerId="LiveId" clId="{0F6830A5-18AB-4F1B-8BBB-DA235794CEC1}" dt="2026-01-12T16:41:41.224" v="229"/>
          <ac:inkMkLst>
            <pc:docMk/>
            <pc:sldMk cId="390366248" sldId="277"/>
            <ac:inkMk id="12" creationId="{30073622-A603-9A1F-5A77-BDD039E61FE3}"/>
          </ac:inkMkLst>
        </pc:inkChg>
        <pc:inkChg chg="add mod">
          <ac:chgData name="Rodica Ioana Lung" userId="64ee56e8d7162e1e" providerId="LiveId" clId="{0F6830A5-18AB-4F1B-8BBB-DA235794CEC1}" dt="2026-01-12T16:42:21.923" v="232"/>
          <ac:inkMkLst>
            <pc:docMk/>
            <pc:sldMk cId="390366248" sldId="277"/>
            <ac:inkMk id="14" creationId="{B09B5777-CF55-0485-1544-6EC87ED492B2}"/>
          </ac:inkMkLst>
        </pc:inkChg>
        <pc:inkChg chg="add mod">
          <ac:chgData name="Rodica Ioana Lung" userId="64ee56e8d7162e1e" providerId="LiveId" clId="{0F6830A5-18AB-4F1B-8BBB-DA235794CEC1}" dt="2026-01-12T16:42:21.923" v="232"/>
          <ac:inkMkLst>
            <pc:docMk/>
            <pc:sldMk cId="390366248" sldId="277"/>
            <ac:inkMk id="15" creationId="{EE89C0DA-0866-12A5-303D-529B06B9F399}"/>
          </ac:inkMkLst>
        </pc:inkChg>
        <pc:inkChg chg="add mod">
          <ac:chgData name="Rodica Ioana Lung" userId="64ee56e8d7162e1e" providerId="LiveId" clId="{0F6830A5-18AB-4F1B-8BBB-DA235794CEC1}" dt="2026-01-12T16:42:30.146" v="235"/>
          <ac:inkMkLst>
            <pc:docMk/>
            <pc:sldMk cId="390366248" sldId="277"/>
            <ac:inkMk id="17" creationId="{653AD2DD-A5A5-1269-C098-E8F800D487FC}"/>
          </ac:inkMkLst>
        </pc:inkChg>
        <pc:inkChg chg="add mod">
          <ac:chgData name="Rodica Ioana Lung" userId="64ee56e8d7162e1e" providerId="LiveId" clId="{0F6830A5-18AB-4F1B-8BBB-DA235794CEC1}" dt="2026-01-12T16:42:30.146" v="235"/>
          <ac:inkMkLst>
            <pc:docMk/>
            <pc:sldMk cId="390366248" sldId="277"/>
            <ac:inkMk id="18" creationId="{3E69579D-A415-4419-5F2C-D396E697524F}"/>
          </ac:inkMkLst>
        </pc:inkChg>
        <pc:inkChg chg="add mod">
          <ac:chgData name="Rodica Ioana Lung" userId="64ee56e8d7162e1e" providerId="LiveId" clId="{0F6830A5-18AB-4F1B-8BBB-DA235794CEC1}" dt="2026-01-12T16:42:43.115" v="240"/>
          <ac:inkMkLst>
            <pc:docMk/>
            <pc:sldMk cId="390366248" sldId="277"/>
            <ac:inkMk id="20" creationId="{4603B546-DCAC-0468-87D2-A600F078F420}"/>
          </ac:inkMkLst>
        </pc:inkChg>
        <pc:inkChg chg="add mod">
          <ac:chgData name="Rodica Ioana Lung" userId="64ee56e8d7162e1e" providerId="LiveId" clId="{0F6830A5-18AB-4F1B-8BBB-DA235794CEC1}" dt="2026-01-12T16:42:43.115" v="240"/>
          <ac:inkMkLst>
            <pc:docMk/>
            <pc:sldMk cId="390366248" sldId="277"/>
            <ac:inkMk id="21" creationId="{AF630056-3345-E3BC-1EF5-9E584AA58FFF}"/>
          </ac:inkMkLst>
        </pc:inkChg>
        <pc:inkChg chg="add mod">
          <ac:chgData name="Rodica Ioana Lung" userId="64ee56e8d7162e1e" providerId="LiveId" clId="{0F6830A5-18AB-4F1B-8BBB-DA235794CEC1}" dt="2026-01-12T16:42:43.115" v="240"/>
          <ac:inkMkLst>
            <pc:docMk/>
            <pc:sldMk cId="390366248" sldId="277"/>
            <ac:inkMk id="23" creationId="{183624DF-5C22-7B47-F827-31AE5237CF07}"/>
          </ac:inkMkLst>
        </pc:inkChg>
        <pc:inkChg chg="add mod">
          <ac:chgData name="Rodica Ioana Lung" userId="64ee56e8d7162e1e" providerId="LiveId" clId="{0F6830A5-18AB-4F1B-8BBB-DA235794CEC1}" dt="2026-01-12T16:42:45.594" v="244"/>
          <ac:inkMkLst>
            <pc:docMk/>
            <pc:sldMk cId="390366248" sldId="277"/>
            <ac:inkMk id="25" creationId="{3F206E0D-F7C1-9054-EBB9-51D4CAEEB091}"/>
          </ac:inkMkLst>
        </pc:inkChg>
        <pc:inkChg chg="add mod">
          <ac:chgData name="Rodica Ioana Lung" userId="64ee56e8d7162e1e" providerId="LiveId" clId="{0F6830A5-18AB-4F1B-8BBB-DA235794CEC1}" dt="2026-01-12T16:42:45.594" v="244"/>
          <ac:inkMkLst>
            <pc:docMk/>
            <pc:sldMk cId="390366248" sldId="277"/>
            <ac:inkMk id="26" creationId="{06DE802B-D082-2A35-89E4-51F2FDB18315}"/>
          </ac:inkMkLst>
        </pc:inkChg>
        <pc:inkChg chg="add">
          <ac:chgData name="Rodica Ioana Lung" userId="64ee56e8d7162e1e" providerId="LiveId" clId="{0F6830A5-18AB-4F1B-8BBB-DA235794CEC1}" dt="2026-01-12T16:42:44.961" v="243" actId="9405"/>
          <ac:inkMkLst>
            <pc:docMk/>
            <pc:sldMk cId="390366248" sldId="277"/>
            <ac:inkMk id="27" creationId="{96034200-ECE7-96CB-D92E-91EB4FE13DE8}"/>
          </ac:inkMkLst>
        </pc:inkChg>
        <pc:inkChg chg="add">
          <ac:chgData name="Rodica Ioana Lung" userId="64ee56e8d7162e1e" providerId="LiveId" clId="{0F6830A5-18AB-4F1B-8BBB-DA235794CEC1}" dt="2026-01-12T16:42:57.124" v="245" actId="9405"/>
          <ac:inkMkLst>
            <pc:docMk/>
            <pc:sldMk cId="390366248" sldId="277"/>
            <ac:inkMk id="29" creationId="{806B8406-08B8-0833-F327-616AB3AE25BA}"/>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16:20.547"/>
    </inkml:context>
    <inkml:brush xml:id="br0">
      <inkml:brushProperty name="width" value="0.025" units="cm"/>
      <inkml:brushProperty name="height" value="0.025" units="cm"/>
    </inkml:brush>
  </inkml:definitions>
  <inkml:trace contextRef="#ctx0" brushRef="#br0">12 315 1887 0 0,'0'-2'61'0'0,"0"1"-54"0"0,1 0 0 0 0,-1 0 0 0 0,0 0 0 0 0,0 0 0 0 0,0 0 0 0 0,0 0 0 0 0,-1 1 0 0 0,1-1 0 0 0,0 0 0 0 0,0 0-1 0 0,0 0 1 0 0,-1 0 0 0 0,1 0 0 0 0,0 0 0 0 0,-1 0 0 0 0,0 0 0 0 0,0 1-4 0 0,1 0 0 0 0,-1 1 1 0 0,1-1-1 0 0,-1 0 0 0 0,1 1 0 0 0,-1-1 0 0 0,0 1 0 0 0,1-1 0 0 0,0 1 1 0 0,-1-1-1 0 0,1 1 0 0 0,-1-1 0 0 0,1 1 0 0 0,0-1 0 0 0,-1 1 0 0 0,1 0 0 0 0,0 8-3 0 0,0-7 0 0 0,0 0 0 0 0,1 0 0 0 0,-1-1 0 0 0,1 1 0 0 0,0 0 0 0 0,0-1 0 0 0,-1 1 0 0 0,1 0 0 0 0,0-1 0 0 0,0 1 0 0 0,1-1 0 0 0,-1 1 0 0 0,0-1 0 0 0,0 0 0 0 0,1 1 0 0 0,-1-1 0 0 0,1 0 0 0 0,-1 0 0 0 0,1 0 0 0 0,-1 0 0 0 0,1 0 0 0 0,0 0 0 0 0,-1-1 0 0 0,5 2 0 0 0,20 5 0 0 0,108 23 0 0 0,-107-26 0 0 0,1-1 0 0 0,42-1 0 0 0,58-9 0 0 0,-85 3 0 0 0,157-9 0 0 0,226-19 0 0 0,342-22 0 0 0,-246 23 0 0 0,190-2 0 0 0,-307 19 0 0 0,2-18 0 0 0,-387 30 0 0 0,232-20 0 0 0,370-27 0 0 0,521 27 0 0 0,371 11 0 0 0,-880-31 0 0 0,-622 41 0 0 0,65-6-186 0 0,137-10 656 0 0,-1 15-1776 0 0,-200 3 1059 0 0,65 6-151 0 0,-68-6 387 0 0,0 1 1 0 0,1 0 0 0 0,-1 1 0 0 0,0 0-1 0 0,11 6 1 0 0,-20-9 3 0 0,0 1-1 0 0,0-1 0 0 0,0 1 1 0 0,-1 0-1 0 0,1-1 0 0 0,0 1 1 0 0,0 0-1 0 0,-1-1 0 0 0,1 1 1 0 0,0 0-1 0 0,-1 0 1 0 0,2 1-1 0 0,-2-1 16 0 0,0-1 1 0 0,0 0 0 0 0,0 1-1 0 0,0-1 1 0 0,1 1-1 0 0,-1-1 1 0 0,0 0-1 0 0,0 1 1 0 0,0-1-1 0 0,0 1 1 0 0,0-1-1 0 0,0 0 1 0 0,0 1-1 0 0,-1-1 1 0 0,1 1-1 0 0,0-1 1 0 0,0 0-1 0 0,0 1 1 0 0,0-1-1 0 0,0 0 1 0 0,-1 1-1 0 0,1-1 1 0 0,0 1-1 0 0,0-1 1 0 0,-1 0-1 0 0,1 0 1 0 0,0 1-1 0 0,0-1 1 0 0,-1 0-1 0 0,1 1 1 0 0,0-1-1 0 0,-1 0 1 0 0,1 0-1 0 0,-1 1 1 0 0,-11 3 393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16:36.427"/>
    </inkml:context>
    <inkml:brush xml:id="br0">
      <inkml:brushProperty name="width" value="0.05" units="cm"/>
      <inkml:brushProperty name="height" value="0.05" units="cm"/>
      <inkml:brushProperty name="color" value="#004F8B"/>
    </inkml:brush>
  </inkml:definitions>
  <inkml:trace contextRef="#ctx0" brushRef="#br0">1 165 1663 0 0,'8'-3'51'0'0,"-5"1"-40"0"0,0 0 1 0 0,1 1-1 0 0,-1 0 0 0 0,0 0 0 0 0,1 0 1 0 0,-1 0-1 0 0,1 0 0 0 0,6 1 0 0 0,35 1-11 0 0,-20 0 0 0 0,30-2 0 0 0,359-19 0 0 0,109-8 0 0 0,-1-20 0 0 0,-248 22 0 0 0,-170 16 0 0 0,138-11 0 0 0,1 21 0 0 0,-73 17 0 0 0,-115-12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16:30.813"/>
    </inkml:context>
    <inkml:brush xml:id="br0">
      <inkml:brushProperty name="width" value="0.05" units="cm"/>
      <inkml:brushProperty name="height" value="0.05" units="cm"/>
      <inkml:brushProperty name="color" value="#004F8B"/>
    </inkml:brush>
  </inkml:definitions>
  <inkml:trace contextRef="#ctx0" brushRef="#br0">1243 43 1375 0 0,'-60'-1'64'0'0,"-104"11"0"0"0,100-2-51 0 0,1 3 0 0 0,0 2 0 0 0,1 4 0 0 0,-110 44-1 0 0,86-24 2 0 0,37-17 3 0 0,1 2 0 0 0,-53 32-1 0 0,69-33-22 0 0,1 1 0 0 0,2 1-1 0 0,0 2 1 0 0,-26 28-1 0 0,42-39 5 0 0,2 1-1 0 0,0-1 0 0 0,0 2 0 0 0,1 0 0 0 0,1 0 0 0 0,1 1 0 0 0,0 0 0 0 0,1 0 0 0 0,1 0 0 0 0,-5 24 0 0 0,-1 30 23 0 0,3 0 0 0 0,0 111 0 0 0,9-163-22 0 0,1-1 0 0 0,1 0-1 0 0,0 1 1 0 0,2-1-1 0 0,0 0 1 0 0,9 24-1 0 0,-9-31 0 0 0,1 0 0 0 0,1 0 0 0 0,0 0 0 0 0,0-1 0 0 0,1 0-1 0 0,0 0 1 0 0,1-1 0 0 0,0 1 0 0 0,1-2 0 0 0,15 14-1 0 0,1-4 0 0 0,1-1 0 0 0,2-1 0 0 0,-1-1 0 0 0,2-2 0 0 0,-1 0 0 0 0,2-2 0 0 0,57 13 0 0 0,-3-8-12 0 0,140 8 0 0 0,-177-21 16 0 0,1-2 0 0 0,-1-2 0 0 0,1-3 0 0 0,-1-1 0 0 0,91-23 0 0 0,-115 21 0 0 0,0 0 0 0 0,0-1 0 0 0,-1-2 0 0 0,0 0 0 0 0,-1-1 0 0 0,0-1 0 0 0,-1-1 0 0 0,21-18 0 0 0,-25 18 5 0 0,-1-2 0 0 0,-1 1-1 0 0,0-2 1 0 0,-1 0 0 0 0,-1-1-1 0 0,-1 0 1 0 0,0 0 0 0 0,-1-1-1 0 0,-1-1 1 0 0,-1 0 0 0 0,0 0-1 0 0,-2 0 1 0 0,0-1 0 0 0,-1 0-1 0 0,3-25 1 0 0,-3-1-12 0 0,-1 0 0 0 0,-3 0 0 0 0,-2 0 0 0 0,-1 0 0 0 0,-13-62-1 0 0,7 71 8 0 0,-3 1 0 0 0,-16-39 0 0 0,-37-67 0 0 0,49 110 0 0 0,6 14 8 0 0,0-1 0 0 0,-2 1 0 0 0,-21-28 0 0 0,25 38-4 0 0,-1-1 0 0 0,0 2-1 0 0,0-1 1 0 0,-1 1-1 0 0,0 0 1 0 0,0 0-1 0 0,-1 1 1 0 0,-14-7-1 0 0,-76-27-2 0 0,63 26-5 0 0,1-1 0 0 0,-50-28-1 0 0,86 43 4 0 0,0 0 0 0 0,-1 0 0 0 0,1 0 0 0 0,0 0 0 0 0,0 0 0 0 0,0 0 0 0 0,0 0 0 0 0,0 0 0 0 0,0 0 0 0 0,-1 0 0 0 0,1 0 0 0 0,0 0 0 0 0,0 0 0 0 0,0 0 0 0 0,0 0 0 0 0,0 0 0 0 0,0-1 0 0 0,0 1 0 0 0,0 0 0 0 0,-1 0 0 0 0,1 0 0 0 0,0 0 0 0 0,0 0 0 0 0,0 0 0 0 0,0 0 0 0 0,0 0-1 0 0,0 0 1 0 0,0 0 0 0 0,0-1 0 0 0,0 1 0 0 0,0 0 0 0 0,0 0 0 0 0,0 0 0 0 0,-1 0 0 0 0,1 0 0 0 0,0 0 0 0 0,0 0 0 0 0,0-1 0 0 0,0 1 0 0 0,0 0 0 0 0,0 0 0 0 0,0 0 0 0 0,0 0 0 0 0,0 0 0 0 0,0 0 0 0 0,0-1 0 0 0,0 1 0 0 0,0 0 0 0 0,1 0 0 0 0,-1 0 0 0 0,0 0 0 0 0,0 0 0 0 0,0 0-1 0 0,0 0 1 0 0,0-1 0 0 0,0 1 0 0 0,0 0 0 0 0,0 0 0 0 0,0 0 0 0 0,0 0 0 0 0,1 0 0 0 0,9-2 7 0 0,-1 1-18 0 0,8-3-42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16:33.415"/>
    </inkml:context>
    <inkml:brush xml:id="br0">
      <inkml:brushProperty name="width" value="0.05" units="cm"/>
      <inkml:brushProperty name="height" value="0.05" units="cm"/>
      <inkml:brushProperty name="color" value="#004F8B"/>
    </inkml:brush>
  </inkml:definitions>
  <inkml:trace contextRef="#ctx0" brushRef="#br0">1 177 1295 0 0,'26'-6'22'0'0,"0"0"0"0"0,1 2-1 0 0,0 1 1 0 0,40 1 0 0 0,-3-1 45 0 0,-30-1-67 0 0,60-16 0 0 0,-42 8 0 0 0,29-4 0 0 0,0 3 0 0 0,144-5 0 0 0,143-1 0 0 0,-221 8 32 0 0,171 10 0 0 0,-230 0-32 0 0,109-14 0 0 0,-111 6 0 0 0,74 2 0 0 0,-1 1 0 0 0,-147 6 0 0 0,-20 4 0 0 0,-4 2 0 0 0,7 3 0 0 0,1 14 0 0 0,4-23 0 0 0,0 1 0 0 0,0 0 0 0 0,0 0 0 0 0,0 0 0 0 0,0-1 0 0 0,0 1 0 0 0,1 0 0 0 0,-1 0 0 0 0,0 0 0 0 0,0-1 0 0 0,1 1 0 0 0,-1 0 0 0 0,1 1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17:00.146"/>
    </inkml:context>
    <inkml:brush xml:id="br0">
      <inkml:brushProperty name="width" value="0.05" units="cm"/>
      <inkml:brushProperty name="height" value="0.05" units="cm"/>
      <inkml:brushProperty name="color" value="#004F8B"/>
    </inkml:brush>
  </inkml:definitions>
  <inkml:trace contextRef="#ctx0" brushRef="#br0">49 179 1663 0 0,'-7'3'38'0'0,"5"-3"-32"0"0,-1 1 0 0 0,1 0 1 0 0,0 0-1 0 0,0 0 0 0 0,0 0 1 0 0,0 0-1 0 0,0 0 1 0 0,0 1-1 0 0,0-1 0 0 0,1 1 1 0 0,-1-1-1 0 0,0 1 1 0 0,1 0-1 0 0,-1 0 0 0 0,1-1 1 0 0,0 1-1 0 0,-2 3 0 0 0,1-1-6 0 0,1-3 0 0 0,0 0 0 0 0,1 0 0 0 0,-1-1 0 0 0,1 1 0 0 0,0 0 0 0 0,-1 0 0 0 0,1 0 0 0 0,0 0 0 0 0,-1 0 0 0 0,1 0 0 0 0,0-1 0 0 0,0 3 0 0 0,4 2 0 0 0,10-3 0 0 0,183-15 0 0 0,-56 1 0 0 0,-48 7 0 0 0,247-25 0 0 0,223-56 0 0 0,-300 38 0 0 0,-218 38 0 0 0,-2 1 0 0 0,54-11 0 0 0,-97 20 0 0 0,0 1 0 0 0,0-1 0 0 0,0 0 0 0 0,0 0 0 0 0,0 0 0 0 0,0 0 0 0 0,0 0 0 0 0,0 0 0 0 0,0 0 0 0 0,0 0 0 0 0,0 0 0 0 0,0 0 0 0 0,0 0 0 0 0,0 0 0 0 0,0 0 0 0 0,0 0 0 0 0,0 0 0 0 0,0 1 0 0 0,0-1 0 0 0,0 0 0 0 0,0 0 0 0 0,0 0 0 0 0,0 0 0 0 0,0 0 0 0 0,0 0 0 0 0,0 0 0 0 0,0 0 0 0 0,0 0 0 0 0,0 0 0 0 0,0 0 0 0 0,0 0 0 0 0,0 0 0 0 0,1 0 0 0 0,-1 0 0 0 0,0 0 0 0 0,0 0 0 0 0,0 0 0 0 0,0 0 0 0 0,0 0 0 0 0,-11 7 0 0 0,-16 5 0 0 0,-9 5 0 0 0,17-7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17:00.790"/>
    </inkml:context>
    <inkml:brush xml:id="br0">
      <inkml:brushProperty name="width" value="0.05" units="cm"/>
      <inkml:brushProperty name="height" value="0.05" units="cm"/>
      <inkml:brushProperty name="color" value="#004F8B"/>
    </inkml:brush>
  </inkml:definitions>
  <inkml:trace contextRef="#ctx0" brushRef="#br0">482 1 1823 0 0,'3'0'0'0'0,"1"0"0"0"0,-1 0 0 0 0,0-1 0 0 0,0 2 0 0 0,1-1 0 0 0,-1 0 0 0 0,0 1 0 0 0,0-1 0 0 0,0 1 0 0 0,1 0 0 0 0,-1 0 0 0 0,0 1 0 0 0,3 1 0 0 0,14 4 0 0 0,36 3 0 0 0,58 2 0 0 0,-3-1 0 0 0,-61-3 0 0 0,133 13 0 0 0,-176-20 0 0 0,1 0 0 0 0,-1 0 0 0 0,0 0 0 0 0,1 1 0 0 0,-1 0 0 0 0,0 0 0 0 0,0 1 0 0 0,11 5 0 0 0,-16-7 0 0 0,0 0 0 0 0,-1 0 0 0 0,1 0 0 0 0,-1 0 0 0 0,1 1 0 0 0,-1-1 0 0 0,1 0 0 0 0,-1 1 0 0 0,0-1 0 0 0,0 1 0 0 0,0-1 0 0 0,0 1 0 0 0,0 0 0 0 0,0-1 0 0 0,0 1 0 0 0,0 0 0 0 0,-1 0 0 0 0,1 0 0 0 0,-1 0 0 0 0,1-1 0 0 0,-1 1 0 0 0,0 0 0 0 0,1 0 0 0 0,-1 0 0 0 0,0 0 0 0 0,-1 0 0 0 0,1 0 0 0 0,0 0 0 0 0,0 0 0 0 0,-1 0 0 0 0,1 0 0 0 0,-1-1 0 0 0,0 1 0 0 0,1 0 0 0 0,-1 0 0 0 0,0-1 0 0 0,-2 4 0 0 0,-4 6 0 0 0,0 0 0 0 0,0-1 0 0 0,-1 0 0 0 0,-1 0 0 0 0,0-1 0 0 0,-17 15 0 0 0,8-11 0 0 0,0 0 0 0 0,-1-1 0 0 0,-21 10 0 0 0,-86 34 0 0 0,-48 26 0 0 0,105-42 0 0 0,-124 68 0 0 0,62-44 0 0 0,-62 31 0 0 0,92-41 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17:03.419"/>
    </inkml:context>
    <inkml:brush xml:id="br0">
      <inkml:brushProperty name="width" value="0.05" units="cm"/>
      <inkml:brushProperty name="height" value="0.05" units="cm"/>
      <inkml:brushProperty name="color" value="#004F8B"/>
    </inkml:brush>
  </inkml:definitions>
  <inkml:trace contextRef="#ctx0" brushRef="#br0">0 128 1343 0 0,'5'2'0'0'0,"0"0"0"0"0,0-1 0 0 0,0 0 0 0 0,0 0 0 0 0,6 0 0 0 0,12 3 0 0 0,39 9 0 0 0,0-2 0 0 0,83 3 0 0 0,129-9 0 0 0,-212-5 0 0 0,209-8 0 0 0,0 0 0 0 0,-26 1 0 0 0,-47-1 0 0 0,368-25 0 0 0,-359 17 0 0 0,296-18 0 0 0,-8 27 0 0 0,-104 0 48 0 0,-199 0-32 0 0,137-13-16 0 0,-55 1 0 0 0,503 28 0 0 0,123-9 0 0 0,-53-10 0 0 0,-624 23 0 0 0,130 1 0 0 0,-61-31 27 0 0,73 0 10 0 0,-350 17-37 0 0,-1 1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17:28.791"/>
    </inkml:context>
    <inkml:brush xml:id="br0">
      <inkml:brushProperty name="width" value="0.05" units="cm"/>
      <inkml:brushProperty name="height" value="0.05" units="cm"/>
      <inkml:brushProperty name="color" value="#004F8B"/>
    </inkml:brush>
  </inkml:definitions>
  <inkml:trace contextRef="#ctx0" brushRef="#br0">0 63 1231 0 0,'5'-3'-31'0'0,"-1"0"0"0"0,0 0-1 0 0,0 0 1 0 0,1 1-1 0 0,0-1 1 0 0,-1 1 0 0 0,1 0-1 0 0,0 1 1 0 0,0-1-1 0 0,0 1 1 0 0,0 0-1 0 0,1 0 1 0 0,7 0 0 0 0,6 0 34 0 0,-1 1 1 0 0,28 3-1 0 0,76 13 56 0 0,141 39-1 0 0,-210-44-58 0 0,1-2 0 0 0,0-3 0 0 0,81 1 0 0 0,-43-10 0 0 0,114-19 0 0 0,197-29-172 0 0,-348 44 158 0 0,-18 3 72 0 0,230-26 27 0 0,1 17-116 0 0,-237 13 33 0 0,-1-2-1 0 0,42-6 1 0 0,-72 8-2 0 0,0 0 0 0 0,0 0-1 0 0,0 0 1 0 0,0 0 0 0 0,0 0 0 0 0,0 0-1 0 0,0 0 1 0 0,0 0 0 0 0,0 0 0 0 0,0 0-1 0 0,0 0 1 0 0,0-1 0 0 0,0 1 0 0 0,0 0-1 0 0,0 0 1 0 0,0 0 0 0 0,0 0 0 0 0,0 0-1 0 0,0 0 1 0 0,0 0 0 0 0,0 0-1 0 0,0 0 1 0 0,-7 0-28 0 0,-12 2 1 0 0,-39 17-22 0 0,41-13 59 0 0,-6 2 63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17:30.067"/>
    </inkml:context>
    <inkml:brush xml:id="br0">
      <inkml:brushProperty name="width" value="0.05" units="cm"/>
      <inkml:brushProperty name="height" value="0.05" units="cm"/>
      <inkml:brushProperty name="color" value="#004F8B"/>
    </inkml:brush>
  </inkml:definitions>
  <inkml:trace contextRef="#ctx0" brushRef="#br0">0 329 1375 0 0,'3'-3'12'0'0,"0"0"0"0"0,0 1-1 0 0,0-1 1 0 0,1 1 0 0 0,-1 0-1 0 0,0 0 1 0 0,1 0-1 0 0,0 1 1 0 0,-1-1 0 0 0,1 1-1 0 0,6-2 1 0 0,1 2-16 0 0,0-1-1 0 0,20 2 1 0 0,-30 0 5 0 0,106 8-1 0 0,-73-3 0 0 0,53-1 0 0 0,272-20 0 0 0,10-18 18 0 0,-4-28 13 0 0,-22 2-16 0 0,-121 35-15 0 0,84-15 0 0 0,-14-30 0 0 0,-264 61-64 0 0,-37 11 64 0 0,-1 1 0 0 0,-13 0 0 0 0,3-3 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17:30.578"/>
    </inkml:context>
    <inkml:brush xml:id="br0">
      <inkml:brushProperty name="width" value="0.05" units="cm"/>
      <inkml:brushProperty name="height" value="0.05" units="cm"/>
      <inkml:brushProperty name="color" value="#004F8B"/>
    </inkml:brush>
  </inkml:definitions>
  <inkml:trace contextRef="#ctx0" brushRef="#br0">0 383 1295 0 0,'5'1'13'0'0,"-1"-1"0"0"0,1 0 0 0 0,-1 1 0 0 0,1-1 0 0 0,-1-1 0 0 0,0 1 0 0 0,8-2-1 0 0,5-1-3 0 0,456-58-9 0 0,86-36 54 0 0,25 0 37 0 0,-319 51-44 0 0,-262 46-47 0 0,552-74 0 0 0,-521 72 0 0 0,-1 1 0 0 0,1 1 0 0 0,38 6 0 0 0,-44 1 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18:17.564"/>
    </inkml:context>
    <inkml:brush xml:id="br0">
      <inkml:brushProperty name="width" value="0.05" units="cm"/>
      <inkml:brushProperty name="height" value="0.05" units="cm"/>
      <inkml:brushProperty name="color" value="#FF0066"/>
    </inkml:brush>
  </inkml:definitions>
  <inkml:trace contextRef="#ctx0" brushRef="#br0">5397 590 1407 0 0,'3'-8'0'0'0,"-1"5"0"0"0,-1 0 0 0 0,0 1 0 0 0,0-1 0 0 0,-1 0 0 0 0,1 0 0 0 0,0 0 0 0 0,-1 0 0 0 0,0 0 0 0 0,0 0 0 0 0,0-5 0 0 0,-6 0 0 0 0,5 5 1 0 0,-5-16 22 0 0,0 1 0 0 0,-14-30 0 0 0,17 42-17 0 0,-1-1 0 0 0,0 1 0 0 0,-1 0 0 0 0,0 1 0 0 0,1-1 0 0 0,-2 1 0 0 0,1 0 0 0 0,-1 0 0 0 0,1 1 0 0 0,-11-7 0 0 0,-19-9-6 0 0,-72-28 0 0 0,-43-5 0 0 0,120 43 0 0 0,-342-98-125 0 0,239 71 98 0 0,10 6 7 0 0,-1 5-1 0 0,-1 6 1 0 0,-1 5-1 0 0,-1 5 1 0 0,1 6-1 0 0,-128 13 0 0 0,-14 16 21 0 0,-358 80 0 0 0,530-80 18 0 0,1 3-1 0 0,-97 45 0 0 0,-176 96 62 0 0,200-87-66 0 0,-271 149-74 0 0,377-192 52 0 0,1 4 0 0 0,3 1 0 0 0,1 4 0 0 0,-83 90 0 0 0,69-54 17 0 0,-95 146 0 0 0,-10 92-29 0 0,133-238 140 0 0,-46 101-151 0 0,8 2 0 0 0,-67 236 0 0 0,95-203-4 0 0,46-175 24 0 0,2 1 0 0 0,2 87 0 0 0,16 28 28 0 0,43 204 0 0 0,-2-126-32 0 0,-34-167 70 0 0,40 90 0 0 0,-41-120-34 0 0,1-1 0 0 0,3 0-1 0 0,35 47 1 0 0,-37-60-38 0 0,2-1 0 0 0,1-1 1 0 0,0-1-1 0 0,2-1 0 0 0,31 21 0 0 0,-22-21 25 0 0,0-2-1 0 0,1-1 1 0 0,1-2-1 0 0,78 27 0 0 0,-67-31 2 0 0,0-3 0 0 0,0-1 0 0 0,94 6 0 0 0,277-13 32 0 0,-111-6-16 0 0,674-11-34 0 0,-793 1 20 0 0,0-7 0 0 0,-2-9 0 0 0,0-7 0 0 0,-3-9 0 0 0,-1-8 0 0 0,271-116 0 0 0,-329 111-68 0 0,159-99 0 0 0,-216 112 66 0 0,-3-4 0 0 0,87-80 0 0 0,-66 43 13 0 0,75-96 1 0 0,-114 122-34 0 0,-3-3 0 0 0,47-87-1 0 0,-46 61 29 0 0,45-124 0 0 0,-59 129 10 0 0,78-217-233 0 0,-15-7 381 0 0,-77 238-193 0 0,-3-1-1 0 0,-3-1 1 0 0,2-76-1 0 0,-12 91 31 0 0,-3-1 0 0 0,-2 0 0 0 0,-2 1 0 0 0,-19-77 0 0 0,-110-281-65 0 0,65 216 36 0 0,-58-240 18 0 0,70 245-86 0 0,48 165 131 0 0,-2 1 1 0 0,-1 1-1 0 0,-1 0 0 0 0,-32-45 0 0 0,38 62-59 0 0,0 0 0 0 0,-1 1 0 0 0,0 0-1 0 0,0 0 1 0 0,-1 1 0 0 0,1 0 0 0 0,-2 1-1 0 0,1 0 1 0 0,-1 0 0 0 0,1 1 0 0 0,-21-6-1 0 0,-1 2-9 0 0,0 2 0 0 0,-66-7-1 0 0,46 10 25 0 0,0 2 0 0 0,0 2 0 0 0,-1 2 0 0 0,1 3 0 0 0,1 2 0 0 0,-1 2 0 0 0,1 2 0 0 0,1 3 0 0 0,-93 37 0 0 0,90-25 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19:32.354"/>
    </inkml:context>
    <inkml:brush xml:id="br0">
      <inkml:brushProperty name="width" value="0.05" units="cm"/>
      <inkml:brushProperty name="height" value="0.05" units="cm"/>
      <inkml:brushProperty name="color" value="#FF0066"/>
    </inkml:brush>
  </inkml:definitions>
  <inkml:trace contextRef="#ctx0" brushRef="#br0">2553 562 1311 0 0,'-1'-6'0'0'0,"1"5"0"0"0,0-1 0 0 0,0 1 0 0 0,0-1 0 0 0,-1 1 0 0 0,1-1 0 0 0,-1 1 0 0 0,1-1 0 0 0,0 1 0 0 0,-1-1 0 0 0,0 1 0 0 0,1 0 0 0 0,-2-2 0 0 0,-13-21 0 0 0,10 15 0 0 0,0 1 0 0 0,0 0 0 0 0,-1 1 0 0 0,-11-12 0 0 0,15 17 0 0 0,-1 0 0 0 0,0 0 0 0 0,1 0 0 0 0,-1 0 0 0 0,0 1 0 0 0,0-1 0 0 0,0 1 0 0 0,0 0 0 0 0,0 0 0 0 0,0 0 0 0 0,-1 0 0 0 0,1 0 0 0 0,0 1 0 0 0,0-1 0 0 0,-1 1 0 0 0,1 0 0 0 0,-5 1 0 0 0,-4 0-4 0 0,1 2 0 0 0,-1-1 0 0 0,1 1 0 0 0,0 1-1 0 0,0 0 1 0 0,0 1 0 0 0,0 0 0 0 0,1 1 0 0 0,0 0-1 0 0,0 0 1 0 0,1 1 0 0 0,-1 0 0 0 0,1 1 0 0 0,1 0-1 0 0,0 0 1 0 0,0 1 0 0 0,0 0 0 0 0,-9 17-1 0 0,15-23 7 0 0,0 0 0 0 0,1 1 0 0 0,-1-1 0 0 0,1 1-1 0 0,0-1 1 0 0,0 1 0 0 0,0 0 0 0 0,1-1-1 0 0,-1 1 1 0 0,1 0 0 0 0,0 0 0 0 0,0-1 0 0 0,0 1-1 0 0,0 0 1 0 0,1 0 0 0 0,0-1 0 0 0,0 5-1 0 0,1-3 2 0 0,1-1 0 0 0,-1 1-1 0 0,1 0 1 0 0,-1-1 0 0 0,1 0-1 0 0,1 1 1 0 0,-1-1 0 0 0,0-1-1 0 0,1 1 1 0 0,0 0 0 0 0,7 4-1 0 0,2 2 12 0 0,0-1-1 0 0,0-1 1 0 0,1 0-1 0 0,0-1 1 0 0,1-1-1 0 0,-1 0 1 0 0,1-1-1 0 0,1 0 1 0 0,26 4-1 0 0,-35-8-10 0 0,1 0-1 0 0,0-1 1 0 0,-1 0-1 0 0,1 0 1 0 0,-1 0-1 0 0,1-1 1 0 0,-1 0-1 0 0,1-1 1 0 0,-1 0-1 0 0,1 0 1 0 0,-1 0-1 0 0,0-1 1 0 0,0 0-1 0 0,0-1 1 0 0,-1 1-1 0 0,1-1 1 0 0,-1 0-1 0 0,0-1 1 0 0,0 0-1 0 0,0 0 1 0 0,-1 0-1 0 0,6-7 0 0 0,-5 5-8 0 0,-1 0-1 0 0,0-1 1 0 0,0 1-1 0 0,-1-1 1 0 0,0 0-1 0 0,-1-1 1 0 0,1 1-1 0 0,-2 0 1 0 0,1-1-1 0 0,-1 0 0 0 0,0 0 1 0 0,-1 1-1 0 0,1-18 1 0 0,-3 15-5 0 0,1 0 0 0 0,-2 1 0 0 0,0-1 0 0 0,0 0 0 0 0,-1 1 0 0 0,0-1 0 0 0,-1 1 0 0 0,0 0 0 0 0,0 0 0 0 0,-1 0 0 0 0,-7-9-1 0 0,2 3 25 0 0,-1 1 0 0 0,0 1 0 0 0,-1 0 0 0 0,-27-24-1 0 0,30 31-5 0 0,0 0-1 0 0,0 1 1 0 0,-1 0-1 0 0,1 0 0 0 0,-1 1 1 0 0,0 0-1 0 0,-1 1 1 0 0,1 0-1 0 0,-16-4 0 0 0,22 8-7 0 0,-1-1 0 0 0,1 1-1 0 0,0-1 1 0 0,0 1-1 0 0,0 0 1 0 0,-1 1-1 0 0,1-1 1 0 0,0 1-1 0 0,0 0 1 0 0,0 0-1 0 0,0 0 1 0 0,0 0 0 0 0,0 1-1 0 0,0 0 1 0 0,0-1-1 0 0,1 1 1 0 0,-1 1-1 0 0,1-1 1 0 0,-1 1-1 0 0,1-1 1 0 0,-6 6-1 0 0,3 0-1 0 0,0 0-1 0 0,0 0 1 0 0,0 0-1 0 0,1 0 1 0 0,0 1-1 0 0,1 0 1 0 0,0 0-1 0 0,-3 12 0 0 0,4-12-1 0 0,1 0-1 0 0,0 0 0 0 0,1 0 0 0 0,0 1 1 0 0,0-1-1 0 0,1 0 0 0 0,1 1 0 0 0,-1-1 0 0 0,4 14 1 0 0,0-4 1 0 0,1 1 1 0 0,1-1-1 0 0,11 24 0 0 0,-10-29 11 0 0,0 0 0 0 0,1-1-1 0 0,1 0 1 0 0,0 0-1 0 0,0-1 1 0 0,2 0-1 0 0,-1-1 1 0 0,1 0-1 0 0,16 11 1 0 0,-17-14 3 0 0,0-1 1 0 0,0 0-1 0 0,1-1 0 0 0,-1 0 1 0 0,2-1-1 0 0,-1 0 0 0 0,1-1 1 0 0,-1 0-1 0 0,1-1 0 0 0,0 0 1 0 0,0-1-1 0 0,13 1 0 0 0,-19-3-5 0 0,1 0 0 0 0,-1 0-1 0 0,0-1 1 0 0,0 0 0 0 0,0 0-1 0 0,0-1 1 0 0,0 1 0 0 0,0-1-1 0 0,0 0 1 0 0,-1-1 0 0 0,1 0-1 0 0,-1 1 1 0 0,0-2-1 0 0,1 1 1 0 0,-1-1 0 0 0,-1 1-1 0 0,6-7 1 0 0,-5 5-10 0 0,0 0 1 0 0,-1-1-1 0 0,0 0 0 0 0,0 0 0 0 0,0 0 0 0 0,-1 0 1 0 0,0-1-1 0 0,0 1 0 0 0,0-1 0 0 0,-1 0 1 0 0,0 0-1 0 0,-1 0 0 0 0,1 0 0 0 0,0-11 0 0 0,-2 12-3 0 0,0-1-1 0 0,-1 1 0 0 0,0-1 0 0 0,0 1 0 0 0,0-1 0 0 0,-1 1 0 0 0,0 0 1 0 0,0 0-1 0 0,0 0 0 0 0,-1 0 0 0 0,0 0 0 0 0,0 0 0 0 0,0 1 0 0 0,-1-1 0 0 0,0 1 1 0 0,0 0-1 0 0,-1 0 0 0 0,-5-5 0 0 0,-3-1 11 0 0,-1-1 0 0 0,-1 2 0 0 0,0 0 0 0 0,0 0 0 0 0,-24-10 0 0 0,25 14-2 0 0,0 0 0 0 0,-1 0 0 0 0,1 1 0 0 0,-1 1 0 0 0,-1 0 0 0 0,1 2 0 0 0,0-1 0 0 0,-1 2 0 0 0,1 0 0 0 0,-1 1 0 0 0,0 0 0 0 0,1 1 0 0 0,-1 1 0 0 0,1 1 0 0 0,0 0 0 0 0,-19 7 0 0 0,20-5-5 0 0,0 0-1 0 0,1 1 0 0 0,0 1 0 0 0,0 0 0 0 0,1 1 1 0 0,0 0-1 0 0,-21 19 0 0 0,28-22 5 0 0,0 0 0 0 0,0 0 0 0 0,1 1 0 0 0,0 0 0 0 0,0 0 0 0 0,0 0 1 0 0,1 0-1 0 0,0 0 0 0 0,0 1 0 0 0,0-1 0 0 0,1 1 0 0 0,0 0 0 0 0,1 0 0 0 0,-1 0 0 0 0,1 0 0 0 0,1 0 0 0 0,-1 0 0 0 0,1 9 0 0 0,2-7 9 0 0,-1 0-1 0 0,1-1 0 0 0,1 1 0 0 0,-1-1 0 0 0,1 0 0 0 0,1 0 0 0 0,0 0 0 0 0,0 0 1 0 0,0 0-1 0 0,1-1 0 0 0,0 0 0 0 0,0 0 0 0 0,1 0 0 0 0,0-1 0 0 0,0 0 0 0 0,11 8 1 0 0,3 2 8 0 0,1-1 1 0 0,0-1-1 0 0,1-1 1 0 0,32 13-1 0 0,-39-19-9 0 0,-1-1-1 0 0,1-1 1 0 0,0 0-1 0 0,0-1 1 0 0,27 3-1 0 0,-35-6-4 0 0,-1-1-1 0 0,1 0 0 0 0,0 0 1 0 0,0 0-1 0 0,0-1 0 0 0,0 0 1 0 0,-1-1-1 0 0,1 0 0 0 0,0 0 1 0 0,-1 0-1 0 0,1-1 0 0 0,-1 0 1 0 0,0 0-1 0 0,0 0 0 0 0,8-7 0 0 0,-4 2-6 0 0,0-1-1 0 0,0-1 0 0 0,-1 1 0 0 0,0-2 1 0 0,0 1-1 0 0,-2-1 0 0 0,1 0 0 0 0,6-14 0 0 0,-10 18 3 0 0,-1-1 0 0 0,0 1-1 0 0,0-1 1 0 0,0 0-1 0 0,-1 0 1 0 0,0 0-1 0 0,-1 0 1 0 0,0 0-1 0 0,0 0 1 0 0,-1 0-1 0 0,0 0 1 0 0,0 0-1 0 0,-1-1 1 0 0,-2-11-1 0 0,1 14 2 0 0,0 1 0 0 0,-1 0-1 0 0,1-1 1 0 0,-1 1-1 0 0,0 1 1 0 0,0-1-1 0 0,-1 0 1 0 0,0 1-1 0 0,0-1 1 0 0,0 1-1 0 0,0 0 1 0 0,-5-3-1 0 0,-1-1-3 0 0,0 2 0 0 0,0-1-1 0 0,0 1 1 0 0,-20-8-1 0 0,20 11 6 0 0,0 0-1 0 0,-1 0 0 0 0,1 1 0 0 0,-1 0 0 0 0,1 1 0 0 0,-1 1 0 0 0,1-1 0 0 0,-1 2 0 0 0,0-1 0 0 0,1 1 0 0 0,-12 3 0 0 0,16-2-2 0 0,-1 0 0 0 0,1 0 1 0 0,0 0-1 0 0,0 0 0 0 0,0 1 0 0 0,0 0 0 0 0,0 1 1 0 0,-7 5-1 0 0,10-6 3 0 0,0 0 1 0 0,0 0 0 0 0,0 0-1 0 0,0 0 1 0 0,1 0-1 0 0,-1 1 1 0 0,1-1-1 0 0,0 1 1 0 0,0 0 0 0 0,0-1-1 0 0,1 1 1 0 0,-1 0-1 0 0,1 0 1 0 0,-1 5-1 0 0,1-3 6 0 0,1 1 0 0 0,0-1-1 0 0,0 1 1 0 0,0-1-1 0 0,1 1 1 0 0,0-1-1 0 0,0 1 1 0 0,1-1-1 0 0,-1 1 1 0 0,2-1-1 0 0,-1 0 1 0 0,1 0-1 0 0,-1 0 1 0 0,5 6-1 0 0,1 0 8 0 0,0 1-1 0 0,1-1 0 0 0,0-1 1 0 0,1 1-1 0 0,12 10 0 0 0,-10-12-1 0 0,0 0-1 0 0,1 0 0 0 0,0-1 0 0 0,0-1 0 0 0,1 0 0 0 0,17 6 0 0 0,-24-11-5 0 0,-1 0 0 0 0,1-1 0 0 0,0 0 0 0 0,0-1 0 0 0,0 0 0 0 0,0 0 0 0 0,0 0 0 0 0,1-1 0 0 0,-1 0 0 0 0,0 0 0 0 0,0 0 0 0 0,0-1 0 0 0,0-1 0 0 0,0 1 0 0 0,13-5 0 0 0,-17 4-5 0 0,1 1 0 0 0,-1-1 0 0 0,0 0-1 0 0,0 0 1 0 0,1 0 0 0 0,-1 0-1 0 0,-1 0 1 0 0,1-1 0 0 0,0 0 0 0 0,-1 1-1 0 0,1-1 1 0 0,-1 0 0 0 0,0 0-1 0 0,0 0 1 0 0,0 0 0 0 0,0-1 0 0 0,0 1-1 0 0,-1-1 1 0 0,0 1 0 0 0,1-1-1 0 0,-1 1 1 0 0,-1-1 0 0 0,1 0 0 0 0,0 1-1 0 0,-1-1 1 0 0,0 0 0 0 0,0 0-1 0 0,0 1 1 0 0,0-1 0 0 0,-2-7-1 0 0,0 3-1 0 0,0-1 0 0 0,0 1 0 0 0,-1-1 0 0 0,0 1 0 0 0,-1 0 0 0 0,0 1 0 0 0,0-1 0 0 0,0 0 0 0 0,-1 1 0 0 0,-1 0 0 0 0,1 0 0 0 0,-9-8-1 0 0,-10-7-42 0 0,-1 1 0 0 0,-55-36-1 0 0,67 50 41 0 0,0-1-1 0 0,-1 2 0 0 0,1 0 0 0 0,-2 1 1 0 0,1 0-1 0 0,0 1 0 0 0,-1 0 0 0 0,-27-2 0 0 0,38 6 7 0 0,1 0 0 0 0,0 0 0 0 0,0 0 0 0 0,-1 1 0 0 0,1-1 0 0 0,0 1 0 0 0,0-1 0 0 0,-4 3 0 0 0,7-3 0 0 0,-1 0 0 0 0,0 0 0 0 0,1 1 0 0 0,-1-1 0 0 0,1 0 0 0 0,-1 1 0 0 0,1-1 0 0 0,-1 1 0 0 0,1-1 0 0 0,-1 1 0 0 0,1-1 0 0 0,0 0 0 0 0,-1 1 0 0 0,1-1 0 0 0,0 1 0 0 0,-1 0 0 0 0,1-1 0 0 0,0 1 0 0 0,-1 0 0 0 0,1 0 0 0 0,0 0 0 0 0,0 0 0 0 0,0 0 0 0 0,0 0 0 0 0,1 0 0 0 0,-1-1 0 0 0,0 1 0 0 0,0 0 0 0 0,1 0 0 0 0,-1 0 0 0 0,0 0 0 0 0,1-1 0 0 0,-1 1 0 0 0,1 0 0 0 0,-1 0 0 0 0,1-1 0 0 0,0 2 0 0 0,5 5 0 0 0,0-1 0 0 0,0 0 0 0 0,1-1 0 0 0,-1 1 0 0 0,14 6 0 0 0,40 21 0 0 0,-35-21 0 0 0,2 2 7 0 0,63 30 64 0 0,-78-39-63 0 0,1 0 1 0 0,0-1-1 0 0,0 0 1 0 0,0-1-1 0 0,17 1 0 0 0,-29-4-8 0 0,-1 1 0 0 0,1-1 0 0 0,0 0 0 0 0,0 0 0 0 0,0 0 0 0 0,0 0 0 0 0,0 0 0 0 0,0 0 0 0 0,0 0 0 0 0,0 0 0 0 0,0-1 0 0 0,-1 1 0 0 0,1 0 0 0 0,0-1 0 0 0,0 1 0 0 0,0 0 0 0 0,0-1 0 0 0,-1 1 0 0 0,1-1 0 0 0,0 1 0 0 0,0-1 0 0 0,0-1 0 0 0,0 2 0 0 0,-1-1 0 0 0,0 0 0 0 0,0 0 0 0 0,1 0 0 0 0,-1 0 0 0 0,0 1 0 0 0,0-1 0 0 0,0 0 0 0 0,0 0 0 0 0,0 0 0 0 0,0 0 0 0 0,0 1 0 0 0,-1-1 0 0 0,1 0 0 0 0,0 0 0 0 0,0 0 0 0 0,-1 0 0 0 0,1 1 0 0 0,-1-2 0 0 0,-2-3 0 0 0,0-1 0 0 0,0 1 0 0 0,-1 0 0 0 0,1 1 0 0 0,-7-7 0 0 0,1 3-4 0 0,-1 0-1 0 0,1 1 0 0 0,-2 0 0 0 0,1 0 0 0 0,-1 1 0 0 0,0 1 0 0 0,0-1 0 0 0,0 2 0 0 0,-1 0 0 0 0,0 0 0 0 0,0 1 0 0 0,-22-3 0 0 0,30 6 3 0 0,1 0-1 0 0,-1 0 0 0 0,0 1 0 0 0,1-1 0 0 0,-1 1 0 0 0,1-1 1 0 0,-1 1-1 0 0,1 0 0 0 0,-1 1 0 0 0,1-1 0 0 0,-1 0 0 0 0,1 1 1 0 0,0 0-1 0 0,0 0 0 0 0,-4 3 0 0 0,6-4 2 0 0,0 0 1 0 0,0 1-1 0 0,-1-1 1 0 0,1 0-1 0 0,0 1 1 0 0,1-1-1 0 0,-1 1 1 0 0,0 0-1 0 0,0-1 1 0 0,1 1-1 0 0,-1-1 0 0 0,1 1 1 0 0,-1 0-1 0 0,1 0 1 0 0,-1-1-1 0 0,1 1 1 0 0,0 0-1 0 0,0 0 1 0 0,0-1-1 0 0,0 1 1 0 0,1 0-1 0 0,-1 0 0 0 0,0-1 1 0 0,1 1-1 0 0,-1 0 1 0 0,1-1-1 0 0,-1 1 1 0 0,1 0-1 0 0,0-1 1 0 0,0 1-1 0 0,-1-1 1 0 0,1 1-1 0 0,3 2 0 0 0,14 17 1 0 0,10 3 0 0 0</inkml:trace>
  <inkml:trace contextRef="#ctx0" brushRef="#br0" timeOffset="1">3294 612 1375 0 0,'379'-48'-39'0'0,"4"0"-2"0"0,65-20-23 0 0,-341 50 64 0 0</inkml:trace>
  <inkml:trace contextRef="#ctx0" brushRef="#br0" timeOffset="2">3322 1275 1175 0 0,'78'34'104'0'0,"-34"-14"-104"0"0,-7-3 0 0 0,-11-3 0 0 0,-11-5 0 0 0,-5-1 0 0 0,2 1 0 0 0,7 4 88 0 0,13 11-88 0 0,14 10 80 0 0,10 10-80 0 0,6 6 0 0 0</inkml:trace>
  <inkml:trace contextRef="#ctx0" brushRef="#br0" timeOffset="3">2687 1476 1439 0 0,'2'10'128'0'0,"1"-3"-128"0"0,0 0 0 0 0,1-4 0 0 0,-1 0 0 0 0,2 4 0 0 0,4 5 0 0 0,6 9 0 0 0,6 9 0 0 0,2 4 0 0 0,3 5 0 0 0,-2 0-80 0 0,-2-1 80 0 0,-3 1-96 0 0,-4 0 96 0 0,-5 2 0 0 0</inkml:trace>
  <inkml:trace contextRef="#ctx0" brushRef="#br0" timeOffset="4">1333 1639 1351 0 0,'-65'51'120'0'0,"24"-19"-120"0"0,21-18 0 0 0,11-9 0 0 0,3 0 0 0 0,-11 7-80 0 0,-23 19 80 0 0,-24 18-64 0 0,-25 23 64 0 0,-11 8-64 0 0,1-1 64 0 0,16-9 0 0 0</inkml:trace>
  <inkml:trace contextRef="#ctx0" brushRef="#br0" timeOffset="5">1277 1086 1207 0 0,'-53'9'104'0'0,"19"-4"-104"0"0,17-2 0 0 0,10-3 0 0 0,2 0 0 0 0,-12 4 0 0 0,-14 1 0 0 0,-16 1 0 0 0,-13 6 0 0 0,-4-1 0 0 0,-15 1 0 0 0,-4-2 0 0 0</inkml:trace>
  <inkml:trace contextRef="#ctx0" brushRef="#br0" timeOffset="6">492 122 1439 0 0,'-57'-12'128'0'0,"21"5"-128"0"0,19 2 0 0 0,12 3 0 0 0,1 0 0 0 0,-9-1-80 0 0,-18-4 80 0 0,-22-5 0 0 0,-16-3 0 0 0,-6-4 0 0 0,5 1 0 0 0,9-1 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20:37.519"/>
    </inkml:context>
    <inkml:brush xml:id="br0">
      <inkml:brushProperty name="width" value="0.05" units="cm"/>
      <inkml:brushProperty name="height" value="0.05" units="cm"/>
      <inkml:brushProperty name="color" value="#FF0066"/>
    </inkml:brush>
  </inkml:definitions>
  <inkml:trace contextRef="#ctx0" brushRef="#br0">393 1189 1231 0 0,'-19'-20'112'0'0,"7"6"-112"0"0,9 8 0 0 0,3 2 0 0 0,-2 3 0 0 0,-3-6 0 0 0,-8-9 0 0 0,-10-7 0 0 0,-5-6 0 0 0,-6-5 0 0 0,-6 1 64 0 0,0 4-64 0 0,-3 0 0 0 0,1 2 0 0 0,-1-2 64 0 0,-3-3-64 0 0</inkml:trace>
  <inkml:trace contextRef="#ctx0" brushRef="#br0" timeOffset="1">197 19 1231 0 0,'14'-19'112'0'0</inkml:trace>
  <inkml:trace contextRef="#ctx0" brushRef="#br0" timeOffset="2">2538 397 1295 0 0,'63'-45'112'0'0</inkml:trace>
  <inkml:trace contextRef="#ctx0" brushRef="#br0" timeOffset="3">3328 1075 1231 0 0,'103'-27'112'0'0,"-41"12"-112"0"0,-8 3 0 0 0,-13 4 0 0 0</inkml:trace>
  <inkml:trace contextRef="#ctx0" brushRef="#br0" timeOffset="4">9505 2886 1535 0 0,'-8'4'0'0'0,"1"0"0"0"0,0 1 0 0 0,0 0 0 0 0,-8 8 0 0 0,10-7 0 0 0,-1-1 0 0 0,0-1 0 0 0,0 1 0 0 0,0-1 0 0 0,-8 4 0 0 0,-1-3 0 0 0,-22 7 0 0 0,24-9 0 0 0,0 1 0 0 0,-18 9 0 0 0,16-6 0 0 0,7-3 0 0 0,0 0 0 0 0,-16 10 0 0 0,23-12 0 0 0,0-2 0 0 0,1 1 0 0 0,-1-1 0 0 0,1 1 0 0 0,-1-1 0 0 0,1 1 0 0 0,-1-1 0 0 0,1 1 0 0 0,-1-1 0 0 0,1 0 0 0 0,-1 1 0 0 0,0-1 0 0 0,1 0 0 0 0,-1 0 0 0 0,0 1 0 0 0,1-1 0 0 0,-1 0 0 0 0,0 0 0 0 0,1 0 0 0 0,-1 0 0 0 0,0 0 0 0 0,0 0 0 0 0,1 0 0 0 0,-1 0 0 0 0,0 0 0 0 0,1 0 0 0 0,-1 0 0 0 0,0 0 0 0 0,1 0 0 0 0,-1-1 0 0 0,0 1 0 0 0,1 0 0 0 0,-1-1 0 0 0,0 1 0 0 0,1 0 0 0 0,-2-1 0 0 0,2 0 11 0 0,3-19 39 0 0,-3 17-47 0 0,1 2-3 0 0,0 0 0 0 0,0 0 0 0 0,0 1 0 0 0,0-1 0 0 0,0 0 0 0 0,0 1 0 0 0,0-1 0 0 0,0 1 0 0 0,0 0 0 0 0,0-1 0 0 0,0 1 0 0 0,0 0 0 0 0,0-1 0 0 0,0 1 0 0 0,0 0 0 0 0,0 0 0 0 0,0 0 0 0 0,0 0 0 0 0,2 0 0 0 0,1 0 0 0 0,3-2 0 0 0,-1 2 0 0 0</inkml:trace>
  <inkml:trace contextRef="#ctx0" brushRef="#br0" timeOffset="5">9282 2923 1439 0 0,'-1'-1'5'0'0,"1"-1"0"0"0,-1 1 0 0 0,0-1-1 0 0,0 1 1 0 0,0 0 0 0 0,1-1 0 0 0,-1 1-1 0 0,-1 0 1 0 0,1 0 0 0 0,0 0-1 0 0,0-1 1 0 0,0 1 0 0 0,0 1 0 0 0,-1-1-1 0 0,1 0 1 0 0,0 0 0 0 0,-1 0 0 0 0,1 1-1 0 0,-1-1 1 0 0,1 1 0 0 0,-1-1-1 0 0,1 1 1 0 0,-1-1 0 0 0,1 1 0 0 0,-3 0-1 0 0,-6-3 1 0 0,10 3-5 0 0,0 0 0 0 0,0 0 0 0 0,0 0 0 0 0,0 0 0 0 0,0 0 0 0 0,0 0 0 0 0,0 0 0 0 0,0 0 0 0 0,0 0 0 0 0,0 0 0 0 0,0 0 0 0 0,0 0 0 0 0,0 0 0 0 0,0 0 0 0 0,0 1 0 0 0,0-1 0 0 0,0 0 0 0 0,0 0 0 0 0,0 0 0 0 0,-1 0 0 0 0,1 0 0 0 0,0 0 0 0 0,0 0 0 0 0,0 0 0 0 0,0 0 0 0 0,0 0 0 0 0,0 0 0 0 0,0 0 0 0 0,0 0 0 0 0,0 0 0 0 0,0 0 0 0 0,0 0 0 0 0,0 1 0 0 0,0-1 0 0 0,0 0 0 0 0,0 0 0 0 0,0 0 0 0 0,0 0 0 0 0,0 0 0 0 0,0 0 0 0 0,0 0 0 0 0,0 0 0 0 0,0 0 0 0 0,1 0 0 0 0,-1 0 0 0 0,0 0 0 0 0,0 0 0 0 0,0 0 0 0 0,0 0 0 0 0,0 0 0 0 0,0 0 0 0 0,0 1 0 0 0,0-1 0 0 0,0 0 0 0 0,0 0 0 0 0,0 0 0 0 0,0 0 0 0 0,0 0 0 0 0,0 0 0 0 0,0 0 0 0 0,0 0 0 0 0,0 0 0 0 0,0 0 0 0 0,0 0 0 0 0,1 0 0 0 0,-1 0 0 0 0,0 0 0 0 0,0 0 0 0 0,3 1 0 0 0,-1 0 0 0 0,1 0 0 0 0,0 0 0 0 0,0-1 0 0 0,0 1 0 0 0,5 0 0 0 0,12 1 0 0 0,0-1 0 0 0,27-2 0 0 0,-20-2 0 0 0</inkml:trace>
  <inkml:trace contextRef="#ctx0" brushRef="#br0" timeOffset="6">5500 5715 1439 0 0,'-1'-1'4'0'0,"0"1"0"0"0,1-1-1 0 0,-1 1 1 0 0,0-1 0 0 0,1 1-1 0 0,-1-1 1 0 0,0 0-1 0 0,1 1 1 0 0,-1-1 0 0 0,1 0-1 0 0,-1 0 1 0 0,1 1 0 0 0,-1-1-1 0 0,1 0 1 0 0,0 0-1 0 0,-1 0 1 0 0,1 1 0 0 0,0-1-1 0 0,0 0 1 0 0,0 0 0 0 0,-1 0-1 0 0,1-1 1 0 0,6-17 36 0 0,-3 10-36 0 0,0 6-4 0 0,-3 4 0 0 0,0 0 0 0 0,0 0 0 0 0,1 0 0 0 0,-1 0 0 0 0,0 0 0 0 0,-1 0 0 0 0,1 0 0 0 0,0 0 0 0 0,0 0 0 0 0,0-1 0 0 0,0 1 0 0 0,-1 0 0 0 0,1 0 0 0 0,0 0 0 0 0,-1 1 0 0 0,-18 54 0 0 0,-6 23 0 0 0,23-68 0 0 0,0 0 0 0 0,0 0 0 0 0,1 1 0 0 0,0-1 0 0 0,2 16 0 0 0,5 39-28 0 0,6 87-72 0 0,-13 293 180 0 0,0-428-65 0 0,0 3-42 0 0,3 31 1 0 0,-2-46 23 0 0,1 0 1 0 0,0 0-1 0 0,1 0 1 0 0,0 0-1 0 0,0 0 1 0 0,0 0-1 0 0,0-1 1 0 0,1 1-1 0 0,5 8 0 0 0,-7-13 3 0 0,0 0 0 0 0,0 0 0 0 0,1 0 0 0 0,-1 0 0 0 0,0 0 0 0 0,0 0 0 0 0,1 0 0 0 0,-1-1 0 0 0,2 2 0 0 0,-2-2 0 0 0,1 0 0 0 0,-2 0 0 0 0,-5-6 0 0 0,3 4 0 0 0,-4-2-3 0 0,1 0-5 0 0,0 1-1 0 0,0-1 1 0 0,1 0 0 0 0,-1-1-1 0 0,-4-5 1 0 0,9 9 8 0 0,-1 0-1 0 0,1 1 1 0 0,-1-1 0 0 0,1 0-1 0 0,0 0 1 0 0,0 0 0 0 0,-1 0-1 0 0,1 0 1 0 0,0 0 0 0 0,0 0-1 0 0,0 1 1 0 0,0-1 0 0 0,0 0-1 0 0,0 0 1 0 0,0 0 0 0 0,0 0-1 0 0,0 0 1 0 0,0 0 0 0 0,1 0-1 0 0,-1 0 1 0 0,0 1-1 0 0,1-1 1 0 0,-1 0 0 0 0,1 0-1 0 0,-1 0 1 0 0,0 1 0 0 0,1-1-1 0 0,0 0 1 0 0,-1 0 0 0 0,1 1-1 0 0,-1-1 1 0 0,1 0 0 0 0,0 1-1 0 0,0-1 1 0 0,-1 1 0 0 0,1-1-1 0 0,1 0 1 0 0,4-3 0 0 0,1 1 1 0 0,0-1 0 0 0,11-3-1 0 0,-10 3 0 0 0,29-14 0 0 0,-25 11 0 0 0</inkml:trace>
  <inkml:trace contextRef="#ctx0" brushRef="#br0" timeOffset="7">11342 5776 1695 0 0,'-3'4'-5'0'0,"0"0"-1"0"0,0-1 0 0 0,0 1 1 0 0,-5 4-1 0 0,-3 3-19 0 0,6-4 18 0 0,1-1 1 0 0,-1 1-1 0 0,1 0 0 0 0,1 0 1 0 0,-1 1-1 0 0,1-1 0 0 0,1 1 1 0 0,-1-1-1 0 0,1 1 0 0 0,-1 11 1 0 0,-1 11-11 0 0,2 45-1 0 0,0-21-13 0 0,-1-14 42 0 0,-3-1 0 0 0,-15 60 0 0 0,-34 75 27 0 0,46-147-37 0 0,6-16-1 0 0,0-2 0 0 0,0 0 0 0 0,0 1 0 0 0,-1-1 0 0 0,-1 0 0 0 0,1-1 0 0 0,-8 10 0 0 0,12-17 0 0 0,0-1 0 0 0,-1 1 0 0 0,1-1 0 0 0,0 0 0 0 0,-1 1 0 0 0,1-1 0 0 0,0 0 0 0 0,-1 1 0 0 0,1-1 0 0 0,0 0 0 0 0,-1 0 0 0 0,1 0 0 0 0,-1 1 0 0 0,1-1 0 0 0,-1 0 0 0 0,1 0 0 0 0,-1 0 0 0 0,1 0 0 0 0,0 0 0 0 0,-1 0 0 0 0,1 0 0 0 0,-1 0 0 0 0,1 0 0 0 0,-1 0 0 0 0,1 0 0 0 0,-1 0 0 0 0,1 0 0 0 0,-1 0 0 0 0,1 0 0 0 0,-1 0 0 0 0,1 0 0 0 0,0-1 0 0 0,-1 1 0 0 0,1 0 0 0 0,-1 0 0 0 0,1-1 0 0 0,0 1 0 0 0,-1 0 0 0 0,1 0 0 0 0,0-1 0 0 0,-1 1 0 0 0,1-1 0 0 0,0 1 0 0 0,-1 0 0 0 0,1-1 0 0 0,0 1 0 0 0,0 0 0 0 0,-1-1 0 0 0,1 1 0 0 0,0-1 0 0 0,0 0 0 0 0,-14-29 0 0 0,12 23 0 0 0,-9-27 0 0 0,8 20 0 0 0</inkml:trace>
  <inkml:trace contextRef="#ctx0" brushRef="#br0" timeOffset="8">12000 2470 1263 0 0,'-13'5'23'0'0,"1"0"-1"0"0,-1 0 1 0 0,1 1-1 0 0,-17 11 0 0 0,15-8-22 0 0,1 0 0 0 0,-1 1 0 0 0,1 0 0 0 0,1 1 0 0 0,-20 22 0 0 0,29-29 0 0 0,0-1 0 0 0,1 1 0 0 0,-1 0 0 0 0,1-1 0 0 0,0 1 0 0 0,0 0 0 0 0,0 0 0 0 0,0 1 0 0 0,1-1 0 0 0,-1 0 0 0 0,1 1 0 0 0,0-1 0 0 0,1 0 0 0 0,-1 1 0 0 0,1-1 0 0 0,0 1 0 0 0,0-1 0 0 0,0 1 0 0 0,1-1 0 0 0,-1 1 0 0 0,1-1 0 0 0,0 1 0 0 0,1-1 0 0 0,-1 0 0 0 0,1 0 0 0 0,2 6 0 0 0,-1-5 2 0 0,0-1 0 0 0,0 1 0 0 0,0 0 0 0 0,1-1-1 0 0,-1 0 1 0 0,1 0 0 0 0,0 0 0 0 0,0-1-1 0 0,0 1 1 0 0,1-1 0 0 0,-1 0 0 0 0,1 0 0 0 0,0 0-1 0 0,0-1 1 0 0,0 0 0 0 0,0 0 0 0 0,0 0-1 0 0,1 0 1 0 0,-1-1 0 0 0,0 0 0 0 0,1 0 0 0 0,-1-1-1 0 0,1 1 1 0 0,-1-1 0 0 0,1 0 0 0 0,-1-1-1 0 0,1 1 1 0 0,-1-1 0 0 0,9-2 0 0 0,6-3 2 0 0,-1 0 0 0 0,36-18-1 0 0,-45 19-3 0 0,0-1 0 0 0,-1 0 0 0 0,1 0 0 0 0,-1-1 0 0 0,-1-1 0 0 0,15-13-1 0 0,-22 19 1 0 0,0 1 0 0 0,1 0 0 0 0,-1-1 0 0 0,0 0 0 0 0,0 1 0 0 0,0-1 0 0 0,0 1 0 0 0,0-1 0 0 0,0 0 0 0 0,0 0 0 0 0,-1 0 0 0 0,1 1 0 0 0,0-1 0 0 0,-1 0 0 0 0,0 0 0 0 0,1 0 0 0 0,-1 0 0 0 0,0 0 0 0 0,0 0 0 0 0,0 0 0 0 0,0 0 0 0 0,-1 0 0 0 0,1 1 0 0 0,0-1 0 0 0,-1 0 0 0 0,0 0 0 0 0,1 0 0 0 0,-1 0 0 0 0,0 1 0 0 0,0-1 0 0 0,0 0 0 0 0,0 0 0 0 0,0 1 0 0 0,0-1 0 0 0,0 1 0 0 0,-1-1 0 0 0,1 1 0 0 0,-2-2 0 0 0,-3-1 0 0 0,1 0 0 0 0,-1 0 0 0 0,0 0 0 0 0,0 1 0 0 0,-1 0 0 0 0,1 0 0 0 0,-1 1 0 0 0,1-1 0 0 0,-10 0 0 0 0,-7-3-12 0 0,0 2-1 0 0,-1 1 0 0 0,1 1 0 0 0,-27 1 0 0 0,48 1 13 0 0,1 0 0 0 0,0 0 0 0 0,0 0 0 0 0,-1 1 0 0 0,1-1 0 0 0,0 0 0 0 0,0 0 0 0 0,0 1 0 0 0,0-1 0 0 0,-1 1 0 0 0,1-1 0 0 0,0 1 0 0 0,0-1 0 0 0,0 1 0 0 0,0 0 0 0 0,0-1 0 0 0,0 1 0 0 0,0 0 0 0 0,0 0 0 0 0,1 0 0 0 0,-2 1 0 0 0,1 0 0 0 0,1-1 0 0 0,-1 0 0 0 0,1 0 0 0 0,0 0 0 0 0,0 1 0 0 0,0-1 0 0 0,0 0 0 0 0,0 0 0 0 0,0 1 0 0 0,0-1 0 0 0,0 0 0 0 0,0 0 0 0 0,1 1 0 0 0,-1-1 0 0 0,0 0 0 0 0,1 0 0 0 0,-1 0 0 0 0,1 0 0 0 0,0 0 0 0 0,-1 1 0 0 0,2 0 0 0 0,4 9 0 0 0</inkml:trace>
  <inkml:trace contextRef="#ctx0" brushRef="#br0" timeOffset="9">13421 2656 1207 0 0,'7'5'16'0'0,"0"-1"0"0"0,1 1 0 0 0,-1-1-1 0 0,1-1 1 0 0,0 0 0 0 0,0 0 0 0 0,0 0-1 0 0,1-1 1 0 0,14 2 0 0 0,22 0-7 0 0,56 1-5 0 0,-90-6-4 0 0,0 1-1 0 0,1-2 1 0 0,-1 0 0 0 0,0 0-1 0 0,0-1 1 0 0,19-7-1 0 0,-29 10 0 0 0,1-1 0 0 0,-1 1 0 0 0,1-1 0 0 0,-1 1 0 0 0,0-1 0 0 0,1 0-1 0 0,-1 0 1 0 0,0 0 0 0 0,0 1 0 0 0,0-1 0 0 0,1 0 0 0 0,-1 0 0 0 0,0-1-1 0 0,0 1 1 0 0,0 0 0 0 0,-1 0 0 0 0,1 0 0 0 0,0-1 0 0 0,0 1 0 0 0,-1 0-1 0 0,1-1 1 0 0,-1 1 0 0 0,1-1 0 0 0,-1 1 0 0 0,1-1 0 0 0,-1 1 0 0 0,0-1-1 0 0,0 1 1 0 0,0-1 0 0 0,0 1 0 0 0,0-1 0 0 0,0 1 0 0 0,0-1 0 0 0,-1-1-1 0 0,0 1 0 0 0,0-1-1 0 0,0 0 1 0 0,-1 0-1 0 0,1 1 1 0 0,-1-1-1 0 0,0 1 1 0 0,0-1-1 0 0,0 1 1 0 0,0 0-1 0 0,0-1 1 0 0,0 1-1 0 0,-1 0 1 0 0,1 1-1 0 0,-1-1 1 0 0,-4-2-1 0 0,-18-7 3 0 0,0 1 0 0 0,0 2 0 0 0,-1 0 0 0 0,-1 2 0 0 0,-27-3 0 0 0,14 4 32 0 0,37 5-28 0 0,-1 0-1 0 0,1 0 0 0 0,-1 0 0 0 0,1 0 0 0 0,0 1 1 0 0,-1 0-1 0 0,1-1 0 0 0,0 1 0 0 0,-4 2 0 0 0,0 2-3 0 0,5 0 0 0 0</inkml:trace>
  <inkml:trace contextRef="#ctx0" brushRef="#br0" timeOffset="10">12926 2341 1567 0 0,'2'-2'0'0'0,"10"-14"0"0"0,-12 16 0 0 0,1-1 0 0 0,-1 1 0 0 0,0 0 0 0 0,0 0 0 0 0,0-1 0 0 0,0 1 0 0 0,1 0 0 0 0,-1-1 0 0 0,0 1 0 0 0,0 0 0 0 0,0 0 0 0 0,0-1 0 0 0,0 1 0 0 0,0 0 0 0 0,0-1 0 0 0,0 1 0 0 0,0 0 0 0 0,0-1 0 0 0,0 1 0 0 0,0 0 0 0 0,0-1 0 0 0,0 1 0 0 0,0 0 0 0 0,0-1 0 0 0,0 1 0 0 0,0 0 0 0 0,0-1 0 0 0,-1 1 0 0 0,1 0 0 0 0,0 0 0 0 0,0-1 0 0 0,0 1 0 0 0,-1 0 0 0 0,1 0 0 0 0,0-1 0 0 0,0 1 0 0 0,0 0 0 0 0,-1 0 0 0 0,1 0 0 0 0,0-1 0 0 0,-1 1 0 0 0,1 0 0 0 0,0 0 0 0 0,0 0 0 0 0,-1 0 0 0 0,1 0 0 0 0,0-1 0 0 0,-1 1 0 0 0,-1-1 0 0 0,1 0 0 0 0,0 0 0 0 0,-1 0 0 0 0,1-1 0 0 0,0 1 0 0 0,0 0 0 0 0,0-1 0 0 0,0 1 0 0 0,0-1 0 0 0,0 1 0 0 0,0-1 0 0 0,0 0 0 0 0,0-1 0 0 0,-4-6 0 0 0,2 4 4 0 0,-1 1 0 0 0,0-1-1 0 0,0 1 1 0 0,0 0-1 0 0,-1 1 1 0 0,1-1-1 0 0,-1 1 1 0 0,-8-5-1 0 0,11 7-1 0 0,-1-1 0 0 0,0 1 0 0 0,0 0 0 0 0,0 0-1 0 0,0 0 1 0 0,1 0 0 0 0,-1 0 0 0 0,0 1-1 0 0,0-1 1 0 0,0 1 0 0 0,-1 0 0 0 0,1 0 0 0 0,0 0-1 0 0,0 0 1 0 0,0 0 0 0 0,0 1 0 0 0,-5 1-1 0 0,7-2-1 0 0,0 1 0 0 0,1-1 0 0 0,-1 0 0 0 0,0 0 0 0 0,1 1 0 0 0,-1-1 0 0 0,0 0 0 0 0,1 1 0 0 0,-1-1 0 0 0,1 1 0 0 0,-1-1 0 0 0,1 1 0 0 0,-1-1 0 0 0,1 1 0 0 0,-1-1 0 0 0,1 1 0 0 0,0-1 0 0 0,-1 1 0 0 0,1-1 0 0 0,0 1 0 0 0,-1 0 0 0 0,1-1 0 0 0,0 1 0 0 0,0 0 0 0 0,-1-1 0 0 0,1 1 0 0 0,0 0 0 0 0,0-1 0 0 0,0 1 0 0 0,0 0 0 0 0,0 0 0 0 0,0-1 0 0 0,0 1 0 0 0,1 1 0 0 0,3 6 0 0 0</inkml:trace>
  <inkml:trace contextRef="#ctx0" brushRef="#br0" timeOffset="11">15357 2721 1295 0 0,'6'3'32'0'0,"0"1"-16"0"0,0 0 0 0 0,0-1 0 0 0,0 0 0 0 0,10 3 0 0 0,-13-6-16 0 0,0 1 0 0 0,1-1 0 0 0,-1-1 0 0 0,1 1 0 0 0,5-2 0 0 0,1 1 0 0 0,9-1 2 0 0,10-1 16 0 0,36-8-1 0 0,-57 9-14 0 0,0 0 0 0 0,0 0-1 0 0,0-1 1 0 0,0 0 0 0 0,-1-1 0 0 0,0 0-1 0 0,1 0 1 0 0,-2-1 0 0 0,10-6-1 0 0,-15 10-3 0 0,0 0 0 0 0,0 0 0 0 0,0 0 0 0 0,0 0 0 0 0,0 0 0 0 0,0 0 0 0 0,0 0 0 0 0,0 0 0 0 0,0-1 0 0 0,0 1 0 0 0,-1 0 0 0 0,1-1 0 0 0,-1 1 0 0 0,1 0-1 0 0,-1-1 1 0 0,1 1 0 0 0,-1-1 0 0 0,0 1 0 0 0,0-1 0 0 0,1 1 0 0 0,-1-1 0 0 0,0 1 0 0 0,0-1 0 0 0,-1 1 0 0 0,1-1 0 0 0,0 1 0 0 0,0 0 0 0 0,-1-1 0 0 0,0-2-1 0 0,-1 1 0 0 0,0 0-1 0 0,0 1 0 0 0,0-1 1 0 0,0 0-1 0 0,-1 0 0 0 0,1 1 1 0 0,-1 0-1 0 0,0-1 0 0 0,1 1 1 0 0,-1 0-1 0 0,-6-3 0 0 0,0 1 3 0 0,1 0 0 0 0,-1 1 0 0 0,0 0 0 0 0,-1 0 0 0 0,-14-2 0 0 0,-50-2 0 0 0,72 7 0 0 0,-52-1 0 0 0,49 1 0 0 0,0 1 0 0 0,-1-1 0 0 0,1 1 0 0 0,-1 1 0 0 0,1-1 0 0 0,0 1 0 0 0,-8 3 0 0 0,4 3 0 0 0</inkml:trace>
  <inkml:trace contextRef="#ctx0" brushRef="#br0" timeOffset="12">17136 2668 1263 0 0,'-1'-3'29'0'0,"1"3"-27"0"0,0-1 1 0 0,0 1-1 0 0,0-1 0 0 0,-1 1 0 0 0,1 0 0 0 0,0-1 1 0 0,0 1-1 0 0,0-1 0 0 0,0 1 0 0 0,-1-1 0 0 0,1 1 0 0 0,0 0 1 0 0,0-1-1 0 0,-1 1 0 0 0,1 0 0 0 0,0-1 0 0 0,-1 1 1 0 0,1 0-1 0 0,0 0 0 0 0,-1-1 0 0 0,1 1 0 0 0,0 0 1 0 0,-1 0-1 0 0,1-1 0 0 0,-1 1 0 0 0,1 0 0 0 0,0 0 1 0 0,-1 0-1 0 0,1 0 0 0 0,-1 0 0 0 0,1-1 0 0 0,-1 1 1 0 0,1 0-1 0 0,-1 0 0 0 0,1 0 0 0 0,0 0 0 0 0,-2 1 0 0 0,-16-5-2 0 0,16 4 0 0 0,1 0 0 0 0,0 0 0 0 0,-1 0 0 0 0,1 0 0 0 0,0 0 0 0 0,-1 0 0 0 0,1 0 0 0 0,0 0 0 0 0,0 1 0 0 0,-1-1 0 0 0,1 1 0 0 0,0-1 0 0 0,0 1 0 0 0,-1-1 0 0 0,1 1 0 0 0,0 0 0 0 0,0-1 0 0 0,0 1 0 0 0,-1 1 0 0 0,1-1 0 0 0,1-1 0 0 0,-1 1 0 0 0,1 0 0 0 0,0-1 0 0 0,0 1 0 0 0,-1 0 0 0 0,1 0 0 0 0,0 0 0 0 0,0-1 0 0 0,0 1 0 0 0,0 0 0 0 0,0 0 0 0 0,0-1 0 0 0,0 1 0 0 0,0 0 0 0 0,0 0 0 0 0,0 0 0 0 0,0-1 0 0 0,0 1 0 0 0,0 0 0 0 0,1 0 0 0 0,-1-1 0 0 0,0 1 0 0 0,1 0 0 0 0,-1 0 0 0 0,1-1 0 0 0,-1 1 0 0 0,0 0 0 0 0,1-1 0 0 0,0 1 0 0 0,-1-1 0 0 0,2 2 0 0 0,8 7 0 0 0,0 1 0 0 0,0-2 0 0 0,1 0 0 0 0,13 8 0 0 0,16 12 0 0 0,50 42 118 0 0,-87-68-114 0 0,-1 0 1 0 0,1 0-1 0 0,0-1 1 0 0,0 1-1 0 0,0-1 1 0 0,0 0 0 0 0,0 0-1 0 0,0 0 1 0 0,4 1-1 0 0,-6-2-3 0 0,1 0 0 0 0,-1 0 1 0 0,0 0-1 0 0,0 0 0 0 0,0 0 0 0 0,1-1 0 0 0,-1 1 0 0 0,0 0 0 0 0,0-1 0 0 0,0 1 1 0 0,1-1-1 0 0,-1 1 0 0 0,0-1 0 0 0,0 1 0 0 0,0-1 0 0 0,0 0 0 0 0,0 0 0 0 0,0 1 1 0 0,0-1-1 0 0,0 0 0 0 0,-1 0 0 0 0,1 0 0 0 0,0 0 0 0 0,0 0 0 0 0,0-2 0 0 0,2-2-6 0 0,0-1 0 0 0,0 1 0 0 0,-1 0 0 0 0,0-1 0 0 0,-1 0 0 0 0,1 1-1 0 0,-1-1 1 0 0,0 0 0 0 0,0 0 0 0 0,-1 0 0 0 0,0 1 0 0 0,0-1 0 0 0,-1-9-1 0 0,1 11 3 0 0,-1-1-1 0 0,0 1 0 0 0,0 0 0 0 0,-1-1 1 0 0,1 1-1 0 0,-1 0 0 0 0,0 0 0 0 0,0 0 0 0 0,-1 0 1 0 0,1 1-1 0 0,-1-1 0 0 0,1 0 0 0 0,-1 1 0 0 0,0 0 1 0 0,-1 0-1 0 0,1 0 0 0 0,0 0 0 0 0,-5-3 0 0 0,-2 1-15 0 0,1 0-1 0 0,-1 0 0 0 0,0 1 0 0 0,-13-4 1 0 0,17 6 13 0 0,0 0-1 0 0,0 1 1 0 0,0 0 0 0 0,0 1 0 0 0,0-1 0 0 0,0 1 0 0 0,0 0 0 0 0,0 0 0 0 0,-7 2-1 0 0,11-1 7 0 0,1-1 0 0 0,-1 1 0 0 0,1-1 0 0 0,-1 1 0 0 0,1 0 0 0 0,0-1-1 0 0,-1 1 1 0 0,1 0 0 0 0,0 0 0 0 0,0 0 0 0 0,0 0 0 0 0,-1 0 0 0 0,1 0-1 0 0,0 0 1 0 0,1 1 0 0 0,-2 0 0 0 0,1-1 2 0 0,1 0 0 0 0,0-1-1 0 0,-1 1 1 0 0,1 0 0 0 0,0-1-1 0 0,0 1 1 0 0,-1 0 0 0 0,1 0 0 0 0,0 0-1 0 0,0-1 1 0 0,0 1 0 0 0,0 0 0 0 0,0 0-1 0 0,0 0 1 0 0,0-1 0 0 0,0 1 0 0 0,0 0-1 0 0,0 0 1 0 0,1 0 0 0 0,-1-1 0 0 0,0 1-1 0 0,1 0 1 0 0,-1 0 0 0 0,0-1 0 0 0,1 1-1 0 0,-1 0 1 0 0,1-1 0 0 0,-1 1 0 0 0,1 0-1 0 0,-1-1 1 0 0,2 1 0 0 0,10 8 8 0 0</inkml:trace>
  <inkml:trace contextRef="#ctx0" brushRef="#br0" timeOffset="13">8334 2756 1263 0 0,'5'2'112'0'0,"0"-2"-112"0"0,-3 0 0 0 0,0 0 0 0 0,-1 0 0 0 0,3 2 0 0 0,-1 1 0 0 0,4 0 0 0 0,2 1 0 0 0,-3 1 0 0 0,1 2 0 0 0,-3 0 0 0 0,1-1 0 0 0,0 3 0 0 0,0-2 0 0 0,0 0 0 0 0</inkml:trace>
  <inkml:trace contextRef="#ctx0" brushRef="#br0" timeOffset="14">8443 2695 1247 0 0</inkml:trace>
  <inkml:trace contextRef="#ctx0" brushRef="#br0" timeOffset="15">8540 2741 1231 0 0,'-8'3'112'0'0,"6"-3"-112"0"0,2 7 0 0 0,2 1 0 0 0,0-4 6 0 0,0-1-1 0 0,0 1 0 0 0,0-1 0 0 0,0 1 0 0 0,1-1 0 0 0,3 5 0 0 0,-4-7-3 0 0,0 0 0 0 0,-1 1 0 0 0,1-1 0 0 0,0 0 0 0 0,-1 0 0 0 0,1 0 0 0 0,0 0 0 0 0,0 0 0 0 0,0-1-1 0 0,0 1 1 0 0,0-1 0 0 0,0 1 0 0 0,0-1 0 0 0,0 0 0 0 0,0 1 0 0 0,0-1 0 0 0,0 0 0 0 0,3-1-1 0 0,5 0-1 0 0,0-1 0 0 0,0-1 0 0 0,0 1 0 0 0,0-2 0 0 0,-1 1 0 0 0,17-9 0 0 0,-3-1 0 0 0</inkml:trace>
  <inkml:trace contextRef="#ctx0" brushRef="#br0" timeOffset="16">8525 2721 1175 0 0,'-16'15'104'0'0,"8"-5"-104"0"0,1 0 0 0 0,2-3 0 0 0,3 0 0 0 0,2-2 0 0 0,0 0 64 0 0,0 4-64 0 0,0 6 0 0 0,0 4 72 0 0,0 3-72 0 0,2 3 80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18:46.757"/>
    </inkml:context>
    <inkml:brush xml:id="br0">
      <inkml:brushProperty name="width" value="0.05" units="cm"/>
      <inkml:brushProperty name="height" value="0.05" units="cm"/>
      <inkml:brushProperty name="color" value="#FF0066"/>
    </inkml:brush>
  </inkml:definitions>
  <inkml:trace contextRef="#ctx0" brushRef="#br0">1 47 1439 0 0,'11'-5'0'0'0,"-2"1"0"0"0,-4 2 0 0 0,-3 1 0 0 0,1 1 0 0 0,2-2 0 0 0,6-1 0 0 0,7-2 0 0 0,8-1 0 0 0,3 0 0 0 0,3 1 0 0 0,4-2 0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19:07.799"/>
    </inkml:context>
    <inkml:brush xml:id="br0">
      <inkml:brushProperty name="width" value="0.05" units="cm"/>
      <inkml:brushProperty name="height" value="0.05" units="cm"/>
      <inkml:brushProperty name="color" value="#FF0066"/>
    </inkml:brush>
  </inkml:definitions>
  <inkml:trace contextRef="#ctx0" brushRef="#br0">2440 11 1631 0 0,'0'-5'0'0'0,"-1"1"0"0"0,1 3 0 0 0,-2 1 0 0 0,2 1 0 0 0,-2-1 0 0 0,-1 0 0 0 0,-2 0 0 0 0,-6 2 0 0 0,0 0 0 0 0,-5 1 0 0 0,1 2 0 0 0</inkml:trace>
  <inkml:trace contextRef="#ctx0" brushRef="#br0" timeOffset="1">147 809 1407 0 0,'32'-9'128'0'0,"-9"2"-128"0"0,-10 2 0 0 0,-6 2 64 0 0,1 0-64 0 0,8-3 0 0 0,16-6 0 0 0,19-5 0 0 0,15-3 0 0 0,6-4 0 0 0,-7-1 0 0 0,-8-1 0 0 0,-6 4 0 0 0</inkml:trace>
  <inkml:trace contextRef="#ctx0" brushRef="#br0" timeOffset="2">1 906 1439 0 0,'4'-5'0'0'0,"-1"1"0"0"0,2 0 0 0 0,-1 1 0 0 0,0-1 0 0 0,1 1 0 0 0,0 0 0 0 0,0 0 0 0 0,0 0 0 0 0,8-3 0 0 0,-2 2 0 0 0,1 0 0 0 0,0 0 0 0 0,16-2 0 0 0,95-10 61 0 0,64-13-58 0 0,-66-6 60 0 0,148-63-1 0 0,30-10-59 0 0,-262 97-3 0 0,82-26-10 0 0,-67 17-44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21:51.956"/>
    </inkml:context>
    <inkml:brush xml:id="br0">
      <inkml:brushProperty name="width" value="0.05" units="cm"/>
      <inkml:brushProperty name="height" value="0.05" units="cm"/>
      <inkml:brushProperty name="color" value="#FF0066"/>
    </inkml:brush>
  </inkml:definitions>
  <inkml:trace contextRef="#ctx0" brushRef="#br0">20594 949 1231 0 0,'6'-17'53'0'0,"-1"0"-1"0"0,0-1 0 0 0,-1 1 1 0 0,2-27-1 0 0,-3 9-40 0 0,0 0 1 0 0,-3 0-1 0 0,-1 0 1 0 0,-7-49-1 0 0,6 70-31 0 0,-1 1 1 0 0,-1 0-1 0 0,0 0 0 0 0,0 0 0 0 0,-1 0 1 0 0,-1 1-1 0 0,0 0 0 0 0,-1 0 1 0 0,0 1-1 0 0,-1-1 0 0 0,0 2 0 0 0,-1-1 1 0 0,0 1-1 0 0,-18-15 0 0 0,4 8 17 0 0,0 1-1 0 0,-1 1 1 0 0,-47-20 0 0 0,-84-24 75 0 0,92 40-61 0 0,0 4-1 0 0,-125-16 1 0 0,-134 12 6 0 0,265 19-18 0 0,0 2 0 0 0,0 3 0 0 0,-60 13 0 0 0,-164 52 0 0 0,188-41-16 0 0,1 4 0 0 0,1 4 0 0 0,3 3 0 0 0,-137 86 0 0 0,198-108 18 0 0,1 1-1 0 0,1 1 0 0 0,-24 25 1 0 0,35-30 26 0 0,1 0-1 0 0,1 1 1 0 0,0 0 0 0 0,1 1 0 0 0,0 0 0 0 0,-7 19-1 0 0,-104 290-111 0 0,104-271 84 0 0,3 1 0 0 0,2 1 0 0 0,2 1 0 0 0,-5 112 0 0 0,16-144-3 0 0,2 1 0 0 0,1-1 0 0 0,1 1 0 0 0,1-1 0 0 0,1-1 0 0 0,11 29 0 0 0,-1-11-10 0 0,3 0 0 0 0,37 64 0 0 0,-26-60 33 0 0,1-1-1 0 0,3-1 0 0 0,1-2 0 0 0,2-1 0 0 0,2-2 0 0 0,80 64 0 0 0,-46-50-37 0 0,3-4-1 0 0,94 49 1 0 0,-122-75 4 0 0,2-2 0 0 0,0-3 0 0 0,1-2 0 0 0,105 21-1 0 0,-109-30 15 0 0,0-3 0 0 0,50-1 0 0 0,-67-5 0 0 0,0-1 0 0 0,-1-1 0 0 0,1-2 0 0 0,40-11 0 0 0,-23 0 0 0 0,-1-1 0 0 0,0-3 0 0 0,-2-1 0 0 0,42-28 0 0 0,-34 15 0 0 0,-1-2 0 0 0,79-74 0 0 0,-111 91 20 0 0,-2 0 0 0 0,0-2-1 0 0,-1 1 1 0 0,0-2 0 0 0,-2 0-1 0 0,-1-1 1 0 0,-1-1 0 0 0,-1 0-1 0 0,-1 0 1 0 0,9-33-1 0 0,2-13-16 0 0,79-248-158 0 0,52-111 155 0 0,-142 399 5 0 0,-1 0-1 0 0,-2 0 1 0 0,-1-1-1 0 0,-1 0 1 0 0,-2 0-1 0 0,-1 0 1 0 0,-3-56-1 0 0,-2 63 0 0 0,0 0-1 0 0,-2 1 0 0 0,-1-1 1 0 0,0 1-1 0 0,-2 0 0 0 0,-1 1 0 0 0,0 0 1 0 0,-2 0-1 0 0,-1 1 0 0 0,-22-32 0 0 0,6 18-27 0 0,-1 2 0 0 0,-60-54 0 0 0,-76-46-72 0 0,79 71 116 0 0,-1 3 0 0 0,-150-73-1 0 0,209 119 4 0 0,-1 1 1 0 0,0 1-1 0 0,-1 2 0 0 0,0 0 1 0 0,0 3-1 0 0,-1 0 0 0 0,-52-2 1 0 0,15 8-22 0 0,0 3 1 0 0,0 3 0 0 0,-107 23-1 0 0,143-22-17 0 0,1 2 0 0 0,0 1 0 0 0,0 2 0 0 0,1 1 0 0 0,1 1 0 0 0,0 2 0 0 0,-27 20 0 0 0,41-25 7 0 0,0 0-1 0 0,1 1 1 0 0,0 1-1 0 0,1 0 1 0 0,1 1-1 0 0,0 0 0 0 0,1 1 1 0 0,0 0-1 0 0,2 1 1 0 0,-1 0-1 0 0,2 0 1 0 0,0 1-1 0 0,-9 32 0 0 0,11-26 18 0 0,2 2-1 0 0,1-1 0 0 0,0 0 1 0 0,2 1-1 0 0,1-1 0 0 0,1 1 0 0 0,7 39 1 0 0,7 14 41 0 0,27 77 0 0 0,-12-50-33 0 0,6 36-23 0 0,90 305-69 0 0,-101-375 64 0 0,4-1 0 0 0,2-2 0 0 0,3-1 0 0 0,50 72 0 0 0,-3-29 57 0 0,122 129-1 0 0,-187-222-60 0 0,2 0 0 0 0,0-1 1 0 0,0-1-1 0 0,2-1 0 0 0,0-1 0 0 0,35 18 0 0 0,-28-18 14 0 0,1-2 0 0 0,0-1-1 0 0,1-2 1 0 0,53 10 0 0 0,-33-12-8 0 0,1-3 1 0 0,-1-2-1 0 0,1-1 0 0 0,-1-3 1 0 0,1-2-1 0 0,62-15 0 0 0,-42 3 17 0 0,-2-2 0 0 0,0-3 0 0 0,69-33 0 0 0,-86 30-1 0 0,-1-2-1 0 0,-2-2 1 0 0,0-2-1 0 0,58-50 0 0 0,-77 54 12 0 0,-2 0 0 0 0,0-2 0 0 0,30-43-1 0 0,-19 16 10 0 0,33-66-1 0 0,-48 75-49 0 0,-1-2 0 0 0,22-75 0 0 0,11-104 86 0 0,-44 170-65 0 0,-2 0 0 0 0,2-106 0 0 0,-12 136-15 0 0,-1 0 1 0 0,-1 0-1 0 0,-1 0 1 0 0,-1 0-1 0 0,-2 0 0 0 0,-1 1 1 0 0,-20-47-1 0 0,15 47 45 0 0,-2 1-1 0 0,0 1 1 0 0,-2 0-1 0 0,-1 1 1 0 0,-37-39-1 0 0,25 34-35 0 0,-2 1-1 0 0,0 2 0 0 0,-55-33 1 0 0,21 21-48 0 0,-77-32 0 0 0,-73-20-10 0 0,164 70 70 0 0,-7-4-7 0 0,-227-85 34 0 0,194 78 14 0 0,-110-22 0 0 0,153 45-37 0 0,0 3 0 0 0,0 1 0 0 0,-1 2 1 0 0,1 3-1 0 0,-74 10 0 0 0,1 9 9 0 0,-121 37-1 0 0,-29 28-64 0 0,204-58 24 0 0,-121 66 0 0 0,162-78 24 0 0,2 2 0 0 0,-45 37 0 0 0,58-43 0 0 0,0 1 0 0 0,1 0 0 0 0,1 1 0 0 0,0 0 0 0 0,0 1 0 0 0,-14 28 0 0 0,-30 103 0 0 0,44-115 0 0 0,-10 34 0 0 0</inkml:trace>
  <inkml:trace contextRef="#ctx0" brushRef="#br0" timeOffset="1">186 4797 1375 0 0,'-18'-13'26'0'0,"0"0"-1"0"0,-21-21 0 0 0,33 29-1 0 0,-1 0 0 0 0,1 0 0 0 0,-1 1-1 0 0,-13-7 1 0 0,2 1 117 0 0,8 5-71 0 0,1 0-1 0 0,-16-6 0 0 0,25 11-70 0 0,0 0 0 0 0,0 0-1 0 0,0 0 1 0 0,-1 0-1 0 0,1 0 1 0 0,0 0-1 0 0,0 0 1 0 0,0 0 0 0 0,0 0-1 0 0,0 0 1 0 0,0 0-1 0 0,-1 0 1 0 0,1 0-1 0 0,0 0 1 0 0,0 0-1 0 0,0-1 1 0 0,0 1 0 0 0,0 0-1 0 0,0 0 1 0 0,0 0-1 0 0,0 0 1 0 0,-1 0-1 0 0,1 0 1 0 0,0-1 0 0 0,0 1-1 0 0,0 0 1 0 0,0 0-1 0 0,0 0 1 0 0,0 0-1 0 0,0 0 1 0 0,0-1 0 0 0,0 1-1 0 0,0 0 1 0 0,0 0-1 0 0,0 0 1 0 0,0 0-1 0 0,0 0 1 0 0,0-1-1 0 0,0 1 1 0 0,0 0 0 0 0,0 0-1 0 0,0 0 1 0 0,0 0-1 0 0,0 0 1 0 0,0-1-1 0 0,1 1 1 0 0,-1 0 0 0 0,0 0-1 0 0,0 0 1 0 0,0 0-1 0 0,0 0 1 0 0,10-9-12 0 0,15-4 88 0 0,164-74 721 0 0,46-46-474 0 0,-9-15-72 0 0,85-51 426 0 0,358-175 522 0 0,-411 235-914 0 0,190-93-14 0 0,195-63-254 0 0,-613 281-239 0 0,0-1 0 0 0,0-1 0 0 0,-1-1 0 0 0,-2-2 0 0 0,36-30 0 0 0,-61 48 155 0 0,-1-1 0 0 0,1 0 1 0 0,0 0-1 0 0,-1 0 0 0 0,1 0 0 0 0,-1 0 1 0 0,0 0-1 0 0,0 0 0 0 0,1 0 0 0 0,-2-1 1 0 0,1 1-1 0 0,0 0 0 0 0,0-1 1 0 0,-1 1-1 0 0,1-3 0 0 0,-1 3 38 0 0,0 1 0 0 0,0 0 0 0 0,0 0 0 0 0,0 0 0 0 0,-1-1-1 0 0,1 1 1 0 0,0 0 0 0 0,-1 0 0 0 0,1 0 0 0 0,-1 0 0 0 0,1 0 0 0 0,-1 0 0 0 0,0 0 0 0 0,1 0-1 0 0,-1 0 1 0 0,0 0 0 0 0,0 0 0 0 0,0 0 0 0 0,0 1 0 0 0,0-1 0 0 0,0 0 0 0 0,0 0 0 0 0,0 1-1 0 0,0-1 1 0 0,0 1 0 0 0,0-1 0 0 0,0 1 0 0 0,0-1 0 0 0,0 1 0 0 0,0 0 0 0 0,-1 0 0 0 0,-1-1-1 0 0,-16-2-220 0 0,-1 1 0 0 0,0 1 0 0 0,-28 1 0 0 0,24 1 290 0 0,-41-5 0 0 0,59 3-27 0 0,0 0 0 0 0,-1 0 1 0 0,1-1-1 0 0,0 0 0 0 0,0 0 1 0 0,0-1-1 0 0,1 1 0 0 0,-1-1 0 0 0,0 0 1 0 0,-5-5-1 0 0,7 5-7 0 0,1-1 0 0 0,0 1-1 0 0,-1-1 1 0 0,1 1 0 0 0,1-1 0 0 0,-1 0-1 0 0,0 0 1 0 0,1 0 0 0 0,0 0 0 0 0,0-1-1 0 0,0 1 1 0 0,1-1 0 0 0,-1 1 0 0 0,0-6-1 0 0,1 3 30 0 0,-1 0-1 0 0,2 0 0 0 0,-1 0 0 0 0,1 0 0 0 0,0 0 0 0 0,0 0 1 0 0,1 0-1 0 0,0 1 0 0 0,0-1 0 0 0,1 0 0 0 0,0 0 0 0 0,0 1 1 0 0,1-1-1 0 0,-1 1 0 0 0,1 0 0 0 0,1 0 0 0 0,-1 0 0 0 0,1 0 1 0 0,0 0-1 0 0,0 1 0 0 0,1-1 0 0 0,0 1 0 0 0,0 1 0 0 0,0-1 0 0 0,0 1 1 0 0,1-1-1 0 0,0 2 0 0 0,-1-1 0 0 0,1 1 0 0 0,8-4 0 0 0,67-26 705 0 0,121-34 0 0 0,-186 63-693 0 0,-1 0-1 0 0,1 1 0 0 0,0 1 1 0 0,-1 0-1 0 0,1 1 0 0 0,0 1 1 0 0,0 1-1 0 0,0 0 0 0 0,0 1 1 0 0,-1 0-1 0 0,1 1 0 0 0,30 11 0 0 0,-18-3 31 0 0,53 28 0 0 0,-68-31-26 0 0,-1 0 1 0 0,0 0-1 0 0,-1 2 1 0 0,1-1-1 0 0,-2 1 1 0 0,11 13-1 0 0,-19-21-28 0 0,0 1-1 0 0,0 0 0 0 0,0 1 1 0 0,0-1-1 0 0,-1 0 0 0 0,0 0 0 0 0,1 1 1 0 0,-1-1-1 0 0,0 0 0 0 0,-1 1 0 0 0,1 0 1 0 0,-1-1-1 0 0,1 1 0 0 0,-1-1 1 0 0,0 1-1 0 0,0-1 0 0 0,-1 1 0 0 0,1-1 1 0 0,-1 1-1 0 0,0-1 0 0 0,0 1 1 0 0,0-1-1 0 0,0 1 0 0 0,-1-1 0 0 0,-2 6 1 0 0,-5 6 95 0 0,-1 0 0 0 0,0 0 1 0 0,-23 25-1 0 0,24-30-51 0 0,-221 215 787 0 0,147-150-708 0 0,43-37-102 0 0,-238 223-55 0 0,14 18-415 0 0,162-155 256 0 0,0 9 137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24:09.682"/>
    </inkml:context>
    <inkml:brush xml:id="br0">
      <inkml:brushProperty name="width" value="0.05" units="cm"/>
      <inkml:brushProperty name="height" value="0.05" units="cm"/>
      <inkml:brushProperty name="color" value="#FF0066"/>
    </inkml:brush>
  </inkml:definitions>
  <inkml:trace contextRef="#ctx0" brushRef="#br0">4 529 2759 0 0,'-1'-3'340'0'0,"0"-1"0"0"0,1 1-1 0 0,-1 0 1 0 0,1-1 0 0 0,0 0-1 0 0,-1 1 1 0 0,2-1 0 0 0,-1 1-1 0 0,0-1 1 0 0,1 1 0 0 0,-1-1-1 0 0,1 1 1 0 0,2-5 0 0 0,1-12 1784 0 0,-2 13-1757 0 0,0 0 1 0 0,1 1-1 0 0,0-1 0 0 0,0 1 0 0 0,0-1 0 0 0,1 1 0 0 0,0 0 0 0 0,10-11 1 0 0,-7 8-117 0 0,9-12 38 0 0,0 1-1 0 0,1 1 1 0 0,1 0 0 0 0,1 1-1 0 0,1 1 1 0 0,36-24-1 0 0,-49 37-211 0 0,9-6 251 0 0,23-11 0 0 0,-35 19-238 0 0,0 0 0 0 0,1 1-1 0 0,-1-1 1 0 0,0 1-1 0 0,1 0 1 0 0,0 0-1 0 0,-1 1 1 0 0,1-1 0 0 0,-1 1-1 0 0,1 0 1 0 0,4 1-1 0 0,-7-1-42 0 0,0 1 0 0 0,1 0 0 0 0,-1 0 0 0 0,0-1 0 0 0,0 1 0 0 0,0 1 1 0 0,-1-1-1 0 0,1 0 0 0 0,0 0 0 0 0,0 1 0 0 0,-1-1 0 0 0,1 1 0 0 0,0-1 0 0 0,-1 1 0 0 0,0 0 0 0 0,1 0 0 0 0,-1 0 0 0 0,0-1 0 0 0,0 1 0 0 0,0 0 0 0 0,0 0 0 0 0,0 1 0 0 0,-1-1 0 0 0,1 0 0 0 0,0 3 0 0 0,1 7 45 0 0,0 0 0 0 0,0 0 0 0 0,-1 17 0 0 0,-1-18-56 0 0,4 210 113 0 0,-4-213-150 0 0,2 29-46 0 0,-4 58-1 0 0,-4-76 16 0 0,4-18 10 0 0,5-11 12 0 0,30-59 10 0 0,-18 41 0 0 0,196-353 64 0 0,-181 325-64 0 0,28-70 0 0 0,-58 126 0 0 0,0 0 1 0 0,0 0-1 0 0,0 0 0 0 0,0 0 0 0 0,1 0 1 0 0,-1-1-1 0 0,0 1 0 0 0,0 0 0 0 0,0 0 1 0 0,0 0-1 0 0,0 0 0 0 0,0-1 0 0 0,1 1 1 0 0,-1 0-1 0 0,0 0 0 0 0,0 0 0 0 0,0 0 1 0 0,0-1-1 0 0,0 1 0 0 0,0 0 0 0 0,0 0 1 0 0,0 0-1 0 0,0-1 0 0 0,0 1 0 0 0,0 0 1 0 0,0 0-1 0 0,0 0 0 0 0,0-1 0 0 0,0 1 1 0 0,0 0-1 0 0,0 0 0 0 0,0 0 0 0 0,-1-1 1 0 0,1 1-1 0 0,0 0 0 0 0,0 0 0 0 0,0 0 1 0 0,0 0-1 0 0,0-1 0 0 0,-8 7 22 0 0,-7 12 10 0 0,-15 20-46 0 0,10-14-11 0 0,-26 44 0 0 0,23-25 24 0 0,-22 54 0 0 0,36-75 3 0 0,2 0 1 0 0,0 0 0 0 0,2 1-1 0 0,-5 40 1 0 0,10-57 34 0 0,-1 1 0 0 0,1 0 0 0 0,1-1 0 0 0,-1 1 0 0 0,1 0 0 0 0,1-1 0 0 0,-1 1 0 0 0,1-1 0 0 0,0 1 1 0 0,1-1-1 0 0,-1 0 0 0 0,1 0 0 0 0,0 0 0 0 0,1 0 0 0 0,-1 0 0 0 0,1-1 0 0 0,0 0 0 0 0,1 0 0 0 0,6 6 0 0 0,-3-4 34 0 0,0-1-1 0 0,1 1 1 0 0,-1-2-1 0 0,1 1 1 0 0,1-2 0 0 0,-1 1-1 0 0,1-1 1 0 0,0 0-1 0 0,0-1 1 0 0,0 0-1 0 0,17 2 1 0 0,-14-3-80 0 0,1-1 0 0 0,-1 0 0 0 0,0-1 1 0 0,1 0-1 0 0,-1-1 0 0 0,0-1 0 0 0,1 0 0 0 0,-1 0 0 0 0,0-2 1 0 0,0 1-1 0 0,-1-2 0 0 0,23-10 0 0 0,-34 15-66 0 0,-1 0 0 0 0,0 0 1 0 0,0 0-1 0 0,0 0 0 0 0,0 0 0 0 0,0 0 0 0 0,1 0 0 0 0,-1 0 0 0 0,0-1 1 0 0,0 1-1 0 0,0 0 0 0 0,0 0 0 0 0,0 0 0 0 0,1 0 0 0 0,-1 0 0 0 0,0 0 0 0 0,0 0 1 0 0,0 0-1 0 0,0 0 0 0 0,0 0 0 0 0,0-1 0 0 0,0 1 0 0 0,0 0 0 0 0,1 0 1 0 0,-1 0-1 0 0,0 0 0 0 0,0 0 0 0 0,0-1 0 0 0,0 1 0 0 0,0 0 0 0 0,0 0 1 0 0,0 0-1 0 0,0 0 0 0 0,0 0 0 0 0,0-1 0 0 0,0 1 0 0 0,0 0 0 0 0,0 0 0 0 0,0 0 1 0 0,0 0-1 0 0,0 0 0 0 0,0-1 0 0 0,0 1 0 0 0,0 0 0 0 0,0 0 0 0 0,0 0 1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24:10.036"/>
    </inkml:context>
    <inkml:brush xml:id="br0">
      <inkml:brushProperty name="width" value="0.05" units="cm"/>
      <inkml:brushProperty name="height" value="0.05" units="cm"/>
      <inkml:brushProperty name="color" value="#FF0066"/>
    </inkml:brush>
  </inkml:definitions>
  <inkml:trace contextRef="#ctx0" brushRef="#br0">9 262 1839 0 0,'0'0'47'0'0,"0"0"1"0"0,-1 0-1 0 0,1 0 0 0 0,0 0 0 0 0,-1 0 0 0 0,1 0 0 0 0,0 0 0 0 0,-1 0 0 0 0,1-1 0 0 0,0 1 0 0 0,-1 0 0 0 0,1 0 0 0 0,0 0 0 0 0,-1 0 0 0 0,1-1 0 0 0,0 1 0 0 0,-1 0 0 0 0,1 0 0 0 0,0-1 0 0 0,0 1 0 0 0,-1 0 0 0 0,1 0 0 0 0,0-1 0 0 0,0 1 0 0 0,0 0 0 0 0,-1-1 0 0 0,1 1 0 0 0,0 0 0 0 0,0-1 0 0 0,0 1 0 0 0,0-1 0 0 0,10-4 4180 0 0,-4 3-2959 0 0,87-22 3052 0 0,-27 8-1696 0 0,94-37 0 0 0,106-80 360 0 0,-257 128-2898 0 0,24-12 308 0 0,-34 20-400 0 0,1 0 1 0 0,-1 0-1 0 0,0 0 0 0 0,0-1 1 0 0,0 1-1 0 0,0 0 0 0 0,-2 2 0 0 0,-2 6-606 0 0,2-4-1126 0 0,0 1-5298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24:54.669"/>
    </inkml:context>
    <inkml:brush xml:id="br0">
      <inkml:brushProperty name="width" value="0.05" units="cm"/>
      <inkml:brushProperty name="height" value="0.05" units="cm"/>
      <inkml:brushProperty name="color" value="#FF0066"/>
    </inkml:brush>
  </inkml:definitions>
  <inkml:trace contextRef="#ctx0" brushRef="#br0">67 201 1839 0 0,'-3'0'231'0'0,"0"0"0"0"0,1 0 0 0 0,-1 0 0 0 0,0-1 0 0 0,0 0 0 0 0,1 1 0 0 0,-1-1 0 0 0,1 0 0 0 0,-1 0 0 0 0,1 0 0 0 0,-1 0 0 0 0,1-1 0 0 0,0 1 0 0 0,-1-1 0 0 0,1 0 0 0 0,0 1 0 0 0,0-1 0 0 0,0 0 0 0 0,0 0 0 0 0,1 0 0 0 0,-1 0 0 0 0,0-1 0 0 0,1 1 0 0 0,0 0 0 0 0,-1-1 0 0 0,1 1 0 0 0,0-1 0 0 0,0 1 0 0 0,0-1 0 0 0,1 1 0 0 0,-2-5 0 0 0,2 3 106 0 0,-1 0 75 0 0,1 0 0 0 0,-1 0 0 0 0,1 0 0 0 0,0 1 1 0 0,0-1-1 0 0,1-6 0 0 0,-1 8-355 0 0,1 0 1 0 0,0 1-1 0 0,-1-1 0 0 0,1 1 1 0 0,0-1-1 0 0,0 1 0 0 0,0-1 0 0 0,0 1 1 0 0,0-1-1 0 0,1 1 0 0 0,-1 0 1 0 0,0 0-1 0 0,1-1 0 0 0,-1 1 1 0 0,0 0-1 0 0,1 0 0 0 0,2-1 1 0 0,1 0-15 0 0,-1-1 1 0 0,1 1 0 0 0,-1 0 0 0 0,1 0-1 0 0,-1 1 1 0 0,1 0 0 0 0,0 0 0 0 0,0 0-1 0 0,0 0 1 0 0,0 0 0 0 0,8 1-1 0 0,-9 1 20 0 0,0-1-1 0 0,-1 1 1 0 0,1 0-1 0 0,0 0 0 0 0,-1 1 1 0 0,1-1-1 0 0,-1 1 0 0 0,0 0 1 0 0,1-1-1 0 0,-1 2 0 0 0,0-1 1 0 0,0 0-1 0 0,0 0 1 0 0,-1 1-1 0 0,6 5 0 0 0,-3-2 137 0 0,0 0-1 0 0,1-1 0 0 0,0 0 0 0 0,0 0 1 0 0,1 0-1 0 0,-1-1 0 0 0,11 6 0 0 0,-12-8-113 0 0,0 0-1 0 0,1 0 1 0 0,-1-1-1 0 0,0 1 1 0 0,1-1-1 0 0,0-1 1 0 0,-1 1-1 0 0,1-1 1 0 0,-1 0-1 0 0,1 0 1 0 0,7-1-1 0 0,7-3 51 0 0,0-1-1 0 0,-1-1 0 0 0,0 0 0 0 0,0-1 1 0 0,0-2-1 0 0,19-10 0 0 0,-17 8 36 0 0,-18 9-154 0 0,0 1 0 0 0,0 0 0 0 0,0 0 1 0 0,1 0-1 0 0,-1 1 0 0 0,0-1 0 0 0,1 1 1 0 0,-1 0-1 0 0,0 0 0 0 0,5 0 0 0 0,34 7 274 0 0,-32-5-197 0 0,-1 0 0 0 0,19 1 1 0 0,2-4 160 0 0,52-10 0 0 0,-59 6-240 0 0,-1 2-1 0 0,1 1 0 0 0,0 0 0 0 0,32 3 0 0 0,-33 3-4 0 0,-2 0 0 0 0,1 2-1 0 0,29 11 1 0 0,-33-10-4 0 0,0-1 0 0 0,0 0 0 0 0,1-2-1 0 0,0 0 1 0 0,27 2 0 0 0,-6-7 12 0 0,0-2 1 0 0,0-1-1 0 0,59-15 0 0 0,-53 9-19 0 0,1 2 1 0 0,48-2-1 0 0,-66 10 2 0 0,0 2 0 0 0,0 2 0 0 0,42 9 0 0 0,-6 0 0 0 0,-44-11 0 0 0,-1 0 0 0 0,0-1 0 0 0,1-1 0 0 0,28-4 0 0 0,78-19 0 0 0,-48 7 0 0 0,-33 8 0 0 0,-1 3 0 0 0,1 1 0 0 0,1 2 0 0 0,-1 2 0 0 0,75 9 0 0 0,-85-4 12 0 0,0-2 1 0 0,47-2-1 0 0,68-12 70 0 0,-82 5-146 0 0,-7 4 74 0 0,99 9 0 0 0,-106-2 288 0 0,0-2-1 0 0,89-8 1 0 0,-46-8 221 0 0,247-21 795 0 0,-300 33-1183 0 0,-24 2-52 0 0,-1-2 0 0 0,1 0 1 0 0,0-1-1 0 0,29-7 0 0 0,-38 5-78 0 0,-10 3-3 0 0,-7 3-12 0 0,-33 14-307 0 0,16-6 193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26:45.186"/>
    </inkml:context>
    <inkml:brush xml:id="br0">
      <inkml:brushProperty name="width" value="0.05" units="cm"/>
      <inkml:brushProperty name="height" value="0.05" units="cm"/>
      <inkml:brushProperty name="color" value="#FF0066"/>
    </inkml:brush>
  </inkml:definitions>
  <inkml:trace contextRef="#ctx0" brushRef="#br0">108 187 1375 0 0,'-105'-7'1824'0'0,"105"7"-1802"0"0,0 0 0 0 0,1 0 0 0 0,-1 0-1 0 0,0 0 1 0 0,0 0 0 0 0,0 0 0 0 0,1-1 0 0 0,-1 1-1 0 0,0 0 1 0 0,0 0 0 0 0,0 0 0 0 0,0 0-1 0 0,0 0 1 0 0,1-1 0 0 0,-1 1 0 0 0,0 0-1 0 0,0 0 1 0 0,0 0 0 0 0,0-1 0 0 0,0 1-1 0 0,0 0 1 0 0,0 0 0 0 0,0 0 0 0 0,1-1-1 0 0,-1 1 1 0 0,0 0 0 0 0,0 0 0 0 0,0-1-1 0 0,0 1 1 0 0,0 0 0 0 0,0 0 0 0 0,0 0-1 0 0,0-1 1 0 0,0 1 0 0 0,-1 0 0 0 0,1 0-1 0 0,0-1 1 0 0,0 1 0 0 0,0 0 0 0 0,0 0 0 0 0,0 0-1 0 0,0-1 1 0 0,0 1 0 0 0,0 0 0 0 0,-1 0-1 0 0,1 0 1 0 0,0 0 0 0 0,0-1 0 0 0,0 1-1 0 0,0 0 1 0 0,-1 0 0 0 0,1 0 0 0 0,0 0-1 0 0,0 0 1 0 0,0 0 0 0 0,-1-1 0 0 0,1 1-1 0 0,0 0 1 0 0,0 0 0 0 0,0 0 0 0 0,-1 0-1 0 0,1 0 1 0 0,0 0 0 0 0,0 0 0 0 0,-1 0-1 0 0,1 0 1 0 0,0 0 0 0 0,0 0 0 0 0,-1 0 0 0 0,20-13 774 0 0,-15 10-693 0 0,24-17 636 0 0,33-18 0 0 0,-47 31-372 0 0,0 0 0 0 0,1 1 0 0 0,0 0 0 0 0,27-5 0 0 0,45-9 565 0 0,-38 7-567 0 0,91-10 1 0 0,-124 21-357 0 0,0 2 1 0 0,0 0 0 0 0,0 1 0 0 0,0 0-1 0 0,0 1 1 0 0,0 1 0 0 0,-1 1 0 0 0,1 0 0 0 0,27 12-1 0 0,21 16 106 0 0,29 13-6 0 0,-82-41-88 0 0,1 0 1 0 0,0-1-1 0 0,0 0 0 0 0,1-1 1 0 0,-1 0-1 0 0,18 0 1 0 0,48-8 55 0 0,-59 3-64 0 0,1 1-1 0 0,-1 1 0 0 0,39 3 0 0 0,-51-1-46 0 0,1 1-1 0 0,-1 1 1 0 0,10 3-1 0 0,-12-3 31 0 0,0-1 1 0 0,1 0-1 0 0,0 0 0 0 0,-1-1 1 0 0,1 0-1 0 0,8 1 0 0 0,-10-2 4 0 0,-1-1 0 0 0,0 1 0 0 0,0-1 0 0 0,1 0 0 0 0,-1 0 0 0 0,0 0 0 0 0,0 0-1 0 0,0-1 1 0 0,0 1 0 0 0,3-3 0 0 0,-3 2 1 0 0,0 0 1 0 0,0 0-1 0 0,0 1 0 0 0,0 0 1 0 0,0-1-1 0 0,1 1 0 0 0,-1 0 1 0 0,0 1-1 0 0,0-1 0 0 0,5 0 1 0 0,39 1-829 0 0,-24-2-2840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26:46.735"/>
    </inkml:context>
    <inkml:brush xml:id="br0">
      <inkml:brushProperty name="width" value="0.05" units="cm"/>
      <inkml:brushProperty name="height" value="0.05" units="cm"/>
      <inkml:brushProperty name="color" value="#FF0066"/>
    </inkml:brush>
  </inkml:definitions>
  <inkml:trace contextRef="#ctx0" brushRef="#br0">59 199 455 0 0,'-44'16'912'0'0,"43"-15"-888"0"0,1-1-1 0 0,-1 0 0 0 0,1 0 1 0 0,-1 0-1 0 0,1 0 0 0 0,-1 0 0 0 0,1 0 1 0 0,-1 0-1 0 0,1 0 0 0 0,-1 0 1 0 0,1 0-1 0 0,-1 0 0 0 0,1 0 0 0 0,-1 0 1 0 0,1 0-1 0 0,-1 0 0 0 0,1 0 0 0 0,-1 0 1 0 0,1-1-1 0 0,-1 1 0 0 0,1 0 1 0 0,-1 0-1 0 0,1-1 0 0 0,-1 1 0 0 0,1-1 4 0 0,0 1-1 0 0,0 0 1 0 0,-1 0 0 0 0,1-1-1 0 0,0 1 1 0 0,0 0-1 0 0,0 0 1 0 0,0-1-1 0 0,0 1 1 0 0,0 0-1 0 0,0 0 1 0 0,0-1-1 0 0,0 1 1 0 0,0 0-1 0 0,0 0 1 0 0,0-1 0 0 0,0 1-1 0 0,0 0 1 0 0,0 0-1 0 0,0-1 1 0 0,0 1-1 0 0,0 0 1 0 0,0 0-1 0 0,1-1 1 0 0,-1 1-1 0 0,0 0 1 0 0,0 0-1 0 0,0-1 1 0 0,0 1 0 0 0,0 0-1 0 0,1 0 1 0 0,-1 0-1 0 0,0-1 1 0 0,0 1-1 0 0,0 0 1 0 0,1 0-1 0 0,-1 0 1 0 0,0 0-1 0 0,0 0 1 0 0,1 0-1 0 0,-1-1 1 0 0,0 1 0 0 0,0 0-1 0 0,1 0 1 0 0,-1 0-1 0 0,46-15 2593 0 0,-35 11-2485 0 0,0 0 0 0 0,0 1 0 0 0,18-2 0 0 0,13-4-52 0 0,-4-3 0 0 0,-26 7 19 0 0,1 1-1 0 0,-1 1 0 0 0,25-4 0 0 0,-32 6-63 0 0,-1 1 1 0 0,1 0-1 0 0,-1 1 0 0 0,0-1 1 0 0,1 1-1 0 0,-1 0 0 0 0,1 0 1 0 0,-1 0-1 0 0,0 0 0 0 0,0 1 1 0 0,0-1-1 0 0,0 1 0 0 0,0 1 1 0 0,0-1-1 0 0,6 4 0 0 0,-1 2 31 0 0,1-1 0 0 0,0 0-1 0 0,0-1 1 0 0,18 8-1 0 0,-22-12-50 0 0,-1-1-1 0 0,0 1 1 0 0,0-1-1 0 0,1 0 1 0 0,-1 0-1 0 0,1-1 1 0 0,-1 0-1 0 0,1 0 1 0 0,-1 0-1 0 0,1 0 0 0 0,-1-1 1 0 0,9-2-1 0 0,119-39 121 0 0,-61 18-82 0 0,-32 13 94 0 0,53-6 0 0 0,13-4 96 0 0,-80 14-188 0 0,-6 1 73 0 0,-1 1-1 0 0,1 1 0 0 0,1 0 1 0 0,-1 2-1 0 0,25-1 0 0 0,-37 5-122 0 0,0-1 0 0 0,1 1 0 0 0,-2 1 0 0 0,1-1 0 0 0,0 2 0 0 0,0-1 0 0 0,-1 1 0 0 0,0 0 0 0 0,13 9 0 0 0,-13-8-8 0 0,0 0 1 0 0,0-1-1 0 0,1 0 1 0 0,-1 0-1 0 0,1-1 1 0 0,-1 1-1 0 0,1-2 0 0 0,0 1 1 0 0,16 1-1 0 0,66-1 65 0 0,-46-3-64 0 0,-35 0 0 0 0,-1-1 0 0 0,1 1 0 0 0,-1 0 0 0 0,1 1 0 0 0,-1 0 0 0 0,9 3 0 0 0,33 13 0 0 0,-35-12 0 0 0,-1 1 0 0 0,2-2 0 0 0,-1 0 0 0 0,0-1 0 0 0,18 2 0 0 0,-16-6 0 0 0,-1 0 0 0 0,1-1 0 0 0,-1-1 0 0 0,0 0 0 0 0,1-1 0 0 0,25-11 0 0 0,-15 6 0 0 0,28-6 0 0 0,-46 13 0 0 0,13-2 0 0 0,0 0 0 0 0,38-1 0 0 0,-38 4 0 0 0,0-1 0 0 0,1-1 0 0 0,41-11 0 0 0,64-27 0 0 0,-70 20 0 0 0,-33 12 163 0 0,-16 5 0 0 0,1 1 1 0 0,-1 0 0 0 0,1 0-1 0 0,0 1 1 0 0,18-2-1 0 0,-2 2 724 0 0,-19 1-1006 0 0,-1 0 0 0 0,1 1 0 0 0,0 0 0 0 0,8 1 0 0 0,-5 1-3861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26:48.563"/>
    </inkml:context>
    <inkml:brush xml:id="br0">
      <inkml:brushProperty name="width" value="0.05" units="cm"/>
      <inkml:brushProperty name="height" value="0.05" units="cm"/>
      <inkml:brushProperty name="color" value="#FF0066"/>
    </inkml:brush>
  </inkml:definitions>
  <inkml:trace contextRef="#ctx0" brushRef="#br0">143 206 1375 0 0,'-2'0'104'0'0,"0"-1"0"0"0,0 1 0 0 0,1-1 0 0 0,-1 0 0 0 0,0 0 0 0 0,0 1 0 0 0,1-1 0 0 0,-1 0 0 0 0,0 0 0 0 0,1-1 0 0 0,-2 0 0 0 0,-8-5 482 0 0,6 4-262 0 0,-1 0 1 0 0,0 1 0 0 0,0 0-1 0 0,0 0 1 0 0,0 1-1 0 0,0 0 1 0 0,-9-1 0 0 0,13 2-233 0 0,-1-1 1 0 0,1 1-1 0 0,0 1 1 0 0,-1-1 0 0 0,1 0-1 0 0,0 1 1 0 0,-1-1-1 0 0,1 1 1 0 0,0 0 0 0 0,0-1-1 0 0,-1 1 1 0 0,1 0-1 0 0,0 0 1 0 0,0 1 0 0 0,0-1-1 0 0,0 0 1 0 0,0 1-1 0 0,1-1 1 0 0,-1 1 0 0 0,0 0-1 0 0,1 0 1 0 0,-3 2-1 0 0,4-3-88 0 0,-1-1-1 0 0,1 0 1 0 0,0 1-1 0 0,-1-1 1 0 0,1 1-1 0 0,0-1 0 0 0,0 1 1 0 0,-1-1-1 0 0,1 1 1 0 0,0-1-1 0 0,0 1 1 0 0,0-1-1 0 0,-1 1 1 0 0,1-1-1 0 0,0 1 0 0 0,0-1 1 0 0,0 1-1 0 0,0-1 1 0 0,0 1-1 0 0,0-1 1 0 0,0 1-1 0 0,0-1 1 0 0,1 1-1 0 0,-1-1 0 0 0,0 1 1 0 0,0-1-1 0 0,0 1 1 0 0,0-1-1 0 0,1 1 1 0 0,0 0 3 0 0,0 0 1 0 0,-1-1-1 0 0,1 1 1 0 0,0-1-1 0 0,0 1 1 0 0,0-1-1 0 0,0 0 1 0 0,0 1-1 0 0,0-1 1 0 0,0 0-1 0 0,0 1 1 0 0,0-1-1 0 0,0 0 1 0 0,1 0-1 0 0,4 0 25 0 0,1 0 0 0 0,-1 0 0 0 0,11-2 0 0 0,2-2 59 0 0,-1-1-1 0 0,29-13 0 0 0,-2 2 79 0 0,-11 5 120 0 0,1 2 0 0 0,0 2 0 0 0,0 1 0 0 0,0 1 0 0 0,1 3 0 0 0,-1 0 0 0 0,1 3-1 0 0,45 5 1 0 0,-56-2-258 0 0,0-2 0 0 0,0-1-1 0 0,0-1 1 0 0,1-1 0 0 0,-1-1-1 0 0,0-1 1 0 0,24-7 0 0 0,68-24 79 0 0,57-16 462 0 0,-154 46-352 0 0,0 0-1 0 0,0 2 0 0 0,35-1 1 0 0,60 10 803 0 0,-53-2-822 0 0,-27-5-124 0 0,0-2 1 0 0,0-1-1 0 0,54-12 1 0 0,-5 1 25 0 0,-58 11-2 0 0,0 0-1 0 0,0 2 1 0 0,37 2-1 0 0,-53 0-14 0 0,1 0-1 0 0,-1 1 0 0 0,0 1 1 0 0,0 0-1 0 0,0 0 0 0 0,0 1 1 0 0,0 0-1 0 0,-1 1 1 0 0,1 0-1 0 0,-1 0 0 0 0,12 10 1 0 0,43 42 442 0 0,-39-34-239 0 0,54 40 0 0 0,-66-55-264 0 0,0 0-1 0 0,1 0 1 0 0,0-1 0 0 0,0-1-1 0 0,1-1 1 0 0,0 0-1 0 0,0 0 1 0 0,0-2-1 0 0,0 0 1 0 0,1-1 0 0 0,-1 0-1 0 0,1-1 1 0 0,25-2-1 0 0,-3-3 27 0 0,0-2 0 0 0,0-1 0 0 0,42-15-1 0 0,108-46 280 0 0,-155 55-271 0 0,-8 3-50 0 0,34-13 0 0 0,105-27 0 0 0,-155 48 2 0 0,0 1-1 0 0,0 0 1 0 0,0 0 0 0 0,0 1-1 0 0,0 0 1 0 0,0 0 0 0 0,0 1-1 0 0,12 3 1 0 0,-17-3-6 0 0,1 0 0 0 0,-1 1-1 0 0,0-1 1 0 0,1 1 0 0 0,-1 0-1 0 0,0 1 1 0 0,0-1 0 0 0,0 1 0 0 0,0 0-1 0 0,-1 0 1 0 0,1 0 0 0 0,-1 0 0 0 0,0 0-1 0 0,0 1 1 0 0,0 0 0 0 0,0-1 0 0 0,4 9-1 0 0,3 9-1236 0 0,-1 1-4928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26:50.610"/>
    </inkml:context>
    <inkml:brush xml:id="br0">
      <inkml:brushProperty name="width" value="0.05" units="cm"/>
      <inkml:brushProperty name="height" value="0.05" units="cm"/>
      <inkml:brushProperty name="color" value="#FF0066"/>
    </inkml:brush>
  </inkml:definitions>
  <inkml:trace contextRef="#ctx0" brushRef="#br0">89 194 455 0 0,'-7'0'400'0'0,"-1"-1"-1"0"0,0 1 0 0 0,1-2 0 0 0,-1 1 0 0 0,-12-4 0 0 0,18 4-270 0 0,1 1 0 0 0,-1-1 0 0 0,1 1 0 0 0,-1-1 0 0 0,1 1 0 0 0,-1-1 0 0 0,1 0 0 0 0,-1 0 0 0 0,1 0 0 0 0,0 0 0 0 0,0 0 0 0 0,-1 0 0 0 0,1 0 0 0 0,0 0 0 0 0,0-1 0 0 0,0 1 0 0 0,0 0 0 0 0,0-1 0 0 0,0 1 0 0 0,1-1 0 0 0,-1 1 0 0 0,0-1 0 0 0,1 1 0 0 0,-1-1 0 0 0,1 1 0 0 0,-1-1-1 0 0,1 1 1 0 0,0-1 0 0 0,0 0 0 0 0,0 1 0 0 0,0-1 0 0 0,0 0 0 0 0,0-2 0 0 0,1 3-48 0 0,-1 0-1 0 0,0 1 0 0 0,0-1 0 0 0,1 0 0 0 0,-1 0 0 0 0,1 0 0 0 0,-1 0 0 0 0,1 0 0 0 0,-1 0 0 0 0,1 1 1 0 0,-1-1-1 0 0,1 0 0 0 0,0 0 0 0 0,0 1 0 0 0,-1-1 0 0 0,1 1 0 0 0,0-1 0 0 0,0 0 0 0 0,0 1 1 0 0,-1-1-1 0 0,1 1 0 0 0,0 0 0 0 0,0-1 0 0 0,0 1 0 0 0,0 0 0 0 0,0 0 0 0 0,0-1 0 0 0,0 1 1 0 0,0 0-1 0 0,0 0 0 0 0,2 0 0 0 0,4 1-51 0 0,-1-1 0 0 0,1 1-1 0 0,12 3 1 0 0,-2 0 19 0 0,7-2 97 0 0,-1-1-1 0 0,1-1 1 0 0,0 0-1 0 0,44-9 1 0 0,91-28 891 0 0,-12 2-102 0 0,-130 32-742 0 0,0 1 1 0 0,-1 1-1 0 0,1 1 0 0 0,24 3 0 0 0,63 14 471 0 0,-65-9-470 0 0,52 3 1 0 0,25-9 445 0 0,146-18-1 0 0,-124-3-368 0 0,-68 8-166 0 0,19-3 8 0 0,-21 2 108 0 0,0 3-1 0 0,95 0 0 0 0,-126 12 345 0 0,73 15-1 0 0,-53-7-250 0 0,-45-9-295 0 0,-1-1-1 0 0,1-1 1 0 0,0 0 0 0 0,0 0-1 0 0,16-3 1 0 0,57-17-44 0 0,-66 17-66 0 0,-2 1-64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26:52.900"/>
    </inkml:context>
    <inkml:brush xml:id="br0">
      <inkml:brushProperty name="width" value="0.05" units="cm"/>
      <inkml:brushProperty name="height" value="0.05" units="cm"/>
      <inkml:brushProperty name="color" value="#FF0066"/>
    </inkml:brush>
  </inkml:definitions>
  <inkml:trace contextRef="#ctx0" brushRef="#br0">790 0 1439 0 0,'-1'1'107'0'0,"-34"30"858"0"0,-1-1 0 0 0,-46 28-1 0 0,25-18-595 0 0,19-14 24 0 0,-1-2 0 0 0,-75 34 1 0 0,-91 23-210 0 0,163-66-262 0 0,31-10 1 0 0,-48 19 121 0 0,53-21-184 0 0,0 0 1 0 0,0 0-1 0 0,1 1 0 0 0,0 0 0 0 0,-1 0 0 0 0,1 0 0 0 0,-5 7 0 0 0,8-9 65 0 0,0 0-1 0 0,1 1 0 0 0,0-1 0 0 0,-1 1 0 0 0,1-1 0 0 0,0 1 1 0 0,0-1-1 0 0,1 1 0 0 0,-2 3 0 0 0,-3 10-142 0 0,2-11 218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26:53.366"/>
    </inkml:context>
    <inkml:brush xml:id="br0">
      <inkml:brushProperty name="width" value="0.05" units="cm"/>
      <inkml:brushProperty name="height" value="0.05" units="cm"/>
      <inkml:brushProperty name="color" value="#FF0066"/>
    </inkml:brush>
  </inkml:definitions>
  <inkml:trace contextRef="#ctx0" brushRef="#br0">31 157 1951 0 0,'24'-75'3597'0'0,"-11"37"-1976"0"0,-12 37-1496 0 0,-1-1 0 0 0,0 0 0 0 0,1 1 0 0 0,-1-1 0 0 0,0 0 0 0 0,0 0 0 0 0,-1 1-1 0 0,1-1 1 0 0,0 0 0 0 0,0 1 0 0 0,-1-1 0 0 0,1 0 0 0 0,-1 1 0 0 0,0-3 0 0 0,-3-13 1446 0 0,3 17-1551 0 0,1 0 1 0 0,0 0 0 0 0,0 0 0 0 0,-1 0-1 0 0,1 0 1 0 0,0 0 0 0 0,0 0 0 0 0,0 0-1 0 0,-1 0 1 0 0,1 1 0 0 0,0-1-1 0 0,0 0 1 0 0,0 0 0 0 0,-1 0 0 0 0,1 0-1 0 0,0 0 1 0 0,0 0 0 0 0,0 0-1 0 0,0 1 1 0 0,-1-1 0 0 0,1 0 0 0 0,0 0-1 0 0,0 0 1 0 0,0 0 0 0 0,0 1 0 0 0,0-1-1 0 0,-1 0 1 0 0,1 0 0 0 0,0 0-1 0 0,0 1 1 0 0,0-1 0 0 0,0 0 0 0 0,0 0-1 0 0,0 0 1 0 0,0 1 0 0 0,0-1 0 0 0,0 0-1 0 0,0 1 1 0 0,-8 15 135 0 0,0 0-1 0 0,1 1 1 0 0,1 0 0 0 0,0 0 0 0 0,2 1-1 0 0,0-1 1 0 0,0 1 0 0 0,0 22-1 0 0,2-20 104 0 0,1-11-119 0 0,0-1 1 0 0,0 1-1 0 0,1-1 1 0 0,0 1-1 0 0,2 11 1 0 0,-2-18-118 0 0,1 0 1 0 0,-1-1-1 0 0,1 1 1 0 0,-1-1-1 0 0,1 1 1 0 0,0 0-1 0 0,0-1 0 0 0,-1 0 1 0 0,1 1-1 0 0,0-1 1 0 0,0 1-1 0 0,0-1 1 0 0,1 0-1 0 0,-1 0 0 0 0,0 0 1 0 0,0 1-1 0 0,1-1 1 0 0,-1 0-1 0 0,0-1 0 0 0,1 1 1 0 0,-1 0-1 0 0,1 0 1 0 0,-1-1-1 0 0,1 1 1 0 0,0-1-1 0 0,-1 1 0 0 0,1-1 1 0 0,0 1-1 0 0,-1-1 1 0 0,1 0-1 0 0,0 0 1 0 0,3 0-1 0 0,19-1 423 0 0,44-8 0 0 0,-35 3-365 0 0,-30 6-81 0 0,-1 0 0 0 0,0-1 0 0 0,0 1 0 0 0,0 0 0 0 0,1 0 0 0 0,-1 1 0 0 0,0-1 0 0 0,0 0 0 0 0,0 1 0 0 0,0-1 0 0 0,3 2 0 0 0,1 2 0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27:10.675"/>
    </inkml:context>
    <inkml:brush xml:id="br0">
      <inkml:brushProperty name="width" value="0.05" units="cm"/>
      <inkml:brushProperty name="height" value="0.05" units="cm"/>
      <inkml:brushProperty name="color" value="#FF0066"/>
    </inkml:brush>
  </inkml:definitions>
  <inkml:trace contextRef="#ctx0" brushRef="#br0">1210 9 919 0 0,'0'-1'5'0'0,"0"1"0"0"0,-1 0 0 0 0,1-1 0 0 0,0 1-1 0 0,0-1 1 0 0,0 1 0 0 0,0 0 0 0 0,0-1-1 0 0,0 1 1 0 0,-1 0 0 0 0,1-1 0 0 0,0 1-1 0 0,0 0 1 0 0,-1-1 0 0 0,1 1 0 0 0,0 0-1 0 0,0 0 1 0 0,-1-1 0 0 0,1 1 0 0 0,0 0-1 0 0,-1 0 1 0 0,1 0 0 0 0,0-1 0 0 0,-1 1 0 0 0,1 0-1 0 0,0 0 1 0 0,-1 0 0 0 0,1 0 0 0 0,0 0-1 0 0,-1 0 1 0 0,1 0 0 0 0,-1 0 0 0 0,1 0-1 0 0,0 0 1 0 0,-1 0 0 0 0,1 0 0 0 0,0 0-1 0 0,-1 0 1 0 0,1 0 0 0 0,-1 0 0 0 0,1 0-1 0 0,-1 0 1 0 0,-21 7 349 0 0,14-5-241 0 0,-18 5-41 0 0,-173 49 1048 0 0,112-26-1136 0 0,-89 44 0 0 0,-77 53-16 0 0,95-35 133 0 0,37-20-34 0 0,111-67-80 0 0,2 0-51 0 0,0 0 0 0 0,0-1 0 0 0,-1 0 0 0 0,1 0 0 0 0,-1-1 0 0 0,0 0 0 0 0,0-1 0 0 0,-12 2 0 0 0,19-3 78 0 0,-1-1 0 0 0,0 0 0 0 0,1 0 0 0 0,-1 0-1 0 0,1 0 1 0 0,-1 0 0 0 0,0 0 0 0 0,1-1 0 0 0,-1 1 0 0 0,1-1 0 0 0,-1 0 0 0 0,1 0-1 0 0,-1 0 1 0 0,-2-2 0 0 0,-2 0 103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27:10.902"/>
    </inkml:context>
    <inkml:brush xml:id="br0">
      <inkml:brushProperty name="width" value="0.05" units="cm"/>
      <inkml:brushProperty name="height" value="0.05" units="cm"/>
      <inkml:brushProperty name="color" value="#FF0066"/>
    </inkml:brush>
  </inkml:definitions>
  <inkml:trace contextRef="#ctx0" brushRef="#br0">1 19 919 0 0,'0'0'68'0'0,"0"-1"-1"0"0,0 0 0 0 0,0 1 0 0 0,0-1 1 0 0,0 1-1 0 0,0-1 0 0 0,0 0 0 0 0,0 1 1 0 0,0-1-1 0 0,0 0 0 0 0,0 1 0 0 0,0-1 0 0 0,1 1 1 0 0,-1-1-1 0 0,0 0 0 0 0,0 1 0 0 0,1-1 1 0 0,-1 1-1 0 0,0-1 0 0 0,1 1 0 0 0,-1-1 1 0 0,0 1-1 0 0,1-1 0 0 0,-1 1 0 0 0,1-1 0 0 0,3-2 537 0 0,-4 2-433 0 0,3 6-96 0 0,0 4-74 0 0,1-1 1 0 0,-1 1-1 0 0,0-1 1 0 0,-1 1-1 0 0,0 0 1 0 0,0 9-1 0 0,4 81 422 0 0,-6-94-213 0 0,0-1-1 0 0,1 1 1 0 0,-1-1-1 0 0,1 1 1 0 0,1-1 0 0 0,-1 1-1 0 0,0-1 1 0 0,5 7-1 0 0,-5-9-141 0 0,0-1 0 0 0,0 1 0 0 0,0-1 0 0 0,0 1 0 0 0,1-1 0 0 0,-1 0 0 0 0,1 0 0 0 0,-1 0-1 0 0,1 0 1 0 0,-1 0 0 0 0,1 0 0 0 0,0 0 0 0 0,-1 0 0 0 0,1-1 0 0 0,0 1 0 0 0,0-1 0 0 0,-1 1 0 0 0,1-1 0 0 0,0 0 0 0 0,0 1-1 0 0,0-1 1 0 0,0 0 0 0 0,-1 0 0 0 0,4-1 0 0 0,14-2 112 0 0,-1 0 1 0 0,1-1-1 0 0,33-14 1 0 0,-8 4-2207 0 0,-2 2-645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27:13.869"/>
    </inkml:context>
    <inkml:brush xml:id="br0">
      <inkml:brushProperty name="width" value="0.05" units="cm"/>
      <inkml:brushProperty name="height" value="0.05" units="cm"/>
      <inkml:brushProperty name="color" value="#FF0066"/>
    </inkml:brush>
  </inkml:definitions>
  <inkml:trace contextRef="#ctx0" brushRef="#br0">1310 1 6911 0 0,'-3'1'-416'0'0,"-1"0"0"0"0,1 0 0 0 0,0 1 0 0 0,-1-1 0 0 0,1 1 0 0 0,0 0 0 0 0,-3 3 0 0 0,-3 0 218 0 0,-24 13 51 0 0,0-2 0 0 0,-65 22 0 0 0,-76 11 1430 0 0,17-6-443 0 0,87-21-782 0 0,-141 42 217 0 0,152-49-191 0 0,-98 11-1 0 0,103-23-520 0 0,0-2 0 0 0,-101-12-1 0 0,138 9 438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27:14.155"/>
    </inkml:context>
    <inkml:brush xml:id="br0">
      <inkml:brushProperty name="width" value="0.05" units="cm"/>
      <inkml:brushProperty name="height" value="0.05" units="cm"/>
      <inkml:brushProperty name="color" value="#FF0066"/>
    </inkml:brush>
  </inkml:definitions>
  <inkml:trace contextRef="#ctx0" brushRef="#br0">27 14 4607 0 0,'-9'-6'326'0'0,"7"5"-311"0"0,1 0 0 0 0,-1 0 0 0 0,1 0 0 0 0,-1 0 0 0 0,0 1 0 0 0,0-1 0 0 0,1 0-1 0 0,-3 0 1 0 0,3 1-164 0 0,20 8-522 0 0,-8-4 673 0 0,-3-2-5 0 0,0 0-1 0 0,-1 1 1 0 0,9 3 0 0 0,-14-4-6 0 0,0-1-1 0 0,0 0 1 0 0,0 1-1 0 0,0-1 1 0 0,0 1 0 0 0,0 0-1 0 0,0-1 1 0 0,-1 1 0 0 0,1 0-1 0 0,-1 0 1 0 0,1 0 0 0 0,-1 1-1 0 0,0-1 1 0 0,2 3-1 0 0,6 20-3 0 0,-6-16 54 0 0,0 0-1 0 0,1 0 1 0 0,6 11-1 0 0,-8-18 45 0 0,0 1 0 0 0,0 0-1 0 0,0-1 1 0 0,0 0 0 0 0,0 1 0 0 0,1-1-1 0 0,-1 0 1 0 0,1 0 0 0 0,-1 0 0 0 0,1-1-1 0 0,0 1 1 0 0,0-1 0 0 0,0 1 0 0 0,3 0-1 0 0,4 1 256 0 0,-1-1-1 0 0,1 0 0 0 0,0 0 1 0 0,0-1-1 0 0,0 0 0 0 0,18-2 0 0 0,1-2-231 0 0,31-7-1 0 0,-28 3-2973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29:42.84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153 288 455 0 0,'-14'-14'-26'0'0,"8"7"431"0"0,-2-1 1 0 0,1 1-1 0 0,-1 1 0 0 0,0-1 1 0 0,-11-5-1 0 0,16 10-269 0 0,1 1 0 0 0,-1 0 0 0 0,0-1 1 0 0,-1 2-1 0 0,1-1 0 0 0,0 0 0 0 0,0 0 0 0 0,0 1 0 0 0,0 0 0 0 0,-1 0 0 0 0,1 0 0 0 0,0 0 0 0 0,0 0 1 0 0,0 0-1 0 0,-1 1 0 0 0,1 0 0 0 0,0-1 0 0 0,0 1 0 0 0,0 0 0 0 0,0 1 0 0 0,-3 1 0 0 0,-5 5 456 0 0,11-7-579 0 0,0-1 0 0 0,0 0 1 0 0,0 0-1 0 0,0 0 0 0 0,0 0 0 0 0,0 1 0 0 0,0-1 0 0 0,0 0 0 0 0,0 0 0 0 0,0 0 0 0 0,0 0 0 0 0,0 0 0 0 0,0 1 0 0 0,0-1 0 0 0,0 0 0 0 0,0 0 0 0 0,0 0 0 0 0,0 0 0 0 0,0 0 0 0 0,1 1 0 0 0,-1-1 0 0 0,0 0 0 0 0,0 0 0 0 0,0 0 0 0 0,0 0 0 0 0,0 0 0 0 0,1 0 0 0 0,-1 0 0 0 0,0 0 0 0 0,0 1 1 0 0,0-1-1 0 0,0 0 0 0 0,0 0 0 0 0,1 0 0 0 0,-1 0 0 0 0,0 0 0 0 0,0 0 0 0 0,1 0 0 0 0,1 0 32 0 0,0 0-1 0 0,1 1 1 0 0,-1-1 0 0 0,1 0 0 0 0,-1 0 0 0 0,1-1 0 0 0,-1 1 0 0 0,4-1-1 0 0,25-9 451 0 0,-1 2-1 0 0,1 1 1 0 0,0 2-1 0 0,54-3 0 0 0,-7 6 533 0 0,0-4 1 0 0,142-28-1 0 0,-31 7 245 0 0,3 15-350 0 0,42-4-483 0 0,49 10-241 0 0,2-1-45 0 0,86-36 253 0 0,-129-1-406 0 0,-235 42 0 0 0,3 0 0 0 0,-17 8 0 0 0,-2 0-1084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29:43.97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145 245 3223 0 0,'-8'-4'-56'0'0,"-1"-1"1"0"0,0 1-1 0 0,0 1 0 0 0,0-1 0 0 0,0 1 0 0 0,-10-1 0 0 0,9 2 428 0 0,0-1 1 0 0,0 0 0 0 0,0-1 0 0 0,-22-11 667 0 0,32 15-1005 0 0,0-1 0 0 0,0 1 0 0 0,0 0 0 0 0,0 0 0 0 0,0-1 0 0 0,0 1 0 0 0,0 0 0 0 0,0-1 1 0 0,0 1-1 0 0,0 0 0 0 0,0 0 0 0 0,0-1 0 0 0,0 1 0 0 0,0 0 0 0 0,0-1 0 0 0,0 1 0 0 0,0 0 1 0 0,0 0-1 0 0,0-1 0 0 0,11-7 873 0 0,16 0-95 0 0,7 1-381 0 0,-6 0-102 0 0,0 1-1 0 0,1 2 0 0 0,35-1 0 0 0,90 15 702 0 0,-95-4-742 0 0,61-2-1 0 0,385 11 1272 0 0,-429-13-1293 0 0,105-10 0 0 0,-29-1-57 0 0,191 6 132 0 0,-146-7-81 0 0,-7 1-32 0 0,7 7-229 0 0,-111-4 19 0 0,152-31 1 0 0,9-1 5 0 0,-32 26-25 0 0,-59 5 83 0 0,65-4-30 0 0,-220 11-46 0 0,1 0 0 0 0,0-1-1 0 0,0 1 1 0 0,0-1 0 0 0,-1 1 0 0 0,1-1-1 0 0,0 0 1 0 0,-1 1 0 0 0,3-3-1 0 0,-3 3-24 0 0,0 0 0 0 0,0-1 1 0 0,-1 1-1 0 0,1-1 0 0 0,0 1 0 0 0,-1-1 0 0 0,1 0 0 0 0,0 1 0 0 0,-1-1 0 0 0,1 0 0 0 0,-1 1 0 0 0,1-1 0 0 0,-1 0 0 0 0,1 0 0 0 0,-1 0 0 0 0,1 1 0 0 0,-1-1 0 0 0,0 0 0 0 0,1-1 0 0 0,-1-2-290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29:45.15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44 222 1839 0 0,'0'-2'126'0'0,"-1"0"0"0"0,0-1-1 0 0,0 1 1 0 0,0 0-1 0 0,0 0 1 0 0,0 0-1 0 0,0 0 1 0 0,0 0-1 0 0,-1 0 1 0 0,1 1-1 0 0,0-1 1 0 0,-1 0-1 0 0,0 1 1 0 0,1-1 0 0 0,-1 1-1 0 0,0-1 1 0 0,0 1-1 0 0,0 0 1 0 0,0 0-1 0 0,0 0 1 0 0,0 0-1 0 0,0 0 1 0 0,-1 0-1 0 0,1 1 1 0 0,-4-2-1 0 0,158 15 3295 0 0,11 0-2416 0 0,287-35 900 0 0,-301 5-1059 0 0,176-12-123 0 0,157-22-222 0 0,-178 10-608 0 0,-102 15 205 0 0,-78 15 171 0 0,137 4 0 0 0,-248 5-539 0 0,2 1-974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2:02.283"/>
    </inkml:context>
    <inkml:brush xml:id="br0">
      <inkml:brushProperty name="width" value="0.1" units="cm"/>
      <inkml:brushProperty name="height" value="0.1" units="cm"/>
      <inkml:brushProperty name="color" value="#F6630D"/>
    </inkml:brush>
  </inkml:definitions>
  <inkml:trace contextRef="#ctx0" brushRef="#br0">6 42 1612 0 0,'-6'-6'13349'0'0,"14"7"-10480"0"0,-5-1-3019 0 0,67 7 810 0 0,0-3 0 0 0,119-9 0 0 0,-33-13-1440 0 0,45-3-5111 0 0,-183 20 5027 0 0,79-2-4911 0 0,-48 8 7291 0 0,-37-3 2745 0 0,28 9 3034 0 0,-33-6-7148 0 0,-4-2-56 0 0,-1-3-91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2:02.623"/>
    </inkml:context>
    <inkml:brush xml:id="br0">
      <inkml:brushProperty name="width" value="0.1" units="cm"/>
      <inkml:brushProperty name="height" value="0.1" units="cm"/>
      <inkml:brushProperty name="color" value="#F6630D"/>
    </inkml:brush>
  </inkml:definitions>
  <inkml:trace contextRef="#ctx0" brushRef="#br0">221 0 1612 0 0,'27'24'9421'0'0,"1"-3"-3524"0"0,-12-11-3685 0 0,28 12-1 0 0,87 25-5425 0 0,-74-29 4735 0 0,-49-16-1531 0 0,0 1 11 0 0,0-1 0 0 0,-1 1 0 0 0,1 1 0 0 0,14 7 0 0 0,-21-10-1 0 0,0 0 0 0 0,0-1 0 0 0,0 1 0 0 0,0 0 1 0 0,0 0-1 0 0,0 0 0 0 0,-1 0 0 0 0,1 0 0 0 0,0 0 0 0 0,0 0 0 0 0,-1 0 0 0 0,1 0 1 0 0,0 0-1 0 0,-1 0 0 0 0,1 0 0 0 0,-1 1 0 0 0,1-1 0 0 0,-1 0 0 0 0,0 0 1 0 0,0 1-1 0 0,1-1 0 0 0,-1 0 0 0 0,0 0 0 0 0,0 1 0 0 0,0-1 0 0 0,0 0 0 0 0,-1 1 1 0 0,1-1-1 0 0,0 0 0 0 0,-1 0 0 0 0,1 1 0 0 0,0-1 0 0 0,-1 0 0 0 0,1 0 1 0 0,-1 0-1 0 0,0 0 0 0 0,1 0 0 0 0,-1 0 0 0 0,-1 2 0 0 0,-3 3-72 0 0,0 0-1 0 0,0-1 1 0 0,0 0 0 0 0,-1 0-1 0 0,0 0 1 0 0,0 0 0 0 0,-10 5-1 0 0,-51 23-1670 0 0,48-25 1382 0 0,-338 153-10615 0 0,313-142 10202 0 0,-7 4-931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1:59.659"/>
    </inkml:context>
    <inkml:brush xml:id="br0">
      <inkml:brushProperty name="width" value="0.1" units="cm"/>
      <inkml:brushProperty name="height" value="0.1" units="cm"/>
      <inkml:brushProperty name="color" value="#F6630D"/>
    </inkml:brush>
  </inkml:definitions>
  <inkml:trace contextRef="#ctx0" brushRef="#br0">0 45 228 0 0,'22'1'3835'0'0,"12"2"7868"0"0,-12-1-7809 0 0,51 2-3894 0 0,91-5 0 0 0,-113-3 0 0 0,185-6 0 0 0,-201 11 0 0 0,-15-1-1 0 0,0 0-1 0 0,0 0 1 0 0,28-6 0 0 0,-37 2-2 0 0,-8-1 7 0 0,-4 4-3 0 0,1 0-1 0 0,-1 0 1 0 0,0 0-1 0 0,0 0 1 0 0,0 0-1 0 0,0 0 1 0 0,0 0 0 0 0,0 0-1 0 0,0 0 1 0 0,-2-1-1 0 0,-1-1-2 0 0,-7-7 2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1:59.944"/>
    </inkml:context>
    <inkml:brush xml:id="br0">
      <inkml:brushProperty name="width" value="0.1" units="cm"/>
      <inkml:brushProperty name="height" value="0.1" units="cm"/>
      <inkml:brushProperty name="color" value="#F6630D"/>
    </inkml:brush>
  </inkml:definitions>
  <inkml:trace contextRef="#ctx0" brushRef="#br0">0 29 1612 0 0,'4'-22'15013'0'0,"3"20"-14597"0"0,1 1 0 0 0,-1-1 1 0 0,1 1-1 0 0,-1 1 1 0 0,1-1-1 0 0,-1 1 1 0 0,12 2-1 0 0,55 11-945 0 0,-61-10 762 0 0,20 3-233 0 0,-1 3 0 0 0,0 0 0 0 0,-1 2 0 0 0,33 17 0 0 0,-60-26 0 0 0,0 1 0 0 0,1-1 0 0 0,-1 1 0 0 0,0 0 0 0 0,-1 0 0 0 0,1 0 0 0 0,0 1 0 0 0,-1 0 0 0 0,0-1 0 0 0,0 1 0 0 0,5 9 0 0 0,-7-11 0 0 0,0 0 0 0 0,0 0 0 0 0,0 1 0 0 0,-1-1 0 0 0,1 0 0 0 0,-1 1 0 0 0,1-1 0 0 0,-1 1 0 0 0,0-1 0 0 0,0 1 0 0 0,0-1 0 0 0,0 1 0 0 0,-1-1 0 0 0,1 0 0 0 0,0 1 0 0 0,-1-1 0 0 0,0 1 0 0 0,0-1 0 0 0,0 0 0 0 0,0 0 0 0 0,0 1 0 0 0,0-1 0 0 0,0 0 0 0 0,-1 0 0 0 0,-2 3 0 0 0,-8 8 0 0 0,-1 0 0 0 0,-1-1 0 0 0,-27 20 0 0 0,20-17 0 0 0,-112 96-39 0 0,105-86-58 0 0,-7 1-39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2:01.017"/>
    </inkml:context>
    <inkml:brush xml:id="br0">
      <inkml:brushProperty name="width" value="0.1" units="cm"/>
      <inkml:brushProperty name="height" value="0.1" units="cm"/>
      <inkml:brushProperty name="color" value="#F6630D"/>
    </inkml:brush>
  </inkml:definitions>
  <inkml:trace contextRef="#ctx0" brushRef="#br0">1 10 1512 0 0,'55'6'9357'0'0,"-1"-3"-3760"0"0,55-2-1817 0 0,108-16-4366 0 0,-186 12 586 0 0,0 2 0 0 0,45 3 0 0 0,-66 1 0 0 0,-10-3 0 0 0,0 0 0 0 0,0 0 0 0 0,0 0 0 0 0,0 1 0 0 0,0-1 0 0 0,0 0 0 0 0,0 0 0 0 0,0 0 0 0 0,0 0 0 0 0,0 0 0 0 0,0 0 0 0 0,0 0 0 0 0,0 0 0 0 0,0 0 0 0 0,0 0 0 0 0,0 1 0 0 0,0-1 0 0 0,0 0 0 0 0,0 0 0 0 0,0 0 0 0 0,0 0 0 0 0,0 0 0 0 0,0 0 0 0 0,0 0 0 0 0,0 0 0 0 0,0 0 0 0 0,0 0 0 0 0,0 1 0 0 0,0-1 0 0 0,0 0 0 0 0,0 0 0 0 0,0 0 0 0 0,0 0 0 0 0,0 0 0 0 0,-1 0 0 0 0,1 0 0 0 0,0 0 0 0 0,0 0 0 0 0,0 0 0 0 0,0 0 0 0 0,0 0 0 0 0,0 0 0 0 0,0 0 0 0 0,0 0 0 0 0,0 0 0 0 0,0 0 0 0 0,0 0 0 0 0,-1 0 0 0 0,1 0 0 0 0,-1 1 0 0 0,0-1 0 0 0,0 0 0 0 0,0 0 0 0 0,0 0 0 0 0,0 0 0 0 0,0 0 0 0 0,0 0 0 0 0,0 0 0 0 0,0 0 0 0 0,0 0 0 0 0,0 0 0 0 0,0-1 0 0 0,0 1 0 0 0,0 0 0 0 0,0-1 0 0 0,0 1 0 0 0,0 0 0 0 0,-1-2 0 0 0,-3-1 0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2:01.294"/>
    </inkml:context>
    <inkml:brush xml:id="br0">
      <inkml:brushProperty name="width" value="0.1" units="cm"/>
      <inkml:brushProperty name="height" value="0.1" units="cm"/>
      <inkml:brushProperty name="color" value="#F6630D"/>
    </inkml:brush>
  </inkml:definitions>
  <inkml:trace contextRef="#ctx0" brushRef="#br0">25 1 1872 0 0,'48'13'8375'0'0,"79"34"0"0"0,-72-20-6201 0 0,-2 5-3310 0 0,-49-30 1136 0 0,-1 0 0 0 0,0 1 0 0 0,1-1 0 0 0,-1 1 0 0 0,0 0 0 0 0,-1 0 0 0 0,1 0 0 0 0,0 1 0 0 0,2 3 0 0 0,-5-6 0 0 0,1 1 0 0 0,-1-1 0 0 0,1 0 0 0 0,-1 1 0 0 0,1-1 0 0 0,-1 1 0 0 0,0-1 0 0 0,0 0 0 0 0,0 1 0 0 0,0-1 0 0 0,0 1 0 0 0,0-1 0 0 0,0 1 0 0 0,0-1 0 0 0,0 0 0 0 0,-1 1 0 0 0,1-1 0 0 0,-1 0 0 0 0,1 1 0 0 0,-1-1 0 0 0,1 0 0 0 0,-1 1 0 0 0,0-1 0 0 0,0 0 0 0 0,1 0 0 0 0,-1 0 0 0 0,0 0 0 0 0,0 0 0 0 0,-2 2 0 0 0,-15 12-90 0 0,-1 0-1 0 0,0-1 1 0 0,-1-2-1 0 0,-22 12 1 0 0,24-14-113 0 0,-32 15 634 0 0,30-16-1184 0 0,1 1 0 0 0,-19 13-1 0 0,-12 22-3593 0 0,32-33 3457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2:06.404"/>
    </inkml:context>
    <inkml:brush xml:id="br0">
      <inkml:brushProperty name="width" value="0.1" units="cm"/>
      <inkml:brushProperty name="height" value="0.1" units="cm"/>
      <inkml:brushProperty name="color" value="#F6630D"/>
    </inkml:brush>
  </inkml:definitions>
  <inkml:trace contextRef="#ctx0" brushRef="#br0">10188 556 1152 0 0,'-7'-18'10082'0'0,"5"17"-9578"0"0,-17-20 3959 0 0,13 16-4042 0 0,0-1 0 0 0,-1 1 1 0 0,0 0-1 0 0,-1 1 0 0 0,1 0 0 0 0,-1 0 0 0 0,1 0 0 0 0,-16-4 0 0 0,-7 0-736 0 0,-34-5 0 0 0,28 6 614 0 0,-27-4-1018 0 0,0 3-1 0 0,-68 0 0 0 0,-129 15-4885 0 0,-74-3 24 0 0,0-24 846 0 0,13-20 4862 0 0,1-19 94 0 0,61 11-141 0 0,-448-69 1 0 0,162 42-71 0 0,432 61-9 0 0,-662-40-14 0 0,-1 57 6 0 0,161 28 19 0 0,217-6-68 0 0,103-26 13 0 0,0-17 44 0 0,42 1-39 0 0,119 14 46 0 0,1 5 1 0 0,-205 31 0 0 0,180-5-2 0 0,-272 84 0 0 0,325-75-5 0 0,-197 102 0 0 0,-82 83-2 0 0,276-156-3 0 0,32-18 8 0 0,1 3 0 0 0,-103 92 0 0 0,57-28-43 0 0,-183 223 0 0 0,272-295 38 0 0,2 1 0 0 0,2 1 0 0 0,2 1 0 0 0,2 2 0 0 0,2 0 0 0 0,2 1 0 0 0,-20 80 0 0 0,32-94 85 0 0,1 0 0 0 0,2 1 0 0 0,-1 53 0 0 0,7-66 650 0 0,1 1-1 0 0,1-1 1 0 0,7 30 0 0 0,27 66 1676 0 0,-24-84-2439 0 0,1 0 0 0 0,23 37 0 0 0,-26-53-313 0 0,2 0-1 0 0,0 0 1 0 0,1-2 0 0 0,31 31 0 0 0,-22-26-334 0 0,1-2-1 0 0,2 0 1 0 0,0-1-1 0 0,0-2 1 0 0,44 21 0 0 0,30 4 676 0 0,2-4-1 0 0,2-4 1 0 0,1-5 0 0 0,1-5 0 0 0,2-5 0 0 0,-1-4-1 0 0,2-5 1 0 0,115-4 0 0 0,505-43 40 0 0,13 0-9 0 0,-487 34-32 0 0,363-8 0 0 0,-4-21 0 0 0,327-88 32 0 0,-359 39 55 0 0,-345 51-57 0 0,292-26-48 0 0,-380 42-33 0 0,227-13 4 0 0,-107 9 30 0 0,-5-1 43 0 0,235-22 56 0 0,-197 0-78 0 0,524-138 0 0 0,-734 150 175 0 0,-1-4 1 0 0,-1-4 0 0 0,-2-3 0 0 0,120-76-1 0 0,-173 92-127 0 0,-1 0-1 0 0,-1-3 0 0 0,-1-1 0 0 0,-1-1 0 0 0,32-40 0 0 0,-30 28 7 0 0,-3-1 0 0 0,-1-1-1 0 0,42-88 1 0 0,-63 113 277 0 0,-1-1 1 0 0,0 0-1 0 0,-2 0 1 0 0,0 0-1 0 0,-1-1 1 0 0,-1 0-1 0 0,-1 0 1 0 0,-1 0-1 0 0,-1 0 0 0 0,-2-30 1 0 0,-3 19-847 0 0,-1-1-1 0 0,-1 1 1 0 0,-1 0 0 0 0,-2 1 0 0 0,-25-54 0 0 0,3 22 446 0 0,-2 0 0 0 0,-58-77 0 0 0,-11-4 267 0 0,99 137-264 0 0,2 3 125 0 0,0 1 0 0 0,0-1 0 0 0,1 0 0 0 0,-2 1 0 0 0,1-1 1 0 0,0 1-1 0 0,-1 0 0 0 0,1 0 0 0 0,-1 0 0 0 0,-5-4 0 0 0,-5 2-1027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2:30.302"/>
    </inkml:context>
    <inkml:brush xml:id="br0">
      <inkml:brushProperty name="width" value="0.1" units="cm"/>
      <inkml:brushProperty name="height" value="0.1" units="cm"/>
      <inkml:brushProperty name="color" value="#F6630D"/>
    </inkml:brush>
  </inkml:definitions>
  <inkml:trace contextRef="#ctx0" brushRef="#br0">1177 164 1144 0 0,'-3'-9'16712'0'0,"2"-1"-13117"0"0,-2-6-7003 0 0,0 10 5025 0 0,2 3-1617 0 0,-1 0 0 0 0,1 1 0 0 0,0-1 0 0 0,0 0 0 0 0,0 0 0 0 0,1 0 0 0 0,-1 0 0 0 0,1 0 0 0 0,-1 0 0 0 0,1 0 0 0 0,0 0 0 0 0,1-4 0 0 0,-1 3 0 0 0,-1 2-5 0 0,-1-2 5 0 0,-1 0 1 0 0,0 0-1 0 0,1 0 0 0 0,-2 1 1 0 0,1-1-1 0 0,0 1 1 0 0,-1-1-1 0 0,1 1 0 0 0,-1 0 1 0 0,0 1-1 0 0,0-1 1 0 0,-1 1-1 0 0,1-1 0 0 0,0 1 1 0 0,-1 0-1 0 0,1 1 0 0 0,-8-3 1 0 0,-7 0-3 0 0,0 1-1 0 0,0 0 1 0 0,-21 1 0 0 0,9 0-12 0 0,-8-2 18 0 0,-1 3 0 0 0,1 1 1 0 0,-1 2-1 0 0,-51 9 0 0 0,52-4-4 0 0,-70 17 0 0 0,95-20 0 0 0,1 1 0 0 0,-1 0 0 0 0,1 1 0 0 0,0 1 0 0 0,-21 14 0 0 0,-14 13 90 0 0,3-3-1669 0 0,3 1 0 0 0,-57 54 0 0 0,73-55-3293 0 0,-27 39 0 0 0,19-24 1418 0 0,-2 4 2210 0 0,22-28 3172 0 0,-20 42 0 0 0,28-51-1249 0 0,2 0 0 0 0,-1 0 0 0 0,1 1 0 0 0,-3 26 0 0 0,6-31-1091 0 0,0 0 0 0 0,1 1 0 0 0,0-1-1 0 0,4 17 1 0 0,-2-17 253 0 0,1-1 1 0 0,0 0-1 0 0,0 0 0 0 0,1 0 1 0 0,0 0-1 0 0,0 0 0 0 0,1-1 1 0 0,0 0-1 0 0,0 0 1 0 0,1 0-1 0 0,0 0 0 0 0,0-1 1 0 0,0 0-1 0 0,10 7 0 0 0,12 6-612 0 0,0-1 0 0 0,40 21 0 0 0,-61-36 763 0 0,16 8 8 0 0,0 0 0 0 0,1-2 0 0 0,0-1 0 0 0,26 5 0 0 0,-10-5 0 0 0,73 5 0 0 0,-47-9 159 0 0,74 16-1 0 0,-106-15-81 0 0,-1-2-1 0 0,1-1 0 0 0,0-1 1 0 0,-1-2-1 0 0,1-2 0 0 0,0-1 0 0 0,53-13 1 0 0,-63 11-187 0 0,-1-1 0 0 0,-1-1 0 0 0,0 0 0 0 0,27-16 0 0 0,-35 16 63 0 0,-1 0-1 0 0,0-1 1 0 0,0 0 0 0 0,-1-1 0 0 0,-1-1-1 0 0,0 0 1 0 0,16-20 0 0 0,-10 7 1298 0 0,0-1 1 0 0,-2-1 0 0 0,0 0 0 0 0,-2-1-1 0 0,-1-1 1 0 0,11-38 0 0 0,-19 50-741 0 0,-1 0 0 0 0,-1-1 0 0 0,-1 1 0 0 0,0 0 0 0 0,-1-1 1 0 0,0 1-1 0 0,-2 0 0 0 0,0-1 0 0 0,0 1 0 0 0,-2 0 0 0 0,0 0 0 0 0,-1 1 0 0 0,0-1 0 0 0,-1 1 0 0 0,-1 0 1 0 0,0 1-1 0 0,-1 0 0 0 0,-15-21 0 0 0,-40-55-2575 0 0,5-3-3314 0 0,55 89 4867 0 0,-5-12-1445 0 0,-1 1 0 0 0,-1 0 0 0 0,0 0-1 0 0,-13-13 1 0 0,22 26 1970 0 0,-1 1 0 0 0,1 0 0 0 0,-1 0 0 0 0,1 0 0 0 0,-1 0 0 0 0,1 0 1 0 0,-1 0-1 0 0,1 0 0 0 0,-1 1 0 0 0,0-1 0 0 0,1 1 0 0 0,-1-1 0 0 0,0 1 0 0 0,0-1 0 0 0,1 1 0 0 0,-1 0 0 0 0,0 0 0 0 0,-2 0 0 0 0,-1 1 214 0 0,0 0 0 0 0,0 0-1 0 0,0 0 1 0 0,0 1 0 0 0,-6 2-1 0 0,-19 10 4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2:55.573"/>
    </inkml:context>
    <inkml:brush xml:id="br0">
      <inkml:brushProperty name="width" value="0.1" units="cm"/>
      <inkml:brushProperty name="height" value="0.1" units="cm"/>
      <inkml:brushProperty name="color" value="#F6630D"/>
    </inkml:brush>
  </inkml:definitions>
  <inkml:trace contextRef="#ctx0" brushRef="#br0">43 169 920 0 0,'13'-36'7243'0'0,"2"1"-3398"0"0,-3 9-19 0 0,12-46 0 0 0,-40 114-3826 0 0,6 2 0 0 0,-5 53 0 0 0,-1 3 0 0 0,-16 84-1401 0 0,15 1-4728 0 0,17-185 6124 0 0,0 47-532 0 0,0-44 552 0 0,1 0-1 0 0,-1 1 1 0 0,1-1-1 0 0,-1 0 1 0 0,1 0 0 0 0,0 0-1 0 0,0 0 1 0 0,0-1-1 0 0,0 1 1 0 0,1 0 0 0 0,-1 0-1 0 0,4 4 1 0 0,-4-7-2 0 0,-1 0 0 0 0,1 1 0 0 0,-1-1 0 0 0,1 0 0 0 0,-1 0 1 0 0,1 1-1 0 0,0-1 0 0 0,-1 0 0 0 0,1 0 0 0 0,0 0 0 0 0,-1 0 0 0 0,1 0 0 0 0,-1 1 1 0 0,1-1-1 0 0,0-1 0 0 0,-1 1 0 0 0,1 0 0 0 0,0 0 0 0 0,-1 0 0 0 0,1 0 0 0 0,-1 0 1 0 0,1 0-1 0 0,0-1 0 0 0,-1 1 0 0 0,1 0 0 0 0,-1-1 0 0 0,1 1 0 0 0,-1 0 0 0 0,1-1 0 0 0,-1 1 1 0 0,1 0-1 0 0,-1-1 0 0 0,1 1 0 0 0,-1-1 0 0 0,1 1 0 0 0,0-2 0 0 0,14-18 1383 0 0,-14 19-1399 0 0,14-25 2392 0 0,15-32 0 0 0,24-75-1043 0 0,6-15-1504 0 0,-53 134 142 0 0,5-11-256 0 0,28-44 0 0 0,-36 63 318 0 0,0 0 0 0 0,1 1 0 0 0,-1-1 0 0 0,1 1 0 0 0,0 0 0 0 0,1 0 0 0 0,-1 1 0 0 0,1-1 0 0 0,0 1 0 0 0,0 1 0 0 0,0-1 0 0 0,11-3 0 0 0,-15 6-46 0 0,-1 0 0 0 0,1 1 0 0 0,-1-1 0 0 0,1 1 0 0 0,0-1 0 0 0,-1 1 0 0 0,1 0 0 0 0,0 0 0 0 0,-1 0 0 0 0,1 0 0 0 0,0 0 0 0 0,0 0 0 0 0,-1 0 0 0 0,1 1 0 0 0,0-1 0 0 0,-1 0 0 0 0,1 1 0 0 0,-1 0 0 0 0,1-1 0 0 0,0 1 0 0 0,-1 0 0 0 0,1 0 0 0 0,-1 0 0 0 0,0 0 0 0 0,1 0 0 0 0,-1 0 0 0 0,0 0 0 0 0,0 0 0 0 0,1 0 0 0 0,-1 1 0 0 0,0-1 0 0 0,0 0 0 0 0,0 1 0 0 0,-1-1 0 0 0,1 1 0 0 0,0-1 0 0 0,0 1 0 0 0,-1 0 0 0 0,1-1 0 0 0,-1 1 0 0 0,0 0 0 0 0,1-1 0 0 0,-1 1 0 0 0,0 0 0 0 0,0-1 0 0 0,0 1 0 0 0,0 0 0 0 0,0-1 0 0 0,0 1 0 0 0,-1 0 0 0 0,1 0 0 0 0,-1 1 0 0 0,-2 7-181 0 0,0 0-1 0 0,0 0 1 0 0,-1 0 0 0 0,-1-1-1 0 0,1 1 1 0 0,-2-1-1 0 0,1 0 1 0 0,-11 12 0 0 0,-8 7-1214 0 0,-28 27 1 0 0,38-41 829 0 0,-84 72-5991 0 0,38-35 4064 0 0,59-50 2491 0 0,0 0 0 0 0,-1 0 1 0 0,1 0-1 0 0,0 0 1 0 0,0 0-1 0 0,0 0 0 0 0,0 0 1 0 0,0 0-1 0 0,1 1 0 0 0,-1-1 1 0 0,-1 2-1 0 0,6 0 2 0 0,9-2 0 0 0,-3-1 110 0 0,0 1 1 0 0,0 0-1 0 0,0 0 1 0 0,1 1-1 0 0,-1 0 1 0 0,-1 1-1 0 0,1 0 1 0 0,0 1-1 0 0,-1-1 1 0 0,0 2-1 0 0,1 0 1 0 0,-2 0-1 0 0,1 0 1 0 0,-1 1-1 0 0,11 10 1 0 0,2 1-120 0 0,0 0 1 0 0,1-1 0 0 0,1-1 0 0 0,38 18 0 0 0,-7-11 2971 0 0,5-8 3442 0 0,-54-12-6063 0 0,0-1 1 0 0,0-1-1 0 0,1 1 1 0 0,-1-1 0 0 0,0 0-1 0 0,1 0 1 0 0,-1-1-1 0 0,6 0 1 0 0,-8 0-353 0 0,-1 0-1 0 0,1 0 1 0 0,-1 0-1 0 0,1-1 1 0 0,-1 1-1 0 0,1-1 1 0 0,-1 1 0 0 0,0-1-1 0 0,0 0 1 0 0,0 1-1 0 0,0-1 1 0 0,0 0-1 0 0,0-1 1 0 0,-1 1 0 0 0,1 0-1 0 0,-1 0 1 0 0,3-5-1 0 0,-1 2 17 0 0,-1-1 0 0 0,1 0-1 0 0,-1 1 1 0 0,0-1 0 0 0,1-7-1 0 0,-2 10-41 0 0,-1 0-1 0 0,1 0 1 0 0,-1 0-1 0 0,0 1 1 0 0,0-1 0 0 0,0 0-1 0 0,-1 0 1 0 0,1 0-1 0 0,-1 0 1 0 0,1 0-1 0 0,-1 0 1 0 0,0 1 0 0 0,-1-4-1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3:10.188"/>
    </inkml:context>
    <inkml:brush xml:id="br0">
      <inkml:brushProperty name="width" value="0.1" units="cm"/>
      <inkml:brushProperty name="height" value="0.1" units="cm"/>
      <inkml:brushProperty name="color" value="#F6630D"/>
    </inkml:brush>
  </inkml:definitions>
  <inkml:trace contextRef="#ctx0" brushRef="#br0">65 1 1208 0 0,'-14'0'16068'0'0,"13"1"-15592"0"0,-2 5-215 0 0,0 0 0 0 0,0 0 1 0 0,0 0-1 0 0,1 0 0 0 0,0 1 0 0 0,0-1 0 0 0,-1 10 0 0 0,-3 50-604 0 0,4-40 505 0 0,1-16-161 0 0,-18 355-23 0 0,19-362 25 0 0,0 0 1 0 0,0 0-1 0 0,0 1 1 0 0,0-1-1 0 0,1 0 1 0 0,1 6 0 0 0,-2-9-5 0 0,0 0 1 0 0,1 0 0 0 0,-1 1 0 0 0,0-1 0 0 0,0 0 0 0 0,0 0-1 0 0,0 0 1 0 0,0 0 0 0 0,1 1 0 0 0,-1-1 0 0 0,0 0 0 0 0,0 0-1 0 0,0 0 1 0 0,0 0 0 0 0,1 1 0 0 0,-1-1 0 0 0,0 0 0 0 0,0 0-1 0 0,0 0 1 0 0,1 0 0 0 0,-1 0 0 0 0,0 0 0 0 0,0 0 0 0 0,1 0-1 0 0,-1 0 1 0 0,0 0 0 0 0,0 0 0 0 0,0 0 0 0 0,1 0 0 0 0,-1 0-1 0 0,0 0 1 0 0,0 0 0 0 0,1 0 0 0 0,0 0-2 0 0,0-1 0 0 0,0 0 0 0 0,0 1 0 0 0,0-1 0 0 0,0 0 0 0 0,0 0 0 0 0,0 1 0 0 0,0-1 0 0 0,-1 0 0 0 0,1 0 0 0 0,1-1 0 0 0,13-20 6 0 0,-1-1 1 0 0,22-48 0 0 0,-7 13 7 0 0,0 1-176 0 0,42-72-1227 0 0,-56 107-2804 0 0,21-28 3437 0 0,-71 87 6247 0 0,-2 6-5434 0 0,25-26-372 0 0,-7 8-3315 0 0,2 1 1 0 0,-22 41-1 0 0,34-57 2704 0 0,1 0-1 0 0,1 0 0 0 0,0 0 1 0 0,0 0-1 0 0,-2 19 0 0 0,5-21 1035 0 0,0 0 0 0 0,0 0 0 0 0,0 0 0 0 0,1 0 0 0 0,2 8 0 0 0,-2-11-96 0 0,0 0 1 0 0,1 0-1 0 0,-1 0 1 0 0,1-1-1 0 0,0 1 0 0 0,1-1 1 0 0,-1 0-1 0 0,1 1 1 0 0,0-1-1 0 0,0 0 1 0 0,0-1-1 0 0,0 1 1 0 0,1 0-1 0 0,-1-1 0 0 0,1 0 1 0 0,0 0-1 0 0,0 0 1 0 0,0 0-1 0 0,8 3 1 0 0,1-1-10 0 0,-1-1 0 0 0,1 0 0 0 0,-1-1 0 0 0,1 0 0 0 0,0-1 0 0 0,16 1 0 0 0,-14-2-19 0 0,-1 1 0 0 0,19 4 0 0 0,-27-4-113 0 0,-1 0-1 0 0,0 0 1 0 0,1 0-1 0 0,-1 1 1 0 0,0 0-1 0 0,0 0 1 0 0,-1 0 0 0 0,9 7-1 0 0,-4-3-271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3:10.386"/>
    </inkml:context>
    <inkml:brush xml:id="br0">
      <inkml:brushProperty name="width" value="0.1" units="cm"/>
      <inkml:brushProperty name="height" value="0.1" units="cm"/>
      <inkml:brushProperty name="color" value="#F6630D"/>
    </inkml:brush>
  </inkml:definitions>
  <inkml:trace contextRef="#ctx0" brushRef="#br0">1 117 1380 0 0,'1'-8'1035'0'0,"0"-5"-345"0"0,1 0 1 0 0,11-28 5665 0 0,-1 40-3878 0 0,-5 0-1564 0 0,44-7 4233 0 0,20-4-4231 0 0,-50 6-905 0 0,-7 2 6 0 0,24-4-1 0 0,-34 7-15 0 0,0 1 0 0 0,1-1-1 0 0,-1 1 1 0 0,0 0 0 0 0,1 1 0 0 0,-1-1 0 0 0,0 1 0 0 0,0 0 0 0 0,0 0-1 0 0,5 2 1 0 0,-8-2-1 0 0,1 0 0 0 0,-1 0 0 0 0,0 0 0 0 0,1 0 0 0 0,-1 0 0 0 0,0 0 0 0 0,0 0 0 0 0,0 1 0 0 0,0-1 0 0 0,0 1 0 0 0,0-1 0 0 0,0 1 0 0 0,-1-1 0 0 0,1 1 0 0 0,0-1 0 0 0,-1 1 0 0 0,1-1 0 0 0,-1 1 0 0 0,0 0 0 0 0,1-1 0 0 0,-1 1 0 0 0,0 0 0 0 0,0-1 0 0 0,0 1 0 0 0,0 0 0 0 0,0 0 0 0 0,-1-1 0 0 0,1 1 0 0 0,0 0 0 0 0,-1-1 0 0 0,1 1 0 0 0,-2 2 0 0 0,-4 7 0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3:10.564"/>
    </inkml:context>
    <inkml:brush xml:id="br0">
      <inkml:brushProperty name="width" value="0.1" units="cm"/>
      <inkml:brushProperty name="height" value="0.1" units="cm"/>
      <inkml:brushProperty name="color" value="#F6630D"/>
    </inkml:brush>
  </inkml:definitions>
  <inkml:trace contextRef="#ctx0" brushRef="#br0">8 130 1612 0 0,'-2'-5'1200'0'0,"-3"-21"851"0"0,5 25-1868 0 0,0 1-1 0 0,0-1 0 0 0,0 0 0 0 0,0 0 0 0 0,0 0 0 0 0,0 0 1 0 0,0 1-1 0 0,1-1 0 0 0,-1 0 0 0 0,0 0 0 0 0,1 1 0 0 0,-1-1 1 0 0,0 0-1 0 0,1 0 0 0 0,-1 1 0 0 0,1-1 0 0 0,-1 0 1 0 0,1 1-1 0 0,0-1 0 0 0,-1 1 0 0 0,1-1 0 0 0,0 1 0 0 0,-1-1 1 0 0,1 1-1 0 0,0-1 0 0 0,-1 1 0 0 0,2-1 0 0 0,92-35 8783 0 0,53-2-8541 0 0,-128 35-612 0 0,-1 2 0 0 0,38 0 1 0 0,-28 2 1057 0 0,-14-3-870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3:11.103"/>
    </inkml:context>
    <inkml:brush xml:id="br0">
      <inkml:brushProperty name="width" value="0.1" units="cm"/>
      <inkml:brushProperty name="height" value="0.1" units="cm"/>
      <inkml:brushProperty name="color" value="#F6630D"/>
    </inkml:brush>
  </inkml:definitions>
  <inkml:trace contextRef="#ctx0" brushRef="#br0">95 22 460 0 0,'13'-7'2879'0'0,"-9"5"-1460"0"0,-1 0-1 0 0,1 0 1 0 0,0 0-1 0 0,0 0 1 0 0,-1 1-1 0 0,6-2 1 0 0,-7 3-1199 0 0,-1 0 1 0 0,0 0-1 0 0,0 0 0 0 0,0 0 1 0 0,0 0-1 0 0,1 0 1 0 0,-1 0-1 0 0,0 0 0 0 0,0 0 1 0 0,0 1-1 0 0,0-1 1 0 0,0 1-1 0 0,0-1 0 0 0,0 1 1 0 0,0-1-1 0 0,0 1 1 0 0,0-1-1 0 0,0 1 0 0 0,0 0 1 0 0,0 0-1 0 0,0-1 0 0 0,0 1 1 0 0,-1 0-1 0 0,1 0 1 0 0,0 0-1 0 0,-1 0 0 0 0,1 0 1 0 0,0 1-1 0 0,1 2-220 0 0,0 1 0 0 0,0-1 0 0 0,-1 0 0 0 0,0 1 0 0 0,0-1 0 0 0,0 1 0 0 0,0 0 0 0 0,-1-1 0 0 0,1 1 0 0 0,-1 0 0 0 0,-1 8 0 0 0,-1 0 0 0 0,0 0 0 0 0,-8 25 0 0 0,8-30 0 0 0,-1 0 0 0 0,-1 0 0 0 0,-7 13 0 0 0,10-19 0 0 0,-1 1 0 0 0,1-1 0 0 0,-1 1 0 0 0,0-1 0 0 0,0 1 0 0 0,0-1 0 0 0,-1 0 0 0 0,1 0 0 0 0,0 0 0 0 0,-1 0 0 0 0,0-1 0 0 0,1 1 0 0 0,-5 1 0 0 0,5-4 0 0 0,19-4 0 0 0,-6 2-143 0 0,0 2-1 0 0,-1-1 1 0 0,1 2 0 0 0,0-1-1 0 0,0 1 1 0 0,0 1 0 0 0,-1 0-1 0 0,1 1 1 0 0,0 0 0 0 0,19 6-1 0 0,-21-4-704 0 0,0-1 0 0 0,-1 1 0 0 0,1 1 0 0 0,-1 0 0 0 0,11 8 0 0 0,-12-8-501 0 0,-1 1-1 0 0,0 0 1 0 0,0 0-1 0 0,-1 0 1 0 0,0 1-1 0 0,8 12 1 0 0,-12-17 1378 0 0,0 0 0 0 0,0-1-1 0 0,0 2 1 0 0,0-1 0 0 0,0 0 0 0 0,0 0 0 0 0,-1 0-1 0 0,1 0 1 0 0,-1 0 0 0 0,0 1 0 0 0,0-1 0 0 0,0 0 0 0 0,0 0-1 0 0,0 1 1 0 0,0-1 0 0 0,0 0 0 0 0,-2 4 0 0 0,1-3-24 0 0,0 1-1 0 0,-1-1 1 0 0,0 0 0 0 0,1 0 0 0 0,-1-1 0 0 0,0 1 0 0 0,0 0-1 0 0,-1 0 1 0 0,1-1 0 0 0,-5 4 0 0 0,-3 2-26 0 0,0-1-1 0 0,-1 0 1 0 0,0-1 0 0 0,-1 0-1 0 0,-14 5 1 0 0,-7 0 57 0 0,-1-1-1 0 0,-1-1 1 0 0,0-2 0 0 0,-45 3 0 0 0,74-10-65 0 0,0 0 1 0 0,0-1-1 0 0,1 1 1 0 0,-1-1 0 0 0,0 0-1 0 0,-8-3 1 0 0,9 3-151 0 0,1 1-1187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3:14.132"/>
    </inkml:context>
    <inkml:brush xml:id="br0">
      <inkml:brushProperty name="width" value="0.1" units="cm"/>
      <inkml:brushProperty name="height" value="0.1" units="cm"/>
      <inkml:brushProperty name="color" value="#F6630D"/>
    </inkml:brush>
  </inkml:definitions>
  <inkml:trace contextRef="#ctx0" brushRef="#br0">261 0 228 0 0,'-2'20'2684'0'0,"-15"28"11058"0"0,12-34-11989 0 0,-22 50-1345 0 0,-3-2 0 0 0,-45 72 0 0 0,-7-7-379 0 0,81-126-29 0 0,1 0 0 0 0,-1 0 0 0 0,1 0 0 0 0,-1 0 0 0 0,0 0 0 0 0,1 0 0 0 0,-1 0 0 0 0,0 0 0 0 0,0 0 0 0 0,0-1 0 0 0,0 1 0 0 0,0 0 0 0 0,0-1 0 0 0,0 1 0 0 0,0-1 0 0 0,-2 2 0 0 0,-3-5 0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3:14.334"/>
    </inkml:context>
    <inkml:brush xml:id="br0">
      <inkml:brushProperty name="width" value="0.1" units="cm"/>
      <inkml:brushProperty name="height" value="0.1" units="cm"/>
      <inkml:brushProperty name="color" value="#F6630D"/>
    </inkml:brush>
  </inkml:definitions>
  <inkml:trace contextRef="#ctx0" brushRef="#br0">1 26 1840 0 0,'1'-4'213'0'0,"-1"2"-55"0"0,0 0-1 0 0,1 0 1 0 0,-1 0 0 0 0,1 0-1 0 0,-1 0 1 0 0,1 0-1 0 0,0 0 1 0 0,0 0 0 0 0,0 0-1 0 0,0 0 1 0 0,22 3 9357 0 0,-22 0-9974 0 0,24 20 5588 0 0,9 14-3320 0 0,4 4-1930 0 0,-19-20 121 0 0,0 1 0 0 0,-2 1 0 0 0,0 0 0 0 0,-1 1 0 0 0,23 45 0 0 0,-22-37 0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3:12.560"/>
    </inkml:context>
    <inkml:brush xml:id="br0">
      <inkml:brushProperty name="width" value="0.1" units="cm"/>
      <inkml:brushProperty name="height" value="0.1" units="cm"/>
      <inkml:brushProperty name="color" value="#F6630D"/>
    </inkml:brush>
  </inkml:definitions>
  <inkml:trace contextRef="#ctx0" brushRef="#br0">311 40 956 0 0,'-8'-38'17197'0'0,"6"37"-16759"0"0,2 1-391 0 0,-1 0 0 0 0,0 0 0 0 0,1 0-1 0 0,-1 0 1 0 0,0 0 0 0 0,1 0 0 0 0,-1 0 0 0 0,0 0 0 0 0,1 0-1 0 0,-1 0 1 0 0,0 1 0 0 0,1-1 0 0 0,-1 0 0 0 0,0 0 0 0 0,1 1-1 0 0,-1-1 1 0 0,1 0 0 0 0,-1 1 0 0 0,1-1 0 0 0,-1 1 0 0 0,1-1 0 0 0,-1 1-1 0 0,1-1 1 0 0,-1 1 0 0 0,-14 17-240 0 0,11-13 284 0 0,-4 6-91 0 0,1 1 0 0 0,0 0 0 0 0,1 0 0 0 0,0 1 0 0 0,1 0 0 0 0,-3 14 0 0 0,0-7 0 0 0,-90 316 96 0 0,30-92-1186 0 0,45-187-1490 0 0,2-5 3888 0 0,20-43-769 0 0,5-9 592 0 0,8-13-535 0 0,-7 5-596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3:12.854"/>
    </inkml:context>
    <inkml:brush xml:id="br0">
      <inkml:brushProperty name="width" value="0.1" units="cm"/>
      <inkml:brushProperty name="height" value="0.1" units="cm"/>
      <inkml:brushProperty name="color" value="#F6630D"/>
    </inkml:brush>
  </inkml:definitions>
  <inkml:trace contextRef="#ctx0" brushRef="#br0">1 0 744 0 0,'28'3'19077'0'0,"-24"-2"-19646"0"0,0-1 599 0 0,-1 1 1 0 0,0 0-1 0 0,1 0 0 0 0,-1 1 1 0 0,0-1-1 0 0,0 1 1 0 0,0-1-1 0 0,0 1 1 0 0,0 0-1 0 0,-1 0 0 0 0,1 0 1 0 0,0 1-1 0 0,3 3 1 0 0,1 3-49 0 0,0 0 1 0 0,9 18 0 0 0,4 6 51 0 0,201 235-1560 0 0,-152-188-1016 0 0,-59-68 1661 0 0,1 0 1 0 0,0-1-1 0 0,0 0 0 0 0,1 0 0 0 0,1-2 0 0 0,-1 1 0 0 0,2-2 0 0 0,-1 1 0 0 0,1-2 0 0 0,29 12 0 0 0,-13-10 293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3:15.186"/>
    </inkml:context>
    <inkml:brush xml:id="br0">
      <inkml:brushProperty name="width" value="0.1" units="cm"/>
      <inkml:brushProperty name="height" value="0.1" units="cm"/>
      <inkml:brushProperty name="color" value="#F6630D"/>
    </inkml:brush>
  </inkml:definitions>
  <inkml:trace contextRef="#ctx0" brushRef="#br0">502 32 184 0 0,'7'-30'15756'0'0,"-7"29"-15614"0"0,-1 1 114 0 0,0 0-1 0 0,0 0 1 0 0,0 0-1 0 0,0 0 1 0 0,0 0-1 0 0,0 0 1 0 0,0 0 0 0 0,1 0-1 0 0,-1 0 1 0 0,0 1-1 0 0,0-1 1 0 0,0 0 0 0 0,-1 1-1 0 0,-9 3-255 0 0,-1 0 0 0 0,1 0 0 0 0,-1 1 0 0 0,1 0 0 0 0,1 1 0 0 0,-1 0 0 0 0,-18 15 0 0 0,-41 42 1 0 0,-34 30-23 0 0,10-26 13 0 0,61-46 8 0 0,-31 27 0 0 0,61-46 2 0 0,-10 10 17 0 0,12-12-17 0 0,1 1-1 0 0,-1-1 1 0 0,1 1 0 0 0,-1-1 0 0 0,1 1-1 0 0,-1-1 1 0 0,1 1 0 0 0,0-1-1 0 0,-1 1 1 0 0,1 0 0 0 0,0-1-1 0 0,-1 1 1 0 0,1 0 0 0 0,0-1-1 0 0,0 1 1 0 0,0 0 0 0 0,-1-1 0 0 0,1 2-1 0 0,0-2 0 0 0,0 0 0 0 0,0 0 0 0 0,1 0 0 0 0,-1 0 0 0 0,0 0 0 0 0,0 0 0 0 0,0 0 0 0 0,0 0 0 0 0,0 0 0 0 0,0 0 0 0 0,0 0 0 0 0,0 0 0 0 0,0 1 0 0 0,0-1 0 0 0,1 0 0 0 0,-1 0 0 0 0,0 0 0 0 0,0 0 0 0 0,0 0 0 0 0,0 0 0 0 0,0 0 0 0 0,0 0 0 0 0,0 0 0 0 0,1 0 0 0 0,-1 0 0 0 0,0 0 0 0 0,0 0 0 0 0,0 0 0 0 0,0 0 0 0 0,0 0 0 0 0,0 0 0 0 0,0-1 0 0 0,0 1 0 0 0,1 0 0 0 0,-1 0 0 0 0,0 0 0 0 0,0 0 0 0 0,0 0 0 0 0,0 0 0 0 0,0 0 0 0 0,0 0 0 0 0,0 0 0 0 0,0 0 0 0 0,0 0 0 0 0,0 0 0 0 0,0-1 0 0 0,0 1 0 0 0,0 0 0 0 0,1 0 0 0 0,-1 0 0 0 0,0 0 0 0 0,0 0 0 0 0,1-1 0 0 0,5-4 0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3:15.373"/>
    </inkml:context>
    <inkml:brush xml:id="br0">
      <inkml:brushProperty name="width" value="0.1" units="cm"/>
      <inkml:brushProperty name="height" value="0.1" units="cm"/>
      <inkml:brushProperty name="color" value="#F6630D"/>
    </inkml:brush>
  </inkml:definitions>
  <inkml:trace contextRef="#ctx0" brushRef="#br0">0 29 460 0 0,'2'-2'714'0'0,"0"0"1"0"0,0 1 0 0 0,0-1 0 0 0,0 0-1 0 0,0 0 1 0 0,0 1 0 0 0,1 0-1 0 0,-1-1 1 0 0,0 1 0 0 0,4-1 0 0 0,0-1 176 0 0,0 2 0 0 0,0-1 0 0 0,0 1 0 0 0,7-1 0 0 0,-2 1 365 0 0,0 0 0 0 0,0 1-1 0 0,0 1 1 0 0,19 3 0 0 0,-21-3-1213 0 0,-1 1 1 0 0,0 1 0 0 0,0 0 0 0 0,0 0 0 0 0,-1 0 0 0 0,1 1 0 0 0,-1 0 0 0 0,0 1 0 0 0,0 0-1 0 0,0 0 1 0 0,-1 0 0 0 0,1 1 0 0 0,-1 0 0 0 0,5 7 0 0 0,-4-4-50 0 0,-1-1 1 0 0,-1 1-1 0 0,0 1 1 0 0,0-1-1 0 0,0 1 1 0 0,-1 0-1 0 0,-1 0 1 0 0,0 0-1 0 0,0 0 1 0 0,2 20 0 0 0,-3-6-210 0 0,-1-1 0 0 0,-1 0 0 0 0,-6 42 1 0 0,-3-11-285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3:22.739"/>
    </inkml:context>
    <inkml:brush xml:id="br0">
      <inkml:brushProperty name="width" value="0.1" units="cm"/>
      <inkml:brushProperty name="height" value="0.1" units="cm"/>
      <inkml:brushProperty name="color" value="#F6630D"/>
    </inkml:brush>
  </inkml:definitions>
  <inkml:trace contextRef="#ctx0" brushRef="#br0">673 1983 896 0 0,'22'-1'17470'0'0,"-8"3"-17006"0"0,-1 1-1 0 0,20 7 1 0 0,-18-5-512 0 0,22 4-1 0 0,34-2 46 0 0,128-2 0 0 0,-137-6 9 0 0,201-5-1433 0 0,-3-22-3794 0 0,101-35-1149 0 0,-9-31 624 0 0,-309 79 5746 0 0,128-48 0 0 0,-138 49 0 0 0,0-2 0 0 0,60-40 0 0 0,-61 33 157 0 0,-1-1 1 0 0,-2-1-1 0 0,0-2 1 0 0,48-59 0 0 0,-63 67-85 0 0,-1 0 0 0 0,0-1 0 0 0,-2-1 0 0 0,0 0 0 0 0,-1 0 0 0 0,-1-1 0 0 0,-2 0 0 0 0,0-1 0 0 0,6-34 0 0 0,-9 28 517 0 0,-2 0 0 0 0,-3-57 0 0 0,-14-58-773 0 0,1 30 2226 0 0,-3-44 1887 0 0,-20-77-7297 0 0,32 209 2498 0 0,-1 0 1 0 0,-1 0-1 0 0,-2 1 0 0 0,0 0 1 0 0,-24-45-1 0 0,24 57 921 0 0,1-1 0 0 0,-2 1 0 0 0,0 0 0 0 0,-1 1 0 0 0,0 0 0 0 0,-1 1 0 0 0,0 0 0 0 0,0 1 0 0 0,-1 0 0 0 0,-28-15 0 0 0,5 8-115 0 0,0 2 1 0 0,-2 1-1 0 0,1 2 0 0 0,-1 1 1 0 0,-1 3-1 0 0,-74-8 1 0 0,8 9-327 0 0,-141 10 1 0 0,34 18 658 0 0,169-13-164 0 0,-1 2 0 0 0,-74 28 0 0 0,31-1 9 0 0,-139 80 0 0 0,-64 79-61 0 0,149-92-44 0 0,-166 136 24 0 0,272-206-28 0 0,2 1 1 0 0,2 2-1 0 0,1 1 0 0 0,-38 66 1 0 0,-98 143-82 0 0,-4 6-14 0 0,159-235 229 0 0,1 0 1 0 0,0 1 0 0 0,2 0 0 0 0,0 0-1 0 0,-8 33 1 0 0,14-46 148 0 0,1 1-1 0 0,0 0 1 0 0,0-1 0 0 0,0 1-1 0 0,1 0 1 0 0,0-1-1 0 0,0 1 1 0 0,1 0 0 0 0,0-1-1 0 0,0 1 1 0 0,1 0 0 0 0,0-1-1 0 0,0 0 1 0 0,0 1 0 0 0,1-1-1 0 0,0 0 1 0 0,0 0-1 0 0,0 0 1 0 0,1-1 0 0 0,0 1-1 0 0,5 5 1 0 0,0-2 847 0 0,1 0 0 0 0,0-1-1 0 0,0 0 1 0 0,1-1 0 0 0,-1 0 0 0 0,19 8-1 0 0,-12-7-422 0 0,1-1 0 0 0,0-2 0 0 0,35 8 0 0 0,-14-8-681 0 0,0-1 0 0 0,0-2 0 0 0,64-6 0 0 0,-82 2-40 0 0,0 1 8 0 0,25 0 0 0 0,-41 1-1 0 0,0 0 0 0 0,0 1-1 0 0,0-1 1 0 0,0 1 0 0 0,-1 0 0 0 0,1 1 0 0 0,0-1-1 0 0,-1 1 1 0 0,1 0 0 0 0,6 4 0 0 0,-10-5 2 0 0,0 0 1 0 0,0-1-1 0 0,0 1 0 0 0,-1 0 1 0 0,1 0-1 0 0,0-1 0 0 0,-1 1 1 0 0,1 0-1 0 0,0 0 0 0 0,-1 0 1 0 0,1 0-1 0 0,-1 0 0 0 0,0 0 1 0 0,1 0-1 0 0,0 2 0 0 0,-1 5-1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3:32.713"/>
    </inkml:context>
    <inkml:brush xml:id="br0">
      <inkml:brushProperty name="width" value="0.1" units="cm"/>
      <inkml:brushProperty name="height" value="0.1" units="cm"/>
      <inkml:brushProperty name="color" value="#F6630D"/>
    </inkml:brush>
  </inkml:definitions>
  <inkml:trace contextRef="#ctx0" brushRef="#br0">749 558 920 0 0,'2'-3'1093'0'0,"-1"0"0"0"0,1 0 1 0 0,-1-1-1 0 0,1 1 0 0 0,-1 0 1 0 0,0 0-1 0 0,0-1 0 0 0,-1 1 0 0 0,1-1 1 0 0,-1 1-1 0 0,1-5 0 0 0,-1 1 32 0 0,0 0-1 0 0,-1 0 0 0 0,0 0 0 0 0,-2-10 0 0 0,1 11-1124 0 0,0-1 0 0 0,-1 1 0 0 0,0 0 0 0 0,0 0 0 0 0,-1 0 0 0 0,0 0 0 0 0,0 1 0 0 0,0-1 0 0 0,-1 1 0 0 0,1 0 0 0 0,-1 0 0 0 0,-10-7 0 0 0,4 4 0 0 0,-1 0 0 0 0,0 1 0 0 0,0 0 0 0 0,0 1 0 0 0,-19-7 0 0 0,15 8 2 0 0,-1 0-1 0 0,0 2 0 0 0,0 0 1 0 0,0 1-1 0 0,-1 0 1 0 0,1 2-1 0 0,-1 0 0 0 0,-23 3 1 0 0,11 2-41 0 0,1 0 0 0 0,-1 2 0 0 0,-55 22 0 0 0,69-23-541 0 0,0 1-1 0 0,1 1 0 0 0,-1 1 0 0 0,2 0 1 0 0,-28 22-1 0 0,32-21-216 0 0,0 0 0 0 0,1 0 1 0 0,0 0-1 0 0,0 1 0 0 0,1 1 1 0 0,1 0-1 0 0,0 0 0 0 0,-5 13 0 0 0,2-1-640 0 0,1 1 0 0 0,-9 39 1 0 0,11-27 999 0 0,1 1 1 0 0,0 65-1 0 0,8-7 676 0 0,17 106 0 0 0,-16-178-239 0 0,1 0 0 0 0,2 0 0 0 0,0-1 0 0 0,1 0 0 0 0,11 26 0 0 0,-11-36 6 0 0,0 1 0 0 0,1-1 1 0 0,0 0-1 0 0,1-1 1 0 0,1 0-1 0 0,0 0 0 0 0,0-1 1 0 0,1 0-1 0 0,16 11 1 0 0,-6-7 24 0 0,2-1-1 0 0,0-1 1 0 0,0-1 0 0 0,1-1 0 0 0,1-1 0 0 0,-1-1 0 0 0,2-2 0 0 0,-1 0-1 0 0,46 5 1 0 0,-55-10-11 0 0,0-1 0 0 0,0-1 0 0 0,1 0 0 0 0,-1-1 0 0 0,0-1-1 0 0,0-1 1 0 0,-1 0 0 0 0,1-1 0 0 0,0 0 0 0 0,-1-1 0 0 0,0-1-1 0 0,-1-1 1 0 0,1 0 0 0 0,-1-1 0 0 0,14-10 0 0 0,43-35 499 0 0,104-99 0 0 0,-128 106-253 0 0,-1-2 1 0 0,-3-2-1 0 0,-2-2 1 0 0,54-88 0 0 0,-76 108-187 0 0,-1-2 1 0 0,-2 0-1 0 0,-1-1 0 0 0,-2-1 1 0 0,-2 0-1 0 0,-1 0 1 0 0,-2-1-1 0 0,-1 0 1 0 0,3-55-1 0 0,-10 74-57 0 0,-1 0 0 0 0,0 0 0 0 0,-2 1 0 0 0,0-1 0 0 0,0 0 0 0 0,-2 1 0 0 0,0 0 0 0 0,-1 0 0 0 0,-1 0 0 0 0,-16-29 0 0 0,11 27 30 0 0,-1 1 1 0 0,0 0-1 0 0,-1 1 1 0 0,-1 1-1 0 0,-1 0 1 0 0,0 1-1 0 0,-1 0 1 0 0,-28-17-1 0 0,5 6 18 0 0,-2 2 0 0 0,-47-20 0 0 0,63 34-93 0 0,0 0 0 0 0,-1 1 1 0 0,0 2-1 0 0,-55-8 1 0 0,61 14-97 0 0,0 1 0 0 0,-1 1 0 0 0,1 0 0 0 0,0 2 1 0 0,0 0-1 0 0,0 2 0 0 0,0 0 0 0 0,1 1 0 0 0,-1 2 0 0 0,-33 16 1 0 0,11 0-387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3:51.985"/>
    </inkml:context>
    <inkml:brush xml:id="br0">
      <inkml:brushProperty name="width" value="0.1" units="cm"/>
      <inkml:brushProperty name="height" value="0.1" units="cm"/>
      <inkml:brushProperty name="color" value="#F6630D"/>
    </inkml:brush>
  </inkml:definitions>
  <inkml:trace contextRef="#ctx0" brushRef="#br0">0 38 1152 0 0,'0'0'141'0'0,"10"-2"3749"0"0,20 0 8035 0 0,2-2-8070 0 0,72-5-5158 0 0,59-3 1303 0 0,-90 4 0 0 0,-72 8 0 0 0,0 0 0 0 0,0 0 0 0 0,0 0 0 0 0,0 0 0 0 0,0 0 0 0 0,0 0 0 0 0,1 0 0 0 0,-1 0 0 0 0,0 0 0 0 0,0 0 0 0 0,0 1 0 0 0,0-1 0 0 0,0 0 0 0 0,0 1 0 0 0,0-1 0 0 0,0 1 0 0 0,0-1 0 0 0,0 1 0 0 0,1 1 0 0 0,-1-1 0 0 0,-1 0 0 0 0,1 0 0 0 0,-1 0 0 0 0,1 0 0 0 0,-1 0 0 0 0,0 0 0 0 0,0 0 0 0 0,1 0 0 0 0,-1 0 0 0 0,0 0 0 0 0,0 1 0 0 0,0-1 0 0 0,0 0 0 0 0,0 0 0 0 0,-1 0 0 0 0,1 0 0 0 0,0 0 0 0 0,0 0 0 0 0,-1 2 0 0 0,-7 36-3 0 0,1 0 0 0 0,-2 65 0 0 0,-4 31-3574 0 0,5-99 1518 0 0,-2 0 0 0 0,-1-1-1 0 0,-2 0 1 0 0,-20 40 0 0 0,14-30 4802 0 0,13-45-4077 0 0,5-1 1410 0 0,-4 0-1745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3:52.293"/>
    </inkml:context>
    <inkml:brush xml:id="br0">
      <inkml:brushProperty name="width" value="0.1" units="cm"/>
      <inkml:brushProperty name="height" value="0.1" units="cm"/>
      <inkml:brushProperty name="color" value="#F6630D"/>
    </inkml:brush>
  </inkml:definitions>
  <inkml:trace contextRef="#ctx0" brushRef="#br0">1 188 1380 0 0,'9'-37'13475'0'0,"-6"31"-11982"0"0,9-11 200 0 0,-8 11-1612 0 0,1 1 0 0 0,0-1 0 0 0,0 1 0 0 0,0 0 0 0 0,1 0 0 0 0,-1 1 0 0 0,1 0 0 0 0,0 0 0 0 0,1 0 0 0 0,-1 0 0 0 0,1 1 0 0 0,-1 0 0 0 0,1 1 0 0 0,0 0 0 0 0,0 0-1 0 0,0 0 1 0 0,0 1 0 0 0,1 0 0 0 0,12-1 0 0 0,8 2-81 0 0,79-2 0 0 0,-90 0 0 0 0,0 0 0 0 0,0-2 0 0 0,0 0 0 0 0,20-7 0 0 0,-29 8-233 0 0,19-8-795 0 0,-26 11 768 0 0,0-1 1 0 0,0 1-1 0 0,0 0 1 0 0,0-1-1 0 0,-1 0 1 0 0,1 1-1 0 0,0-1 1 0 0,0 0-1 0 0,0 1 1 0 0,-1-1-1 0 0,1 0 1 0 0,0 0-1 0 0,-1 1 1 0 0,1-1-1 0 0,-1 0 1 0 0,1 0-1 0 0,-1 0 0 0 0,1 0 1 0 0,-1 0-1 0 0,0 0 1 0 0,1 0-1 0 0,-1-1 1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4:04.137"/>
    </inkml:context>
    <inkml:brush xml:id="br0">
      <inkml:brushProperty name="width" value="0.1" units="cm"/>
      <inkml:brushProperty name="height" value="0.1" units="cm"/>
      <inkml:brushProperty name="color" value="#F6630D"/>
    </inkml:brush>
  </inkml:definitions>
  <inkml:trace contextRef="#ctx0" brushRef="#br0">61 2042 460 0 0,'-20'-4'8069'0'0,"-7"-1"-3635"0"0,26 4-4195 0 0,0 1 0 0 0,1 0 0 0 0,-1 0 1 0 0,0-1-1 0 0,0 1 0 0 0,1 0 0 0 0,-1-1 0 0 0,1 1 1 0 0,-1-1-1 0 0,0 1 0 0 0,0-2 479 0 0,0 2-479 0 0,1-1 0 0 0,-1 1 0 0 0,1-1 0 0 0,-1 0 0 0 0,1 1 1 0 0,0-1-1 0 0,-1 0 0 0 0,1 1 0 0 0,0-1 0 0 0,0 0 1 0 0,-1 0-1 0 0,1 1 0 0 0,0-3 0 0 0,0 2-239 0 0,1-1 0 0 0,-1 0 0 0 0,0 1 0 0 0,1-1 0 0 0,-1 0 0 0 0,1 1 0 0 0,0-1 0 0 0,-1 1 0 0 0,1-1 0 0 0,0 1 0 0 0,0-1 0 0 0,2-2 0 0 0,17-17 0 0 0,-8 9 0 0 0,72-100 0 0 0,-18 21 0 0 0,47-48-459 0 0,143-137 0 0 0,169-91-12500 0 0,-280 260 12703 0 0,260-145 1 0 0,-201 127 449 0 0,24-14 13 0 0,-179 113-113 0 0,2 2 1 0 0,93-31-1 0 0,-57 33 19 0 0,157-18-1 0 0,-109 22-55 0 0,399-87-139 0 0,-454 86 82 0 0,0 3 0 0 0,1 4 0 0 0,0 3 0 0 0,100 3 0 0 0,-140 7 0 0 0,0 2 0 0 0,0 2 0 0 0,-1 2 0 0 0,1 1 0 0 0,66 23 0 0 0,148 77 64 0 0,-3 0 8 0 0,-147-70-94 0 0,150 36 0 0 0,-230-68 3265 0 0,0 1 1 0 0,25 11 0 0 0,-32-15 211 0 0,8-7-3149 0 0,0 0-402 0 0,-26 4 93 0 0,0 0 0 0 0,0 0 0 0 0,0 0 0 0 0,0 0 0 0 0,0 0 0 0 0,0 0 0 0 0,0 0 0 0 0,0 0 0 0 0,0 0 0 0 0,0 0 0 0 0,0 0 0 0 0,0 0 0 0 0,0 0 0 0 0,-1 0 0 0 0,1 0 0 0 0,0 0 0 0 0,0 0 0 0 0,0 0 0 0 0,0 0 0 0 0,0 0 0 0 0,0 0 0 0 0,0 0 0 0 0,0 0 0 0 0,0 0 0 0 0,0 0 0 0 0,0 1 0 0 0,0-1 0 0 0,0 0 0 0 0,0 0 0 0 0,0 0 0 0 0,0 0 0 0 0,0 0 0 0 0,0 0 0 0 0,0 0 0 0 0,0 0 1 0 0,0 0-1 0 0,0 0 0 0 0,0 0 0 0 0,0 0 0 0 0,0 0 0 0 0,0 1 0 0 0,0-1 0 0 0,0 0 0 0 0,0 0 0 0 0,0 0 0 0 0,0 0 0 0 0,0 0 0 0 0,0 0 0 0 0,0 0 0 0 0,0 0 0 0 0,0 0 0 0 0,0 0 0 0 0,0 0 0 0 0,1 0 0 0 0,-1 0 0 0 0,0 0 0 0 0,0 0 0 0 0,0 0 0 0 0,0 0 0 0 0,0 0 0 0 0,0 0 0 0 0,0 0 0 0 0,0 0 0 0 0,0 0 0 0 0,0 1 0 0 0,0-1 0 0 0,0 0 0 0 0,-5 4-29 0 0,-4 2 283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4:04.739"/>
    </inkml:context>
    <inkml:brush xml:id="br0">
      <inkml:brushProperty name="width" value="0.1" units="cm"/>
      <inkml:brushProperty name="height" value="0.1" units="cm"/>
      <inkml:brushProperty name="color" value="#F6630D"/>
    </inkml:brush>
  </inkml:definitions>
  <inkml:trace contextRef="#ctx0" brushRef="#br0">36 61 460 0 0,'-35'-23'18538'0'0,"35"21"-17876"0"0,0 1-662 0 0,0 0 0 0 0,0 0 0 0 0,1 0 0 0 0,-1 0 0 0 0,1 0 0 0 0,-1 1 0 0 0,1-1 0 0 0,-1 0 0 0 0,1 0 0 0 0,-1 1 0 0 0,1-1 0 0 0,0 0 0 0 0,-1 1 0 0 0,1-1 0 0 0,0 1 0 0 0,0-1 0 0 0,-1 1 0 0 0,1-1 0 0 0,0 1 0 0 0,1-1 0 0 0,18-7 0 0 0,1 4 0 0 0,22-4 0 0 0,-40 8 0 0 0,0-1 0 0 0,0 1 0 0 0,1 0 0 0 0,-1 1 0 0 0,0-1 0 0 0,1 1 0 0 0,-1-1 0 0 0,0 1 0 0 0,0 0 0 0 0,5 2 0 0 0,-7-2 0 0 0,1 0 0 0 0,-1 1 0 0 0,0-1 0 0 0,0 1 0 0 0,1-1 0 0 0,-1 1 0 0 0,0-1 0 0 0,0 1 0 0 0,0 0 0 0 0,-1-1 0 0 0,1 1 0 0 0,0 0 0 0 0,-1 0 0 0 0,1 0 0 0 0,-1 0 0 0 0,0-1 0 0 0,1 1 0 0 0,-1 0 0 0 0,0 0 0 0 0,0 2 0 0 0,0-1 0 0 0,0 0 0 0 0,1 0 0 0 0,-1 0 0 0 0,1 0 0 0 0,0 0 0 0 0,-1-1 0 0 0,2 1 0 0 0,1 4 0 0 0,0-3 0 0 0,1 0 0 0 0,0 0 0 0 0,0-1 0 0 0,0 1 0 0 0,0-1 0 0 0,1 0 0 0 0,-1-1 0 0 0,9 5 0 0 0,15 9 0 0 0,-24-13 9 0 0,1-1 0 0 0,-1 1-1 0 0,1-1 1 0 0,0 0 0 0 0,0-1 0 0 0,0 1-1 0 0,6 0 1 0 0,-7-2-100 0 0,0 1 0 0 0,0 0 1 0 0,0 1-1 0 0,0-1 0 0 0,0 0 0 0 0,0 1 0 0 0,0 0 0 0 0,0 0 1 0 0,-1 0-1 0 0,5 4 0 0 0,-6-3 152 0 0,-1-1-1 0 0,0 1 1 0 0,0 0 0 0 0,0-1-1 0 0,0 1 1 0 0,0 0 0 0 0,0 0-1 0 0,-1 0 1 0 0,0-1 0 0 0,1 1-1 0 0,-1 0 1 0 0,0 0 0 0 0,-1 5-1 0 0,1-3 20 0 0,0-3-99 0 0,0 0 0 0 0,-1 0 0 0 0,1-1-1 0 0,-1 1 1 0 0,1 0 0 0 0,-1-1 0 0 0,0 1 0 0 0,1 0-1 0 0,-1-1 1 0 0,0 1 0 0 0,0-1 0 0 0,0 1 0 0 0,0-1-1 0 0,-1 0 1 0 0,1 1 0 0 0,0-1 0 0 0,0 0 0 0 0,-1 0-1 0 0,-2 2 1 0 0,-5 3-658 0 0,0-1-1 0 0,-13 5 1 0 0,4-1-893 0 0,-104 53-6705 0 0,-3-5 6776 0 0,118-54-621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4:38.568"/>
    </inkml:context>
    <inkml:brush xml:id="br0">
      <inkml:brushProperty name="width" value="0.1" units="cm"/>
      <inkml:brushProperty name="height" value="0.1" units="cm"/>
      <inkml:brushProperty name="color" value="#F6630D"/>
    </inkml:brush>
  </inkml:definitions>
  <inkml:trace contextRef="#ctx0" brushRef="#br0">1 24 608 0 0,'73'-14'0'0'0,"-20"4"52"0"0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5:26.968"/>
    </inkml:context>
    <inkml:brush xml:id="br0">
      <inkml:brushProperty name="width" value="0.1" units="cm"/>
      <inkml:brushProperty name="height" value="0.1" units="cm"/>
      <inkml:brushProperty name="color" value="#F6630D"/>
    </inkml:brush>
  </inkml:definitions>
  <inkml:trace contextRef="#ctx0" brushRef="#br0">2360 484 876 0 0,'-11'1'1244'0'0,"6"0"-621"0"0,-1 0 1 0 0,0 0-1 0 0,1-1 1 0 0,-1 0-1 0 0,-8-1 1 0 0,-40-6 10303 0 0,34 5-9411 0 0,-28-7 1 0 0,43 8-1533 0 0,-1-1 0 0 0,1 0 0 0 0,-1 0-1 0 0,1 0 1 0 0,0-1 0 0 0,0 0 0 0 0,0 0 0 0 0,0 0 0 0 0,-5-6 0 0 0,5 4 4 0 0,1 0 0 0 0,1-1 0 0 0,-1 1 0 0 0,1-1 0 0 0,0 0 0 0 0,0 0 0 0 0,1 0 0 0 0,-3-10 0 0 0,-5-9-621 0 0,-1 1-430 0 0,-2 0 0 0 0,0 1 0 0 0,-2 0 0 0 0,0 2 0 0 0,-1 0 0 0 0,-2 0 0 0 0,0 2 0 0 0,-1 0 0 0 0,-1 1 0 0 0,-43-30 0 0 0,42 35 327 0 0,0 1 0 0 0,-1 1 0 0 0,0 0 0 0 0,0 2 0 0 0,-1 1 0 0 0,-35-8 0 0 0,36 12 903 0 0,0 0-1 0 0,-1 2 1 0 0,1 1-1 0 0,-28 1 1 0 0,15 3-92 0 0,-1 2 0 0 0,2 2 0 0 0,-58 17 0 0 0,32-3 9 0 0,-66 33 1 0 0,67-24-64 0 0,0 2 0 0 0,2 3 0 0 0,2 2 0 0 0,1 3 0 0 0,2 1 1 0 0,-55 59-1 0 0,12 2-40 0 0,-87 123 0 0 0,120-137-15 0 0,4 2-1 0 0,-46 99 1 0 0,63-103 45 0 0,5 1 0 0 0,3 2 0 0 0,-24 102 0 0 0,43-129 8 0 0,3 1 0 0 0,2-1-1 0 0,4 2 1 0 0,2-1 0 0 0,8 104 0 0 0,29 91-61 0 0,-23-196 98 0 0,4 0 1 0 0,24 65 0 0 0,-30-103-32 0 0,1 0 0 0 0,1-1 1 0 0,1-1-1 0 0,1 0 0 0 0,1-1 1 0 0,0 0-1 0 0,2-1 0 0 0,1 0 1 0 0,0-2-1 0 0,1 0 0 0 0,32 24 1 0 0,19 5 171 0 0,122 64 1 0 0,85 21 397 0 0,-70-51-393 0 0,-162-68-158 0 0,-1-2-1 0 0,89 11 1 0 0,-34-15 10 0 0,145-10 0 0 0,94-34 125 0 0,13-31-34 0 0,-212 39-140 0 0,-91 19-3 0 0,0-2 1 0 0,0-2-1 0 0,67-31 1 0 0,-87 32-52 0 0,0-2 1 0 0,-2 0 0 0 0,0-2-1 0 0,0 0 1 0 0,-2-2-1 0 0,42-43 1 0 0,-40 34-17 0 0,-1-2 0 0 0,-2 0 0 0 0,-1-2-1 0 0,-1 0 1 0 0,-2-1 0 0 0,24-59 0 0 0,-31 60 17 0 0,-1 0 1 0 0,-1-1 0 0 0,-2-1-1 0 0,-1 1 1 0 0,-2-1-1 0 0,-1 0 1 0 0,-3-56 0 0 0,-6 34 189 0 0,-1 0 1 0 0,-4 1-1 0 0,-1 0 1 0 0,-22-56-1 0 0,-19-84 614 0 0,45 152-703 0 0,1 0 0 0 0,0-73 1 0 0,11-61-50 0 0,-5-144-49 0 0,-2 285 12 0 0,-1 1 0 0 0,-3-1 0 0 0,-1 1 0 0 0,-1 0 1 0 0,-2 1-1 0 0,-28-62 0 0 0,27 73 52 0 0,-1 0 1 0 0,-1 0-1 0 0,-2 1 0 0 0,0 1 1 0 0,-1 0-1 0 0,0 2 0 0 0,-2 0 1 0 0,-1 0-1 0 0,0 2 0 0 0,-1 1 1 0 0,-1 0-1 0 0,-38-20 0 0 0,-41-10 182 0 0,-161-52 0 0 0,71 31-263 0 0,101 30 62 0 0,-56-20-50 0 0,106 44-15 0 0,-68-14 0 0 0,78 23 54 0 0,-1 1 1 0 0,1 1 0 0 0,-1 2-1 0 0,0 1 1 0 0,1 1 0 0 0,-1 2 0 0 0,1 1-1 0 0,0 2 1 0 0,-51 17 0 0 0,-10 12 2 0 0,-146 80 0 0 0,164-78-11 0 0,-10 8 5 0 0,3 3 0 0 0,2 4 0 0 0,-142 126 0 0 0,176-136 2 0 0,1 2 0 0 0,-40 56 1 0 0,-58 111 0 0 0,119-172 11 0 0,2 0 0 0 0,1 2 1 0 0,2 1-1 0 0,2 0 1 0 0,2 1-1 0 0,2 0 0 0 0,2 1 1 0 0,2 0-1 0 0,-3 69 1 0 0,9-51 500 0 0,2 0 1 0 0,3-1-1 0 0,13 65 1 0 0,-13-105 316 0 0,2-1 1 0 0,0 0-1 0 0,15 32 0 0 0,35 56 781 0 0,-50-98-1629 0 0,35 60-1047 0 0,75 98 0 0 0,70 50-2302 0 0,164 185 1972 0 0,-305-348 1406 0 0,2-2 0 0 0,74 66 0 0 0,-101-102 4 0 0,2-2 1 0 0,0 0-1 0 0,1-1 0 0 0,0-1 0 0 0,1-1 1 0 0,1-2-1 0 0,0 0 0 0 0,0-2 0 0 0,40 10 1 0 0,-23-11 78 0 0,1-3 0 0 0,0-1 0 0 0,0-2 0 0 0,82-7 0 0 0,-61-3 63 0 0,-1-2 0 0 0,102-32 1 0 0,-83 14-143 0 0,-2-4 0 0 0,-1-3-1 0 0,-2-4 1 0 0,86-57 0 0 0,-102 55-12 0 0,-2-4-1 0 0,-2-2 1 0 0,-1-2-1 0 0,-4-2 1 0 0,73-92-1 0 0,-88 91 4 0 0,-2-1-1 0 0,-3-1 1 0 0,45-102 0 0 0,49-185-23 0 0,-103 274 38 0 0,5-13 3 0 0,-4-2 0 0 0,19-113 0 0 0,-38 164-9 0 0,-2 1 1 0 0,-1-1-1 0 0,-2 0 1 0 0,-1 0 0 0 0,-1 0-1 0 0,-2 0 1 0 0,-1 1-1 0 0,-1 0 1 0 0,-20-58 0 0 0,5 40-13 0 0,-3 0 0 0 0,-1 2 1 0 0,-53-74-1 0 0,-115-114-54 0 0,149 189-8 0 0,-1 2 0 0 0,-3 1-1 0 0,-89-59 1 0 0,53 48-68 0 0,-147-67-1 0 0,148 86 107 0 0,-2 3-1 0 0,-1 4 0 0 0,-100-18 1 0 0,145 37 33 0 0,-1 3 0 0 0,0 1 0 0 0,0 2 0 0 0,0 2 0 0 0,-50 7 0 0 0,12 5 0 0 0,-136 38 0 0 0,87-16 11 0 0,-90 28 184 0 0,7 17 2628 0 0,110-31-4354 0 0,-139 88 1 0 0,207-113 1535 0 0,-47 40 0 0 0,70-54-19 0 0,1 0 0 0 0,1 1 1 0 0,0 1-1 0 0,0 0 0 0 0,1 0 1 0 0,1 0-1 0 0,-1 1 1 0 0,-6 17-1 0 0,2 6-101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3:34.406"/>
    </inkml:context>
    <inkml:brush xml:id="br0">
      <inkml:brushProperty name="width" value="0.1" units="cm"/>
      <inkml:brushProperty name="height" value="0.1" units="cm"/>
      <inkml:brushProperty name="color" value="#F6630D"/>
    </inkml:brush>
  </inkml:definitions>
  <inkml:trace contextRef="#ctx0" brushRef="#br0">43 6 1612 0 0,'-12'-5'11966'0'0,"8"6"-12190"0"0,1-1 0 0 0,-2 2 176 0 0,-10 7 6626 0 0,13-6-6658 0 0,0 0 16 0 0,2 1 4 0 0,0-2 0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3:34.730"/>
    </inkml:context>
    <inkml:brush xml:id="br0">
      <inkml:brushProperty name="width" value="0.1" units="cm"/>
      <inkml:brushProperty name="height" value="0.1" units="cm"/>
      <inkml:brushProperty name="color" value="#F6630D"/>
    </inkml:brush>
  </inkml:definitions>
  <inkml:trace contextRef="#ctx0" brushRef="#br0">43 35 3456 0 0,'-2'-6'489'0'0,"1"3"-171"0"0,0 1 0 0 0,0-1-1 0 0,0 0 1 0 0,0 1 0 0 0,-1-1 0 0 0,1 1-1 0 0,-1 0 1 0 0,-11-7 5290 0 0,-4 22 1038 0 0,17-13-6640 0 0,0 0-1 0 0,0 0 1 0 0,0 0-1 0 0,0 0 0 0 0,0 0 1 0 0,0 0-1 0 0,0 1 0 0 0,0-1 1 0 0,0 0-1 0 0,-1 0 1 0 0,1 0-1 0 0,0 0 0 0 0,0 0 1 0 0,0 0-1 0 0,0 0 0 0 0,0 0 1 0 0,0 0-1 0 0,0 0 1 0 0,0 1-1 0 0,0-1 0 0 0,0 0 1 0 0,0 0-1 0 0,0 0 0 0 0,0 0 1 0 0,0 0-1 0 0,0 0 1 0 0,1 0-1 0 0,-1 0 0 0 0,0 0 1 0 0,0 1-1 0 0,0-1 0 0 0,0 0 1 0 0,0 0-1 0 0,0 0 1 0 0,0 0-1 0 0,0 0 0 0 0,0 0 1 0 0,0 0-1 0 0,0 0 0 0 0,0 0 1 0 0,0 0-1 0 0,0 0 1 0 0,0 0-1 0 0,1 0 0 0 0,-1 0 1 0 0,0 0-1 0 0,0 0 0 0 0,0 0 1 0 0,0 0-1 0 0,0 1 1 0 0,0-1-1 0 0,0 0 0 0 0,0 0 1 0 0,0 0-1 0 0,0 0 0 0 0,1 0 1 0 0,-1 0-1 0 0,0-1 0 0 0,9 4 412 0 0,-6-2-232 0 0,1 1-185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3:35.023"/>
    </inkml:context>
    <inkml:brush xml:id="br0">
      <inkml:brushProperty name="width" value="0.1" units="cm"/>
      <inkml:brushProperty name="height" value="0.1" units="cm"/>
      <inkml:brushProperty name="color" value="#F6630D"/>
    </inkml:brush>
  </inkml:definitions>
  <inkml:trace contextRef="#ctx0" brushRef="#br0">55 46 2764 0 0,'-5'-22'3091'0'0,"-10"-1"6376"0"0,6 34-5527 0 0,4-2-4048 0 0,0 1 614 0 0,0 0-650 0 0,2 1 288 0 0,-1-1-144 0 0,1-5 0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4:09.536"/>
    </inkml:context>
    <inkml:brush xml:id="br0">
      <inkml:brushProperty name="width" value="0.1" units="cm"/>
      <inkml:brushProperty name="height" value="0.1" units="cm"/>
      <inkml:brushProperty name="color" value="#F6630D"/>
    </inkml:brush>
  </inkml:definitions>
  <inkml:trace contextRef="#ctx0" brushRef="#br0">1 4 816 0 0,'1'0'0'0'0,"1"0"0"0"0,0 0 0 0 0,-2-3 0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4:09.877"/>
    </inkml:context>
    <inkml:brush xml:id="br0">
      <inkml:brushProperty name="width" value="0.1" units="cm"/>
      <inkml:brushProperty name="height" value="0.1" units="cm"/>
      <inkml:brushProperty name="color" value="#F6630D"/>
    </inkml:brush>
  </inkml:definitions>
  <inkml:trace contextRef="#ctx0" brushRef="#br0">0 19 1612 0 0,'7'-19'16770'0'0,"-5"19"-16818"0"0,1 0 48 0 0,0 2 0 0 0,4 0 0 0 0,-2-1 1326 0 0,0 3-1326 0 0,-1 1-32 0 0,1-2 64 0 0,-2 2-32 0 0,-1 0 0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4:10.190"/>
    </inkml:context>
    <inkml:brush xml:id="br0">
      <inkml:brushProperty name="width" value="0.1" units="cm"/>
      <inkml:brushProperty name="height" value="0.1" units="cm"/>
      <inkml:brushProperty name="color" value="#F6630D"/>
    </inkml:brush>
  </inkml:definitions>
  <inkml:trace contextRef="#ctx0" brushRef="#br0">53 1 228 0 0,'-31'15'12125'0'0,"21"-8"-12061"0"0,-2 0 1354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4:10.841"/>
    </inkml:context>
    <inkml:brush xml:id="br0">
      <inkml:brushProperty name="width" value="0.1" units="cm"/>
      <inkml:brushProperty name="height" value="0.1" units="cm"/>
      <inkml:brushProperty name="color" value="#F6630D"/>
    </inkml:brush>
  </inkml:definitions>
  <inkml:trace contextRef="#ctx0" brushRef="#br0">35 0 1612 0 0,'-9'4'3115'0'0,"6"9"1804"0"0,1-9-5175 0 0,-3 2 1147 0 0,-5 13 4867 0 0,6-2-2137 0 0,3-14-3621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4:11.183"/>
    </inkml:context>
    <inkml:brush xml:id="br0">
      <inkml:brushProperty name="width" value="0.1" units="cm"/>
      <inkml:brushProperty name="height" value="0.1" units="cm"/>
      <inkml:brushProperty name="color" value="#F6630D"/>
    </inkml:brush>
  </inkml:definitions>
  <inkml:trace contextRef="#ctx0" brushRef="#br0">41 11 1612 0 0,'-19'-10'18048'0'0,"16"15"-18048"0"0,0-2 0 0 0,-4-3 0 0 0,-2 0 0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4:19.996"/>
    </inkml:context>
    <inkml:brush xml:id="br0">
      <inkml:brushProperty name="width" value="0.1" units="cm"/>
      <inkml:brushProperty name="height" value="0.1" units="cm"/>
      <inkml:brushProperty name="color" value="#F6630D"/>
    </inkml:brush>
  </inkml:definitions>
  <inkml:trace contextRef="#ctx0" brushRef="#br0">0 571 956 0 0,'18'-13'11909'0'0,"2"5"-6336"0"0,-16 7-5486 0 0,0 0 0 0 0,0 1 1 0 0,1 0-1 0 0,-1 0 0 0 0,0 0 1 0 0,0 0-1 0 0,0 0 0 0 0,0 1 1 0 0,0 0-1 0 0,0 0 0 0 0,0 0 1 0 0,-1 0-1 0 0,8 3 0 0 0,-7-2-87 0 0,0 0 0 0 0,0-1 0 0 0,0 1 0 0 0,0-1 0 0 0,1 0 0 0 0,-1-1 0 0 0,0 1 0 0 0,1-1 0 0 0,-1 0 0 0 0,0 0 0 0 0,8-1 0 0 0,3-1 0 0 0,-1-2 0 0 0,17-5 0 0 0,-19 5 0 0 0,0 1 0 0 0,0 0 0 0 0,19-2 0 0 0,-7 5 31 0 0,-1 1-1 0 0,47 7 1 0 0,-46-3-743 0 0,0-2 0 0 0,39-1 0 0 0,17-6-3120 0 0,62-2-6187 0 0,-71 12 6939 0 0,-51-3 3295 0 0,31 10 1 0 0,-36-8-215 0 0,150 43 155 0 0,-136-42-121 0 0,0-1 0 0 0,0-1-1 0 0,55 0 1 0 0,-22-6-35 0 0,138 1 0 0 0,-134 4-6 0 0,0-2 1 0 0,0-3 0 0 0,0-3-1 0 0,0-3 1 0 0,73-19 0 0 0,-100 18 21 0 0,0 1 0 0 0,0 2 0 0 0,1 2 0 0 0,0 2 0 0 0,47 2 0 0 0,-18 6-63 0 0,54 2 778 0 0,-107-8 319 0 0,-1-1 0 0 0,1 0 1 0 0,-1-1-1 0 0,0-1 0 0 0,27-9 1 0 0,-41 12-695 0 0,0 0 1 0 0,0 0 0 0 0,11-9 4636 0 0,-12 9-4636 0 0,1-1-1 0 0,-1 0 1 0 0,1 0 0 0 0,-1 0-1 0 0,1 0 1 0 0,-1 0 0 0 0,1-1-1 0 0,-1 1-208 0 0,-1 0 0 0 0,1-1 1 0 0,0 1-1 0 0,0 0 0 0 0,-1 0 0 0 0,1-1 0 0 0,0 1 0 0 0,-1 0 0 0 0,1 0 0 0 0,-1 0 0 0 0,0 0 1 0 0,1-1-1 0 0,-1 1 0 0 0,0 0 0 0 0,0 0 0 0 0,0-1 0 0 0,-6-4-195 0 0,1 0 0 0 0,-1 1 0 0 0,0 0-1 0 0,-9-6 1 0 0,-6-2 47 0 0,1-1 0 0 0,-37-33 0 0 0,52 41 0 0 0,0 0 0 0 0,0-1 0 0 0,0 0 0 0 0,1 0 0 0 0,0-1 0 0 0,0 1 0 0 0,1-1 0 0 0,0 0 0 0 0,0 0 0 0 0,1-1 0 0 0,-4-15 0 0 0,2-5-51 0 0,2-1 0 0 0,1 1 0 0 0,3-42 0 0 0,0 13-2503 0 0,-4 0-3754 0 0,3 56 5902 0 0,0 0 0 0 0,0 0 0 0 0,-1 0 0 0 0,1 0 0 0 0,0 0 0 0 0,-1 0 0 0 0,0 0 0 0 0,1 0 0 0 0,-1 0 0 0 0,0 1 0 0 0,0-1 0 0 0,0 0 1 0 0,0 1-1 0 0,-1-1 0 0 0,1 1 0 0 0,0-1 0 0 0,-1 1 0 0 0,-1-3 0 0 0,2 4 438 0 0,0 0 0 0 0,0-1 0 0 0,0 1 0 0 0,0 0 0 0 0,0-1-1 0 0,1 1 1 0 0,-1 0 0 0 0,0 0 0 0 0,0 0 0 0 0,0-1 0 0 0,0 1 0 0 0,0 0 0 0 0,0 0 0 0 0,0 1 0 0 0,0-1-1 0 0,-1 0 1 0 0,0 1 381 0 0,1-1-1 0 0,-1 1 0 0 0,0 0 0 0 0,1 0 0 0 0,-1 0 0 0 0,0 0 0 0 0,1 0 1 0 0,-1 0-1 0 0,1 0 0 0 0,-3 2 0 0 0,3-1-47 0 0,0-1-1 0 0,0 1 1 0 0,1 0-1 0 0,-1-1 1 0 0,0 1-1 0 0,0 0 1 0 0,1-1-1 0 0,-1 1 1 0 0,1 0-1 0 0,0 0 1 0 0,-1-1-1 0 0,1 1 1 0 0,0 0-1 0 0,0 0 1 0 0,0 0-1 0 0,0 0 1 0 0,0-1-1 0 0,1 3 1 0 0,0 2 360 0 0,0-1 1 0 0,0 0 0 0 0,1 0 0 0 0,0 0 0 0 0,2 5 0 0 0,4 5-518 0 0,20 25 1 0 0,-5-6-242 0 0,-9-10-158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4:21.164"/>
    </inkml:context>
    <inkml:brush xml:id="br0">
      <inkml:brushProperty name="width" value="0.1" units="cm"/>
      <inkml:brushProperty name="height" value="0.1" units="cm"/>
      <inkml:brushProperty name="color" value="#F6630D"/>
    </inkml:brush>
  </inkml:definitions>
  <inkml:trace contextRef="#ctx0" brushRef="#br0">121 118 1032 0 0,'1'6'21786'0'0,"13"166"-24944"0"0,0-5 3158 0 0,-8-120 0 0 0,15 91 0 0 0,-21-137 0 0 0,1 3 0 0 0,0-1 0 0 0,0 0 0 0 0,-1 1 0 0 0,1-1 0 0 0,-1 1 0 0 0,0-1 0 0 0,0 1 0 0 0,0-1 0 0 0,0 1 0 0 0,-1-1 0 0 0,0 1 0 0 0,1-1 0 0 0,-1 0 0 0 0,-2 5 0 0 0,0-7 0 0 0,3-5 0 0 0,2-8 0 0 0,-1 8-1 0 0,2 1 2 0 0,-2-1-1 0 0,1 0 1 0 0,0 0-1 0 0,-1 0 1 0 0,2-8 0 0 0,-3 11-3 0 0,0-1 1 0 0,0 1 0 0 0,0-1-1 0 0,0 1 1 0 0,0-1-1 0 0,0 1 1 0 0,-1-1 0 0 0,1 1-1 0 0,-1-1 1 0 0,1 1-1 0 0,-1-1 1 0 0,1 1 0 0 0,-1 0-1 0 0,0-1 1 0 0,0 1-1 0 0,0 0 1 0 0,0 0 0 0 0,0-1-1 0 0,0 1 1 0 0,-1-1 0 0 0,-5-4 10 0 0,1-1 1 0 0,-8-11 0 0 0,12 15-11 0 0,0 1 1 0 0,1-1 0 0 0,0 1 0 0 0,-1-1 0 0 0,1 0-1 0 0,0 0 1 0 0,0 0 0 0 0,0 0 0 0 0,1 0 0 0 0,-1 0-1 0 0,0-5 1 0 0,2 8 0 0 0,-1-1 0 0 0,0 1 0 0 0,0 0 0 0 0,0-1 0 0 0,0 1 0 0 0,0 0 0 0 0,1-1 0 0 0,-1 1 0 0 0,0 0 0 0 0,0 0 0 0 0,1-1 0 0 0,-1 1 0 0 0,0 0 0 0 0,0 0 0 0 0,1-1 0 0 0,-1 1 0 0 0,0 0 0 0 0,1 0 0 0 0,-1 0 0 0 0,0-1 0 0 0,1 1 0 0 0,-1 0 0 0 0,0 0 0 0 0,1 0 0 0 0,-1 0 0 0 0,1 0 0 0 0,-1 0 0 0 0,0 0 0 0 0,1 0 0 0 0,-1 0 0 0 0,0 0 0 0 0,1 0 0 0 0,-1 0 0 0 0,1 0 0 0 0,-1 0 0 0 0,0 0 0 0 0,1 0 0 0 0,-1 0 0 0 0,0 0 0 0 0,1 1 0 0 0,-1-1 0 0 0,1 0 0 0 0,23 8 0 0 0,-15-4 0 0 0,0-2-2 0 0,1 0 0 0 0,-1 0 0 0 0,16 0 0 0 0,-22-2 3 0 0,0 0-1 0 0,0 0 1 0 0,0 0-1 0 0,0 0 1 0 0,0-1-1 0 0,0 1 1 0 0,0-1-1 0 0,0 0 1 0 0,0 0-1 0 0,-1 0 1 0 0,1 0-1 0 0,0 0 1 0 0,-1-1-1 0 0,1 1 1 0 0,4-4-1 0 0,-7 4 0 0 0,1 1 0 0 0,-1-1 0 0 0,1 1 0 0 0,-1-1 0 0 0,0 0 0 0 0,0 1 0 0 0,1-1 0 0 0,-1 0 0 0 0,0 1 0 0 0,0-1 0 0 0,0 0 0 0 0,1 0 0 0 0,-1 1 0 0 0,0-1 0 0 0,0 0 0 0 0,0 1 0 0 0,0-1 0 0 0,0 0 0 0 0,-1 0 0 0 0,1 1 0 0 0,0-1 0 0 0,0 0 0 0 0,0 1 0 0 0,-1-1 0 0 0,1 0 0 0 0,0 1 0 0 0,-1-1 0 0 0,1 0 0 0 0,0 1 0 0 0,-1-2 0 0 0,-18-20 0 0 0,9 11 0 0 0,-6-14-339 0 0,1-1 0 0 0,2-1 0 0 0,-19-51 0 0 0,-9-17-4965 0 0,22 59 1021 0 0,8 18 1377 0 0,-7-22 0 0 0,15 33 2999 0 0,0 0 0 0 0,1 0 0 0 0,1-1 1 0 0,-1 1-1 0 0,1-1 0 0 0,0-13 0 0 0,2-6-295 0 0,-1 17 240 0 0,1-1 0 0 0,-1 0 0 0 0,-3-16 0 0 0,3 27 7 0 0,0 0 0 0 0,0 0 0 0 0,0 0 0 0 0,0-1 0 0 0,0 1 1 0 0,0 0-1 0 0,0 0 0 0 0,0 0 0 0 0,0-1 0 0 0,0 1 0 0 0,0 0 0 0 0,-1 0 0 0 0,1 0 0 0 0,0 0 0 0 0,0-1 1 0 0,0 1-1 0 0,0 0 0 0 0,0 0 0 0 0,0 0 0 0 0,-1 0 0 0 0,1 0 0 0 0,0 0 0 0 0,0-1 0 0 0,0 1 0 0 0,-1 0 1 0 0,1 0-1 0 0,0 0 0 0 0,0 0 0 0 0,0 0 0 0 0,-1 0 0 0 0,1 0 0 0 0,0 0 0 0 0,0 0 0 0 0,0 0 0 0 0,-1 0 0 0 0,1 0 1 0 0,0 0-1 0 0,0 0 0 0 0,0 0 0 0 0,0 0 0 0 0,-1 0 0 0 0,1 0 0 0 0,0 0 0 0 0,0 1 0 0 0,0-1 0 0 0,-1 0 1 0 0,1 0-1 0 0,0 0 0 0 0,0 0 0 0 0,-8 11 799 0 0,2 5-3316 0 0,-10 40 2049 0 0,-15 93 0 0 0,27-120 276 0 0,2 0 1 0 0,1-1-1 0 0,1 1 0 0 0,2 0 0 0 0,7 44 1 0 0,23 121 455 0 0,-27-149-63 0 0,-3 0-1 0 0,-18 67 11742 0 0,5-121-7546 0 0,4-1-4417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4:22.952"/>
    </inkml:context>
    <inkml:brush xml:id="br0">
      <inkml:brushProperty name="width" value="0.1" units="cm"/>
      <inkml:brushProperty name="height" value="0.1" units="cm"/>
      <inkml:brushProperty name="color" value="#F6630D"/>
    </inkml:brush>
  </inkml:definitions>
  <inkml:trace contextRef="#ctx0" brushRef="#br0">4474 170 1136 0 0,'1'-21'2792'0'0,"7"-28"10413"0"0,-1 21-10678 0 0,-16 50-2503 0 0,6-16-529 0 0,1 0 1 0 0,0 0 0 0 0,0 0 0 0 0,0 0-1 0 0,0 1 1 0 0,1-1 0 0 0,0 8 0 0 0,2 20-4226 0 0,-1-4-3065 0 0,0-9 6943 0 0,-2 24 1173 0 0,8 82 0 0 0,-4-99-292 0 0,-1 0 0 0 0,-1 1 0 0 0,-1-1-1 0 0,-1 0 1 0 0,-2 0 0 0 0,-8 30 0 0 0,15-51 2095 0 0,7-22-1746 0 0,-4-4-542 0 0,-1 0 1 0 0,0 0-1 0 0,-2-1 0 0 0,0 1 0 0 0,-1-1 0 0 0,0-20 0 0 0,-13-122-836 0 0,1 28 660 0 0,9 92 340 0 0,-4-70 0 0 0,5 111 0 0 0,0-1 0 0 0,0 1 0 0 0,0 0 0 0 0,-1-1 0 0 0,1 1 1 0 0,-1 0-1 0 0,1 0 0 0 0,-1-1 0 0 0,1 1 0 0 0,-1 0 0 0 0,1 0 0 0 0,-1 0 0 0 0,0 0 1 0 0,-1-2-1 0 0,2 3 0 0 0,-1 0 0 0 0,1 0 0 0 0,0 0 0 0 0,0 0 0 0 0,0 0 0 0 0,-1-1 0 0 0,1 1 0 0 0,0 0 0 0 0,0 0 0 0 0,-1 0 0 0 0,1 0 0 0 0,0 0 0 0 0,0 0 0 0 0,-1 0 0 0 0,1 0 0 0 0,0 0 1 0 0,0 0-1 0 0,-1 0 0 0 0,1 0 0 0 0,0 0 0 0 0,0 0 0 0 0,0 0 0 0 0,-1 1 0 0 0,1-1 0 0 0,0 0 0 0 0,0 0 0 0 0,-1 0 0 0 0,-6 11 1 0 0,4-2 32 0 0,0 0-1 0 0,0 1 1 0 0,1-1 0 0 0,0 1 0 0 0,1-1 0 0 0,0 1 0 0 0,1 0-1 0 0,1 11 1 0 0,12 81 259 0 0,-8-73-338 0 0,16 83-400 0 0,-15-91 405 0 0,0 1 0 0 0,2-1 1 0 0,10 21-1 0 0,-17-40 50 0 0,0 0 1 0 0,-1 0 0 0 0,1-1 0 0 0,0 1-1 0 0,0-1 1 0 0,0 1 0 0 0,1-1 0 0 0,-1 1-1 0 0,0-1 1 0 0,0 0 0 0 0,1 0 0 0 0,-1 1-1 0 0,4 0 1 0 0,-4-1 27 0 0,0-1 0 0 0,0 0 0 0 0,0 0 0 0 0,1 0 0 0 0,-1 0 0 0 0,0 0 0 0 0,0 0 0 0 0,0 0 0 0 0,1 0 0 0 0,-1 0 0 0 0,0 0 0 0 0,0-1 0 0 0,0 1 0 0 0,0-1 0 0 0,0 1 0 0 0,1-1 0 0 0,-1 1 0 0 0,0-1 0 0 0,0 1 0 0 0,0-1 0 0 0,1-1 0 0 0,3-2 1001 0 0,1 0 0 0 0,0 0 1 0 0,-1-1-1 0 0,0 0 0 0 0,0 0 1 0 0,0 0-1 0 0,-1-1 1 0 0,7-10-1 0 0,-9 12-588 0 0,0 0-1 0 0,0-1 1 0 0,0 0 0 0 0,0 1 0 0 0,-1-1 0 0 0,0 0 0 0 0,0 0-1 0 0,0 0 1 0 0,-1 0 0 0 0,1 0 0 0 0,-1 0 0 0 0,0 0-1 0 0,-1-5 1 0 0,-4-16-639 0 0,-2-1 0 0 0,0 2 1 0 0,-1-1-1 0 0,-20-39 0 0 0,27 63 221 0 0,1 0 0 0 0,-1 0 0 0 0,0 1 0 0 0,0-1 0 0 0,0 0 0 0 0,0 1 0 0 0,0-1-1 0 0,0 1 1 0 0,-1-1 0 0 0,1 1 0 0 0,0 0 0 0 0,-1 0 0 0 0,1-1 0 0 0,-1 1 0 0 0,1 0 0 0 0,-1 0 0 0 0,0 0 0 0 0,1 1 0 0 0,-1-1 0 0 0,0 0 0 0 0,0 1 0 0 0,0-1 0 0 0,1 1 0 0 0,-1-1 0 0 0,0 1 0 0 0,-3 0 0 0 0,2 0-27 0 0,0 1-1 0 0,1-1 1 0 0,-1 1 0 0 0,0 0 0 0 0,0 0 0 0 0,0 0-1 0 0,1 1 1 0 0,-1-1 0 0 0,0 0 0 0 0,1 1-1 0 0,0 0 1 0 0,-1 0 0 0 0,1 0 0 0 0,0 0 0 0 0,0 0-1 0 0,-3 3 1 0 0,3-2-5 0 0,0 0 0 0 0,0 0 0 0 0,0 0 0 0 0,0 0 0 0 0,0 0 0 0 0,0 1 0 0 0,1-1 0 0 0,0 1 0 0 0,0-1 0 0 0,0 1 0 0 0,0-1 0 0 0,0 1 0 0 0,1 0 0 0 0,0 6 0 0 0,0-7 0 0 0,0-1 0 0 0,0 0 0 0 0,0 0 0 0 0,1 0 0 0 0,-1 0 0 0 0,1 0 0 0 0,0 0 0 0 0,-1 0 0 0 0,1 0 0 0 0,0 0 0 0 0,0 0 0 0 0,0 0 0 0 0,1-1 0 0 0,-1 1 0 0 0,0 0 0 0 0,1-1 0 0 0,-1 1 0 0 0,1-1 0 0 0,-1 1 0 0 0,1-1 0 0 0,0 0 0 0 0,-1 1 0 0 0,1-1 0 0 0,0 0 0 0 0,0 0 0 0 0,0-1 0 0 0,2 2 0 0 0,-1 0 0 0 0,0-1 0 0 0,0 1 0 0 0,0 0 0 0 0,-1 0 0 0 0,1 1 0 0 0,-1-1 0 0 0,0 0 0 0 0,1 1 0 0 0,-1 0 0 0 0,0-1 0 0 0,-1 1 0 0 0,1 0 0 0 0,0 0 0 0 0,-1 0 0 0 0,0 0 0 0 0,1 0 0 0 0,0 7 0 0 0,1 0 0 0 0,0 0 0 0 0,-1 0 0 0 0,0 1 0 0 0,0 18 0 0 0,-2-26 0 0 0,-1 0 0 0 0,1 0 0 0 0,-1 0 0 0 0,0 0 0 0 0,0 0 0 0 0,0 0 0 0 0,0 0 0 0 0,0 0 0 0 0,-1-1 0 0 0,1 1 0 0 0,-1 0 0 0 0,0-1 0 0 0,1 1 0 0 0,-1-1 0 0 0,-1 0 0 0 0,1 0 0 0 0,0 1 0 0 0,-5 2 0 0 0,-5 3 0 0 0,0 0 0 0 0,-23 10 0 0 0,28-14 0 0 0,-22 9-669 0 0,-1-2-1 0 0,-45 12 1 0 0,42-15-1170 0 0,0-2 1 0 0,-46 3-1 0 0,-68-4-3925 0 0,56-3 3619 0 0,-168 22 2055 0 0,1 20 382 0 0,-4 0-204 0 0,-126-3-38 0 0,-55 8-41 0 0,-92 17 33 0 0,454-63-43 0 0,-131-12 1 0 0,-80-28-13 0 0,111 12 9 0 0,-211-13 755 0 0,288 33-203 0 0,-185 16 1 0 0,236-6 580 0 0,25-4 1288 0 0,0 2-1 0 0,0 1 1 0 0,1 1 0 0 0,-32 11-1 0 0,52-14-2416 0 0,5-1 0 0 0,14-2 0 0 0,0 0 0 0 0,3 0-2 0 0,0-1 1 0 0,0 0-1 0 0,0-1 0 0 0,0-1 0 0 0,-1 0 1 0 0,1-1-1 0 0,-1-1 0 0 0,0 0 0 0 0,0-1 0 0 0,-1 0 1 0 0,15-12-1 0 0,-12 6 5 0 0,0-1 0 0 0,-1-1 0 0 0,0 0-1 0 0,-2-1 1 0 0,0-1 0 0 0,0 0 0 0 0,17-33 0 0 0,-17 24-3 0 0,-1-1-1 0 0,-1-1 1 0 0,-2 0 0 0 0,0 0 0 0 0,4-30-1 0 0,-4 11 1 0 0,11-72 0 0 0,-18 98 0 0 0,0 1 0 0 0,-2-1 0 0 0,-3-36 0 0 0,3 56-4 0 0,0-1 1 0 0,-1 1-1 0 0,1 0 0 0 0,0-1 0 0 0,-1 1 0 0 0,1 0 1 0 0,-1-1-1 0 0,1 1 0 0 0,-1 0 0 0 0,0-1 1 0 0,0 1-1 0 0,-1-2 0 0 0,2 3 2 0 0,0 0 0 0 0,0 0 0 0 0,-1 0 1 0 0,1-1-1 0 0,0 1 0 0 0,0 0 0 0 0,0 0 0 0 0,-1 0 0 0 0,1 0 1 0 0,0 0-1 0 0,0 0 0 0 0,0 0 0 0 0,0 0 0 0 0,-1 0 0 0 0,1 0 0 0 0,0 0 1 0 0,0 0-1 0 0,0 0 0 0 0,-1 0 0 0 0,1 0 0 0 0,0 0 0 0 0,0 0 1 0 0,0 0-1 0 0,-1 0 0 0 0,1 0 0 0 0,0 0 0 0 0,0 0 0 0 0,0 0 0 0 0,0 0 1 0 0,-1 1-1 0 0,1-1 0 0 0,-6 11 87 0 0,-36 114-638 0 0,-19 65-5450 0 0,44-131 2321 0 0,-15 86-1 0 0,18-7 3297 0 0,13-87 360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4:24.507"/>
    </inkml:context>
    <inkml:brush xml:id="br0">
      <inkml:brushProperty name="width" value="0.1" units="cm"/>
      <inkml:brushProperty name="height" value="0.1" units="cm"/>
      <inkml:brushProperty name="color" value="#F6630D"/>
    </inkml:brush>
  </inkml:definitions>
  <inkml:trace contextRef="#ctx0" brushRef="#br0">53 1 996 0 0,'-10'13'6761'0'0,"9"-12"-6241"0"0,1 0 0 0 0,0 0 0 0 0,-1 3 0 0 0,-3 24 2921 0 0,3-16-1104 0 0,-9 122 1677 0 0,6-53-3983 0 0,-4 12-232 0 0,-5 103-3126 0 0,13-194 3282 0 0,2 47-2011 0 0,-2-45 1624 0 0,1 1 1 0 0,0-1 0 0 0,0 0-1 0 0,0 0 1 0 0,0 0-1 0 0,1 0 1 0 0,0 0-1 0 0,-1-1 1 0 0,5 6-1 0 0,-6-8 420 0 0,1-1-1 0 0,-1 1 1 0 0,1-1-1 0 0,-1 1 0 0 0,1-1 1 0 0,0 0-1 0 0,-1 1 1 0 0,1-1-1 0 0,-1 0 1 0 0,1 1-1 0 0,0-1 0 0 0,0 0 1 0 0,-1 0-1 0 0,1 0 1 0 0,0 0-1 0 0,-1 1 1 0 0,1-1-1 0 0,0 0 1 0 0,-1 0-1 0 0,1 0 0 0 0,0 0 1 0 0,0-1-1 0 0,-1 1 1 0 0,1 0-1 0 0,0 0 1 0 0,-1 0-1 0 0,1-1 0 0 0,0 1 1 0 0,-1 0-1 0 0,1-1 1 0 0,0 1-1 0 0,-1 0 1 0 0,1-1-1 0 0,-1 1 0 0 0,2-2 1 0 0,23-20 3538 0 0,-18 15-2632 0 0,-5 5-514 0 0,0 0 1 0 0,0 1-1 0 0,0-1 1 0 0,0 1 0 0 0,0 0-1 0 0,0 0 1 0 0,0 0-1 0 0,0 0 1 0 0,5-2-1 0 0,-6 3-307 0 0,0 0-1 0 0,0 0 0 0 0,0 0 1 0 0,0 0-1 0 0,0 0 0 0 0,-1 0 1 0 0,1 0-1 0 0,0 1 1 0 0,0-1-1 0 0,0 0 0 0 0,0 0 1 0 0,0 1-1 0 0,0-1 0 0 0,-1 1 1 0 0,1-1-1 0 0,0 0 0 0 0,0 1 1 0 0,-1 0-1 0 0,1-1 1 0 0,0 1-1 0 0,-1-1 0 0 0,1 1 1 0 0,0 0-1 0 0,-1-1 0 0 0,1 1 1 0 0,-1 0-1 0 0,1 0 0 0 0,-1 0 1 0 0,1 0-1 0 0,5 11-72 0 0,1 0 0 0 0,0-1 0 0 0,10 11 0 0 0,-14-18 0 0 0,1-1 0 0 0,0 1 0 0 0,0-1 0 0 0,0 0 0 0 0,0 0 0 0 0,1 0 0 0 0,-1 0 0 0 0,1-1 0 0 0,0 1 0 0 0,-1-1 0 0 0,7 1 0 0 0,2 0-15 0 0,0 0 0 0 0,0-1 0 0 0,0-1-1 0 0,14 1 1 0 0,56-5-288 0 0,-68 2 79 0 0,118-8-1071 0 0,184-3-5978 0 0,191 64-1619 0 0,-184-11 8197 0 0,580-4 721 0 0,140-86 183 0 0,-629 26 102 0 0,-385 23-292 0 0,-1 2 1 0 0,1 1 0 0 0,-1 1-1 0 0,0 2 1 0 0,40 12 0 0 0,-35-7-7 0 0,-2-6 24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4:24.852"/>
    </inkml:context>
    <inkml:brush xml:id="br0">
      <inkml:brushProperty name="width" value="0.1" units="cm"/>
      <inkml:brushProperty name="height" value="0.1" units="cm"/>
      <inkml:brushProperty name="color" value="#F6630D"/>
    </inkml:brush>
  </inkml:definitions>
  <inkml:trace contextRef="#ctx0" brushRef="#br0">218 0 1612 0 0,'-7'11'3039'0'0,"0"-4"-2951"0"0,1 1-88 0 0,0 1 975 0 0,3 4 2943 0 0,-7 11 2828 0 0,1 0-7034 0 0,-6 10-4 0 0,-2 10 292 0 0,-5 12-846 0 0,-4 9 906 0 0,-1 10-444 0 0,-5 11-456 0 0,1 8-207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4:27.849"/>
    </inkml:context>
    <inkml:brush xml:id="br0">
      <inkml:brushProperty name="width" value="0.1" units="cm"/>
      <inkml:brushProperty name="height" value="0.1" units="cm"/>
      <inkml:brushProperty name="color" value="#F6630D"/>
    </inkml:brush>
  </inkml:definitions>
  <inkml:trace contextRef="#ctx0" brushRef="#br0">0 97 460 0 0,'15'-14'2579'0'0,"1"1"0"0"0,0 0 0 0 0,0 1 0 0 0,1 0-1 0 0,24-11 1 0 0,-38 21-2359 0 0,0 1 0 0 0,0 0 0 0 0,0-1 0 0 0,0 1 0 0 0,0 1 0 0 0,0-1 0 0 0,0 0-1 0 0,1 1 1 0 0,-1-1 0 0 0,0 1 0 0 0,0 0 0 0 0,1 0 0 0 0,-1 0 0 0 0,5 2-1 0 0,-5-1-188 0 0,0 0 0 0 0,0 0-1 0 0,0 1 1 0 0,0 0 0 0 0,0-1-1 0 0,0 1 1 0 0,0 0-1 0 0,0 1 1 0 0,-1-1 0 0 0,1 0-1 0 0,-1 1 1 0 0,0-1 0 0 0,3 5-1 0 0,10 12-368 0 0,0-1 0 0 0,27 26 0 0 0,-35-37-40 0 0,1-2-1 0 0,-1 1 1 0 0,1-1-1 0 0,0 0 1 0 0,1-1-1 0 0,-1 0 0 0 0,1 0 1 0 0,-1-1-1 0 0,16 4 1 0 0,1-2-1181 0 0,1-2-1 0 0,0 0 1 0 0,-1-2 0 0 0,33-2-1 0 0,104-16-4333 0 0,-141 14 6216 0 0,76-11-387 0 0,-32 3-217 0 0,1 3 0 0 0,83 1 0 0 0,-139 7 275 0 0,0 1 0 0 0,0 0-1 0 0,0 1 1 0 0,13 4 0 0 0,-10-1 6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4:28.149"/>
    </inkml:context>
    <inkml:brush xml:id="br0">
      <inkml:brushProperty name="width" value="0.1" units="cm"/>
      <inkml:brushProperty name="height" value="0.1" units="cm"/>
      <inkml:brushProperty name="color" value="#F6630D"/>
    </inkml:brush>
  </inkml:definitions>
  <inkml:trace contextRef="#ctx0" brushRef="#br0">1 30 1020 0 0,'0'-7'1871'0'0,"2"-10"-788"0"0,-2 17-1052 0 0,0 0-1 0 0,0-1 1 0 0,0 1 0 0 0,0 0 0 0 0,0 0 0 0 0,0-1 0 0 0,1 1 0 0 0,-1 0 0 0 0,0-1 0 0 0,0 1 0 0 0,0 0 0 0 0,1 0 0 0 0,-1-1 0 0 0,0 1 0 0 0,0 0 0 0 0,0 0 0 0 0,1 0-1 0 0,-1-1 1 0 0,0 1 0 0 0,1 0 0 0 0,-1 0 0 0 0,0 0 0 0 0,0 0 0 0 0,1 0 0 0 0,-1 0 0 0 0,0-1 0 0 0,1 1 0 0 0,-1 0 0 0 0,0 0 0 0 0,1 0 0 0 0,-1 0 0 0 0,0 0 0 0 0,0 0-1 0 0,1 0 1 0 0,-1 0 0 0 0,0 0 0 0 0,1 0 0 0 0,-1 1 0 0 0,0-1 0 0 0,1 0 0 0 0,60 19 9720 0 0,0-3-4967 0 0,10 1-5097 0 0,1-4 0 0 0,74 4-1 0 0,247-12-8821 0 0,-224-15 2428 0 0,-111 5 6039 0 0,-1 4-1 0 0,76 6 0 0 0,-99-1 696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4:28.366"/>
    </inkml:context>
    <inkml:brush xml:id="br0">
      <inkml:brushProperty name="width" value="0.1" units="cm"/>
      <inkml:brushProperty name="height" value="0.1" units="cm"/>
      <inkml:brushProperty name="color" value="#F6630D"/>
    </inkml:brush>
  </inkml:definitions>
  <inkml:trace contextRef="#ctx0" brushRef="#br0">7 104 1612 0 0,'-6'-46'14894'0'0,"6"46"-14597"0"0,244-25 2046 0 0,79-5-6146 0 0,-253 27 1596 0 0,-1 4 1 0 0,116 14-1 0 0,-120-3 983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4:37.453"/>
    </inkml:context>
    <inkml:brush xml:id="br0">
      <inkml:brushProperty name="width" value="0.1" units="cm"/>
      <inkml:brushProperty name="height" value="0.1" units="cm"/>
      <inkml:brushProperty name="color" value="#F6630D"/>
    </inkml:brush>
  </inkml:definitions>
  <inkml:trace contextRef="#ctx0" brushRef="#br0">2720 861 1208 0 0,'2'-12'2261'0'0,"6"-10"6279"0"0,-1 3-5095 0 0,-4 9-2669 0 0,-1 0 0 0 0,0-1 0 0 0,-1 1 0 0 0,0-1 0 0 0,-1-17 0 0 0,-1 15-1090 0 0,-1-1 0 0 0,0 1 0 0 0,-1 0 1 0 0,-1 0-1 0 0,0 0 0 0 0,-11-23 0 0 0,8 20-967 0 0,-1 1 0 0 0,0-1-1 0 0,-1 2 1 0 0,-1-1 0 0 0,0 1 0 0 0,-1 1 0 0 0,0 0 0 0 0,-1 0 0 0 0,-1 1 0 0 0,0 1 0 0 0,-15-11-1 0 0,-49-27 585 0 0,37 26 810 0 0,2-3-1 0 0,-53-44 1 0 0,69 50-104 0 0,0 2 1 0 0,0 0 0 0 0,-2 2-1 0 0,0 0 1 0 0,-1 2-1 0 0,-1 1 1 0 0,0 1 0 0 0,-1 1-1 0 0,-31-9 1 0 0,-172-48-10 0 0,166 48 0 0 0,36 13-4 0 0,0 1-1 0 0,0 1 1 0 0,0 2 0 0 0,0 1 0 0 0,0 1 0 0 0,-1 1-1 0 0,1 1 1 0 0,0 2 0 0 0,-32 7 0 0 0,-30 11 23 0 0,-125 47 0 0 0,7 16-89 0 0,165-62 49 0 0,1 2 1 0 0,-65 47 0 0 0,-113 117-23 0 0,179-147 32 0 0,1 3-1 0 0,-65 93 1 0 0,64-70 11 0 0,-45 97 0 0 0,-16 80 0 0 0,31-43-16 0 0,61-164 12 0 0,2 0 0 0 0,1 1 0 0 0,-3 61 0 0 0,10-71 4 0 0,2 1 0 0 0,9 52 0 0 0,20 54 0 0 0,-15-77 6 0 0,2 0 0 0 0,42 89 0 0 0,-44-115-3 0 0,1-1 0 0 0,2 0 0 0 0,1-2 0 0 0,1 0 0 0 0,46 48 0 0 0,-43-56-6 0 0,0-1 1 0 0,2-1-1 0 0,0-1 1 0 0,36 19-1 0 0,120 49-15 0 0,-125-61 17 0 0,295 126 1 0 0,45-21-230 0 0,-333-112 199 0 0,-11-3-162 0 0,94 14 0 0 0,-119-26 118 0 0,0-1 0 0 0,0-1 0 0 0,1-2 0 0 0,-1-1 1 0 0,35-7-1 0 0,-13-2 16 0 0,1-3 1 0 0,-2-2-1 0 0,0-2 1 0 0,70-37-1 0 0,-65 26 150 0 0,-1-3-1 0 0,-2-3 1 0 0,70-60-1 0 0,-83 60-26 0 0,-1-2 0 0 0,-3-2 1 0 0,-1-1-1 0 0,-1-1 0 0 0,41-73 0 0 0,-34 39-68 0 0,-3-1 0 0 0,45-136 0 0 0,68-263 1222 0 0,-129 407-1556 0 0,-3-1-1 0 0,-3-1 1 0 0,10-132-1 0 0,-24 167 325 0 0,-2 1-1 0 0,-1 0 0 0 0,-1 0 0 0 0,-14-52 1 0 0,-54-126-21 0 0,57 174 23 0 0,-2 1 0 0 0,-2 0 0 0 0,-1 2 0 0 0,-2 0 0 0 0,-38-46 0 0 0,47 66 7 0 0,0 0-1 0 0,-1 1 1 0 0,-1 1 0 0 0,0 0 0 0 0,-1 1 0 0 0,0 1 0 0 0,-1 0 0 0 0,0 1-1 0 0,-1 1 1 0 0,0 1 0 0 0,0 0 0 0 0,-1 1 0 0 0,-26-5 0 0 0,16 7-4 0 0,0 2 1 0 0,-1 0-1 0 0,1 2 0 0 0,-1 2 1 0 0,1 0-1 0 0,-42 9 1 0 0,4 2 2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4:38.460"/>
    </inkml:context>
    <inkml:brush xml:id="br0">
      <inkml:brushProperty name="width" value="0.1" units="cm"/>
      <inkml:brushProperty name="height" value="0.1" units="cm"/>
      <inkml:brushProperty name="color" value="#F6630D"/>
    </inkml:brush>
  </inkml:definitions>
  <inkml:trace contextRef="#ctx0" brushRef="#br0">0 1385 228 0 0,'14'-66'2065'0'0,"-11"56"-929"0"0,1 0-1 0 0,0 0 1 0 0,1 1 0 0 0,8-15-1 0 0,37-60 1745 0 0,4-6-3778 0 0,1 12-1178 0 0,2 3 1 0 0,100-100 0 0 0,159-110-1050 0 0,-92 86 3320 0 0,-7 6-55 0 0,-126 116-65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5:52.557"/>
    </inkml:context>
    <inkml:brush xml:id="br0">
      <inkml:brushProperty name="width" value="0.1" units="cm"/>
      <inkml:brushProperty name="height" value="0.1" units="cm"/>
      <inkml:brushProperty name="color" value="#F6630D"/>
    </inkml:brush>
  </inkml:definitions>
  <inkml:trace contextRef="#ctx0" brushRef="#br0">23 8 648 0 0,'-23'-7'3027'0'0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02.593"/>
    </inkml:context>
    <inkml:brush xml:id="br0">
      <inkml:brushProperty name="width" value="0.1" units="cm"/>
      <inkml:brushProperty name="height" value="0.1" units="cm"/>
      <inkml:brushProperty name="color" value="#F6630D"/>
    </inkml:brush>
  </inkml:definitions>
  <inkml:trace contextRef="#ctx0" brushRef="#br0">0 1 676 0 0,'0'8'60'0'0,"0"-4"-60"0"0,2-4 0 0 0,0-2 0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11.705"/>
    </inkml:context>
    <inkml:brush xml:id="br0">
      <inkml:brushProperty name="width" value="0.1" units="cm"/>
      <inkml:brushProperty name="height" value="0.1" units="cm"/>
      <inkml:brushProperty name="color" value="#F6630D"/>
    </inkml:brush>
  </inkml:definitions>
  <inkml:trace contextRef="#ctx0" brushRef="#br0">0 1 848 0 0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18.202"/>
    </inkml:context>
    <inkml:brush xml:id="br0">
      <inkml:brushProperty name="width" value="0.1" units="cm"/>
      <inkml:brushProperty name="height" value="0.1" units="cm"/>
      <inkml:brushProperty name="color" value="#F6630D"/>
    </inkml:brush>
  </inkml:definitions>
  <inkml:trace contextRef="#ctx0" brushRef="#br0">396 184 460 0 0,'10'-23'13004'0'0,"-1"-4"-7433"0"0,10-53-4946 0 0,-18 75-619 0 0,0 1 1 0 0,-1 0-1 0 0,0-1 0 0 0,0 1 0 0 0,0-1 0 0 0,-1-5 0 0 0,1 10-37 0 0,0-1-1 0 0,0 0 0 0 0,0 0 1 0 0,0 1-1 0 0,-1-1 0 0 0,1 0 0 0 0,0 0 1 0 0,-1 1-1 0 0,1-1 0 0 0,0 0 1 0 0,-1 1-1 0 0,1-1 0 0 0,-1 0 1 0 0,1 1-1 0 0,-1-1 0 0 0,1 1 0 0 0,-1-1 1 0 0,1 1-1 0 0,-1-1 0 0 0,0 1 1 0 0,1-1-1 0 0,-1 1 0 0 0,0 0 1 0 0,1-1-1 0 0,-1 1 0 0 0,0 0 0 0 0,1-1 1 0 0,-1 1-1 0 0,0 0 0 0 0,0 0 1 0 0,1 0-1 0 0,-1 0 0 0 0,0 0 1 0 0,0 0-1 0 0,0 0 0 0 0,1 0 0 0 0,-1 0 1 0 0,0 0-1 0 0,0 0 0 0 0,1 0 1 0 0,-2 1-1 0 0,-4 1-524 0 0,0 1 1 0 0,0-1 0 0 0,1 1-1 0 0,-1 0 1 0 0,1 1-1 0 0,0-1 1 0 0,0 1-1 0 0,0 0 1 0 0,0 0-1 0 0,-4 6 1 0 0,-7 8-1617 0 0,-17 25 1 0 0,32-42 2192 0 0,-41 63 413 0 0,-63 133 1 0 0,11-18 405 0 0,85-160-665 0 0,0 0 0 0 0,0 1 1 0 0,-6 25-1 0 0,8-22-140 0 0,4-18 249 0 0,2-7-88 0 0,0-10-155 0 0,0 7-207 0 0,0-5-455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18.511"/>
    </inkml:context>
    <inkml:brush xml:id="br0">
      <inkml:brushProperty name="width" value="0.1" units="cm"/>
      <inkml:brushProperty name="height" value="0.1" units="cm"/>
      <inkml:brushProperty name="color" value="#F6630D"/>
    </inkml:brush>
  </inkml:definitions>
  <inkml:trace contextRef="#ctx0" brushRef="#br0">0 170 920 0 0,'1'-20'5260'0'0,"0"0"1"0"0,7-34-1 0 0,-6 43-4520 0 0,1 1 0 0 0,0-1-1 0 0,8-16 1 0 0,-10 26-740 0 0,-1 0 0 0 0,1 0 0 0 0,0-1 0 0 0,-1 1 0 0 0,1 0 0 0 0,0 0 0 0 0,0 0 0 0 0,-1 0 0 0 0,1 0 0 0 0,0 0 0 0 0,0 1 0 0 0,0-1 0 0 0,0 0 0 0 0,0 0 0 0 0,1 1 0 0 0,1-2 0 0 0,-3 2 0 0 0,1 0 0 0 0,0 0 0 0 0,0 0 0 0 0,-1 0 0 0 0,1 0 0 0 0,0 0 0 0 0,0 1 0 0 0,-1-1 0 0 0,1 0 0 0 0,0 0 0 0 0,0 1 0 0 0,-1-1 0 0 0,1 0 0 0 0,0 1 0 0 0,-1-1 0 0 0,1 1 0 0 0,0-1 0 0 0,-1 1 0 0 0,1-1 0 0 0,-1 1 0 0 0,1-1 0 0 0,-1 1 0 0 0,1 0 0 0 0,-1-1 0 0 0,1 1 0 0 0,-1 0 0 0 0,0-1 0 0 0,1 2 0 0 0,54 86 0 0 0,-15-25 0 0 0,53 112 0 0 0,-89-165 11 0 0,1 0-1 0 0,0 0 1 0 0,0-1-1 0 0,1 0 1 0 0,14 17 0 0 0,-19-25-33 0 0,0 1 1 0 0,1 0 0 0 0,-1-1-1 0 0,1 1 1 0 0,0-1 0 0 0,0 0-1 0 0,-1 0 1 0 0,1 1 0 0 0,0-1-1 0 0,0 0 1 0 0,0-1 0 0 0,0 1-1 0 0,0 0 1 0 0,0 0 0 0 0,0-1-1 0 0,0 1 1 0 0,1-1 0 0 0,-1 0-1 0 0,0 0 1 0 0,0 0 0 0 0,0 0-1 0 0,0 0 1 0 0,1 0 0 0 0,-1 0-1 0 0,0-1 1 0 0,0 1 0 0 0,0-1-1 0 0,0 1 1 0 0,0-1 0 0 0,0 0-1 0 0,0 0 1 0 0,0 0 0 0 0,0 0-1 0 0,0 0 1 0 0,-1-1 0 0 0,3-1-1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19.601"/>
    </inkml:context>
    <inkml:brush xml:id="br0">
      <inkml:brushProperty name="width" value="0.1" units="cm"/>
      <inkml:brushProperty name="height" value="0.1" units="cm"/>
      <inkml:brushProperty name="color" value="#F6630D"/>
    </inkml:brush>
  </inkml:definitions>
  <inkml:trace contextRef="#ctx0" brushRef="#br0">94 71 3456 0 0,'-2'-9'2063'0'0,"-8"-26"6244"0"0,9 33-7943 0 0,1 0 1 0 0,-1 1 0 0 0,0-1-1 0 0,0 0 1 0 0,0 1 0 0 0,0-1-1 0 0,0 0 1 0 0,0 1 0 0 0,-1-1-1 0 0,1 1 1 0 0,-1 0 0 0 0,1-1-1 0 0,0 1 1 0 0,-1 0 0 0 0,-2-1-1 0 0,4 2-364 0 0,-1-1 0 0 0,0 1 0 0 0,1 0 0 0 0,-1 0 0 0 0,0-1 0 0 0,0 1 0 0 0,0 0 0 0 0,1 0 0 0 0,-1 0 0 0 0,0 0 0 0 0,0 0 0 0 0,1 0 0 0 0,-1 0 0 0 0,0 1 0 0 0,0-1 0 0 0,1 0 0 0 0,-1 0 0 0 0,0 1 0 0 0,0-1 0 0 0,1 0 0 0 0,-1 1 0 0 0,-1 0 0 0 0,1 0 0 0 0,-1 1 0 0 0,0-1 0 0 0,1 1 0 0 0,-1-1 0 0 0,1 1 0 0 0,0 0 0 0 0,-1 0 0 0 0,0 2 0 0 0,-1 3 0 0 0,-1 0 0 0 0,1 0 0 0 0,-3 13 0 0 0,2 0 3 0 0,0 1 0 0 0,2 0 0 0 0,0-1 0 0 0,2 1 0 0 0,2 29 0 0 0,19 107-340 0 0,-11-94-182 0 0,3 28-3666 0 0,2 127-1 0 0,-15-209 4514 0 0,-1-5-103 0 0,1 0 0 0 0,0 0-1 0 0,0 0 1 0 0,0 0-1 0 0,1 0 1 0 0,0 0 0 0 0,-1 0-1 0 0,1 0 1 0 0,2 4-1 0 0,-3-8-158 0 0,0 0 0 0 0,0 0 0 0 0,1 0 0 0 0,-1 1 0 0 0,0-1 1 0 0,0 0-1 0 0,0 0 0 0 0,0 0 0 0 0,1 0 0 0 0,-1 0 0 0 0,0 1 0 0 0,0-1 0 0 0,0 0 0 0 0,1 0 0 0 0,-1 0 0 0 0,0 0 0 0 0,0 0 0 0 0,0 0 0 0 0,1 0 0 0 0,-1 0 0 0 0,0 0 0 0 0,0 0 0 0 0,1 0 0 0 0,-1 0 0 0 0,0 0 0 0 0,0 0 0 0 0,0 0 0 0 0,1 0 0 0 0,-1 0 0 0 0,0 0 1 0 0,0 0-1 0 0,1 0 0 0 0,-1 0 0 0 0,0 0 0 0 0,0-1 0 0 0,0 1 0 0 0,1 0 0 0 0,-1 0 0 0 0,0 0 0 0 0,0 0 0 0 0,0 0 0 0 0,0-1 0 0 0,1 1 0 0 0,-1 0 0 0 0,0 0 0 0 0,0 0 0 0 0,0 0 0 0 0,0-1 0 0 0,0 1 0 0 0,0 0 0 0 0,1-1 0 0 0,6-11 1154 0 0,-7 12-1206 0 0,20-48 568 0 0,-1 0 0 0 0,22-97 0 0 0,-1 0-536 0 0,-37 136-236 0 0,10-31 50 0 0,27-56 0 0 0,-34 86-66 0 0,-1-1 0 0 0,1 1 0 0 0,1 1 0 0 0,0-1 0 0 0,0 1 1 0 0,1 0-1 0 0,0 0 0 0 0,1 1 0 0 0,-1 0 0 0 0,13-7 0 0 0,-19 14 51 0 0,-1 0 1 0 0,0 0-1 0 0,0 0 0 0 0,1 0 1 0 0,-1 0-1 0 0,1 1 0 0 0,-1-1 1 0 0,1 1-1 0 0,-1-1 0 0 0,1 1 1 0 0,-1-1-1 0 0,1 1 0 0 0,-1 0 1 0 0,1 0-1 0 0,0 0 0 0 0,-1 0 1 0 0,1 0-1 0 0,-1 0 0 0 0,1 0 1 0 0,0 0-1 0 0,-1 1 0 0 0,1-1 1 0 0,2 1-1 0 0,-3 1-19 0 0,1-1-1 0 0,-1 0 1 0 0,1 1 0 0 0,-1-1-1 0 0,0 1 1 0 0,0-1 0 0 0,0 1-1 0 0,0 0 1 0 0,0 0-1 0 0,0-1 1 0 0,0 1 0 0 0,0 0-1 0 0,-1 0 1 0 0,1 0 0 0 0,-1 0-1 0 0,1 0 1 0 0,-1 3 0 0 0,1 0 174 0 0,-1 0 0 0 0,0 1 0 0 0,0-1 0 0 0,0 0 0 0 0,-1 0 0 0 0,1 0 0 0 0,-1 1 0 0 0,-1-1 0 0 0,1 0 0 0 0,-5 9 0 0 0,-1 2 0 0 0,-18 27 0 0 0,20-34 0 0 0,-23 33 0 0 0,-2-1 0 0 0,-2-1 0 0 0,-1-2 0 0 0,-2-1 0 0 0,-60 49 0 0 0,92-83 0 0 0,-30 21 17 0 0,30-22-16 0 0,0-1 1 0 0,1 1-1 0 0,-1-1 0 0 0,0 1 1 0 0,0-1-1 0 0,0 0 0 0 0,-1-1 1 0 0,1 1-1 0 0,0 0 0 0 0,-4-1 1 0 0,7 1 18 0 0,-1-1 1 0 0,1 0-1 0 0,0 0 1 0 0,0 0 0 0 0,-1 0-1 0 0,1 0 1 0 0,0-1 0 0 0,-1 1-1 0 0,1 0 1 0 0,0 0 0 0 0,-1 0-1 0 0,1 0 1 0 0,0 0-1 0 0,0 0 1 0 0,-1 0 0 0 0,1-1-1 0 0,0 1 1 0 0,0 0 0 0 0,-1 0-1 0 0,1 0 1 0 0,0-1-1 0 0,0 1 1 0 0,-1 0 0 0 0,1 0-1 0 0,0-1 1 0 0,0 1 0 0 0,0 0-1 0 0,0 0 1 0 0,0-1 0 0 0,-1 1-1 0 0,1 0 1 0 0,0 0-1 0 0,0-1 1 0 0,2-12 1593 0 0,11-11 1415 0 0,-9 19-2696 0 0,1-1 1 0 0,0 1 0 0 0,0 0 0 0 0,0 0 0 0 0,1 1 0 0 0,-1-1-1 0 0,1 1 1 0 0,0 1 0 0 0,0-1 0 0 0,1 1 0 0 0,-1 0 0 0 0,1 0-1 0 0,12-3 1 0 0,-13 5-349 0 0,-1 0 0 0 0,0 1 0 0 0,1-1-1 0 0,-1 1 1 0 0,1 0 0 0 0,-1 1 0 0 0,0-1 0 0 0,1 1-1 0 0,-1 0 1 0 0,0 0 0 0 0,1 1 0 0 0,-1-1-1 0 0,0 1 1 0 0,0 0 0 0 0,0 1 0 0 0,-1-1 0 0 0,1 1-1 0 0,7 6 1 0 0,-1 0 21 0 0,-1 0 1 0 0,-1 1-1 0 0,0 0 0 0 0,0 1 1 0 0,8 13-1 0 0,33 63-622 0 0,-3-6 959 0 0,-42-73-546 0 0,1 0 0 0 0,0-1 0 0 0,0 1 0 0 0,1-2 0 0 0,8 8 0 0 0,-12-12 19 0 0,0 1-1 0 0,0-1 1 0 0,0 0-1 0 0,0 0 0 0 0,1-1 1 0 0,-1 1-1 0 0,1-1 1 0 0,-1 1-1 0 0,1-1 0 0 0,0 0 1 0 0,-1 0-1 0 0,1-1 0 0 0,0 1 1 0 0,0-1-1 0 0,5 0 1 0 0,0-1-142 0 0,-1-1 1 0 0,1 0 0 0 0,0 0-1 0 0,0-1 1 0 0,-1-1 0 0 0,0 1 0 0 0,0-1-1 0 0,0 0 1 0 0,0-1 0 0 0,0 0-1 0 0,-1 0 1 0 0,7-7 0 0 0,6-6 512 0 0,-1-1 1 0 0,29-38 0 0 0,-4-7-103 0 0,-39 57-78 0 0,-1-1 0 0 0,0 0 0 0 0,0 0 1 0 0,-1 0-1 0 0,0 0 0 0 0,3-15 1 0 0,-6 22 0 0 0,0 0 0 0 0,0 0 1 0 0,0 1-1 0 0,0-1 1 0 0,0 0-1 0 0,0 0 1 0 0,0 0-1 0 0,0 1 0 0 0,0-1 1 0 0,0 0-1 0 0,-1 0 1 0 0,1 1-1 0 0,0-1 0 0 0,-1 0 1 0 0,1 0-28 0 0,0 1 0 0 0,-1 0-1 0 0,1 0 1 0 0,0-1 0 0 0,0 1 0 0 0,-1 0 0 0 0,1 0 0 0 0,0 0 0 0 0,-1 0 0 0 0,1-1-1 0 0,0 1 1 0 0,0 0 0 0 0,-1 0 0 0 0,1 0 0 0 0,0 0 0 0 0,-1 0 0 0 0,1 0-1 0 0,0 0 1 0 0,-1 0 0 0 0,1 0 0 0 0,0 0 0 0 0,-1 0 0 0 0,1 0 0 0 0,0 0-1 0 0,-1 0 1 0 0,1 0 0 0 0,0 0 0 0 0,-1 1 0 0 0,1-1 0 0 0,0 0 0 0 0,-1 0 0 0 0,1 1-1 0 0,-13 7-2506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24.718"/>
    </inkml:context>
    <inkml:brush xml:id="br0">
      <inkml:brushProperty name="width" value="0.1" units="cm"/>
      <inkml:brushProperty name="height" value="0.1" units="cm"/>
      <inkml:brushProperty name="color" value="#F6630D"/>
    </inkml:brush>
  </inkml:definitions>
  <inkml:trace contextRef="#ctx0" brushRef="#br0">219 74 2764 0 0,'12'-27'9572'0'0,"-9"21"-8314"0"0,0 0-1 0 0,-1 0 0 0 0,1-1 1 0 0,1-10-1 0 0,-5 12-532 0 0,-3 8-439 0 0,-7 9-277 0 0,10-11 8 0 0,-28 39-947 0 0,-43 77 1 0 0,24-35-3211 0 0,28-52 2583 0 0,6-9 198 0 0,1 0 0 0 0,-19 42 1 0 0,34-42 5273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24.885"/>
    </inkml:context>
    <inkml:brush xml:id="br0">
      <inkml:brushProperty name="width" value="0.1" units="cm"/>
      <inkml:brushProperty name="height" value="0.1" units="cm"/>
      <inkml:brushProperty name="color" value="#F6630D"/>
    </inkml:brush>
  </inkml:definitions>
  <inkml:trace contextRef="#ctx0" brushRef="#br0">4 94 1612 0 0,'-1'-3'763'0'0,"0"0"0"0"0,0 0 0 0 0,1 0-1 0 0,-1-1 1 0 0,1 1 0 0 0,0 0 0 0 0,0 0 0 0 0,0-1 0 0 0,1 1 0 0 0,-1 0 0 0 0,1-1 0 0 0,1-2 0 0 0,-2 2-41 0 0,1 0 0 0 0,1 0 0 0 0,-1 1 0 0 0,0-1 0 0 0,1 0 0 0 0,0 1 0 0 0,0 0 0 0 0,0-1 0 0 0,0 1 0 0 0,3-3 0 0 0,-4 5-714 0 0,0 0 0 0 0,0 1-1 0 0,1-1 1 0 0,-1 0-1 0 0,0 1 1 0 0,0-1 0 0 0,1 1-1 0 0,-1 0 1 0 0,0-1 0 0 0,1 1-1 0 0,-1 0 1 0 0,0 0 0 0 0,1 0-1 0 0,-1 0 1 0 0,0 0 0 0 0,1 0-1 0 0,-1 0 1 0 0,0 0-1 0 0,1 1 1 0 0,-1-1 0 0 0,0 0-1 0 0,0 1 1 0 0,1-1 0 0 0,-1 1-1 0 0,0-1 1 0 0,2 2 0 0 0,4 2-17 0 0,0 0 1 0 0,0 1-1 0 0,7 6 0 0 0,-8-6 25 0 0,162 148-14 0 0,-70-59-30 0 0,-72-71-52 0 0,0-1 186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25.187"/>
    </inkml:context>
    <inkml:brush xml:id="br0">
      <inkml:brushProperty name="width" value="0.1" units="cm"/>
      <inkml:brushProperty name="height" value="0.1" units="cm"/>
      <inkml:brushProperty name="color" value="#F6630D"/>
    </inkml:brush>
  </inkml:definitions>
  <inkml:trace contextRef="#ctx0" brushRef="#br0">227 12 4836 0 0,'-1'-1'361'0'0,"1"0"0"0"0,-1 0 1 0 0,0 0-1 0 0,0 1 0 0 0,0-1 1 0 0,0 0-1 0 0,0 0 0 0 0,0 1 0 0 0,0-1 1 0 0,0 1-1 0 0,0-1 0 0 0,0 1 1 0 0,-1-1-1 0 0,1 1 0 0 0,-2-1 1 0 0,1 1 160 0 0,0 1 0 0 0,0-1 1 0 0,0 1-1 0 0,0 0 1 0 0,0-1-1 0 0,0 1 0 0 0,1 0 1 0 0,-4 2-1 0 0,1-1 126 0 0,-12 7-74 0 0,0 1 0 0 0,1 0 0 0 0,0 1 0 0 0,0 1 0 0 0,2 0 0 0 0,-18 20 0 0 0,25-25-594 0 0,1 0 0 0 0,-1 1-1 0 0,2-1 1 0 0,-1 1 0 0 0,1 0 0 0 0,1 0-1 0 0,-1 0 1 0 0,1 1 0 0 0,1-1 0 0 0,-1 1-1 0 0,2 0 1 0 0,-1 0 0 0 0,1-1 0 0 0,0 1-1 0 0,1 14 1 0 0,3 0 20 0 0,-2-18 0 0 0,0 1 0 0 0,0-1 0 0 0,-1 1 0 0 0,0-1 0 0 0,-1 9 0 0 0,1-13-4 0 0,0-1-1 0 0,0 0 0 0 0,0 1 1 0 0,0-1-1 0 0,0 1 1 0 0,-1-1-1 0 0,1 0 0 0 0,0 1 1 0 0,0-1-1 0 0,0 0 1 0 0,-1 1-1 0 0,1-1 1 0 0,0 0-1 0 0,0 0 0 0 0,-1 1 1 0 0,1-1-1 0 0,0 0 1 0 0,-1 0-1 0 0,1 1 0 0 0,0-1 1 0 0,-1 0-1 0 0,1 0 1 0 0,0 0-1 0 0,-1 1 0 0 0,1-1 1 0 0,0 0-1 0 0,-1 0 1 0 0,1 0-1 0 0,-1 0 1 0 0,1 0-1 0 0,0 0 0 0 0,-1 0 1 0 0,1 0-1 0 0,-1 0 1 0 0,1 0-1 0 0,0 0 0 0 0,-1 0 1 0 0,1 0-1 0 0,0 0 1 0 0,-1-1-1 0 0,1 1 0 0 0,-1 0 1 0 0,-4-3 201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25.370"/>
    </inkml:context>
    <inkml:brush xml:id="br0">
      <inkml:brushProperty name="width" value="0.1" units="cm"/>
      <inkml:brushProperty name="height" value="0.1" units="cm"/>
      <inkml:brushProperty name="color" value="#F6630D"/>
    </inkml:brush>
  </inkml:definitions>
  <inkml:trace contextRef="#ctx0" brushRef="#br0">6 91 3456 0 0,'-2'-7'1127'0'0,"1"1"1"0"0,0-1-1 0 0,0 0 1 0 0,1 1-1 0 0,0-11 1 0 0,1 15-718 0 0,-1 0 1 0 0,0 0-1 0 0,1 0 0 0 0,-1 0 1 0 0,1 1-1 0 0,0-1 1 0 0,0 0-1 0 0,0 0 0 0 0,0 0 1 0 0,0 1-1 0 0,0-1 1 0 0,0 0-1 0 0,0 1 0 0 0,1-1 1 0 0,-1 1-1 0 0,1-1 1 0 0,-1 1-1 0 0,1 0 1 0 0,-1 0-1 0 0,1 0 0 0 0,0 0 1 0 0,3-2-1 0 0,-4 3-410 0 0,1-1 0 0 0,0 1 0 0 0,0-1 0 0 0,0 1 0 0 0,0 0 0 0 0,0 0 0 0 0,0 0 0 0 0,0 0 0 0 0,0 0 0 0 0,0 0 0 0 0,0 0 0 0 0,0 1 0 0 0,0-1 0 0 0,-1 1 0 0 0,1 0 0 0 0,0-1 0 0 0,0 1 0 0 0,0 0 0 0 0,-1 0 0 0 0,4 2 0 0 0,3 2 0 0 0,-1 1 0 0 0,14 12 0 0 0,-18-15 0 0 0,102 102 7 0 0,45 39-157 0 0,-119-118-136 0 0,-11-11-585 0 0,-1 1-1 0 0,0 1 1 0 0,21 26-1 0 0,-16-10 732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26.217"/>
    </inkml:context>
    <inkml:brush xml:id="br0">
      <inkml:brushProperty name="width" value="0.1" units="cm"/>
      <inkml:brushProperty name="height" value="0.1" units="cm"/>
      <inkml:brushProperty name="color" value="#F6630D"/>
    </inkml:brush>
  </inkml:definitions>
  <inkml:trace contextRef="#ctx0" brushRef="#br0">216 58 2304 0 0,'0'0'-5'0'0,"12"-29"6737"0"0,-12 28-6367 0 0,0 0-1 0 0,1 0 1 0 0,-1 0-1 0 0,0 0 1 0 0,0 0-1 0 0,0 0 1 0 0,1 0-1 0 0,-1 0 1 0 0,0 0-1 0 0,0 0 1 0 0,-1 0-1 0 0,1 0 1 0 0,0 0 0 0 0,0 1-1 0 0,-6-11 4375 0 0,4 9-4374 0 0,1 2-363 0 0,-1-1 1 0 0,1 1-1 0 0,0 0 1 0 0,0 0-1 0 0,0 0 1 0 0,0 0-1 0 0,-1 0 1 0 0,1 0-1 0 0,0 0 1 0 0,0 1-1 0 0,0-1 1 0 0,0 0-1 0 0,0 0 1 0 0,-1 1-1 0 0,1-1 1 0 0,0 1-1 0 0,0-1 1 0 0,0 1-1 0 0,0 0 1 0 0,0-1-1 0 0,0 1 1 0 0,0 0-1 0 0,1 0 1 0 0,-3 1-1 0 0,-20 23-8 0 0,22-25 7 0 0,-14 20-4 0 0,1 0-1 0 0,-19 34 0 0 0,-17 49-16 0 0,-1 0 9 0 0,46-94 53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26.388"/>
    </inkml:context>
    <inkml:brush xml:id="br0">
      <inkml:brushProperty name="width" value="0.1" units="cm"/>
      <inkml:brushProperty name="height" value="0.1" units="cm"/>
      <inkml:brushProperty name="color" value="#F6630D"/>
    </inkml:brush>
  </inkml:definitions>
  <inkml:trace contextRef="#ctx0" brushRef="#br0">12 68 2304 0 0,'-3'-8'598'0'0,"1"3"170"0"0,0 0 1 0 0,0 0 0 0 0,1 0-1 0 0,0 0 1 0 0,3-23 7658 0 0,-1 27-8024 0 0,0 0-104 0 0,0 0 1 0 0,0 1 0 0 0,1-1-1 0 0,-1 1 1 0 0,0-1 0 0 0,0 1 0 0 0,0 0-1 0 0,0-1 1 0 0,0 1 0 0 0,0 0 0 0 0,2 0-1 0 0,0 0-244 0 0,0 0-1 0 0,0 0 0 0 0,0 0 1 0 0,0 0-1 0 0,0 1 0 0 0,0 0 1 0 0,0 0-1 0 0,4 1 0 0 0,8 5-56 0 0,0 1-1 0 0,0 1 0 0 0,-1 1 1 0 0,0 0-1 0 0,-1 0 0 0 0,0 1 1 0 0,17 20-1 0 0,3 8-1064 0 0,32 50 0 0 0,-50-67 292 0 0,11 14-2527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26.711"/>
    </inkml:context>
    <inkml:brush xml:id="br0">
      <inkml:brushProperty name="width" value="0.1" units="cm"/>
      <inkml:brushProperty name="height" value="0.1" units="cm"/>
      <inkml:brushProperty name="color" value="#F6630D"/>
    </inkml:brush>
  </inkml:definitions>
  <inkml:trace contextRef="#ctx0" brushRef="#br0">280 27 2304 0 0,'15'-23'14054'0'0,"-15"22"-14016"0"0,0 1 1 0 0,0 0 0 0 0,0 0 0 0 0,0 0 0 0 0,0 0-1 0 0,0 0 1 0 0,0-1 0 0 0,0 1 0 0 0,0 0 0 0 0,0 0 0 0 0,0 0-1 0 0,0 0 1 0 0,-1 0 0 0 0,1 0 0 0 0,0-1 0 0 0,0 1-1 0 0,0 0 1 0 0,0 0 0 0 0,0 0 0 0 0,0 0 0 0 0,0 0-1 0 0,-1 0 1 0 0,1 0 0 0 0,0 0 0 0 0,0 0 0 0 0,0 0-1 0 0,0-1 1 0 0,0 1 0 0 0,0 0 0 0 0,-1 0 0 0 0,1 0-1 0 0,0 0 1 0 0,0 0 0 0 0,0 0 0 0 0,0 0 0 0 0,0 0-1 0 0,-1 0 1 0 0,1 0 0 0 0,0 0 0 0 0,0 0 0 0 0,0 0-1 0 0,-1 1 1 0 0,-9 2 1195 0 0,-10 8-834 0 0,-3 7-400 0 0,0 2 0 0 0,2 1 0 0 0,-30 35 0 0 0,19-20 0 0 0,-11 13 1 0 0,-16 18-55 0 0,52-60 107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26.884"/>
    </inkml:context>
    <inkml:brush xml:id="br0">
      <inkml:brushProperty name="width" value="0.1" units="cm"/>
      <inkml:brushProperty name="height" value="0.1" units="cm"/>
      <inkml:brushProperty name="color" value="#F6630D"/>
    </inkml:brush>
  </inkml:definitions>
  <inkml:trace contextRef="#ctx0" brushRef="#br0">0 27 2532 0 0,'15'-26'17153'0'0,"-13"26"-16781"0"0,9 3-769 0 0,0 4 397 0 0,-1 1 0 0 0,0 0 0 0 0,0 0 0 0 0,0 1 0 0 0,10 13 0 0 0,-7-8 0 0 0,118 115-53 0 0,-39-49-3108 0 0,-63-58 255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27.211"/>
    </inkml:context>
    <inkml:brush xml:id="br0">
      <inkml:brushProperty name="width" value="0.1" units="cm"/>
      <inkml:brushProperty name="height" value="0.1" units="cm"/>
      <inkml:brushProperty name="color" value="#F6630D"/>
    </inkml:brush>
  </inkml:definitions>
  <inkml:trace contextRef="#ctx0" brushRef="#br0">227 0 1440 0 0,'-17'3'18220'0'0,"-87"108"-18220"0"0,76-80 0 0 0,3-5 0 0 0,13-15 0 0 0,1 1 0 0 0,-11 16 0 0 0,21-27-8 0 0,1-1 1 0 0,0 0 1 0 0,0 0-1 0 0,0 0 1 0 0,0 1-1 0 0,0-1 0 0 0,0 0 1 0 0,0 0-1 0 0,0 0 1 0 0,-1 1-1 0 0,1-1 1 0 0,0 0-1 0 0,0 0 1 0 0,0 0-1 0 0,0 0 1 0 0,0 0-1 0 0,-1 1 0 0 0,1-1 1 0 0,0 0-1 0 0,0 0 1 0 0,0 0-1 0 0,-1 0 1 0 0,1 0-1 0 0,0 0 1 0 0,0 0-1 0 0,0 0 0 0 0,-1 0 1 0 0,1 0-1 0 0,0 0 1 0 0,0 0-1 0 0,0 0 1 0 0,-1 0-1 0 0,1 0 1 0 0,0 0-1 0 0,0 0 1 0 0,0 0-1 0 0,-1 0 0 0 0,1 0 1 0 0,0-3-289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27.368"/>
    </inkml:context>
    <inkml:brush xml:id="br0">
      <inkml:brushProperty name="width" value="0.1" units="cm"/>
      <inkml:brushProperty name="height" value="0.1" units="cm"/>
      <inkml:brushProperty name="color" value="#F6630D"/>
    </inkml:brush>
  </inkml:definitions>
  <inkml:trace contextRef="#ctx0" brushRef="#br0">0 26 920 0 0,'11'-26'16095'0'0,"-1"42"-13203"0"0,-8-14-3139 0 0,34 66 248 0 0,-18-32-27 0 0,33 49 1 0 0,-30-58-182 0 0,1 2 133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32.280"/>
    </inkml:context>
    <inkml:brush xml:id="br0">
      <inkml:brushProperty name="width" value="0.1" units="cm"/>
      <inkml:brushProperty name="height" value="0.1" units="cm"/>
      <inkml:brushProperty name="color" value="#F6630D"/>
    </inkml:brush>
  </inkml:definitions>
  <inkml:trace contextRef="#ctx0" brushRef="#br0">1039 324 920 0 0,'-2'-7'2667'0'0,"0"0"1"0"0,1-1 0 0 0,0-11-1 0 0,-2-10 436 0 0,1 18-2414 0 0,-1 1-1 0 0,0 0 1 0 0,-1 0-1 0 0,0 1 1 0 0,-7-14 0 0 0,4 12-508 0 0,0 0 1 0 0,-1 0 0 0 0,0 1-1 0 0,-1 0 1 0 0,0 0-1 0 0,-18-14 1 0 0,10 11-237 0 0,-1 2 1 0 0,0 0-1 0 0,0 0 1 0 0,-1 2 0 0 0,0 0-1 0 0,-1 2 1 0 0,-26-8-1 0 0,33 12 55 0 0,1 1 0 0 0,-1 1 0 0 0,0 0 0 0 0,0 0 0 0 0,0 1 0 0 0,0 1 0 0 0,1 0 0 0 0,-23 6 0 0 0,-2 2 0 0 0,-58 23 0 0 0,10 2 0 0 0,-112 61 0 0 0,183-86-2 0 0,1-1 0 0 0,0 2 0 0 0,1 0 0 0 0,0 0 0 0 0,0 1 0 0 0,1 0 0 0 0,1 1 0 0 0,0 1 0 0 0,0-1 0 0 0,-14 27 0 0 0,15-20-191 0 0,0 1 0 0 0,1 0 0 0 0,1 0 1 0 0,1 0-1 0 0,1 1 0 0 0,1 0 0 0 0,-3 34 1 0 0,3-11-2163 0 0,2 1 1 0 0,6 66 0 0 0,-3-97 2325 0 0,1 0-1 0 0,1-1 1 0 0,0 1 0 0 0,1-1-1 0 0,1 1 1 0 0,0-1-1 0 0,1 0 1 0 0,0-1 0 0 0,0 1-1 0 0,2-1 1 0 0,-1-1-1 0 0,12 14 1 0 0,-3-9 53 0 0,1 0 0 0 0,0-1 0 0 0,1 0 1 0 0,0-2-1 0 0,1 0 0 0 0,1-1 0 0 0,25 11 0 0 0,-16-10-1 0 0,1-1-1 0 0,1-1 1 0 0,0-2-1 0 0,49 8 1 0 0,-38-12-15 0 0,-1-2 1 0 0,1-2-1 0 0,0-2 1 0 0,44-6-1 0 0,165-36 101 0 0,-216 35 0 0 0,1-2 1 0 0,67-27-1 0 0,-88 30-77 0 0,-1 0 0 0 0,0-1-1 0 0,0-1 1 0 0,0 0-1 0 0,-2 0 1 0 0,1-2 0 0 0,-1 1-1 0 0,-1-2 1 0 0,15-16 0 0 0,-21 20-60 0 0,-1 1 0 0 0,1-1 1 0 0,-1 0-1 0 0,-1-1 0 0 0,0 1 0 0 0,0 0 1 0 0,0-1-1 0 0,-1 0 0 0 0,-1 1 0 0 0,1-1 1 0 0,-1 0-1 0 0,-1-10 0 0 0,0-13 75 0 0,-2 0 1 0 0,-6-31-1 0 0,6 46-247 0 0,-2-7 319 0 0,-31-196-238 0 0,33 214 201 0 0,1-1-1 0 0,-1 0 1 0 0,-1 1 0 0 0,1 0 0 0 0,-1-1 0 0 0,0 1 0 0 0,-1 0-1 0 0,1 1 1 0 0,-1-1 0 0 0,0 0 0 0 0,-1 1 0 0 0,1 0-1 0 0,-1 0 1 0 0,-8-6 0 0 0,2 3 835 0 0,-1 0 0 0 0,0 1 0 0 0,-1 1 0 0 0,1 0 0 0 0,-28-8 0 0 0,26 9 129 0 0,-33-10-408 0 0,43 14-657 0 0,-1 0 0 0 0,0 1 0 0 0,1-1 1 0 0,-1 1-1 0 0,0 0 0 0 0,0 0 0 0 0,-8 1 0 0 0,1 6-302 0 0,7-1-1237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46.490"/>
    </inkml:context>
    <inkml:brush xml:id="br0">
      <inkml:brushProperty name="width" value="0.1" units="cm"/>
      <inkml:brushProperty name="height" value="0.1" units="cm"/>
      <inkml:brushProperty name="color" value="#FF0066"/>
    </inkml:brush>
  </inkml:definitions>
  <inkml:trace contextRef="#ctx0" brushRef="#br0">390 43 1612 0 0,'-2'-19'10771'0'0,"-5"3"-5329"0"0,7 15-5402 0 0,-1 1-1 0 0,1-1 0 0 0,0 1 0 0 0,-1-1 0 0 0,1 1 0 0 0,-1-1 0 0 0,1 1 0 0 0,-1-1 0 0 0,1 1 0 0 0,-1 0 0 0 0,0-1 0 0 0,1 1 0 0 0,-1 0 0 0 0,1 0 0 0 0,-1-1 0 0 0,0 1 0 0 0,1 0 0 0 0,-1 0 0 0 0,0 0 0 0 0,1 0 0 0 0,-1-1 0 0 0,0 1 0 0 0,1 0 0 0 0,-1 0 0 0 0,0 1 0 0 0,1-1 0 0 0,-1 0 1 0 0,0 0-1 0 0,1 0 0 0 0,-1 0 0 0 0,0 0 0 0 0,1 1 0 0 0,-1-1 0 0 0,1 0 0 0 0,-1 1 0 0 0,0-1 0 0 0,1 0 0 0 0,-1 1 0 0 0,1-1 0 0 0,-1 1 0 0 0,1-1 0 0 0,-1 1 0 0 0,1-1 0 0 0,0 1 0 0 0,-1-1 0 0 0,0 2 0 0 0,-6 7-39 0 0,-1 1 0 0 0,2 0 0 0 0,-1 0 0 0 0,1 0 0 0 0,1 1 0 0 0,-6 14 0 0 0,-2 4 0 0 0,-28 65 10 0 0,-27 49-329 0 0,-28 0-3688 0 0,47-75-2317 0 0,29-45 4035 0 0,6-8 7255 0 0,12-15-5512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46.817"/>
    </inkml:context>
    <inkml:brush xml:id="br0">
      <inkml:brushProperty name="width" value="0.1" units="cm"/>
      <inkml:brushProperty name="height" value="0.1" units="cm"/>
      <inkml:brushProperty name="color" value="#FF0066"/>
    </inkml:brush>
  </inkml:definitions>
  <inkml:trace contextRef="#ctx0" brushRef="#br0">12 228 920 0 0,'-7'-39'2406'0'0,"5"23"1893"0"0,0-31 0 0 0,2 38-3062 0 0,1 0 0 0 0,0 0 0 0 0,0 1 0 0 0,1-1 0 0 0,3-8 0 0 0,-3 12-1184 0 0,0-1-1 0 0,1 1 0 0 0,-1 0 1 0 0,1 0-1 0 0,4-4 0 0 0,-6 6-52 0 0,1 1 0 0 0,0 0 0 0 0,0 0 0 0 0,0 0 0 0 0,0 0 0 0 0,0 0 0 0 0,0 0 0 0 0,0 1 0 0 0,1-1 0 0 0,-1 1 0 0 0,1 0 0 0 0,-1-1 0 0 0,1 1 0 0 0,0 0 0 0 0,-1 1 0 0 0,1-1 0 0 0,0 0 0 0 0,-1 1 0 0 0,1-1 0 0 0,0 1 0 0 0,0 0 0 0 0,5 0 0 0 0,-5 1 0 0 0,1 0 0 0 0,-1 0 0 0 0,0 0 0 0 0,0 0 0 0 0,1 0 0 0 0,-1 1 0 0 0,0-1 0 0 0,0 1 0 0 0,0 0 0 0 0,-1 0 0 0 0,1 0 0 0 0,0 0 0 0 0,-1 1 0 0 0,1-1 0 0 0,-1 1 0 0 0,0-1 0 0 0,0 1 0 0 0,3 4 0 0 0,0 3-58 0 0,0 0 0 0 0,0 0-1 0 0,-1 1 1 0 0,-1-1 0 0 0,4 17 0 0 0,7 58-1792 0 0,-10-59 410 0 0,-1 1-471 0 0,2-1 1 0 0,14 45 0 0 0,-17-63 1814 0 0,1-1 0 0 0,0 0 0 0 0,1 1 0 0 0,0-1 1 0 0,0-1-1 0 0,1 1 0 0 0,-1 0 0 0 0,2-1 1 0 0,-1 0-1 0 0,0 0 0 0 0,1-1 0 0 0,0 0 1 0 0,12 8-1 0 0,4-1 157 0 0,0-1 0 0 0,1-1 0 0 0,28 8 1 0 0,-48-17-74 0 0,-1-1 88 0 0,0 1-1 0 0,0-1 1 0 0,0 1-1 0 0,0 0 0 0 0,0 0 1 0 0,0 0-1 0 0,0 0 0 0 0,3 2 1 0 0,-5 1-605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48.457"/>
    </inkml:context>
    <inkml:brush xml:id="br0">
      <inkml:brushProperty name="width" value="0.1" units="cm"/>
      <inkml:brushProperty name="height" value="0.1" units="cm"/>
      <inkml:brushProperty name="color" value="#FF0066"/>
    </inkml:brush>
  </inkml:definitions>
  <inkml:trace contextRef="#ctx0" brushRef="#br0">187 157 228 0 0,'12'-10'2644'0'0,"-1"-1"0"0"0,-1-1 0 0 0,0 0 0 0 0,-1-1 0 0 0,10-14 1 0 0,5-14 1123 0 0,-11 20-3969 0 0,-8 11 201 0 0,-10 18 0 0 0,-11 16 0 0 0,-90 157-1723 0 0,-21 32-7092 0 0,127-213 8853 0 0,-19 25 2770 0 0,18-23-2603 0 0,0-1-1 0 0,-1 1 0 0 0,1 0 0 0 0,-1-1 1 0 0,1 0-1 0 0,-1 1 0 0 0,0-1 0 0 0,0 0 1 0 0,1 0-1 0 0,-1 0 0 0 0,-8 2 2930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48.655"/>
    </inkml:context>
    <inkml:brush xml:id="br0">
      <inkml:brushProperty name="width" value="0.1" units="cm"/>
      <inkml:brushProperty name="height" value="0.1" units="cm"/>
      <inkml:brushProperty name="color" value="#FF0066"/>
    </inkml:brush>
  </inkml:definitions>
  <inkml:trace contextRef="#ctx0" brushRef="#br0">1 21 2764 0 0,'7'-20'16441'0'0,"-5"21"-15986"0"0,53 28-589 0 0,94 51 276 0 0,-107-55-1990 0 0,58 47 0 0 0,-17-4-5041 0 0,-64-53 2510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49.080"/>
    </inkml:context>
    <inkml:brush xml:id="br0">
      <inkml:brushProperty name="width" value="0.1" units="cm"/>
      <inkml:brushProperty name="height" value="0.1" units="cm"/>
      <inkml:brushProperty name="color" value="#FF0066"/>
    </inkml:brush>
  </inkml:definitions>
  <inkml:trace contextRef="#ctx0" brushRef="#br0">314 22 2992 0 0,'-25'-19'12818'0'0,"19"16"-11380"0"0,-5 4 2941 0 0,-2 9-6346 0 0,1 3 1967 0 0,1 1 0 0 0,-16 26 0 0 0,-6 7 0 0 0,-95 118 0 0 0,113-146-6 0 0,9-12-83 0 0,-1 0 1 0 0,2 1-1 0 0,-7 11 1 0 0,10-14-567 0 0,2-3-178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49.282"/>
    </inkml:context>
    <inkml:brush xml:id="br0">
      <inkml:brushProperty name="width" value="0.1" units="cm"/>
      <inkml:brushProperty name="height" value="0.1" units="cm"/>
      <inkml:brushProperty name="color" value="#FF0066"/>
    </inkml:brush>
  </inkml:definitions>
  <inkml:trace contextRef="#ctx0" brushRef="#br0">25 33 1840 0 0,'-23'-33'16667'0'0,"21"47"-15514"0"0,4-5-1169 0 0,1 0 0 0 0,0 0 0 0 0,0-1-1 0 0,0 1 1 0 0,1-1 0 0 0,0 0 0 0 0,1 0 0 0 0,7 10-1 0 0,51 57-1042 0 0,-49-59 621 0 0,40 41-1991 0 0,27 31-1804 0 0,-68-71 4203 0 0,19 29 1 0 0,-17-18-723 0 0,-3 1-3008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51.296"/>
    </inkml:context>
    <inkml:brush xml:id="br0">
      <inkml:brushProperty name="width" value="0.1" units="cm"/>
      <inkml:brushProperty name="height" value="0.1" units="cm"/>
      <inkml:brushProperty name="color" value="#FF0066"/>
    </inkml:brush>
  </inkml:definitions>
  <inkml:trace contextRef="#ctx0" brushRef="#br0">1240 214 1380 0 0,'-3'-14'11473'0'0,"-7"-6"-7381"0"0,5 13-1973 0 0,-15-37-1552 0 0,15 31-554 0 0,-1 0 1 0 0,-14-22-1 0 0,17 30-14 0 0,0 1 0 0 0,0 1 0 0 0,-1-1 0 0 0,1 0 1 0 0,-1 1-1 0 0,0 0 0 0 0,0 0 0 0 0,0 0 0 0 0,0 0 0 0 0,-1 0 0 0 0,-8-3 0 0 0,-3 1 1 0 0,1 0 0 0 0,-1 1 0 0 0,0 1 0 0 0,-29-2 0 0 0,-67 3 0 0 0,55 5-1273 0 0,-1 1 1 0 0,-95 21-1 0 0,106-13-971 0 0,0 2 1 0 0,0 2 0 0 0,-65 33-1 0 0,82-34 2233 0 0,0 2 0 0 0,1 1 1 0 0,1 2-1 0 0,1 0 0 0 0,1 2 0 0 0,0 1 0 0 0,-24 29 0 0 0,35-34 78 0 0,1 0 0 0 0,1 1 0 0 0,0 1 0 0 0,2 0 0 0 0,0 0-1 0 0,1 1 1 0 0,1 0 0 0 0,2 1 0 0 0,0 0 0 0 0,1 1 0 0 0,-5 31 0 0 0,9-34-33 0 0,2-1-1 0 0,0 0 1 0 0,0 1 0 0 0,2-1 0 0 0,1 0 0 0 0,0 0 0 0 0,1 0 0 0 0,1 0 0 0 0,13 30 0 0 0,-5-19 3 0 0,2 0 0 0 0,0-1 0 0 0,3-1 0 0 0,38 49 0 0 0,-37-56 7 0 0,1 0 1 0 0,1-1-1 0 0,1-1 0 0 0,1-1 0 0 0,29 18 0 0 0,7-1 109 0 0,67 29 1 0 0,-99-51-120 0 0,1-2 1 0 0,1-1-1 0 0,0-1 1 0 0,0-2 0 0 0,1-1-1 0 0,36 3 1 0 0,-41-7-3 0 0,0-2 0 0 0,0 0 0 0 0,0-2 1 0 0,0-1-1 0 0,-1-1 0 0 0,1-1 0 0 0,45-16 1 0 0,-34 7 15 0 0,-1-1 1 0 0,-1-1-1 0 0,0-2 1 0 0,-1-2-1 0 0,32-25 1 0 0,-48 32-29 0 0,-1-1 0 0 0,-1 0 0 0 0,0-1 0 0 0,-1-1 0 0 0,0 0 0 0 0,-2-1 0 0 0,0-1 0 0 0,0 0 1 0 0,-2 0-1 0 0,14-35 0 0 0,-11 18 30 0 0,-3-1 1 0 0,0 0 0 0 0,-3-1-1 0 0,-1 0 1 0 0,-1 0 0 0 0,-2 0-1 0 0,-2-1 1 0 0,-2 1 0 0 0,-1 0-1 0 0,-1-1 1 0 0,-3 1 0 0 0,-1 1-1 0 0,-1-1 1 0 0,-2 1 0 0 0,-16-36-1 0 0,17 50-36 0 0,0 1-1 0 0,-1 1 1 0 0,-2 0-1 0 0,0 0 0 0 0,-16-19 1 0 0,23 32-11 0 0,-1 1 1 0 0,-1-1 0 0 0,1 1-1 0 0,-1 1 1 0 0,0-1-1 0 0,-1 1 1 0 0,1 0-1 0 0,-1 1 1 0 0,0-1 0 0 0,0 2-1 0 0,0-1 1 0 0,-1 1-1 0 0,1 0 1 0 0,-1 1-1 0 0,0 0 1 0 0,-9-1 0 0 0,-3 2-21 0 0,1 1 0 0 0,0 1 1 0 0,-1 1-1 0 0,1 1 0 0 0,0 0 1 0 0,0 2-1 0 0,0 0 0 0 0,0 1 1 0 0,1 1-1 0 0,-34 18 0 0 0,18-5-179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57.036"/>
    </inkml:context>
    <inkml:brush xml:id="br0">
      <inkml:brushProperty name="width" value="0.1" units="cm"/>
      <inkml:brushProperty name="height" value="0.1" units="cm"/>
      <inkml:brushProperty name="color" value="#FF0066"/>
    </inkml:brush>
  </inkml:definitions>
  <inkml:trace contextRef="#ctx0" brushRef="#br0">1 22 2072 0 0,'19'-13'14827'0'0,"100"4"-12065"0"0,60 14-2962 0 0,-74-1-694 0 0,-41-2-552 0 0,-27 1-1313 0 0,-1-3 0 0 0,74-7 0 0 0,-92 4 1676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57.199"/>
    </inkml:context>
    <inkml:brush xml:id="br0">
      <inkml:brushProperty name="width" value="0.1" units="cm"/>
      <inkml:brushProperty name="height" value="0.1" units="cm"/>
      <inkml:brushProperty name="color" value="#FF0066"/>
    </inkml:brush>
  </inkml:definitions>
  <inkml:trace contextRef="#ctx0" brushRef="#br0">1 1 2160 0 0,'0'0'0'0'0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6:57.339"/>
    </inkml:context>
    <inkml:brush xml:id="br0">
      <inkml:brushProperty name="width" value="0.1" units="cm"/>
      <inkml:brushProperty name="height" value="0.1" units="cm"/>
      <inkml:brushProperty name="color" value="#FF0066"/>
    </inkml:brush>
  </inkml:definitions>
  <inkml:trace contextRef="#ctx0" brushRef="#br0">23 31 920 0 0,'-6'-5'1264'0'0,"4"4"-1047"0"0,0-1 0 0 0,1 1 0 0 0,-1-1 0 0 0,0 1 0 0 0,1-1 0 0 0,0 0-1 0 0,-1 0 1 0 0,1 1 0 0 0,-1-3 0 0 0,3 3 187 0 0,0 0 0 0 0,0 1 1 0 0,0-1-1 0 0,0 1 0 0 0,0-1 0 0 0,0 1 0 0 0,1-1 0 0 0,-1 1 1 0 0,0 0-1 0 0,0 0 0 0 0,0 0 0 0 0,1-1 0 0 0,-1 1 1 0 0,4 0 1581 0 0,9-1-813 0 0,-1 1 0 0 0,0 0 0 0 0,1 0-1 0 0,-1 2 1 0 0,17 2 0 0 0,-13 0-1017 0 0,0 1 1 0 0,0 0-1 0 0,26 13 0 0 0,-38-16-156 0 0,-1 0 0 0 0,1 1 0 0 0,-1 0 0 0 0,1 0 0 0 0,-1 0 0 0 0,0 1 0 0 0,0 0 0 0 0,-1-1 0 0 0,1 1 0 0 0,3 6 0 0 0,-5-8 0 0 0,-1 0 0 0 0,0 1 0 0 0,0-1 0 0 0,0 0 0 0 0,0 1 0 0 0,0-1 0 0 0,0 0 0 0 0,-1 1 0 0 0,1-1 0 0 0,-1 1 0 0 0,1-1 0 0 0,-1 1 0 0 0,0-1 0 0 0,0 1 0 0 0,-1-1 0 0 0,1 1 0 0 0,0-1 0 0 0,-1 1 0 0 0,1-1 0 0 0,-1 1 0 0 0,0-1 0 0 0,0 0 0 0 0,-2 5 0 0 0,-2 0 0 0 0,0 0 0 0 0,0 0 0 0 0,-1 0 0 0 0,0-1 0 0 0,-1 0 0 0 0,-9 8 0 0 0,16-14 0 0 0,-24 21 0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7:05.675"/>
    </inkml:context>
    <inkml:brush xml:id="br0">
      <inkml:brushProperty name="width" value="0.1" units="cm"/>
      <inkml:brushProperty name="height" value="0.1" units="cm"/>
      <inkml:brushProperty name="color" value="#FF0066"/>
    </inkml:brush>
  </inkml:definitions>
  <inkml:trace contextRef="#ctx0" brushRef="#br0">1983 208 460 0 0,'12'-21'9883'0'0,"-5"5"-7412"0"0,-4 9-1043 0 0,-1-1 1 0 0,-1 1-1 0 0,2-15 1 0 0,-2 17-1348 0 0,-1-1 0 0 0,0 1 0 0 0,0-1 0 0 0,0 0-1 0 0,-1 1 1 0 0,0-1 0 0 0,0 1 0 0 0,0 0 0 0 0,-1-1 0 0 0,0 1 0 0 0,0 0-1 0 0,0 0 1 0 0,-5-8 0 0 0,5 11-81 0 0,0 0 0 0 0,1 0 0 0 0,-1 0 0 0 0,-1 1 0 0 0,1-1 0 0 0,0 0 0 0 0,0 1 0 0 0,-1 0 0 0 0,1-1 0 0 0,0 1 0 0 0,-1 0 0 0 0,1 0 0 0 0,-1 0 0 0 0,0 1 0 0 0,1-1 0 0 0,-1 1 0 0 0,0-1 0 0 0,1 1 0 0 0,-6 0 0 0 0,-6 0 0 0 0,1 1 0 0 0,-25 6 0 0 0,17-4 0 0 0,-74 11-1355 0 0,-1-5-1 0 0,-128-3 0 0 0,2-7-3474 0 0,185 3 3995 0 0,1 2 0 0 0,-1 1 0 0 0,1 2 0 0 0,-37 13 0 0 0,0 7 859 0 0,2 4 0 0 0,1 2 0 0 0,2 4 0 0 0,1 2 0 0 0,-76 60 0 0 0,89-57 19 0 0,2 2 0 0 0,2 2 0 0 0,-61 73 0 0 0,81-82 71 0 0,1 2 1 0 0,2 1-1 0 0,1 2 0 0 0,3 0 1 0 0,-30 73-1 0 0,42-80-108 0 0,0 1-1 0 0,2 1 1 0 0,2 0-1 0 0,-4 64 1 0 0,8-25 1 0 0,10 101 0 0 0,-3-127 7 0 0,3-1 0 0 0,2 0 0 0 0,2-1 0 0 0,2 0 0 0 0,38 90 0 0 0,-35-103-5 0 0,2 0 0 0 0,2-1 1 0 0,1-1-1 0 0,2-1 0 0 0,1-1 1 0 0,1-2-1 0 0,2 0 0 0 0,32 27 1 0 0,-12-18-10 0 0,2-2 0 0 0,2-2 0 0 0,1-3 0 0 0,1-2-1 0 0,1-2 1 0 0,78 27 0 0 0,-24-19 44 0 0,2-5 0 0 0,165 24 0 0 0,319 14 320 0 0,67-22-181 0 0,-511-34-161 0 0,275 15 71 0 0,-230-21-73 0 0,232-1-5 0 0,368-64-15 0 0,-356 32 32 0 0,1 22 0 0 0,-126 10-16 0 0,-54 0 26 0 0,44 2-21 0 0,42 1-4 0 0,-58-3-17 0 0,41 0 0 0 0,162 0 0 0 0,-355-3 0 0 0,286 30 0 0 0,-124-4 0 0 0,-134-16 0 0 0,51 4 0 0 0,0-18 0 0 0,192-55 32 0 0,-24-41 9 0 0,-9-32 18 0 0,-298 103-54 0 0,333-145 100 0 0,-322 133-75 0 0,-40 17-20 0 0,-1-1 0 0 0,0-3 0 0 0,-2-2 0 0 0,79-64-1 0 0,-100 71-5 0 0,-1 0 0 0 0,-1-2 0 0 0,-1 0 0 0 0,-1-1 0 0 0,-1-1-1 0 0,-1-1 1 0 0,-2-1 0 0 0,0 0 0 0 0,18-49 0 0 0,-27 58-4 0 0,-1 0 0 0 0,0-1 0 0 0,-2 0 0 0 0,0 0 0 0 0,-2 0 0 0 0,0 0 0 0 0,0 0 0 0 0,-4-27 0 0 0,-2 18 0 0 0,0 1 0 0 0,-1 0 0 0 0,-2 0 0 0 0,-1 1 0 0 0,-14-31 0 0 0,-1 7-5 0 0,-3 0 0 0 0,-1 2 0 0 0,-39-49 0 0 0,39 61 1 0 0,-1 2 0 0 0,-2 1 0 0 0,-2 1 0 0 0,-49-36 0 0 0,21 25 4 0 0,-92-49 0 0 0,-75-21 0 0 0,-20-12 0 0 0,102 47 2 0 0,-4 6 1 0 0,-179-58-1 0 0,79 56-10 0 0,175 57 6 0 0,-107-11-1 0 0,-34 11-10 0 0,-243 12 0 0 0,82 14-8 0 0,58-2 6 0 0,-64-7 15 0 0,-1-17 0 0 0,330 15 0 0 0,-198-19 0 0 0,-68-3 0 0 0,-113 16 0 0 0,27 25 0 0 0,171-2 0 0 0,-9-1 0 0 0,-184 4 0 0 0,91-12 20 0 0,226-2-1 0 0,-95-3 57 0 0,-112 5 168 0 0,311-5-237 0 0,-432 25 592 0 0,39 15-540 0 0,143-9-39 0 0,85-12 118 0 0,-130 9-950 0 0,232-29-2558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05.520"/>
    </inkml:context>
    <inkml:brush xml:id="br0">
      <inkml:brushProperty name="width" value="0.1" units="cm"/>
      <inkml:brushProperty name="height" value="0.1" units="cm"/>
      <inkml:brushProperty name="color" value="#FF0066"/>
    </inkml:brush>
  </inkml:definitions>
  <inkml:trace contextRef="#ctx0" brushRef="#br0">3853 438 460 0 0,'-13'-21'9492'0'0,"7"13"-7594"0"0,-7-10 2868 0 0,-11-24-2006 0 0,15 23-2579 0 0,-21-28 0 0 0,26 41-189 0 0,-1 1-1 0 0,0-1 0 0 0,0 1 1 0 0,-1 0-1 0 0,0 0 0 0 0,1 0 1 0 0,-2 1-1 0 0,-8-5 0 0 0,-18-7 9 0 0,-64-19 0 0 0,22 9 0 0 0,23 5 0 0 0,-6-3 0 0 0,-122-31 0 0 0,-80 15-3924 0 0,87 27-1744 0 0,42 11 2462 0 0,-142 15 0 0 0,162-4 3209 0 0,-19 0 11 0 0,-159 32 1 0 0,-90 55 47 0 0,322-76-50 0 0,0 1 0 0 0,2 3 1 0 0,0 3-1 0 0,-74 49 1 0 0,-56 68-13 0 0,72-51 0 0 0,49-40 0 0 0,2 2 0 0 0,2 2 0 0 0,3 4 0 0 0,2 1 0 0 0,4 3 0 0 0,2 3 0 0 0,3 1 0 0 0,-51 104 0 0 0,72-122 0 0 0,-90 194-2 0 0,92-187 5 0 0,2 1 0 0 0,-18 80-1 0 0,20-29 61 0 0,5 0-1 0 0,4 2 0 0 0,10 208 1 0 0,3-272 135 0 0,3 0 1 0 0,2 0 0 0 0,22 72 0 0 0,-10-59 181 0 0,3 0 1 0 0,36 67-1 0 0,7 10 4212 0 0,24 46-1125 0 0,-75-159-3440 0 0,1-1 1 0 0,1-1 0 0 0,2-1 0 0 0,22 23 0 0 0,89 73-3678 0 0,-83-80 1062 0 0,55 33-1 0 0,59 20 1477 0 0,177 54 1530 0 0,-128-78-297 0 0,-49-18-81 0 0,135 44 182 0 0,-163-56-215 0 0,65 17-3 0 0,-141-41 13 0 0,91 8 1 0 0,262-16 302 0 0,-318-7-265 0 0,140-16 5 0 0,-2-20 29 0 0,-162 23-67 0 0,-1-3 1 0 0,-1-3-1 0 0,-1-3 1 0 0,0-3 0 0 0,87-51-1 0 0,283-204-3 0 0,-415 268-23 0 0,38-28-8 0 0,-2-3 0 0 0,63-63 1 0 0,-81 68 12 0 0,-2-2-1 0 0,-2-1 1 0 0,43-72 0 0 0,-44 56 12 0 0,-3-2 0 0 0,-3-1 0 0 0,-2-1 0 0 0,-4-1 1 0 0,22-102-1 0 0,-18 21-43 0 0,11-218 1 0 0,-33 305 48 0 0,-3 0 1 0 0,-2-1-1 0 0,-3 1 1 0 0,-2 1-1 0 0,-29-110 1 0 0,-43-69 23 0 0,55 177 15 0 0,-59-105 0 0 0,64 136 81 0 0,-1 0 0 0 0,0 1 0 0 0,-42-40 0 0 0,-83-58 134 0 0,82 80-292 0 0,-134-69 1 0 0,150 89 54 0 0,-41-22-32 0 0,-116-41 0 0 0,142 64-34 0 0,-113-63 0 0 0,140 67 25 0 0,2-3 0 0 0,0-1 0 0 0,1-1 1 0 0,-40-43-1 0 0,23 15 1334 0 0,-42-61 0 0 0,74 93 1069 0 0,16 20-2293 0 0,-1 0 0 0 0,1 1 0 0 0,0-1 0 0 0,0 0 0 0 0,-1 0 0 0 0,1 1 0 0 0,0-1 0 0 0,-1 1 0 0 0,1-1 0 0 0,-1 1 0 0 0,1-1 0 0 0,-1 1 0 0 0,1 0 0 0 0,0 0 0 0 0,-1 0 0 0 0,-1 0 0 0 0,-13 2-1060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07.427"/>
    </inkml:context>
    <inkml:brush xml:id="br0">
      <inkml:brushProperty name="width" value="0.1" units="cm"/>
      <inkml:brushProperty name="height" value="0.1" units="cm"/>
      <inkml:brushProperty name="color" value="#FF0066"/>
    </inkml:brush>
  </inkml:definitions>
  <inkml:trace contextRef="#ctx0" brushRef="#br0">76 24 1152 0 0,'-21'-10'15399'0'0,"19"10"-15018"0"0,0 0-1 0 0,1-1 1 0 0,-1 2 0 0 0,0-1-1 0 0,0 0 1 0 0,0 0-1 0 0,0 1 1 0 0,1-1 0 0 0,-5 2-1 0 0,4-1-423 0 0,0 0-1 0 0,-1 0 0 0 0,1 0 1 0 0,0 1-1 0 0,0-1 1 0 0,0 1-1 0 0,0 0 1 0 0,0-1-1 0 0,0 1 1 0 0,1 0-1 0 0,-1 0 0 0 0,0 0 1 0 0,1 0-1 0 0,0 0 1 0 0,-3 5-1 0 0,4-7 44 0 0,0 1 0 0 0,0-1 0 0 0,0 0 0 0 0,0 1 0 0 0,0-1 0 0 0,-1 0 0 0 0,1 1 0 0 0,0-1 0 0 0,0 0 0 0 0,0 1 0 0 0,0-1 0 0 0,0 0 0 0 0,0 1 0 0 0,0-1 0 0 0,0 0 0 0 0,0 1 0 0 0,0-1 0 0 0,1 0 0 0 0,-1 1 0 0 0,0-1 0 0 0,0 0 0 0 0,0 1 0 0 0,0-1 0 0 0,0 0 0 0 0,1 0 0 0 0,-1 1 0 0 0,0-1 0 0 0,0 0 0 0 0,1 1 0 0 0,10 2 0 0 0,16-5 0 0 0,-25 1 0 0 0,8 0 0 0 0,18-3 0 0 0,-27 4 0 0 0,1-1 0 0 0,-1 1 0 0 0,1-1 0 0 0,-1 1 0 0 0,0-1 0 0 0,1 1 0 0 0,-1-1 0 0 0,0 0 0 0 0,1 0 0 0 0,-1 1 0 0 0,0-1 0 0 0,0 0 0 0 0,2-2 0 0 0,-3 2 0 0 0,1 1 0 0 0,-1-1 0 0 0,0 1 0 0 0,0-1 0 0 0,0 1 0 0 0,0-1 0 0 0,0 1 0 0 0,0 0 0 0 0,1-1 0 0 0,-1 1 0 0 0,0-1 0 0 0,0 1 0 0 0,-1-1 0 0 0,1 1 0 0 0,0-1 0 0 0,0 1 0 0 0,0-1 0 0 0,0 1 0 0 0,0-1 0 0 0,0 1 0 0 0,-1-1 0 0 0,1 1 0 0 0,0-1 0 0 0,0 1 0 0 0,-1 0 0 0 0,1-1 0 0 0,0 1 0 0 0,-1 0 0 0 0,1-1 0 0 0,0 1 0 0 0,-1 0 0 0 0,1-1 0 0 0,0 1 0 0 0,-1-1 0 0 0,-18-10 0 0 0,12 7 0 0 0,4 2-271 0 0,1 1 0 0 0,0 0 0 0 0,0 0 0 0 0,-1 0 0 0 0,1 0 0 0 0,-1 0 0 0 0,1 0-1 0 0,-1 1 1 0 0,-2-1 0 0 0,-5 42-9667 0 0,9-39 9729 0 0,1 0 0 0 0,0 0 0 0 0,0-1 0 0 0,0 1 0 0 0,0 0-1 0 0,0 0 1 0 0,11 7 4606 0 0,-3-9-2364 0 0,-3 1-1973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13.366"/>
    </inkml:context>
    <inkml:brush xml:id="br0">
      <inkml:brushProperty name="width" value="0.1" units="cm"/>
      <inkml:brushProperty name="height" value="0.1" units="cm"/>
      <inkml:brushProperty name="color" value="#FF0066"/>
    </inkml:brush>
  </inkml:definitions>
  <inkml:trace contextRef="#ctx0" brushRef="#br0">54 810 460 0 0,'-25'11'7511'0'0,"23"-10"-6751"0"0,0 0-1 0 0,0-1 1 0 0,0 1 0 0 0,0-1 0 0 0,0 1-1 0 0,-1-1 1 0 0,1 0 0 0 0,0 0-1 0 0,0 0 1 0 0,-4 0 0 0 0,6 0-755 0 0,0 0 1 0 0,-1-1-1 0 0,1 1 1 0 0,0 0-1 0 0,0 0 1 0 0,0 0-1 0 0,0 0 1 0 0,0 0-1 0 0,0-1 1 0 0,0 1-1 0 0,-1 0 1 0 0,1 0-1 0 0,0 0 1 0 0,0-1-1 0 0,0 1 1 0 0,0 0-1 0 0,0 0 1 0 0,0 0-1 0 0,0 0 1 0 0,0-1-1 0 0,0 1 1 0 0,0 0-1 0 0,0 0 1 0 0,0 0-1 0 0,0-1 1 0 0,0 1-1 0 0,0 0 1 0 0,0 0-1 0 0,0 0 1 0 0,0-1-1 0 0,0 1 1 0 0,1 0-1 0 0,-1 0 1 0 0,0 0-1 0 0,0 0 1 0 0,0-1-1 0 0,0 1 1 0 0,0 0-1 0 0,0 0 1 0 0,0 0-1 0 0,1 0 1 0 0,-1 0-1 0 0,0-1 1 0 0,1 0 231 0 0,0 0 1 0 0,0 0 0 0 0,1 0 0 0 0,-1 1-1 0 0,0-1 1 0 0,0 0 0 0 0,1 0 0 0 0,-1 1-1 0 0,0-1 1 0 0,1 1 0 0 0,-1-1-1 0 0,3 0 1 0 0,38-8-238 0 0,2-1 0 0 0,79-28 0 0 0,116-55 100 0 0,-60 23-1228 0 0,163-75-9362 0 0,-130 53 5811 0 0,120-57 5092 0 0,-260 114-357 0 0,155-83 733 0 0,-188 92 1605 0 0,-14 4 6716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14.110"/>
    </inkml:context>
    <inkml:brush xml:id="br0">
      <inkml:brushProperty name="width" value="0.1" units="cm"/>
      <inkml:brushProperty name="height" value="0.1" units="cm"/>
      <inkml:brushProperty name="color" value="#FF0066"/>
    </inkml:brush>
  </inkml:definitions>
  <inkml:trace contextRef="#ctx0" brushRef="#br0">450 1 1152 0 0,'-1'0'211'0'0,"0"0"0"0"0,0 0 0 0 0,0 0 0 0 0,0 0 0 0 0,0 0 0 0 0,1 0 0 0 0,-1 0 0 0 0,0 0 0 0 0,0 0 0 0 0,0 0 0 0 0,0 1 0 0 0,0-1 0 0 0,0 0 0 0 0,1 1 1 0 0,-1-1-1 0 0,0 0 0 0 0,-1 2 0 0 0,-15 11 6516 0 0,6-4-6243 0 0,-1 0 1113 0 0,0-1 0 0 0,1 2 1 0 0,-12 12-1 0 0,19-18-1505 0 0,1 0 1 0 0,-1 1-1 0 0,1 0 1 0 0,0 0-1 0 0,0 0 0 0 0,1 0 1 0 0,-1 0-1 0 0,1 0 1 0 0,0 1-1 0 0,1-1 1 0 0,-2 8-1 0 0,-2 28-92 0 0,3 0-1 0 0,2 56 1 0 0,1-12-565 0 0,-16 131-1777 0 0,1-120-2626 0 0,-37 128 0 0 0,40-186 4041 0 0,-67 269-1797 0 0,64-236 2753 0 0,2 1 0 0 0,-1 99 0 0 0,14-102 218 0 0,3 0 0 0 0,14 74 0 0 0,-16-136 82 0 0,-1 0 0 0 0,-1 0 0 0 0,1 0 0 0 0,-1 0 0 0 0,-1 10 1 0 0,0-14 88 0 0,1 0 1 0 0,-1 0 0 0 0,0-1 0 0 0,0 1 0 0 0,0 0 0 0 0,-1 0-1 0 0,1-1 1 0 0,-1 1 0 0 0,1-1 0 0 0,-1 1 0 0 0,0-1-1 0 0,0 0 1 0 0,0 0 0 0 0,0 0 0 0 0,-4 3 0 0 0,-16 11 4612 0 0,15-11-4871 0 0,1-1-1 0 0,0 1 1 0 0,0 0-1 0 0,0 1 0 0 0,0-1 1 0 0,1 1-1 0 0,0 1 0 0 0,-8 10 1 0 0,5-3 259 0 0,0-4-313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14.827"/>
    </inkml:context>
    <inkml:brush xml:id="br0">
      <inkml:brushProperty name="width" value="0.1" units="cm"/>
      <inkml:brushProperty name="height" value="0.1" units="cm"/>
      <inkml:brushProperty name="color" value="#FF0066"/>
    </inkml:brush>
  </inkml:definitions>
  <inkml:trace contextRef="#ctx0" brushRef="#br0">1581 1631 228 0 0,'3'-33'12016'0'0,"-4"27"-10736"0"0,0 5-1001 0 0,1 0 0 0 0,0 0 0 0 0,-1 0-1 0 0,1 1 1 0 0,-1-1 0 0 0,0 0 0 0 0,1 0 0 0 0,-1 0 0 0 0,0 1 0 0 0,1-1 0 0 0,-1 0 0 0 0,0 0 0 0 0,0 1 0 0 0,0-1 0 0 0,0 1 0 0 0,1-1 0 0 0,-1 1-1 0 0,0-1 1 0 0,0 1 0 0 0,0 0 0 0 0,-2-1 0 0 0,-10-3-279 0 0,-22-3 0 0 0,25 6 0 0 0,1 0 0 0 0,0-1 0 0 0,0-1 0 0 0,0 0 0 0 0,-14-6 0 0 0,9 1 0 0 0,-1-1 0 0 0,2-1 0 0 0,-1-1 0 0 0,1 0 0 0 0,1 0 0 0 0,0-1 0 0 0,1-1 0 0 0,0 0 0 0 0,-15-24 0 0 0,-7-13 0 0 0,-81-110 0 0 0,59 89 0 0 0,2-3 0 0 0,-74-139 0 0 0,96 150 106 0 0,-125-218-5339 0 0,137 252 4051 0 0,-1 2 0 0 0,-2 0 0 0 0,0 1 0 0 0,-2 1 0 0 0,-1 1 0 0 0,-1 1-1 0 0,-34-23 1 0 0,30 29 1183 0 0,0 1-1 0 0,-1 2 1 0 0,-51-16-1 0 0,-25-12 190 0 0,66 22 69 0 0,1-3 1 0 0,-62-45-1 0 0,84 56 728 0 0,14 10-697 0 0,0 0 0 0 0,1 0 0 0 0,-1 0 0 0 0,1-1 0 0 0,-1 1 0 0 0,1-1 1 0 0,0 0-1 0 0,0 0 0 0 0,-4-6 0 0 0,9 10 449 0 0,0-1 0 0 0,1 1 1 0 0,-1-1-1 0 0,0 1 0 0 0,0 0 1 0 0,0 0-1 0 0,0 0 0 0 0,3 2 0 0 0,8 8 337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15.614"/>
    </inkml:context>
    <inkml:brush xml:id="br0">
      <inkml:brushProperty name="width" value="0.1" units="cm"/>
      <inkml:brushProperty name="height" value="0.1" units="cm"/>
      <inkml:brushProperty name="color" value="#FF0066"/>
    </inkml:brush>
  </inkml:definitions>
  <inkml:trace contextRef="#ctx0" brushRef="#br0">2263 234 460 0 0,'33'-5'11793'0'0,"-24"3"-10311"0"0,-1-1-1 0 0,0 0 0 0 0,0 0 1 0 0,9-5-1 0 0,-17 8-1481 0 0,1 0 0 0 0,-1-1 0 0 0,1 1 0 0 0,-1 0 0 0 0,1 0 0 0 0,-1-1 0 0 0,1 1 0 0 0,-1 0 0 0 0,0 0 0 0 0,1-1 0 0 0,-1 1 0 0 0,1-1 0 0 0,-1 1 0 0 0,0 0 0 0 0,1-1 0 0 0,-1 1 0 0 0,0-1 0 0 0,0 1 0 0 0,1-1 0 0 0,-1 1 0 0 0,0-1 0 0 0,0 1 0 0 0,0-1 0 0 0,0 1 0 0 0,1-1 0 0 0,-1 1 0 0 0,0-1 0 0 0,0 1 0 0 0,0-1 0 0 0,-1 0 0 0 0,1 0 0 0 0,-1 0 0 0 0,1 0 0 0 0,-1 1 0 0 0,1-1 0 0 0,-1 0 0 0 0,1 1 0 0 0,-1-1 0 0 0,0 1 0 0 0,0-1 0 0 0,1 0 0 0 0,-1 1 0 0 0,0 0 0 0 0,0-1 0 0 0,0 0 0 0 0,-5-1 0 0 0,1 0 0 0 0,-1 0 0 0 0,-11-3 0 0 0,-131-8-2125 0 0,122 12 1660 0 0,-94-4-5110 0 0,-202-12-2790 0 0,0-13 8064 0 0,227 18 362 0 0,-224-39 177 0 0,250 35-62 0 0,-1 4-1 0 0,0 3 0 0 0,-119 0 0 0 0,-255 41 808 0 0,439-32-1035 0 0,-6 1 166 0 0,1 1 0 0 0,-17 4 0 0 0,25-5-71 0 0,-1-1-1 0 0,0 1 1 0 0,1 0-1 0 0,-1 0 1 0 0,1 1-1 0 0,0-1 1 0 0,-1 1-1 0 0,1-1 1 0 0,0 1-1 0 0,0 0 1 0 0,0-1 0 0 0,0 1-1 0 0,0 0 1 0 0,0 0-1 0 0,-2 4 1 0 0,-16 33 72 0 0,15-29-1797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16.697"/>
    </inkml:context>
    <inkml:brush xml:id="br0">
      <inkml:brushProperty name="width" value="0.1" units="cm"/>
      <inkml:brushProperty name="height" value="0.1" units="cm"/>
      <inkml:brushProperty name="color" value="#FF0066"/>
    </inkml:brush>
  </inkml:definitions>
  <inkml:trace contextRef="#ctx0" brushRef="#br0">2197 21 460 0 0,'-2'-10'5536'0'0,"1"9"-5331"0"0,-13-5 5261 0 0,-22 4 980 0 0,29 2-6559 0 0,-29-2 445 0 0,1 3 0 0 0,-1 0 0 0 0,1 3 0 0 0,-46 9 0 0 0,-170 62-563 0 0,33-7-2160 0 0,77-31 119 0 0,-182 44-7707 0 0,183-53 8192 0 0,-216 39 1939 0 0,296-55-4 0 0,-80 5 0 0 0,100-15 167 0 0,0-2-1 0 0,0-1 1 0 0,-40-8 0 0 0,68 7-225 0 0,0 0 1 0 0,0-1-1 0 0,0-1 1 0 0,1 0-1 0 0,-12-6 1 0 0,21 8-124 0 0,8 2 832 0 0,3 0 2997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17.334"/>
    </inkml:context>
    <inkml:brush xml:id="br0">
      <inkml:brushProperty name="width" value="0.1" units="cm"/>
      <inkml:brushProperty name="height" value="0.1" units="cm"/>
      <inkml:brushProperty name="color" value="#FF0066"/>
    </inkml:brush>
  </inkml:definitions>
  <inkml:trace contextRef="#ctx0" brushRef="#br0">0 64 1380 0 0,'3'-6'718'0'0,"-1"1"0"0"0,1-1 1 0 0,0 1-1 0 0,0-1 0 0 0,5-5 0 0 0,-6 9 189 0 0,0-1-1 0 0,0 1 1 0 0,1 0-1 0 0,-1 0 1 0 0,1 0-1 0 0,-1 1 1 0 0,1-1-1 0 0,0 0 1 0 0,0 1-1 0 0,0 0 1 0 0,5-2-1 0 0,-7 3-838 0 0,-1-1 0 0 0,1 1 0 0 0,-1 0 0 0 0,1 0 0 0 0,-1 0 0 0 0,1 0 0 0 0,-1 0 0 0 0,1 0 0 0 0,0 0 0 0 0,-1 0 0 0 0,1 0 0 0 0,-1 0 0 0 0,1 0 0 0 0,-1 0 0 0 0,1 0 0 0 0,-1 1 0 0 0,1-1 0 0 0,-1 0 0 0 0,1 0 0 0 0,-1 1 0 0 0,1-1 0 0 0,-1 0 0 0 0,0 0 0 0 0,1 1 0 0 0,0 0 0 0 0,-1 0 25 0 0,1 0-1 0 0,0 0 1 0 0,-1 0-1 0 0,1 0 0 0 0,0 0 1 0 0,-1 0-1 0 0,1 0 1 0 0,-1 0-1 0 0,0 1 1 0 0,1 1-1 0 0,0 4 5 0 0,-1 0-1 0 0,0 1 1 0 0,0 7-1 0 0,-1-11-174 0 0,9 411-3110 0 0,51-2-7250 0 0,-23-215 9374 0 0,-31-158 1086 0 0,-2 1-1 0 0,-2-1 0 0 0,-4 42 1 0 0,-12 55 29 0 0,-5 67 49 0 0,19-187-92 0 0,-5 294 122 0 0,7-302-115 0 0,0 7 0 0 0,5 28 0 0 0,-5-40 42 0 0,-1-1-1 0 0,1 1 1 0 0,1 0-1 0 0,-1-1 0 0 0,0 0 1 0 0,1 1-1 0 0,0-1 1 0 0,0 0-1 0 0,0 0 0 0 0,0 0 1 0 0,0 0-1 0 0,1 0 1 0 0,4 4-1 0 0,-6-6-94 0 0,0 0-1 0 0,1 0 1 0 0,-1-1-1 0 0,0 1 1 0 0,1 0-1 0 0,-1-1 1 0 0,1 1-1 0 0,-1-1 1 0 0,1 1 0 0 0,0-1-1 0 0,-1 0 1 0 0,1 0-1 0 0,2 0 1 0 0,9-1 43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18.029"/>
    </inkml:context>
    <inkml:brush xml:id="br0">
      <inkml:brushProperty name="width" value="0.1" units="cm"/>
      <inkml:brushProperty name="height" value="0.1" units="cm"/>
      <inkml:brushProperty name="color" value="#FF0066"/>
    </inkml:brush>
  </inkml:definitions>
  <inkml:trace contextRef="#ctx0" brushRef="#br0">1 107 1152 0 0,'1'-31'10097'0'0,"6"-1"-3945"0"0,-6 30-6054 0 0,0-1 0 0 0,0 1 1 0 0,0 0-1 0 0,0-1 0 0 0,0 1 0 0 0,1 0 1 0 0,-1 0-1 0 0,1 0 0 0 0,-1 0 0 0 0,1 0 0 0 0,0 1 1 0 0,0-1-1 0 0,0 0 0 0 0,0 1 0 0 0,0-1 1 0 0,0 1-1 0 0,0 0 0 0 0,0-1 0 0 0,0 1 1 0 0,1 0-1 0 0,-1 1 0 0 0,5-2 0 0 0,5 0-97 0 0,-1 1-1 0 0,1 0 0 0 0,0 1 1 0 0,-1 1-1 0 0,1-1 1 0 0,0 2-1 0 0,-1 0 0 0 0,0 0 1 0 0,1 1-1 0 0,-1 1 1 0 0,0-1-1 0 0,0 2 0 0 0,12 6 1 0 0,13 10-12 0 0,-1 1 1 0 0,45 38-1 0 0,-11-9-111 0 0,219 134-6123 0 0,9-13-516 0 0,-270-157 6731 0 0,24 13 29 0 0,1-2 0 0 0,1-2 0 0 0,1-3 0 0 0,0-2 0 0 0,66 13 0 0 0,165 20-17 0 0,28 7 574 0 0,-202-35-331 0 0,290 74 1026 0 0,-395-96-1176 0 0,0 0 1 0 0,-1 0-1 0 0,0 0 1 0 0,1 1-1 0 0,-1-1 1 0 0,0 1-1 0 0,0 0 1 0 0,-1 1-1 0 0,1-1 1 0 0,-1 1 0 0 0,1 0-1 0 0,4 6 1 0 0,-9-9-13 0 0,1-1 1 0 0,-1 1 0 0 0,0-1 0 0 0,1 1 0 0 0,-1-1-1 0 0,0 1 1 0 0,0-1 0 0 0,1 1 0 0 0,-1-1 0 0 0,0 1-1 0 0,0 0 1 0 0,0-1 0 0 0,0 1 0 0 0,0-1 0 0 0,0 1-1 0 0,0-1 1 0 0,0 1 0 0 0,0 0 0 0 0,0-1-1 0 0,0 1 1 0 0,0-1 0 0 0,0 1 0 0 0,0 0 0 0 0,0-1-1 0 0,-1 2 1 0 0,0-1 41 0 0,0 0 0 0 0,1 0 0 0 0,-1 0 0 0 0,0 0 1 0 0,0 0-1 0 0,0 0 0 0 0,0-1 0 0 0,0 1 0 0 0,-1 0 0 0 0,1 0 0 0 0,-1 0 0 0 0,-4 1 437 0 0,1 0 0 0 0,-1 0 0 0 0,1 0 0 0 0,-8 1 0 0 0,-11 0-373 0 0,-2 1-1696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21.134"/>
    </inkml:context>
    <inkml:brush xml:id="br0">
      <inkml:brushProperty name="width" value="0.1" units="cm"/>
      <inkml:brushProperty name="height" value="0.1" units="cm"/>
      <inkml:brushProperty name="color" value="#FF0066"/>
    </inkml:brush>
  </inkml:definitions>
  <inkml:trace contextRef="#ctx0" brushRef="#br0">89 100 1612 0 0,'6'-23'915'0'0,"0"-1"3932"0"0,6-22 6900 0 0,-12 40-11240 0 0,-4 11-428 0 0,-6 11-126 0 0,-17 39-4393 0 0,-27 80 0 0 0,50-122 3228 0 0,1-1 0 0 0,-1 1 0 0 0,-1 18 1 0 0,4-18 1001 0 0,1 0 1 0 0,0 0-1 0 0,0 0 1 0 0,2 0-1 0 0,4 25 1 0 0,-2-24 89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21.444"/>
    </inkml:context>
    <inkml:brush xml:id="br0">
      <inkml:brushProperty name="width" value="0.1" units="cm"/>
      <inkml:brushProperty name="height" value="0.1" units="cm"/>
      <inkml:brushProperty name="color" value="#FF0066"/>
    </inkml:brush>
  </inkml:definitions>
  <inkml:trace contextRef="#ctx0" brushRef="#br0">0 204 1840 0 0,'4'-11'885'0'0,"1"-1"-1"0"0,0 1 1 0 0,1 0 0 0 0,0 1 0 0 0,9-14 0 0 0,-9 17 914 0 0,0 1 0 0 0,11-10-1 0 0,-2 2-277 0 0,2-1 3 0 0,1 1 1 0 0,24-16-1 0 0,-37 27-1461 0 0,-1 0 1 0 0,1 0 0 0 0,0 1 0 0 0,0 0 0 0 0,0 0 0 0 0,0 0 0 0 0,1 1-1 0 0,-1-1 1 0 0,0 1 0 0 0,0 1 0 0 0,1-1 0 0 0,-1 1 0 0 0,1 0 0 0 0,-1 0-1 0 0,8 1 1 0 0,-9 0-162 0 0,0 1-1 0 0,0-1 0 0 0,-1 1 1 0 0,1 0-1 0 0,0 0 0 0 0,0 0 1 0 0,-1 1-1 0 0,1-1 0 0 0,-1 1 1 0 0,0 0-1 0 0,0 0 0 0 0,0 0 1 0 0,0 0-1 0 0,-1 1 0 0 0,1-1 1 0 0,-1 1-1 0 0,0-1 0 0 0,0 1 1 0 0,0 0-1 0 0,0 0 0 0 0,-1 0 1 0 0,1 0-1 0 0,1 8 0 0 0,-2-6-370 0 0,0 0 0 0 0,0 1 0 0 0,0-1 0 0 0,-1 1 0 0 0,1-1 0 0 0,-2 1 0 0 0,1-1 0 0 0,-1 1 0 0 0,0-1 0 0 0,0 0 0 0 0,-1 1 0 0 0,1-1 0 0 0,-2 0 0 0 0,1 0 0 0 0,-4 6 0 0 0,2-5-79 0 0,-2 0 0 0 0,1-1 0 0 0,-1 0 0 0 0,1 0 0 0 0,-2 0 0 0 0,1-1 0 0 0,-1 0 0 0 0,0 0 0 0 0,0-1 0 0 0,-11 6 0 0 0,-3 0 569 0 0,0-2 0 0 0,-34 11 1 0 0,-12-6 33 0 0,13-2 23 0 0,47-8 279 0 0,9 1 387 0 0,10 3 1157 0 0,-1-3-1612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21.677"/>
    </inkml:context>
    <inkml:brush xml:id="br0">
      <inkml:brushProperty name="width" value="0.1" units="cm"/>
      <inkml:brushProperty name="height" value="0.1" units="cm"/>
      <inkml:brushProperty name="color" value="#FF0066"/>
    </inkml:brush>
  </inkml:definitions>
  <inkml:trace contextRef="#ctx0" brushRef="#br0">41 230 3456 0 0,'9'-17'3126'0'0,"1"-1"0"0"0,0 1 0 0 0,15-18 0 0 0,10-16 1359 0 0,-29 42-4681 0 0,-1-1 0 0 0,0 0-1 0 0,6-17 1 0 0,-11 25 198 0 0,1 0 0 0 0,-1 0 0 0 0,0 0 0 0 0,1 0 0 0 0,-1 0 0 0 0,0 0 0 0 0,0-1 0 0 0,0 1 0 0 0,-1 0 0 0 0,1 0-1 0 0,-1-3 1 0 0,1 4-3 0 0,0 1-1 0 0,-1 0 1 0 0,1-1-1 0 0,0 1 1 0 0,0-1-1 0 0,0 1 1 0 0,-1 0-1 0 0,1-1 0 0 0,0 1 1 0 0,0 0-1 0 0,-1 0 1 0 0,1-1-1 0 0,0 1 1 0 0,-1 0-1 0 0,1-1 0 0 0,0 1 1 0 0,-1 0-1 0 0,1 0 1 0 0,0 0-1 0 0,-1 0 1 0 0,1-1-1 0 0,-1 1 1 0 0,1 0-1 0 0,-1 0 0 0 0,0 0-13 0 0,0 0-1 0 0,0 0 1 0 0,0 0-1 0 0,0 1 1 0 0,1-1-1 0 0,-1 0 0 0 0,0 1 1 0 0,0-1-1 0 0,0 1 1 0 0,0-1-1 0 0,1 1 1 0 0,-1-1-1 0 0,0 1 1 0 0,0-1-1 0 0,-1 2 0 0 0,-8 8-753 0 0,0 1-1 0 0,1 0 0 0 0,0 0 0 0 0,1 1 1 0 0,0 0-1 0 0,0 0 0 0 0,-5 15 0 0 0,-4 11-2581 0 0,-13 48-1 0 0,18-48 2706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23.666"/>
    </inkml:context>
    <inkml:brush xml:id="br0">
      <inkml:brushProperty name="width" value="0.1" units="cm"/>
      <inkml:brushProperty name="height" value="0.1" units="cm"/>
      <inkml:brushProperty name="color" value="#FF0066"/>
    </inkml:brush>
  </inkml:definitions>
  <inkml:trace contextRef="#ctx0" brushRef="#br0">84 112 920 0 0,'15'-34'1799'0'0,"-10"25"1095"0"0,-1-2-1 0 0,0 1 0 0 0,-1 0 0 0 0,5-22 102 0 0,-8 31-2945 0 0,1 1 1 0 0,-1 0-1 0 0,0 0 1 0 0,0 0 0 0 0,0 0-1 0 0,0 0 1 0 0,0 0-1 0 0,0-1 1 0 0,0 1 0 0 0,0 0-1 0 0,0 0 1 0 0,0 0-1 0 0,0 0 1 0 0,0 0 0 0 0,0-1-1 0 0,0 1 1 0 0,0 0-1 0 0,0 0 1 0 0,-1-2 860 0 0,0 2-861 0 0,1 0 1 0 0,0 0-1 0 0,0 0 1 0 0,0 0 0 0 0,0 0-1 0 0,-1-1 1 0 0,-4 7 313 0 0,-6 13-581 0 0,-9 23-447 0 0,3 2 0 0 0,1-1 0 0 0,2 2 1 0 0,2 0-1 0 0,-9 75 0 0 0,18-84-3062 0 0,5 67-1 0 0,-1-63 2288 0 0,-2 43 0 0 0,-2-64 1333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23.944"/>
    </inkml:context>
    <inkml:brush xml:id="br0">
      <inkml:brushProperty name="width" value="0.1" units="cm"/>
      <inkml:brushProperty name="height" value="0.1" units="cm"/>
      <inkml:brushProperty name="color" value="#FF0066"/>
    </inkml:brush>
  </inkml:definitions>
  <inkml:trace contextRef="#ctx0" brushRef="#br0">23 203 488 0 0,'1'-21'5254'0'0,"-1"14"-4680"0"0,1 0-1 0 0,0 1 1 0 0,0-1-1 0 0,1 1 1 0 0,0 0-1 0 0,4-9 1 0 0,7-9 3964 0 0,-7 15-3623 0 0,0 0 1 0 0,1 0-1 0 0,0 1 0 0 0,13-13 1 0 0,-14 16-850 0 0,1 0-1 0 0,-1 1 1 0 0,1 0 0 0 0,0 0-1 0 0,0 0 1 0 0,0 1 0 0 0,0 0-1 0 0,1 0 1 0 0,-1 1 0 0 0,1 0 0 0 0,14-2-1 0 0,-3 2-65 0 0,0 0 0 0 0,0 2 0 0 0,24 1 0 0 0,-36 0 0 0 0,0 0 0 0 0,0 0 0 0 0,0 0 0 0 0,0 1 0 0 0,0 0 0 0 0,0 1 0 0 0,0-1 0 0 0,-1 1 0 0 0,1 1 0 0 0,-1-1 0 0 0,10 9 0 0 0,-13-11 0 0 0,-1 1 0 0 0,0 0 0 0 0,0 0 0 0 0,-1 0 0 0 0,1 0 0 0 0,0 0 0 0 0,-1 0 0 0 0,1 1 0 0 0,-1-1 0 0 0,0 0 0 0 0,0 1 0 0 0,0 0 0 0 0,0-1 0 0 0,0 1 0 0 0,0-1 0 0 0,-1 1 0 0 0,1 0 0 0 0,-1-1 0 0 0,0 1 0 0 0,0 0 0 0 0,0 0 0 0 0,0-1 0 0 0,0 1 0 0 0,0 0 0 0 0,-1-1 0 0 0,1 1 0 0 0,-1 0 0 0 0,0-1 0 0 0,0 1 0 0 0,-2 3 0 0 0,0 0 0 0 0,-1 0 0 0 0,0-1 0 0 0,0 1 0 0 0,0-1 0 0 0,-1 0 0 0 0,1 0 0 0 0,-1 0 0 0 0,-1-1 0 0 0,1 1 0 0 0,-1-1 0 0 0,-6 3 0 0 0,-7 4-41 0 0,0-2 1 0 0,-2 0-1 0 0,-31 9 0 0 0,-65 10-1824 0 0,40-10-2259 0 0,75-18 3915 0 0,-1 1 260 0 0,0-1-1 0 0,0 1 1 0 0,0 0 0 0 0,0 0 0 0 0,0 0 0 0 0,0 1-1 0 0,0-1 1 0 0,-5 4 0 0 0,6 0-1181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24.258"/>
    </inkml:context>
    <inkml:brush xml:id="br0">
      <inkml:brushProperty name="width" value="0.1" units="cm"/>
      <inkml:brushProperty name="height" value="0.1" units="cm"/>
      <inkml:brushProperty name="color" value="#FF0066"/>
    </inkml:brush>
  </inkml:definitions>
  <inkml:trace contextRef="#ctx0" brushRef="#br0">24 37 688 0 0,'2'-1'884'0'0,"0"-1"1"0"0,1 0-1 0 0,-1 1 0 0 0,1-1 1 0 0,-1 1-1 0 0,1 0 1 0 0,-1-1-1 0 0,1 1 1 0 0,5-1-1 0 0,29-4 5825 0 0,-12 2-5515 0 0,-12 1-916 0 0,-1 0 0 0 0,1 1 1 0 0,0 0-1 0 0,0 1 0 0 0,-1 1 0 0 0,1 0 0 0 0,19 3 0 0 0,-31-3-278 0 0,0 0 0 0 0,0 0 0 0 0,-1 0 0 0 0,1 0 0 0 0,0 1 0 0 0,0-1 0 0 0,-1 0 0 0 0,1 0 0 0 0,0 1 0 0 0,-1-1 0 0 0,1 1 0 0 0,0-1 0 0 0,-1 0 0 0 0,1 1 0 0 0,-1-1 0 0 0,1 1 0 0 0,-1 0 0 0 0,1-1 0 0 0,-1 1 0 0 0,1-1 0 0 0,-1 1 0 0 0,1 0 0 0 0,-1-1 0 0 0,1 2 0 0 0,-1-1 0 0 0,0 0 0 0 0,0 0 0 0 0,0 0 0 0 0,0 0 0 0 0,0 0 0 0 0,-1 1 0 0 0,1-1 0 0 0,0 0 0 0 0,0 0 0 0 0,-1 0 0 0 0,1 0 0 0 0,-1 0 0 0 0,1 0 0 0 0,-1 0 0 0 0,0 0 0 0 0,-3 5 0 0 0,-1 0 0 0 0,0 0 0 0 0,-9 8 0 0 0,12-12 0 0 0,-24 20 75 0 0,-53 35-1 0 0,50-38-1063 0 0,-42 36 0 0 0,70-53 1010 0 0,-1-1-1 0 0,1 0 1 0 0,0 0-1 0 0,0 1 0 0 0,0-1 1 0 0,0 0-1 0 0,0 1 1 0 0,0-1-1 0 0,0 1 1 0 0,-1 2-1 0 0,2-3-23 0 0,0-1 1 0 0,0 1-1 0 0,0-1 1 0 0,0 1-1 0 0,0-1 0 0 0,0 1 1 0 0,0-1-1 0 0,1 0 1 0 0,-1 1-1 0 0,0-1 0 0 0,0 1 1 0 0,0-1-1 0 0,0 1 1 0 0,1-1-1 0 0,-1 1 0 0 0,0-1 1 0 0,1 0-1 0 0,-1 1 1 0 0,0-1-1 0 0,1 1 0 0 0,-1-1 1 0 0,0 0-1 0 0,1 1 0 0 0,-1-1 1 0 0,0 0-1 0 0,1 0 1 0 0,-1 1-1 0 0,1-1 0 0 0,-1 0 1 0 0,1 0-1 0 0,-1 0 1 0 0,1 0-1 0 0,-1 1 0 0 0,1-1 1 0 0,-1 0-1 0 0,1 0 1 0 0,-1 0-1 0 0,1 0 0 0 0,0 0 1 0 0,11 2 389 0 0,0-1-1 0 0,0 0 1 0 0,12-1 0 0 0,-12-1-402 0 0,-1 2-1 0 0,1-1 1 0 0,13 4-1 0 0,-8 2-1099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24.927"/>
    </inkml:context>
    <inkml:brush xml:id="br0">
      <inkml:brushProperty name="width" value="0.1" units="cm"/>
      <inkml:brushProperty name="height" value="0.1" units="cm"/>
      <inkml:brushProperty name="color" value="#FF0066"/>
    </inkml:brush>
  </inkml:definitions>
  <inkml:trace contextRef="#ctx0" brushRef="#br0">241 14 3916 0 0,'-12'-13'11585'0'0,"8"14"-10770"0"0,-3 3 544 0 0,-1 1-1143 0 0,1 1 0 0 0,0 0 0 0 0,1 1 0 0 0,-1-1 0 0 0,1 1 0 0 0,0 1-1 0 0,1-1 1 0 0,0 1 0 0 0,-8 16 0 0 0,0 3-303 0 0,-16 51 0 0 0,-39 150-2589 0 0,56-179-853 0 0,2 1 0 0 0,-5 86 0 0 0,15-113 2028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25.223"/>
    </inkml:context>
    <inkml:brush xml:id="br0">
      <inkml:brushProperty name="width" value="0.1" units="cm"/>
      <inkml:brushProperty name="height" value="0.1" units="cm"/>
      <inkml:brushProperty name="color" value="#FF0066"/>
    </inkml:brush>
  </inkml:definitions>
  <inkml:trace contextRef="#ctx0" brushRef="#br0">1 252 2072 0 0,'0'-1'25'0'0,"4"-16"1099"0"0,11-24 0 0 0,-12 35-413 0 0,0 1 0 0 0,0-1 0 0 0,0 1 1 0 0,0 0-1 0 0,1 0 0 0 0,0 0 0 0 0,0 1 0 0 0,7-6 0 0 0,47-37 5637 0 0,5 6-4118 0 0,-48 32-2194 0 0,0 1 0 0 0,1 1 0 0 0,-1 1 0 0 0,2 0 0 0 0,-1 1 0 0 0,29-5 0 0 0,-40 9-228 0 0,0 0 0 0 0,1 0 1 0 0,-1 1-1 0 0,0 0 1 0 0,1 0-1 0 0,-1 1 1 0 0,0-1-1 0 0,0 1 1 0 0,1 0-1 0 0,-1 1 0 0 0,0-1 1 0 0,0 1-1 0 0,0 0 1 0 0,0 0-1 0 0,0 1 1 0 0,-1-1-1 0 0,1 1 0 0 0,-1 0 1 0 0,1 0-1 0 0,-1 1 1 0 0,0-1-1 0 0,-1 1 1 0 0,1 0-1 0 0,0 0 1 0 0,-1 0-1 0 0,0 1 0 0 0,0-1 1 0 0,0 1-1 0 0,-1-1 1 0 0,1 1-1 0 0,-1 0 1 0 0,-1 0-1 0 0,1 0 1 0 0,0 0-1 0 0,-1 1 0 0 0,1 7 1 0 0,-1-7-181 0 0,0 0 0 0 0,-1 1 0 0 0,0-1 0 0 0,0 0 0 0 0,0 1-1 0 0,-1-1 1 0 0,0 0 0 0 0,0 0 0 0 0,0 1 0 0 0,-1-1 0 0 0,0 0 0 0 0,0 0 0 0 0,-1 0 0 0 0,-3 6 0 0 0,1-5 190 0 0,0 1 1 0 0,-1-1 0 0 0,0 0-1 0 0,0-1 1 0 0,0 1-1 0 0,-1-1 1 0 0,0-1 0 0 0,0 1-1 0 0,-12 5 1 0 0,2-1 178 0 0,0-1 1 0 0,-1-1-1 0 0,0 0 1 0 0,-24 5-1 0 0,-76 13 93 0 0,-3 1-1572 0 0,99-20-101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25.674"/>
    </inkml:context>
    <inkml:brush xml:id="br0">
      <inkml:brushProperty name="width" value="0.1" units="cm"/>
      <inkml:brushProperty name="height" value="0.1" units="cm"/>
      <inkml:brushProperty name="color" value="#FF0066"/>
    </inkml:brush>
  </inkml:definitions>
  <inkml:trace contextRef="#ctx0" brushRef="#br0">195 52 3456 0 0,'2'-9'1491'0'0,"-1"6"-1030"0"0,0-1-1 0 0,0 1 1 0 0,0 0 0 0 0,0-1-1 0 0,0 1 1 0 0,1 0 0 0 0,-1 0 0 0 0,5-5-1 0 0,-4 6 43 0 0,0 1 1 0 0,1 0-1 0 0,-1 0 0 0 0,1 0 0 0 0,-1 1 0 0 0,1-1 1 0 0,-1 0-1 0 0,1 1 0 0 0,-1 0 0 0 0,1 0 0 0 0,-1 0 0 0 0,1 0 1 0 0,0 0-1 0 0,-1 0 0 0 0,1 0 0 0 0,-1 1 0 0 0,1 0 1 0 0,-1-1-1 0 0,1 1 0 0 0,3 2 0 0 0,-3-1-503 0 0,1 0 0 0 0,-1 0 0 0 0,0 0 0 0 0,0 1 0 0 0,0 0 0 0 0,0-1 0 0 0,0 1 0 0 0,0 0 0 0 0,-1 1 0 0 0,0-1 0 0 0,1 0 0 0 0,-1 1 0 0 0,-1-1 0 0 0,1 1 0 0 0,0 0 0 0 0,-1-1 0 0 0,0 1 0 0 0,0 0 0 0 0,0 0 0 0 0,0 0 0 0 0,0 0 0 0 0,-1 0 0 0 0,0 0 0 0 0,0 0 0 0 0,0 0 0 0 0,0 0 0 0 0,-1 0 0 0 0,1 0 0 0 0,-1 0 0 0 0,0 0 0 0 0,0-1 0 0 0,-1 1 0 0 0,1 0 0 0 0,-1 0 0 0 0,0-1 0 0 0,0 1 0 0 0,0-1 0 0 0,0 0 0 0 0,0 1 0 0 0,-1-1 0 0 0,-5 5 0 0 0,3-4 0 0 0,-1 0 0 0 0,-1 0 0 0 0,1-1 0 0 0,-10 4 0 0 0,10-4 0 0 0,1-1 0 0 0,-1 1 0 0 0,1 0 0 0 0,-1 0 0 0 0,1 1 0 0 0,-7 5 0 0 0,12-8 0 0 0,-1-1 0 0 0,1 1 0 0 0,-1 0 0 0 0,1-1 0 0 0,0 1 0 0 0,-1 0 0 0 0,1-1 0 0 0,0 1 0 0 0,-1 0 0 0 0,1-1 0 0 0,0 1 0 0 0,0 0 0 0 0,-1 0 0 0 0,1-1 0 0 0,0 1 0 0 0,0 0 0 0 0,0 0 0 0 0,0 0 0 0 0,0-1 0 0 0,0 1 0 0 0,0 0 0 0 0,0 0 0 0 0,1-1 0 0 0,-1 1 0 0 0,0 0 0 0 0,0 0 0 0 0,1-1 0 0 0,-1 1 0 0 0,0 0 0 0 0,1-1 0 0 0,0 2 0 0 0,2 2 0 0 0,0 0-1 0 0,0 0 1 0 0,8 7-1 0 0,-8-8 1 0 0,-1-1-1 0 0,1 1 0 0 0,-1 0 1 0 0,0 0-1 0 0,3 3 1 0 0,-5-5 0 0 0,0 1 0 0 0,1-1 0 0 0,-1 0-1 0 0,0 0 1 0 0,1 1 0 0 0,-1-1 0 0 0,0 0 0 0 0,0 1 0 0 0,0-1 0 0 0,0 1 0 0 0,-1-1 0 0 0,1 0 0 0 0,0 0-1 0 0,-1 1 1 0 0,1-1 0 0 0,0 0 0 0 0,-1 1 0 0 0,0-1 0 0 0,1 0 0 0 0,-1 0 0 0 0,0 0 0 0 0,1 0 0 0 0,-1 0-1 0 0,0 0 1 0 0,0 0 0 0 0,0 0 0 0 0,0 0 0 0 0,-1 1 0 0 0,-3 2-147 0 0,-1 0 1 0 0,1 0-1 0 0,-1 0 1 0 0,-8 4-1 0 0,-89 35-1489 0 0,79-34 1575 0 0,-38 15-752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9:03.257"/>
    </inkml:context>
    <inkml:brush xml:id="br0">
      <inkml:brushProperty name="width" value="0.1" units="cm"/>
      <inkml:brushProperty name="height" value="0.1" units="cm"/>
      <inkml:brushProperty name="color" value="#33CCFF"/>
    </inkml:brush>
  </inkml:definitions>
  <inkml:trace contextRef="#ctx0" brushRef="#br0">102 161 6553 0 0,'0'-1'16'0'0,"1"0"0"0"0,0 1 0 0 0,0-1 0 0 0,-1 0-1 0 0,1 0 1 0 0,-1 0 0 0 0,1 0 0 0 0,-1 0 0 0 0,1 0-1 0 0,-1 0 1 0 0,1 0 0 0 0,-1 0 0 0 0,0 0 0 0 0,1 0-1 0 0,-1 0 1 0 0,0 0 0 0 0,0 0 0 0 0,0-1 0 0 0,0 1 0 0 0,0 0-1 0 0,0 0 1 0 0,0 0 0 0 0,-1 0 0 0 0,1 0 0 0 0,0 0-1 0 0,0 0 1 0 0,-1 0 0 0 0,1 0 0 0 0,-2-2 0 0 0,6 5 98 0 0,17 2 219 0 0,-7 0-71 0 0,0 0-1 0 0,-1 1 0 0 0,0 0 1 0 0,0 1-1 0 0,20 13 0 0 0,-17-8 159 0 0,0-2-1 0 0,1 1 1 0 0,0-2-1 0 0,0 0 1 0 0,35 10-1 0 0,97 13 1725 0 0,-23-5-137 0 0,-35 1-258 0 0,-1 4 0 0 0,-2 3 1 0 0,-1 5-1 0 0,117 70 1 0 0,-139-66-1690 0 0,97 85 1 0 0,-20-13-65 0 0,-112-92 4 0 0,36 35 0 0 0,-51-43 0 0 0,-2 0 0 0 0,0 1 0 0 0,0 0 0 0 0,11 21 0 0 0,-17-22 0 0 0,-1 0 0 0 0,0 0 0 0 0,-1 1 0 0 0,6 27 0 0 0,-9-29 0 0 0,1 0 0 0 0,1-1 0 0 0,0 1 0 0 0,1-1 0 0 0,0 0 0 0 0,1 0 0 0 0,9 13 0 0 0,15 10 0 0 0,-20-25 0 0 0,-1 0 0 0 0,13 20 0 0 0,-20-28 0 0 0,0 1 0 0 0,0 0 0 0 0,-1 0 0 0 0,1-1 0 0 0,-1 1 0 0 0,0 0 0 0 0,0 1 0 0 0,0-1 0 0 0,0 0 0 0 0,-1 0 0 0 0,0 0 0 0 0,0 0 0 0 0,0 6 0 0 0,0-7 0 0 0,-1-1 0 0 0,1 0 0 0 0,-1 1 0 0 0,0-1 0 0 0,0 1 0 0 0,0-1 0 0 0,0 0 0 0 0,0 0 0 0 0,0 0 0 0 0,-3 4 0 0 0,3-5 0 0 0,0 0 0 0 0,0 0 0 0 0,0 0 0 0 0,0 0 0 0 0,0 0 0 0 0,0 0 0 0 0,0-1 0 0 0,0 1 0 0 0,0 0 0 0 0,0-1 0 0 0,0 1 0 0 0,-1-1 0 0 0,1 0 0 0 0,0 1 0 0 0,0-1 0 0 0,-1 0 0 0 0,1 1 0 0 0,0-1 0 0 0,0 0 0 0 0,-1 0 0 0 0,-1 0 0 0 0,-2-2-12 0 0,-1 1-1 0 0,1 0 1 0 0,-1-1-1 0 0,1 0 0 0 0,0-1 1 0 0,0 1-1 0 0,0-1 1 0 0,1 0-1 0 0,-1 0 1 0 0,0 0-1 0 0,1-1 1 0 0,0 1-1 0 0,-5-6 1 0 0,-6-8-599 0 0,-26-37 0 0 0,29 36 236 0 0,-70-110-1724 0 0,60 91 1146 0 0,-1 1-1 0 0,-41-46 0 0 0,-103-84-2869 0 0,101 105 1274 0 0,-95-116 1 0 0,45 41 465 0 0,91 111 2011 0 0,0 2 1 0 0,-2 0-1 0 0,-34-21 0 0 0,12 12 72 0 0,-1 3 0 0 0,-2 2 0 0 0,0 3 0 0 0,-65-21 0 0 0,-188-57 0 0 0,212 68 667 0 0,82 31-444 0 0,-1 1 0 0 0,-17-1 0 0 0,19 2-41 0 0,0 0 0 0 0,0-1 0 0 0,0 0 0 0 0,-11-4 0 0 0,12 3 33 0 0,5 2-152 0 0,1 0-1 0 0,0 0 1 0 0,-1-1 0 0 0,1 1-1 0 0,0-1 1 0 0,-1 1-1 0 0,1-1 1 0 0,0 0-1 0 0,0 0 1 0 0,1-1-1 0 0,-1 1 1 0 0,0-1-1 0 0,-3-4 1 0 0,6 7-63 0 0,-1 0 0 0 0,1 0 1 0 0,0 0-1 0 0,0 0 0 0 0,0 0 0 0 0,0-1 1 0 0,0 1-1 0 0,0 0 0 0 0,0 0 1 0 0,0 0-1 0 0,0 0 0 0 0,0 0 0 0 0,0-1 1 0 0,0 1-1 0 0,0 0 0 0 0,-1 0 1 0 0,1 0-1 0 0,0 0 0 0 0,0-1 0 0 0,0 1 1 0 0,0 0-1 0 0,1 0 0 0 0,-1 0 0 0 0,0 0 1 0 0,0 0-1 0 0,0-1 0 0 0,0 1 1 0 0,0 0-1 0 0,0 0 0 0 0,0 0 0 0 0,0 0 1 0 0,0 0-1 0 0,0-1 0 0 0,0 1 1 0 0,0 0-1 0 0,0 0 0 0 0,1 0 0 0 0,-1 0 1 0 0,0 0-1 0 0,0 0 0 0 0,0 0 0 0 0,0 0 1 0 0,0-1-1 0 0,1 1 0 0 0,7 1 180 0 0,9 6 104 0 0,2 6 77 0 0,-1 0 0 0 0,-1 1 0 0 0,-1 1 0 0 0,24 27 0 0 0,-39-41-338 0 0,11 11 288 0 0,2-1 0 0 0,-1 0 0 0 0,30 18-1 0 0,-28-20 39 0 0,154 87 2023 0 0,7 4 324 0 0,-30 0-791 0 0,32 19 1041 0 0,8-13-2076 0 0,-112-73-870 0 0,60 32 0 0 0,-114-53 0 0 0,0 0 0 0 0,-1 1 0 0 0,0 2 0 0 0,22 20 0 0 0,-27-20 0 0 0,-2 1 0 0 0,1 0 0 0 0,-2 0 0 0 0,0 1 0 0 0,16 35 0 0 0,-8-8 0 0 0,17 60 0 0 0,-35-100 0 0 0,2 5 0 0 0,0 0 0 0 0,-1 0 0 0 0,0 0 0 0 0,0 1 0 0 0,-1-1 0 0 0,0 19 0 0 0,-1-27 0 0 0,-1 1 0 0 0,1-1 0 0 0,-1 0 0 0 0,0 0 0 0 0,1 0 0 0 0,-1 0 0 0 0,0 0 0 0 0,0 0 0 0 0,0 0 0 0 0,0 0 0 0 0,0 0 0 0 0,0 0 0 0 0,0 0 0 0 0,0-1 0 0 0,0 1 0 0 0,0 0 0 0 0,0-1 0 0 0,0 1 0 0 0,-1-1 0 0 0,1 1 0 0 0,0-1 0 0 0,0 0 0 0 0,-1 1 0 0 0,1-1 0 0 0,0 0 0 0 0,-3 0 0 0 0,-2 1 0 0 0,-1-1 0 0 0,1 1 0 0 0,-14-2 0 0 0,20 1 0 0 0,-1 0 0 0 0,0-1 0 0 0,1 1 0 0 0,-1 0 0 0 0,0 0 0 0 0,0 0 0 0 0,1 0 0 0 0,-1-1 0 0 0,0 1 0 0 0,1 0 0 0 0,-1-1 0 0 0,1 1 0 0 0,-1 0 0 0 0,0-1 0 0 0,1 1 0 0 0,-1-1 0 0 0,0-1 0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9:09.628"/>
    </inkml:context>
    <inkml:brush xml:id="br0">
      <inkml:brushProperty name="width" value="0.1" units="cm"/>
      <inkml:brushProperty name="height" value="0.1" units="cm"/>
      <inkml:brushProperty name="color" value="#33CCFF"/>
    </inkml:brush>
  </inkml:definitions>
  <inkml:trace contextRef="#ctx0" brushRef="#br0">1 27 6553 0 0,'1'-2'3'0'0,"1"0"-1"0"0,0-1 0 0 0,0 1 0 0 0,1 0 0 0 0,-1 1 0 0 0,0-1 0 0 0,1 0 0 0 0,-1 1 0 0 0,1-1 1 0 0,0 1-1 0 0,-1 0 0 0 0,1 0 0 0 0,0 0 0 0 0,0 0 0 0 0,4-1 0 0 0,-6 2 20 0 0,1 0 1 0 0,-1-1-1 0 0,0 1 0 0 0,1 0 0 0 0,-1 0 0 0 0,1 0 0 0 0,-1 0 0 0 0,1 0 0 0 0,-1 0 0 0 0,0 1 1 0 0,1-1-1 0 0,-1 0 0 0 0,1 1 0 0 0,-1-1 0 0 0,0 1 0 0 0,1 0 0 0 0,-1-1 0 0 0,0 1 1 0 0,0 0-1 0 0,0 0 0 0 0,1 0 0 0 0,-1-1 0 0 0,0 1 0 0 0,0 0 0 0 0,0 1 0 0 0,0-1 0 0 0,-1 0 1 0 0,1 0-1 0 0,0 0 0 0 0,0 0 0 0 0,-1 1 0 0 0,2 2 0 0 0,2 7 187 0 0,0 0 0 0 0,1 1 0 0 0,0-1 0 0 0,1-1 0 0 0,0 1-1 0 0,0-1 1 0 0,1 0 0 0 0,1-1 0 0 0,0 1 0 0 0,0-2 0 0 0,1 1 0 0 0,0-1 0 0 0,13 9 0 0 0,19 10 885 0 0,1-1 0 0 0,64 27 1 0 0,97 26 2396 0 0,-159-65-2663 0 0,1-1-1 0 0,0-3 1 0 0,50 5-1 0 0,-24-9 865 0 0,94-3-1 0 0,136-27-1754 0 0,-1-18-4342 0 0,-156 21 2570 0 0,93-7-1828 0 0,46-6-237 0 0,13-10 567 0 0,-15 3 3497 0 0,-247 37 432 0 0,-22 3-380 0 0,1-1 0 0 0,-1 0 1 0 0,21-6-1 0 0,-32 7-212 0 0,-1 1 1 0 0,1 0 0 0 0,0-1 0 0 0,-1 1-1 0 0,1-1 1 0 0,-1 1 0 0 0,1-1 0 0 0,0 1-1 0 0,-1-1 1 0 0,1 1 0 0 0,-1-1 0 0 0,0 1-1 0 0,1-1 1 0 0,-1 0 0 0 0,1 1 0 0 0,-1-1-1 0 0,0 0 1 0 0,0 1 0 0 0,1-1-1 0 0,-1 0 1 0 0,0 0 0 0 0,0 1 0 0 0,0-1-1 0 0,0 0 1 0 0,0 0 0 0 0,0 1 0 0 0,0-1-1 0 0,0 0 1 0 0,0 1 0 0 0,0-2 0 0 0,-7-26 155 0 0,3 13-119 0 0,3 13-43 0 0,1 0-1 0 0,0 1 0 0 0,0-1 0 0 0,0 0 1 0 0,0 0-1 0 0,0 1 0 0 0,0-1 1 0 0,0 0-1 0 0,1-3 0 0 0,2-3 3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9:09.985"/>
    </inkml:context>
    <inkml:brush xml:id="br0">
      <inkml:brushProperty name="width" value="0.1" units="cm"/>
      <inkml:brushProperty name="height" value="0.1" units="cm"/>
      <inkml:brushProperty name="color" value="#33CCFF"/>
    </inkml:brush>
  </inkml:definitions>
  <inkml:trace contextRef="#ctx0" brushRef="#br0">183 10 6553 0 0,'0'0'15'0'0,"-5"-9"78"0"0,5 9-82 0 0,0 0 1 0 0,0 0-1 0 0,-1 0 1 0 0,1 0 0 0 0,0 0-1 0 0,0-1 1 0 0,-1 1 0 0 0,1 0-1 0 0,0 0 1 0 0,0 0-1 0 0,-1 0 1 0 0,1 0 0 0 0,0 0-1 0 0,0 0 1 0 0,-1 0-1 0 0,1 0 1 0 0,0 0 0 0 0,0 0-1 0 0,-1 0 1 0 0,1 0 0 0 0,0 0-1 0 0,0 0 1 0 0,-1 0-1 0 0,1 1 1 0 0,0-1 0 0 0,0 0-1 0 0,-1 0 1 0 0,1 0-1 0 0,0 0 1 0 0,0 0 0 0 0,0 0-1 0 0,-1 1 1 0 0,1-1 0 0 0,0 0-1 0 0,0 0 1 0 0,0 0-1 0 0,0 1 1 0 0,-1-1 0 0 0,1 0-1 0 0,0 0 1 0 0,0 1 0 0 0,0-1-1 0 0,0 0 1 0 0,0 0-1 0 0,0 1 1 0 0,0-1 0 0 0,0 0-1 0 0,0 0 1 0 0,0 1-1 0 0,-9 14 193 0 0,-2 5 226 0 0,-2 1 0 0 0,-20 25-1 0 0,29-41-318 0 0,0 0-1 0 0,0 0 1 0 0,-1-1-1 0 0,0 0 0 0 0,0 1 1 0 0,0-2-1 0 0,-1 1 1 0 0,1-1-1 0 0,-1 1 1 0 0,1-2-1 0 0,-1 1 0 0 0,0-1 1 0 0,-1 1-1 0 0,-6 0 1 0 0,12-3-102 0 0,1 1 0 0 0,-1-1 1 0 0,0 0-1 0 0,1 0 0 0 0,-1 0 1 0 0,1 0-1 0 0,-1 0 0 0 0,1 0 1 0 0,-1 0-1 0 0,1 0 0 0 0,-1-1 1 0 0,1 1-1 0 0,-1 0 0 0 0,1 0 1 0 0,-1 0-1 0 0,1 0 0 0 0,-1-1 1 0 0,1 1-1 0 0,-1 0 0 0 0,1 0 1 0 0,0-1-1 0 0,-1 1 0 0 0,1 0 1 0 0,-1-1-1 0 0,1 1 0 0 0,0-1 1 0 0,-1 1-1 0 0,1 0 0 0 0,0-1 1 0 0,-1 1-1 0 0,1-1 0 0 0,0 1 1 0 0,0-1-1 0 0,0 1 0 0 0,-1-1 1 0 0,1 1-1 0 0,0-1 0 0 0,0 1 1 0 0,0-1-1 0 0,0 1 0 0 0,0-1 1 0 0,0 1-1 0 0,0-1 0 0 0,0 0 1 0 0,0 1-1 0 0,0-1 0 0 0,0 1 1 0 0,0-1-1 0 0,0 1 0 0 0,1-1 1 0 0,-1 0-1 0 0,1-2 11 0 0,-1 1 1 0 0,1-1-1 0 0,0 0 0 0 0,0 0 1 0 0,0 1-1 0 0,0-1 0 0 0,4-4 1 0 0,3-2-50 0 0,0 1 1 0 0,0 1-1 0 0,1 0 1 0 0,0 0-1 0 0,0 0 1 0 0,1 2-1 0 0,0-1 1 0 0,0 1 0 0 0,0 0-1 0 0,17-5 1 0 0,-26 10 37 0 0,0 0 0 0 0,-1 0 0 0 0,1 0 0 0 0,-1 0 1 0 0,1-1-1 0 0,0 1 0 0 0,-1 0 0 0 0,1 0 0 0 0,0 0 1 0 0,-1 0-1 0 0,1 1 0 0 0,-1-1 0 0 0,1 0 0 0 0,0 0 1 0 0,-1 0-1 0 0,1 0 0 0 0,0 1 0 0 0,-1-1 0 0 0,1 0 1 0 0,-1 0-1 0 0,1 1 0 0 0,-1-1 0 0 0,1 0 0 0 0,-1 1 1 0 0,1-1-1 0 0,-1 1 0 0 0,1-1 0 0 0,-1 1 0 0 0,0-1 1 0 0,1 1-1 0 0,-1-1 0 0 0,1 1 0 0 0,-1-1 0 0 0,0 1 1 0 0,0-1-1 0 0,1 1 0 0 0,-1 0 0 0 0,0-1 0 0 0,0 2 1 0 0,1 3 75 0 0,0 0 0 0 0,0 0 0 0 0,-1 0 0 0 0,0 7 1 0 0,0 1 53 0 0,1-7-50 0 0,0 1 1 0 0,1-1-1 0 0,0 0 0 0 0,0 0 0 0 0,0-1 0 0 0,1 1 0 0 0,3 6 1 0 0,10 24 314 0 0,-12-19-249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9:12.300"/>
    </inkml:context>
    <inkml:brush xml:id="br0">
      <inkml:brushProperty name="width" value="0.1" units="cm"/>
      <inkml:brushProperty name="height" value="0.1" units="cm"/>
      <inkml:brushProperty name="color" value="#33CCFF"/>
    </inkml:brush>
  </inkml:definitions>
  <inkml:trace contextRef="#ctx0" brushRef="#br0">48 41 6553 0 0,'-1'-10'0'0'0,"-1"1"0"0"0,0 1 0 0 0,1 3 0 0 0,1 3 0 0 0,0 4 0 0 0,0-4 0 0 0,-2-1 0 0 0,0 1 241 0 0,1 0-241 0 0,-3 4 0 0 0,1 1 0 0 0,-1 4 777 0 0,-13 32-777 0 0,9-18 340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9:12.547"/>
    </inkml:context>
    <inkml:brush xml:id="br0">
      <inkml:brushProperty name="width" value="0.1" units="cm"/>
      <inkml:brushProperty name="height" value="0.1" units="cm"/>
      <inkml:brushProperty name="color" value="#33CCFF"/>
    </inkml:brush>
  </inkml:definitions>
  <inkml:trace contextRef="#ctx0" brushRef="#br0">11 26 6553 0 0,'-2'-8'0'0'0,"0"1"0"0"0,0 2 0 0 0,1 1 0 0 0,1 2 0 0 0,0 4 0 0 0,-2-2 0 0 0,0 5 0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9:12.781"/>
    </inkml:context>
    <inkml:brush xml:id="br0">
      <inkml:brushProperty name="width" value="0.1" units="cm"/>
      <inkml:brushProperty name="height" value="0.1" units="cm"/>
      <inkml:brushProperty name="color" value="#33CCFF"/>
    </inkml:brush>
  </inkml:definitions>
  <inkml:trace contextRef="#ctx0" brushRef="#br0">50 27 6553 0 0,'-19'-10'241'0'0,"7"3"-1"0"0,2 2 0 0 0,3 2 1 0 0,5 1-241 0 0,4 2 240 0 0,0 0-240 0 0,-2 2 0 0 0,0 0 0 0 0,3 1 0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9:14.335"/>
    </inkml:context>
    <inkml:brush xml:id="br0">
      <inkml:brushProperty name="width" value="0.1" units="cm"/>
      <inkml:brushProperty name="height" value="0.1" units="cm"/>
      <inkml:brushProperty name="color" value="#33CCFF"/>
    </inkml:brush>
  </inkml:definitions>
  <inkml:trace contextRef="#ctx0" brushRef="#br0">184 304 6553 0 0,'5'-15'0'0'0,"6"-29"0"0"0,-8 30 0 0 0,1-1 0 0 0,7-18 0 0 0,-11 32 0 0 0,0 1 0 0 0,0 0 0 0 0,0-1 0 0 0,0 1 0 0 0,1 0 0 0 0,-1-1 0 0 0,0 1 0 0 0,0 0 0 0 0,0-1 0 0 0,0 1 0 0 0,0 0 0 0 0,0-1 0 0 0,0 1 0 0 0,0 0 0 0 0,0-1 0 0 0,-1 1 0 0 0,1 0 0 0 0,0-1 0 0 0,0 1 0 0 0,0 0 0 0 0,0-1 0 0 0,0 1 0 0 0,-1 0 0 0 0,1-1 0 0 0,0 1 0 0 0,0 0 0 0 0,0 0 0 0 0,-1-1 0 0 0,1 1 0 0 0,0 0 0 0 0,0 0 0 0 0,-1-1 0 0 0,1 1 0 0 0,0 0 0 0 0,-1 0 0 0 0,1 0 0 0 0,0 0 0 0 0,-1-1 0 0 0,1 1 0 0 0,-18-4 0 0 0,12 3 0 0 0,1 0 106 0 0,-1 1 1 0 0,1-1-1 0 0,0 1 0 0 0,-9 0 0 0 0,13 0-81 0 0,-1 1 0 0 0,1-1 1 0 0,-1 0-1 0 0,1 0 0 0 0,-1 1 0 0 0,1-1 1 0 0,-1 0-1 0 0,1 1 0 0 0,-1 0 0 0 0,1-1 1 0 0,0 1-1 0 0,-1 0 0 0 0,1 0 0 0 0,0 0 1 0 0,0 0-1 0 0,0 0 0 0 0,-1 0 0 0 0,1 0 1 0 0,0 0-1 0 0,-1 2 0 0 0,2-3-24 0 0,0 0 0 0 0,0 0 0 0 0,0 1-1 0 0,0-1 1 0 0,0 0 0 0 0,0 0 0 0 0,0 0 0 0 0,0 0 0 0 0,0 0-1 0 0,0 0 1 0 0,0 0 0 0 0,0 1 0 0 0,0-1 0 0 0,0 0-1 0 0,0 0 1 0 0,0 0 0 0 0,0 0 0 0 0,0 0 0 0 0,1 0 0 0 0,-1 0-1 0 0,0 0 1 0 0,0 0 0 0 0,0 0 0 0 0,0 0 0 0 0,0 1 0 0 0,0-1-1 0 0,0 0 1 0 0,0 0 0 0 0,0 0 0 0 0,0 0 0 0 0,1 0-1 0 0,-1 0 1 0 0,0 0 0 0 0,0 0 0 0 0,0 0 0 0 0,0 0 0 0 0,0 0-1 0 0,0 0 1 0 0,0 0 0 0 0,1 0 0 0 0,-1 0 0 0 0,0 0 0 0 0,0 0-1 0 0,0 0 1 0 0,0 0 0 0 0,0 0 0 0 0,0 0 0 0 0,0 0-1 0 0,0 0 1 0 0,1 0 0 0 0,-1 0 0 0 0,0-1 0 0 0,0 1 0 0 0,0 0-1 0 0,0 0 1 0 0,0 0 0 0 0,0 0 0 0 0,0 0 0 0 0,0 0 0 0 0,0 0-1 0 0,0 0 1 0 0,1 0 0 0 0,7-4 185 0 0,-8 4-167 0 0,3 0 81 0 0,9-9 162 0 0,-11 8-244 0 0,4-2 23 0 0,-1 0 1 0 0,-1-1-1 0 0,1 1 1 0 0,0-1-1 0 0,3-5 1 0 0,-6 7-46 0 0,0 0 1 0 0,1 0 0 0 0,-1 0-1 0 0,-1 0 1 0 0,1 0 0 0 0,0 0-1 0 0,0 0 1 0 0,-1 0 0 0 0,1 0-1 0 0,-1 0 1 0 0,0 0 0 0 0,0 0-1 0 0,0-1 1 0 0,0 1 0 0 0,0 0-1 0 0,0 0 1 0 0,-1-3-1 0 0,-2-5-17 0 0,0 1-1 0 0,-1 0 0 0 0,0 0 1 0 0,-7-10-1 0 0,0-2-24 0 0,11 20 45 0 0,-1-1 0 0 0,0 1 0 0 0,0-1 0 0 0,0 1 0 0 0,0-1 0 0 0,0 1 0 0 0,0 0-1 0 0,0-1 1 0 0,0 1 0 0 0,-1 0 0 0 0,1 0 0 0 0,0 0 0 0 0,-1 0 0 0 0,1 0 0 0 0,-1 0 0 0 0,1 0 0 0 0,-2 0-1 0 0,-1 0 48 0 0,1 1-1 0 0,-1-1 0 0 0,1 1 0 0 0,-1 0 0 0 0,0 0 0 0 0,1 0 0 0 0,-6 1 0 0 0,-3 1 206 0 0,0 0 0 0 0,0 1 0 0 0,0 0 0 0 0,-18 9 0 0 0,29-12-230 0 0,0 1 1 0 0,0-1-1 0 0,0 1 0 0 0,-1-1 0 0 0,1 1 0 0 0,0 0 0 0 0,0 0 1 0 0,0-1-1 0 0,0 1 0 0 0,0 0 0 0 0,0 0 0 0 0,1 0 0 0 0,-1 0 0 0 0,0 0 1 0 0,0 0-1 0 0,1 0 0 0 0,-1 0 0 0 0,0 3 0 0 0,0-3 7 0 0,1 0-1 0 0,0 0 1 0 0,0 1-1 0 0,1-1 0 0 0,-1 0 1 0 0,0 1-1 0 0,0-1 1 0 0,1 0-1 0 0,-1 0 1 0 0,0 1-1 0 0,1-1 1 0 0,-1 0-1 0 0,1 0 0 0 0,0 0 1 0 0,-1 0-1 0 0,1 0 1 0 0,0 0-1 0 0,1 2 1 0 0,10 11 389 0 0,-2 1 0 0 0,16 25-1 0 0,-23-32-268 0 0,1 0-1 0 0,-1-1 0 0 0,0 2 1 0 0,-1-1-1 0 0,0 0 1 0 0,0 0-1 0 0,0 17 0 0 0,3 44 1489 0 0,16 83-1 0 0,-16-115-959 0 0,-2 1-1 0 0,-1-1 1 0 0,-5 63-1 0 0,0-43 152 0 0,2-47-663 0 0,1 1 0 0 0,1-1 0 0 0,0 1 0 0 0,0-1 0 0 0,1 0 0 0 0,0 1 0 0 0,6 15 0 0 0,-6-21-69 0 0,1 1 0 0 0,0-1 0 0 0,0 1 0 0 0,0-1 0 0 0,1 0 1 0 0,0 0-1 0 0,0-1 0 0 0,0 1 0 0 0,0-1 0 0 0,1 0 0 0 0,0 0 0 0 0,0 0 1 0 0,0-1-1 0 0,7 4 0 0 0,6 2 352 0 0,32 11 0 0 0,11 4 410 0 0,-58-21-813 0 0,-3-3-44 0 0,1 1 0 0 0,-1-1 1 0 0,1 0-1 0 0,-1 1 0 0 0,1-1 0 0 0,-1 1 1 0 0,1-1-1 0 0,0 0 0 0 0,-1 1 0 0 0,1-1 1 0 0,-1 0-1 0 0,1 0 0 0 0,0 1 1 0 0,-1-1-1 0 0,1 0 0 0 0,-1 0 0 0 0,1 0 1 0 0,0 0-1 0 0,-1 0 0 0 0,1 0 0 0 0,0 0 1 0 0,-1 0-1 0 0,1 0 0 0 0,0 0 0 0 0,-1 0 1 0 0,1-1-1 0 0,1 1 0 0 0,1-3 0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9:15.110"/>
    </inkml:context>
    <inkml:brush xml:id="br0">
      <inkml:brushProperty name="width" value="0.1" units="cm"/>
      <inkml:brushProperty name="height" value="0.1" units="cm"/>
      <inkml:brushProperty name="color" value="#33CCFF"/>
    </inkml:brush>
  </inkml:definitions>
  <inkml:trace contextRef="#ctx0" brushRef="#br0">221 144 6553 0 0,'14'-35'0'0'0,"-9"22"0"0"0,0 0 0 0 0,1 0 0 0 0,1 0 0 0 0,0 0 0 0 0,15-19 0 0 0,-21 31 5 0 0,0 0-1 0 0,-1 0 1 0 0,1 0-1 0 0,0 0 1 0 0,0 1-1 0 0,0-1 1 0 0,0 0-1 0 0,0 0 1 0 0,0 1-1 0 0,0-1 1 0 0,0 1-1 0 0,0-1 1 0 0,0 1-1 0 0,0 0 1 0 0,1-1-1 0 0,-1 1 1 0 0,0 0-1 0 0,0 0 1 0 0,0 0-1 0 0,0 0 1 0 0,1 0-1 0 0,-1 0 1 0 0,0 0-1 0 0,0 0 1 0 0,0 0-1 0 0,0 0 1 0 0,1 1-1 0 0,-1-1 1 0 0,2 1-1 0 0,2 2 103 0 0,-1 0 0 0 0,1 0 0 0 0,-1 0-1 0 0,0 0 1 0 0,6 7 0 0 0,13 9 334 0 0,38 8 663 0 0,-67-25-983 0 0,0 0 8 0 0,0 0-1 0 0,0 0 1 0 0,0 0-1 0 0,-8 6 1 0 0,8-3 22 0 0,1 2 1 0 0,0-1 0 0 0,0 0 0 0 0,1 1-1 0 0,0 0 1 0 0,0 0 0 0 0,1 0-1 0 0,-1 1 1 0 0,2-1 0 0 0,-1 1 0 0 0,1 0-1 0 0,0-1 1 0 0,-1 12 0 0 0,-1 13 757 0 0,1 61 1 0 0,3-90-876 0 0,12 174 2813 0 0,-2-56-1232 0 0,-9-65-485 0 0,4 38 147 0 0,-4-79-1011 0 0,1-1 1 0 0,1 1-1 0 0,1 0 1 0 0,5 15-1 0 0,-6-25-144 0 0,-1 1 0 0 0,1-1 0 0 0,1-1 0 0 0,5 9 0 0 0,-6-10-31 0 0,0 1-1 0 0,0 0 1 0 0,-1 0 0 0 0,1 0-1 0 0,-1 1 1 0 0,4 7-1 0 0,-6-11-75 0 0,0 0 0 0 0,0 0 0 0 0,0-1 0 0 0,0 1 0 0 0,0 0 0 0 0,0 0 0 0 0,0 0 0 0 0,-1 0 0 0 0,1-1 0 0 0,0 1 0 0 0,0 0 0 0 0,-1 0 0 0 0,1-1 0 0 0,0 1 0 0 0,-1 0 0 0 0,1 0 0 0 0,-1-1 0 0 0,1 1 0 0 0,-1 0 0 0 0,1-1 0 0 0,-1 1 0 0 0,1-1 0 0 0,-1 1 0 0 0,0 0 0 0 0,1-1 0 0 0,-1 0 0 0 0,0 1 0 0 0,1-1-1 0 0,-1 1 1 0 0,0-1 0 0 0,0 0 0 0 0,0 1 0 0 0,1-1 0 0 0,-1 0 0 0 0,0 0 0 0 0,-1 0 0 0 0,-6 2 249 0 0,1 0-1 0 0,-16 0 1 0 0,17-1-190 0 0,-22 0-41 0 0,-1-1 0 0 0,-39-6-1 0 0,-9 0-34 0 0,31 3 2 0 0,31 1 0 0 0,-1 1 0 0 0,1 1 0 0 0,-1 0 0 0 0,-29 5 0 0 0,38-3 0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9:15.779"/>
    </inkml:context>
    <inkml:brush xml:id="br0">
      <inkml:brushProperty name="width" value="0.1" units="cm"/>
      <inkml:brushProperty name="height" value="0.1" units="cm"/>
      <inkml:brushProperty name="color" value="#33CCFF"/>
    </inkml:brush>
  </inkml:definitions>
  <inkml:trace contextRef="#ctx0" brushRef="#br0">176 202 6553 0 0,'6'-23'0'0'0,"21"-41"0"0"0,-6 13 0 0 0,-14 34 0 0 0,-4 12 0 0 0,-1 0 0 0 0,0 0 0 0 0,0-1 0 0 0,0 1 0 0 0,-1 0 0 0 0,1-11 0 0 0,-13 37 127 0 0,-36 103 2053 0 0,-27 57 800 0 0,-33 22 44 0 0,95-178-2576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9:16.277"/>
    </inkml:context>
    <inkml:brush xml:id="br0">
      <inkml:brushProperty name="width" value="0.1" units="cm"/>
      <inkml:brushProperty name="height" value="0.1" units="cm"/>
      <inkml:brushProperty name="color" value="#33CCFF"/>
    </inkml:brush>
  </inkml:definitions>
  <inkml:trace contextRef="#ctx0" brushRef="#br0">204 128 6553 0 0,'15'-30'0'0'0,"-10"21"0"0"0,-1 0 0 0 0,0 0 0 0 0,0 0 0 0 0,-1-1 0 0 0,0 1 0 0 0,3-16 0 0 0,-6 24-1 0 0,0 1 0 0 0,0-1 1 0 0,0 0-1 0 0,0 1 0 0 0,0-1 0 0 0,0 0 0 0 0,0 1 0 0 0,0-1 0 0 0,0 0 0 0 0,0 1 0 0 0,0-1 0 0 0,0 0 0 0 0,-1 1 0 0 0,1-1 0 0 0,0 0 0 0 0,0 1 0 0 0,-1-1 0 0 0,1 1 0 0 0,0-1 0 0 0,-1 1 0 0 0,1-1 0 0 0,-1 1 0 0 0,1-1 0 0 0,-1 1 0 0 0,1-1 1 0 0,-1 0-1 0 0,0 1 4 0 0,0 0 1 0 0,0 0-1 0 0,0-1 1 0 0,0 1 0 0 0,0 0-1 0 0,0 0 1 0 0,0 0 0 0 0,0 0-1 0 0,0 0 1 0 0,0 1-1 0 0,0-1 1 0 0,0 0 0 0 0,0 0-1 0 0,0 1 1 0 0,-1 0-1 0 0,-5 2 94 0 0,0 0-1 0 0,0 1 0 0 0,-9 7 0 0 0,15-10-60 0 0,-24 18 928 0 0,-43 45 0 0 0,9-6 414 0 0,53-54-1300 0 0,-12 12 349 0 0,17-15-416 0 0,0 0-1 0 0,0 0 1 0 0,0 0 0 0 0,0 0 0 0 0,1 0 0 0 0,-1 0 0 0 0,0 0-1 0 0,1 0 1 0 0,-1 0 0 0 0,1 1 0 0 0,-1-1 0 0 0,1 0-1 0 0,-1 0 1 0 0,1 2 0 0 0,0-3 1 0 0,0 0 0 0 0,0 1-1 0 0,0-1 1 0 0,0 0 0 0 0,0 0 0 0 0,0 1-1 0 0,0-1 1 0 0,1 0 0 0 0,-1 0 0 0 0,0 0-1 0 0,0 1 1 0 0,0-1 0 0 0,0 0 0 0 0,0 0-1 0 0,1 0 1 0 0,-1 1 0 0 0,0-1 0 0 0,0 0-1 0 0,0 0 1 0 0,1 0 0 0 0,-1 0 0 0 0,0 0-1 0 0,0 1 1 0 0,1-1 0 0 0,-1 0 0 0 0,0 0-1 0 0,0 0 1 0 0,1 0 0 0 0,-1 0-1 0 0,0 0 1 0 0,0 0 0 0 0,1 0 0 0 0,-1 0-1 0 0,0 0 1 0 0,0 0 0 0 0,1 0 0 0 0,-1 0-1 0 0,13-2 304 0 0,-10 1-298 0 0,18-3 453 0 0,0-1 0 0 0,0-1 1 0 0,38-17-1 0 0,55-34-611 0 0,-114 57 136 0 0,10-6-81 0 0,0 0 0 0 0,0 0 0 0 0,-1-1 0 0 0,1-1 0 0 0,-2 1-1 0 0,11-12 1 0 0,-4 68 470 0 0,-10-38-239 0 0,0 1-1 0 0,1-1 0 0 0,0-1 1 0 0,1 1-1 0 0,0-1 0 0 0,10 10 1 0 0,54 50 865 0 0,-15-17-338 0 0,-30-25-301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9:17.669"/>
    </inkml:context>
    <inkml:brush xml:id="br0">
      <inkml:brushProperty name="width" value="0.1" units="cm"/>
      <inkml:brushProperty name="height" value="0.1" units="cm"/>
      <inkml:brushProperty name="color" value="#33CCFF"/>
    </inkml:brush>
  </inkml:definitions>
  <inkml:trace contextRef="#ctx0" brushRef="#br0">1659 1142 6553 0 0,'7'-4'60'0'0,"1"-1"-1"0"0,-1 1 1 0 0,0-2-1 0 0,0 1 1 0 0,-1-1-1 0 0,1 0 1 0 0,-1 0-1 0 0,0-1 1 0 0,-1 0-1 0 0,0 0 0 0 0,0 0 1 0 0,0 0-1 0 0,-1-1 1 0 0,0 0-1 0 0,-1 0 1 0 0,0 0-1 0 0,0 0 1 0 0,0-1-1 0 0,-1 1 1 0 0,1-16-1 0 0,2-13-111 0 0,-2 1-1 0 0,-2-1 1 0 0,-2 0-1 0 0,-6-47 1 0 0,4 71 33 0 0,-1-1 0 0 0,0 1 0 0 0,-1 0 0 0 0,0 0 0 0 0,-1 0 0 0 0,-1 1-1 0 0,0 0 1 0 0,-10-13 0 0 0,-10-9-76 0 0,-39-40-1 0 0,-81-69-119 0 0,2 3-22 0 0,125 119 195 0 0,-18-19-19 0 0,-45-36-1 0 0,70 65 61 0 0,-1 1 0 0 0,0 0 0 0 0,0 1 1 0 0,-1 1-1 0 0,-1 0 0 0 0,1 1 0 0 0,-29-9 0 0 0,16 10 215 0 0,0 2 0 0 0,1 0-1 0 0,-2 2 1 0 0,1 1 0 0 0,0 1 0 0 0,-31 4-1 0 0,-8 5 1579 0 0,-91 24 0 0 0,122-23-1205 0 0,0 2 0 0 0,1 2 1 0 0,1 1-1 0 0,0 1 0 0 0,1 2 1 0 0,1 2-1 0 0,0 1 0 0 0,2 1 1 0 0,0 1-1 0 0,2 2 0 0 0,1 1 0 0 0,1 1 1 0 0,1 2-1 0 0,1 0 0 0 0,2 1 1 0 0,-20 35-1 0 0,32-46-318 0 0,1 1 0 0 0,1-1 0 0 0,1 1 0 0 0,1 1 0 0 0,1-1 0 0 0,0 1 0 0 0,2 0 0 0 0,0 0 0 0 0,1 30 0 0 0,3-3-202 0 0,1 0 0 0 0,3-1 0 0 0,12 51 0 0 0,6-7-67 0 0,41 104 0 0 0,-49-150 0 0 0,188 456 0 0 0,-189-475 0 0 0,2 0 0 0 0,0-1 0 0 0,2-1 0 0 0,0-1 0 0 0,2 0 0 0 0,27 24 0 0 0,-1-7 0 0 0,2-2 0 0 0,52 31 0 0 0,-66-47 3 0 0,1-2 0 0 0,1-2 0 0 0,1-1 0 0 0,1-1 0 0 0,0-3 0 0 0,0-1 0 0 0,68 12 0 0 0,-75-20-30 0 0,-1-1 1 0 0,1-1-1 0 0,-1-2 1 0 0,1-1-1 0 0,-1-1 0 0 0,1-2 1 0 0,-1-1-1 0 0,0-2 1 0 0,0 0-1 0 0,50-21 1 0 0,-26 2-977 0 0,-2-1 1 0 0,0-3 0 0 0,-2-2-1 0 0,-2-3 1 0 0,49-44 0 0 0,-67 51 93 0 0,-1-3 0 0 0,-2 0 0 0 0,0-1 0 0 0,-3-2 0 0 0,31-55 0 0 0,-35 51 220 0 0,-2-1-1 0 0,-1 0 1 0 0,-3-1 0 0 0,-1-1-1 0 0,-1 0 1 0 0,7-58-1 0 0,-6-8-40 0 0,-2-142 0 0 0,-10 188 730 0 0,-12-89 0 0 0,8 126 0 0 0,-1 1 0 0 0,-2-1 0 0 0,0 1 0 0 0,-2 0 0 0 0,0 1 0 0 0,-20-38 0 0 0,17 43 0 0 0,-1 0 0 0 0,0 1 0 0 0,-1 0 0 0 0,-1 1 0 0 0,0 1 0 0 0,-1 0 0 0 0,-1 1 0 0 0,-24-16 0 0 0,14 13 0 0 0,0 1 0 0 0,0 2 0 0 0,-1 0 0 0 0,-1 2 0 0 0,-33-9 0 0 0,43 15 77 0 0,0 0 0 0 0,-1 2-1 0 0,1 0 1 0 0,-1 1 0 0 0,0 1 0 0 0,0 1-1 0 0,1 0 1 0 0,-24 4 0 0 0,0 5 491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9:45.533"/>
    </inkml:context>
    <inkml:brush xml:id="br0">
      <inkml:brushProperty name="width" value="0.1" units="cm"/>
      <inkml:brushProperty name="height" value="0.1" units="cm"/>
      <inkml:brushProperty name="color" value="#33CCFF"/>
    </inkml:brush>
  </inkml:definitions>
  <inkml:trace contextRef="#ctx0" brushRef="#br0">113 201 6553 0 0,'0'0'15'0'0,"0"0"0"0"0,0-1 0 0 0,0 1-1 0 0,0 0 1 0 0,0-1 0 0 0,0 1-1 0 0,0 0 1 0 0,0-1 0 0 0,-1 1 0 0 0,1 0-1 0 0,0 0 1 0 0,0-1 0 0 0,0 1 0 0 0,0 0-1 0 0,0-1 1 0 0,-1 1 0 0 0,1 0-1 0 0,0 0 1 0 0,0-1 0 0 0,0 1 0 0 0,-1 0-1 0 0,1 0 1 0 0,0 0 0 0 0,-1-1 0 0 0,1 1-1 0 0,-1 0 1 0 0,-13-9 245 0 0,12 8-192 0 0,-1-1 0 0 0,1 1 0 0 0,0-1 0 0 0,0 1 0 0 0,-1-1 0 0 0,1 0 0 0 0,-3-3 0 0 0,5 4-60 0 0,0 1 0 0 0,-1-1 1 0 0,1 1-1 0 0,-1 0 0 0 0,1-1 1 0 0,-1 1-1 0 0,1-1 0 0 0,-1 1 1 0 0,1 0-1 0 0,-1-1 0 0 0,1 1 0 0 0,-1 0 1 0 0,0 0-1 0 0,1 0 0 0 0,-1-1 1 0 0,0 1-1 0 0,1 0 0 0 0,-1 0 1 0 0,1 0-1 0 0,-1 0 0 0 0,0 0 0 0 0,1 0 1 0 0,-1 0-1 0 0,0 0 0 0 0,-21 4 358 0 0,7-2-218 0 0,15-2-138 0 0,-1 0 1 0 0,0 0 0 0 0,0 0 0 0 0,0-1-1 0 0,0 1 1 0 0,0 0 0 0 0,0 0-1 0 0,0-1 1 0 0,0 1 0 0 0,1-1 0 0 0,-1 1-1 0 0,0 0 1 0 0,0-1 0 0 0,1 0-1 0 0,-1 1 1 0 0,0-1 0 0 0,1 1 0 0 0,-1-1-1 0 0,0 0 1 0 0,1 1 0 0 0,-1-1-1 0 0,1 0 1 0 0,-1 0 0 0 0,1 0 0 0 0,-1 1-1 0 0,1-1 1 0 0,0 0 0 0 0,-1 0-1 0 0,1 0 1 0 0,0 0 0 0 0,0-1 0 0 0,-1 1 10 0 0,1-1 0 0 0,0 0 1 0 0,0 0-1 0 0,0 1 1 0 0,0-1-1 0 0,0 0 1 0 0,0 0-1 0 0,0 1 0 0 0,0-1 1 0 0,1 0-1 0 0,-1 1 1 0 0,1-1-1 0 0,-1 0 1 0 0,1 1-1 0 0,1-3 0 0 0,0 1 22 0 0,1 1-1 0 0,-1-1 0 0 0,1 0 0 0 0,0 1 1 0 0,0-1-1 0 0,0 1 0 0 0,0 0 0 0 0,0 0 1 0 0,0 0-1 0 0,1 0 0 0 0,-1 1 0 0 0,7-3 1 0 0,6 0 399 0 0,27-5 1 0 0,-19 4-239 0 0,58-14-396 0 0,0-1-243 0 0,105-10 1 0 0,-176 28 591 0 0,1 1 0 0 0,-1 1 0 0 0,1 0 1 0 0,-1 1-1 0 0,13 2 0 0 0,-23-3-144 0 0,-1 0-1 0 0,1 0 1 0 0,0 0-1 0 0,-1 0 1 0 0,1 1-1 0 0,-1-1 1 0 0,1 0 0 0 0,0 0-1 0 0,-1 0 1 0 0,1 1-1 0 0,-1-1 1 0 0,1 0 0 0 0,-1 1-1 0 0,1-1 1 0 0,-1 0-1 0 0,1 1 1 0 0,-1-1 0 0 0,1 0-1 0 0,-1 1 1 0 0,0-1-1 0 0,1 1 1 0 0,-1-1-1 0 0,0 1 1 0 0,1-1 0 0 0,-1 1-1 0 0,0-1 1 0 0,1 1-1 0 0,-1 0 1 0 0,0 0 0 0 0,0 0 2 0 0,0 0 0 0 0,-1 0 0 0 0,1 0 0 0 0,0 0 0 0 0,-1 0 1 0 0,1 0-1 0 0,-1 0 0 0 0,1 0 0 0 0,-1-1 0 0 0,1 1 0 0 0,-1 0 0 0 0,0 0 1 0 0,1 0-1 0 0,-1-1 0 0 0,-1 2 0 0 0,-5 4 200 0 0,0-1 0 0 0,-14 9 0 0 0,21-14-166 0 0,-160 85 2157 0 0,64-36-1109 0 0,72-37-660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9:45.748"/>
    </inkml:context>
    <inkml:brush xml:id="br0">
      <inkml:brushProperty name="width" value="0.1" units="cm"/>
      <inkml:brushProperty name="height" value="0.1" units="cm"/>
      <inkml:brushProperty name="color" value="#33CCFF"/>
    </inkml:brush>
  </inkml:definitions>
  <inkml:trace contextRef="#ctx0" brushRef="#br0">0 87 6553 0 0,'0'0'14'0'0,"1"1"0"0"0,-1-1-1 0 0,0 0 1 0 0,0 0 0 0 0,1 1-1 0 0,-1-1 1 0 0,0 0 0 0 0,1 0-1 0 0,-1 1 1 0 0,0-1 0 0 0,1 0-1 0 0,-1 0 1 0 0,0 0 0 0 0,1 1 0 0 0,-1-1-1 0 0,1 0 1 0 0,-1 0 0 0 0,0 0-1 0 0,1 0 1 0 0,-1 0 0 0 0,1 0-1 0 0,-1 0 1 0 0,0 0 0 0 0,1 0-1 0 0,-1 0 1 0 0,1 0 0 0 0,0 0-1 0 0,16-2 213 0 0,-14 2-154 0 0,89-11 2157 0 0,119-31 0 0 0,-126 23-2637 0 0,-79 18 356 0 0,77-13 161 0 0,-74 13 20 0 0,1 0-1 0 0,-1 1 1 0 0,1 0 0 0 0,-1 1 0 0 0,1 0-1 0 0,15 4 1 0 0,-23-4-109 0 0,-1-1-1 0 0,0 0 0 0 0,1 1 1 0 0,-1-1-1 0 0,0 1 0 0 0,0 0 1 0 0,1-1-1 0 0,-1 1 0 0 0,0 0 1 0 0,0 0-1 0 0,0-1 0 0 0,0 1 1 0 0,0 0-1 0 0,0 0 0 0 0,0 1 0 0 0,0-1 1 0 0,0 0-1 0 0,-1 0 0 0 0,1 0 1 0 0,0 0-1 0 0,-1 1 0 0 0,1-1 1 0 0,-1 0-1 0 0,1 1 0 0 0,-1-1 1 0 0,1 0-1 0 0,-1 1 0 0 0,0-1 1 0 0,0 0-1 0 0,0 1 0 0 0,0-1 1 0 0,0 1-1 0 0,0-1 0 0 0,-1 3 1 0 0,-3 10 22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9:58.593"/>
    </inkml:context>
    <inkml:brush xml:id="br0">
      <inkml:brushProperty name="width" value="0.1" units="cm"/>
      <inkml:brushProperty name="height" value="0.1" units="cm"/>
      <inkml:brushProperty name="color" value="#33CCFF"/>
    </inkml:brush>
  </inkml:definitions>
  <inkml:trace contextRef="#ctx0" brushRef="#br0">0 0 6553 0 0,'5'4'241'0'0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0:00.961"/>
    </inkml:context>
    <inkml:brush xml:id="br0">
      <inkml:brushProperty name="width" value="0.1" units="cm"/>
      <inkml:brushProperty name="height" value="0.1" units="cm"/>
      <inkml:brushProperty name="color" value="#33CCFF"/>
    </inkml:brush>
  </inkml:definitions>
  <inkml:trace contextRef="#ctx0" brushRef="#br0">77 199 6553 0 0,'1'-52'0'0'0,"0"22"0"0"0,-1 0 0 0 0,-4-34 0 0 0,4 62 0 0 0,-1 1-1 0 0,1-1 0 0 0,0 0 1 0 0,-1 1-1 0 0,1-1 0 0 0,-1 1 1 0 0,0-1-1 0 0,1 1 1 0 0,-1-1-1 0 0,0 1 0 0 0,-2-3 1 0 0,3 4 0 0 0,0 0 1 0 0,0 0-1 0 0,0 0 1 0 0,-1 0-1 0 0,1-1 0 0 0,0 1 1 0 0,0 0-1 0 0,0 0 1 0 0,-1 0-1 0 0,1 0 1 0 0,0 0-1 0 0,0 0 1 0 0,-1 0-1 0 0,1 0 1 0 0,0 0-1 0 0,-1-1 1 0 0,1 1-1 0 0,0 0 1 0 0,0 0-1 0 0,-1 0 1 0 0,1 1-1 0 0,0-1 1 0 0,0 0-1 0 0,-1 0 1 0 0,1 0-1 0 0,-1 0 1 0 0,-7 10 83 0 0,2 3 206 0 0,0 0 0 0 0,1 0 0 0 0,1 1 0 0 0,0 0 0 0 0,1 0 0 0 0,-2 15 0 0 0,-3 90 1469 0 0,7-90-1410 0 0,-7 236 3841 0 0,9-196-3276 0 0,0-62-805 0 0,-1 0 0 0 0,2 0 0 0 0,-1-1 0 0 0,1 1 0 0 0,0 0 0 0 0,1-1 0 0 0,5 12 0 0 0,-8-18-97 0 0,0 1 1 0 0,0-1 0 0 0,0 1 0 0 0,0-1-1 0 0,1 1 1 0 0,-1-1 0 0 0,0 1 0 0 0,0-1-1 0 0,1 1 1 0 0,-1-1 0 0 0,0 0 0 0 0,1 1 0 0 0,-1-1-1 0 0,1 1 1 0 0,-1-1 0 0 0,0 0 0 0 0,1 1-1 0 0,-1-1 1 0 0,1 0 0 0 0,-1 0 0 0 0,1 1 0 0 0,-1-1-1 0 0,1 0 1 0 0,-1 0 0 0 0,1 0 0 0 0,-1 0-1 0 0,1 0 1 0 0,-1 1 0 0 0,1-1 0 0 0,-1 0-1 0 0,1 0 1 0 0,-1 0 0 0 0,1-1 0 0 0,-1 1 0 0 0,1 0-1 0 0,-1 0 1 0 0,1 0 0 0 0,-1 0 0 0 0,1 0-1 0 0,-1 0 1 0 0,1-1 0 0 0,-1 1 0 0 0,1 0 0 0 0,-1 0-1 0 0,1-1 1 0 0,-1 1 0 0 0,1 0 0 0 0,-1-1-1 0 0,0 1 1 0 0,1-1 0 0 0,-1 1 0 0 0,0 0 0 0 0,1-1-1 0 0,-1 1 1 0 0,0-1 0 0 0,1 0 0 0 0,2-5 25 0 0,0 1 0 0 0,0-1 1 0 0,4-11-1 0 0,-4 8-293 0 0,43-125-1063 0 0,-6 15 172 0 0,-33 100 923 0 0,2 1 0 0 0,0 0 0 0 0,2 0 0 0 0,13-19 0 0 0,-10 19-33 0 0,1 1-1 0 0,0 1 1 0 0,1 0 0 0 0,21-15 0 0 0,-27 23 108 0 0,1 0-1 0 0,0 1 1 0 0,1 1-1 0 0,0 0 1 0 0,0 0 0 0 0,0 1-1 0 0,1 1 1 0 0,17-5-1 0 0,-29 9 161 0 0,1-1 0 0 0,-1 1 1 0 0,1 0-1 0 0,0 0 0 0 0,-1 0 0 0 0,1 0 0 0 0,-1 0 0 0 0,1 0 0 0 0,0 0 0 0 0,-1 0 0 0 0,1 1 1 0 0,-1-1-1 0 0,1 0 0 0 0,-1 1 0 0 0,1 0 0 0 0,2 1 0 0 0,-3-2 2 0 0,-1 1-1 0 0,1 0 1 0 0,0 0-1 0 0,0 0 1 0 0,-1-1-1 0 0,1 1 1 0 0,0 0-1 0 0,-1 0 1 0 0,1 0 0 0 0,-1 0-1 0 0,1 0 1 0 0,-1 0-1 0 0,1 0 1 0 0,-1 1-1 0 0,0-1 1 0 0,0 0-1 0 0,0 0 1 0 0,1 1-1 0 0,-1 3 55 0 0,-1 0 0 0 0,1-1-1 0 0,-1 1 1 0 0,0-1 0 0 0,0 1 0 0 0,0-1-1 0 0,0 0 1 0 0,-1 0 0 0 0,0 1-1 0 0,-2 4 1 0 0,-4 3 140 0 0,0 0 1 0 0,0-1-1 0 0,-1 0 0 0 0,-18 17 0 0 0,-47 35 846 0 0,49-42-553 0 0,-35 25 728 0 0,-72 44 0 0 0,131-90-1221 0 0,0 1 0 0 0,0 0 0 0 0,0-1 0 0 0,0 1 0 0 0,0 0 0 0 0,0 0-1 0 0,0-1 1 0 0,0 1 0 0 0,0 0 0 0 0,1 0 0 0 0,-1 0 0 0 0,0 0 0 0 0,0 2 0 0 0,3 2 113 0 0,9-1 73 0 0,401 94 4553 0 0,-389-92-4468 0 0,0 0 0 0 0,0-2 0 0 0,1-1 0 0 0,-1-1 0 0 0,1-1 0 0 0,42-4 0 0 0,-49 0-327 0 0,1-1 0 0 0,-1 0 0 0 0,0-2 0 0 0,0 0 0 0 0,-1-1 0 0 0,25-13 0 0 0,-71 45 60 0 0,8-12-7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0:09.527"/>
    </inkml:context>
    <inkml:brush xml:id="br0">
      <inkml:brushProperty name="width" value="0.1" units="cm"/>
      <inkml:brushProperty name="height" value="0.1" units="cm"/>
      <inkml:brushProperty name="color" value="#33CCFF"/>
    </inkml:brush>
  </inkml:definitions>
  <inkml:trace contextRef="#ctx0" brushRef="#br0">764 455 6553 0 0,'43'-19'821'0'0,"-42"18"-814"0"0,1 0 0 0 0,-1 1 0 0 0,0-1 0 0 0,1 0 0 0 0,-1 0 1 0 0,0 0-1 0 0,1 0 0 0 0,-1 0 0 0 0,0 0 0 0 0,0-1 0 0 0,0 1 0 0 0,0 0 1 0 0,0-1-1 0 0,0 1 0 0 0,-1 0 0 0 0,2-3 0 0 0,7-25 146 0 0,-8 25-147 0 0,12-31-37 0 0,-10 28 20 0 0,0 0 1 0 0,0 0-1 0 0,-1-1 1 0 0,2-8 0 0 0,-3 7 0 0 0,0 0 0 0 0,0 0 0 0 0,-1 0 0 0 0,0 1 1 0 0,0-1-1 0 0,-1 0 0 0 0,-1 0 0 0 0,1 0 0 0 0,-1 1 1 0 0,-1-1-1 0 0,0 1 0 0 0,0 0 0 0 0,0-1 0 0 0,-1 2 1 0 0,0-1-1 0 0,-1 0 0 0 0,0 1 0 0 0,0-1 0 0 0,0 2 0 0 0,-1-1 1 0 0,0 0-1 0 0,0 1 0 0 0,-15-10 0 0 0,4 4-37 0 0,-1 1-1 0 0,0 1 1 0 0,-1 1-1 0 0,-37-13 0 0 0,24 12 416 0 0,1 2-1 0 0,-46-6 1 0 0,58 12-38 0 0,0 1 0 0 0,0 1 0 0 0,0 0 0 0 0,0 2 0 0 0,0 0 0 0 0,0 1 0 0 0,-35 10 1 0 0,38-7-61 0 0,1-1 1 0 0,-1 2 0 0 0,2 0 0 0 0,-1 1 0 0 0,1 0 0 0 0,0 2-1 0 0,1-1 1 0 0,0 1 0 0 0,-16 17 0 0 0,6-3 360 0 0,1 0-1 0 0,2 2 1 0 0,0 0 0 0 0,-18 36-1 0 0,30-48-398 0 0,2-1 0 0 0,0 2-1 0 0,0-1 1 0 0,1 1 0 0 0,1 0-1 0 0,1 0 1 0 0,0 0 0 0 0,1 0-1 0 0,0 0 1 0 0,1 1 0 0 0,2 16-1 0 0,0-16 109 0 0,2 0 1 0 0,0 0-1 0 0,1 0 0 0 0,1 0 0 0 0,0-1 0 0 0,14 27 0 0 0,54 82 1624 0 0,-46-82-1371 0 0,-1 1-465 0 0,-2-3-119 0 0,2-1 0 0 0,39 46 0 0 0,-59-79-9 0 0,1 1 0 0 0,0-1 0 0 0,0 0 0 0 0,0-1 0 0 0,1 0 0 0 0,0 0 0 0 0,0-1 0 0 0,0 0 0 0 0,11 4 0 0 0,-5-3 0 0 0,0-2 0 0 0,-1 1 0 0 0,1-2 0 0 0,1 0 0 0 0,19 0 0 0 0,-2-2 0 0 0,0-2 0 0 0,-1-2 0 0 0,1-1 0 0 0,49-14 0 0 0,-51 11-378 0 0,-1-2 0 0 0,0 0 0 0 0,-1-2-1 0 0,0-1 1 0 0,-1-1 0 0 0,35-25 0 0 0,-52 31 143 0 0,0 0 1 0 0,-1 0-1 0 0,0-1 0 0 0,0-1 1 0 0,-1 1-1 0 0,0-1 0 0 0,11-21 0 0 0,-14 22 79 0 0,-1 0-1 0 0,-1 1 0 0 0,0-2 1 0 0,0 1-1 0 0,-1 0 0 0 0,0-1 1 0 0,0 1-1 0 0,-1-1 0 0 0,0 1 1 0 0,-1-1-1 0 0,-1-14 0 0 0,-2 6-187 0 0,0 1 0 0 0,-1 0-1 0 0,-1-1 1 0 0,0 1 0 0 0,-1 1-1 0 0,-11-21 1 0 0,-58-92-1619 0 0,59 104 1386 0 0,-27-44-1383 0 0,-2 3 0 0 0,-93-103 0 0 0,121 151 1702 0 0,-1 1 0 0 0,-21-16 1 0 0,34 29 256 0 0,0 0 0 0 0,0 1 0 0 0,-1 0 0 0 0,1 0 0 0 0,-1 0 0 0 0,0 1 0 0 0,0-1 0 0 0,0 1 0 0 0,0 1 0 0 0,0-1 0 0 0,-1 1 0 0 0,1 0 0 0 0,-10 0 0 0 0,12 2 42 0 0,0 0 0 0 0,0 0 0 0 0,0 0 0 0 0,1 0 0 0 0,-1 1-1 0 0,0-1 1 0 0,1 1 0 0 0,-1 0 0 0 0,1 0 0 0 0,0 0 0 0 0,-1 1-1 0 0,1-1 1 0 0,-4 6 0 0 0,1-4-19 0 0,-11 9 262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0:10.123"/>
    </inkml:context>
    <inkml:brush xml:id="br0">
      <inkml:brushProperty name="width" value="0.1" units="cm"/>
      <inkml:brushProperty name="height" value="0.1" units="cm"/>
      <inkml:brushProperty name="color" value="#33CCFF"/>
    </inkml:brush>
  </inkml:definitions>
  <inkml:trace contextRef="#ctx0" brushRef="#br0">24 1662 6553 0 0,'-4'-13'125'0'0,"0"0"-1"0"0,1 0 0 0 0,-4-26 1 0 0,2-41-228 0 0,5 73 124 0 0,0-33-42 0 0,2 0-1 0 0,1-1 1 0 0,2 1 0 0 0,12-48-1 0 0,-1 32-8 0 0,1-1-1 0 0,33-69 1 0 0,-26 77-7 0 0,2 0 1 0 0,60-86-1 0 0,-60 101 17 0 0,1 2 0 0 0,2 1 0 0 0,1 1 0 0 0,47-36 0 0 0,-12 19 18 0 0,2 2 0 0 0,2 4 0 0 0,106-48 0 0 0,18 11 2 0 0,4 8 0 0 0,236-51 0 0 0,-287 90 196 0 0,0 7 0 0 0,185-7 0 0 0,-130 26 3662 0 0,227 24 0 0 0,-421-18-3767 0 0,262 28 4047 0 0,-205-19-2965 0 0,0 3 1 0 0,71 24-1 0 0,-122-32-979 0 0,1 1 1 0 0,-1 0-1 0 0,0 1 1 0 0,0 0-1 0 0,-1 1 1 0 0,0 0-1 0 0,0 1 1 0 0,-1 1-1 0 0,19 19 1 0 0,-17-13-192 0 0,0 1 1 0 0,-1 0-1 0 0,-1 1 1 0 0,0 0-1 0 0,-2 1 1 0 0,9 22-1 0 0,-13-32-3 0 0,-1 0 0 0 0,9 12 0 0 0,-4-7 0 0 0,-9-14 0 0 0,0 1 0 0 0,0-1 0 0 0,1 1 0 0 0,-1-1 0 0 0,0 0 0 0 0,0 1 0 0 0,0-1 0 0 0,0 1 0 0 0,0-1 0 0 0,0 1 0 0 0,0-1 0 0 0,0 0 0 0 0,0 1 0 0 0,0-1 0 0 0,0 1 0 0 0,0-1 0 0 0,0 1 0 0 0,0-1 0 0 0,0 0 0 0 0,0 1 0 0 0,0-1 0 0 0,-1 1 0 0 0,1-1 0 0 0,0 0 0 0 0,0 1 0 0 0,0-1 0 0 0,-1 0 0 0 0,1 1 0 0 0,0-1 0 0 0,0 0 0 0 0,-1 1 0 0 0,1-1 0 0 0,0 0 0 0 0,-1 1 0 0 0,1-1 0 0 0,0 0 0 0 0,-1 0 0 0 0,1 0 0 0 0,-1 1 0 0 0,1-1 0 0 0,0 0 0 0 0,-1 0 0 0 0,1 0 0 0 0,-1 0 0 0 0,1 0 0 0 0,-1 0 0 0 0,0 0 0 0 0,-21 4 0 0 0,22-4 0 0 0,-8 0 0 0 0,0 0 0 0 0,1 0 0 0 0,-1-1 0 0 0,-13-2 0 0 0,5-3 0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0:10.430"/>
    </inkml:context>
    <inkml:brush xml:id="br0">
      <inkml:brushProperty name="width" value="0.1" units="cm"/>
      <inkml:brushProperty name="height" value="0.1" units="cm"/>
      <inkml:brushProperty name="color" value="#33CCFF"/>
    </inkml:brush>
  </inkml:definitions>
  <inkml:trace contextRef="#ctx0" brushRef="#br0">412 6 6553 0 0,'9'-2'149'0'0,"-1"1"-1"0"0,1 0 1 0 0,-1 0-1 0 0,1 1 1 0 0,-1 0-1 0 0,1 0 1 0 0,0 1-1 0 0,10 2 1 0 0,-15-2-77 0 0,1 0 0 0 0,-1 0 0 0 0,0 0-1 0 0,0 1 1 0 0,0 0 0 0 0,0 0 0 0 0,0 0 0 0 0,0 0 0 0 0,0 0 0 0 0,-1 1 0 0 0,1 0 0 0 0,-1-1 0 0 0,0 1 0 0 0,0 1 0 0 0,0-1 0 0 0,0 0-1 0 0,4 7 1 0 0,3 8 280 0 0,0 3 118 0 0,2 0-1 0 0,0-1 1 0 0,1-1 0 0 0,17 20 0 0 0,55 37 1253 0 0,-59-54-764 0 0,43 45 1 0 0,-66-64-899 0 0,0 1 0 0 0,-1 0-1 0 0,1-1 1 0 0,-1 1 0 0 0,0 0 0 0 0,0 0 0 0 0,2 4 0 0 0,-4-7-43 0 0,0 1 1 0 0,1-1-1 0 0,-1 0 1 0 0,0 1-1 0 0,0-1 1 0 0,1 0-1 0 0,-1 0 1 0 0,0 1-1 0 0,-1-1 1 0 0,1 0-1 0 0,0 1 1 0 0,0-1-1 0 0,0 0 1 0 0,-1 0-1 0 0,1 1 1 0 0,-1-1-1 0 0,1 0 1 0 0,-1 0-1 0 0,1 0 1 0 0,-1 1-1 0 0,0-1 1 0 0,1 0-1 0 0,-1 0 1 0 0,0 0-1 0 0,0 0 1 0 0,0 0-1 0 0,0 0 1 0 0,-1 1-1 0 0,-3 1 94 0 0,0-1-1 0 0,1 1 1 0 0,-1-1 0 0 0,0 0-1 0 0,0 0 1 0 0,0 0-1 0 0,-9 1 1 0 0,-41 5 800 0 0,40-6-800 0 0,-215 8 3310 0 0,61-4-1105 0 0,119-2-2133 0 0,-67 14 1 0 0,102-15-185 0 0,0 2 0 0 0,1 0 0 0 0,0 0 0 0 0,0 1 0 0 0,-25 16 0 0 0,-13 11 0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56.459"/>
    </inkml:context>
    <inkml:brush xml:id="br0">
      <inkml:brushProperty name="width" value="0.1" units="cm"/>
      <inkml:brushProperty name="height" value="0.1" units="cm"/>
      <inkml:brushProperty name="color" value="#33CCFF"/>
    </inkml:brush>
  </inkml:definitions>
  <inkml:trace contextRef="#ctx0" brushRef="#br0">709 84 6553 0 0,'9'-12'75'0'0,"0"0"-1"0"0,1 0 1 0 0,0 1-1 0 0,1 0 1 0 0,12-9-1 0 0,-19 16-118 0 0,-1 3 108 0 0,-3 2 347 0 0,-12 17-76 0 0,0-1 1 0 0,-1 0-1 0 0,-19 18 1 0 0,-56 49 1632 0 0,42-41-783 0 0,-108 112 1461 0 0,49-47-418 0 0,57-61-893 0 0,-3-2-1 0 0,-1-3 1 0 0,-84 52-1 0 0,135-93-1284 0 0,-4 1 67 0 0,0 1-1 0 0,1 0 1 0 0,-1 1 0 0 0,1-1-1 0 0,-1 1 1 0 0,-5 6-1 0 0,10-9-109 0 0,0-1-1 0 0,0 0 0 0 0,0 0 1 0 0,0 1-1 0 0,0-1 0 0 0,0 0 1 0 0,0 0-1 0 0,0 1 0 0 0,0-1 0 0 0,0 0 1 0 0,0 0-1 0 0,0 0 0 0 0,0 1 1 0 0,1-1-1 0 0,-1 0 0 0 0,0 0 1 0 0,0 1-1 0 0,0-1 0 0 0,0 0 0 0 0,0 0 1 0 0,0 0-1 0 0,1 1 0 0 0,-1-1 1 0 0,0 0-1 0 0,0 0 0 0 0,0 0 1 0 0,1 0-1 0 0,-1 0 0 0 0,0 1 1 0 0,0-1-1 0 0,0 0 0 0 0,1 0 0 0 0,-1 0 1 0 0,0 0-1 0 0,0 0 0 0 0,1 0 1 0 0,-1 0-1 0 0,0 0 0 0 0,0 0 1 0 0,1 0-1 0 0,-1 0 0 0 0,0 0 0 0 0,0 0 1 0 0,0 0-1 0 0,1 0 0 0 0,-1 0 1 0 0,0 0-1 0 0,0 0 0 0 0,1 0 0 0 0,13 0 226 0 0,21-5 159 0 0,-29 4-352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56.916"/>
    </inkml:context>
    <inkml:brush xml:id="br0">
      <inkml:brushProperty name="width" value="0.1" units="cm"/>
      <inkml:brushProperty name="height" value="0.1" units="cm"/>
      <inkml:brushProperty name="color" value="#33CCFF"/>
    </inkml:brush>
  </inkml:definitions>
  <inkml:trace contextRef="#ctx0" brushRef="#br0">59 156 6553 0 0,'0'0'0'0'0,"40"-69"0"0"0,-35 57 0 0 0,0 1 0 0 0,0-1 0 0 0,-1 1 0 0 0,3-17 0 0 0,-6 18-64 0 0,-3 8 110 0 0,-7 10 255 0 0,-9 20 284 0 0,13-18-393 0 0,0-1 1 0 0,1 1-1 0 0,1-1 1 0 0,0 1-1 0 0,0 0 1 0 0,-2 20-1 0 0,2 0 548 0 0,2 31 0 0 0,1-34-31 0 0,-6 51 0 0 0,3-64-471 0 0,-1-1-1 0 0,0 0 1 0 0,0 0-1 0 0,-1 0 1 0 0,-1-1 0 0 0,-1 0-1 0 0,1 0 1 0 0,-14 17-1 0 0,20-26-62 0 0,6-3-26 0 0,5-3 168 0 0,132-48 1890 0 0,-2 0-3128 0 0,-24 25-40 0 0,-30 8 1421 0 0,-134 27 339 0 0,-92 4-1 0 0,119-11-533 0 0,-1 0-1 0 0,-31 8 1 0 0,43-7-168 0 0,-1 0 0 0 0,1 0 1 0 0,0 1-1 0 0,0 0 0 0 0,0 1 1 0 0,0 0-1 0 0,-11 9 1 0 0,7-2 80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57.221"/>
    </inkml:context>
    <inkml:brush xml:id="br0">
      <inkml:brushProperty name="width" value="0.1" units="cm"/>
      <inkml:brushProperty name="height" value="0.1" units="cm"/>
      <inkml:brushProperty name="color" value="#33CCFF"/>
    </inkml:brush>
  </inkml:definitions>
  <inkml:trace contextRef="#ctx0" brushRef="#br0">173 49 6553 0 0,'3'-46'0'0'0,"-3"46"0"0"0,0 0 0 0 0,0 0 0 0 0,0 0 0 0 0,0 0 0 0 0,0 0 0 0 0,0-1 0 0 0,0 1 0 0 0,0 0 0 0 0,0 0 0 0 0,0 0 0 0 0,0 0 0 0 0,0 0 0 0 0,0 0 0 0 0,0 0 0 0 0,0 0 0 0 0,0-1 0 0 0,0 1 0 0 0,0 0 0 0 0,0 0 0 0 0,-1 0 0 0 0,1 0 0 0 0,0 0 0 0 0,0 0 0 0 0,0 0 0 0 0,0 0 0 0 0,0 0 0 0 0,0 0 0 0 0,0 0 0 0 0,0-1 0 0 0,0 1 0 0 0,0 0 0 0 0,-1 0 0 0 0,1 0 0 0 0,0 0 0 0 0,0 0 0 0 0,0 0 0 0 0,0 0 0 0 0,0 0 0 0 0,0 0 0 0 0,0 0 0 0 0,-1 0 0 0 0,1 0 0 0 0,-6 3 0 0 0,-6 5 0 0 0,0 5 315 0 0,0 0-1 0 0,1 0 0 0 0,0 1 0 0 0,1 0 0 0 0,1 1 1 0 0,-12 25-1 0 0,7-8 547 0 0,1 1 0 0 0,-11 45 0 0 0,13-29-491 0 0,5 2 263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59.778"/>
    </inkml:context>
    <inkml:brush xml:id="br0">
      <inkml:brushProperty name="width" value="0.1" units="cm"/>
      <inkml:brushProperty name="height" value="0.1" units="cm"/>
      <inkml:brushProperty name="color" value="#33CCFF"/>
    </inkml:brush>
  </inkml:definitions>
  <inkml:trace contextRef="#ctx0" brushRef="#br0">783 17 6553 0 0,'0'0'10'0'0,"1"0"0"0"0,-1 0 0 0 0,0 0 0 0 0,0 0 0 0 0,0 0 0 0 0,1 0 0 0 0,-1 0 0 0 0,0 0 0 0 0,0 0 0 0 0,1 0 0 0 0,-1 0 0 0 0,0-1 0 0 0,0 1 0 0 0,0 0 0 0 0,0 0 0 0 0,1 0 0 0 0,-1 0 0 0 0,0 0 0 0 0,0 0 0 0 0,0-1 0 0 0,0 1 0 0 0,0 0 0 0 0,1 0 0 0 0,-1 0 0 0 0,0-1 0 0 0,0 1 0 0 0,0 0 0 0 0,0 0 0 0 0,0 0 0 0 0,0-1 0 0 0,0 1 0 0 0,0 0 0 0 0,0 0 0 0 0,0 0 0 0 0,0-1 0 0 0,0 1 0 0 0,0 0 0 0 0,0 0 0 0 0,0-1 0 0 0,0 1 0 0 0,0 0 0 0 0,0 0 0 0 0,0 0 0 0 0,0-1 0 0 0,-12-4 343 0 0,7 3-249 0 0,0 1 0 0 0,0 1-1 0 0,0-1 1 0 0,-6 1 0 0 0,-18 5 639 0 0,1 1 0 0 0,-1 2 0 0 0,-53 22 0 0 0,33-12 78 0 0,-9 3 38 0 0,-173 67 2799 0 0,188-69-2824 0 0,2 2 0 0 0,0 1 0 0 0,-48 37 0 0 0,67-41-461 0 0,20-16-373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9:00.024"/>
    </inkml:context>
    <inkml:brush xml:id="br0">
      <inkml:brushProperty name="width" value="0.1" units="cm"/>
      <inkml:brushProperty name="height" value="0.1" units="cm"/>
      <inkml:brushProperty name="color" value="#33CCFF"/>
    </inkml:brush>
  </inkml:definitions>
  <inkml:trace contextRef="#ctx0" brushRef="#br0">53 55 6553 0 0,'-3'-5'0'0'0,"1"0"0"0"0,-1 0 0 0 0,1 1 0 0 0,-1-1 0 0 0,-1 1 0 0 0,1 0 0 0 0,-1 0 0 0 0,1 0 0 0 0,-1 0 0 0 0,-6-4 0 0 0,10 8 1 0 0,0 0 0 0 0,0 0-1 0 0,0-1 1 0 0,-1 1-1 0 0,1 0 1 0 0,0 0 0 0 0,0 0-1 0 0,-1 0 1 0 0,1-1-1 0 0,0 1 1 0 0,0 0 0 0 0,-1 0-1 0 0,1 0 1 0 0,0 0-1 0 0,-1 0 1 0 0,1 0-1 0 0,0 0 1 0 0,0 0 0 0 0,-1 0-1 0 0,1 0 1 0 0,0 0-1 0 0,-1 0 1 0 0,1 0 0 0 0,0 0-1 0 0,0 0 1 0 0,-1 0-1 0 0,1 0 1 0 0,0 1 0 0 0,-1-1-1 0 0,1 0 1 0 0,0 0-1 0 0,0 0 1 0 0,-1 0 0 0 0,1 1-1 0 0,-3 10 145 0 0,7 17 319 0 0,-4-26-406 0 0,40 151 2357 0 0,-9-46-721 0 0,-22-69-1005 0 0,-2 0 0 0 0,-1 0 0 0 0,-2 1 0 0 0,-1 0 0 0 0,-3 0 0 0 0,-1 0 0 0 0,-11 69 0 0 0,3-63-121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0:14.516"/>
    </inkml:context>
    <inkml:brush xml:id="br0">
      <inkml:brushProperty name="width" value="0.1" units="cm"/>
      <inkml:brushProperty name="height" value="0.1" units="cm"/>
      <inkml:brushProperty name="color" value="#33CCFF"/>
    </inkml:brush>
  </inkml:definitions>
  <inkml:trace contextRef="#ctx0" brushRef="#br0">45 128 6553 0 0,'-5'1'113'0'0,"3"0"-62"0"0,-1-1 0 0 0,1 1-1 0 0,0-1 1 0 0,-1 0 0 0 0,1 0-1 0 0,0 0 1 0 0,-1 0 0 0 0,1 0-1 0 0,0 0 1 0 0,-1-1 0 0 0,-3-1-1 0 0,5 2-42 0 0,0-1-1 0 0,1 0 0 0 0,-1 0 1 0 0,0 0-1 0 0,1 1 0 0 0,-1-1 0 0 0,1 0 1 0 0,-1 0-1 0 0,1 0 0 0 0,0 0 1 0 0,-1 0-1 0 0,1 0 0 0 0,0 0 1 0 0,0 0-1 0 0,0 0 0 0 0,0 0 1 0 0,-1 0-1 0 0,1 0 0 0 0,1 0 1 0 0,-1 0-1 0 0,0 0 0 0 0,0 0 1 0 0,0 0-1 0 0,0 0 0 0 0,1 0 1 0 0,-1 0-1 0 0,1 0 0 0 0,-1 0 0 0 0,0 0 1 0 0,1 0-1 0 0,-1 0 0 0 0,1 1 1 0 0,0-1-1 0 0,-1 0 0 0 0,2-1 1 0 0,0 0 18 0 0,0 0 1 0 0,-1 0-1 0 0,1 1 1 0 0,0-1 0 0 0,1 0-1 0 0,-1 1 1 0 0,0 0 0 0 0,0-1-1 0 0,1 1 1 0 0,-1 0-1 0 0,5-2 1 0 0,-4 3 19 0 0,-1 0 0 0 0,1 0 1 0 0,-1 0-1 0 0,0 0 0 0 0,1 0 1 0 0,-1 0-1 0 0,1 1 0 0 0,-1-1 0 0 0,1 1 1 0 0,-1-1-1 0 0,0 1 0 0 0,0 0 1 0 0,1 0-1 0 0,-1 0 0 0 0,0 0 0 0 0,0 1 1 0 0,0-1-1 0 0,0 1 0 0 0,0-1 0 0 0,0 1 1 0 0,-1 0-1 0 0,4 2 0 0 0,-2-1 58 0 0,0 0 0 0 0,0 0-1 0 0,0-1 1 0 0,0 0 0 0 0,1 1-1 0 0,7 2 1 0 0,-7-4-38 0 0,0 0 1 0 0,0 0-1 0 0,0 0 1 0 0,0-1-1 0 0,1 1 1 0 0,-1-1-1 0 0,0 0 1 0 0,0-1-1 0 0,0 1 1 0 0,6-2-1 0 0,7-2 319 0 0,21-7 0 0 0,-8 1 148 0 0,7 1-133 0 0,1 2 0 0 0,58-4 0 0 0,79 7 1458 0 0,24-1 439 0 0,48-22 170 0 0,3 0 479 0 0,-200 24-2105 0 0,83 7-1 0 0,49 16-321 0 0,-36-2-593 0 0,-85-14 74 0 0,73-5 0 0 0,61-14 0 0 0,46-1 0 0 0,-72 12 0 0 0,187-2 0 0 0,-94 33 0 0 0,-76-5 0 0 0,117-20 0 0 0,-141-5 0 0 0,-143 3 0 0 0,232 3 0 0 0,-1 19 0 0 0,-46 4 0 0 0,-145-22 0 0 0,86-5 0 0 0,-117-1 0 0 0,117-7 0 0 0,152 9 0 0 0,42 1 0 0 0,-299-2 0 0 0,42-1 0 0 0,38-1 0 0 0,139-20 0 0 0,-186 15 0 0 0,-44 6 0 0 0,41-9 0 0 0,-64 10 0 0 0,-1 0 0 0 0,0-1 0 0 0,1 0 0 0 0,-1 0 0 0 0,0 0 0 0 0,-1-1 0 0 0,1 0 0 0 0,0 0 0 0 0,7-6 0 0 0,-38 20 0 0 0,1-2 0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1:32.401"/>
    </inkml:context>
    <inkml:brush xml:id="br0">
      <inkml:brushProperty name="width" value="0.05" units="cm"/>
      <inkml:brushProperty name="height" value="0.05" units="cm"/>
      <inkml:brushProperty name="color" value="#FF0066"/>
    </inkml:brush>
  </inkml:definitions>
  <inkml:trace contextRef="#ctx0" brushRef="#br0">1 63 1375 0 0,'1'-4'59'0'0,"5"-10"-11"0"0,-6 14-43 0 0,0 0 0 0 0,0-1 0 0 0,1 1-1 0 0,-1 0 1 0 0,0 0 0 0 0,0-1 0 0 0,0 1 0 0 0,1 0 0 0 0,-1 0 0 0 0,0-1-1 0 0,0 1 1 0 0,1 0 0 0 0,-1 0 0 0 0,0 0 0 0 0,0-1 0 0 0,1 1 0 0 0,-1 0-1 0 0,0 0 1 0 0,1 0 0 0 0,-1 0 0 0 0,0 0 0 0 0,1 0 0 0 0,-1 0 0 0 0,0 0-1 0 0,1 0 1 0 0,-1-1 0 0 0,0 1 0 0 0,1 1 0 0 0,-1-1 0 0 0,0 0 0 0 0,1 0-1 0 0,-1 0 1 0 0,0 0 0 0 0,0 0 0 0 0,1 0 0 0 0,0 0 26 0 0,0 1 1 0 0,1-1-1 0 0,-1 0 1 0 0,0 0 0 0 0,0 0-1 0 0,0 0 1 0 0,0 0-1 0 0,1 0 1 0 0,-1 0-1 0 0,0 0 1 0 0,1-1-1 0 0,7 0 72 0 0,11 2 21 0 0,-1 2 0 0 0,1 0 0 0 0,28 8 0 0 0,26 4 105 0 0,-9-8-220 0 0,98-3 0 0 0,68-17 26 0 0,-184 10-28 0 0,152-14 123 0 0,191-6 576 0 0,13 24-183 0 0,-159 0-510 0 0,227-8-21 0 0,-375-1-27 0 0,91-6-84 0 0,-185 14 116 0 0,44 0-48 0 0,-43 0 48 0 0,0 0 0 0 0,1 1 0 0 0,-1-1 0 0 0,1 1 0 0 0,-1 0 1 0 0,0 0-1 0 0,0 0 0 0 0,1 1 0 0 0,-1-1 0 0 0,3 3 0 0 0,-5-4-20 0 0,0 1 0 0 0,-1 0 0 0 0,1 0 0 0 0,0-1 0 0 0,-1 1 0 0 0,1 0 0 0 0,-1 0 0 0 0,1 0 0 0 0,-1 0 0 0 0,0-1 0 0 0,1 1 0 0 0,-1 0 0 0 0,0 0 0 0 0,1 0 0 0 0,-1 0 0 0 0,0 0 0 0 0,0 0 0 0 0,0 0 0 0 0,0 0 0 0 0,0 0 0 0 0,0 0 0 0 0,0 0 0 0 0,0 0 0 0 0,-1 2 0 0 0,0 0-94 0 0,0 0 0 0 0,0 0 0 0 0,0 0 1 0 0,0 0-1 0 0,-1 0 0 0 0,-1 3 0 0 0,-9 10-370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1:32.558"/>
    </inkml:context>
    <inkml:brush xml:id="br0">
      <inkml:brushProperty name="width" value="0.05" units="cm"/>
      <inkml:brushProperty name="height" value="0.05" units="cm"/>
      <inkml:brushProperty name="color" value="#FF0066"/>
    </inkml:brush>
  </inkml:definitions>
  <inkml:trace contextRef="#ctx0" brushRef="#br0">375 89 5983 0 0,'-30'-19'307'0'0,"7"5"-237"0"0,1 1 0 0 0,-2 0-1 0 0,-30-11 1 0 0,45 23-279 0 0,1-1 1 0 0,-1 1 0 0 0,0 0-1 0 0,1 1 1 0 0,-1 0 0 0 0,-13 2-1 0 0,-2-1 541 0 0,16-1-230 0 0,-6 0 218 0 0,-1 0 0 0 0,1 2 0 0 0,0-1 0 0 0,-27 8-1 0 0,40-9-307 0 0,0 1-1 0 0,0-1 0 0 0,-1 0 0 0 0,1 1 0 0 0,0 0 1 0 0,0-1-1 0 0,0 1 0 0 0,0 0 0 0 0,0-1 0 0 0,0 1 1 0 0,0 0-1 0 0,0 0 0 0 0,-1 2 0 0 0,1-3-9 0 0,1 1 0 0 0,0-1 0 0 0,0 0-1 0 0,0 1 1 0 0,0-1 0 0 0,0 1 0 0 0,-1-1-1 0 0,1 1 1 0 0,0-1 0 0 0,0 1 0 0 0,0-1 0 0 0,0 1-1 0 0,0-1 1 0 0,1 1 0 0 0,-1-1 0 0 0,0 1-1 0 0,0-1 1 0 0,0 1 0 0 0,0-1 0 0 0,0 1 0 0 0,1-1-1 0 0,-1 0 1 0 0,0 1 0 0 0,1 0 0 0 0,1 1-12 0 0,0 1-1 0 0,0-1 1 0 0,1 0 0 0 0,-1 0 0 0 0,1 0 0 0 0,0 0 0 0 0,-1 0 0 0 0,1-1 0 0 0,4 2-1 0 0,15 7-293 0 0,1-1-1 0 0,0-2 0 0 0,1 0 0 0 0,32 4 0 0 0,18-1-255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33.172"/>
    </inkml:context>
    <inkml:brush xml:id="br0">
      <inkml:brushProperty name="width" value="0.1" units="cm"/>
      <inkml:brushProperty name="height" value="0.1" units="cm"/>
      <inkml:brushProperty name="color" value="#FF0066"/>
    </inkml:brush>
  </inkml:definitions>
  <inkml:trace contextRef="#ctx0" brushRef="#br0">40 1 1612 0 0,'-35'8'18167'0'0,"31"8"-18286"0"0,3 4 119 0 0,1 0 0 0 0,1 0 0 0 0,0 1 0 0 0,6 25 0 0 0,0 3 0 0 0,-4-13 0 0 0,-2-1 0 0 0,-1 0 0 0 0,-9 57 0 0 0,7-74 0 0 0,1 0 0 0 0,1 1 0 0 0,3 31 0 0 0,-3-42-6 0 0,1-1-1 0 0,-2 0 1 0 0,1 0 0 0 0,-1 0-1 0 0,-2 9 1 0 0,-1-8-185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34.225"/>
    </inkml:context>
    <inkml:brush xml:id="br0">
      <inkml:brushProperty name="width" value="0.1" units="cm"/>
      <inkml:brushProperty name="height" value="0.1" units="cm"/>
      <inkml:brushProperty name="color" value="#FF0066"/>
    </inkml:brush>
  </inkml:definitions>
  <inkml:trace contextRef="#ctx0" brushRef="#br0">1 437 1056 0 0,'84'10'10084'0'0,"1"-1"-4558"0"0,83 6-3539 0 0,170-12-8861 0 0,32-29-1784 0 0,-192 12 6101 0 0,493 2 2547 0 0,-436 13 8 0 0,618-21 49 0 0,-641 13-30 0 0,673 29 423 0 0,-736-12-403 0 0,262 11-91 0 0,-280-20 42 0 0,150-19 1 0 0,-42-16 80 0 0,77-9 335 0 0,-260 39 213 0 0,53-6-336 0 0,-37-4 3613 0 0,-69 14-3454 0 0,0-1 0 0 0,0 0 0 0 0,0-1 0 0 0,0 1 0 0 0,-1 0 0 0 0,1-1 0 0 0,0 0 0 0 0,-1 0 0 0 0,1 0 0 0 0,-1 0 0 0 0,0 0 0 0 0,1 0 0 0 0,-1 0 0 0 0,0-1 1 0 0,-1 1-1 0 0,1-1 0 0 0,0 1 0 0 0,1-4 0 0 0,-2 4-180 0 0,-1 1 1 0 0,1-1-1 0 0,-1 1 1 0 0,1-1 0 0 0,-1 0-1 0 0,0 1 1 0 0,0-1-1 0 0,0 0 1 0 0,1 1 0 0 0,-2-1-1 0 0,1 0 1 0 0,0 1-1 0 0,0-1 1 0 0,0 1 0 0 0,-1-1-1 0 0,1 0 1 0 0,-1 1 0 0 0,0-3-1 0 0,-1 2-254 0 0,1 0 0 0 0,0 0 0 0 0,0 1 1 0 0,-1-1-1 0 0,1 0 0 0 0,-1 1 0 0 0,1 0 0 0 0,-1-1 0 0 0,0 1 0 0 0,-3-3 0 0 0,-11-4-6 0 0,-1 1 0 0 0,1 0 0 0 0,-20-4 0 0 0,15 4 0 0 0,-25-11 0 0 0,4 2 0 0 0,29 11 0 0 0,0 0 0 0 0,-20-11 0 0 0,33 15-9 0 0,0 1-1 0 0,-1 0 0 0 0,1 0 0 0 0,-1 0 1 0 0,1-1-1 0 0,-1 1 0 0 0,1 0 1 0 0,0-1-1 0 0,-1 1 0 0 0,1 0 0 0 0,0-1 1 0 0,-1 1-1 0 0,1 0 0 0 0,0-1 1 0 0,-1 1-1 0 0,1-1 0 0 0,0 1 1 0 0,0 0-1 0 0,0-1 0 0 0,-1 1 0 0 0,1-1 1 0 0,0 1-1 0 0,0-1 0 0 0,0 1 1 0 0,0-1-1 0 0,0 1 0 0 0,0-2 1 0 0,0 2 9 0 0,0-1-1 0 0,1 0 1 0 0,-1 1 0 0 0,1-1 0 0 0,-1 1 0 0 0,1-1 0 0 0,-1 1 0 0 0,1-1 0 0 0,-1 1 0 0 0,1-1 0 0 0,-1 1 0 0 0,1-1 0 0 0,0 1 0 0 0,-1 0 0 0 0,2-1 0 0 0,3-1 54 0 0,0 0 1 0 0,0 0-1 0 0,-1 1 1 0 0,7-1-1 0 0,-1 1-54 0 0,-3 0 0 0 0,1 0 0 0 0,-1-1 0 0 0,0 1 0 0 0,0-1 0 0 0,10-4 0 0 0,-17 6 0 0 0,0 0 0 0 0,0 0 0 0 0,0 0 0 0 0,0 0 0 0 0,0 0 0 0 0,0-1 0 0 0,0 1 0 0 0,0 0 0 0 0,0 0 0 0 0,0 0 0 0 0,0 0 0 0 0,0 0 0 0 0,0 0 0 0 0,0 0 0 0 0,0 0 0 0 0,0 0 0 0 0,0 0 0 0 0,0 0 0 0 0,0-1 0 0 0,0 1 0 0 0,0 0 0 0 0,0 0 0 0 0,0 0 0 0 0,0 0 0 0 0,-1 0 0 0 0,1 0 0 0 0,0 0 0 0 0,0 0 0 0 0,0 0 0 0 0,0 0 0 0 0,0 0 0 0 0,0 0 0 0 0,0 0 0 0 0,0-1 0 0 0,0 1 0 0 0,0 0 0 0 0,0 0 0 0 0,0 0 0 0 0,0 0 0 0 0,-1 0 0 0 0,1 0 0 0 0,0 0 0 0 0,0 0 0 0 0,0 0 0 0 0,0 0 0 0 0,0 0 0 0 0,0 0 0 0 0,0 0 0 0 0,0 0 0 0 0,0 0 0 0 0,0 0 0 0 0,0 0 0 0 0,-1 0 0 0 0,1 0 0 0 0,0 0 0 0 0,0 0 0 0 0,0 0 0 0 0,0 0 0 0 0,0 1 0 0 0,-7-2 0 0 0,-15 5 0 0 0,18-4 0 0 0,1 0 0 0 0,0 0 0 0 0,-1 1 0 0 0,1 0 0 0 0,0-1 0 0 0,0 1 0 0 0,-1 0 0 0 0,1 1 0 0 0,0-1 0 0 0,0 1 0 0 0,0-1 0 0 0,-4 4 0 0 0,6-4 0 0 0,1 0 1 0 0,-1 0-1 0 0,0 0 0 0 0,1 0 0 0 0,-1 0 0 0 0,1 1 1 0 0,-1-1-1 0 0,1 0 0 0 0,0 0 0 0 0,0 1 1 0 0,-1-1-1 0 0,1 0 0 0 0,0 0 0 0 0,0 1 0 0 0,0-1 1 0 0,0 0-1 0 0,0 0 0 0 0,1 1 0 0 0,-1-1 0 0 0,0 0 1 0 0,0 0-1 0 0,1 2 0 0 0,13 30-31 0 0,-9-22-52 0 0,9 17-727 0 0,-9-18-230 0 0,0 1 0 0 0,0 0 0 0 0,-1 0 0 0 0,0 1 0 0 0,2 13 1 0 0,-3 3-187 0 0,-1 37 1 0 0,-6 28 5072 0 0,4-89-3822 0 0,-1-1-1 0 0,1 1 1 0 0,-1 0-1 0 0,0-1 1 0 0,0 1 0 0 0,0 0-1 0 0,-2 3 1 0 0,2-6 34 0 0,1 0 0 0 0,-1 0 0 0 0,1-1 0 0 0,0 1 0 0 0,-1 0 0 0 0,1-1 0 0 0,-1 1 0 0 0,0 0 0 0 0,1-1 0 0 0,-1 1 0 0 0,0-1 0 0 0,1 1 0 0 0,-1-1 0 0 0,0 1 0 0 0,1-1 0 0 0,-1 0 0 0 0,0 1 0 0 0,0-1 0 0 0,1 0 0 0 0,-1 0 0 0 0,0 1 0 0 0,0-1 0 0 0,0 0 0 0 0,0 0 0 0 0,1 0 0 0 0,-1 0 0 0 0,0 0 0 0 0,0 0 0 0 0,0 0 0 0 0,0 0 0 0 0,1 0 0 0 0,-1-1 0 0 0,0 1 0 0 0,0 0 0 0 0,0 0 0 0 0,-1-1 0 0 0,-1-1 189 0 0,1 1-1 0 0,-1-1 1 0 0,0 0 0 0 0,0 0-1 0 0,1 0 1 0 0,-1 0 0 0 0,1 0 0 0 0,-1 0-1 0 0,1-1 1 0 0,0 1 0 0 0,0-1-1 0 0,-3-5 1 0 0,2 3-260 0 0,1 0 0 0 0,0 0-1 0 0,0 0 1 0 0,1 0 0 0 0,-1 0 0 0 0,1 0 0 0 0,0-7-1 0 0,0-7-1041 0 0,1 0-1 0 0,1 0 1 0 0,5-28-1 0 0,-5 35 547 0 0,5-27-476 0 0,7-85-6527 0 0,-12 108 6996 0 0,-2 1 0 0 0,1 0 0 0 0,-2-1 1 0 0,0 1-1 0 0,-1 0 0 0 0,-6-17 1 0 0,9 32 517 0 0,-8-21 186 0 0,8 20-172 0 0,-1 0 0 0 0,1 0 0 0 0,-1 0 0 0 0,1 0 0 0 0,-1 1 0 0 0,0-1-1 0 0,1 0 1 0 0,-1 0 0 0 0,0 0 0 0 0,0 0 0 0 0,1 1 0 0 0,-1-1 0 0 0,0 0 0 0 0,0 1 0 0 0,0-1 0 0 0,-2 0 0 0 0,3 1-14 0 0,-1 0 0 0 0,1 0 0 0 0,-1 0 0 0 0,1 0 0 0 0,0 1 0 0 0,-1-1 0 0 0,1 0 0 0 0,-1 1 0 0 0,1-1 0 0 0,0 0 0 0 0,-1 1 0 0 0,1-1 0 0 0,0 0 0 0 0,-1 1 0 0 0,1-1 0 0 0,0 0 0 0 0,0 1 0 0 0,-1-1 0 0 0,1 1 0 0 0,0-1 0 0 0,0 1 0 0 0,0-1 0 0 0,-1 1 0 0 0,1-1 0 0 0,0 0 0 0 0,0 1 0 0 0,0-1 0 0 0,0 1 0 0 0,0-1 0 0 0,0 1 0 0 0,0-1 0 0 0,0 1 0 0 0,0-1 0 0 0,0 1 0 0 0,1 0 0 0 0,0 21-11 0 0,7 15 8 0 0,1 0 0 0 0,28 70 0 0 0,-27-79 0 0 0,7 17 0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35.620"/>
    </inkml:context>
    <inkml:brush xml:id="br0">
      <inkml:brushProperty name="width" value="0.1" units="cm"/>
      <inkml:brushProperty name="height" value="0.1" units="cm"/>
      <inkml:brushProperty name="color" value="#FF0066"/>
    </inkml:brush>
  </inkml:definitions>
  <inkml:trace contextRef="#ctx0" brushRef="#br0">28 15 300 0 0,'-17'-15'18086'0'0,"15"21"-17065"0"0,0 0-990 0 0,0 1 1 0 0,1-1 0 0 0,0 1-1 0 0,0-1 1 0 0,0 1 0 0 0,1 0 0 0 0,0 10-1 0 0,6 42 35 0 0,12 77-1140 0 0,-10-99 700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36.010"/>
    </inkml:context>
    <inkml:brush xml:id="br0">
      <inkml:brushProperty name="width" value="0.1" units="cm"/>
      <inkml:brushProperty name="height" value="0.1" units="cm"/>
      <inkml:brushProperty name="color" value="#FF0066"/>
    </inkml:brush>
  </inkml:definitions>
  <inkml:trace contextRef="#ctx0" brushRef="#br0">75 14 920 0 0,'-2'-1'982'0'0,"-17"-9"1053"0"0,18 10-2033 0 0,0-1 0 0 0,0 1 0 0 0,0-1 1 0 0,0 1-1 0 0,1 0 0 0 0,-1 0 0 0 0,0 0 0 0 0,0-1 1 0 0,0 1-1 0 0,0 0 0 0 0,0 0 0 0 0,0 0 0 0 0,-25 21 10906 0 0,22-14-9698 0 0,2-3-589 0 0,0 1-1 0 0,1-1 1 0 0,-1 1-1 0 0,1-1 1 0 0,-1 8 0 0 0,1 0-658 0 0,0 1 0 0 0,1 0 1 0 0,2 19-1 0 0,21 104 31 0 0,-21-113-6 0 0,0-1 18 0 0,4 22 0 0 0,5-3 0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36.403"/>
    </inkml:context>
    <inkml:brush xml:id="br0">
      <inkml:brushProperty name="width" value="0.1" units="cm"/>
      <inkml:brushProperty name="height" value="0.1" units="cm"/>
      <inkml:brushProperty name="color" value="#FF0066"/>
    </inkml:brush>
  </inkml:definitions>
  <inkml:trace contextRef="#ctx0" brushRef="#br0">104 0 1028 0 0,'-2'12'3063'0'0,"1"-5"-2088"0"0,-4 6 2943 0 0,-6 6 3448 0 0,6-7-7294 0 0,-3 5 3166 0 0,-2 3-3238 0 0,-2 4 0 0 0,0 5 0 0 0,0 2 0 0 0,2 4 0 0 0,-1 3 0 0 0,6-1 0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36.771"/>
    </inkml:context>
    <inkml:brush xml:id="br0">
      <inkml:brushProperty name="width" value="0.1" units="cm"/>
      <inkml:brushProperty name="height" value="0.1" units="cm"/>
      <inkml:brushProperty name="color" value="#FF0066"/>
    </inkml:brush>
  </inkml:definitions>
  <inkml:trace contextRef="#ctx0" brushRef="#br0">79 35 1612 0 0,'-34'-35'16339'0'0,"32"38"-16425"0"0,-2 5 334 0 0,0 0-1 0 0,0 1 1 0 0,0-1-1 0 0,1 1 0 0 0,0-1 1 0 0,1 1-1 0 0,-2 11 1 0 0,-5 67-671 0 0,8-72 482 0 0,-1 34-587 0 0,0 5 341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37.997"/>
    </inkml:context>
    <inkml:brush xml:id="br0">
      <inkml:brushProperty name="width" value="0.1" units="cm"/>
      <inkml:brushProperty name="height" value="0.1" units="cm"/>
      <inkml:brushProperty name="color" value="#FF0066"/>
    </inkml:brush>
  </inkml:definitions>
  <inkml:trace contextRef="#ctx0" brushRef="#br0">255 263 688 0 0,'7'-16'928'0'0,"-2"6"3020"0"0,0 0 0 0 0,10-13 0 0 0,-3 8-1510 0 0,-10 13-2350 0 0,-1 3 368 0 0,-4 9 1087 0 0,-10 20 755 0 0,10-22-2921 0 0,-11 24 623 0 0,-45 122 0 0 0,52-132 0 0 0,1 1 0 0 0,1 0 0 0 0,1 0 0 0 0,-2 46 0 0 0,7-64 0 0 0,-1-1 0 0 0,-1 1 0 0 0,1-1 0 0 0,0 0 0 0 0,-1 1 0 0 0,0-1 0 0 0,0 0 0 0 0,-2 6 0 0 0,2-10-1 0 0,1 0 1 0 0,0 0-1 0 0,0 0 0 0 0,0 0 1 0 0,0 0-1 0 0,0 0 0 0 0,0 0 1 0 0,0 1-1 0 0,0-1 0 0 0,-1 0 0 0 0,1 0 1 0 0,0 0-1 0 0,0 0 0 0 0,0 0 1 0 0,0 0-1 0 0,0 0 0 0 0,-1 0 0 0 0,1 0 1 0 0,0 0-1 0 0,0 0 0 0 0,0 0 1 0 0,0 0-1 0 0,0 0 0 0 0,0 0 0 0 0,-1 0 1 0 0,1 0-1 0 0,0 0 0 0 0,0 0 1 0 0,0 0-1 0 0,0 0 0 0 0,0 0 0 0 0,-1 0 1 0 0,1 0-1 0 0,0 0 0 0 0,0 0 1 0 0,0-1-1 0 0,0 1 0 0 0,0 0 0 0 0,0 0 1 0 0,0 0-1 0 0,-1 0 0 0 0,1 0 1 0 0,0 0-1 0 0,0 0 0 0 0,0 0 0 0 0,0-1 1 0 0,0 1-1 0 0,0 0 0 0 0,0 0 1 0 0,0 0-1 0 0,0 0 0 0 0,0 0 1 0 0,0 0-1 0 0,0-1 0 0 0,0 1 0 0 0,0 0 1 0 0,0 0-1 0 0,0 0 0 0 0,0 0 1 0 0,0-1-1 0 0,-5-11 35 0 0,4 10-25 0 0,-5-15-17 0 0,1 0 1 0 0,1-1-1 0 0,0 0 0 0 0,2 1 0 0 0,0-1 1 0 0,0-19-1 0 0,1 14-86 0 0,0-11-1443 0 0,1-1 0 0 0,1 1-1 0 0,10-53 1 0 0,-5 58-839 0 0,1 0 1 0 0,1 1-1 0 0,2 0 0 0 0,18-39 0 0 0,-25 62 2385 0 0,0 0-1 0 0,1 0 1 0 0,-1 0 0 0 0,1 1-1 0 0,0-1 1 0 0,1 1-1 0 0,-1 0 1 0 0,0 0-1 0 0,1 1 1 0 0,0-1-1 0 0,0 1 1 0 0,0 0-1 0 0,1 0 1 0 0,-1 1 0 0 0,1 0-1 0 0,-1-1 1 0 0,1 2-1 0 0,6-2 1 0 0,-3 1 227 0 0,0 0 0 0 0,0 1 0 0 0,-1 0 0 0 0,1 1 0 0 0,0 0-1 0 0,0 1 1 0 0,0-1 0 0 0,0 2 0 0 0,-1-1 0 0 0,1 1 0 0 0,13 5 0 0 0,-19-6-246 0 0,1 1-1 0 0,-1-1 1 0 0,0 1-1 0 0,0-1 0 0 0,0 1 1 0 0,0 0-1 0 0,0 0 1 0 0,0 1-1 0 0,-1-1 1 0 0,1 0-1 0 0,-1 1 1 0 0,0 0-1 0 0,1-1 0 0 0,-1 1 1 0 0,0 0-1 0 0,-1 0 1 0 0,1 0-1 0 0,0 1 1 0 0,-1-1-1 0 0,0 0 0 0 0,0 0 1 0 0,0 1-1 0 0,0-1 1 0 0,0 1-1 0 0,-1-1 1 0 0,1 1-1 0 0,-1-1 0 0 0,0 1 1 0 0,0-1-1 0 0,-1 1 1 0 0,0 4-1 0 0,0 0-217 0 0,-1 0 0 0 0,-1 0 0 0 0,1-1 0 0 0,-1 1 0 0 0,0-1 0 0 0,-1 0 0 0 0,0 0 0 0 0,0 0 0 0 0,-1 0 0 0 0,1-1 0 0 0,-1 1 0 0 0,-10 8 0 0 0,3-5 228 0 0,-1 0 0 0 0,0-1 0 0 0,0-1 0 0 0,-1 0 0 0 0,1-1 0 0 0,-2-1 0 0 0,1 0 0 0 0,-1-1 0 0 0,0 0 0 0 0,0-1 0 0 0,-21 2 0 0 0,-58 15 6 0 0,36-8 68 0 0,42-9 155 0 0,1 0 1 0 0,-26 10 0 0 0,33-10-162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42.354"/>
    </inkml:context>
    <inkml:brush xml:id="br0">
      <inkml:brushProperty name="width" value="0.1" units="cm"/>
      <inkml:brushProperty name="height" value="0.1" units="cm"/>
      <inkml:brushProperty name="color" value="#FF0066"/>
    </inkml:brush>
  </inkml:definitions>
  <inkml:trace contextRef="#ctx0" brushRef="#br0">1 187 688 0 0,'2'-5'2572'0'0,"10"-19"6737"0"0,1 1-4449 0 0,-1 0-3744 0 0,18-24-1 0 0,-13 26-1115 0 0,-10 13 0 0 0,0-2 0 0 0,10-16 0 0 0,-26 35 0 0 0,-6 10 0 0 0,5-2-3 0 0,0 0 0 0 0,2 0 1 0 0,0 1-1 0 0,0 0 0 0 0,2 1 0 0 0,1-1 0 0 0,0 1 0 0 0,1 1 0 0 0,1-1 0 0 0,1 0 1 0 0,0 1-1 0 0,2 21 0 0 0,5-11 40 0 0,0-13-37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42.944"/>
    </inkml:context>
    <inkml:brush xml:id="br0">
      <inkml:brushProperty name="width" value="0.1" units="cm"/>
      <inkml:brushProperty name="height" value="0.1" units="cm"/>
      <inkml:brushProperty name="color" value="#FF0066"/>
    </inkml:brush>
  </inkml:definitions>
  <inkml:trace contextRef="#ctx0" brushRef="#br0">118 235 1612 0 0,'15'-30'1433'0'0,"-10"19"2859"0"0,0 0 0 0 0,14-17 792 0 0,-20 34-3486 0 0,-3 9-249 0 0,-4 7-1821 0 0,0 1 0 0 0,2-1 0 0 0,1 1-1 0 0,-4 28 1 0 0,-2 13-1750 0 0,9-55 1975 0 0,-18 69-6695 0 0,16-68 6028 0 0,0 1 0 0 0,0-1 0 0 0,-1 0 0 0 0,-1 0 0 0 0,-7 10 0 0 0,8-12 1020 0 0,4-6-48 0 0,0 0 1 0 0,-1 0-1 0 0,1 0 0 0 0,0 0 0 0 0,-1 0 0 0 0,0 0 1 0 0,1 0-1 0 0,-1 0 0 0 0,0-1 0 0 0,0 1 0 0 0,0-1 1 0 0,0 0-1 0 0,-3 2 0 0 0,5-3-48 0 0,0 0 0 0 0,-1 0 0 0 0,1-1 0 0 0,0 1 0 0 0,-1 0 0 0 0,1 0 0 0 0,0-1 0 0 0,-1 1 0 0 0,1 0 0 0 0,0 0 1 0 0,0-1-1 0 0,-1 1 0 0 0,1 0 0 0 0,0-1 0 0 0,0 1 0 0 0,0 0 0 0 0,-1 0 0 0 0,1-1 0 0 0,0 1 0 0 0,0-1 0 0 0,0 1 0 0 0,0 0 0 0 0,0-1 0 0 0,0 1 0 0 0,0 0 0 0 0,0-1 0 0 0,0 1 0 0 0,0-1 0 0 0,0 1 0 0 0,0 0 1 0 0,0-1-1 0 0,0 1 0 0 0,0 0 0 0 0,0-1 0 0 0,1 0 0 0 0,0-16 740 0 0,7-18-341 0 0,2 0 0 0 0,17-44 0 0 0,-2 11-2069 0 0,24-63 686 0 0,-39 108 818 0 0,1 2-1 0 0,2 0 0 0 0,24-35 1 0 0,-30 49 200 0 0,-1 1 0 0 0,1-1 1 0 0,0 1-1 0 0,1 0 0 0 0,-1 1 1 0 0,1 0-1 0 0,0 0 0 0 0,1 0 1 0 0,-1 1-1 0 0,15-4 0 0 0,-18 6-29 0 0,1 0 0 0 0,0 0 0 0 0,-1 1-1 0 0,1 0 1 0 0,0 0 0 0 0,0 0 0 0 0,0 1-1 0 0,0 0 1 0 0,0 0 0 0 0,0 0 0 0 0,0 1-1 0 0,0 0 1 0 0,0 0 0 0 0,-1 1 0 0 0,1 0-1 0 0,0 0 1 0 0,7 4 0 0 0,-11-5-18 0 0,0 0 0 0 0,0 0 0 0 0,-1 0-1 0 0,1 0 1 0 0,0 1 0 0 0,-1-1 0 0 0,1 1 0 0 0,-1-1 0 0 0,0 1 0 0 0,0 0 0 0 0,1-1 0 0 0,-1 1 0 0 0,0 0 0 0 0,0 0 0 0 0,-1 0 0 0 0,1 0-1 0 0,0 0 1 0 0,0 2 0 0 0,-1-1 127 0 0,1 0-1 0 0,-1-1 0 0 0,0 1 0 0 0,-1 0 1 0 0,1 0-1 0 0,0 0 0 0 0,-1 0 0 0 0,0 0 0 0 0,1-1 1 0 0,-1 1-1 0 0,-2 4 0 0 0,-2 1 24 0 0,1 0-1 0 0,-1-1 0 0 0,0 0 1 0 0,0 0-1 0 0,-1 0 0 0 0,0-1 1 0 0,-11 10-1 0 0,2-5-655 0 0,-1 0 0 0 0,-1 0 1 0 0,-31 14-1 0 0,-57 17-791 0 0,57-24 1379 0 0,8-4-83 0 0,26-10 127 0 0,1 0 0 0 0,0 1 0 0 0,1 0 0 0 0,-1 1 1 0 0,-13 9-1 0 0,25-15-129 0 0,1 1 1 0 0,0-1 0 0 0,0 0 0 0 0,0 0-1 0 0,-1 0 1 0 0,1 1 0 0 0,0-1 0 0 0,0 0-1 0 0,0 0 1 0 0,0 1 0 0 0,-1-1 0 0 0,1 0-1 0 0,0 0 1 0 0,0 1 0 0 0,0-1 0 0 0,0 0-1 0 0,0 1 1 0 0,0-1 0 0 0,0 0 0 0 0,0 0-1 0 0,0 1 1 0 0,0-1 0 0 0,0 0 0 0 0,0 1-1 0 0,0-1 1 0 0,0 0 0 0 0,0 0 0 0 0,0 1-1 0 0,0-1 1 0 0,0 0 0 0 0,0 1 0 0 0,0-1-1 0 0,1 0 1 0 0,-1 0 0 0 0,0 1 0 0 0,0-1-1 0 0,0 0 1 0 0,0 0 0 0 0,1 0 0 0 0,-1 1-1 0 0,0-1 1 0 0,0 0 0 0 0,1 0 0 0 0,-1 0-1 0 0,0 1 1 0 0,0-1 0 0 0,1 0 0 0 0,-1 0-1 0 0,16 9 654 0 0,-13-8-772 0 0,11 6 10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43.273"/>
    </inkml:context>
    <inkml:brush xml:id="br0">
      <inkml:brushProperty name="width" value="0.1" units="cm"/>
      <inkml:brushProperty name="height" value="0.1" units="cm"/>
      <inkml:brushProperty name="color" value="#FF0066"/>
    </inkml:brush>
  </inkml:definitions>
  <inkml:trace contextRef="#ctx0" brushRef="#br0">0 34 1152 0 0,'2'-2'1260'0'0,"26"-16"8190"0"0,-19 15-8206 0 0,0 0 1 0 0,0 1 0 0 0,1 0-1 0 0,-1 0 1 0 0,12 1 0 0 0,-18 1-1225 0 0,1-1 1 0 0,0 1 0 0 0,0 1-1 0 0,-1-1 1 0 0,1 0 0 0 0,0 1-1 0 0,-1 0 1 0 0,1 0 0 0 0,0 0-1 0 0,-1 0 1 0 0,1 1 0 0 0,-1-1-1 0 0,0 1 1 0 0,1 0 0 0 0,5 4-1 0 0,-8-5-20 0 0,-1 0 1 0 0,1 0-1 0 0,0 0 0 0 0,0 0 1 0 0,-1 0-1 0 0,1 0 0 0 0,-1 0 1 0 0,1 0-1 0 0,-1 0 0 0 0,1 0 0 0 0,-1 0 1 0 0,0 0-1 0 0,1 1 0 0 0,-1-1 1 0 0,0 0-1 0 0,0 0 0 0 0,0 0 0 0 0,0 1 1 0 0,0-1-1 0 0,0 0 0 0 0,0 0 1 0 0,0 0-1 0 0,0 0 0 0 0,-1 1 0 0 0,1-1 1 0 0,0 0-1 0 0,-1 0 0 0 0,1 0 1 0 0,-1 0-1 0 0,0 0 0 0 0,1 0 0 0 0,-1 0 1 0 0,0 0-1 0 0,1 0 0 0 0,-1 0 1 0 0,0 0-1 0 0,0 0 0 0 0,-1 1 0 0 0,-5 4-22 0 0,0-1-1 0 0,0 1 1 0 0,0-1-1 0 0,-9 4 1 0 0,12-6-25 0 0,-12 6-473 0 0,-2 1-893 0 0,1 1 1 0 0,-23 19-1 0 0,39-29 1143 0 0,0 0 0 0 0,0 0 0 0 0,0 0-1 0 0,0-1 1 0 0,0 1 0 0 0,0 0 0 0 0,0 0-1 0 0,1 1 1 0 0,-1-1 0 0 0,1 0 0 0 0,-1 0 0 0 0,0 0-1 0 0,1 0 1 0 0,0 0 0 0 0,-1 1 0 0 0,1-1-1 0 0,-1 2 1 0 0,2-2 118 0 0,-1-1-1 0 0,0 1 1 0 0,1 0-1 0 0,-1 0 1 0 0,0-1 0 0 0,1 1-1 0 0,-1 0 1 0 0,0-1-1 0 0,1 1 1 0 0,-1 0 0 0 0,1-1-1 0 0,0 1 1 0 0,-1-1-1 0 0,1 1 1 0 0,-1-1 0 0 0,1 1-1 0 0,0-1 1 0 0,-1 0-1 0 0,1 1 1 0 0,0-1 0 0 0,-1 0-1 0 0,1 1 1 0 0,0-1-1 0 0,0 0 1 0 0,-1 0 0 0 0,1 0-1 0 0,0 0 1 0 0,1 1-1 0 0,18 1-467 0 0,0 0 0 0 0,0 0-1 0 0,39-4 1 0 0,-31 0 638 0 0,28 3 0 0 0,-22 3-126 0 0,-22-3 99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43.844"/>
    </inkml:context>
    <inkml:brush xml:id="br0">
      <inkml:brushProperty name="width" value="0.1" units="cm"/>
      <inkml:brushProperty name="height" value="0.1" units="cm"/>
      <inkml:brushProperty name="color" value="#FF0066"/>
    </inkml:brush>
  </inkml:definitions>
  <inkml:trace contextRef="#ctx0" brushRef="#br0">233 0 1612 0 0,'-1'9'18048'0'0,"-21"63"-18048"0"0,-42 116 0 0 0,32-126 0 0 0,22-46 0 0 0,2 1 0 0 0,-1 0 0 0 0,2 0 0 0 0,-7 23 0 0 0,14-40-7 0 0,0 0 0 0 0,0 0 0 0 0,0 0 0 0 0,0 0 0 0 0,0 0 1 0 0,0 0-1 0 0,0 0 0 0 0,0 1 0 0 0,0-1 0 0 0,-1 0 0 0 0,1 0 0 0 0,0 0 0 0 0,0 0 0 0 0,0 0 0 0 0,0 0 0 0 0,0 0 0 0 0,0 0 0 0 0,0 0 0 0 0,-1 0 0 0 0,1 0 0 0 0,0 0 0 0 0,0 0 1 0 0,0 0-1 0 0,0 0 0 0 0,0 0 0 0 0,-1 0 0 0 0,1 0 0 0 0,0 0 0 0 0,0 0 0 0 0,0 0 0 0 0,0 0 0 0 0,0 0 0 0 0,0 0 0 0 0,-1 0 0 0 0,1 0 0 0 0,0 0 0 0 0,0 0 0 0 0,0 0 0 0 0,0 0 1 0 0,0 0-1 0 0,0 0 0 0 0,-1 0 0 0 0,1 0 0 0 0,0-1 0 0 0,0 1 0 0 0,0 0 0 0 0,0 0 0 0 0,0 0 0 0 0,-10-9-78 0 0,-8-12 190 0 0,14 16-73 0 0,0-1 0 0 0,0 0 0 0 0,1 1 0 0 0,0-1 0 0 0,1-1 0 0 0,-1 1 0 0 0,1 0 0 0 0,0-1 0 0 0,-2-12 0 0 0,2-1-32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44.062"/>
    </inkml:context>
    <inkml:brush xml:id="br0">
      <inkml:brushProperty name="width" value="0.1" units="cm"/>
      <inkml:brushProperty name="height" value="0.1" units="cm"/>
      <inkml:brushProperty name="color" value="#FF0066"/>
    </inkml:brush>
  </inkml:definitions>
  <inkml:trace contextRef="#ctx0" brushRef="#br0">128 77 1612 0 0,'28'-22'7641'0'0,"6"3"-4232"0"0,-13 10-1416 0 0,27-8 1 0 0,-39 14-1532 0 0,0 1 0 0 0,-1 0 0 0 0,1 1 0 0 0,0 0 0 0 0,1 0 1 0 0,14 2-1 0 0,-21-1-491 0 0,-1 0 0 0 0,1 0 0 0 0,-1 1 1 0 0,1 0-1 0 0,-1-1 0 0 0,0 1 0 0 0,1 0 1 0 0,-1 0-1 0 0,0 0 0 0 0,0 1 0 0 0,0-1 1 0 0,4 3-1 0 0,-5-3 36 0 0,0 1 0 0 0,0-1 0 0 0,0 1 0 0 0,0-1 1 0 0,0 1-1 0 0,0-1 0 0 0,-1 1 0 0 0,1 0 0 0 0,0-1 0 0 0,-1 1 1 0 0,1 0-1 0 0,-1-1 0 0 0,0 1 0 0 0,0 0 0 0 0,1 0 0 0 0,-1-1 1 0 0,0 1-1 0 0,0 0 0 0 0,-1 0 0 0 0,1 2 0 0 0,-2 5-5 0 0,-1 0-1 0 0,1 0 0 0 0,-1 0 1 0 0,-1 0-1 0 0,0-1 1 0 0,0 1-1 0 0,-1-1 0 0 0,1 0 1 0 0,-10 11-1 0 0,-4 3-94 0 0,-39 37-1 0 0,41-45-457 0 0,-1 0-1 0 0,0-1 1 0 0,-27 15 0 0 0,32-22-402 0 0,0 1 0 0 0,-1-2 0 0 0,0 1-1 0 0,0-2 1 0 0,0 0 0 0 0,-19 3 0 0 0,26-6 244 0 0,0 0-1 0 0,1-1 1 0 0,-1 0-1 0 0,0 0 1 0 0,-6-1-1 0 0,-4-4 1259 0 0,16 5-553 0 0,0 0 1 0 0,0 0-1 0 0,0 0 0 0 0,0 0 1 0 0,0 0-1 0 0,0 0 0 0 0,0 0 1 0 0,0 0-1 0 0,0 0 1 0 0,-1 0-1 0 0,1 0 0 0 0,0 0 1 0 0,0 0-1 0 0,0 0 0 0 0,0 0 1 0 0,0 0-1 0 0,0 0 0 0 0,0 0 1 0 0,0 0-1 0 0,0 0 0 0 0,0 0 1 0 0,0 0-1 0 0,0 0 0 0 0,0 0 1 0 0,0 0-1 0 0,0 0 1 0 0,0 0-1 0 0,-1 0 0 0 0,1 0 1 0 0,0 0-1 0 0,0 0 0 0 0,0 1 1 0 0,0-1-1 0 0,0 0 0 0 0,0 0 1 0 0,0 0-1 0 0,0 0 0 0 0,0 0 1 0 0,0 0-1 0 0,0 0 0 0 0,0 0 1 0 0,0 0-1 0 0,0 0 1 0 0,0 0-1 0 0,0 0 0 0 0,0 0 1 0 0,0 0-1 0 0,0 1 0 0 0,0-1 1 0 0,0 0-1 0 0,0 0 0 0 0,0 0 1 0 0,0 0-1 0 0,0 0 6 0 0,0-1-78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45.988"/>
    </inkml:context>
    <inkml:brush xml:id="br0">
      <inkml:brushProperty name="width" value="0.1" units="cm"/>
      <inkml:brushProperty name="height" value="0.1" units="cm"/>
      <inkml:brushProperty name="color" value="#FF0066"/>
    </inkml:brush>
  </inkml:definitions>
  <inkml:trace contextRef="#ctx0" brushRef="#br0">93 23 1612 0 0,'2'-2'970'0'0,"0"0"0"0"0,1 1 0 0 0,-1-1 0 0 0,1 1 1 0 0,-1 0-1 0 0,1-1 0 0 0,0 1 0 0 0,-1 1 0 0 0,6-2 1 0 0,28-4 3087 0 0,-31 5-3363 0 0,4 0-27 0 0,0 1 1 0 0,0 0-1 0 0,0 0 1 0 0,11 2-1 0 0,-17-2-653 0 0,0 1 0 0 0,0-1-1 0 0,0 1 1 0 0,-1 0 0 0 0,1 0 0 0 0,0 0 0 0 0,0 0-1 0 0,0 0 1 0 0,-1 1 0 0 0,1-1 0 0 0,-1 1-1 0 0,1 0 1 0 0,-1-1 0 0 0,0 1 0 0 0,1 0-1 0 0,1 4 1 0 0,-3-6-15 0 0,-1 1 1 0 0,0 0-1 0 0,1 0 0 0 0,-1 0 1 0 0,0 0-1 0 0,0 0 0 0 0,0-1 0 0 0,0 1 1 0 0,0 0-1 0 0,0 0 0 0 0,0 0 1 0 0,0 0-1 0 0,0 0 0 0 0,0 0 0 0 0,-1-1 1 0 0,1 1-1 0 0,0 0 0 0 0,-1 0 1 0 0,1 0-1 0 0,0-1 0 0 0,-1 1 0 0 0,1 0 1 0 0,-1 0-1 0 0,1-1 0 0 0,-1 1 1 0 0,1 0-1 0 0,-1-1 0 0 0,0 1 0 0 0,1-1 1 0 0,-1 1-1 0 0,0-1 0 0 0,0 1 0 0 0,-1 0 1 0 0,-2 2-25 0 0,0 0 0 0 0,0-1 1 0 0,0 1-1 0 0,-8 2 0 0 0,-17 4-1054 0 0,20-7 1276 0 0,-1 1 0 0 0,1 0 0 0 0,0 1-1 0 0,0 0 1 0 0,-14 9 0 0 0,22-13-198 0 0,1 0 0 0 0,0 0-1 0 0,0 0 1 0 0,-1 0 0 0 0,1 1 0 0 0,0-1-1 0 0,-1 0 1 0 0,1 0 0 0 0,0 0 0 0 0,0 1-1 0 0,0-1 1 0 0,-1 0 0 0 0,1 1 0 0 0,0-1-1 0 0,0 0 1 0 0,0 0 0 0 0,-1 1 0 0 0,1-1-1 0 0,0 0 1 0 0,0 1 0 0 0,0-1 0 0 0,0 0-1 0 0,0 1 1 0 0,0-1 0 0 0,0 0 0 0 0,0 1-1 0 0,0-1 1 0 0,0 0 0 0 0,0 1 0 0 0,0-1 0 0 0,0 0-1 0 0,0 1 1 0 0,0-1 0 0 0,1 1 1 0 0,0 0 0 0 0,-1 0 0 0 0,1-1 0 0 0,0 1 0 0 0,-1-1 1 0 0,1 1-1 0 0,0 0 0 0 0,0-1 0 0 0,-1 1 0 0 0,1-1 0 0 0,0 0 0 0 0,1 1 1 0 0,33 9-50 0 0,-28-9-25 0 0,-2 0-43 0 0,14 4-1022 0 0,26 10-1 0 0,-40-13 681 0 0,-1-1-1 0 0,0 2 0 0 0,1-1 0 0 0,-1 0 0 0 0,0 1 0 0 0,0 0 0 0 0,0 0 0 0 0,0 0 0 0 0,-1 0 0 0 0,1 1 0 0 0,3 4 1 0 0,-5 8-6112 0 0,-3-15 6320 0 0,0 1 0 0 0,0-1 0 0 0,0 0 0 0 0,1 1 1 0 0,-1-1-1 0 0,0 0 0 0 0,-1 0 0 0 0,1 0 0 0 0,-2 2 0 0 0,-3 1 249 0 0,0-1-1 0 0,-1 1 1 0 0,-8 3 0 0 0,11-5-118 0 0,-42 16 146 0 0,-72 18 0 0 0,77-27-27 0 0,-5-4 0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47.116"/>
    </inkml:context>
    <inkml:brush xml:id="br0">
      <inkml:brushProperty name="width" value="0.1" units="cm"/>
      <inkml:brushProperty name="height" value="0.1" units="cm"/>
      <inkml:brushProperty name="color" value="#FF0066"/>
    </inkml:brush>
  </inkml:definitions>
  <inkml:trace contextRef="#ctx0" brushRef="#br0">0 1 1892 0 0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47.440"/>
    </inkml:context>
    <inkml:brush xml:id="br0">
      <inkml:brushProperty name="width" value="0.1" units="cm"/>
      <inkml:brushProperty name="height" value="0.1" units="cm"/>
      <inkml:brushProperty name="color" value="#FF0066"/>
    </inkml:brush>
  </inkml:definitions>
  <inkml:trace contextRef="#ctx0" brushRef="#br0">5 40 1840 0 0,'-5'-30'14587'0'0,"8"28"-14317"0"0,0 1 1 0 0,0-1-1 0 0,1 1 1 0 0,-1 0 0 0 0,0 0-1 0 0,0 1 1 0 0,1-1-1 0 0,-1 0 1 0 0,0 1 0 0 0,1 0-1 0 0,-1 0 1 0 0,5 1-1 0 0,43 7-819 0 0,-37-6 814 0 0,2 2-265 0 0,0 0 0 0 0,0 0 0 0 0,0 2 0 0 0,0 0 0 0 0,-1 1 0 0 0,28 16 0 0 0,-14-4 0 0 0,4-2 0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47.597"/>
    </inkml:context>
    <inkml:brush xml:id="br0">
      <inkml:brushProperty name="width" value="0.1" units="cm"/>
      <inkml:brushProperty name="height" value="0.1" units="cm"/>
      <inkml:brushProperty name="color" value="#FF0066"/>
    </inkml:brush>
  </inkml:definitions>
  <inkml:trace contextRef="#ctx0" brushRef="#br0">0 21 1380 0 0,'12'-9'3095'0'0,"2"6"1876"0"0,-7 1-5195 0 0,3-1 2927 0 0,0-1-2703 0 0,2 4 3860 0 0,-2 4-3812 0 0,-1-1 0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38:47.707"/>
    </inkml:context>
    <inkml:brush xml:id="br0">
      <inkml:brushProperty name="width" value="0.1" units="cm"/>
      <inkml:brushProperty name="height" value="0.1" units="cm"/>
      <inkml:brushProperty name="color" value="#FF0066"/>
    </inkml:brush>
  </inkml:definitions>
  <inkml:trace contextRef="#ctx0" brushRef="#br0">16 59 3684 0 0,'-4'-24'1014'0'0,"2"8"634"0"0,-1-2 5658 0 0,-4 19-7354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3:02.815"/>
    </inkml:context>
    <inkml:brush xml:id="br0">
      <inkml:brushProperty name="width" value="0.05" units="cm"/>
      <inkml:brushProperty name="height" value="0.05" units="cm"/>
      <inkml:brushProperty name="color" value="#FF0066"/>
    </inkml:brush>
  </inkml:definitions>
  <inkml:trace contextRef="#ctx0" brushRef="#br0">5104 384 3223 0 0,'-10'-7'-518'0'0,"0"1"0"0"0,-21-10 0 0 0,3 2-106 0 0,-77-48 638 0 0,41 23 251 0 0,-100-45 0 0 0,80 52-122 0 0,-1 3 0 0 0,-1 4 0 0 0,-1 4 0 0 0,-1 3 1 0 0,-1 5-1 0 0,0 3 0 0 0,-96 2 0 0 0,69 11 26 0 0,0 4 0 0 0,-114 22 0 0 0,-361 77 101 0 0,286-38-274 0 0,141-29 86 0 0,-502 142 224 0 0,458-109-239 0 0,-256 129 0 0 0,351-143-38 0 0,-141 96 1 0 0,181-102 39 0 0,1 3 0 0 0,-106 107 0 0 0,129-108-69 0 0,2 2 0 0 0,3 2 0 0 0,2 2 0 0 0,3 2 0 0 0,-47 99 0 0 0,78-141-10 0 0,1-1 0 0 0,0 1 0 0 0,2 0 0 0 0,0 1-1 0 0,1-1 1 0 0,-1 34 0 0 0,4-23-13 0 0,2 0 0 0 0,0 0 1 0 0,11 54-1 0 0,-6-61 25 0 0,0 0 0 0 0,2-1 0 0 0,0 0 0 0 0,2 0 0 0 0,21 37 0 0 0,-14-32 30 0 0,2-1-1 0 0,1-1 1 0 0,42 43-1 0 0,-43-52-31 0 0,1 0 0 0 0,1-1 0 0 0,0-1 0 0 0,1 0 0 0 0,44 19 0 0 0,125 41 0 0 0,-190-75 0 0 0,510 150-5 0 0,11-32 76 0 0,202 0 143 0 0,-241-69-214 0 0,-272-31 0 0 0,551 30 42 0 0,-1-31 162 0 0,593-66-194 0 0,-786-7 102 0 0,-1-19 32 0 0,-237 18 108 0 0,367-114 0 0 0,-633 152-184 0 0,263-83 141 0 0,-6-24-83 0 0,-127 22-39 0 0,-156 79-77 0 0,-1-1 0 0 0,61-57 0 0 0,-81 66-10 0 0,-1-1 0 0 0,-1 0 0 0 0,-1-1 0 0 0,0-1 0 0 0,20-41 0 0 0,-20 32 0 0 0,-2-1 0 0 0,-1-1 0 0 0,12-56 0 0 0,-21 71 0 0 0,0 0 0 0 0,-1 0 0 0 0,-1 0 0 0 0,0-1 0 0 0,-1 1 0 0 0,-1 0 0 0 0,0 0 0 0 0,-1 0 0 0 0,-1 0 0 0 0,0 1 0 0 0,-12-27-1 0 0,-4 1 5 0 0,-1 0 0 0 0,-49-71 0 0 0,34 64 50 0 0,-1 1-1 0 0,-3 2 1 0 0,-1 2 0 0 0,-66-54-1 0 0,39 44 15 0 0,-2 4-1 0 0,-113-60 1 0 0,-170-53 108 0 0,-6 30 14 0 0,-250-52-35 0 0,-19 42-166 0 0,128 54 150 0 0,-542-25 0 0 0,444 98-25 0 0,1 33 70 0 0,-376 49 4 0 0,561-11-176 0 0,299-39-12 0 0,-13 4-10 0 0,-2 3-44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1:09.848"/>
    </inkml:context>
    <inkml:brush xml:id="br0">
      <inkml:brushProperty name="width" value="0.05" units="cm"/>
      <inkml:brushProperty name="height" value="0.05" units="cm"/>
      <inkml:brushProperty name="color" value="#FF0066"/>
    </inkml:brush>
  </inkml:definitions>
  <inkml:trace contextRef="#ctx0" brushRef="#br0">12 116 2759 0 0,'-12'-5'374'0'0,"18"2"-276"0"0,5-3 37 0 0,0 1 0 0 0,1 1-1 0 0,0 0 1 0 0,0 1 0 0 0,0 0-1 0 0,25-3 1 0 0,12 6 310 0 0,89 10 0 0 0,-49-1-190 0 0,323-16 625 0 0,-313 2-753 0 0,-18 1-93 0 0,251-10 261 0 0,1 21-95 0 0,112-5-200 0 0,290-34 0 0 0,-442 25 0 0 0,-8 0 0 0 0,45-2 0 0 0,-110 4 0 0 0,-45-3 0 0 0,199 2 0 0 0,-331 7 0 0 0,-13 0 0 0 0,1 1 0 0 0,57 10 0 0 0,-84-11 0 0 0,0 1 0 0 0,0-1 0 0 0,0 0 0 0 0,0 1 0 0 0,5 3 0 0 0,-8-4 0 0 0,1 0 0 0 0,-1 0 0 0 0,0 0 0 0 0,0 0 0 0 0,0 0 0 0 0,0 0 0 0 0,0 1 0 0 0,0-1 0 0 0,0 0 0 0 0,0 1 0 0 0,0-1 0 0 0,0 0 0 0 0,-1 1 0 0 0,1-1 0 0 0,-1 1 0 0 0,1 2 0 0 0,1 10 0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1:14.691"/>
    </inkml:context>
    <inkml:brush xml:id="br0">
      <inkml:brushProperty name="width" value="0.05" units="cm"/>
      <inkml:brushProperty name="height" value="0.05" units="cm"/>
      <inkml:brushProperty name="color" value="#FF0066"/>
    </inkml:brush>
  </inkml:definitions>
  <inkml:trace contextRef="#ctx0" brushRef="#br0">1 86 1319 0 0,'2'-1'7'0'0,"0"0"0"0"0,-1 1 0 0 0,1-1 0 0 0,0 1 0 0 0,0-1 0 0 0,0 1-1 0 0,0 0 1 0 0,0 0 0 0 0,0 0 0 0 0,0 0 0 0 0,1 0 0 0 0,-1 0 0 0 0,0 0-1 0 0,-1 1 1 0 0,5 1 0 0 0,0-1 3 0 0,11 1-10 0 0,0-1 0 0 0,0-1 0 0 0,0 0 0 0 0,0-1 0 0 0,0-1 0 0 0,21-5 0 0 0,99-32 0 0 0,-61 15 0 0 0,-70 22 0 0 0,5-1 0 0 0,0 0 0 0 0,1 0 0 0 0,-1 1 0 0 0,17 0 0 0 0,-25 1 0 0 0,-1 2 0 0 0,1-1 0 0 0,-1 0 0 0 0,1 0 0 0 0,-1 1 0 0 0,1 0 0 0 0,-1-1 0 0 0,0 1 0 0 0,1 0 0 0 0,-1 0 0 0 0,4 2 0 0 0,-5-2 0 0 0,0 0 0 0 0,1 1 0 0 0,-1-1 0 0 0,0 0 0 0 0,0 0 0 0 0,0 1 0 0 0,0-1 0 0 0,0 1 0 0 0,0-1 0 0 0,0 1 0 0 0,-1-1 0 0 0,1 1 0 0 0,0 0 0 0 0,-1-1 0 0 0,1 1 0 0 0,-1 0 0 0 0,0-1 0 0 0,1 4 0 0 0,-1 5 0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1:14.893"/>
    </inkml:context>
    <inkml:brush xml:id="br0">
      <inkml:brushProperty name="width" value="0.05" units="cm"/>
      <inkml:brushProperty name="height" value="0.05" units="cm"/>
      <inkml:brushProperty name="color" value="#FF0066"/>
    </inkml:brush>
  </inkml:definitions>
  <inkml:trace contextRef="#ctx0" brushRef="#br0">0 48 1263 0 0,'39'-8'112'0'0,"-12"1"-112"0"0,-13 2 0 0 0,-7 3 0 0 0,-4 0 0 0 0,-1 2 0 0 0,7 0 0 0 0,8-1 0 0 0,8-4 0 0 0,11 0 0 0 0,11-2 0 0 0,6 2 0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1:21.685"/>
    </inkml:context>
    <inkml:brush xml:id="br0">
      <inkml:brushProperty name="width" value="0.05" units="cm"/>
      <inkml:brushProperty name="height" value="0.05" units="cm"/>
      <inkml:brushProperty name="color" value="#FF0066"/>
    </inkml:brush>
  </inkml:definitions>
  <inkml:trace contextRef="#ctx0" brushRef="#br0">2 181 1295 0 0,'1'0'6'0'0,"-1"-1"0"0"0,0 0-1 0 0,0 1 1 0 0,0-1-1 0 0,1 1 1 0 0,-1-1 0 0 0,0 0-1 0 0,0 1 1 0 0,0-1-1 0 0,0 1 1 0 0,0-1 0 0 0,0 0-1 0 0,0 1 1 0 0,0-1-1 0 0,0 0 1 0 0,-1 1 0 0 0,1-1-1 0 0,0 1 1 0 0,-1-2-1 0 0,0 3-5 0 0,4 1 0 0 0,7-1 0 0 0,-1-1 0 0 0,1 0 0 0 0,0-1 0 0 0,15-3 0 0 0,20-2 0 0 0,45 5 23 0 0,43-4 18 0 0,43-26-41 0 0,-121 18 0 0 0,1 3 0 0 0,102-5 0 0 0,-11 19 0 0 0,79-3 0 0 0,-111-7 0 0 0,143 12 0 0 0,-200-1 22 0 0,1-2-1 0 0,96-8 0 0 0,23-17-21 0 0,209-19 0 0 0,-242 31 0 0 0,248-10 0 0 0,-348 22 0 0 0,0 3 0 0 0,0 1 0 0 0,56 16 0 0 0,-76-16 0 0 0,6-1 0 0 0,1-1 0 0 0,-1-1 0 0 0,62-4 0 0 0,-75 0 0 0 0,-2-2 0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1:36.037"/>
    </inkml:context>
    <inkml:brush xml:id="br0">
      <inkml:brushProperty name="width" value="0.05" units="cm"/>
      <inkml:brushProperty name="height" value="0.05" units="cm"/>
      <inkml:brushProperty name="color" value="#FF0066"/>
    </inkml:brush>
  </inkml:definitions>
  <inkml:trace contextRef="#ctx0" brushRef="#br0">8 61 2335 0 0,'-1'-5'28'0'0,"1"-1"-1"0"0,-1 1 0 0 0,1-1 0 0 0,0 1 0 0 0,0-1 1 0 0,1 1-1 0 0,0-1 0 0 0,0 1 0 0 0,2-6 0 0 0,-5 18-27 0 0,-6 32 0 0 0,7-35 0 0 0,1 0 0 0 0,0 0 0 0 0,0 0 0 0 0,0 0 0 0 0,0-1 0 0 0,1 1 0 0 0,0 0 0 0 0,0 0 0 0 0,2 6 0 0 0,22 42 18 0 0,-15-32-49 0 0,-1 0 0 0 0,0 0 0 0 0,-1 1 0 0 0,-1 0 0 0 0,6 34 0 0 0,-11-37 14 0 0,-2 1-1 0 0,-1 20 0 0 0,0-1-1 0 0,1-38 21 0 0,0 1 0 0 0,0-1 0 0 0,0 1 0 0 0,0-1 0 0 0,0 1 0 0 0,0-1 0 0 0,0 1 0 0 0,0-1 0 0 0,1 1 0 0 0,-1-1 0 0 0,0 1 0 0 0,0-1 0 0 0,0 1 0 0 0,1-1 0 0 0,-1 0 0 0 0,0 1 0 0 0,0-1 0 0 0,1 1 0 0 0,-1-1 0 0 0,0 0 0 0 0,1 1 0 0 0,-1-1 0 0 0,1 0 0 0 0,-1 1 0 0 0,0-1 0 0 0,1 0 0 0 0,-1 0 0 0 0,1 1 0 0 0,-1-1 0 0 0,1 0-1 0 0,-1 0 1 0 0,1 0 0 0 0,-1 0 0 0 0,1 0 0 0 0,-1 1 0 0 0,1-1 0 0 0,-1 0 0 0 0,1 0 0 0 0,-1 0 0 0 0,1 0 0 0 0,-1 0 0 0 0,1-1 0 0 0,-1 1 0 0 0,1 0 0 0 0,-1 0 0 0 0,1 0 0 0 0,-1 0 0 0 0,1-1 0 0 0,-1 1 0 0 0,0 0 0 0 0,1-1 0 0 0,6-1 29 0 0,0-1 1 0 0,0-1-1 0 0,6-3 1 0 0,-2 0-46 0 0,6 0-489 0 0,-1 1 1 0 0,1 1-1 0 0,27-5 0 0 0,54-3 816 0 0,-40 6-386 0 0,110-11 494 0 0,-131 16-338 0 0,-1 2-1 0 0,60 8 0 0 0,-10 5-63 0 0,-1 1-3 0 0,142 5 0 0 0,376-56-16 0 0,-449 24 91 0 0,181 7-1 0 0,-93 1-87 0 0,18 1-16 0 0,-162 3 23 0 0,-125 5 61 0 0,22-2-32 0 0,0-1 0 0 0,-1 0 1 0 0,1 0-1 0 0,-8 0 0 0 0,7-1 206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1:36.490"/>
    </inkml:context>
    <inkml:brush xml:id="br0">
      <inkml:brushProperty name="width" value="0.05" units="cm"/>
      <inkml:brushProperty name="height" value="0.05" units="cm"/>
      <inkml:brushProperty name="color" value="#FF0066"/>
    </inkml:brush>
  </inkml:definitions>
  <inkml:trace contextRef="#ctx0" brushRef="#br0">8 17 2343 0 0,'-7'-2'189'0'0,"6"1"-152"0"0,5 2-112 0 0,1 1 53 0 0,-1 1 0 0 0,1 0-1 0 0,0 0 1 0 0,-1 0 0 0 0,1 1-1 0 0,-1-1 1 0 0,0 1 0 0 0,4 5 0 0 0,-6-6 13 0 0,0 0 1 0 0,0 0 0 0 0,0 0 0 0 0,-1 0 0 0 0,1 1 0 0 0,-1-1 0 0 0,0 0-1 0 0,0 1 1 0 0,0-1 0 0 0,0 1 0 0 0,0 0 0 0 0,-1-1 0 0 0,0 7-1 0 0,0 4-95 0 0,0 2 189 0 0,2 22-1 0 0,-2-35-20 0 0,1 1 0 0 0,-1-1 0 0 0,1 1 0 0 0,0-1 0 0 0,0 0 0 0 0,0 0 0 0 0,1 1 0 0 0,-1-1 1 0 0,1 0-1 0 0,-1 0 0 0 0,1 0 0 0 0,4 4 0 0 0,-6-7-59 0 0,0 0-1 0 0,0 0 1 0 0,0 1 0 0 0,0-1-1 0 0,1 0 1 0 0,-1 0 0 0 0,0 0 0 0 0,0 0-1 0 0,1 1 1 0 0,-1-1 0 0 0,0 0-1 0 0,0 0 1 0 0,1 0 0 0 0,-1 0 0 0 0,0 0-1 0 0,0 0 1 0 0,1 0 0 0 0,-1 0 0 0 0,0 0-1 0 0,0 1 1 0 0,1-1 0 0 0,-1 0-1 0 0,0 0 1 0 0,1-1 0 0 0,-1 1 0 0 0,0 0-1 0 0,0 0 1 0 0,1 0 0 0 0,-1 0-1 0 0,0 0 1 0 0,1 0 0 0 0,5-9 59 0 0,1-16-45 0 0,-6 22-13 0 0,3-20 35 0 0,4-41 1 0 0,-8 52-34 0 0,0 0 0 0 0,0 0 0 0 0,-1 0 0 0 0,-1 1 0 0 0,-4-17-1 0 0,6 28-11 0 0,0-1 0 0 0,0 1 0 0 0,0 0 0 0 0,0-1 0 0 0,0 1 0 0 0,0 0 0 0 0,0 0-1 0 0,0-1 1 0 0,-1 1 0 0 0,1 0 0 0 0,0-1 0 0 0,0 1 0 0 0,0 0 0 0 0,0 0 0 0 0,-1-1 0 0 0,1 1-1 0 0,0 0 1 0 0,0 0 0 0 0,-1 0 0 0 0,1-1 0 0 0,0 1 0 0 0,0 0 0 0 0,-1 0 0 0 0,1 0-1 0 0,0 0 1 0 0,-1 0 0 0 0,1 0 0 0 0,0-1 0 0 0,-1 1 0 0 0,1 0 0 0 0,0 0 0 0 0,0 0-1 0 0,-1 0 1 0 0,1 0 0 0 0,0 0 0 0 0,-1 0 0 0 0,-12 8-332 0 0,-8 17-152 0 0,17-19 488 0 0,1 0 0 0 0,0 1 0 0 0,1 0 0 0 0,-1-1 0 0 0,1 1 0 0 0,1 0 0 0 0,-1 0 0 0 0,1 0 0 0 0,0 0 0 0 0,1 0 0 0 0,0 11 0 0 0,-1 0 0 0 0,0-3 0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1:40.274"/>
    </inkml:context>
    <inkml:brush xml:id="br0">
      <inkml:brushProperty name="width" value="0.05" units="cm"/>
      <inkml:brushProperty name="height" value="0.05" units="cm"/>
      <inkml:brushProperty name="color" value="#FF0066"/>
    </inkml:brush>
  </inkml:definitions>
  <inkml:trace contextRef="#ctx0" brushRef="#br0">0 6 2431 0 0,'1'-5'-356'0'0,"3"16"-106"0"0,-2-5 803 0 0,16 67-234 0 0,-16-61-92 0 0,0 0 0 0 0,-1-1 0 0 0,-1 1 0 0 0,-1 23-1 0 0,-2-13-27 0 0,1 1 0 0 0,0-1 0 0 0,4 37 0 0 0,-1-52 10 0 0,0 1 0 0 0,0-1-1 0 0,1 0 1 0 0,0 1-1 0 0,1-1 1 0 0,0 0-1 0 0,0-1 1 0 0,0 1-1 0 0,1 0 1 0 0,0-1-1 0 0,0 0 1 0 0,1 0-1 0 0,-1 0 1 0 0,10 9-1 0 0,-8-10 11 0 0,-1 0 0 0 0,1 0 0 0 0,0-1-1 0 0,1 1 1 0 0,-1-1 0 0 0,1-1 0 0 0,0 1-1 0 0,0-1 1 0 0,0 0 0 0 0,0-1 0 0 0,0 1-1 0 0,1-1 1 0 0,-1-1 0 0 0,1 0 0 0 0,0 0-1 0 0,-1 0 1 0 0,1-1 0 0 0,13-1-1 0 0,-5-1-4 0 0,142-9 74 0 0,-158 11-73 0 0,18-2-188 0 0,-17 2 168 0 0,-1 1 1 0 0,1-1-1 0 0,-1-1 0 0 0,1 1 1 0 0,0 0-1 0 0,-1 0 1 0 0,1 0-1 0 0,-1 0 1 0 0,1 0-1 0 0,-1 0 1 0 0,1-1-1 0 0,0 1 0 0 0,-1 0 1 0 0,1 0-1 0 0,-1-1 1 0 0,1 1-1 0 0,-1 0 1 0 0,1-1-1 0 0,-1 1 0 0 0,0-1 1 0 0,1 1-1 0 0,-1-1 1 0 0,1 1-1 0 0,-1-1 1 0 0,0 1-1 0 0,1-1 0 0 0,-3-3 33 0 0,-1 1-16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1:40.478"/>
    </inkml:context>
    <inkml:brush xml:id="br0">
      <inkml:brushProperty name="width" value="0.05" units="cm"/>
      <inkml:brushProperty name="height" value="0.05" units="cm"/>
      <inkml:brushProperty name="color" value="#FF0066"/>
    </inkml:brush>
  </inkml:definitions>
  <inkml:trace contextRef="#ctx0" brushRef="#br0">49 133 3223 0 0,'42'-117'-1270'0'0,"-42"116"1277"0"0,0 1 1 0 0,1-1-1 0 0,-1 0 0 0 0,0 0 1 0 0,0 0-1 0 0,0 0 0 0 0,0 1 1 0 0,0-1-1 0 0,0 0 1 0 0,0 0-1 0 0,0 0 0 0 0,0 0 1 0 0,0 1-1 0 0,-1-2 0 0 0,1 2-4 0 0,0 0 0 0 0,0-1-1 0 0,0 1 1 0 0,0 0-1 0 0,0 0 1 0 0,-1 0-1 0 0,1 0 1 0 0,0-1 0 0 0,0 1-1 0 0,0 0 1 0 0,-1 0-1 0 0,1 0 1 0 0,0 0-1 0 0,0 0 1 0 0,0 0 0 0 0,-1 0-1 0 0,1 0 1 0 0,0 0-1 0 0,0 0 1 0 0,-1 0-1 0 0,1 0 1 0 0,0 0 0 0 0,0 0-1 0 0,-1 0 1 0 0,1 0-1 0 0,0 0 1 0 0,0 0-1 0 0,0 0 1 0 0,-1 0 0 0 0,1 0-1 0 0,-2 1 5 0 0,0 0 0 0 0,0 0 1 0 0,0 0-1 0 0,0 0 0 0 0,0 0 0 0 0,1 0 0 0 0,-1 1 0 0 0,-2 2 0 0 0,-3 4-7 0 0,0 0 0 0 0,1 0 0 0 0,0 1 0 0 0,0 0 0 0 0,1 0 0 0 0,0 0 0 0 0,1 1 0 0 0,-6 18 0 0 0,7-16 0 0 0,0 0 0 0 0,2 0 0 0 0,-1 1 0 0 0,1-1 0 0 0,1 1 0 0 0,1-1 0 0 0,1 16 0 0 0,17 67 0 0 0,-4-40 0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2:20.977"/>
    </inkml:context>
    <inkml:brush xml:id="br0">
      <inkml:brushProperty name="width" value="0.05" units="cm"/>
      <inkml:brushProperty name="height" value="0.05" units="cm"/>
      <inkml:brushProperty name="color" value="#FF0066"/>
    </inkml:brush>
  </inkml:definitions>
  <inkml:trace contextRef="#ctx0" brushRef="#br0">0 150 1799 0 0,'9'-8'160'0'0,"3"2"-103"0"0,-1 1 0 0 0,2 0 0 0 0,-1 1-1 0 0,0 1 1 0 0,1 0 0 0 0,20-2-1 0 0,19-5 87 0 0,64-25 172 0 0,-6 2 293 0 0,-86 27-503 0 0,1 1-1 0 0,41-2 0 0 0,-61 6-120 0 0,30 0-166 0 0,53-10 0 0 0,-86 11 172 0 0,-1 0-1 0 0,0-1 0 0 0,1 1 0 0 0,-1 0 1 0 0,0 0-1 0 0,1 0 0 0 0,-1 0 0 0 0,0 0 0 0 0,1 0 1 0 0,-1 0-1 0 0,0 0 0 0 0,1 0 0 0 0,-1 1 0 0 0,0-1 1 0 0,1 0-1 0 0,-1 1 0 0 0,0-1 0 0 0,0 1 0 0 0,2 1 1 0 0,-2-1-23 0 0,-1-1 1 0 0,0 1-1 0 0,1 0 1 0 0,-1 0 0 0 0,0 0-1 0 0,0 0 1 0 0,0 0-1 0 0,1 0 1 0 0,-1 0-1 0 0,0 0 1 0 0,0-1 0 0 0,0 1-1 0 0,0 0 1 0 0,-1 0-1 0 0,1 0 1 0 0,0 0 0 0 0,0 0-1 0 0,-1 0 1 0 0,1 0-1 0 0,0 0 1 0 0,-1-1-1 0 0,1 1 1 0 0,-1 0 0 0 0,1 0-1 0 0,-1 0 1 0 0,1-1-1 0 0,-1 1 1 0 0,0 1-1 0 0,-10 11-413 0 0,-7 2 4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2:21.321"/>
    </inkml:context>
    <inkml:brush xml:id="br0">
      <inkml:brushProperty name="width" value="0.05" units="cm"/>
      <inkml:brushProperty name="height" value="0.05" units="cm"/>
      <inkml:brushProperty name="color" value="#FF0066"/>
    </inkml:brush>
  </inkml:definitions>
  <inkml:trace contextRef="#ctx0" brushRef="#br0">0 140 1711 0 0,'12'-7'26'0'0,"0"1"0"0"0,0 1 0 0 0,1 0 0 0 0,0 1 0 0 0,-1 1 0 0 0,20-4 0 0 0,10-3 311 0 0,173-57 696 0 0,-188 59-901 0 0,35-6-1 0 0,-53 13-132 0 0,0 0 0 0 0,0 0 1 0 0,0 1-1 0 0,0 0 0 0 0,0 0 1 0 0,0 1-1 0 0,0 0 0 0 0,9 3 0 0 0,-16-3-18 0 0,0 0 0 0 0,0 0 0 0 0,0 0 0 0 0,0 0 0 0 0,0 0 0 0 0,0 0 0 0 0,0 1 0 0 0,0-1 0 0 0,-1 0 0 0 0,1 1 0 0 0,-1 0-1 0 0,1-1 1 0 0,-1 1 0 0 0,0 0 0 0 0,2 2 0 0 0,3 9-324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2:29.199"/>
    </inkml:context>
    <inkml:brush xml:id="br0">
      <inkml:brushProperty name="width" value="0.05" units="cm"/>
      <inkml:brushProperty name="height" value="0.05" units="cm"/>
      <inkml:brushProperty name="color" value="#FF0066"/>
    </inkml:brush>
  </inkml:definitions>
  <inkml:trace contextRef="#ctx0" brushRef="#br0">281 46 1375 0 0,'-21'-2'16'0'0,"0"0"0"0"0,0 1 0 0 0,0 2 0 0 0,0 0 0 0 0,0 1 0 0 0,0 1 0 0 0,-31 9 0 0 0,23-2-16 0 0,-18 5 0 0 0,41-15 0 0 0,23 1 0 0 0,41 2 0 0 0,78-5 0 0 0,-37-3 452 0 0,72-7-1114 0 0,326-33 1778 0 0,-398 39-1022 0 0,-26 2-54 0 0,102-11 71 0 0,-289 37-266 0 0,72-18 95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2:29.556"/>
    </inkml:context>
    <inkml:brush xml:id="br0">
      <inkml:brushProperty name="width" value="0.05" units="cm"/>
      <inkml:brushProperty name="height" value="0.05" units="cm"/>
      <inkml:brushProperty name="color" value="#FF0066"/>
    </inkml:brush>
  </inkml:definitions>
  <inkml:trace contextRef="#ctx0" brushRef="#br0">1 78 2319 0 0,'2'-1'73'0'0,"0"0"-1"0"0,-1 1 1 0 0,1-1-1 0 0,0 1 1 0 0,0 0-1 0 0,0 0 1 0 0,0 0-1 0 0,2 0 1 0 0,2-1-4 0 0,70-2 62 0 0,80 8 0 0 0,-65-6 749 0 0,-13-1 146 0 0,86-8-2009 0 0,-44 1 554 0 0,109-11 624 0 0,-22 1-76 0 0,-157 15-119 0 0,45 0 0 0 0,-70 1 20 0 0,-21 2-18 0 0,-1 1 0 0 0,0-1 0 0 0,1 0 0 0 0,-1 1 0 0 0,1 0 0 0 0,-1 0 0 0 0,0 0 0 0 0,1 0 0 0 0,-1 1-1 0 0,1-1 1 0 0,-1 1 0 0 0,0 0 0 0 0,4 1 0 0 0,-6-1-9 0 0,0-1-1 0 0,-1 0 0 0 0,1 1 1 0 0,-1-1-1 0 0,1 1 1 0 0,-1-1-1 0 0,1 1 0 0 0,-1-1 1 0 0,1 1-1 0 0,-1-1 1 0 0,0 1-1 0 0,1 0 1 0 0,-1-1-1 0 0,0 1 0 0 0,1-1 1 0 0,-1 1-1 0 0,0 0 1 0 0,0-1-1 0 0,1 1 1 0 0,-1 0-1 0 0,0-1 0 0 0,0 1 1 0 0,0 0-1 0 0,0 0 1 0 0,0-1-1 0 0,0 1 1 0 0,0 0-1 0 0,0-1 0 0 0,0 1 1 0 0,-1 0-1 0 0,1-1 1 0 0,0 1-1 0 0,0 0 0 0 0,-1-1 1 0 0,1 1-1 0 0,0-1 1 0 0,-1 1-1 0 0,1 0 1 0 0,-1 0-1 0 0,-1 2-22 0 0,0-1 0 0 0,1 1 0 0 0,-2-1 0 0 0,1 1 0 0 0,0-1 0 0 0,0 0 0 0 0,-5 3 0 0 0,-14 6-106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2:34.410"/>
    </inkml:context>
    <inkml:brush xml:id="br0">
      <inkml:brushProperty name="width" value="0.05" units="cm"/>
      <inkml:brushProperty name="height" value="0.05" units="cm"/>
      <inkml:brushProperty name="color" value="#FF0066"/>
    </inkml:brush>
  </inkml:definitions>
  <inkml:trace contextRef="#ctx0" brushRef="#br0">7 91 1295 0 0,'0'0'33'0'0,"0"0"-29"0"0,0 0 0 0 0,-1 0 1 0 0,1 0-1 0 0,0 0 0 0 0,0 0 0 0 0,-1 0 0 0 0,1-1 0 0 0,0 1 1 0 0,-1 0-1 0 0,1 0 0 0 0,0 0 0 0 0,0 0 0 0 0,-1 0 0 0 0,1 0 1 0 0,0 0-1 0 0,0-1 0 0 0,0 1 0 0 0,-1 0 0 0 0,1 0 1 0 0,0 0-1 0 0,0-1 0 0 0,0 1 0 0 0,-1 0 0 0 0,1 0 0 0 0,0-1 1 0 0,0 1-1 0 0,0 0 0 0 0,0 0 0 0 0,0-1 0 0 0,0 1 0 0 0,-1 0 1 0 0,1 0-1 0 0,0-1 0 0 0,0 1 0 0 0,0 0 0 0 0,0 0 0 0 0,0-1 1 0 0,0 1-1 0 0,0 0 0 0 0,0-1 0 0 0,0 1 0 0 0,0 0 1 0 0,0 0-1 0 0,1-1 0 0 0,-1 1 0 0 0,0 0 0 0 0,0 0 0 0 0,0-1 1 0 0,0 1-1 0 0,0 0 0 0 0,0 0 0 0 0,1-1 0 0 0,-1 1 0 0 0,0 0 1 0 0,0 0-1 0 0,0 0 0 0 0,1-1 0 0 0,3-3 64 0 0,-3 2-34 0 0,1 1 0 0 0,-1 0 0 0 0,0-1 0 0 0,1 1 0 0 0,-1 0 0 0 0,1 0 0 0 0,0 0 0 0 0,-1 0 0 0 0,1 0 0 0 0,0 0 0 0 0,2-1 0 0 0,14-3-29 0 0,0 1-1 0 0,0 0 1 0 0,0 1-1 0 0,28 0 1 0 0,75 6 605 0 0,2-1-146 0 0,256-5 638 0 0,-335 4-1017 0 0,185 0 120 0 0,-133-8 187 0 0,139-27 0 0 0,-232 33-392 0 0,-3 1 0 0 0,1-1 0 0 0,-1 1 0 0 0,1 0 0 0 0,-1-1 0 0 0,1 1 0 0 0,-1 0 0 0 0,1 0 0 0 0,-1 0 0 0 0,1 0 0 0 0,0 0 0 0 0,-1 0 0 0 0,1-1 0 0 0,-1 1 0 0 0,1 0 0 0 0,0 1 0 0 0,-1-1 0 0 0,1 0 0 0 0,-1 0 0 0 0,1 0 0 0 0,0 0 0 0 0,-1 0 0 0 0,1 1 0 0 0,0-1 0 0 0,-1 1-39 0 0,1-1-1 0 0,-1 0 1 0 0,0 1-1 0 0,0-1 1 0 0,0 1-1 0 0,0-1 1 0 0,0 1-1 0 0,0-1 1 0 0,0 0-1 0 0,0 1 1 0 0,0-1-1 0 0,0 1 1 0 0,0-1-1 0 0,0 1 1 0 0,0-1-1 0 0,0 0 1 0 0,0 1-1 0 0,0-1 1 0 0,0 1-1 0 0,0-1 1 0 0,-1 1-1 0 0,-1 10-567 0 0,-2 12-93 0 0,0-11-4 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2:35.003"/>
    </inkml:context>
    <inkml:brush xml:id="br0">
      <inkml:brushProperty name="width" value="0.05" units="cm"/>
      <inkml:brushProperty name="height" value="0.05" units="cm"/>
      <inkml:brushProperty name="color" value="#FF0066"/>
    </inkml:brush>
  </inkml:definitions>
  <inkml:trace contextRef="#ctx0" brushRef="#br0">1 93 1375 0 0,'1'-3'5'0'0,"0"1"0"0"0,1-1 0 0 0,0 1-1 0 0,-1 0 1 0 0,1-1 0 0 0,0 1 0 0 0,0 0-1 0 0,0 0 1 0 0,1 1 0 0 0,-1-1 0 0 0,0 0-1 0 0,1 1 1 0 0,-1-1 0 0 0,1 1 0 0 0,-1 0-1 0 0,1 0 1 0 0,0 0 0 0 0,0 0 0 0 0,-1 0-1 0 0,1 1 1 0 0,0-1 0 0 0,0 1 0 0 0,0 0-1 0 0,0-1 1 0 0,-1 1 0 0 0,6 1-1 0 0,100-5-4 0 0,-94 3 72 0 0,-1-1-1 0 0,1-1 0 0 0,15-6 0 0 0,24-4-654 0 0,-43 12 679 0 0,-1 1 0 0 0,0 0 0 0 0,12 1 0 0 0,-12 0-52 0 0,0-1 1 0 0,0 1-1 0 0,16-3 0 0 0,70-5 221 0 0,-61 2-125 0 0,61-1 0 0 0,-12 3 3 0 0,16 0 154 0 0,205 17 1067 0 0,-83-3-952 0 0,-206-10-416 0 0,0-1-6 0 0,-1 0 0 0 0,1 2 0 0 0,-1 0 0 0 0,0 0 0 0 0,23 7 0 0 0,-36-9 7 0 0,0 1-1 0 0,0-1 1 0 0,0 0-1 0 0,0 1 0 0 0,0-1 1 0 0,0 1-1 0 0,0-1 1 0 0,-1 1-1 0 0,1-1 1 0 0,0 1-1 0 0,0 0 0 0 0,0-1 1 0 0,-1 1-1 0 0,1 0 1 0 0,0 0-1 0 0,0-1 0 0 0,-1 1 1 0 0,1 0-1 0 0,-1 0 1 0 0,1 0-1 0 0,-1 0 0 0 0,1 0 1 0 0,-1 0-1 0 0,0 0 1 0 0,1 0-1 0 0,-1 0 0 0 0,0 0 1 0 0,0 0-1 0 0,0 0 1 0 0,0 0-1 0 0,0 0 0 0 0,0 0 1 0 0,0 2-1 0 0,-1 1 11 0 0,-1 1 1 0 0,0-2-1 0 0,1 1 0 0 0,-1 0 0 0 0,-1 0 0 0 0,-4 6 0 0 0,5-7 4 0 0,-13 20 2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2:42.156"/>
    </inkml:context>
    <inkml:brush xml:id="br0">
      <inkml:brushProperty name="width" value="0.05" units="cm"/>
      <inkml:brushProperty name="height" value="0.05" units="cm"/>
      <inkml:brushProperty name="color" value="#FF0066"/>
    </inkml:brush>
  </inkml:definitions>
  <inkml:trace contextRef="#ctx0" brushRef="#br0">793 81 1295 0 0,'-3'-6'19'0'0,"0"0"0"0"0,-1-1-1 0 0,0 1 1 0 0,-1 1 0 0 0,-6-9-1 0 0,8 11-25 0 0,-1 0 0 0 0,1 0 0 0 0,-1 1 0 0 0,0-1 0 0 0,0 1 0 0 0,0-1 1 0 0,0 1-1 0 0,0 1 0 0 0,-8-4 0 0 0,-1 2-11 0 0,0 1 1 0 0,-15-2 0 0 0,26 4 18 0 0,-7-1 158 0 0,0 1-1 0 0,0 0 1 0 0,0 1-1 0 0,1-1 1 0 0,-18 5-1 0 0,-42 17 370 0 0,66-21-535 0 0,-7 1 99 0 0,1 0-1 0 0,-1 0 0 0 0,0-1 0 0 0,0 0 0 0 0,0-1 0 0 0,-13 0 1 0 0,13-1 77 0 0,-1 1 1 0 0,1 1-1 0 0,0-1 1 0 0,-1 1 0 0 0,-16 5-1 0 0,-6 1-34 0 0,26-6-104 0 0,0 0-1 0 0,0 0 0 0 0,0 1 1 0 0,0 0-1 0 0,0 0 0 0 0,1 0 0 0 0,-7 4 1 0 0,12-6-63 0 0,-6 7-50 0 0,1 4 197 0 0,0-1-63 0 0,0-1 0 0 0,0 0-1 0 0,-1 0 1 0 0,-10 11 0 0 0,13-17-51 0 0,1 1 0 0 0,-1 0 0 0 0,1 0 0 0 0,-1 0 0 0 0,1 0 0 0 0,0 0 0 0 0,1 0 0 0 0,-1 1 0 0 0,1-1 0 0 0,-1 5 0 0 0,0 0-1 0 0,1-1 0 0 0,-1 1 0 0 0,2 0 0 0 0,0 12-1 0 0,2-6-2 0 0,0 0 0 0 0,2 0 0 0 0,8 25 0 0 0,-7-27-13 0 0,0 1 1 0 0,-2 0 0 0 0,1 0 0 0 0,1 23 0 0 0,-10 60 37 0 0,3-64 0 0 0,0 34-1 0 0,3-56-18 0 0,0 0 0 0 0,0 0 0 0 0,1-1 0 0 0,1 1 0 0 0,0 0 0 0 0,0-1 0 0 0,5 12-1 0 0,-4-14-10 0 0,-1 0 0 0 0,-1 1 0 0 0,0-1 0 0 0,0 1 0 0 0,0 0 0 0 0,-1-1 0 0 0,-1 1 0 0 0,1 0 0 0 0,-3 16-1 0 0,-1 7-23 0 0,-13 43 0 0 0,5-23 163 0 0,-10 41-264 0 0,-53 150 0 0 0,56-185 133 0 0,12-37 0 0 0,0 0 0 0 0,-2 0 0 0 0,-10 20 0 0 0,-23 22 0 0 0,30-49 0 0 0,1 1 0 0 0,0 0 0 0 0,2 1 0 0 0,-9 19 0 0 0,16-34 0 0 0,1 0 0 0 0,-1 1 0 0 0,1-1 0 0 0,0 0 0 0 0,-1 0 0 0 0,1 1 0 0 0,0-1 0 0 0,0 0 0 0 0,0 0 0 0 0,0 1 0 0 0,0-1 0 0 0,0 0 0 0 0,0 1 0 0 0,0-1 0 0 0,1 0 0 0 0,-1 0 0 0 0,0 1 0 0 0,1-1 0 0 0,-1 0 0 0 0,1 0 0 0 0,-1 0 0 0 0,1 0 0 0 0,0 0 0 0 0,1 3 0 0 0,1-2 0 0 0,0 1 0 0 0,0-1 0 0 0,0 0 0 0 0,1 0 0 0 0,-1 0 0 0 0,7 2 0 0 0,-1 1 0 0 0,-7-4 0 0 0,-1-1 0 0 0,0 1 0 0 0,0 0 0 0 0,0 0 0 0 0,0 0 0 0 0,0 0 0 0 0,0 0 0 0 0,0 0 0 0 0,-1 0 0 0 0,1 0 0 0 0,0 0 0 0 0,0 0 0 0 0,-1 0 0 0 0,1 0 0 0 0,-1 0 0 0 0,1 1 0 0 0,-1-1 0 0 0,1 2 0 0 0,2 28 0 0 0,-4-27 0 0 0,1-1 0 0 0,0 1 0 0 0,1-1 0 0 0,-1 1 0 0 0,1-1 0 0 0,-1 1 0 0 0,1-1 0 0 0,0 1 0 0 0,3 5 0 0 0,-1-4 0 0 0,1-1 0 0 0,0 0 0 0 0,0 0 0 0 0,0-1 0 0 0,0 1 0 0 0,1-1 0 0 0,-1 0 0 0 0,11 5 0 0 0,-10-5 0 0 0,-1-1 0 0 0,1 1 0 0 0,0 0 0 0 0,-1 0 0 0 0,0 1 0 0 0,0-1 0 0 0,0 1 0 0 0,0 0 0 0 0,-1 0 0 0 0,5 6 0 0 0,-4-3 0 0 0,0-1 0 0 0,1 1 0 0 0,0-1 0 0 0,0 0 0 0 0,1-1 0 0 0,0 1 0 0 0,0-1 0 0 0,0 0 0 0 0,10 6 0 0 0,-7-5 0 0 0,-1 0 0 0 0,0 0 0 0 0,0 1 0 0 0,10 11 0 0 0,-14-13 0 0 0,-1 0 0 0 0,0-1 0 0 0,1 2 0 0 0,-1-1 0 0 0,-1 0 0 0 0,1 0 0 0 0,-1 1 0 0 0,0 0 0 0 0,1 6 0 0 0,-2-8 0 0 0,0 1 0 0 0,0-1 0 0 0,1 1 0 0 0,0-1 0 0 0,-1 0 0 0 0,1 1 0 0 0,1-1 0 0 0,-1 0 0 0 0,1 0 0 0 0,-1-1 0 0 0,1 1 0 0 0,6 5 0 0 0,-5-6 0 0 0,0 0 0 0 0,0-1 0 0 0,0 1 0 0 0,0-1 0 0 0,1 0 0 0 0,0 0 0 0 0,-1 0 0 0 0,1-1 0 0 0,0 1 0 0 0,0-1 0 0 0,8 0 0 0 0,-9 0 0 0 0,10 1 0 0 0,0 0 0 0 0,1-1 0 0 0,-1-1 0 0 0,0 0 0 0 0,17-2 0 0 0,24-5 0 0 0,24-4 0 0 0,210-56 0 0 0,-285 66 1 0 0,100-21 192 0 0,-85 19-140 0 0,0 1 1 0 0,0 0 0 0 0,31 3-1 0 0,-49-1-47 0 0,0 0-1 0 0,0 0 1 0 0,0 0 0 0 0,0 0-1 0 0,0 0 1 0 0,-1 0-1 0 0,1 1 1 0 0,0-1-1 0 0,0 0 1 0 0,0 1-1 0 0,0-1 1 0 0,-1 0-1 0 0,1 1 1 0 0,0-1-1 0 0,0 1 1 0 0,-1-1-1 0 0,1 1 1 0 0,0-1-1 0 0,-1 1 1 0 0,1 0-1 0 0,-1-1 1 0 0,2 2 0 0 0,-2-1-6 0 0,0 0 0 0 0,0 0 0 0 0,0-1 0 0 0,0 1 0 0 0,1 0 0 0 0,-2 0 0 0 0,1 0 0 0 0,0 0 0 0 0,0 0 1 0 0,0 0-1 0 0,0 0 0 0 0,0-1 0 0 0,-1 1 0 0 0,1 0 0 0 0,0 0 0 0 0,-1 0 0 0 0,1-1 0 0 0,-1 2 1 0 0,-4 5-46 0 0,0-1 1 0 0,0 1 0 0 0,-11 9-1 0 0,13-13 23 0 0,-9 9-19 0 0,-29 20 0 0 0,0-5 41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2:44.151"/>
    </inkml:context>
    <inkml:brush xml:id="br0">
      <inkml:brushProperty name="width" value="0.05" units="cm"/>
      <inkml:brushProperty name="height" value="0.05" units="cm"/>
      <inkml:brushProperty name="color" value="#FF0066"/>
    </inkml:brush>
  </inkml:definitions>
  <inkml:trace contextRef="#ctx0" brushRef="#br0">96 44 1799 0 0,'-14'-18'160'0'0,"6"7"-160"0"0,1 3 0 0 0,2 3 0 0 0,1 3 0 0 0,1 2 0 0 0,-1 2 0 0 0,-1 1 0 0 0,-3 1 0 0 0,-2 2 0 0 0,-4 3 0 0 0,0 1 0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2:44.538"/>
    </inkml:context>
    <inkml:brush xml:id="br0">
      <inkml:brushProperty name="width" value="0.05" units="cm"/>
      <inkml:brushProperty name="height" value="0.05" units="cm"/>
      <inkml:brushProperty name="color" value="#FF0066"/>
    </inkml:brush>
  </inkml:definitions>
  <inkml:trace contextRef="#ctx0" brushRef="#br0">3 170 2111 0 0,'0'-2'150'0'0,"-2"-11"-372"0"0,2 13 218 0 0,0-1 1 0 0,0 1-1 0 0,1 0 0 0 0,-1-1 0 0 0,0 1 1 0 0,0 0-1 0 0,0 0 0 0 0,1-1 1 0 0,-1 1-1 0 0,0 0 0 0 0,0-1 0 0 0,1 1 1 0 0,-1 0-1 0 0,0 0 0 0 0,1 0 0 0 0,-1-1 1 0 0,0 1-1 0 0,1 0 0 0 0,-1 0 0 0 0,0 0 1 0 0,1 0-1 0 0,-1 0 0 0 0,0 0 0 0 0,1 0 1 0 0,-1 0-1 0 0,0 0 0 0 0,1 0 0 0 0,-1 0 1 0 0,1 0-1 0 0,-1 0 0 0 0,1 0 0 0 0,0 0 170 0 0,4 0-46 0 0,200-2 1568 0 0,46-2-518 0 0,183-35-407 0 0,-166 14-310 0 0,-70 5-85 0 0,256-16 584 0 0,-268 25-722 0 0,88-1-190 0 0,-269 12-73 0 0,-1 0 1 0 0,1 0-1 0 0,-1 1 1 0 0,1 0-1 0 0,-1 0 1 0 0,0 0-1 0 0,1 0 1 0 0,-1 1-1 0 0,0-1 1 0 0,0 1-1 0 0,0 0 1 0 0,0 1-1 0 0,0-1 1 0 0,0 0-1 0 0,4 5 1 0 0,-4-2-2622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2:44.959"/>
    </inkml:context>
    <inkml:brush xml:id="br0">
      <inkml:brushProperty name="width" value="0.05" units="cm"/>
      <inkml:brushProperty name="height" value="0.05" units="cm"/>
      <inkml:brushProperty name="color" value="#FF0066"/>
    </inkml:brush>
  </inkml:definitions>
  <inkml:trace contextRef="#ctx0" brushRef="#br0">1 97 3215 0 0,'6'-3'-107'0'0,"1"1"0"0"0,-1 0 0 0 0,1 0 1 0 0,0 0-1 0 0,0 0 0 0 0,0 1 0 0 0,0 1 0 0 0,11-1 0 0 0,0 0 681 0 0,183-10 1320 0 0,-98 8-1512 0 0,706-13 1117 0 0,-682 15-1376 0 0,209 0 615 0 0,420-11 486 0 0,-752 12-1221 0 0,451-23 466 0 0,-446 22-470 0 0,11 0-40 0 0,34-7-1 0 0,-95 5-1698 0 0,22 4 1164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2:57.121"/>
    </inkml:context>
    <inkml:brush xml:id="br0">
      <inkml:brushProperty name="width" value="0.05" units="cm"/>
      <inkml:brushProperty name="height" value="0.05" units="cm"/>
      <inkml:brushProperty name="color" value="#FF0066"/>
    </inkml:brush>
  </inkml:definitions>
  <inkml:trace contextRef="#ctx0" brushRef="#br0">154 50 1407 0 0,'-2'-3'19'0'0,"-1"0"0"0"0,1 0 0 0 0,0 0 0 0 0,0 0 0 0 0,-1-4 0 0 0,-8-10 259 0 0,9 17-357 0 0,1 1 0 0 0,-1 0-1 0 0,0-1 1 0 0,1 1-1 0 0,-1 0 1 0 0,1 0-1 0 0,-1-1 1 0 0,1 1-1 0 0,-3 2 1 0 0,1 0 84 0 0,-30 18 337 0 0,20-13 15 0 0,1 0 0 0 0,-23 11 0 0 0,34-19-299 0 0,1 0 0 0 0,0 0 0 0 0,-1 0 0 0 0,1 1-1 0 0,-1-1 1 0 0,1 0 0 0 0,0 0 0 0 0,-1 0-1 0 0,1 0 1 0 0,0 0 0 0 0,-1 0 0 0 0,1 0 0 0 0,-1 0-1 0 0,1 0 1 0 0,0 0 0 0 0,-1 0 0 0 0,1 0-1 0 0,-1 0 1 0 0,1 0 0 0 0,0 0 0 0 0,-1 0 0 0 0,1 0-1 0 0,-1 0 1 0 0,1-1 0 0 0,0 1 0 0 0,-1 0-1 0 0,1 0 1 0 0,0 0 0 0 0,-1-1 0 0 0,1 1 0 0 0,0 0-1 0 0,-1 0 1 0 0,1-1 0 0 0,0 1 0 0 0,0 0-1 0 0,-1-1 1 0 0,1 1 0 0 0,0-1 0 0 0,4-2 30 0 0,5-2 56 0 0,0-1 1 0 0,0 1-1 0 0,1 1 1 0 0,0 0-1 0 0,10-3 0 0 0,1-3 35 0 0,4-1 65 0 0,-23 11-243 0 0,-1 0 1 0 0,0-1 0 0 0,0 1 0 0 0,0 0 0 0 0,0 0-1 0 0,1 0 1 0 0,-1 0 0 0 0,0 0 0 0 0,0 0-1 0 0,0 0 1 0 0,1 0 0 0 0,-1 0 0 0 0,0 1 0 0 0,0-1-1 0 0,0 0 1 0 0,0 1 0 0 0,0-1 0 0 0,2 1-1 0 0,-3 1-1 0 0,1-1 0 0 0,0 0 0 0 0,-1 1 0 0 0,1-1 0 0 0,-1 0 0 0 0,1 1 0 0 0,-1-1 0 0 0,1 1 0 0 0,-1-1 0 0 0,0 1 0 0 0,0-1 0 0 0,0 1 0 0 0,0-1 0 0 0,0 1 0 0 0,0-1 0 0 0,-1 3 0 0 0,2 14 0 0 0,1-15 21 0 0,0 0-1 0 0,0 0 1 0 0,0 0-1 0 0,0 0 0 0 0,1 0 1 0 0,-1 0-1 0 0,1 0 0 0 0,0-1 1 0 0,0 0-1 0 0,0 1 1 0 0,0-1-1 0 0,0 0 0 0 0,0 0 1 0 0,0-1-1 0 0,1 1 0 0 0,-1-1 1 0 0,1 1-1 0 0,4 0 1 0 0,6 2 200 0 0,1-1 1 0 0,-1 0 0 0 0,19 1 0 0 0,-20-4-176 0 0,-1 0 0 0 0,0-1 0 0 0,0 0 0 0 0,0 0 0 0 0,0-2 0 0 0,15-4 0 0 0,70-28 105 0 0,-74 25-120 0 0,5-2-23 0 0,-16 6 8 0 0,-1 1 0 0 0,1 1 0 0 0,0 0 0 0 0,15-3 0 0 0,-26 7-13 0 0,0 0-1 0 0,1 0 0 0 0,-1 0 1 0 0,0 0-1 0 0,0 0 1 0 0,1 1-1 0 0,-1-1 1 0 0,0 1-1 0 0,0-1 1 0 0,1 1-1 0 0,-1-1 1 0 0,0 1-1 0 0,0 0 1 0 0,0 0-1 0 0,0-1 1 0 0,0 1-1 0 0,0 0 1 0 0,0 0-1 0 0,0 0 1 0 0,0 0-1 0 0,1 2 1 0 0,13 11-5 0 0,-7-11 2 0 0,0 1 0 0 0,0-1-1 0 0,0-1 1 0 0,0 0-1 0 0,1 0 1 0 0,-1 0 0 0 0,1-1-1 0 0,-1-1 1 0 0,11 1 0 0 0,79-9 211 0 0,-97 8-205 0 0,135-27 730 0 0,-134 27-739 0 0,-1 0 0 0 0,1 0 0 0 0,0 0 0 0 0,-1 0 0 0 0,1 0 0 0 0,0 1 0 0 0,-1-1 0 0 0,1 0 1 0 0,0 1-1 0 0,-1-1 0 0 0,1 1 0 0 0,-1 0 0 0 0,1 0 0 0 0,-1-1 0 0 0,3 3 0 0 0,13 4-28 0 0,-6-4 47 0 0,1-2 0 0 0,-1 1 0 0 0,0-2 0 0 0,1 1 0 0 0,15-3 0 0 0,59-10 133 0 0,-69 9-131 0 0,77-17 86 0 0,37-6 9 0 0,-130 25-113 0 0,0 1 0 0 0,0 0-1 0 0,0 0 1 0 0,-1 0 0 0 0,1 0-1 0 0,0 0 1 0 0,0 0-1 0 0,0 0 1 0 0,0 0 0 0 0,-1 0-1 0 0,1 0 1 0 0,0 0 0 0 0,0 0-1 0 0,0 0 1 0 0,-1 1-1 0 0,1-1 1 0 0,0 0 0 0 0,0 1-1 0 0,-1-1 1 0 0,1 0 0 0 0,0 1-1 0 0,-1-1 1 0 0,1 1-1 0 0,0-1 1 0 0,-1 1 0 0 0,1 0-1 0 0,0 0-1 0 0,-1 1 0 0 0,0-1 0 0 0,0 0 0 0 0,1 1 0 0 0,-1-1 0 0 0,0 0 0 0 0,0 1-1 0 0,0-1 1 0 0,-1 0 0 0 0,1 1 0 0 0,-1 1 0 0 0,0 15-28 0 0,1-17 29 0 0,1-1 0 0 0,-1 1 0 0 0,0 0 0 0 0,0-1-1 0 0,1 1 1 0 0,-1-1 0 0 0,1 1 0 0 0,-1-1 0 0 0,0 1-1 0 0,1 0 1 0 0,-1-1 0 0 0,1 1 0 0 0,-1-1 0 0 0,1 0 0 0 0,-1 1-1 0 0,1-1 1 0 0,-1 1 0 0 0,1-1 0 0 0,0 0 0 0 0,-1 1-1 0 0,1-1 1 0 0,0 0 0 0 0,-1 0 0 0 0,1 0 0 0 0,1 1-1 0 0,9 0-4 0 0,1 0-1 0 0,-1 0 0 0 0,1-1 0 0 0,-1 0 1 0 0,1-1-1 0 0,19-4 0 0 0,0 0 74 0 0,73-9 76 0 0,95-8-355 0 0,-194 22 215 0 0,15-1-3 0 0,21 1 0 0 0,-35 1-2 0 0,0 0 0 0 0,-1 0 0 0 0,1 0 0 0 0,-1 0 0 0 0,1 1 0 0 0,-1 0 0 0 0,1 0 0 0 0,6 4 0 0 0,-5-2 16 0 0,-1-1 0 0 0,2 0 0 0 0,-1-1 0 0 0,0 0 0 0 0,0 0 0 0 0,1 0 0 0 0,-1-1 0 0 0,1 0 1 0 0,0-1-1 0 0,11 0 0 0 0,7 1 13 0 0,-4 1-26 0 0,1 1 1 0 0,-1 1-1 0 0,0 1 1 0 0,0 1-1 0 0,-1 1 1 0 0,32 15-1 0 0,-43-18 0 0 0,0-1 0 0 0,0 0 1 0 0,0 0-1 0 0,0-1 0 0 0,1 0 0 0 0,16 0 0 0 0,66-4 11 0 0,-28-1-8 0 0,-33 3-17 0 0,-4 1-24 0 0,42-5-1 0 0,65-5 102 0 0,-118 11-112 0 0,-17-2 46 0 0,1 0 1 0 0,-1 0-1 0 0,0 1 0 0 0,1-1 0 0 0,-1 0 0 0 0,0 0 0 0 0,1 0 0 0 0,-1 0 1 0 0,0 1-1 0 0,1-1 0 0 0,-1 0 0 0 0,0 0 0 0 0,0 1 0 0 0,1-1 0 0 0,-1 0 1 0 0,0 0-1 0 0,0 1 0 0 0,0-1 0 0 0,1 0 0 0 0,-1 1 0 0 0,0-1 0 0 0,0 0 1 0 0,0 0-1 0 0,0 1 0 0 0,0-1 0 0 0,0 1 0 0 0,0-1 0 0 0,0 0 0 0 0,0 1 1 0 0,0-1-1 0 0,0 0 0 0 0,0 1 0 0 0,0-1 0 0 0,0 0 0 0 0,0 1 0 0 0,0-1 1 0 0,0 0-1 0 0,0 1 0 0 0,0-1 0 0 0,0 0 0 0 0,0 1 0 0 0,-1-1 0 0 0,-5 11-62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4:07.388"/>
    </inkml:context>
    <inkml:brush xml:id="br0">
      <inkml:brushProperty name="width" value="0.05" units="cm"/>
      <inkml:brushProperty name="height" value="0.05" units="cm"/>
      <inkml:brushProperty name="color" value="#FF0066"/>
    </inkml:brush>
  </inkml:definitions>
  <inkml:trace contextRef="#ctx0" brushRef="#br0">31 486 5527 0 0,'-3'-2'86'0'0,"1"-1"-1"0"0,-1 0 1 0 0,1 0-1 0 0,0 0 1 0 0,0 0-1 0 0,0 0 1 0 0,0-1-1 0 0,0 1 0 0 0,1-1 1 0 0,0 1-1 0 0,0-1 1 0 0,0 1-1 0 0,0-1 1 0 0,-1-5-1 0 0,0-5 451 0 0,1-1 0 0 0,1-21 0 0 0,2 9 78 0 0,1-1 1 0 0,1 1 0 0 0,1-1 0 0 0,10-27-1 0 0,2 8 625 0 0,28-61-1 0 0,-42 101-1102 0 0,9-17 110 0 0,-11 23-224 0 0,0-1-1 0 0,-1 1 1 0 0,1 0 0 0 0,0 0-1 0 0,0-1 1 0 0,0 1-1 0 0,0 0 1 0 0,0 0 0 0 0,0 0-1 0 0,1 0 1 0 0,-1 0-1 0 0,3-1 1 0 0,-4 3-10 0 0,1-1 0 0 0,-1 1 0 0 0,0-1 0 0 0,1 1 0 0 0,-1 0 0 0 0,1-1 0 0 0,-1 1 0 0 0,0-1 1 0 0,1 1-1 0 0,-1 0 0 0 0,0 0 0 0 0,0-1 0 0 0,0 1 0 0 0,1 0 0 0 0,-1-1 0 0 0,0 1 0 0 0,0 0 0 0 0,0 0 0 0 0,0 0 0 0 0,0 23 7 0 0,-1 0-1 0 0,-1 0 0 0 0,-8 37 1 0 0,1-7-13 0 0,7-42-14 0 0,-6 66-257 0 0,8-70 228 0 0,0 0 0 0 0,1 0 1 0 0,0 0-1 0 0,0 0 0 0 0,0 0 0 0 0,1 0 0 0 0,5 12 0 0 0,7 4-131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4:07.750"/>
    </inkml:context>
    <inkml:brush xml:id="br0">
      <inkml:brushProperty name="width" value="0.05" units="cm"/>
      <inkml:brushProperty name="height" value="0.05" units="cm"/>
      <inkml:brushProperty name="color" value="#FF0066"/>
    </inkml:brush>
  </inkml:definitions>
  <inkml:trace contextRef="#ctx0" brushRef="#br0">19 289 6447 0 0,'-1'-1'61'0'0,"-1"0"0"0"0,1 0 0 0 0,0 0 0 0 0,-1 0 0 0 0,1-1 0 0 0,0 1 0 0 0,0-1 0 0 0,-1 1-1 0 0,1-1 1 0 0,1 1 0 0 0,-1-1 0 0 0,0 0 0 0 0,0 1 0 0 0,0-1 0 0 0,1 0 0 0 0,-1 0 0 0 0,1 1-1 0 0,-1-5 1 0 0,1 1 175 0 0,1 1 0 0 0,-1-1-1 0 0,1 1 1 0 0,0-1 0 0 0,0 0-1 0 0,3-6 1 0 0,7-18 1939 0 0,16-31 0 0 0,-16 40-1185 0 0,-1-1-1 0 0,-1-1 1 0 0,9-33-1 0 0,-18 45-13 0 0,-5 18-653 0 0,-7 18-195 0 0,-7 33-566 0 0,2 0 0 0 0,-14 96 0 0 0,25-102-5902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4:08.593"/>
    </inkml:context>
    <inkml:brush xml:id="br0">
      <inkml:brushProperty name="width" value="0.05" units="cm"/>
      <inkml:brushProperty name="height" value="0.05" units="cm"/>
      <inkml:brushProperty name="color" value="#FF0066"/>
    </inkml:brush>
  </inkml:definitions>
  <inkml:trace contextRef="#ctx0" brushRef="#br0">20 513 6911 0 0,'-1'-1'48'0'0,"0"0"-1"0"0,0-1 1 0 0,0 1-1 0 0,0 0 0 0 0,0-1 1 0 0,0 1-1 0 0,0-1 1 0 0,0 1-1 0 0,0-1 1 0 0,1 1-1 0 0,-1-1 0 0 0,1 0 1 0 0,-1 1-1 0 0,1-1 1 0 0,0 0-1 0 0,-1-1 1 0 0,-1-33-136 0 0,2 25 204 0 0,1-27 344 0 0,2 0-1 0 0,2-1 1 0 0,16-63-1 0 0,-12 62 601 0 0,-1-1 0 0 0,4-81 1 0 0,-11 121-1034 0 0,-1 0 1 0 0,0 0-1 0 0,0 1 0 0 0,0-1 1 0 0,0 0-1 0 0,0 0 1 0 0,0 1-1 0 0,0-1 1 0 0,-1 0-1 0 0,1 0 0 0 0,0 1 1 0 0,0-1-1 0 0,-1 0 1 0 0,1 0-1 0 0,0 1 1 0 0,-1-1-1 0 0,1 0 0 0 0,0 1 1 0 0,-1-1-1 0 0,1 1 1 0 0,-1-1-1 0 0,1 0 1 0 0,-1 1-1 0 0,0-1 1 0 0,0 1-8 0 0,0 0 0 0 0,1 0 0 0 0,-1 0 0 0 0,0 0 0 0 0,1 0 0 0 0,-1 1 0 0 0,1-1 0 0 0,-1 0 0 0 0,0 1 0 0 0,1-1 0 0 0,-1 0 0 0 0,1 1 0 0 0,-1-1 0 0 0,1 1 0 0 0,-1-1 0 0 0,1 0 0 0 0,-1 1 0 0 0,1-1 0 0 0,0 1 0 0 0,-1 0 0 0 0,1-1 0 0 0,0 1 0 0 0,-1-1 0 0 0,1 1 0 0 0,0-1 0 0 0,0 1 0 0 0,-1 0 0 0 0,1 1 0 0 0,-7 15 94 0 0,2 1-1 0 0,0 0 1 0 0,-5 32 0 0 0,-1 58-45 0 0,10-95-38 0 0,-3 66-325 0 0,5-26-3371 0 0,2-12-899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4:09.185"/>
    </inkml:context>
    <inkml:brush xml:id="br0">
      <inkml:brushProperty name="width" value="0.05" units="cm"/>
      <inkml:brushProperty name="height" value="0.05" units="cm"/>
      <inkml:brushProperty name="color" value="#FF0066"/>
    </inkml:brush>
  </inkml:definitions>
  <inkml:trace contextRef="#ctx0" brushRef="#br0">23 535 8287 0 0,'-1'-1'110'0'0,"-1"-3"-20"0"0,0 0 0 0 0,0 0 1 0 0,0-1-1 0 0,0 1 1 0 0,1 0-1 0 0,0-1 0 0 0,0 1 1 0 0,0-1-1 0 0,0-6 1 0 0,-2-43 63 0 0,-1-3 562 0 0,5-71-1 0 0,26-117 1430 0 0,-30 263-1814 0 0,-16 139 74 0 0,15-88-863 0 0,7 108-1 0 0,1-136-4128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5:24.917"/>
    </inkml:context>
    <inkml:brush xml:id="br0">
      <inkml:brushProperty name="width" value="0.05" units="cm"/>
      <inkml:brushProperty name="height" value="0.05" units="cm"/>
      <inkml:brushProperty name="color" value="#FF0066"/>
    </inkml:brush>
  </inkml:definitions>
  <inkml:trace contextRef="#ctx0" brushRef="#br0">1 205 10223 0 0,'40'2'894'0'0,"72"-5"-1"0"0,-45 0-272 0 0,119-4 982 0 0,207 1 88 0 0,-226 13-1316 0 0,222 0-12 0 0,256-61 641 0 0,-198 12-184 0 0,-429 40-794 0 0,420-21 659 0 0,-398 22-658 0 0,418-12 107 0 0,-245 7-134 0 0,55-5 0 0 0,-117-9-5 0 0,47-3 93 0 0,-159 21 10 0 0,-6-1 65 0 0,-1 2 0 0 0,40 3 0 0 0,-61 1-244 0 0,-11-3 86 0 0,0 1-1 0 0,0-1 0 0 0,0 0 1 0 0,0 0-1 0 0,0 0 0 0 0,0 0 0 0 0,0 1 1 0 0,0-1-1 0 0,0 0 0 0 0,0 0 1 0 0,0 0-1 0 0,0 1 0 0 0,0-1 1 0 0,0 0-1 0 0,0 0 0 0 0,0 0 0 0 0,0 0 1 0 0,-1 1-1 0 0,1-1 0 0 0,0 0 1 0 0,0 0-1 0 0,0 0 0 0 0,0 0 1 0 0,0 1-1 0 0,0-1 0 0 0,-1 0 0 0 0,1 0 1 0 0,0 0-1 0 0,0 0 0 0 0,0 0 1 0 0,0 0-1 0 0,-1 0 0 0 0,1 0 1 0 0,-23 11-555 0 0,17-8-362 0 0,-12 5-5762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5:28.671"/>
    </inkml:context>
    <inkml:brush xml:id="br0">
      <inkml:brushProperty name="width" value="0.05" units="cm"/>
      <inkml:brushProperty name="height" value="0.05" units="cm"/>
      <inkml:brushProperty name="color" value="#FF0066"/>
    </inkml:brush>
  </inkml:definitions>
  <inkml:trace contextRef="#ctx0" brushRef="#br0">1 233 11519 0 0,'0'-8'312'0'0,"0"-1"32"0"0,0 0 1 0 0,2-14-1 0 0,-2 21-437 0 0,1 0 0 0 0,-1 0 0 0 0,1 0 0 0 0,-1 0 0 0 0,1 0 0 0 0,0 0 0 0 0,0 1 0 0 0,-1-1 0 0 0,2 0 0 0 0,-1 0 0 0 0,0 1 0 0 0,0-1 0 0 0,0 0 0 0 0,1 1 0 0 0,-1-1 0 0 0,1 1 0 0 0,1-2 0 0 0,39-25-894 0 0,-26 17 908 0 0,1 0 0 0 0,0 1 0 0 0,0 0-1 0 0,21-7 1 0 0,-29 14 72 0 0,-1 0 1 0 0,1 1-1 0 0,0 0 0 0 0,0 1 0 0 0,0-1 0 0 0,0 2 0 0 0,0-1 0 0 0,0 1 0 0 0,1 1 0 0 0,14 2 0 0 0,-18-1 70 0 0,0-1 0 0 0,0 1 0 0 0,0 1 0 0 0,0-1-1 0 0,0 1 1 0 0,-1 0 0 0 0,1 0 0 0 0,-1 1 0 0 0,0-1 0 0 0,0 1-1 0 0,0 0 1 0 0,-1 1 0 0 0,1-1 0 0 0,-1 1 0 0 0,0 0 0 0 0,4 6-1 0 0,-2 0-8 0 0,0 0-1 0 0,-1 0 1 0 0,-1 0-1 0 0,1 1 1 0 0,-2 0-1 0 0,0-1 1 0 0,0 1-1 0 0,-1 0 1 0 0,-1 1-1 0 0,0-1 0 0 0,0 0 1 0 0,-1 0-1 0 0,-1 0 1 0 0,0 1-1 0 0,-5 19 1 0 0,2-14-55 0 0,0-1 0 0 0,-2 1 1 0 0,0-1-1 0 0,-1-1 0 0 0,0 0 1 0 0,-2 0-1 0 0,1 0 0 0 0,-2-1 1 0 0,0 0-1 0 0,-14 14 0 0 0,6-10 28 0 0,-1-2 0 0 0,-1 0-1 0 0,-1-1 1 0 0,0 0 0 0 0,-1-2-1 0 0,-1-1 1 0 0,0-1 0 0 0,-36 14-1 0 0,55-24 52 0 0,-1-1-1 0 0,1 1 1 0 0,-1-1-1 0 0,-9 1 1 0 0,13-2-62 0 0,1 1-1 0 0,-1-1 1 0 0,1 0 0 0 0,-1 0-1 0 0,0 0 1 0 0,1 0 0 0 0,-1-1 0 0 0,1 1-1 0 0,-1 0 1 0 0,0 0 0 0 0,1 0-1 0 0,-1 0 1 0 0,1-1 0 0 0,-1 1 0 0 0,1 0-1 0 0,-1 0 1 0 0,0-1 0 0 0,1 1-1 0 0,-1 0 1 0 0,1-1 0 0 0,0 1 0 0 0,-1-1-1 0 0,1 1 1 0 0,-1-1 0 0 0,1 1-1 0 0,0-1 1 0 0,-1 1 0 0 0,1-1 0 0 0,0 1-1 0 0,-1-1 1 0 0,1 1 0 0 0,0-1-1 0 0,0 1 1 0 0,0-1 0 0 0,-1 0 0 0 0,1 1-1 0 0,0-1 1 0 0,0 1 0 0 0,0-1-1 0 0,0 0 1 0 0,0 1 0 0 0,0-1 0 0 0,0 1-1 0 0,0-1 1 0 0,1 0 0 0 0,-1 1-1 0 0,0-1 1 0 0,0 1 0 0 0,1-2 0 0 0,0-4 8 0 0,1 1 0 0 0,0-1 0 0 0,1 1 0 0 0,-1 0 1 0 0,1 0-1 0 0,6-10 0 0 0,26-28 136 0 0,-23 29-143 0 0,102-112 11 0 0,44-57-8 0 0,-127 141-94 0 0,45-59 91 0 0,-57 78-27 0 0,2 1 0 0 0,24-22-1 0 0,-43 42 9 0 0,0 1 0 0 0,-1-1 0 0 0,1 1 0 0 0,0 0 0 0 0,0 0 0 0 0,0 0 0 0 0,0 0 0 0 0,0 0 0 0 0,3 0 0 0 0,-4 1 2 0 0,-1 0 0 0 0,0 0 1 0 0,0 0-1 0 0,1 0 0 0 0,-1 0 0 0 0,0 0 0 0 0,1 0 0 0 0,-1 0 0 0 0,0 0 0 0 0,0 0 0 0 0,1 0 0 0 0,-1 0 0 0 0,0 0 0 0 0,0 0 0 0 0,1 0 0 0 0,-1 0 1 0 0,0 0-1 0 0,0 1 0 0 0,1-1 0 0 0,-1 0 0 0 0,0 0 0 0 0,0 0 0 0 0,1 0 0 0 0,-1 1 0 0 0,0-1 0 0 0,0 0 0 0 0,1 1 0 0 0,-1 0 0 0 0,0-1 1 0 0,0 1-1 0 0,0 0 0 0 0,1 0 0 0 0,-1 0 0 0 0,0 0 0 0 0,0 0 0 0 0,0 0 1 0 0,-1 0-1 0 0,1-1 0 0 0,0 1 0 0 0,0 0 0 0 0,0 0 0 0 0,-1 1 0 0 0,-5 15 15 0 0,-1 0-1 0 0,-1 0 0 0 0,-16 25 1 0 0,11-20-9 0 0,-43 70 78 0 0,-25 46 194 0 0,72-119-245 0 0,0 0 0 0 0,2 0 0 0 0,0 1 0 0 0,1 0 0 0 0,-5 32 0 0 0,10-45-14 0 0,1 0-1 0 0,-1 0 1 0 0,1 0-1 0 0,0 0 1 0 0,1 0 0 0 0,0 0-1 0 0,0 0 1 0 0,0 0-1 0 0,1 0 1 0 0,3 7-1 0 0,-4-11-10 0 0,1 1 0 0 0,0-1 0 0 0,0 0 0 0 0,0 1-1 0 0,0-1 1 0 0,0 0 0 0 0,1-1 0 0 0,0 1 0 0 0,-1 0-1 0 0,1-1 1 0 0,0 1 0 0 0,0-1 0 0 0,0 0 0 0 0,1 0-1 0 0,-1 0 1 0 0,0 0 0 0 0,1-1 0 0 0,-1 1 0 0 0,1-1-1 0 0,4 1 1 0 0,28 3-3985 0 0,-21-5-486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5:28.837"/>
    </inkml:context>
    <inkml:brush xml:id="br0">
      <inkml:brushProperty name="width" value="0.05" units="cm"/>
      <inkml:brushProperty name="height" value="0.05" units="cm"/>
      <inkml:brushProperty name="color" value="#FF0066"/>
    </inkml:brush>
  </inkml:definitions>
  <inkml:trace contextRef="#ctx0" brushRef="#br0">1 147 11055 0 0,'0'-22'488'0'0,"3"8"104"0"0,6 4-472 0 0,-1 3-120 0 0,-1 4 0 0 0,0 1 0 0 0,5 0-120 0 0,7-1-40 0 0,11-2-16 0 0,11-5 0 0 0,5 0-192 0 0,3-2-40 0 0,-1 0-8 0 0,-2 2 0 0 0,-5 1 160 0 0,0 2 24 0 0,-2 2 8 0 0,-4 2-3520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5:29.022"/>
    </inkml:context>
    <inkml:brush xml:id="br0">
      <inkml:brushProperty name="width" value="0.05" units="cm"/>
      <inkml:brushProperty name="height" value="0.05" units="cm"/>
      <inkml:brushProperty name="color" value="#FF0066"/>
    </inkml:brush>
  </inkml:definitions>
  <inkml:trace contextRef="#ctx0" brushRef="#br0">13 5 14279 0 0,'-1'0'153'0'0,"-8"-4"1222"0"0,9 4-1399 0 0,0 0 0 0 0,0 0 0 0 0,0 0-1 0 0,-1 0 1 0 0,1 0 0 0 0,0 1 0 0 0,0-1-1 0 0,0 0 1 0 0,0 0 0 0 0,0 0 0 0 0,0 0 0 0 0,0 0-1 0 0,0 0 1 0 0,-1 0 0 0 0,1 0 0 0 0,0 0-1 0 0,0 0 1 0 0,0 1 0 0 0,0-1 0 0 0,0 0 0 0 0,0 0-1 0 0,0 0 1 0 0,0 0 0 0 0,0 0 0 0 0,0 0-1 0 0,0 1 1 0 0,0-1 0 0 0,0 0 0 0 0,0 0-1 0 0,0 0 1 0 0,0 0 0 0 0,0 0 0 0 0,0 1 0 0 0,0-1-1 0 0,0 0 1 0 0,0 0 0 0 0,0 0 0 0 0,0 0-1 0 0,0 0 1 0 0,0 0 0 0 0,0 1 0 0 0,0-1 0 0 0,0 0-1 0 0,0 0 1 0 0,0 0 0 0 0,0 0 0 0 0,0 0-1 0 0,0 0 1 0 0,1 0 0 0 0,-1 0 0 0 0,0 1 0 0 0,0-1-1 0 0,0 0 1 0 0,0 0 0 0 0,0 0 0 0 0,0 0-1 0 0,0 0 1 0 0,1 0 0 0 0,-1 1-94 0 0,0-1 0 0 0,1 1-1 0 0,-1-1 1 0 0,1 0 0 0 0,-1 1 0 0 0,1-1 0 0 0,-1 0-1 0 0,1 1 1 0 0,-1-1 0 0 0,1 0 0 0 0,-1 1 0 0 0,1-1-1 0 0,-1 0 1 0 0,1 0 0 0 0,0 0 0 0 0,-1 1 0 0 0,1-1 0 0 0,-1 0-1 0 0,1 0 1 0 0,0 0 0 0 0,-1 0 0 0 0,1 0 0 0 0,18-2 35 0 0,-12 2-179 0 0,33-4 44 0 0,-14 0-58 0 0,1 2-1 0 0,-1 1 0 0 0,39 4 0 0 0,-42 1-3314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5:29.195"/>
    </inkml:context>
    <inkml:brush xml:id="br0">
      <inkml:brushProperty name="width" value="0.05" units="cm"/>
      <inkml:brushProperty name="height" value="0.05" units="cm"/>
      <inkml:brushProperty name="color" value="#FF0066"/>
    </inkml:brush>
  </inkml:definitions>
  <inkml:trace contextRef="#ctx0" brushRef="#br0">15 61 4143 0 0,'-10'0'368'0'0,"5"-1"-296"0"0,7-1-72 0 0,1 2 392 0 0,2-2 64 0 0,2 1 16 0 0,5-5 0 0 0,5 1-344 0 0,7-3-128 0 0,10-2 88 0 0,8 1-88 0 0,6 1 0 0 0,1-1 0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5:29.376"/>
    </inkml:context>
    <inkml:brush xml:id="br0">
      <inkml:brushProperty name="width" value="0.05" units="cm"/>
      <inkml:brushProperty name="height" value="0.05" units="cm"/>
      <inkml:brushProperty name="color" value="#FF0066"/>
    </inkml:brush>
  </inkml:definitions>
  <inkml:trace contextRef="#ctx0" brushRef="#br0">458 92 7367 0 0,'27'-85'800'0'0,"-27"85"-800"0"0,1 0 0 0 0,-1 0 0 0 0,0 0 0 0 0,0-1-1 0 0,0 1 1 0 0,0 0 0 0 0,0 0 0 0 0,0-1-1 0 0,0 1 1 0 0,0 0 0 0 0,0 0 0 0 0,0 0 0 0 0,0-1-1 0 0,0 1 1 0 0,0 0 0 0 0,0 0 0 0 0,-1-1 0 0 0,1 1-1 0 0,0 0 1 0 0,0 0 0 0 0,0 0 0 0 0,0 0 0 0 0,0-1-1 0 0,0 1 1 0 0,0 0 0 0 0,-1 0 0 0 0,1 0 0 0 0,0 0-1 0 0,0-1 1 0 0,0 1 0 0 0,0 0 0 0 0,-1 0-1 0 0,1 0 1 0 0,0 0 0 0 0,0 0 0 0 0,0 0 0 0 0,-1 0-1 0 0,1-1 1 0 0,0 1 0 0 0,0 0 0 0 0,0 0 0 0 0,-1 0-1 0 0,1 0 1 0 0,0 0 0 0 0,0 0 0 0 0,-1 0 0 0 0,1 0-1 0 0,0 0 1 0 0,0 0 0 0 0,0 0 0 0 0,-1 0-1 0 0,1 0 1 0 0,0 1 0 0 0,0-1 0 0 0,0 0 0 0 0,-1 0-1 0 0,-11 3-47 0 0,-1 3 115 0 0,0 1-1 0 0,0 0 0 0 0,1 1 1 0 0,-21 17-1 0 0,-41 44 1024 0 0,31-25-44 0 0,2 3 0 0 0,2 0 0 0 0,3 3 0 0 0,1 1 0 0 0,-38 77 0 0 0,66-113-724 0 0,0 0 0 0 0,1 1 1 0 0,1 0-1 0 0,-7 32 0 0 0,11-39-260 0 0,0-1 0 0 0,0 0 1 0 0,1 1-1 0 0,0-1 0 0 0,1 1 0 0 0,0-1 0 0 0,0 0 0 0 0,1 1 0 0 0,0-1 0 0 0,0 0 0 0 0,6 14 0 0 0,-2-11-260 0 0,0 0 0 0 0,1 0 1 0 0,0 0-1 0 0,1-1 1 0 0,14 15-1 0 0,2-1-5882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5:29.870"/>
    </inkml:context>
    <inkml:brush xml:id="br0">
      <inkml:brushProperty name="width" value="0.05" units="cm"/>
      <inkml:brushProperty name="height" value="0.05" units="cm"/>
      <inkml:brushProperty name="color" value="#FF0066"/>
    </inkml:brush>
  </inkml:definitions>
  <inkml:trace contextRef="#ctx0" brushRef="#br0">2 304 1839 0 0,'-1'-12'206'0'0,"0"-41"-411"0"0,2 49 368 0 0,-1 0 0 0 0,0 0-1 0 0,1 0 1 0 0,0 0 0 0 0,0 0-1 0 0,0 0 1 0 0,1 0 0 0 0,-1 1 0 0 0,1-1-1 0 0,3-5 1 0 0,31-33 5898 0 0,21-14-6700 0 0,-49 48 905 0 0,-7 7-280 0 0,18-17 43 0 0,23-16 1 0 0,-37 30 52 0 0,1 0 1 0 0,-1 1-1 0 0,1-1 0 0 0,0 1 0 0 0,0 1 0 0 0,0-1 0 0 0,0 1 0 0 0,1 0 1 0 0,12-2-1 0 0,-17 4-14 0 0,0 0 0 0 0,0 0 0 0 0,0 0 0 0 0,0 0 0 0 0,0 0 0 0 0,0 0 0 0 0,0 1 0 0 0,0-1 0 0 0,-1 1 0 0 0,1 0 0 0 0,0-1 0 0 0,0 1 0 0 0,0 0 0 0 0,0 0 0 0 0,-1 0 0 0 0,1 0 0 0 0,0 0 1 0 0,-1 1-1 0 0,1-1 0 0 0,-1 0 0 0 0,0 1 0 0 0,1-1 0 0 0,-1 1 0 0 0,0 0 0 0 0,0-1 0 0 0,0 1 0 0 0,0 0 0 0 0,0-1 0 0 0,0 1 0 0 0,0 0 0 0 0,-1 0 0 0 0,1 0 0 0 0,-1 0 0 0 0,1 4 0 0 0,0 3 86 0 0,0 0-1 0 0,0 1 0 0 0,-1-1 0 0 0,0 0 1 0 0,-1 1-1 0 0,-2 10 0 0 0,-3 12-68 0 0,-2 0 0 0 0,-2-1 1 0 0,-1 0-1 0 0,-21 43 0 0 0,-72 111-215 0 0,89-162 194 0 0,38-44-256 0 0,-15 12 189 0 0,314-353-1674 0 0,-318 358 1677 0 0,20-28 0 0 0,-22 29 0 0 0,-1 1 0 0 0,1-1 0 0 0,-1 0 0 0 0,0 0 0 0 0,1 0 0 0 0,-1 0 0 0 0,0 0 0 0 0,-1 0 0 0 0,1 0 0 0 0,0-4 0 0 0,-1 7 0 0 0,0-1 0 0 0,0 1-1 0 0,0-1 1 0 0,0 0 0 0 0,0 1-1 0 0,0-1 1 0 0,0 1-1 0 0,0-1 1 0 0,-1 1 0 0 0,1-1-1 0 0,0 1 1 0 0,0 0 0 0 0,0-1-1 0 0,-1 1 1 0 0,1-1 0 0 0,0 1-1 0 0,-1-1 1 0 0,1 1 0 0 0,0 0-1 0 0,-1-1 1 0 0,1 1-1 0 0,0 0 1 0 0,-1-1 0 0 0,1 1-1 0 0,-1 0 1 0 0,1-1 0 0 0,-1 1-1 0 0,-1-1-1 0 0,1 1 0 0 0,0 0 0 0 0,-1 0 0 0 0,1 0 0 0 0,-1-1 0 0 0,1 1 0 0 0,0 0 0 0 0,-1 1 0 0 0,1-1 0 0 0,-2 0 0 0 0,-3 2-6 0 0,0-1 0 0 0,0 1 0 0 0,-10 5 0 0 0,4-1 138 0 0,0 1 0 0 0,0 0 0 0 0,1 1 1 0 0,0 1-1 0 0,1 0 0 0 0,0 0 0 0 0,0 1 0 0 0,1 0 0 0 0,0 0 0 0 0,1 1 0 0 0,0 0 0 0 0,-8 17 0 0 0,12-20-43 0 0,0 0-1 0 0,0 0 1 0 0,1 0-1 0 0,0 0 1 0 0,1 1 0 0 0,-1-1-1 0 0,2 1 1 0 0,-1-1-1 0 0,1 1 1 0 0,1 0 0 0 0,0 0-1 0 0,0-1 1 0 0,0 1-1 0 0,1 0 1 0 0,1 0 0 0 0,-1-1-1 0 0,1 1 1 0 0,1-1-1 0 0,0 0 1 0 0,5 12 0 0 0,-4-14-27 0 0,0 1 0 0 0,0-1-1 0 0,1 0 1 0 0,0 0 0 0 0,1 0 0 0 0,-1 0 0 0 0,1-1 0 0 0,0 0 0 0 0,0-1 0 0 0,1 1 0 0 0,9 4 0 0 0,-5-3-86 0 0,0-1 0 0 0,1 0-1 0 0,-1-1 1 0 0,1 0 0 0 0,0-1 0 0 0,18 2 0 0 0,-5-3-268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5:30.014"/>
    </inkml:context>
    <inkml:brush xml:id="br0">
      <inkml:brushProperty name="width" value="0.05" units="cm"/>
      <inkml:brushProperty name="height" value="0.05" units="cm"/>
      <inkml:brushProperty name="color" value="#FF0066"/>
    </inkml:brush>
  </inkml:definitions>
  <inkml:trace contextRef="#ctx0" brushRef="#br0">1 123 13359 0 0,'0'-14'592'0'0,"5"5"120"0"0,3 4-568 0 0,3 2-144 0 0,-1 1 0 0 0,0 2 0 0 0,4-1-336 0 0,8-3-96 0 0,12 1-16 0 0,15-4-8 0 0,11-3 8 0 0,4 0 8 0 0,1-2 0 0 0,-5 0 0 0 0,-4 2-16 0 0,-7 3-8 0 0,-5 0 0 0 0,-3 0 0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5:30.290"/>
    </inkml:context>
    <inkml:brush xml:id="br0">
      <inkml:brushProperty name="width" value="0.05" units="cm"/>
      <inkml:brushProperty name="height" value="0.05" units="cm"/>
      <inkml:brushProperty name="color" value="#FF0066"/>
    </inkml:brush>
  </inkml:definitions>
  <inkml:trace contextRef="#ctx0" brushRef="#br0">2 196 5063 0 0,'0'-1'-34'0'0,"0"0"0"0"0,0 1 0 0 0,0-1 0 0 0,0 0 0 0 0,0 1 0 0 0,0-1 0 0 0,0 1 0 0 0,0-1 0 0 0,0 0 0 0 0,0 1 0 0 0,1-1 0 0 0,-1 0 0 0 0,0 1 0 0 0,0-1 0 0 0,1 1 0 0 0,-1-1 0 0 0,0 0 0 0 0,1 0 0 0 0,9-18-590 0 0,-7 13 641 0 0,46-82 1398 0 0,-14 27 1595 0 0,-30 52-1488 0 0,-11 19-915 0 0,-9 18-228 0 0,-3 11 537 0 0,2 1 0 0 0,-13 49 0 0 0,23-64-910 0 0,0 1-1 0 0,2-1 1 0 0,1 1 0 0 0,0 48-1 0 0,4-54-4845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5:30.476"/>
    </inkml:context>
    <inkml:brush xml:id="br0">
      <inkml:brushProperty name="width" value="0.05" units="cm"/>
      <inkml:brushProperty name="height" value="0.05" units="cm"/>
      <inkml:brushProperty name="color" value="#FF0066"/>
    </inkml:brush>
  </inkml:definitions>
  <inkml:trace contextRef="#ctx0" brushRef="#br0">48 0 10135 0 0,'5'0'896'0'0,"-2"4"-712"0"0,-1-1-184 0 0,0 2 0 0 0,-1-2 160 0 0,-1 3 0 0 0,2 0 0 0 0,2 6 0 0 0,-1 5-160 0 0,-3 2 0 0 0,-2 1 0 0 0,-5 1 0 0 0,-3-2-80 0 0,-5-1-24 0 0,-2 1-8 0 0,-2-4-4528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5:30.754"/>
    </inkml:context>
    <inkml:brush xml:id="br0">
      <inkml:brushProperty name="width" value="0.05" units="cm"/>
      <inkml:brushProperty name="height" value="0.05" units="cm"/>
      <inkml:brushProperty name="color" value="#FF0066"/>
    </inkml:brush>
  </inkml:definitions>
  <inkml:trace contextRef="#ctx0" brushRef="#br0">2 40 10591 0 0,'-2'-12'472'0'0,"2"4"96"0"0,0 1-456 0 0,0 3-112 0 0,0 3 120 0 0,2 1 0 0 0,0-2 0 0 0,0-1 0 0 0,1 3-120 0 0,-1-2 0 0 0,1 4 0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5:30.911"/>
    </inkml:context>
    <inkml:brush xml:id="br0">
      <inkml:brushProperty name="width" value="0.05" units="cm"/>
      <inkml:brushProperty name="height" value="0.05" units="cm"/>
      <inkml:brushProperty name="color" value="#FF0066"/>
    </inkml:brush>
  </inkml:definitions>
  <inkml:trace contextRef="#ctx0" brushRef="#br0">11 19 10591 0 0,'-3'-9'472'0'0,"-1"4"96"0"0,2 2-456 0 0,1 1-112 0 0,2 2 0 0 0,1 0-416 0 0,0 2-640 0 0,1-2 512 0 0,2 2 472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5:31.072"/>
    </inkml:context>
    <inkml:brush xml:id="br0">
      <inkml:brushProperty name="width" value="0.05" units="cm"/>
      <inkml:brushProperty name="height" value="0.05" units="cm"/>
      <inkml:brushProperty name="color" value="#FF0066"/>
    </inkml:brush>
  </inkml:definitions>
  <inkml:trace contextRef="#ctx0" brushRef="#br0">4 11 11519 0 0,'-2'-7'1024'0'0,"0"4"-824"0"0,2 4-200 0 0,2 1 424 0 0,-2 0 528 0 0,0 0-472 0 0,0-1-392 0 0,0 3-88 0 0,-2-1 0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5:31.534"/>
    </inkml:context>
    <inkml:brush xml:id="br0">
      <inkml:brushProperty name="width" value="0.05" units="cm"/>
      <inkml:brushProperty name="height" value="0.05" units="cm"/>
      <inkml:brushProperty name="color" value="#FF0066"/>
    </inkml:brush>
  </inkml:definitions>
  <inkml:trace contextRef="#ctx0" brushRef="#br0">72 11 9671 0 0,'0'0'37'0'0,"0"-1"0"0"0,0 1-1 0 0,0 0 1 0 0,0-1-1 0 0,0 1 1 0 0,0-1-1 0 0,0 1 1 0 0,0 0 0 0 0,0-1-1 0 0,0 1 1 0 0,0-1-1 0 0,0 1 1 0 0,0 0-1 0 0,0-1 1 0 0,0 1 0 0 0,1-1-1 0 0,-1 1 1 0 0,0 0-1 0 0,0-1 1 0 0,0 1 0 0 0,1 0-1 0 0,-1-1 1 0 0,0 1-1 0 0,0 0 1 0 0,1-1-1 0 0,-1 1 1 0 0,7 6 431 0 0,6 18 23 0 0,-8-10-362 0 0,-1 0 1 0 0,0 0-1 0 0,-1 0 0 0 0,-1 0 1 0 0,0 1-1 0 0,-1-1 0 0 0,0 1 1 0 0,-1 0-1 0 0,-1-1 0 0 0,0 1 1 0 0,-5 19-1 0 0,4-21-209 0 0,-2 0 1 0 0,0 0-1 0 0,0 0 1 0 0,-1 0-1 0 0,-1-1 0 0 0,0 0 1 0 0,-1 0-1 0 0,0 0 1 0 0,0-1-1 0 0,-2 0 0 0 0,1 0 1 0 0,-14 11-1 0 0,5-7-288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5:32.109"/>
    </inkml:context>
    <inkml:brush xml:id="br0">
      <inkml:brushProperty name="width" value="0.05" units="cm"/>
      <inkml:brushProperty name="height" value="0.05" units="cm"/>
      <inkml:brushProperty name="color" value="#FF0066"/>
    </inkml:brush>
  </inkml:definitions>
  <inkml:trace contextRef="#ctx0" brushRef="#br0">6 344 2759 0 0,'-1'-15'129'0'0,"-1"5"-101"0"0,1-1 1 0 0,0 0 0 0 0,1 0-1 0 0,0 0 1 0 0,2-11-1 0 0,0 18 122 0 0,-1 0-1 0 0,1 1 0 0 0,0-1 0 0 0,1 0 1 0 0,-1 0-1 0 0,1 1 0 0 0,-1 0 0 0 0,1-1 0 0 0,6-4 1 0 0,2-4 344 0 0,2-2-51 0 0,0 1 1 0 0,0 1-1 0 0,1 0 0 0 0,1 1 0 0 0,0 1 1 0 0,1 0-1 0 0,0 1 0 0 0,0 0 0 0 0,20-7 1 0 0,-10 7 121 0 0,0 1 1 0 0,0 1-1 0 0,1 1 0 0 0,0 1 1 0 0,44-2-1 0 0,-62 6-403 0 0,0 1 0 0 0,0 1 0 0 0,0-1 0 0 0,0 1 0 0 0,-1 1 0 0 0,1 0 0 0 0,16 5 0 0 0,-22-6-110 0 0,0 1 0 0 0,0-1 1 0 0,0 1-1 0 0,0 0 0 0 0,0 0 0 0 0,0 0 1 0 0,0 0-1 0 0,-1 0 0 0 0,1 1 0 0 0,-1-1 1 0 0,1 1-1 0 0,-1 0 0 0 0,0 0 0 0 0,0 0 1 0 0,0 0-1 0 0,-1 0 0 0 0,1 0 0 0 0,-1 0 1 0 0,1 0-1 0 0,-1 1 0 0 0,0-1 0 0 0,0 6 1 0 0,0-1-15 0 0,0 1 0 0 0,-1-1 1 0 0,-1 0-1 0 0,1 1 0 0 0,-1-1 1 0 0,-1 0-1 0 0,1 0 0 0 0,-1 0 1 0 0,-4 9-1 0 0,-5 11-12 0 0,-16 29 1 0 0,22-47-33 0 0,-15 31 6 0 0,-3-1 0 0 0,-1 0 0 0 0,-2-2 0 0 0,-2-1 0 0 0,-1-1 0 0 0,-65 60 0 0 0,92-93 0 0 0,-21 14 0 0 0,22-16 0 0 0,0 0 0 0 0,0 0 0 0 0,0-1 0 0 0,0 1 0 0 0,-1-1 0 0 0,1 1 0 0 0,0-1 0 0 0,0 1 0 0 0,-1-1 0 0 0,1 0 0 0 0,0 0 0 0 0,-1 1 0 0 0,1-1 0 0 0,0 0 0 0 0,-1 0 0 0 0,1 0 0 0 0,-2-1 0 0 0,3 1 0 0 0,0 0 0 0 0,0 0 0 0 0,0 0 0 0 0,-1 0 0 0 0,1 0 0 0 0,0 0 0 0 0,0-1 0 0 0,0 1 0 0 0,0 0 0 0 0,0 0 0 0 0,0 0 0 0 0,0 0 0 0 0,-1 0 0 0 0,1-1 0 0 0,0 1 0 0 0,0 0 0 0 0,0 0 0 0 0,0 0 0 0 0,0 0 0 0 0,0-1 0 0 0,0 1 0 0 0,0 0 0 0 0,0 0 0 0 0,0 0 0 0 0,0 0 0 0 0,0-1 0 0 0,0 1 0 0 0,0 0 0 0 0,0 0 0 0 0,0 0 0 0 0,0 0 0 0 0,0-1 0 0 0,0 1 0 0 0,0 0 0 0 0,1 0 0 0 0,3-10 0 0 0,9-8 0 0 0,-12 17 0 0 0,142-161 7 0 0,-21 27-80 0 0,-60 58 17 0 0,46-54-308 0 0,-75 95 303 0 0,54-46 0 0 0,-102 89 61 0 0,0 6 44 0 0,1 2 0 0 0,0 0 0 0 0,1 0 0 0 0,0 1-1 0 0,2 1 1 0 0,-14 23 0 0 0,3 4 527 0 0,-25 66-1 0 0,41-95-451 0 0,1 1 0 0 0,0-1-1 0 0,1 1 1 0 0,1 0 0 0 0,1 0-1 0 0,0 0 1 0 0,1 27 0 0 0,1-38-123 0 0,0 1-1 0 0,1 0 1 0 0,0-1 0 0 0,0 1 0 0 0,1-1-1 0 0,-1 1 1 0 0,1-1 0 0 0,0 0-1 0 0,1 0 1 0 0,-1 0 0 0 0,1 0 0 0 0,0 0-1 0 0,0 0 1 0 0,1-1 0 0 0,-1 1 0 0 0,1-1-1 0 0,0 0 1 0 0,0 0 0 0 0,0-1 0 0 0,1 1-1 0 0,-1-1 1 0 0,1 0 0 0 0,0 0-1 0 0,0 0 1 0 0,6 2 0 0 0,0-2-305 0 0,-1 1 0 0 0,1-2 0 0 0,16 3 0 0 0,-10-3-806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5:32.275"/>
    </inkml:context>
    <inkml:brush xml:id="br0">
      <inkml:brushProperty name="width" value="0.05" units="cm"/>
      <inkml:brushProperty name="height" value="0.05" units="cm"/>
      <inkml:brushProperty name="color" value="#FF0066"/>
    </inkml:brush>
  </inkml:definitions>
  <inkml:trace contextRef="#ctx0" brushRef="#br0">10 118 6911 0 0,'-8'-18'608'0'0,"6"8"-480"0"0,6 2-128 0 0,2 3 0 0 0,1 1 832 0 0,2 3 136 0 0,3-1 32 0 0,8-2 8 0 0,11-1-784 0 0,13-3-152 0 0,10-2-72 0 0,6-1 64 0 0,1 1-64 0 0,0 2 0 0 0,-3 3 0 0 0,-5 0-3176 0 0,-7 1-600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5:32.705"/>
    </inkml:context>
    <inkml:brush xml:id="br0">
      <inkml:brushProperty name="width" value="0.05" units="cm"/>
      <inkml:brushProperty name="height" value="0.05" units="cm"/>
      <inkml:brushProperty name="color" value="#FF0066"/>
    </inkml:brush>
  </inkml:definitions>
  <inkml:trace contextRef="#ctx0" brushRef="#br0">4 212 3679 0 0,'0'-1'77'0'0,"0"1"0"0"0,0 0 0 0 0,-1 0 0 0 0,1-1 0 0 0,0 1 0 0 0,0 0 0 0 0,-1 0 0 0 0,1-1 0 0 0,0 1 0 0 0,0 0 0 0 0,0-1 0 0 0,-1 1 0 0 0,1 0 0 0 0,0-1 0 0 0,0 1 0 0 0,0 0 0 0 0,0-1 0 0 0,0 1 0 0 0,0 0 0 0 0,0-1-1 0 0,0 1 1 0 0,0 0 0 0 0,0-1 0 0 0,0 1 0 0 0,0 0 0 0 0,0-1 0 0 0,0 0 0 0 0,5-14 1888 0 0,11-12 763 0 0,0 5-1611 0 0,2 0-1 0 0,31-30 0 0 0,-41 45-1026 0 0,0 0-1 0 0,0 1 1 0 0,1 0-1 0 0,0 0 1 0 0,0 0-1 0 0,0 1 1 0 0,1 1-1 0 0,0 0 1 0 0,-1 0-1 0 0,12-2 1 0 0,-18 5-82 0 0,0 1 1 0 0,0-1 0 0 0,0 1 0 0 0,1 0 0 0 0,-1 0 0 0 0,0 0-1 0 0,0 0 1 0 0,0 0 0 0 0,0 1 0 0 0,0 0 0 0 0,0-1-1 0 0,0 1 1 0 0,0 0 0 0 0,0 0 0 0 0,0 1 0 0 0,0-1 0 0 0,-1 1-1 0 0,4 1 1 0 0,-4-1 11 0 0,0 0 0 0 0,0 0 0 0 0,0 0 0 0 0,-1 0 0 0 0,1 0 0 0 0,-1 1 0 0 0,1-1 0 0 0,-1 0 0 0 0,0 1 0 0 0,0-1 0 0 0,0 1 0 0 0,0-1 0 0 0,0 1 0 0 0,0 0 0 0 0,-1-1 0 0 0,1 1-1 0 0,-1 0 1 0 0,0-1 0 0 0,0 1 0 0 0,0 0 0 0 0,-1 3 0 0 0,0 3-3 0 0,0 0-1 0 0,-1 0 0 0 0,-1 0 1 0 0,1-1-1 0 0,-1 1 1 0 0,-1-1-1 0 0,-4 9 1 0 0,-37 53 13 0 0,18-30-36 0 0,27-39 6 0 0,-1-1 0 0 0,1 1 0 0 0,-1 0 0 0 0,1-1 0 0 0,-1 1 0 0 0,1 0 0 0 0,-1 0 0 0 0,1 0 0 0 0,0-1 0 0 0,-1 1 0 0 0,1 0 0 0 0,0 0 0 0 0,0 0 0 0 0,0 0 0 0 0,0 0 0 0 0,0 1 0 0 0,0-2 0 0 0,0 0 0 0 0,1 0 0 0 0,-1 0 0 0 0,0 0 0 0 0,1 0 0 0 0,-1 0 0 0 0,0 0 0 0 0,1 0 0 0 0,-1 0 0 0 0,0 0 0 0 0,1 0 0 0 0,-1 0 0 0 0,1 0 0 0 0,-1 0 0 0 0,0 0 0 0 0,1 0 0 0 0,-1 0 0 0 0,0 0 0 0 0,1 0 0 0 0,-1-1 0 0 0,0 1 0 0 0,1 0 0 0 0,-1 0 0 0 0,0 0 0 0 0,1-1 0 0 0,30-19 0 0 0,-27 17 0 0 0,22-17-179 0 0,-1-1-1 0 0,-2-1 1 0 0,0 0-1 0 0,23-30 1 0 0,-38 39-255 0 0,-3 4 53 0 0,-6 19 277 0 0,-3 4 108 0 0,0 1 0 0 0,1 0 0 0 0,1-1 0 0 0,-1 19 0 0 0,3-29-14 0 0,0 0 0 0 0,0-1 1 0 0,0 1-1 0 0,1-1 0 0 0,-1 1 0 0 0,1-1 0 0 0,0 1 1 0 0,0-1-1 0 0,0 1 0 0 0,1-1 0 0 0,-1 0 0 0 0,1 0 1 0 0,-1 1-1 0 0,1-1 0 0 0,0-1 0 0 0,1 1 0 0 0,-1 0 1 0 0,0 0-1 0 0,1-1 0 0 0,-1 1 0 0 0,1-1 0 0 0,0 0 1 0 0,0 0-1 0 0,3 2 0 0 0,11 3-157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5:32.937"/>
    </inkml:context>
    <inkml:brush xml:id="br0">
      <inkml:brushProperty name="width" value="0.05" units="cm"/>
      <inkml:brushProperty name="height" value="0.05" units="cm"/>
      <inkml:brushProperty name="color" value="#FF0066"/>
    </inkml:brush>
  </inkml:definitions>
  <inkml:trace contextRef="#ctx0" brushRef="#br0">1 28 8751 0 0,'2'-2'49'0'0,"-1"-1"0"0"0,2 1 0 0 0,-1 0 0 0 0,0 0-1 0 0,0 0 1 0 0,1 0 0 0 0,-1 1 0 0 0,1-1 0 0 0,-1 0 0 0 0,1 1-1 0 0,0 0 1 0 0,-1 0 0 0 0,1 0 0 0 0,0 0 0 0 0,0 0 0 0 0,0 0-1 0 0,0 1 1 0 0,0-1 0 0 0,0 1 0 0 0,4 0 0 0 0,7 0-85 0 0,0 1 0 0 0,1 1 0 0 0,14 3 0 0 0,-6-1 117 0 0,6 0 19 0 0,-1 1 0 0 0,0 2 0 0 0,0 0 0 0 0,39 18 0 0 0,-58-21-21 0 0,1 0 1 0 0,-1 1-1 0 0,0 1 0 0 0,-1-1 0 0 0,1 1 0 0 0,-1 1 1 0 0,-1-1-1 0 0,1 2 0 0 0,-1-1 0 0 0,0 1 0 0 0,-1 0 1 0 0,1 0-1 0 0,-2 1 0 0 0,1-1 0 0 0,-1 1 0 0 0,5 13 1 0 0,-6-8 27 0 0,0 1 0 0 0,-1-1 0 0 0,0 1 1 0 0,-1 0-1 0 0,-1 0 0 0 0,-1 0 0 0 0,0 0 1 0 0,0 0-1 0 0,-2 0 0 0 0,0 0 0 0 0,-6 23 1 0 0,-2-3-25 0 0,-1 0 0 0 0,-2 0 0 0 0,-28 52 1 0 0,-7-4-188 0 0,-8 2-94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5:37.448"/>
    </inkml:context>
    <inkml:brush xml:id="br0">
      <inkml:brushProperty name="width" value="0.05" units="cm"/>
      <inkml:brushProperty name="height" value="0.05" units="cm"/>
      <inkml:brushProperty name="color" value="#FF0066"/>
    </inkml:brush>
  </inkml:definitions>
  <inkml:trace contextRef="#ctx0" brushRef="#br0">164 558 2999 0 0,'-18'-3'24'0'0,"1"0"-1"0"0,0 1 1 0 0,-1 1-1 0 0,1 1 1 0 0,-1 0-1 0 0,-28 5 0 0 0,34 0 190 0 0,12-5-207 0 0,0 0 1 0 0,0 0 0 0 0,0 0 0 0 0,0 1-1 0 0,0-1 1 0 0,0 0 0 0 0,0 0 0 0 0,0 0-1 0 0,0 0 1 0 0,-1 1 0 0 0,1-1 0 0 0,0 0-1 0 0,0 0 1 0 0,0 0 0 0 0,0 1 0 0 0,0-1-1 0 0,0 0 1 0 0,0 0 0 0 0,0 0 0 0 0,1 0-1 0 0,-1 1 1 0 0,0-1 0 0 0,0 0 0 0 0,0 0-1 0 0,0 0 1 0 0,0 0 0 0 0,0 1 0 0 0,0-1-1 0 0,0 0 1 0 0,0 0 0 0 0,0 0 0 0 0,1 0-1 0 0,-1 0 1 0 0,0 1 0 0 0,0-1 0 0 0,2 1 3 0 0,-1 0-1 0 0,1 0 1 0 0,-1 0 0 0 0,1-1 0 0 0,-1 1 0 0 0,1 0 0 0 0,0-1 0 0 0,0 1 0 0 0,-1-1 0 0 0,4 1-1 0 0,22 1 32 0 0,-1 0 0 0 0,1-2 0 0 0,42-6 0 0 0,13 0 123 0 0,276 2 772 0 0,-104-15-376 0 0,-96 5-238 0 0,428-22 716 0 0,146 0-282 0 0,1242-116-637 0 0,-1786 136-156 0 0,886-47 204 0 0,-285 22 180 0 0,-569 22-283 0 0,371-80 0 0 0,-544 88-115 0 0,216-42-328 0 0,-247 51-2455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7:28.645"/>
    </inkml:context>
    <inkml:brush xml:id="br0">
      <inkml:brushProperty name="width" value="0.05" units="cm"/>
      <inkml:brushProperty name="height" value="0.05" units="cm"/>
      <inkml:brushProperty name="color" value="#FF0066"/>
    </inkml:brush>
  </inkml:definitions>
  <inkml:trace contextRef="#ctx0" brushRef="#br0">98 573 1375 0 0,'-5'-1'241'0'0,"-1"0"0"0"0,1-1 0 0 0,0 0 0 0 0,0-1 0 0 0,0 1 0 0 0,1-1 0 0 0,-1 0 0 0 0,0 0 0 0 0,1 0 0 0 0,0 0 0 0 0,0-1 0 0 0,0 0 0 0 0,0 0 0 0 0,0 0 0 0 0,1 0 0 0 0,0-1 0 0 0,-5-8 0 0 0,5 7 38 0 0,1 0 1 0 0,0 0-1 0 0,0 0 1 0 0,0 1-1 0 0,1-2 0 0 0,0 1 1 0 0,0 0-1 0 0,1 0 1 0 0,-1 0-1 0 0,1 0 0 0 0,1 0 1 0 0,-1-1-1 0 0,1 1 1 0 0,0 0-1 0 0,4-11 0 0 0,1-2 280 0 0,2 1 0 0 0,0-1 0 0 0,1 1 0 0 0,1 1 0 0 0,1-1-1 0 0,18-22 1 0 0,-19 28-369 0 0,0 1 0 0 0,1-1 0 0 0,1 2-1 0 0,0-1 1 0 0,0 2 0 0 0,1 0 0 0 0,0 0-1 0 0,27-13 1 0 0,-38 21-159 0 0,1 0-1 0 0,-1 0 1 0 0,1 0-1 0 0,0 0 1 0 0,-1 1 0 0 0,1-1-1 0 0,0 1 1 0 0,-1 0-1 0 0,1-1 1 0 0,0 1-1 0 0,0 0 1 0 0,-1 1 0 0 0,1-1-1 0 0,0 0 1 0 0,0 1-1 0 0,-1 0 1 0 0,5 1-1 0 0,-5-1 2 0 0,1 1 0 0 0,-1-1 0 0 0,1 1 0 0 0,-1 0 0 0 0,0 0 0 0 0,1 0-1 0 0,-1 0 1 0 0,0 1 0 0 0,-1-1 0 0 0,1 0 0 0 0,0 1 0 0 0,-1-1 0 0 0,1 1-1 0 0,-1 0 1 0 0,2 4 0 0 0,4 11 31 0 0,-2 1 0 0 0,0-1 0 0 0,-1 1-1 0 0,2 28 1 0 0,-3 79 159 0 0,-8-39-222 0 0,-18 91 0 0 0,11-125 0 0 0,8-36 0 0 0,0 1 0 0 0,1 0 0 0 0,-1 23 0 0 0,6-38 0 0 0,2-7 0 0 0,3-7 0 0 0,16-52 13 0 0,22-95 0 0 0,0-69 48 0 0,11-43 20 0 0,-56 267-77 0 0,6-19 458 0 0,0 0 1 0 0,16-35 0 0 0,-16 49-198 0 0,-6 8-258 0 0,0 0 0 0 0,0 0 0 0 0,0 0 0 0 0,0 0-1 0 0,0 0 1 0 0,0 0 0 0 0,0 0 0 0 0,0 0 0 0 0,0 0 0 0 0,1 0-1 0 0,-1 0 1 0 0,0 0 0 0 0,0 0 0 0 0,0 0 0 0 0,0 0 0 0 0,0 0-1 0 0,0 0 1 0 0,0 0 0 0 0,0 0 0 0 0,0 0 0 0 0,1 0 0 0 0,-1 0-1 0 0,0 0 1 0 0,0 0 0 0 0,0 1 0 0 0,0-1 0 0 0,0 0-1 0 0,0 0 1 0 0,0 0 0 0 0,0 0 0 0 0,0 0 0 0 0,0 0 0 0 0,0 0-1 0 0,0 0 1 0 0,0 0 0 0 0,0 0 0 0 0,0 0 0 0 0,0 1 0 0 0,0-1-1 0 0,0 0 1 0 0,0 0 0 0 0,0 0 0 0 0,0 0 0 0 0,0 0 0 0 0,0 0-1 0 0,0 21 205 0 0,-42 158-184 0 0,-2 10 5 0 0,39-159-29 0 0,1-1 0 0 0,2 1 0 0 0,1 0 0 0 0,4 43 0 0 0,-1-64 0 0 0,-1-1-1 0 0,1 1 1 0 0,0-1-1 0 0,0 0 1 0 0,1 0-1 0 0,0 0 0 0 0,1 0 1 0 0,0 0-1 0 0,0-1 1 0 0,1 0-1 0 0,0 0 1 0 0,8 10-1 0 0,-10-14 0 0 0,1 1-1 0 0,-1-1 0 0 0,1 0 1 0 0,0 0-1 0 0,0 0 1 0 0,0-1-1 0 0,1 1 0 0 0,-1-1 1 0 0,0 0-1 0 0,1 0 1 0 0,0-1-1 0 0,-1 1 0 0 0,1-1 1 0 0,0 0-1 0 0,0 0 0 0 0,-1-1 1 0 0,1 1-1 0 0,0-1 1 0 0,0 0-1 0 0,0-1 0 0 0,0 1 1 0 0,9-3-1 0 0,-5 1-100 0 0,-1-1 1 0 0,0 0-1 0 0,0 0 0 0 0,-1-1 0 0 0,1 0 0 0 0,-1 0 0 0 0,1-1 0 0 0,-1 0 1 0 0,-1 0-1 0 0,1 0 0 0 0,-1-1 0 0 0,0 0 0 0 0,0-1 0 0 0,9-11 1 0 0,-8 5-1028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7:28.867"/>
    </inkml:context>
    <inkml:brush xml:id="br0">
      <inkml:brushProperty name="width" value="0.05" units="cm"/>
      <inkml:brushProperty name="height" value="0.05" units="cm"/>
      <inkml:brushProperty name="color" value="#FF0066"/>
    </inkml:brush>
  </inkml:definitions>
  <inkml:trace contextRef="#ctx0" brushRef="#br0">6 226 5527 0 0,'0'-1'53'0'0,"-1"0"-1"0"0,0 0 0 0 0,1 0 0 0 0,-1 0 0 0 0,1 0 0 0 0,-1 0 0 0 0,1-1 0 0 0,0 1 0 0 0,0 0 0 0 0,-1 0 1 0 0,1 0-1 0 0,0-1 0 0 0,0 1 0 0 0,0 0 0 0 0,0 0 0 0 0,0 0 0 0 0,0-1 0 0 0,1 1 0 0 0,-1 0 1 0 0,0 0-1 0 0,1 0 0 0 0,-1-1 0 0 0,0 1 0 0 0,1 0 0 0 0,0 0 0 0 0,-1 0 0 0 0,1 0 0 0 0,0 0 0 0 0,0-1 1 0 0,3-2 357 0 0,0 0 1 0 0,1 0 0 0 0,-1 1 0 0 0,1 0 0 0 0,6-4 0 0 0,-5 4-181 0 0,44-25 1475 0 0,2 3 1 0 0,0 2-1 0 0,2 2 0 0 0,78-19 1 0 0,-42 19-1057 0 0,-77 19-857 0 0,0 1 0 0 0,0 0 0 0 0,0 1 0 0 0,0 0 0 0 0,14 3 0 0 0,-6 1-6139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7:29.812"/>
    </inkml:context>
    <inkml:brush xml:id="br0">
      <inkml:brushProperty name="width" value="0.05" units="cm"/>
      <inkml:brushProperty name="height" value="0.05" units="cm"/>
      <inkml:brushProperty name="color" value="#FF0066"/>
    </inkml:brush>
  </inkml:definitions>
  <inkml:trace contextRef="#ctx0" brushRef="#br0">1 102 4607 0 0,'0'-3'482'0'0,"0"0"0"0"0,0 1 0 0 0,0-1 0 0 0,0 0 0 0 0,1 0 0 0 0,-1 0 0 0 0,1 0 0 0 0,0 1-1 0 0,-1-1 1 0 0,1 0 0 0 0,0 1 0 0 0,3-6 0 0 0,-2 7-254 0 0,-1 0 0 0 0,1-1 0 0 0,-1 1 1 0 0,1 0-1 0 0,-1 0 0 0 0,1 1 0 0 0,-1-1 0 0 0,1 0 1 0 0,0 0-1 0 0,0 1 0 0 0,-1-1 0 0 0,1 1 0 0 0,0 0 0 0 0,0-1 1 0 0,0 1-1 0 0,-1 0 0 0 0,1 0 0 0 0,4 0 0 0 0,18 1 130 0 0,1-2-1 0 0,-1-1 0 0 0,1-1 1 0 0,-1-1-1 0 0,36-10 0 0 0,-41 7-369 0 0,-3 2-46 0 0,23-6 0 0 0,-35 10 44 0 0,0 1 0 0 0,0-1 0 0 0,0 1 1 0 0,1 0-1 0 0,-1 0 0 0 0,0 0 0 0 0,0 0 1 0 0,0 1-1 0 0,1 0 0 0 0,6 2 0 0 0,-2 2-1112 0 0,-4-1-2589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7:29.984"/>
    </inkml:context>
    <inkml:brush xml:id="br0">
      <inkml:brushProperty name="width" value="0.05" units="cm"/>
      <inkml:brushProperty name="height" value="0.05" units="cm"/>
      <inkml:brushProperty name="color" value="#FF0066"/>
    </inkml:brush>
  </inkml:definitions>
  <inkml:trace contextRef="#ctx0" brushRef="#br0">45 106 6911 0 0,'-45'20'3180'0'0,"49"-20"-2120"0"0,4 0 88 0 0,104-45 4111 0 0,80-25-5122 0 0,-152 59-265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7:55.738"/>
    </inkml:context>
    <inkml:brush xml:id="br0">
      <inkml:brushProperty name="width" value="0.05" units="cm"/>
      <inkml:brushProperty name="height" value="0.05" units="cm"/>
      <inkml:brushProperty name="color" value="#FF0066"/>
    </inkml:brush>
  </inkml:definitions>
  <inkml:trace contextRef="#ctx0" brushRef="#br0">244 136 1831 0 0,'-12'0'29'0'0,"-112"4"102"0"0,117-2-131 0 0,-1 0 0 0 0,1 0 0 0 0,0 0 0 0 0,0 1 0 0 0,0 0 0 0 0,0 0 0 0 0,-7 6 0 0 0,-5 1 0 0 0,17-9 37 0 0,0-1-1 0 0,0 1 0 0 0,-1 0 1 0 0,1-1-1 0 0,0 1 0 0 0,0-1 1 0 0,0 0-1 0 0,-3 0 0 0 0,3 0 86 0 0,3 0-15 0 0,12-1 7 0 0,19-1-93 0 0,-1-2-1 0 0,1-1 1 0 0,43-13 0 0 0,-51 12 44 0 0,167-55 241 0 0,-32 7-185 0 0,-128 46-64 0 0,1 1 0 0 0,0 1 0 0 0,38-1-1 0 0,-28 8-262 0 0,-39-1 191 0 0,-1 1-1 0 0,1-1 0 0 0,0 0 0 0 0,-1 1 1 0 0,1 0-1 0 0,-1 0 0 0 0,1 0 0 0 0,-1 0 1 0 0,0 0-1 0 0,1 0 0 0 0,-1 1 0 0 0,0-1 1 0 0,3 4-1 0 0,-4-4 13 0 0,-1-1 1 0 0,1 1-1 0 0,-1 0 0 0 0,0 0 1 0 0,1 0-1 0 0,-1 0 0 0 0,0 0 1 0 0,0 0-1 0 0,0 0 1 0 0,0 0-1 0 0,0-1 0 0 0,0 1 1 0 0,0 0-1 0 0,0 0 1 0 0,0 0-1 0 0,0 0 0 0 0,0 0 1 0 0,-1 0-1 0 0,1 0 1 0 0,0 0-1 0 0,-1 0 0 0 0,1-1 1 0 0,0 1-1 0 0,-2 2 0 0 0,-3 6-57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7:55.987"/>
    </inkml:context>
    <inkml:brush xml:id="br0">
      <inkml:brushProperty name="width" value="0.05" units="cm"/>
      <inkml:brushProperty name="height" value="0.05" units="cm"/>
      <inkml:brushProperty name="color" value="#FF0066"/>
    </inkml:brush>
  </inkml:definitions>
  <inkml:trace contextRef="#ctx0" brushRef="#br0">0 238 487 0 0,'15'-6'82'0'0,"1"0"-1"0"0,-1 2 1 0 0,27-6-1 0 0,-13 4-23 0 0,64-20 538 0 0,95-42 0 0 0,-109 37 128 0 0,164-41 0 0 0,-222 68-738 0 0,0 2-1 0 0,0 0 0 0 0,0 2 1 0 0,1 0-1 0 0,27 4 0 0 0,-19-1 15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4:03.752"/>
    </inkml:context>
    <inkml:brush xml:id="br0">
      <inkml:brushProperty name="width" value="0.05" units="cm"/>
      <inkml:brushProperty name="height" value="0.05" units="cm"/>
      <inkml:brushProperty name="color" value="#FF0066"/>
    </inkml:brush>
  </inkml:definitions>
  <inkml:trace contextRef="#ctx0" brushRef="#br0">53 144 4143 0 0,'-2'0'130'0'0,"0"0"1"0"0,0 1-1 0 0,0-1 0 0 0,0 1 0 0 0,0-1 0 0 0,0 1 0 0 0,0 0 0 0 0,0 0 0 0 0,0 0 0 0 0,0 0 0 0 0,0 0 0 0 0,1 0 0 0 0,-1 0 0 0 0,0 1 0 0 0,1-1 0 0 0,-1 1 0 0 0,1-1 1 0 0,0 1-1 0 0,-1 0 0 0 0,1-1 0 0 0,0 1 0 0 0,0 0 0 0 0,0 0 0 0 0,0 0 0 0 0,0 0 0 0 0,0 3 0 0 0,-2 1 127 0 0,2 0 0 0 0,-1 0 0 0 0,1 1 0 0 0,0-1-1 0 0,0 1 1 0 0,0-1 0 0 0,2 11 0 0 0,0 1 305 0 0,2 1 0 0 0,0-1 0 0 0,9 27-1 0 0,-10-36-475 0 0,1-1 0 0 0,1 0 0 0 0,-1 0 0 0 0,1 0-1 0 0,1 0 1 0 0,0-1 0 0 0,0 0 0 0 0,0 1 0 0 0,9 7-1 0 0,-11-12-60 0 0,0 0 0 0 0,0-1 0 0 0,0 1 0 0 0,1-1 0 0 0,-1 0 0 0 0,0 0 0 0 0,1 0 0 0 0,0 0 0 0 0,-1-1 0 0 0,1 0 0 0 0,0 1 0 0 0,0-1 0 0 0,0-1 0 0 0,0 1-1 0 0,0 0 1 0 0,0-1 0 0 0,0 0 0 0 0,0 0 0 0 0,0 0 0 0 0,0-1 0 0 0,-1 1 0 0 0,1-1 0 0 0,0 0 0 0 0,6-2 0 0 0,-4 1 15 0 0,-1-1 1 0 0,1 0 0 0 0,-1-1-1 0 0,1 1 1 0 0,-1-1-1 0 0,0 0 1 0 0,-1 0-1 0 0,1 0 1 0 0,-1-1-1 0 0,1 0 1 0 0,-1 0 0 0 0,-1 0-1 0 0,1 0 1 0 0,5-12-1 0 0,-4 5 53 0 0,0 0 0 0 0,-1-1 0 0 0,0 0 0 0 0,-1 0 0 0 0,0 0 0 0 0,-1-1 0 0 0,-1 1 0 0 0,0 0 0 0 0,-1-1 0 0 0,-1-17 0 0 0,-1 12 53 0 0,-1-1-1 0 0,-1 0 1 0 0,-1 0-1 0 0,0 1 1 0 0,-1 0-1 0 0,-12-23 1 0 0,16 38-99 0 0,0 0 0 0 0,0 0 0 0 0,0 1 0 0 0,0-1 0 0 0,-1 1 0 0 0,0-1 0 0 0,0 1 0 0 0,0 0 0 0 0,0 0 0 0 0,0 0 0 0 0,0 1 0 0 0,-1-1 0 0 0,1 1 0 0 0,-8-4 0 0 0,8 5-22 0 0,0 0 0 0 0,0 0 0 0 0,0 1 0 0 0,0-1 0 0 0,0 1 0 0 0,-1-1 0 0 0,1 1 0 0 0,0 0 0 0 0,0 0 0 0 0,0 1 0 0 0,-1-1 0 0 0,1 1 0 0 0,0 0 0 0 0,0-1 0 0 0,0 1 0 0 0,0 1 0 0 0,0-1 0 0 0,0 0 0 0 0,0 1 0 0 0,-3 2 0 0 0,-1 0-21 0 0,0 1 0 0 0,1 0 0 0 0,0 1 0 0 0,0 0 0 0 0,0 0 0 0 0,1 0 0 0 0,0 0 0 0 0,0 1 0 0 0,0 0 0 0 0,1 0 0 0 0,0 0 0 0 0,1 0 0 0 0,-1 1 0 0 0,-2 12 0 0 0,3-12-1002 0 0,1 1-1 0 0,1-1 0 0 0,-1 1 1 0 0,1 14-1 0 0,2-3-4324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4:04.186"/>
    </inkml:context>
    <inkml:brush xml:id="br0">
      <inkml:brushProperty name="width" value="0.05" units="cm"/>
      <inkml:brushProperty name="height" value="0.05" units="cm"/>
      <inkml:brushProperty name="color" value="#FF0066"/>
    </inkml:brush>
  </inkml:definitions>
  <inkml:trace contextRef="#ctx0" brushRef="#br0">100 88 5527 0 0,'-2'0'72'0'0,"0"0"-1"0"0,0 0 0 0 0,0 1 1 0 0,1-1-1 0 0,-1 0 0 0 0,0 0 1 0 0,0 1-1 0 0,0-1 0 0 0,1 1 1 0 0,-1 0-1 0 0,0-1 0 0 0,-1 2 0 0 0,0 0 26 0 0,1 1-1 0 0,0-1 0 0 0,-1 0 0 0 0,1 1 0 0 0,0-1 0 0 0,-2 5 0 0 0,-4 4 205 0 0,1 2-1 0 0,1-1 0 0 0,-1 1 0 0 0,2 0 1 0 0,0 1-1 0 0,0-1 0 0 0,2 1 1 0 0,-4 23-1 0 0,5-28-111 0 0,1 1 1 0 0,1 0-1 0 0,0 0 1 0 0,0-1-1 0 0,1 1 0 0 0,0 0 1 0 0,1-1-1 0 0,0 1 1 0 0,1-1-1 0 0,-1 1 1 0 0,2-1-1 0 0,-1 0 1 0 0,8 13-1 0 0,-9-20-149 0 0,-1 1-1 0 0,1-1 1 0 0,-1 0 0 0 0,1 1 0 0 0,0-1-1 0 0,0 0 1 0 0,0 0 0 0 0,0 0 0 0 0,0 0-1 0 0,0-1 1 0 0,1 1 0 0 0,-1-1-1 0 0,0 1 1 0 0,1-1 0 0 0,0 0 0 0 0,-1 0-1 0 0,1 0 1 0 0,-1 0 0 0 0,1 0 0 0 0,0-1-1 0 0,0 1 1 0 0,0-1 0 0 0,-1 0-1 0 0,1 1 1 0 0,0-1 0 0 0,0-1 0 0 0,0 1-1 0 0,-1 0 1 0 0,1-1 0 0 0,0 1 0 0 0,0-1-1 0 0,-1 0 1 0 0,4-1 0 0 0,3-2 57 0 0,-1 0 0 0 0,0-1 1 0 0,0 0-1 0 0,0 0 0 0 0,-1-1 1 0 0,0 0-1 0 0,0 0 0 0 0,11-13 1 0 0,-9 8 24 0 0,0-1 0 0 0,-1 1 0 0 0,0-2 0 0 0,-1 1 0 0 0,-1-1 0 0 0,0 0 0 0 0,0 0 1 0 0,-1-1-1 0 0,-1 0 0 0 0,3-14 0 0 0,-5 18-50 0 0,-1 1-1 0 0,0-1 1 0 0,-1 0-1 0 0,0 1 1 0 0,0-1 0 0 0,-1 0-1 0 0,0 1 1 0 0,-1-1 0 0 0,0 1-1 0 0,0-1 1 0 0,-1 1-1 0 0,0 0 1 0 0,-1 0 0 0 0,0 0-1 0 0,-9-14 1 0 0,10 19-18 0 0,0 0 1 0 0,0 0-1 0 0,0 0 1 0 0,0 1-1 0 0,-1 0 1 0 0,1-1-1 0 0,-1 1 1 0 0,0 0-1 0 0,0 1 1 0 0,0-1-1 0 0,0 1 1 0 0,-1 0-1 0 0,1 0 1 0 0,0 0-1 0 0,-1 1 0 0 0,0-1 1 0 0,1 1-1 0 0,-1 0 1 0 0,0 0-1 0 0,0 1 1 0 0,1 0-1 0 0,-1-1 1 0 0,0 2-1 0 0,0-1 1 0 0,0 0-1 0 0,1 1 1 0 0,-1 0-1 0 0,0 0 1 0 0,1 1-1 0 0,-1-1 1 0 0,1 1-1 0 0,-1 0 0 0 0,1 0 1 0 0,0 0-1 0 0,-1 1 1 0 0,1-1-1 0 0,1 1 1 0 0,-1 0-1 0 0,0 0 1 0 0,-4 6-1 0 0,1-2-79 0 0,1 0 0 0 0,1 1 1 0 0,-1-1-1 0 0,1 1 0 0 0,1 0 0 0 0,-1 1 0 0 0,1-1 0 0 0,1 1 0 0 0,0 0 1 0 0,0-1-1 0 0,0 2 0 0 0,1-1 0 0 0,1 0 0 0 0,0 0 0 0 0,0 1 0 0 0,1 12 1 0 0,2-4-554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4:04.574"/>
    </inkml:context>
    <inkml:brush xml:id="br0">
      <inkml:brushProperty name="width" value="0.05" units="cm"/>
      <inkml:brushProperty name="height" value="0.05" units="cm"/>
      <inkml:brushProperty name="color" value="#FF0066"/>
    </inkml:brush>
  </inkml:definitions>
  <inkml:trace contextRef="#ctx0" brushRef="#br0">103 219 6911 0 0,'-4'-13'72'0'0,"2"6"134"0"0,-1-1 1 0 0,0 1 0 0 0,0 0 0 0 0,-8-12 0 0 0,11 18-106 0 0,-1 0 0 0 0,1 0 0 0 0,-1 0 0 0 0,0 0 0 0 0,0 1 0 0 0,1-1-1 0 0,-1 0 1 0 0,0 0 0 0 0,0 1 0 0 0,0-1 0 0 0,0 0 0 0 0,0 1 0 0 0,0-1-1 0 0,0 1 1 0 0,0-1 0 0 0,0 1 0 0 0,0 0 0 0 0,0-1 0 0 0,0 1 0 0 0,0 0-1 0 0,0 0 1 0 0,0 0 0 0 0,0 0 0 0 0,0 0 0 0 0,-1 0 0 0 0,1 0 0 0 0,0 0-1 0 0,0 0 1 0 0,0 0 0 0 0,0 1 0 0 0,0-1 0 0 0,0 0 0 0 0,0 1 0 0 0,0-1-1 0 0,0 1 1 0 0,0-1 0 0 0,0 1 0 0 0,0-1 0 0 0,0 1 0 0 0,-1 1 0 0 0,-1 1 107 0 0,0 0 0 0 0,0 0 0 0 0,0 0 0 0 0,1 1 0 0 0,-1-1 0 0 0,1 1 0 0 0,0 0 0 0 0,0 0 0 0 0,0 0-1 0 0,1 0 1 0 0,-1 0 0 0 0,1 0 0 0 0,0 0 0 0 0,-1 7 0 0 0,0 4 25 0 0,0 0 0 0 0,1 29 0 0 0,2-32-142 0 0,0-1-1 0 0,1 1 1 0 0,0 0-1 0 0,1-1 1 0 0,0 0-1 0 0,1 1 1 0 0,0-1 0 0 0,10 19-1 0 0,-11-26-65 0 0,-1 0 1 0 0,1 0-1 0 0,0 0 0 0 0,1 0 0 0 0,-1-1 1 0 0,0 1-1 0 0,1-1 0 0 0,0 0 1 0 0,0 0-1 0 0,6 4 0 0 0,-7-6-13 0 0,0 1 0 0 0,1-1 0 0 0,-1 0 0 0 0,1 0 0 0 0,-1 0 0 0 0,1 0 0 0 0,-1-1 0 0 0,1 1 0 0 0,-1-1 0 0 0,1 0 0 0 0,-1 0-1 0 0,1 0 1 0 0,0-1 0 0 0,-1 1 0 0 0,7-3 0 0 0,0 0 46 0 0,0-1 1 0 0,0-1-1 0 0,0 0 0 0 0,-1 0 0 0 0,0-1 0 0 0,0 0 1 0 0,-1 0-1 0 0,0-1 0 0 0,0 0 0 0 0,0 0 1 0 0,11-15-1 0 0,-11 12 44 0 0,-1 0 0 0 0,0 0 0 0 0,0-1 0 0 0,-1 0 0 0 0,-1 0 1 0 0,0 0-1 0 0,0-1 0 0 0,-1 0 0 0 0,4-21 0 0 0,-7 22-22 0 0,0 0 0 0 0,0 0 0 0 0,-2 0 0 0 0,1-1 0 0 0,-1 1 0 0 0,-1 0 0 0 0,0 0-1 0 0,-1 0 1 0 0,0 0 0 0 0,-4-10 0 0 0,4 13-27 0 0,-1 0 1 0 0,0 1-1 0 0,0-1 0 0 0,0 1 1 0 0,-1 0-1 0 0,0 0 0 0 0,0 0 1 0 0,-1 1-1 0 0,0 0 0 0 0,0 0 1 0 0,0 0-1 0 0,-1 1 0 0 0,-12-8 1 0 0,16 11-23 0 0,-1 0 0 0 0,1 1 0 0 0,-1 0 1 0 0,1 0-1 0 0,-1 0 0 0 0,0 0 0 0 0,1 0 1 0 0,-1 1-1 0 0,0-1 0 0 0,0 1 1 0 0,0 0-1 0 0,1 1 0 0 0,-1-1 0 0 0,0 0 1 0 0,0 1-1 0 0,1 0 0 0 0,-1 0 0 0 0,1 0 1 0 0,-5 2-1 0 0,3 0-148 0 0,0-1 1 0 0,-1 1-1 0 0,1 1 0 0 0,0-1 1 0 0,1 1-1 0 0,-1 0 0 0 0,1 0 1 0 0,-1 0-1 0 0,1 0 0 0 0,1 1 1 0 0,-6 7-1 0 0,-5 14-6950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4:05.283"/>
    </inkml:context>
    <inkml:brush xml:id="br0">
      <inkml:brushProperty name="width" value="0.05" units="cm"/>
      <inkml:brushProperty name="height" value="0.05" units="cm"/>
      <inkml:brushProperty name="color" value="#FF0066"/>
    </inkml:brush>
  </inkml:definitions>
  <inkml:trace contextRef="#ctx0" brushRef="#br0">1 464 7831 0 0,'0'-1'79'0'0,"0"0"0"0"0,0 0-1 0 0,0 0 1 0 0,0 0-1 0 0,0 0 1 0 0,0 0 0 0 0,0 0-1 0 0,0 0 1 0 0,0 0-1 0 0,0 0 1 0 0,0 0 0 0 0,1 1-1 0 0,-1-1 1 0 0,0 0-1 0 0,1 0 1 0 0,-1 0 0 0 0,1-1-1 0 0,11-18 821 0 0,-8 14-733 0 0,61-91 2756 0 0,19-31-762 0 0,-68 102-1476 0 0,-2-2 0 0 0,21-55 0 0 0,-34 80-613 0 0,7-25 480 0 0,-8 27-508 0 0,0-1-1 0 0,1 1 1 0 0,-1 0 0 0 0,0 0-1 0 0,0 0 1 0 0,0 0 0 0 0,0 0-1 0 0,0-1 1 0 0,0 1 0 0 0,-1 0-1 0 0,1 0 1 0 0,0 0 0 0 0,-1 0-1 0 0,1 0 1 0 0,0 0 0 0 0,-1 0 0 0 0,1-1-1 0 0,-1 1 1 0 0,0 1 0 0 0,-1-3-1 0 0,2 3-18 0 0,-1-1 0 0 0,0 1 0 0 0,1 0-1 0 0,-1 0 1 0 0,0-1 0 0 0,0 1 0 0 0,1 0 0 0 0,-1 0 0 0 0,0 0-1 0 0,0 0 1 0 0,1 0 0 0 0,-1 0 0 0 0,0 0 0 0 0,0 0 0 0 0,1 0-1 0 0,-1 1 1 0 0,0-1 0 0 0,0 0 0 0 0,1 0 0 0 0,-1 1-1 0 0,0-1 1 0 0,1 0 0 0 0,-1 1 0 0 0,0-1 0 0 0,1 1 0 0 0,-1-1-1 0 0,1 1 1 0 0,-1-1 0 0 0,0 1 0 0 0,1-1 0 0 0,-1 2 0 0 0,-17 19 317 0 0,9-7-242 0 0,1 0-1 0 0,1 0 0 0 0,0 1 1 0 0,1-1-1 0 0,1 1 1 0 0,0 1-1 0 0,-4 23 0 0 0,2 6 61 0 0,-3 62 1 0 0,9-75-118 0 0,2 39 1 0 0,0-61-94 0 0,0 0-1 0 0,1 0 1 0 0,0 0 0 0 0,0 0 0 0 0,1 0-1 0 0,1 0 1 0 0,0-1 0 0 0,5 10 0 0 0,-7-16-8 0 0,0 1 0 0 0,0-1 0 0 0,1 0 0 0 0,5 6 0 0 0,13 5-244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00.800"/>
    </inkml:context>
    <inkml:brush xml:id="br0">
      <inkml:brushProperty name="width" value="0.05" units="cm"/>
      <inkml:brushProperty name="height" value="0.05" units="cm"/>
      <inkml:brushProperty name="color" value="#FF0066"/>
    </inkml:brush>
  </inkml:definitions>
  <inkml:trace contextRef="#ctx0" brushRef="#br0">218 97 3223 0 0,'-1'-1'-9'0'0,"-1"1"-1"0"0,1 0 1 0 0,0-1-1 0 0,0 1 1 0 0,0 0-1 0 0,0 0 1 0 0,0 0-1 0 0,0 0 1 0 0,0 0-1 0 0,0 0 0 0 0,-1 0 1 0 0,1 0-1 0 0,0 0 1 0 0,0 0-1 0 0,0 1 1 0 0,0-1-1 0 0,0 0 1 0 0,-2 2-1 0 0,-23 11-681 0 0,16-8 878 0 0,-13 7-140 0 0,-32 21-1 0 0,47-27-30 0 0,0 0 0 0 0,1 0-1 0 0,0 0 1 0 0,0 1 0 0 0,1 0-1 0 0,0 0 1 0 0,-9 13 0 0 0,13-15 23 0 0,-1 0 1 0 0,1 0 0 0 0,0 1-1 0 0,0-1 1 0 0,1 0 0 0 0,0 1-1 0 0,0-1 1 0 0,0 1 0 0 0,0-1-1 0 0,1 1 1 0 0,0-1 0 0 0,0 1-1 0 0,0-1 1 0 0,1 1 0 0 0,0 0-1 0 0,0-1 1 0 0,0 0 0 0 0,1 1-1 0 0,0-1 1 0 0,3 7 0 0 0,-2-6 12 0 0,0 0-1 0 0,1 0 1 0 0,0 0 0 0 0,0-1 0 0 0,0 1 0 0 0,0-1 0 0 0,1 0 0 0 0,0-1 0 0 0,0 1-1 0 0,0-1 1 0 0,0 0 0 0 0,1 0 0 0 0,0-1 0 0 0,-1 1 0 0 0,1-1 0 0 0,11 3-1 0 0,-4-2 0 0 0,0-1-1 0 0,0-1 0 0 0,1 0 0 0 0,-1-1 1 0 0,1-1-1 0 0,0 0 0 0 0,-1 0 0 0 0,24-5 0 0 0,-17 1 28 0 0,1-1 0 0 0,-1-1-1 0 0,0 0 1 0 0,38-19-1 0 0,-44 17-43 0 0,-1 0-1 0 0,0 0 1 0 0,-1-1-1 0 0,0-1 1 0 0,0 0-1 0 0,-1-1 1 0 0,0 0-1 0 0,18-24 0 0 0,-24 28-11 0 0,0 0 0 0 0,-1-1 0 0 0,0 1-1 0 0,0-1 1 0 0,-1 0 0 0 0,0 0-1 0 0,0 0 1 0 0,-1 0 0 0 0,0 0 0 0 0,0-1-1 0 0,-1 1 1 0 0,0-1 0 0 0,0 1 0 0 0,-1-1-1 0 0,0 1 1 0 0,-1-1 0 0 0,-3-14-1 0 0,2 17 35 0 0,0-1 0 0 0,0 1 0 0 0,-1 0-1 0 0,0 0 1 0 0,0 1 0 0 0,-1-1 0 0 0,0 1-1 0 0,0-1 1 0 0,0 1 0 0 0,0 0 0 0 0,-1 1-1 0 0,0-1 1 0 0,0 1 0 0 0,0 0 0 0 0,0 0-1 0 0,-1 0 1 0 0,0 1 0 0 0,0 0 0 0 0,0 0-1 0 0,-12-4 1 0 0,7 4-42 0 0,0 0 0 0 0,0 0 0 0 0,0 1 1 0 0,0 0-1 0 0,0 1 0 0 0,0 1 0 0 0,0 0 0 0 0,-1 0 0 0 0,1 1 0 0 0,0 0 0 0 0,-18 5 0 0 0,17-2-14 0 0,0 0 0 0 0,0 1 0 0 0,0 0 0 0 0,1 1 0 0 0,0 0 0 0 0,0 1 0 0 0,-13 10 0 0 0,17-11 0 0 0,-1 1 0 0 0,1 0 0 0 0,0 0 0 0 0,1 1 0 0 0,0 0 0 0 0,0 0 0 0 0,0 0 0 0 0,1 1 0 0 0,-7 17 0 0 0,0 9 0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01.460"/>
    </inkml:context>
    <inkml:brush xml:id="br0">
      <inkml:brushProperty name="width" value="0.05" units="cm"/>
      <inkml:brushProperty name="height" value="0.05" units="cm"/>
      <inkml:brushProperty name="color" value="#FF0066"/>
    </inkml:brush>
  </inkml:definitions>
  <inkml:trace contextRef="#ctx0" brushRef="#br0">103 93 919 0 0,'0'-1'52'0'0,"0"0"-1"0"0,0 0 0 0 0,0 0 0 0 0,0 0 0 0 0,0 0 1 0 0,-1 0-1 0 0,1 0 0 0 0,0 1 0 0 0,0-1 0 0 0,-1 0 1 0 0,1 0-1 0 0,0 0 0 0 0,-1 0 0 0 0,1 1 0 0 0,-1-1 1 0 0,1 0-1 0 0,-1 0 0 0 0,0 1 0 0 0,1-1 0 0 0,-1 0 1 0 0,0 1-1 0 0,1-1 0 0 0,-1 1 0 0 0,0-1 0 0 0,0 1 1 0 0,0-1-1 0 0,1 1 0 0 0,-1-1 0 0 0,0 1 0 0 0,0 0 1 0 0,0-1-1 0 0,0 1 0 0 0,0 0 0 0 0,0 0 0 0 0,0 0 1 0 0,1 0-1 0 0,-1 0 0 0 0,0 0 0 0 0,0 0 0 0 0,0 0 1 0 0,0 0-1 0 0,0 0 0 0 0,0 0 0 0 0,-1 1 0 0 0,-1 0-19 0 0,0-1 0 0 0,0 1 0 0 0,0 0 0 0 0,1 1 0 0 0,-1-1 0 0 0,0 0 0 0 0,0 1 0 0 0,1 0 0 0 0,-1-1 0 0 0,1 1 0 0 0,0 0 0 0 0,-1 0 0 0 0,1 0 0 0 0,-3 4 0 0 0,1-1-25 0 0,0 0 0 0 0,1 0 0 0 0,-1 0 0 0 0,1 1 0 0 0,0-1 0 0 0,-2 7-1 0 0,4-8 25 0 0,0 1-1 0 0,0-1 0 0 0,0 0 0 0 0,0 0 0 0 0,1 0 0 0 0,0 0 1 0 0,0 1-1 0 0,0-1 0 0 0,0 0 0 0 0,1 0 0 0 0,-1 1 0 0 0,1-1 0 0 0,0 0 1 0 0,0 0-1 0 0,1 0 0 0 0,-1 0 0 0 0,1 0 0 0 0,0-1 0 0 0,0 1 1 0 0,0 0-1 0 0,0-1 0 0 0,1 1 0 0 0,0-1 0 0 0,-1 0 0 0 0,1 0 0 0 0,1 0 1 0 0,-1 0-1 0 0,0-1 0 0 0,0 1 0 0 0,1-1 0 0 0,0 0 0 0 0,-1 0 1 0 0,1 0-1 0 0,0 0 0 0 0,0-1 0 0 0,0 1 0 0 0,0-1 0 0 0,7 1 0 0 0,-4-1 20 0 0,0 0-1 0 0,0-1 0 0 0,0 0 1 0 0,-1 0-1 0 0,1-1 0 0 0,0 0 0 0 0,0 0 1 0 0,-1-1-1 0 0,1 1 0 0 0,0-1 1 0 0,-1-1-1 0 0,0 1 0 0 0,1-1 0 0 0,-1 0 1 0 0,0-1-1 0 0,6-4 0 0 0,-2 1 159 0 0,0-1-1 0 0,-1 0 0 0 0,0-1 0 0 0,0 0 1 0 0,0 0-1 0 0,-1-1 0 0 0,12-20 0 0 0,-14 21-12 0 0,-1-1 1 0 0,0 0-1 0 0,-1 0 0 0 0,5-18 0 0 0,-8 25-142 0 0,0 0 0 0 0,-1 0 0 0 0,1 0 0 0 0,-1 0 0 0 0,1 0 1 0 0,-1 0-1 0 0,0 0 0 0 0,0 0 0 0 0,-1 0 0 0 0,1 0 0 0 0,0 0 0 0 0,-1 0 0 0 0,0 1 0 0 0,0-1 1 0 0,0 0-1 0 0,0 0 0 0 0,0 0 0 0 0,0 1 0 0 0,-1-1 0 0 0,0 0 0 0 0,-2-3 0 0 0,1 4-15 0 0,1 0 0 0 0,0 1 0 0 0,-1-1 0 0 0,1 1 0 0 0,-1 0 0 0 0,1 0 0 0 0,-1 0 0 0 0,0 0 0 0 0,1 0-1 0 0,-1 0 1 0 0,0 1 0 0 0,0-1 0 0 0,1 1 0 0 0,-1 0 0 0 0,0 0 0 0 0,0 0 0 0 0,0 0 0 0 0,1 1 0 0 0,-1-1 0 0 0,0 1-1 0 0,-3 0 1 0 0,-4 2-149 0 0,1 0-1 0 0,0 0 1 0 0,0 1-1 0 0,-16 9 0 0 0,-17 16-3388 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04.620"/>
    </inkml:context>
    <inkml:brush xml:id="br0">
      <inkml:brushProperty name="width" value="0.05" units="cm"/>
      <inkml:brushProperty name="height" value="0.05" units="cm"/>
      <inkml:brushProperty name="color" value="#FF0066"/>
    </inkml:brush>
  </inkml:definitions>
  <inkml:trace contextRef="#ctx0" brushRef="#br0">339 98 455 0 0,'0'-3'207'0'0,"0"-1"0"0"0,0 0 0 0 0,0 0-1 0 0,-1 0 1 0 0,0 0 0 0 0,1 0-1 0 0,-1 0 1 0 0,-1 1 0 0 0,1-1-1 0 0,-3-6 1 0 0,2 8 7 0 0,0 0 1 0 0,0 0-1 0 0,0 0 1 0 0,0 0-1 0 0,0 0 0 0 0,0 0 1 0 0,0 1-1 0 0,0-1 1 0 0,-1 1-1 0 0,1-1 0 0 0,-1 1 1 0 0,1 0-1 0 0,-1 0 1 0 0,1 0-1 0 0,-6-1 0 0 0,4 1-147 0 0,0 0-1 0 0,0 0 0 0 0,0 1 0 0 0,0 0 0 0 0,0-1 0 0 0,0 1 0 0 0,0 1 0 0 0,0-1 1 0 0,0 1-1 0 0,0-1 0 0 0,0 1 0 0 0,0 0 0 0 0,0 1 0 0 0,0-1 0 0 0,0 1 1 0 0,1-1-1 0 0,-1 1 0 0 0,1 0 0 0 0,-1 1 0 0 0,1-1 0 0 0,0 0 0 0 0,-4 4 1 0 0,-3 5 64 0 0,0 1 0 0 0,0 0 0 0 0,1 0 0 0 0,-11 20 0 0 0,19-30-112 0 0,-8 15 332 0 0,0 1 0 0 0,1 0 0 0 0,1 0 0 0 0,1 1 0 0 0,0 0 0 0 0,2 0 0 0 0,-5 39 0 0 0,9-54-253 0 0,-1 0 0 0 0,1 0-1 0 0,0 1 1 0 0,0-1 0 0 0,1 0-1 0 0,-1 0 1 0 0,1 1 0 0 0,0-1-1 0 0,0 0 1 0 0,1 0 0 0 0,-1 0 0 0 0,4 6-1 0 0,-4-8-38 0 0,0 0-1 0 0,1 0 1 0 0,0 0-1 0 0,0 0 0 0 0,-1-1 1 0 0,1 1-1 0 0,0 0 1 0 0,0-1-1 0 0,1 1 1 0 0,-1-1-1 0 0,0 0 1 0 0,0 0-1 0 0,1 0 1 0 0,-1 0-1 0 0,0 0 1 0 0,1 0-1 0 0,-1 0 0 0 0,1-1 1 0 0,0 0-1 0 0,-1 1 1 0 0,4-1-1 0 0,3 0 38 0 0,0-1-1 0 0,0 0 0 0 0,0-1 1 0 0,0 1-1 0 0,0-2 0 0 0,0 1 1 0 0,-1-1-1 0 0,1-1 0 0 0,-1 1 1 0 0,0-1-1 0 0,0-1 0 0 0,-1 0 1 0 0,1 0-1 0 0,7-6 0 0 0,-5 2-4 0 0,0 1-1 0 0,-1-1 1 0 0,0-1 0 0 0,0 0-1 0 0,-1 0 1 0 0,0-1-1 0 0,-1 0 1 0 0,0 0 0 0 0,6-15-1 0 0,-11 19-18 0 0,1 0-1 0 0,-1 0 0 0 0,-1 0 1 0 0,1-1-1 0 0,-1 1 1 0 0,0 0-1 0 0,-1-1 0 0 0,0 1 1 0 0,0 0-1 0 0,-1-1 1 0 0,0 1-1 0 0,0 0 0 0 0,0 0 1 0 0,-1-1-1 0 0,0 1 1 0 0,-1 0-1 0 0,1 0 0 0 0,-1 1 1 0 0,-1-1-1 0 0,1 1 0 0 0,-1-1 1 0 0,0 1-1 0 0,-1 0 1 0 0,0 1-1 0 0,1-1 0 0 0,-2 1 1 0 0,1 0-1 0 0,-1 0 1 0 0,1 1-1 0 0,-1-1 0 0 0,-1 1 1 0 0,-11-6-1 0 0,9 6 20 0 0,0 1-1 0 0,-1 0 1 0 0,1 1-1 0 0,0 0 1 0 0,-1 0-1 0 0,1 1 1 0 0,-1 0-1 0 0,1 1 1 0 0,-1 0-1 0 0,0 0 1 0 0,1 1-1 0 0,-1 1 1 0 0,1-1-1 0 0,-1 1 1 0 0,1 1-1 0 0,-10 4 1 0 0,11-4-188 0 0,1 0 1 0 0,0 1-1 0 0,0 0 1 0 0,0 0-1 0 0,1 0 1 0 0,0 1-1 0 0,0 0 1 0 0,-10 11-1 0 0,12-12-349 0 0,0 1 0 0 0,0 0 1 0 0,1 1-1 0 0,0-1 0 0 0,0 1 0 0 0,0-1 0 0 0,1 1 1 0 0,-1 0-1 0 0,1 0 0 0 0,1 0 0 0 0,-2 11 0 0 0,0 9-5462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05.052"/>
    </inkml:context>
    <inkml:brush xml:id="br0">
      <inkml:brushProperty name="width" value="0.05" units="cm"/>
      <inkml:brushProperty name="height" value="0.05" units="cm"/>
      <inkml:brushProperty name="color" value="#FF0066"/>
    </inkml:brush>
  </inkml:definitions>
  <inkml:trace contextRef="#ctx0" brushRef="#br0">177 165 3223 0 0,'-14'-29'304'0'0,"12"25"100"0"0,1-1-1 0 0,-1 1 1 0 0,-1 0 0 0 0,1 0 0 0 0,-1-1 0 0 0,-4-5 0 0 0,6 9-260 0 0,0 0 0 0 0,-1 1-1 0 0,1-1 1 0 0,0 0 0 0 0,0 0 0 0 0,0 1 0 0 0,-1-1 0 0 0,1 0 0 0 0,0 1 0 0 0,-1-1 0 0 0,1 1 0 0 0,-1 0 0 0 0,1 0 0 0 0,0-1-1 0 0,-1 1 1 0 0,1 0 0 0 0,-1 0 0 0 0,1 0 0 0 0,-1 0 0 0 0,1 1 0 0 0,-1-1 0 0 0,1 0 0 0 0,0 0 0 0 0,-1 1 0 0 0,1-1 0 0 0,0 1-1 0 0,-2 0 1 0 0,-2 2 72 0 0,0-1-1 0 0,1 1 1 0 0,-1 0-1 0 0,1 1 0 0 0,0-1 1 0 0,0 1-1 0 0,0-1 1 0 0,1 1-1 0 0,-1 0 0 0 0,1 1 1 0 0,-3 4-1 0 0,-3 4 127 0 0,2 1-1 0 0,-10 21 1 0 0,13-26-224 0 0,1 0 0 0 0,0 1 0 0 0,0-1 0 0 0,1 1 0 0 0,0-1 0 0 0,1 1 0 0 0,0 0 0 0 0,1-1 0 0 0,0 1 0 0 0,2 16 0 0 0,-1-21-80 0 0,-1-1 0 0 0,1 0 0 0 0,1 0-1 0 0,-1 1 1 0 0,1-1 0 0 0,-1 0 0 0 0,1 0 0 0 0,0-1-1 0 0,1 1 1 0 0,-1 0 0 0 0,1-1 0 0 0,-1 1-1 0 0,1-1 1 0 0,0 0 0 0 0,0 0 0 0 0,1 0 0 0 0,-1 0-1 0 0,1 0 1 0 0,-1-1 0 0 0,1 0 0 0 0,0 0-1 0 0,0 0 1 0 0,0 0 0 0 0,0 0 0 0 0,0-1-1 0 0,5 2 1 0 0,-3-2 9 0 0,1 0 0 0 0,-1 0 0 0 0,1 0-1 0 0,-1-1 1 0 0,1 0 0 0 0,0 0 0 0 0,-1 0-1 0 0,1-1 1 0 0,-1 0 0 0 0,1-1 0 0 0,-1 1 0 0 0,0-1-1 0 0,12-5 1 0 0,-10 3 20 0 0,0-1 1 0 0,0 0-1 0 0,0 0 0 0 0,-1-1 1 0 0,1 0-1 0 0,-1 0 0 0 0,-1-1 1 0 0,1 0-1 0 0,5-9 0 0 0,-4 6 68 0 0,-1 0 0 0 0,-1 0 0 0 0,0-1 0 0 0,-1 0 1 0 0,0 0-1 0 0,0-1 0 0 0,-1 0 0 0 0,-1 1 0 0 0,0-1 0 0 0,-1 0 0 0 0,0 0 0 0 0,0-1 0 0 0,-2 1 0 0 0,1 0 0 0 0,-3-17 1 0 0,1 22-44 0 0,0 0 0 0 0,-1-1 1 0 0,0 1-1 0 0,0 0 1 0 0,-1 0-1 0 0,0 0 0 0 0,0 1 1 0 0,-1-1-1 0 0,0 1 0 0 0,0 0 1 0 0,0 0-1 0 0,-9-9 1 0 0,9 11-44 0 0,0 1 1 0 0,-1-1-1 0 0,1 1 0 0 0,-1-1 1 0 0,0 2-1 0 0,0-1 1 0 0,0 0-1 0 0,0 1 0 0 0,0 0 1 0 0,-1 0-1 0 0,1 1 1 0 0,-1-1-1 0 0,1 1 1 0 0,-1 0-1 0 0,1 1 0 0 0,-1-1 1 0 0,-6 1-1 0 0,3 1-207 0 0,0 0 0 0 0,0 0 0 0 0,1 1 0 0 0,-1 0 0 0 0,0 1 0 0 0,1-1 0 0 0,-1 2 0 0 0,-12 6 0 0 0,-8 8-7136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45.001"/>
    </inkml:context>
    <inkml:brush xml:id="br0">
      <inkml:brushProperty name="width" value="0.05" units="cm"/>
      <inkml:brushProperty name="height" value="0.05" units="cm"/>
      <inkml:brushProperty name="color" value="#FF0066"/>
    </inkml:brush>
  </inkml:definitions>
  <inkml:trace contextRef="#ctx0" brushRef="#br0">16 63 1503 0 0,'-2'-3'0'0'0,"0"1"0"0"0,1 0 0 0 0,-1-1 0 0 0,1 1 0 0 0,-1-1 0 0 0,1 1 0 0 0,0-1 0 0 0,0 0 0 0 0,1 0 0 0 0,-1 1 0 0 0,0-1 0 0 0,1 0 0 0 0,0 0 0 0 0,-1 0 0 0 0,1 0 0 0 0,0 0 0 0 0,1 1 0 0 0,-1-1 0 0 0,1-4 0 0 0,-1 7 0 0 0,0 0 0 0 0,0 0 0 0 0,0-1 0 0 0,0 1 0 0 0,0 0 0 0 0,0 0 0 0 0,0 0 0 0 0,0-1 0 0 0,0 1 0 0 0,0 0 0 0 0,1 0 0 0 0,-1 0 0 0 0,0-1 0 0 0,0 1 0 0 0,0 0 0 0 0,0 0 0 0 0,0 0 0 0 0,0 0 0 0 0,0-1 0 0 0,1 1 0 0 0,-1 0 0 0 0,0 0 0 0 0,0 0 0 0 0,0 0 0 0 0,0 0 0 0 0,1 0 0 0 0,-1 0 0 0 0,0-1 0 0 0,0 1 0 0 0,0 0 0 0 0,1 0 0 0 0,-1 0 0 0 0,0 0 0 0 0,0 0 0 0 0,0 0 0 0 0,1 0 0 0 0,-1 0 0 0 0,0 0 0 0 0,1 0 0 0 0,3 9 0 0 0,2 21 0 0 0,-5-25 0 0 0,9 55-42 0 0,-3 0-1 0 0,0 96 0 0 0,-5-123 43 0 0,2 1 0 0 0,1 0 0 0 0,16 56 0 0 0,6 40 0 0 0,-25-82 121 0 0,-2-35-106 0 0,0-11-15 0 0,1-1 0 0 0,-1 1 0 0 0,0-1 0 0 0,1 1 0 0 0,-1-1 0 0 0,1 1 0 0 0,0-1 0 0 0,-1 1 0 0 0,3 1 0 0 0,-1 1 0 0 0,-2-1 0 0 0,0-1 0 0 0,1 1 0 0 0,-1-1 0 0 0,0 1 0 0 0,-1-1 0 0 0,1 1 0 0 0,0-1 0 0 0,-1 1 0 0 0,1-1 0 0 0,-1 1 0 0 0,-1 2 0 0 0,2-3 0 0 0,-1 0 0 0 0,0-1 0 0 0,1 1 0 0 0,-1 0 0 0 0,0-1 0 0 0,0 1 0 0 0,0-1 0 0 0,0 1 0 0 0,0-1 0 0 0,-1 0 0 0 0,1 1 0 0 0,0-1 0 0 0,-1 0 0 0 0,1 0 0 0 0,-1 0 0 0 0,-1 2 0 0 0,-4-3 0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45.324"/>
    </inkml:context>
    <inkml:brush xml:id="br0">
      <inkml:brushProperty name="width" value="0.05" units="cm"/>
      <inkml:brushProperty name="height" value="0.05" units="cm"/>
      <inkml:brushProperty name="color" value="#FF0066"/>
    </inkml:brush>
  </inkml:definitions>
  <inkml:trace contextRef="#ctx0" brushRef="#br0">6 2 1231 0 0,'0'0'3'0'0,"0"0"0"0"0,0 0-1 0 0,0 0 1 0 0,-1 0 0 0 0,1 0-1 0 0,0 0 1 0 0,0-1-1 0 0,0 1 1 0 0,0 0 0 0 0,0 0-1 0 0,0 0 1 0 0,0 0-1 0 0,0 0 1 0 0,-1 0 0 0 0,1 0-1 0 0,0 0 1 0 0,0-1-1 0 0,0 1 1 0 0,0 0 0 0 0,0 0-1 0 0,0 0 1 0 0,-1 0-1 0 0,1 0 1 0 0,0 0 0 0 0,0 0-1 0 0,0 0 1 0 0,0 0-1 0 0,0 0 1 0 0,-1 0 0 0 0,1 0-1 0 0,0 0 1 0 0,0 0-1 0 0,0 0 1 0 0,0 0 0 0 0,-1 0-1 0 0,1 0 1 0 0,0 0-1 0 0,0 0 1 0 0,0 0 0 0 0,0 0-1 0 0,0 1 1 0 0,-1-1-1 0 0,5 4-2 0 0,15 7 0 0 0,-19-10 0 0 0,0-1 0 0 0,1 0 0 0 0,-1 0 0 0 0,1 0 0 0 0,-1 1 0 0 0,0-1 0 0 0,1 0 0 0 0,-1 0 0 0 0,0 0 0 0 0,1 0 0 0 0,-1 0 0 0 0,1 0 0 0 0,-1 0 0 0 0,0 0 0 0 0,1 0 0 0 0,-1 0 0 0 0,1 0 0 0 0,-1 0 0 0 0,1 0 0 0 0,-1 0 0 0 0,0 0 0 0 0,1 0 0 0 0,-1-1 0 0 0,1 1 0 0 0,6-6 0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47.429"/>
    </inkml:context>
    <inkml:brush xml:id="br0">
      <inkml:brushProperty name="width" value="0.05" units="cm"/>
      <inkml:brushProperty name="height" value="0.05" units="cm"/>
      <inkml:brushProperty name="color" value="#FF0066"/>
    </inkml:brush>
  </inkml:definitions>
  <inkml:trace contextRef="#ctx0" brushRef="#br0">0 2 1375 0 0,'4'-1'0'0'0,"-3"1"0"0"0,3 0 0 0 0,-2 0 0 0 0,1 0 0 0 0,0 0 0 0 0,4 0 0 0 0,3 1 0 0 0,6 1 0 0 0,4 0 0 0 0,6 1 0 0 0,4 1 0 0 0,4-1 0 0 0,2-1 0 0 0,1-4 0 0 0,2-1 0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30.047"/>
    </inkml:context>
    <inkml:brush xml:id="br0">
      <inkml:brushProperty name="width" value="0.05" units="cm"/>
      <inkml:brushProperty name="height" value="0.05" units="cm"/>
      <inkml:brushProperty name="color" value="#FF0066"/>
    </inkml:brush>
  </inkml:definitions>
  <inkml:trace contextRef="#ctx0" brushRef="#br0">9 363 5063 0 0,'-2'-5'377'0'0,"0"0"0"0"0,1 0-1 0 0,0 0 1 0 0,0-1-1 0 0,0 1 1 0 0,1 0-1 0 0,0-1 1 0 0,0 1-1 0 0,1-11 1 0 0,-1 9-19 0 0,2-7 65 0 0,0 1-1 0 0,0 0 1 0 0,1 0-1 0 0,1 0 1 0 0,0 1-1 0 0,1-1 1 0 0,0 1-1 0 0,1 0 1 0 0,0 0-1 0 0,1 1 1 0 0,0 0-1 0 0,10-12 1 0 0,-8 12-233 0 0,2-1 1 0 0,-1 1 0 0 0,1 1-1 0 0,0 0 1 0 0,1 0 0 0 0,1 1-1 0 0,-1 1 1 0 0,1 0-1 0 0,1 1 1 0 0,19-8 0 0 0,-28 13-165 0 0,0 0 0 0 0,1 1 0 0 0,-1-1 0 0 0,0 1 1 0 0,1 1-1 0 0,-1-1 0 0 0,1 1 0 0 0,-1 0 0 0 0,0 0 1 0 0,7 1-1 0 0,-9 0-20 0 0,0-1 1 0 0,0 1-1 0 0,0 0 1 0 0,0 1-1 0 0,0-1 1 0 0,0 0-1 0 0,0 1 0 0 0,-1 0 1 0 0,1 0-1 0 0,0 0 1 0 0,-1 0-1 0 0,1 0 1 0 0,-1 0-1 0 0,0 0 1 0 0,0 1-1 0 0,0-1 0 0 0,0 1 1 0 0,2 3-1 0 0,0 2 2 0 0,0 0 0 0 0,-1 1 0 0 0,0 0 0 0 0,0-1 0 0 0,0 1 0 0 0,-1 0-1 0 0,-1 0 1 0 0,1 14 0 0 0,-2 75 105 0 0,-1-78-69 0 0,-4 48 39 0 0,-4-1 0 0 0,-2 0-1 0 0,-37 121 1 0 0,41-169-16 0 0,5-17-32 0 0,2-12-20 0 0,5-14-3 0 0,1 0 0 0 0,1 1-1 0 0,12-27 1 0 0,35-67 61 0 0,-24 57-57 0 0,14-33 11 0 0,39-122 0 0 0,-79 200-2 0 0,-41 85 223 0 0,-21 44-225 0 0,46-87-25 0 0,1-1 0 0 0,-10 42 0 0 0,17-47 7 0 0,0 1-1 0 0,1 0 0 0 0,1 0 1 0 0,1 34-1 0 0,2-44 50 0 0,0 0-1 0 0,0 0 1 0 0,2 0-1 0 0,-1 0 1 0 0,1-1-1 0 0,1 1 1 0 0,0-1-1 0 0,1 1 1 0 0,11 18 0 0 0,-13-25 35 0 0,1 1 0 0 0,1-1 0 0 0,-1 0 0 0 0,1 0 0 0 0,0-1 0 0 0,0 1 0 0 0,0-1 0 0 0,0 0 0 0 0,1 0 0 0 0,0-1 0 0 0,-1 0 0 0 0,1 0 0 0 0,1 0 0 0 0,-1-1 0 0 0,0 1 0 0 0,1-2 0 0 0,-1 1 0 0 0,10 1 0 0 0,-8-3-41 0 0,0 1-1 0 0,1-1 1 0 0,-1 0 0 0 0,1-1 0 0 0,-1 0 0 0 0,1 0-1 0 0,-1-1 1 0 0,0 0 0 0 0,1-1 0 0 0,-1 1-1 0 0,0-2 1 0 0,-1 1 0 0 0,1-1 0 0 0,7-5 0 0 0,-11 7-189 0 0,-1-1 0 0 0,1 1 0 0 0,-1-1 0 0 0,0 0 0 0 0,0 0 0 0 0,0-1 0 0 0,0 1 0 0 0,0 0 0 0 0,3-8 0 0 0,-1-1-6959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30.191"/>
    </inkml:context>
    <inkml:brush xml:id="br0">
      <inkml:brushProperty name="width" value="0.05" units="cm"/>
      <inkml:brushProperty name="height" value="0.05" units="cm"/>
      <inkml:brushProperty name="color" value="#FF0066"/>
    </inkml:brush>
  </inkml:definitions>
  <inkml:trace contextRef="#ctx0" brushRef="#br0">8 92 10135 0 0,'-5'-3'896'0'0,"3"-1"-712"0"0,5 3-184 0 0,3-1 0 0 0,-1 0 536 0 0,-2 1 72 0 0,4-1 8 0 0,3-3 8 0 0,5-2 456 0 0,6-2 88 0 0,4 1 16 0 0,2-1 8 0 0,2 1-664 0 0,4-2-136 0 0,4 0-24 0 0,4-1-8144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35.343"/>
    </inkml:context>
    <inkml:brush xml:id="br0">
      <inkml:brushProperty name="width" value="0.05" units="cm"/>
      <inkml:brushProperty name="height" value="0.05" units="cm"/>
      <inkml:brushProperty name="color" value="#FF0066"/>
    </inkml:brush>
  </inkml:definitions>
  <inkml:trace contextRef="#ctx0" brushRef="#br0">207 194 2047 0 0,'-37'-9'2082'0'0,"-76"-7"-1"0"0,105 15-1597 0 0,2 0-52 0 0,0 1 0 0 0,-1 0 0 0 0,1 0 0 0 0,-12 2 0 0 0,12 1 40 0 0,9 1 301 0 0,11 0 159 0 0,18-5-315 0 0,53-10-1 0 0,-2-1-383 0 0,41 2 305 0 0,454-20 714 0 0,-160 18-1050 0 0,-106-3 300 0 0,-6 1-278 0 0,155 7 160 0 0,-171 5-116 0 0,-16 0-72 0 0,-261 3-196 0 0,74-1 0 0 0,-73-1 0 0 0,0 0 0 0 0,0-1 0 0 0,0-1 0 0 0,15-4 0 0 0,-26 5 16 0 0,1 1-1 0 0,-1-1 1 0 0,0 0-1 0 0,0 0 1 0 0,0 0 0 0 0,0 0-1 0 0,0 0 1 0 0,3-5-1 0 0,-5 7-10 0 0,-1-1 1 0 0,1 1-1 0 0,-1-1 0 0 0,1 0 0 0 0,-1 1 0 0 0,0-1 0 0 0,1 1 0 0 0,-1-1 1 0 0,0 0-1 0 0,1 1 0 0 0,-1-1 0 0 0,0 0 0 0 0,0 1 0 0 0,0-1 1 0 0,0 0-1 0 0,0 1 0 0 0,0-1 0 0 0,0 0 0 0 0,0-1 0 0 0,0 1-2 0 0,-1 1 0 0 0,1-1 0 0 0,-1 0-1 0 0,1 1 1 0 0,-1-1 0 0 0,1 1 0 0 0,-1-1-1 0 0,1 0 1 0 0,-1 1 0 0 0,0-1 0 0 0,1 1 0 0 0,-1 0-1 0 0,0-1 1 0 0,0 1 0 0 0,1 0 0 0 0,-1-1-1 0 0,0 1 1 0 0,0 0 0 0 0,1 0 0 0 0,-1-1-1 0 0,-2 1 1 0 0,-11-2 45 0 0,0 0 1 0 0,-29 1-1 0 0,42 1-49 0 0,-8 1-1103 0 0,-1 3-4416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33.308"/>
    </inkml:context>
    <inkml:brush xml:id="br0">
      <inkml:brushProperty name="width" value="0.05" units="cm"/>
      <inkml:brushProperty name="height" value="0.05" units="cm"/>
      <inkml:brushProperty name="color" value="#FF0066"/>
    </inkml:brush>
  </inkml:definitions>
  <inkml:trace contextRef="#ctx0" brushRef="#br0">80 153 3223 0 0,'-5'0'216'0'0,"0"0"0"0"0,0 0-1 0 0,1-1 1 0 0,-1 0 0 0 0,0 0-1 0 0,0 0 1 0 0,0-1-1 0 0,0 0 1 0 0,1 1 0 0 0,-1-2-1 0 0,1 1 1 0 0,0 0-1 0 0,-9-7 1 0 0,13 9-142 0 0,-1-1 0 0 0,1 1-1 0 0,-1-1 1 0 0,1 1 0 0 0,0-1 0 0 0,-1 1-1 0 0,1-1 1 0 0,-1 1 0 0 0,1-1 0 0 0,0 0 0 0 0,-1 1-1 0 0,1-1 1 0 0,0 1 0 0 0,0-1 0 0 0,0 0-1 0 0,-1 1 1 0 0,1-1 0 0 0,0 0 0 0 0,0 1-1 0 0,0-1 1 0 0,0 0 0 0 0,0 1 0 0 0,0-1 0 0 0,0 0-1 0 0,1 1 1 0 0,-1-2 0 0 0,1 1 14 0 0,-1 0 0 0 0,1 0 0 0 0,0 0 0 0 0,0 0-1 0 0,-1 0 1 0 0,1 0 0 0 0,0 0 0 0 0,0 0 0 0 0,0 0 0 0 0,0 0 0 0 0,0 0 0 0 0,2 0 0 0 0,3-2 98 0 0,-1 0 0 0 0,1 1-1 0 0,0 0 1 0 0,8-2 0 0 0,13-1-83 0 0,0 1 0 0 0,0 1 0 0 0,43 2 0 0 0,80 13 242 0 0,-125-10-270 0 0,0-1 0 0 0,0-1 0 0 0,-1-2 0 0 0,39-6 0 0 0,95-29 345 0 0,-26 4 160 0 0,-111 30-533 0 0,0 1 0 0 0,1 1-1 0 0,-1 2 1 0 0,27 2 0 0 0,-32-1-56 0 0,12 1-973 0 0,-22 0-3212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33.645"/>
    </inkml:context>
    <inkml:brush xml:id="br0">
      <inkml:brushProperty name="width" value="0.05" units="cm"/>
      <inkml:brushProperty name="height" value="0.05" units="cm"/>
      <inkml:brushProperty name="color" value="#FF0066"/>
    </inkml:brush>
  </inkml:definitions>
  <inkml:trace contextRef="#ctx0" brushRef="#br0">11 194 2759 0 0,'-1'0'18'0'0,"0"-1"-1"0"0,1 1 0 0 0,-1 0 0 0 0,1 0 0 0 0,-1 0 0 0 0,0-1 0 0 0,1 1 1 0 0,-1 0-1 0 0,1-1 0 0 0,-1 1 0 0 0,1 0 0 0 0,-1-1 0 0 0,1 1 0 0 0,0-1 0 0 0,-1 1 1 0 0,1 0-1 0 0,-1-1 0 0 0,1 1 0 0 0,-1-1 0 0 0,1 0 297 0 0,7-3 4341 0 0,32 5-3388 0 0,60-3 1290 0 0,-22-9-1501 0 0,-2-4 0 0 0,91-29 0 0 0,-29 6-184 0 0,-78 23-707 0 0,138-38 438 0 0,-196 53-621 0 0,0-1-287 0 0,1 0 0 0 0,-1 1 0 0 0,1-1 0 0 0,-1 1 0 0 0,1 0 0 0 0,-1-1 0 0 0,1 1 0 0 0,-1 0 1 0 0,1 0-1 0 0,0 0 0 0 0,-1 0 0 0 0,1 0 0 0 0,-1 0 0 0 0,2 1 0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37.159"/>
    </inkml:context>
    <inkml:brush xml:id="br0">
      <inkml:brushProperty name="width" value="0.05" units="cm"/>
      <inkml:brushProperty name="height" value="0.05" units="cm"/>
      <inkml:brushProperty name="color" value="#FF0066"/>
    </inkml:brush>
  </inkml:definitions>
  <inkml:trace contextRef="#ctx0" brushRef="#br0">167 74 1839 0 0,'3'-34'2274'0'0,"-1"25"49"0"0,-1 26-1754 0 0,1 46 168 0 0,14 76 0 0 0,-13-120-633 0 0,-2 0 0 0 0,0 1 0 0 0,-2 29 0 0 0,0-40-95 0 0,0-1 0 0 0,0 0 0 0 0,-1 0 0 0 0,-1 0 0 0 0,1-1 1 0 0,-1 1-1 0 0,0 0 0 0 0,-1-1 0 0 0,0 0 0 0 0,0 0 1 0 0,-6 8-1 0 0,10-15-9 0 0,-1 1 1 0 0,1 0 0 0 0,-1-1-1 0 0,1 1 1 0 0,-1 0 0 0 0,1-1-1 0 0,-1 1 1 0 0,1-1 0 0 0,-1 1-1 0 0,0-1 1 0 0,1 1 0 0 0,-1-1-1 0 0,0 1 1 0 0,0-1 0 0 0,1 0-1 0 0,-1 1 1 0 0,0-1-1 0 0,0 0 1 0 0,-1 1 0 0 0,2-2-1 0 0,-1 1-1 0 0,1 0 1 0 0,0 0 0 0 0,-1-1 0 0 0,1 1-1 0 0,-1 0 1 0 0,1 0 0 0 0,0-1 0 0 0,-1 1 0 0 0,1 0-1 0 0,0-1 1 0 0,-1 1 0 0 0,1 0 0 0 0,0-1-1 0 0,0 1 1 0 0,-1-1 0 0 0,1 1 0 0 0,0-1 0 0 0,0 1-1 0 0,0 0 1 0 0,-1-1 0 0 0,1 1 0 0 0,0-2-1 0 0,-1-4 14 0 0,0-1-1 0 0,1 1 0 0 0,-1-11 0 0 0,1 14 9 0 0,5-88-882 0 0,31-175-1 0 0,-35 260 875 0 0,0 0-1 0 0,-1 0 0 0 0,0-1 1 0 0,0-7-1 0 0,-1 13 21 0 0,1-1 0 0 0,0 1 0 0 0,0 0 0 0 0,-1-1 0 0 0,1 1 0 0 0,-1 0 0 0 0,1-1 0 0 0,-1 1 0 0 0,0 0 0 0 0,-1-3-1 0 0,2 4-1 0 0,-1-1-1 0 0,1 1 0 0 0,-1-1 1 0 0,1 1-1 0 0,-1 0 0 0 0,1-1 0 0 0,-1 1 1 0 0,1 0-1 0 0,-1 0 0 0 0,1-1 0 0 0,-1 1 1 0 0,0 0-1 0 0,1 0 0 0 0,-1 0 0 0 0,1 0 1 0 0,-1 0-1 0 0,0-1 0 0 0,1 1 1 0 0,-1 0-1 0 0,1 1 0 0 0,-1-1 0 0 0,0 0 1 0 0,1 0-1 0 0,-1 0 0 0 0,1 0 0 0 0,-2 1 1 0 0,-3 1 161 0 0,-1 0 0 0 0,0 1 1 0 0,1 0-1 0 0,0 0 0 0 0,0 0 1 0 0,0 1-1 0 0,0 0 0 0 0,0 0 1 0 0,1 0-1 0 0,-7 8 0 0 0,-5 7-51 0 0,-16 28 0 0 0,17-25 36 0 0,12-17-153 0 0,-3 3 78 0 0,1 0 0 0 0,-8 17 0 0 0,13-25-97 0 0,0 0 1 0 0,0 0-1 0 0,0 0 1 0 0,-1 0 0 0 0,1 0-1 0 0,0 0 1 0 0,0 0-1 0 0,0 0 1 0 0,0 0-1 0 0,0 0 1 0 0,0 1-1 0 0,0-1 1 0 0,0 0 0 0 0,0 0-1 0 0,0 0 1 0 0,0 0-1 0 0,0 0 1 0 0,0 0-1 0 0,0 0 1 0 0,0 0 0 0 0,0 0-1 0 0,0 1 1 0 0,0-1-1 0 0,0 0 1 0 0,0 0-1 0 0,0 0 1 0 0,1 0 0 0 0,-1 0-1 0 0,0 0 1 0 0,0 0-1 0 0,0 0 1 0 0,0 0-1 0 0,0 0 1 0 0,0 0 0 0 0,0 0-1 0 0,0 1 1 0 0,0-1-1 0 0,0 0 1 0 0,0 0-1 0 0,0 0 1 0 0,0 0 0 0 0,0 0-1 0 0,1 0 1 0 0,-1 0-1 0 0,0 0 1 0 0,0 0-1 0 0,0 0 1 0 0,0 0 0 0 0,0 0-1 0 0,0 0 1 0 0,0 0-1 0 0,0 0 1 0 0,0 0-1 0 0,0 0 1 0 0,1 0 0 0 0,-1 0-1 0 0,0 0 1 0 0,0 0-1 0 0,0 0 1 0 0,0 0-1 0 0,10-3 192 0 0,9-7 1 0 0,11-8 79 0 0,1 1 0 0 0,1 2 0 0 0,0 1-1 0 0,59-16 1 0 0,-50 20-170 0 0,2 0-86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19.382"/>
    </inkml:context>
    <inkml:brush xml:id="br0">
      <inkml:brushProperty name="width" value="0.05" units="cm"/>
      <inkml:brushProperty name="height" value="0.05" units="cm"/>
      <inkml:brushProperty name="color" value="#FF0066"/>
    </inkml:brush>
  </inkml:definitions>
  <inkml:trace contextRef="#ctx0" brushRef="#br0">940 72 5527 0 0,'1'-1'133'0'0,"1"-1"-1"0"0,-1 1 1 0 0,0-1 0 0 0,0 1-1 0 0,0-1 1 0 0,1 0-1 0 0,-2 0 1 0 0,1 0-1 0 0,0 0 1 0 0,0 0-1 0 0,0 0 1 0 0,-1 0-1 0 0,1 0 1 0 0,-1 0-1 0 0,0 0 1 0 0,0 0 0 0 0,0 0-1 0 0,0 0 1 0 0,0-3-1 0 0,0 3-20 0 0,-1 1 0 0 0,1-1-1 0 0,-1 1 1 0 0,1 0 0 0 0,-1-1 0 0 0,1 1-1 0 0,-1-1 1 0 0,0 1 0 0 0,0 0 0 0 0,0 0-1 0 0,0-1 1 0 0,0 1 0 0 0,0 0 0 0 0,0 0-1 0 0,0 0 1 0 0,0 0 0 0 0,0 0 0 0 0,-1 0 0 0 0,1 1-1 0 0,0-1 1 0 0,-1 0 0 0 0,1 1 0 0 0,-1-1-1 0 0,1 1 1 0 0,0-1 0 0 0,-1 1 0 0 0,-2-1-1 0 0,-4 0 168 0 0,-1 0-1 0 0,1 1 0 0 0,-1 0 0 0 0,0 0 1 0 0,-14 3-1 0 0,-43 11 498 0 0,50-10-711 0 0,-198 63 311 0 0,-33 8-371 0 0,204-66-9 0 0,-55 4 0 0 0,83-12-10 0 0,0 0 0 0 0,-1-1 1 0 0,1-1-1 0 0,0-1 0 0 0,0 0 0 0 0,0-1 0 0 0,-19-6 1 0 0,33 9-36 0 0,-1-1-21 0 0,0 1-1 0 0,0-1 1 0 0,1 1 0 0 0,-1-1-1 0 0,0 0 1 0 0,0 0-1 0 0,1 0 1 0 0,-1 0-1 0 0,0 0 1 0 0,1 0 0 0 0,-1 0-1 0 0,1 0 1 0 0,0-1-1 0 0,-1 1 1 0 0,1 0-1 0 0,0-1 1 0 0,0 1-1 0 0,-2-4 1 0 0,3-3-1177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19.693"/>
    </inkml:context>
    <inkml:brush xml:id="br0">
      <inkml:brushProperty name="width" value="0.05" units="cm"/>
      <inkml:brushProperty name="height" value="0.05" units="cm"/>
      <inkml:brushProperty name="color" value="#FF0066"/>
    </inkml:brush>
  </inkml:definitions>
  <inkml:trace contextRef="#ctx0" brushRef="#br0">296 41 2303 0 0,'13'-38'1764'0'0,"-13"38"-1731"0"0,0 0-1 0 0,0 0 0 0 0,0 0 0 0 0,0 0 1 0 0,0 0-1 0 0,0 0 0 0 0,0 0 0 0 0,0 0 1 0 0,0 0-1 0 0,0 0 0 0 0,0-1 0 0 0,1 1 1 0 0,-1 0-1 0 0,0 0 0 0 0,0 0 0 0 0,0 0 1 0 0,0 0-1 0 0,0 0 0 0 0,0 0 0 0 0,-1 0 1 0 0,1 0-1 0 0,0 0 0 0 0,0 0 0 0 0,0 0 1 0 0,0 0-1 0 0,0-1 0 0 0,0 1 0 0 0,0 0 1 0 0,0 0-1 0 0,0 0 0 0 0,0 0 0 0 0,0 0 1 0 0,0 0-1 0 0,0 0 0 0 0,0 0 0 0 0,0 0 1 0 0,0 0-1 0 0,0 0 0 0 0,0 0 0 0 0,0 0 1 0 0,0 0-1 0 0,0 0 0 0 0,-1 0 1 0 0,1 0-1 0 0,0 0 0 0 0,0 0 0 0 0,0 0 1 0 0,0 0-1 0 0,0 0 0 0 0,0 0 0 0 0,0 0 1 0 0,0 0-1 0 0,0 0 0 0 0,0 0 0 0 0,0 0 1 0 0,0 0-1 0 0,0 0 0 0 0,-1 0 0 0 0,1 0 1 0 0,0 0-1 0 0,0 0 0 0 0,0 0 0 0 0,-7 4 1228 0 0,-6 7 206 0 0,-69 76 2738 0 0,-33 53-2202 0 0,102-122-1643 0 0,1 0 0 0 0,0 0-1 0 0,-17 37 1 0 0,25-44-118 0 0,-1 1 0 0 0,2-1-1 0 0,-1 1 1 0 0,2 0 0 0 0,-1 0-1 0 0,2 0 1 0 0,0 0 0 0 0,0 18 0 0 0,1-27-169 0 0,0 0 1 0 0,1-1 0 0 0,-1 1 0 0 0,1 0-1 0 0,-1 0 1 0 0,1-1 0 0 0,0 1 0 0 0,0 0-1 0 0,0-1 1 0 0,0 1 0 0 0,1-1 0 0 0,-1 1-1 0 0,1-1 1 0 0,-1 1 0 0 0,1-1 0 0 0,0 0 0 0 0,0 0-1 0 0,3 2 1 0 0,-2-1 0 0 0,1-1 0 0 0,-1 0 0 0 0,1 0 0 0 0,0 0 0 0 0,0-1 0 0 0,0 1 1 0 0,0-1-1 0 0,0 0 0 0 0,0 0 0 0 0,0-1 0 0 0,5 1 0 0 0,9 0 70 0 0,0-2 0 0 0,1 0-1 0 0,-1-1 1 0 0,25-6 0 0 0,-40 7-136 0 0,15-2 14 0 0,-10 0-15 0 0,0 1 0 0 0,1 0 0 0 0,-1 1 0 0 0,1 0 0 0 0,-1 1 1 0 0,1 0-1 0 0,-1 0 0 0 0,1 0 0 0 0,8 3 0 0 0,-2 4-1454 0 0,-7 6-5792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14.006"/>
    </inkml:context>
    <inkml:brush xml:id="br0">
      <inkml:brushProperty name="width" value="0.05" units="cm"/>
      <inkml:brushProperty name="height" value="0.05" units="cm"/>
      <inkml:brushProperty name="color" value="#FF0066"/>
    </inkml:brush>
  </inkml:definitions>
  <inkml:trace contextRef="#ctx0" brushRef="#br0">1 639 1375 0 0,'0'2'107'0'0,"0"-1"-14"0"0,0-1 29 0 0,0 1-1 0 0,-1-1 1 0 0,1 1-1 0 0,0-1 0 0 0,0 0 1 0 0,0 1-1 0 0,0-1 0 0 0,0 0 1 0 0,0 1-1 0 0,0-1 0 0 0,0 1 1 0 0,1-1-1 0 0,-1 0 0 0 0,0 1 1 0 0,0-1-1 0 0,0 0 1 0 0,0 1-1 0 0,0-1 0 0 0,1 0 1 0 0,-1 1-1 0 0,0-1 0 0 0,0 0 1 0 0,0 1-1 0 0,1-1 0 0 0,-1 0 1 0 0,0 0-1 0 0,1 1 0 0 0,-1-1 1 0 0,0 0-1 0 0,0 0 0 0 0,1 0 1 0 0,-1 1-1 0 0,0-1 1 0 0,1 0-1 0 0,-1 0 0 0 0,1 0 1 0 0,-1 0-1 0 0,0 0 0 0 0,1 0 1 0 0,-1 1-1 0 0,0-1 0 0 0,1 0 1 0 0,-1 0-1 0 0,1 0 0 0 0,-1 0 1 0 0,0-1-1 0 0,1 1 1 0 0,-1 0-1 0 0,0 0 0 0 0,1 0 1 0 0,-1 0-1 0 0,0 0 0 0 0,1 0 1 0 0,-1 0-1 0 0,0-1 0 0 0,1 1 1 0 0,17-12 2495 0 0,-17 11-3064 0 0,5-4 829 0 0,-1 0-1 0 0,-1 0 1 0 0,1 0-1 0 0,-1-1 1 0 0,0 1-1 0 0,0-1 1 0 0,0 0-1 0 0,3-9 0 0 0,1 0 137 0 0,-5 10-380 0 0,135-254 3990 0 0,-121 222-3958 0 0,-2 0 1 0 0,-2-2 0 0 0,-1 1-1 0 0,-2-2 1 0 0,6-47-1 0 0,-15 69-170 0 0,-3 13 0 0 0,-1 11 0 0 0,-7 32-16 0 0,2 0 0 0 0,2 0 0 0 0,-3 72 0 0 0,6-45 15 0 0,-10 115 3 0 0,9-154-4 0 0,-1 0 0 0 0,-1-1-1 0 0,-1 0 1 0 0,-20 46 0 0 0,8-34-53 0 0,12-24-485 0 0,0-1 0 0 0,1 1 1 0 0,1 0-1 0 0,-6 21 0 0 0,9-23-5664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14.284"/>
    </inkml:context>
    <inkml:brush xml:id="br0">
      <inkml:brushProperty name="width" value="0.05" units="cm"/>
      <inkml:brushProperty name="height" value="0.05" units="cm"/>
      <inkml:brushProperty name="color" value="#FF0066"/>
    </inkml:brush>
  </inkml:definitions>
  <inkml:trace contextRef="#ctx0" brushRef="#br0">1 528 5983 0 0,'11'-31'964'0'0,"2"0"0"0"0,27-45 0 0 0,-14 26-10 0 0,23-47 3298 0 0,51-146 0 0 0,-130 386-3236 0 0,16-66-1006 0 0,-47 417 455 0 0,56-432-931 0 0,3-45-4234 0 0,0-1-1599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14.771"/>
    </inkml:context>
    <inkml:brush xml:id="br0">
      <inkml:brushProperty name="width" value="0.05" units="cm"/>
      <inkml:brushProperty name="height" value="0.05" units="cm"/>
      <inkml:brushProperty name="color" value="#FF0066"/>
    </inkml:brush>
  </inkml:definitions>
  <inkml:trace contextRef="#ctx0" brushRef="#br0">273 229 3711 0 0,'-1'-5'53'0'0,"-1"1"-1"0"0,1 0 0 0 0,-1 0 0 0 0,0 0 0 0 0,0 0 0 0 0,0 1 0 0 0,0-1 0 0 0,-1 1 0 0 0,0-1 0 0 0,1 1 0 0 0,-1 0 0 0 0,-1 0 0 0 0,1 0 1 0 0,0 0-1 0 0,-1 0 0 0 0,-4-2 0 0 0,4 3 160 0 0,1 0 0 0 0,-1 0 1 0 0,-1 0-1 0 0,1 0 1 0 0,0 1-1 0 0,0 0 0 0 0,0 0 1 0 0,-1 0-1 0 0,1 0 0 0 0,-1 1 1 0 0,1 0-1 0 0,0 0 0 0 0,-6 0 1 0 0,7 1 5 0 0,0 0 1 0 0,-1 0 0 0 0,1 0 0 0 0,0 0-1 0 0,0 0 1 0 0,0 1 0 0 0,0 0-1 0 0,0-1 1 0 0,0 1 0 0 0,0 0-1 0 0,0 0 1 0 0,1 1 0 0 0,-1-1-1 0 0,1 1 1 0 0,0-1 0 0 0,0 1-1 0 0,-4 5 1 0 0,-2 7 312 0 0,0 0 0 0 0,2 0 1 0 0,0 0-1 0 0,0 1 0 0 0,1-1 0 0 0,1 2 0 0 0,1-1 1 0 0,0 0-1 0 0,0 25 0 0 0,3-31-372 0 0,0 0 1 0 0,0 0-1 0 0,2-1 1 0 0,-1 1-1 0 0,1 0 1 0 0,0-1-1 0 0,1 1 1 0 0,0-1-1 0 0,1 0 1 0 0,5 10-1 0 0,-7-15-122 0 0,0 0 0 0 0,0-1 0 0 0,1 1 0 0 0,-1-1 0 0 0,1 0 1 0 0,0 0-1 0 0,0 0 0 0 0,0 0 0 0 0,0 0 0 0 0,1-1 0 0 0,-1 1 0 0 0,1-1 0 0 0,-1 0 0 0 0,1 0 0 0 0,0 0 0 0 0,0-1 0 0 0,0 1 0 0 0,0-1 0 0 0,0 0 0 0 0,0 0 0 0 0,0 0 0 0 0,0-1 0 0 0,1 1 0 0 0,-1-1 0 0 0,6-1 0 0 0,-1 0 3 0 0,0-1 0 0 0,0 0-1 0 0,-1 0 1 0 0,1-1 0 0 0,-1 0 0 0 0,0-1-1 0 0,0 0 1 0 0,0 0 0 0 0,0 0 0 0 0,-1-1-1 0 0,0 0 1 0 0,11-10 0 0 0,-7 4-4 0 0,1-1 0 0 0,-2 0 1 0 0,1 0-1 0 0,-2-1 0 0 0,0 0 1 0 0,9-16-1 0 0,-11 14-23 0 0,0 0 0 0 0,-1 0 0 0 0,-1 0 0 0 0,0-1 0 0 0,-1 0 0 0 0,-1 0 0 0 0,0 0 0 0 0,0-28 0 0 0,-3 33 5 0 0,0 1 0 0 0,-1-1 0 0 0,0 1-1 0 0,-1-1 1 0 0,0 1 0 0 0,0-1 0 0 0,-1 1-1 0 0,-1 0 1 0 0,0 0 0 0 0,0 1 0 0 0,-1-1 0 0 0,0 1-1 0 0,0 0 1 0 0,-11-12 0 0 0,12 16 6 0 0,0 1-1 0 0,0-1 1 0 0,-1 1 0 0 0,1 0 0 0 0,-1 1 0 0 0,0-1-1 0 0,0 1 1 0 0,-1 0 0 0 0,1 0 0 0 0,-1 1 0 0 0,1-1-1 0 0,-1 1 1 0 0,0 0 0 0 0,0 1 0 0 0,0 0 0 0 0,0-1-1 0 0,0 2 1 0 0,0-1 0 0 0,0 1 0 0 0,0 0 0 0 0,0 0-1 0 0,0 1 1 0 0,0 0 0 0 0,0 0 0 0 0,-9 3 0 0 0,4-1 16 0 0,1 1 1 0 0,-1 1 0 0 0,1-1 0 0 0,0 2-1 0 0,1-1 1 0 0,-1 1 0 0 0,1 1 0 0 0,1 0-1 0 0,-1 0 1 0 0,1 1 0 0 0,0 0 0 0 0,1 0-1 0 0,-8 11 1 0 0,5-4-97 0 0,0 0 0 0 0,2 1 0 0 0,-1 0 0 0 0,2 0 0 0 0,0 1 0 0 0,1 0 0 0 0,1 0 0 0 0,1 1 0 0 0,-5 30 0 0 0,9-41-258 0 0,0-1 0 0 0,0 1 0 0 0,0-1 0 0 0,1 1 0 0 0,0-1 0 0 0,0 1 0 0 0,3 7 0 0 0,9 20-6534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15.146"/>
    </inkml:context>
    <inkml:brush xml:id="br0">
      <inkml:brushProperty name="width" value="0.05" units="cm"/>
      <inkml:brushProperty name="height" value="0.05" units="cm"/>
      <inkml:brushProperty name="color" value="#FF0066"/>
    </inkml:brush>
  </inkml:definitions>
  <inkml:trace contextRef="#ctx0" brushRef="#br0">87 210 5983 0 0,'-2'-4'302'0'0,"0"0"-1"0"0,0 0 1 0 0,0 1-1 0 0,0-1 1 0 0,-1 0-1 0 0,1 1 1 0 0,-1 0-1 0 0,-5-6 1 0 0,7 9-168 0 0,0-1 0 0 0,0 1 0 0 0,0-1 0 0 0,1 0 0 0 0,-1 1 0 0 0,0-1 1 0 0,0 1-1 0 0,0 0 0 0 0,0-1 0 0 0,0 1 0 0 0,0 0 0 0 0,0 0 0 0 0,0-1 0 0 0,0 1 0 0 0,0 0 0 0 0,0 0 0 0 0,-2 0 0 0 0,2 1-2 0 0,0-1 1 0 0,0 1-1 0 0,0-1 0 0 0,0 1 0 0 0,0-1 0 0 0,0 1 0 0 0,0 0 0 0 0,0-1 0 0 0,0 1 1 0 0,0 0-1 0 0,0 0 0 0 0,0 0 0 0 0,0 0 0 0 0,0 0 0 0 0,1 0 0 0 0,-1 0 0 0 0,0 0 1 0 0,0 2-1 0 0,-2 4 290 0 0,0 0 1 0 0,0 1 0 0 0,1-1 0 0 0,-1 1-1 0 0,2 0 1 0 0,-1-1 0 0 0,0 9 0 0 0,1 7 474 0 0,1 26 1 0 0,0-42-755 0 0,1 0 1 0 0,-1 0-1 0 0,2 0 1 0 0,-1 0-1 0 0,1 0 1 0 0,0 0-1 0 0,0-1 1 0 0,1 1-1 0 0,0-1 1 0 0,0 1-1 0 0,1-1 1 0 0,-1 0-1 0 0,1-1 1 0 0,6 7-1 0 0,-6-8-97 0 0,0 0 1 0 0,0 0-1 0 0,0-1 0 0 0,1 0 0 0 0,-1 0 1 0 0,1 0-1 0 0,0 0 0 0 0,0-1 0 0 0,0 1 0 0 0,0-1 1 0 0,1-1-1 0 0,-1 1 0 0 0,0-1 0 0 0,1 0 1 0 0,-1 0-1 0 0,1 0 0 0 0,0-1 0 0 0,6 0 0 0 0,-1-1-8 0 0,0-1 0 0 0,0 0-1 0 0,0 0 1 0 0,-1-1-1 0 0,1 0 1 0 0,-1-1-1 0 0,0-1 1 0 0,0 1-1 0 0,0-1 1 0 0,-1-1-1 0 0,1 0 1 0 0,11-10-1 0 0,-6 3-14 0 0,-1 0-1 0 0,0-1 0 0 0,-1 0 0 0 0,0-1 0 0 0,-1-1 0 0 0,11-19 0 0 0,-17 24-11 0 0,0 0-1 0 0,-1 0 0 0 0,0-1 0 0 0,-1 1 1 0 0,0-1-1 0 0,-1 0 0 0 0,0 0 1 0 0,-1 0-1 0 0,0 0 0 0 0,-1-1 1 0 0,-1-13-1 0 0,0 21-5 0 0,-1-1-1 0 0,1 0 1 0 0,-1 1 0 0 0,0-1-1 0 0,-1 1 1 0 0,1-1-1 0 0,-1 1 1 0 0,0-1-1 0 0,-1 1 1 0 0,1 0 0 0 0,-1 0-1 0 0,0 0 1 0 0,0 1-1 0 0,-1-1 1 0 0,1 1 0 0 0,-1-1-1 0 0,0 1 1 0 0,0 0-1 0 0,0 1 1 0 0,-1-1 0 0 0,0 1-1 0 0,1 0 1 0 0,-1 0-1 0 0,0 0 1 0 0,0 0 0 0 0,-6-1-1 0 0,2 1-4 0 0,0 1 0 0 0,-1 0 0 0 0,1 0 0 0 0,-1 1 0 0 0,1 0 0 0 0,-1 1 0 0 0,0 0 0 0 0,1 0 0 0 0,-1 1 0 0 0,1 1 0 0 0,-1-1 0 0 0,1 1 0 0 0,0 1 0 0 0,0 0 0 0 0,0 0 0 0 0,0 1 0 0 0,0 0 0 0 0,-8 6 0 0 0,4-3 0 0 0,0 2 0 0 0,1-1 0 0 0,0 2 0 0 0,0 0 0 0 0,1 0 0 0 0,0 1 0 0 0,1 0 0 0 0,0 1 0 0 0,1 0 0 0 0,-13 23 0 0 0,17-27-57 0 0,1 0 1 0 0,1 0-1 0 0,0 1 0 0 0,0-1 0 0 0,0 1 0 0 0,1-1 1 0 0,1 1-1 0 0,-1 0 0 0 0,1 0 0 0 0,1 0 1 0 0,0 11-1 0 0,4 6-694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15.567"/>
    </inkml:context>
    <inkml:brush xml:id="br0">
      <inkml:brushProperty name="width" value="0.05" units="cm"/>
      <inkml:brushProperty name="height" value="0.05" units="cm"/>
      <inkml:brushProperty name="color" value="#FF0066"/>
    </inkml:brush>
  </inkml:definitions>
  <inkml:trace contextRef="#ctx0" brushRef="#br0">51 566 6447 0 0,'-2'-3'439'0'0,"0"1"-1"0"0,0-1 1 0 0,1 0-1 0 0,-1 0 1 0 0,1 0-1 0 0,0 0 1 0 0,-1 0-1 0 0,1 0 0 0 0,0-5 1 0 0,-6-30 2032 0 0,6 23-1768 0 0,1-1 1 0 0,0 1-1 0 0,1-1 0 0 0,0 1 0 0 0,1 0 0 0 0,7-25 0 0 0,36-89 848 0 0,-10 35-1232 0 0,-26 61-227 0 0,-3 13 29 0 0,0 0 0 0 0,1 1 0 0 0,12-24 0 0 0,-19 43-115 0 0,0-1-1 0 0,0 1 1 0 0,0 0 0 0 0,0 0-1 0 0,0 0 1 0 0,0 0 0 0 0,0 0-1 0 0,1-1 1 0 0,-1 1 0 0 0,0 0-1 0 0,0 0 1 0 0,0 0-1 0 0,0 0 1 0 0,0 0 0 0 0,0 0-1 0 0,0-1 1 0 0,0 1 0 0 0,0 0-1 0 0,0 0 1 0 0,0 0 0 0 0,0 0-1 0 0,0 0 1 0 0,1 0-1 0 0,-1 0 1 0 0,0 0 0 0 0,0 0-1 0 0,0-1 1 0 0,0 1 0 0 0,0 0-1 0 0,0 0 1 0 0,1 0 0 0 0,-1 0-1 0 0,0 0 1 0 0,0 0-1 0 0,0 0 1 0 0,0 0 0 0 0,0 0-1 0 0,0 0 1 0 0,1 0 0 0 0,-1 0-1 0 0,0 0 1 0 0,0 0 0 0 0,0 0-1 0 0,0 0 1 0 0,0 0-1 0 0,1 0 1 0 0,0 8 116 0 0,-3 14-20 0 0,2-21-95 0 0,-8 47 191 0 0,-19 64-1 0 0,-23 45 164 0 0,16-54-222 0 0,29-85-112 0 0,-28 94 75 0 0,29-91-100 0 0,0 0 0 0 0,1 1 0 0 0,0 28 0 0 0,4-33-1483 0 0,4-3-5926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15.824"/>
    </inkml:context>
    <inkml:brush xml:id="br0">
      <inkml:brushProperty name="width" value="0.05" units="cm"/>
      <inkml:brushProperty name="height" value="0.05" units="cm"/>
      <inkml:brushProperty name="color" value="#FF0066"/>
    </inkml:brush>
  </inkml:definitions>
  <inkml:trace contextRef="#ctx0" brushRef="#br0">1 650 6911 0 0,'3'-11'273'0'0,"1"-1"0"0"0,0 0 0 0 0,1 1 0 0 0,8-14 0 0 0,3-6 12 0 0,32-71 1023 0 0,28-60 2011 0 0,-58 117-1079 0 0,21-79-1 0 0,-37 116-2012 0 0,8-41 898 0 0,-9 44-975 0 0,-1 0 1 0 0,1 0-1 0 0,-1-1 1 0 0,0 1 0 0 0,-1 0-1 0 0,1 0 1 0 0,-3-7-1 0 0,3 11-131 0 0,0 1 0 0 0,0-1 0 0 0,0 1-1 0 0,0 0 1 0 0,0-1 0 0 0,0 1 0 0 0,-1 0 0 0 0,1-1-1 0 0,0 1 1 0 0,0-1 0 0 0,0 1 0 0 0,0 0 0 0 0,-1-1-1 0 0,1 1 1 0 0,0 0 0 0 0,0 0 0 0 0,-1-1 0 0 0,1 1-1 0 0,0 0 1 0 0,-1-1 0 0 0,1 1 0 0 0,0 0-1 0 0,-1 0 1 0 0,1 0 0 0 0,0-1 0 0 0,-1 1 0 0 0,1 0-1 0 0,-1 0 1 0 0,0 0 0 0 0,1 0-1 0 0,-1 0 1 0 0,1 1-1 0 0,-1-1 1 0 0,1 0-1 0 0,-1 1 1 0 0,0-1 0 0 0,1 0-1 0 0,0 1 1 0 0,-1-1-1 0 0,1 0 1 0 0,-1 1-1 0 0,1-1 1 0 0,-1 1-1 0 0,1-1 1 0 0,-1 1-1 0 0,-11 22 268 0 0,-6 30-95 0 0,2 0 1 0 0,-12 73 0 0 0,19-83-97 0 0,-4 20 12 0 0,-38 223 218 0 0,46-180-1822 0 0,7-54-5990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8:39.524"/>
    </inkml:context>
    <inkml:brush xml:id="br0">
      <inkml:brushProperty name="width" value="0.05" units="cm"/>
      <inkml:brushProperty name="height" value="0.05" units="cm"/>
      <inkml:brushProperty name="color" value="#FF0066"/>
    </inkml:brush>
  </inkml:definitions>
  <inkml:trace contextRef="#ctx0" brushRef="#br0">586 1611 1463 0 0,'44'18'141'0'0,"11"3"-154"0"0,6-4 13 0 0,1-4 0 0 0,0-2 0 0 0,1-3 0 0 0,0-2 0 0 0,85-4 0 0 0,632-42 120 0 0,-502 23 86 0 0,2-1-1416 0 0,-203 11 1190 0 0,1 3 0 0 0,138 12 0 0 0,-195-6 21 0 0,38 5 20 0 0,0-2 0 0 0,110-5 0 0 0,81-40-21 0 0,-191 27 0 0 0,-13 4 0 0 0,-1-1 0 0 0,0-3 0 0 0,51-22 0 0 0,-59 17 171 0 0,-2-2 0 0 0,0-1 0 0 0,50-39 0 0 0,-65 43 441 0 0,-1-1-1 0 0,-1 0 0 0 0,-1-2 0 0 0,0 0 1 0 0,26-43-1 0 0,-29 39-537 0 0,-1-1-1 0 0,-1 0 1 0 0,-1-1 0 0 0,-2 0-1 0 0,0-1 1 0 0,-2 0-1 0 0,-1-1 1 0 0,-1 1 0 0 0,1-31-1 0 0,-6 41-11 0 0,0-1 0 0 0,-2 1-1 0 0,0-1 1 0 0,0 1-1 0 0,-2 0 1 0 0,0 0-1 0 0,-11-25 1 0 0,4 15 90 0 0,-1 1 1 0 0,-2 0 0 0 0,-29-42-1 0 0,22 41-97 0 0,-1 1-1 0 0,-2 1 1 0 0,0 0-1 0 0,-2 2 1 0 0,-51-35-1 0 0,-154-81 216 0 0,200 122-218 0 0,-348-179 370 0 0,340 178-408 0 0,-1 0 1 0 0,0 3-1 0 0,-1 1 1 0 0,-1 3-1 0 0,1 1 1 0 0,-2 1-1 0 0,0 3 1 0 0,-80-1-1 0 0,-34 14-9 0 0,-26 1 54 0 0,85-9 7 0 0,-160 3 41 0 0,-1 22-104 0 0,-395 115-75 0 0,488-83 97 0 0,-58 14 14 0 0,59-23 81 0 0,134-35-90 0 0,0 1 0 0 0,1 1 0 0 0,-33 22 0 0 0,19-6-17 0 0,1 2 0 0 0,2 2 0 0 0,1 2 0 0 0,-60 71-1 0 0,75-79-12 0 0,3 1-1 0 0,-24 36 1 0 0,40-54 29 0 0,0 0 0 0 0,0 0 0 0 0,1 0 0 0 0,1 1 0 0 0,0 0 0 0 0,1 0 0 0 0,0 0 0 0 0,0 0 0 0 0,2 0 0 0 0,-2 17 0 0 0,3-28-29 0 0,0 29 79 0 0,1 1 1 0 0,8 51-1 0 0,-7-73-63 0 0,0 0-1 0 0,1 0 1 0 0,0 0 0 0 0,0 0 0 0 0,1-1-1 0 0,0 1 1 0 0,0-1 0 0 0,1 0 0 0 0,0-1-1 0 0,1 1 1 0 0,0-1 0 0 0,0 0 0 0 0,10 10-1 0 0,-4-8 45 0 0,0 0 0 0 0,1-1 0 0 0,0 0 0 0 0,20 9 0 0 0,58 17 518 0 0,6 3-193 0 0,-85-31-331 0 0,0 0 0 0 0,19 15 0 0 0,-26-18-42 0 0,0 1 0 0 0,0 0 1 0 0,-1 0-1 0 0,0 1 1 0 0,0 0-1 0 0,0-1 1 0 0,0 1-1 0 0,3 8 0 0 0,-6-11-12 0 0,0 0 0 0 0,-1 0 0 0 0,1 0 0 0 0,-1 0 0 0 0,1 0 0 0 0,-1 0 0 0 0,0 0 0 0 0,0 0 0 0 0,1 0 0 0 0,-2 0 0 0 0,1 0 0 0 0,0 0 0 0 0,0 0 0 0 0,-1 0 0 0 0,1 0 0 0 0,-1 0 0 0 0,1 0 0 0 0,-1 0 0 0 0,-1 3 0 0 0,-3 3 0 0 0,0 0 0 0 0,0-1 0 0 0,-8 10 0 0 0,-4 7 0 0 0,9-10 0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9:14.220"/>
    </inkml:context>
    <inkml:brush xml:id="br0">
      <inkml:brushProperty name="width" value="0.05" units="cm"/>
      <inkml:brushProperty name="height" value="0.05" units="cm"/>
      <inkml:brushProperty name="color" value="#FF0066"/>
    </inkml:brush>
  </inkml:definitions>
  <inkml:trace contextRef="#ctx0" brushRef="#br0">13 102 3223 0 0,'-4'-4'135'0'0,"-4"-3"56"0"0,8 7-198 0 0,0 0 0 0 0,0 0 0 0 0,0 0 0 0 0,0 0 0 0 0,0 0 0 0 0,0 0 0 0 0,0 0 1 0 0,0 0-1 0 0,0 0 0 0 0,0-1 0 0 0,0 1 0 0 0,0 0 0 0 0,-1 0 0 0 0,1 0 0 0 0,0 0 1 0 0,0 0-1 0 0,0 0 0 0 0,0 0 0 0 0,0 0 0 0 0,0 0 0 0 0,0-1 0 0 0,0 1 0 0 0,0 0 1 0 0,0 0-1 0 0,0 0 0 0 0,0 0 0 0 0,0 0 0 0 0,1 0 0 0 0,-1 0 0 0 0,0 0 0 0 0,0 0 1 0 0,0-1-1 0 0,0 1 0 0 0,0 0 0 0 0,0 0 0 0 0,0 0 0 0 0,0 0 0 0 0,0 0 0 0 0,0 0 1 0 0,0 0-1 0 0,0 0 0 0 0,0 0 0 0 0,0 0 0 0 0,0 0 0 0 0,1 0 0 0 0,-1 0 0 0 0,0 0 1 0 0,0-1-1 0 0,0 1 0 0 0,0 0 0 0 0,0 0 0 0 0,0 0 0 0 0,0 0 0 0 0,0 0 0 0 0,0 0 1 0 0,1 0-1 0 0,-1 0 0 0 0,0 0 0 0 0,0 0 0 0 0,0 0 0 0 0,0 0 0 0 0,0 0 0 0 0,0 0 0 0 0,0 0 1 0 0,0 1-1 0 0,0-1 0 0 0,1 0 0 0 0,-1 0 0 0 0,21-15-1676 0 0,-16 12 1704 0 0,0 1-1 0 0,0 0 1 0 0,0 1-1 0 0,1-1 1 0 0,-1 1-1 0 0,1 0 1 0 0,-1 1-1 0 0,1-1 1 0 0,6 1-1 0 0,9 1 183 0 0,23 4 0 0 0,-16-2-36 0 0,56 4 339 0 0,0-4 0 0 0,0-4 0 0 0,0-3 0 0 0,129-24 0 0 0,-169 19-484 0 0,31-5-114 0 0,116-9 0 0 0,-181 23-44 0 0,1 1 0 0 0,16 2 1 0 0,-17-1 100 0 0,-5-3 35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9:14.527"/>
    </inkml:context>
    <inkml:brush xml:id="br0">
      <inkml:brushProperty name="width" value="0.05" units="cm"/>
      <inkml:brushProperty name="height" value="0.05" units="cm"/>
      <inkml:brushProperty name="color" value="#FF0066"/>
    </inkml:brush>
  </inkml:definitions>
  <inkml:trace contextRef="#ctx0" brushRef="#br0">247 72 3223 0 0,'-3'-10'108'0'0,"2"7"-93"0"0,0 1-1 0 0,0-1 1 0 0,1 1-1 0 0,-1 0 1 0 0,1-1 0 0 0,-1 1-1 0 0,1-1 1 0 0,0 0-1 0 0,0 1 1 0 0,0-1 0 0 0,0 1-1 0 0,0-1 1 0 0,1-3-1 0 0,21-6-2111 0 0,-17 10 2172 0 0,0 0-1 0 0,0 1 1 0 0,1-1-1 0 0,-1 1 1 0 0,1 0-1 0 0,-1 0 1 0 0,1 1-1 0 0,-1 0 1 0 0,1 0-1 0 0,-1 0 1 0 0,1 1-1 0 0,0-1 1 0 0,-1 1-1 0 0,9 3 1 0 0,5 2 481 0 0,0 0 0 0 0,32 17-1 0 0,-43-19-402 0 0,23 11 642 0 0,34 23 0 0 0,-56-31-687 0 0,1 0 1 0 0,-2 0-1 0 0,1 1 1 0 0,-1 0 0 0 0,0 0-1 0 0,-1 1 1 0 0,10 14-1 0 0,-13-18-95 0 0,-1 1 0 0 0,0 0 0 0 0,0-1 0 0 0,0 1 0 0 0,-1 0 0 0 0,0 0 0 0 0,0 1 0 0 0,1 7 0 0 0,-3-12-1 0 0,0 1 1 0 0,0 0-1 0 0,0 0 0 0 0,0 0 0 0 0,-1 0 0 0 0,1-1 0 0 0,-1 1 0 0 0,1 0 0 0 0,-1 0 1 0 0,0-1-1 0 0,0 1 0 0 0,0 0 0 0 0,0-1 0 0 0,-1 1 0 0 0,1-1 0 0 0,-1 0 0 0 0,0 1 1 0 0,1-1-1 0 0,-1 0 0 0 0,0 0 0 0 0,-3 2 0 0 0,-4 3 63 0 0,0 0-1 0 0,0-1 1 0 0,-1 0 0 0 0,0-1 0 0 0,0 0-1 0 0,-12 4 1 0 0,-69 19 393 0 0,57-19-319 0 0,-49 16 55 0 0,-21 6-213 0 0,-111 18-1 0 0,199-47-3070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1-12T16:49:14.870"/>
    </inkml:context>
    <inkml:brush xml:id="br0">
      <inkml:brushProperty name="width" value="0.05" units="cm"/>
      <inkml:brushProperty name="height" value="0.05" units="cm"/>
      <inkml:brushProperty name="color" value="#FF0066"/>
    </inkml:brush>
  </inkml:definitions>
  <inkml:trace contextRef="#ctx0" brushRef="#br0">400 2 455 0 0,'-2'-1'90'0'0,"0"1"-1"0"0,0 0 0 0 0,-1 0 0 0 0,1 0 0 0 0,0 0 0 0 0,0 0 0 0 0,-1 0 1 0 0,1 1-1 0 0,0-1 0 0 0,0 1 0 0 0,-1 0 0 0 0,1-1 0 0 0,-2 2 0 0 0,-30 15 600 0 0,26-12-626 0 0,-55 32 1277 0 0,-78 60 0 0 0,121-82-959 0 0,0 1 0 0 0,-26 29 0 0 0,42-39-314 0 0,0-1 1 0 0,0 1-1 0 0,1 0 0 0 0,0 0 1 0 0,0 0-1 0 0,0 0 0 0 0,1 1 0 0 0,0-1 1 0 0,0 1-1 0 0,1-1 0 0 0,-1 1 1 0 0,1 0-1 0 0,1 0 0 0 0,0 12 0 0 0,0-17-37 0 0,0-1 0 0 0,0 1-1 0 0,0-1 1 0 0,1 1 0 0 0,-1-1 0 0 0,1 0-1 0 0,-1 1 1 0 0,1-1 0 0 0,-1 0-1 0 0,1 1 1 0 0,0-1 0 0 0,-1 0-1 0 0,1 0 1 0 0,0 0 0 0 0,0 0 0 0 0,0 1-1 0 0,0-1 1 0 0,0 0 0 0 0,2 1-1 0 0,-1-1 39 0 0,0 0 0 0 0,1 0 0 0 0,-1 0-1 0 0,0 0 1 0 0,1 0 0 0 0,-1-1 0 0 0,1 1 0 0 0,-1-1-1 0 0,0 1 1 0 0,5-1 0 0 0,4-1 267 0 0,0 1 0 0 0,0-2 1 0 0,22-5-1 0 0,-29 6-262 0 0,53-13 801 0 0,-25 4-657 0 0,1 2 0 0 0,0 2 0 0 0,64-5 0 0 0,-93 11-205 0 0,0 0 0 0 0,-1 1-1 0 0,1-1 1 0 0,0 0 0 0 0,-1 1-1 0 0,1 0 1 0 0,-1 0-1 0 0,1 0 1 0 0,-1 0 0 0 0,4 2-1 0 0,4 8 53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68339" cy="356357"/>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5317963" y="1"/>
            <a:ext cx="4068339" cy="356357"/>
          </a:xfrm>
          <a:prstGeom prst="rect">
            <a:avLst/>
          </a:prstGeom>
        </p:spPr>
        <p:txBody>
          <a:bodyPr vert="horz" lIns="94229" tIns="47114" rIns="94229" bIns="47114" rtlCol="0"/>
          <a:lstStyle>
            <a:lvl1pPr algn="r">
              <a:defRPr sz="1200"/>
            </a:lvl1pPr>
          </a:lstStyle>
          <a:p>
            <a:fld id="{34F31AED-8E07-4868-8215-7D47404445F1}" type="datetimeFigureOut">
              <a:rPr lang="en-US" smtClean="0"/>
              <a:t>1/12/2026</a:t>
            </a:fld>
            <a:endParaRPr lang="en-US"/>
          </a:p>
        </p:txBody>
      </p:sp>
      <p:sp>
        <p:nvSpPr>
          <p:cNvPr id="4" name="Slide Image Placeholder 3"/>
          <p:cNvSpPr>
            <a:spLocks noGrp="1" noRot="1" noChangeAspect="1"/>
          </p:cNvSpPr>
          <p:nvPr>
            <p:ph type="sldImg" idx="2"/>
          </p:nvPr>
        </p:nvSpPr>
        <p:spPr>
          <a:xfrm>
            <a:off x="2563813" y="887413"/>
            <a:ext cx="4260850" cy="2397125"/>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938848" y="3418066"/>
            <a:ext cx="7510780" cy="2796600"/>
          </a:xfrm>
          <a:prstGeom prst="rect">
            <a:avLst/>
          </a:prstGeom>
        </p:spPr>
        <p:txBody>
          <a:bodyPr vert="horz" lIns="94229" tIns="47114" rIns="94229" bIns="47114"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746119"/>
            <a:ext cx="4068339" cy="356356"/>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5317963" y="6746119"/>
            <a:ext cx="4068339" cy="356356"/>
          </a:xfrm>
          <a:prstGeom prst="rect">
            <a:avLst/>
          </a:prstGeom>
        </p:spPr>
        <p:txBody>
          <a:bodyPr vert="horz" lIns="94229" tIns="47114" rIns="94229" bIns="47114" rtlCol="0" anchor="b"/>
          <a:lstStyle>
            <a:lvl1pPr algn="r">
              <a:defRPr sz="1200"/>
            </a:lvl1pPr>
          </a:lstStyle>
          <a:p>
            <a:fld id="{F1A35D5A-A7A0-454D-852A-1477C3A80666}" type="slidenum">
              <a:rPr lang="en-US" smtClean="0"/>
              <a:t>‹#›</a:t>
            </a:fld>
            <a:endParaRPr lang="en-US"/>
          </a:p>
        </p:txBody>
      </p:sp>
    </p:spTree>
    <p:extLst>
      <p:ext uri="{BB962C8B-B14F-4D97-AF65-F5344CB8AC3E}">
        <p14:creationId xmlns:p14="http://schemas.microsoft.com/office/powerpoint/2010/main" val="3014996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9CCB3-C956-459D-9042-43B791C7DA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D80545-57C3-4416-B583-2E4AD4E10A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07585B8-4610-4469-A53A-4DE5A5349E32}"/>
              </a:ext>
            </a:extLst>
          </p:cNvPr>
          <p:cNvSpPr>
            <a:spLocks noGrp="1"/>
          </p:cNvSpPr>
          <p:nvPr>
            <p:ph type="dt" sz="half" idx="10"/>
          </p:nvPr>
        </p:nvSpPr>
        <p:spPr/>
        <p:txBody>
          <a:bodyPr/>
          <a:lstStyle/>
          <a:p>
            <a:fld id="{1C417940-3544-482B-8FEA-49627DE4B4AE}" type="datetime1">
              <a:rPr lang="en-US" smtClean="0"/>
              <a:t>1/12/2026</a:t>
            </a:fld>
            <a:endParaRPr lang="en-US"/>
          </a:p>
        </p:txBody>
      </p:sp>
      <p:sp>
        <p:nvSpPr>
          <p:cNvPr id="5" name="Footer Placeholder 4">
            <a:extLst>
              <a:ext uri="{FF2B5EF4-FFF2-40B4-BE49-F238E27FC236}">
                <a16:creationId xmlns:a16="http://schemas.microsoft.com/office/drawing/2014/main" id="{E10B67DA-D87F-4B81-BDE0-9B6A408312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75DDF1-249D-4F61-9F4A-DE9962003E57}"/>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1746541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83D9-57A7-4554-A094-8E21F85AB9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BF4F55-6050-46F7-8766-B6A8FFBB580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AF094C-65FC-4B99-B128-F8C7592C5910}"/>
              </a:ext>
            </a:extLst>
          </p:cNvPr>
          <p:cNvSpPr>
            <a:spLocks noGrp="1"/>
          </p:cNvSpPr>
          <p:nvPr>
            <p:ph type="dt" sz="half" idx="10"/>
          </p:nvPr>
        </p:nvSpPr>
        <p:spPr/>
        <p:txBody>
          <a:bodyPr/>
          <a:lstStyle/>
          <a:p>
            <a:fld id="{6B758634-0334-48F1-8698-3C860FF7FE41}" type="datetime1">
              <a:rPr lang="en-US" smtClean="0"/>
              <a:t>1/12/2026</a:t>
            </a:fld>
            <a:endParaRPr lang="en-US"/>
          </a:p>
        </p:txBody>
      </p:sp>
      <p:sp>
        <p:nvSpPr>
          <p:cNvPr id="5" name="Footer Placeholder 4">
            <a:extLst>
              <a:ext uri="{FF2B5EF4-FFF2-40B4-BE49-F238E27FC236}">
                <a16:creationId xmlns:a16="http://schemas.microsoft.com/office/drawing/2014/main" id="{730D240D-34B4-48C7-9800-3AB85EE6D6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2FFB8A-6342-46D5-8044-8B4BE15511D9}"/>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298063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E137C-593D-4A3B-B1AF-D37482DFF7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A36C02D-A0E3-4DFC-8518-89B0ACCD89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F762FC7-BFC5-4C0E-8B7E-5C6BF84180CE}"/>
              </a:ext>
            </a:extLst>
          </p:cNvPr>
          <p:cNvSpPr>
            <a:spLocks noGrp="1"/>
          </p:cNvSpPr>
          <p:nvPr>
            <p:ph type="dt" sz="half" idx="10"/>
          </p:nvPr>
        </p:nvSpPr>
        <p:spPr/>
        <p:txBody>
          <a:bodyPr/>
          <a:lstStyle/>
          <a:p>
            <a:fld id="{D35619E6-7211-4844-B651-80270389CCA5}" type="datetime1">
              <a:rPr lang="en-US" smtClean="0"/>
              <a:t>1/12/2026</a:t>
            </a:fld>
            <a:endParaRPr lang="en-US"/>
          </a:p>
        </p:txBody>
      </p:sp>
      <p:sp>
        <p:nvSpPr>
          <p:cNvPr id="5" name="Footer Placeholder 4">
            <a:extLst>
              <a:ext uri="{FF2B5EF4-FFF2-40B4-BE49-F238E27FC236}">
                <a16:creationId xmlns:a16="http://schemas.microsoft.com/office/drawing/2014/main" id="{1FE3F3AB-518B-4544-9DC0-E4167A145B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A5809-7F4A-4DB7-AB1F-076B4CA5A67F}"/>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914258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3CD35-34D1-4529-A1EB-A77137A921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842FC-8701-40E2-844C-CDCA778B2A9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2C31D7E-E1C6-4C7D-9170-FB4F33DD474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7EE94B-497E-46B5-B1FA-F07B3E8CDA36}"/>
              </a:ext>
            </a:extLst>
          </p:cNvPr>
          <p:cNvSpPr>
            <a:spLocks noGrp="1"/>
          </p:cNvSpPr>
          <p:nvPr>
            <p:ph type="dt" sz="half" idx="10"/>
          </p:nvPr>
        </p:nvSpPr>
        <p:spPr/>
        <p:txBody>
          <a:bodyPr/>
          <a:lstStyle/>
          <a:p>
            <a:fld id="{92ECBCEA-CFE7-4C8B-BB14-62B33B55D7D7}" type="datetime1">
              <a:rPr lang="en-US" smtClean="0"/>
              <a:t>1/12/2026</a:t>
            </a:fld>
            <a:endParaRPr lang="en-US"/>
          </a:p>
        </p:txBody>
      </p:sp>
      <p:sp>
        <p:nvSpPr>
          <p:cNvPr id="6" name="Footer Placeholder 5">
            <a:extLst>
              <a:ext uri="{FF2B5EF4-FFF2-40B4-BE49-F238E27FC236}">
                <a16:creationId xmlns:a16="http://schemas.microsoft.com/office/drawing/2014/main" id="{0CC654FF-AAD6-43D4-8629-669D3A3644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773C60-01EE-48A9-A51E-537F843CEF4B}"/>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1731219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4994C-4885-4C65-8FD0-6232BFCDC8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FB06E2-E67C-4E41-95DB-C172CD46FA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B663360-7FD6-4400-A2B8-A41D81A086D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DFD8D7-FFEF-4EA5-9536-2AEA43F785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0F54B06-4FB1-46C2-9C43-FB5F283FEC3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66468B-A973-4542-BB5C-B44FB71320F8}"/>
              </a:ext>
            </a:extLst>
          </p:cNvPr>
          <p:cNvSpPr>
            <a:spLocks noGrp="1"/>
          </p:cNvSpPr>
          <p:nvPr>
            <p:ph type="dt" sz="half" idx="10"/>
          </p:nvPr>
        </p:nvSpPr>
        <p:spPr/>
        <p:txBody>
          <a:bodyPr/>
          <a:lstStyle/>
          <a:p>
            <a:fld id="{FB35CADD-BEC4-47EA-BF52-905975BAC9F8}" type="datetime1">
              <a:rPr lang="en-US" smtClean="0"/>
              <a:t>1/12/2026</a:t>
            </a:fld>
            <a:endParaRPr lang="en-US"/>
          </a:p>
        </p:txBody>
      </p:sp>
      <p:sp>
        <p:nvSpPr>
          <p:cNvPr id="8" name="Footer Placeholder 7">
            <a:extLst>
              <a:ext uri="{FF2B5EF4-FFF2-40B4-BE49-F238E27FC236}">
                <a16:creationId xmlns:a16="http://schemas.microsoft.com/office/drawing/2014/main" id="{D5D30B32-5E8F-4256-A3E9-AF53594E30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09AD14-941E-4763-98D9-184F3F31C354}"/>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3971419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AE235-54B1-4180-9B6E-782E5F05CF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719ED6-FAC0-4AB7-8AC4-1C104A1640B8}"/>
              </a:ext>
            </a:extLst>
          </p:cNvPr>
          <p:cNvSpPr>
            <a:spLocks noGrp="1"/>
          </p:cNvSpPr>
          <p:nvPr>
            <p:ph type="dt" sz="half" idx="10"/>
          </p:nvPr>
        </p:nvSpPr>
        <p:spPr/>
        <p:txBody>
          <a:bodyPr/>
          <a:lstStyle/>
          <a:p>
            <a:fld id="{C287B8CE-CC07-45F9-AD4F-701B6D449E20}" type="datetime1">
              <a:rPr lang="en-US" smtClean="0"/>
              <a:t>1/12/2026</a:t>
            </a:fld>
            <a:endParaRPr lang="en-US"/>
          </a:p>
        </p:txBody>
      </p:sp>
      <p:sp>
        <p:nvSpPr>
          <p:cNvPr id="4" name="Footer Placeholder 3">
            <a:extLst>
              <a:ext uri="{FF2B5EF4-FFF2-40B4-BE49-F238E27FC236}">
                <a16:creationId xmlns:a16="http://schemas.microsoft.com/office/drawing/2014/main" id="{0541E58D-716E-43E9-A662-B209DB2EBD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72C236-DD64-4B35-8C12-10CCFB2C7B2E}"/>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1358815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46C1C4-12AF-46D2-BCB2-B81F9E68E079}"/>
              </a:ext>
            </a:extLst>
          </p:cNvPr>
          <p:cNvSpPr>
            <a:spLocks noGrp="1"/>
          </p:cNvSpPr>
          <p:nvPr>
            <p:ph type="dt" sz="half" idx="10"/>
          </p:nvPr>
        </p:nvSpPr>
        <p:spPr/>
        <p:txBody>
          <a:bodyPr/>
          <a:lstStyle/>
          <a:p>
            <a:fld id="{BC21FB94-42F2-4124-A285-D35DC6D2709E}" type="datetime1">
              <a:rPr lang="en-US" smtClean="0"/>
              <a:t>1/12/2026</a:t>
            </a:fld>
            <a:endParaRPr lang="en-US"/>
          </a:p>
        </p:txBody>
      </p:sp>
      <p:sp>
        <p:nvSpPr>
          <p:cNvPr id="3" name="Footer Placeholder 2">
            <a:extLst>
              <a:ext uri="{FF2B5EF4-FFF2-40B4-BE49-F238E27FC236}">
                <a16:creationId xmlns:a16="http://schemas.microsoft.com/office/drawing/2014/main" id="{F9615F4D-EA4C-4FA3-A95F-83420C6A78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5BB6FC-B139-4824-95D1-3B5930F01798}"/>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4204986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9BFA0-4AF8-49F6-B773-AC442FE2C7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EC4B21-7D7B-4CB0-B2FD-6AC3BBB8B0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124650-FB6B-4B04-A53F-C19FEA0761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95EDF51-0744-46E0-8BD7-D1F50717423D}"/>
              </a:ext>
            </a:extLst>
          </p:cNvPr>
          <p:cNvSpPr>
            <a:spLocks noGrp="1"/>
          </p:cNvSpPr>
          <p:nvPr>
            <p:ph type="dt" sz="half" idx="10"/>
          </p:nvPr>
        </p:nvSpPr>
        <p:spPr/>
        <p:txBody>
          <a:bodyPr/>
          <a:lstStyle/>
          <a:p>
            <a:fld id="{D10A6468-E85C-45C5-A39C-1742DD56180E}" type="datetime1">
              <a:rPr lang="en-US" smtClean="0"/>
              <a:t>1/12/2026</a:t>
            </a:fld>
            <a:endParaRPr lang="en-US"/>
          </a:p>
        </p:txBody>
      </p:sp>
      <p:sp>
        <p:nvSpPr>
          <p:cNvPr id="6" name="Footer Placeholder 5">
            <a:extLst>
              <a:ext uri="{FF2B5EF4-FFF2-40B4-BE49-F238E27FC236}">
                <a16:creationId xmlns:a16="http://schemas.microsoft.com/office/drawing/2014/main" id="{37F20B06-3FD8-4A4E-9477-E4030AB2B9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1CBB07-7749-4EBB-B6E8-7163855AE4E4}"/>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1184199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614BA-054C-48D9-9E27-FB712CF6AB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7CF622E-2FB8-4C2A-A1E0-C1174EB9FB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7509B6B-4164-4876-81EB-61AD6DC1F6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FA410B-E1C3-4F06-9CB4-131ACCAD7375}"/>
              </a:ext>
            </a:extLst>
          </p:cNvPr>
          <p:cNvSpPr>
            <a:spLocks noGrp="1"/>
          </p:cNvSpPr>
          <p:nvPr>
            <p:ph type="dt" sz="half" idx="10"/>
          </p:nvPr>
        </p:nvSpPr>
        <p:spPr/>
        <p:txBody>
          <a:bodyPr/>
          <a:lstStyle/>
          <a:p>
            <a:fld id="{FA2822DD-A382-4995-8885-BE4B8CF0F7D0}" type="datetime1">
              <a:rPr lang="en-US" smtClean="0"/>
              <a:t>1/12/2026</a:t>
            </a:fld>
            <a:endParaRPr lang="en-US"/>
          </a:p>
        </p:txBody>
      </p:sp>
      <p:sp>
        <p:nvSpPr>
          <p:cNvPr id="6" name="Footer Placeholder 5">
            <a:extLst>
              <a:ext uri="{FF2B5EF4-FFF2-40B4-BE49-F238E27FC236}">
                <a16:creationId xmlns:a16="http://schemas.microsoft.com/office/drawing/2014/main" id="{9A377B4E-9C57-40ED-86B5-9AEAE1B973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9BE975-0119-4470-AA67-9185ECA0D9D4}"/>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279362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0081E-B794-4CA6-A1CE-5492070F97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AF3DEC-7C5A-4F4F-8AE9-7C312B9DA40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CC61FF-23B2-44A4-BE61-D9A187B9A83E}"/>
              </a:ext>
            </a:extLst>
          </p:cNvPr>
          <p:cNvSpPr>
            <a:spLocks noGrp="1"/>
          </p:cNvSpPr>
          <p:nvPr>
            <p:ph type="dt" sz="half" idx="10"/>
          </p:nvPr>
        </p:nvSpPr>
        <p:spPr/>
        <p:txBody>
          <a:bodyPr/>
          <a:lstStyle/>
          <a:p>
            <a:fld id="{B75F389A-DCE9-472C-A89D-6123BA5D8117}" type="datetime1">
              <a:rPr lang="en-US" smtClean="0"/>
              <a:t>1/12/2026</a:t>
            </a:fld>
            <a:endParaRPr lang="en-US"/>
          </a:p>
        </p:txBody>
      </p:sp>
      <p:sp>
        <p:nvSpPr>
          <p:cNvPr id="5" name="Footer Placeholder 4">
            <a:extLst>
              <a:ext uri="{FF2B5EF4-FFF2-40B4-BE49-F238E27FC236}">
                <a16:creationId xmlns:a16="http://schemas.microsoft.com/office/drawing/2014/main" id="{7CC68607-4F42-496A-8BE9-16799B404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00B0B3-68EA-48C2-9E75-A6331A739445}"/>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2178301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55FCFB-F5A9-42A9-BCCF-229FDFE46D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F82258-3739-43A8-9034-54C1754AE20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6458E8-A16D-483A-B8DA-DD3BA88F6F96}"/>
              </a:ext>
            </a:extLst>
          </p:cNvPr>
          <p:cNvSpPr>
            <a:spLocks noGrp="1"/>
          </p:cNvSpPr>
          <p:nvPr>
            <p:ph type="dt" sz="half" idx="10"/>
          </p:nvPr>
        </p:nvSpPr>
        <p:spPr/>
        <p:txBody>
          <a:bodyPr/>
          <a:lstStyle/>
          <a:p>
            <a:fld id="{3D29EACA-CCFB-4817-A37B-9E26C1FABFFC}" type="datetime1">
              <a:rPr lang="en-US" smtClean="0"/>
              <a:t>1/12/2026</a:t>
            </a:fld>
            <a:endParaRPr lang="en-US"/>
          </a:p>
        </p:txBody>
      </p:sp>
      <p:sp>
        <p:nvSpPr>
          <p:cNvPr id="5" name="Footer Placeholder 4">
            <a:extLst>
              <a:ext uri="{FF2B5EF4-FFF2-40B4-BE49-F238E27FC236}">
                <a16:creationId xmlns:a16="http://schemas.microsoft.com/office/drawing/2014/main" id="{FCDBE446-5A4A-4F8B-B077-B6F763B80A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02FC4F-3225-459D-8716-8FE06F03BADD}"/>
              </a:ext>
            </a:extLst>
          </p:cNvPr>
          <p:cNvSpPr>
            <a:spLocks noGrp="1"/>
          </p:cNvSpPr>
          <p:nvPr>
            <p:ph type="sldNum" sz="quarter" idx="12"/>
          </p:nvPr>
        </p:nvSpPr>
        <p:spPr/>
        <p:txBody>
          <a:bodyPr/>
          <a:lstStyle/>
          <a:p>
            <a:fld id="{273A85BE-9DD1-40FA-B588-5DB3D2EB661C}" type="slidenum">
              <a:rPr lang="en-US" smtClean="0"/>
              <a:t>‹#›</a:t>
            </a:fld>
            <a:endParaRPr lang="en-US"/>
          </a:p>
        </p:txBody>
      </p:sp>
    </p:spTree>
    <p:extLst>
      <p:ext uri="{BB962C8B-B14F-4D97-AF65-F5344CB8AC3E}">
        <p14:creationId xmlns:p14="http://schemas.microsoft.com/office/powerpoint/2010/main" val="32861678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20FCD-B89E-42C9-8E90-6395E884D732}"/>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06CA7F89-FF99-45B6-B9DF-8A6F8ACED5A9}"/>
              </a:ext>
            </a:extLst>
          </p:cNvPr>
          <p:cNvSpPr>
            <a:spLocks noGrp="1"/>
          </p:cNvSpPr>
          <p:nvPr>
            <p:ph type="body"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3B137D-DDBE-47C7-BC78-E4FD87F66C05}"/>
              </a:ext>
            </a:extLst>
          </p:cNvPr>
          <p:cNvSpPr>
            <a:spLocks noGrp="1"/>
          </p:cNvSpPr>
          <p:nvPr>
            <p:ph type="dt" sz="half" idx="10"/>
          </p:nvPr>
        </p:nvSpPr>
        <p:spPr/>
        <p:txBody>
          <a:bodyPr/>
          <a:lstStyle/>
          <a:p>
            <a:fld id="{63689151-E8FE-426A-BB9F-4AD88A7253C4}" type="datetime1">
              <a:rPr lang="en-US" smtClean="0"/>
              <a:t>1/12/2026</a:t>
            </a:fld>
            <a:endParaRPr lang="en-US"/>
          </a:p>
        </p:txBody>
      </p:sp>
      <p:sp>
        <p:nvSpPr>
          <p:cNvPr id="5" name="Footer Placeholder 4">
            <a:extLst>
              <a:ext uri="{FF2B5EF4-FFF2-40B4-BE49-F238E27FC236}">
                <a16:creationId xmlns:a16="http://schemas.microsoft.com/office/drawing/2014/main" id="{A7D4A1DA-D134-4A27-890D-343682C23B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0DFE20-8353-4383-A724-1CCA38C7AFB8}"/>
              </a:ext>
            </a:extLst>
          </p:cNvPr>
          <p:cNvSpPr>
            <a:spLocks noGrp="1"/>
          </p:cNvSpPr>
          <p:nvPr>
            <p:ph type="sldNum" sz="quarter" idx="12"/>
          </p:nvPr>
        </p:nvSpPr>
        <p:spPr/>
        <p:txBody>
          <a:bodyPr/>
          <a:lstStyle/>
          <a:p>
            <a:fld id="{5A1B4C69-69FC-4DE3-9130-497A7C9ADE60}" type="slidenum">
              <a:rPr lang="en-US" smtClean="0"/>
              <a:t>‹#›</a:t>
            </a:fld>
            <a:endParaRPr lang="en-US"/>
          </a:p>
        </p:txBody>
      </p:sp>
    </p:spTree>
    <p:extLst>
      <p:ext uri="{BB962C8B-B14F-4D97-AF65-F5344CB8AC3E}">
        <p14:creationId xmlns:p14="http://schemas.microsoft.com/office/powerpoint/2010/main" val="1168781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BA0261-72EE-418B-A5F7-C6EC4AACED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0C6ACB5-4574-4FC9-8BC8-98930D78E5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0FAFC6-B1E3-49E8-95A9-77D1E44917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F57581-D1DD-4ABE-BB12-6D60C929FA1F}" type="datetime1">
              <a:rPr lang="en-US" smtClean="0"/>
              <a:t>1/12/2026</a:t>
            </a:fld>
            <a:endParaRPr lang="en-US"/>
          </a:p>
        </p:txBody>
      </p:sp>
      <p:sp>
        <p:nvSpPr>
          <p:cNvPr id="5" name="Footer Placeholder 4">
            <a:extLst>
              <a:ext uri="{FF2B5EF4-FFF2-40B4-BE49-F238E27FC236}">
                <a16:creationId xmlns:a16="http://schemas.microsoft.com/office/drawing/2014/main" id="{1A1F4010-8AED-42F8-89AE-2210174BC4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05DEE9-A7E1-46D3-8C3E-A755E0248D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3A85BE-9DD1-40FA-B588-5DB3D2EB661C}" type="slidenum">
              <a:rPr lang="en-US" smtClean="0"/>
              <a:t>‹#›</a:t>
            </a:fld>
            <a:endParaRPr lang="en-US"/>
          </a:p>
        </p:txBody>
      </p:sp>
    </p:spTree>
    <p:extLst>
      <p:ext uri="{BB962C8B-B14F-4D97-AF65-F5344CB8AC3E}">
        <p14:creationId xmlns:p14="http://schemas.microsoft.com/office/powerpoint/2010/main" val="6855219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customXml" Target="../ink/ink6.xml"/><Relationship Id="rId18" Type="http://schemas.openxmlformats.org/officeDocument/2006/relationships/image" Target="../media/image9.png"/><Relationship Id="rId3" Type="http://schemas.openxmlformats.org/officeDocument/2006/relationships/customXml" Target="../ink/ink1.xml"/><Relationship Id="rId21" Type="http://schemas.openxmlformats.org/officeDocument/2006/relationships/customXml" Target="../ink/ink10.xml"/><Relationship Id="rId7" Type="http://schemas.openxmlformats.org/officeDocument/2006/relationships/customXml" Target="../ink/ink3.xml"/><Relationship Id="rId12" Type="http://schemas.openxmlformats.org/officeDocument/2006/relationships/image" Target="../media/image6.png"/><Relationship Id="rId17" Type="http://schemas.openxmlformats.org/officeDocument/2006/relationships/customXml" Target="../ink/ink8.xml"/><Relationship Id="rId2" Type="http://schemas.openxmlformats.org/officeDocument/2006/relationships/image" Target="../media/image1.png"/><Relationship Id="rId16" Type="http://schemas.openxmlformats.org/officeDocument/2006/relationships/image" Target="../media/image8.png"/><Relationship Id="rId20"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5.png"/><Relationship Id="rId19" Type="http://schemas.openxmlformats.org/officeDocument/2006/relationships/customXml" Target="../ink/ink9.xml"/><Relationship Id="rId4" Type="http://schemas.openxmlformats.org/officeDocument/2006/relationships/image" Target="../media/image2.png"/><Relationship Id="rId9" Type="http://schemas.openxmlformats.org/officeDocument/2006/relationships/customXml" Target="../ink/ink4.xml"/><Relationship Id="rId14" Type="http://schemas.openxmlformats.org/officeDocument/2006/relationships/image" Target="../media/image7.png"/><Relationship Id="rId22"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customXml" Target="../ink/ink16.xml"/><Relationship Id="rId3" Type="http://schemas.openxmlformats.org/officeDocument/2006/relationships/customXml" Target="../ink/ink11.xml"/><Relationship Id="rId7" Type="http://schemas.openxmlformats.org/officeDocument/2006/relationships/customXml" Target="../ink/ink13.xml"/><Relationship Id="rId12"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slideLayout" Target="../slideLayouts/slideLayout12.xml"/><Relationship Id="rId6" Type="http://schemas.openxmlformats.org/officeDocument/2006/relationships/image" Target="../media/image14.png"/><Relationship Id="rId11" Type="http://schemas.openxmlformats.org/officeDocument/2006/relationships/customXml" Target="../ink/ink15.xml"/><Relationship Id="rId5" Type="http://schemas.openxmlformats.org/officeDocument/2006/relationships/customXml" Target="../ink/ink12.xml"/><Relationship Id="rId10" Type="http://schemas.openxmlformats.org/officeDocument/2006/relationships/image" Target="../media/image16.png"/><Relationship Id="rId4" Type="http://schemas.openxmlformats.org/officeDocument/2006/relationships/image" Target="../media/image13.png"/><Relationship Id="rId9" Type="http://schemas.openxmlformats.org/officeDocument/2006/relationships/customXml" Target="../ink/ink14.xml"/><Relationship Id="rId1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customXml" Target="../ink/ink17.xml"/><Relationship Id="rId1" Type="http://schemas.openxmlformats.org/officeDocument/2006/relationships/slideLayout" Target="../slideLayouts/slideLayout12.xml"/><Relationship Id="rId6" Type="http://schemas.openxmlformats.org/officeDocument/2006/relationships/customXml" Target="../ink/ink19.xml"/><Relationship Id="rId5" Type="http://schemas.openxmlformats.org/officeDocument/2006/relationships/image" Target="../media/image20.png"/><Relationship Id="rId4" Type="http://schemas.openxmlformats.org/officeDocument/2006/relationships/customXml" Target="../ink/ink18.xml"/></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customXml" Target="../ink/ink25.xml"/><Relationship Id="rId18" Type="http://schemas.openxmlformats.org/officeDocument/2006/relationships/image" Target="../media/image30.png"/><Relationship Id="rId26" Type="http://schemas.openxmlformats.org/officeDocument/2006/relationships/image" Target="../media/image34.png"/><Relationship Id="rId3" Type="http://schemas.openxmlformats.org/officeDocument/2006/relationships/customXml" Target="../ink/ink20.xml"/><Relationship Id="rId21" Type="http://schemas.openxmlformats.org/officeDocument/2006/relationships/customXml" Target="../ink/ink29.xml"/><Relationship Id="rId7" Type="http://schemas.openxmlformats.org/officeDocument/2006/relationships/customXml" Target="../ink/ink22.xml"/><Relationship Id="rId12" Type="http://schemas.openxmlformats.org/officeDocument/2006/relationships/image" Target="../media/image27.png"/><Relationship Id="rId17" Type="http://schemas.openxmlformats.org/officeDocument/2006/relationships/customXml" Target="../ink/ink27.xml"/><Relationship Id="rId25" Type="http://schemas.openxmlformats.org/officeDocument/2006/relationships/customXml" Target="../ink/ink31.xml"/><Relationship Id="rId2" Type="http://schemas.openxmlformats.org/officeDocument/2006/relationships/image" Target="../media/image22.png"/><Relationship Id="rId16" Type="http://schemas.openxmlformats.org/officeDocument/2006/relationships/image" Target="../media/image29.png"/><Relationship Id="rId20"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customXml" Target="../ink/ink24.xml"/><Relationship Id="rId24" Type="http://schemas.openxmlformats.org/officeDocument/2006/relationships/image" Target="../media/image33.png"/><Relationship Id="rId5" Type="http://schemas.openxmlformats.org/officeDocument/2006/relationships/customXml" Target="../ink/ink21.xml"/><Relationship Id="rId15" Type="http://schemas.openxmlformats.org/officeDocument/2006/relationships/customXml" Target="../ink/ink26.xml"/><Relationship Id="rId23" Type="http://schemas.openxmlformats.org/officeDocument/2006/relationships/customXml" Target="../ink/ink30.xml"/><Relationship Id="rId28" Type="http://schemas.openxmlformats.org/officeDocument/2006/relationships/image" Target="../media/image35.png"/><Relationship Id="rId10" Type="http://schemas.openxmlformats.org/officeDocument/2006/relationships/image" Target="../media/image26.png"/><Relationship Id="rId19" Type="http://schemas.openxmlformats.org/officeDocument/2006/relationships/customXml" Target="../ink/ink28.xml"/><Relationship Id="rId4" Type="http://schemas.openxmlformats.org/officeDocument/2006/relationships/image" Target="../media/image23.png"/><Relationship Id="rId9" Type="http://schemas.openxmlformats.org/officeDocument/2006/relationships/customXml" Target="../ink/ink23.xml"/><Relationship Id="rId14" Type="http://schemas.openxmlformats.org/officeDocument/2006/relationships/image" Target="../media/image28.png"/><Relationship Id="rId22" Type="http://schemas.openxmlformats.org/officeDocument/2006/relationships/image" Target="../media/image32.png"/><Relationship Id="rId27" Type="http://schemas.openxmlformats.org/officeDocument/2006/relationships/customXml" Target="../ink/ink32.xml"/></Relationships>
</file>

<file path=ppt/slides/_rels/slide7.xml.rels><?xml version="1.0" encoding="UTF-8" standalone="yes"?>
<Relationships xmlns="http://schemas.openxmlformats.org/package/2006/relationships"><Relationship Id="rId8" Type="http://schemas.openxmlformats.org/officeDocument/2006/relationships/customXml" Target="../ink/ink36.xml"/><Relationship Id="rId13"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38.png"/><Relationship Id="rId12" Type="http://schemas.openxmlformats.org/officeDocument/2006/relationships/customXml" Target="../ink/ink38.xml"/><Relationship Id="rId2" Type="http://schemas.openxmlformats.org/officeDocument/2006/relationships/customXml" Target="../ink/ink33.xml"/><Relationship Id="rId1" Type="http://schemas.openxmlformats.org/officeDocument/2006/relationships/slideLayout" Target="../slideLayouts/slideLayout12.xml"/><Relationship Id="rId6" Type="http://schemas.openxmlformats.org/officeDocument/2006/relationships/customXml" Target="../ink/ink35.xml"/><Relationship Id="rId11" Type="http://schemas.openxmlformats.org/officeDocument/2006/relationships/image" Target="../media/image40.png"/><Relationship Id="rId5" Type="http://schemas.openxmlformats.org/officeDocument/2006/relationships/image" Target="../media/image37.png"/><Relationship Id="rId15" Type="http://schemas.openxmlformats.org/officeDocument/2006/relationships/image" Target="../media/image42.png"/><Relationship Id="rId10" Type="http://schemas.openxmlformats.org/officeDocument/2006/relationships/customXml" Target="../ink/ink37.xml"/><Relationship Id="rId4" Type="http://schemas.openxmlformats.org/officeDocument/2006/relationships/customXml" Target="../ink/ink34.xml"/><Relationship Id="rId9" Type="http://schemas.openxmlformats.org/officeDocument/2006/relationships/image" Target="../media/image39.png"/><Relationship Id="rId14" Type="http://schemas.openxmlformats.org/officeDocument/2006/relationships/customXml" Target="../ink/ink39.xml"/></Relationships>
</file>

<file path=ppt/slides/_rels/slide8.xml.rels><?xml version="1.0" encoding="UTF-8" standalone="yes"?>
<Relationships xmlns="http://schemas.openxmlformats.org/package/2006/relationships"><Relationship Id="rId117" Type="http://schemas.openxmlformats.org/officeDocument/2006/relationships/image" Target="../media/image103.png"/><Relationship Id="rId21" Type="http://schemas.openxmlformats.org/officeDocument/2006/relationships/image" Target="../media/image55.png"/><Relationship Id="rId63" Type="http://schemas.openxmlformats.org/officeDocument/2006/relationships/image" Target="../media/image76.png"/><Relationship Id="rId159" Type="http://schemas.openxmlformats.org/officeDocument/2006/relationships/image" Target="../media/image124.png"/><Relationship Id="rId170" Type="http://schemas.openxmlformats.org/officeDocument/2006/relationships/customXml" Target="../ink/ink121.xml"/><Relationship Id="rId191" Type="http://schemas.openxmlformats.org/officeDocument/2006/relationships/image" Target="../media/image140.png"/><Relationship Id="rId205" Type="http://schemas.openxmlformats.org/officeDocument/2006/relationships/image" Target="../media/image147.png"/><Relationship Id="rId226" Type="http://schemas.openxmlformats.org/officeDocument/2006/relationships/customXml" Target="../ink/ink149.xml"/><Relationship Id="rId247" Type="http://schemas.openxmlformats.org/officeDocument/2006/relationships/image" Target="../media/image168.png"/><Relationship Id="rId107" Type="http://schemas.openxmlformats.org/officeDocument/2006/relationships/image" Target="../media/image98.png"/><Relationship Id="rId11" Type="http://schemas.openxmlformats.org/officeDocument/2006/relationships/image" Target="../media/image50.png"/><Relationship Id="rId32" Type="http://schemas.openxmlformats.org/officeDocument/2006/relationships/customXml" Target="../ink/ink52.xml"/><Relationship Id="rId53" Type="http://schemas.openxmlformats.org/officeDocument/2006/relationships/image" Target="../media/image71.png"/><Relationship Id="rId74" Type="http://schemas.openxmlformats.org/officeDocument/2006/relationships/customXml" Target="../ink/ink73.xml"/><Relationship Id="rId128" Type="http://schemas.openxmlformats.org/officeDocument/2006/relationships/customXml" Target="../ink/ink100.xml"/><Relationship Id="rId149" Type="http://schemas.openxmlformats.org/officeDocument/2006/relationships/image" Target="../media/image119.png"/><Relationship Id="rId5" Type="http://schemas.openxmlformats.org/officeDocument/2006/relationships/image" Target="../media/image46.svg"/><Relationship Id="rId95" Type="http://schemas.openxmlformats.org/officeDocument/2006/relationships/image" Target="../media/image92.png"/><Relationship Id="rId160" Type="http://schemas.openxmlformats.org/officeDocument/2006/relationships/customXml" Target="../ink/ink116.xml"/><Relationship Id="rId181" Type="http://schemas.openxmlformats.org/officeDocument/2006/relationships/image" Target="../media/image135.png"/><Relationship Id="rId216" Type="http://schemas.openxmlformats.org/officeDocument/2006/relationships/customXml" Target="../ink/ink144.xml"/><Relationship Id="rId237" Type="http://schemas.openxmlformats.org/officeDocument/2006/relationships/image" Target="../media/image163.png"/><Relationship Id="rId258" Type="http://schemas.openxmlformats.org/officeDocument/2006/relationships/image" Target="../media/image173.png"/><Relationship Id="rId22" Type="http://schemas.openxmlformats.org/officeDocument/2006/relationships/customXml" Target="../ink/ink47.xml"/><Relationship Id="rId43" Type="http://schemas.openxmlformats.org/officeDocument/2006/relationships/image" Target="../media/image66.png"/><Relationship Id="rId64" Type="http://schemas.openxmlformats.org/officeDocument/2006/relationships/customXml" Target="../ink/ink68.xml"/><Relationship Id="rId118" Type="http://schemas.openxmlformats.org/officeDocument/2006/relationships/customXml" Target="../ink/ink95.xml"/><Relationship Id="rId139" Type="http://schemas.openxmlformats.org/officeDocument/2006/relationships/image" Target="../media/image114.png"/><Relationship Id="rId85" Type="http://schemas.openxmlformats.org/officeDocument/2006/relationships/image" Target="../media/image87.png"/><Relationship Id="rId150" Type="http://schemas.openxmlformats.org/officeDocument/2006/relationships/customXml" Target="../ink/ink111.xml"/><Relationship Id="rId171" Type="http://schemas.openxmlformats.org/officeDocument/2006/relationships/image" Target="../media/image130.png"/><Relationship Id="rId192" Type="http://schemas.openxmlformats.org/officeDocument/2006/relationships/customXml" Target="../ink/ink132.xml"/><Relationship Id="rId206" Type="http://schemas.openxmlformats.org/officeDocument/2006/relationships/customXml" Target="../ink/ink139.xml"/><Relationship Id="rId227" Type="http://schemas.openxmlformats.org/officeDocument/2006/relationships/image" Target="../media/image158.png"/><Relationship Id="rId248" Type="http://schemas.openxmlformats.org/officeDocument/2006/relationships/customXml" Target="../ink/ink160.xml"/><Relationship Id="rId12" Type="http://schemas.openxmlformats.org/officeDocument/2006/relationships/customXml" Target="../ink/ink42.xml"/><Relationship Id="rId33" Type="http://schemas.openxmlformats.org/officeDocument/2006/relationships/image" Target="../media/image61.png"/><Relationship Id="rId108" Type="http://schemas.openxmlformats.org/officeDocument/2006/relationships/customXml" Target="../ink/ink90.xml"/><Relationship Id="rId129" Type="http://schemas.openxmlformats.org/officeDocument/2006/relationships/image" Target="../media/image109.png"/><Relationship Id="rId54" Type="http://schemas.openxmlformats.org/officeDocument/2006/relationships/customXml" Target="../ink/ink63.xml"/><Relationship Id="rId75" Type="http://schemas.openxmlformats.org/officeDocument/2006/relationships/image" Target="../media/image82.png"/><Relationship Id="rId96" Type="http://schemas.openxmlformats.org/officeDocument/2006/relationships/customXml" Target="../ink/ink84.xml"/><Relationship Id="rId140" Type="http://schemas.openxmlformats.org/officeDocument/2006/relationships/customXml" Target="../ink/ink106.xml"/><Relationship Id="rId161" Type="http://schemas.openxmlformats.org/officeDocument/2006/relationships/image" Target="../media/image125.png"/><Relationship Id="rId182" Type="http://schemas.openxmlformats.org/officeDocument/2006/relationships/customXml" Target="../ink/ink127.xml"/><Relationship Id="rId217" Type="http://schemas.openxmlformats.org/officeDocument/2006/relationships/image" Target="../media/image153.png"/><Relationship Id="rId6" Type="http://schemas.openxmlformats.org/officeDocument/2006/relationships/image" Target="../media/image47.png"/><Relationship Id="rId238" Type="http://schemas.openxmlformats.org/officeDocument/2006/relationships/customXml" Target="../ink/ink155.xml"/><Relationship Id="rId259" Type="http://schemas.openxmlformats.org/officeDocument/2006/relationships/customXml" Target="../ink/ink166.xml"/><Relationship Id="rId23" Type="http://schemas.openxmlformats.org/officeDocument/2006/relationships/image" Target="../media/image56.png"/><Relationship Id="rId119" Type="http://schemas.openxmlformats.org/officeDocument/2006/relationships/image" Target="../media/image104.png"/><Relationship Id="rId44" Type="http://schemas.openxmlformats.org/officeDocument/2006/relationships/customXml" Target="../ink/ink58.xml"/><Relationship Id="rId65" Type="http://schemas.openxmlformats.org/officeDocument/2006/relationships/image" Target="../media/image77.png"/><Relationship Id="rId86" Type="http://schemas.openxmlformats.org/officeDocument/2006/relationships/customXml" Target="../ink/ink79.xml"/><Relationship Id="rId130" Type="http://schemas.openxmlformats.org/officeDocument/2006/relationships/customXml" Target="../ink/ink101.xml"/><Relationship Id="rId151" Type="http://schemas.openxmlformats.org/officeDocument/2006/relationships/image" Target="../media/image120.png"/><Relationship Id="rId172" Type="http://schemas.openxmlformats.org/officeDocument/2006/relationships/customXml" Target="../ink/ink122.xml"/><Relationship Id="rId193" Type="http://schemas.openxmlformats.org/officeDocument/2006/relationships/image" Target="../media/image141.png"/><Relationship Id="rId207" Type="http://schemas.openxmlformats.org/officeDocument/2006/relationships/image" Target="../media/image148.png"/><Relationship Id="rId228" Type="http://schemas.openxmlformats.org/officeDocument/2006/relationships/customXml" Target="../ink/ink150.xml"/><Relationship Id="rId249" Type="http://schemas.openxmlformats.org/officeDocument/2006/relationships/image" Target="../media/image169.png"/><Relationship Id="rId13" Type="http://schemas.openxmlformats.org/officeDocument/2006/relationships/image" Target="../media/image51.png"/><Relationship Id="rId109" Type="http://schemas.openxmlformats.org/officeDocument/2006/relationships/image" Target="../media/image99.png"/><Relationship Id="rId260" Type="http://schemas.openxmlformats.org/officeDocument/2006/relationships/image" Target="../media/image174.png"/><Relationship Id="rId34" Type="http://schemas.openxmlformats.org/officeDocument/2006/relationships/customXml" Target="../ink/ink53.xml"/><Relationship Id="rId55" Type="http://schemas.openxmlformats.org/officeDocument/2006/relationships/image" Target="../media/image72.png"/><Relationship Id="rId76" Type="http://schemas.openxmlformats.org/officeDocument/2006/relationships/customXml" Target="../ink/ink74.xml"/><Relationship Id="rId97" Type="http://schemas.openxmlformats.org/officeDocument/2006/relationships/image" Target="../media/image93.png"/><Relationship Id="rId120" Type="http://schemas.openxmlformats.org/officeDocument/2006/relationships/customXml" Target="../ink/ink96.xml"/><Relationship Id="rId141" Type="http://schemas.openxmlformats.org/officeDocument/2006/relationships/image" Target="../media/image115.png"/><Relationship Id="rId7" Type="http://schemas.openxmlformats.org/officeDocument/2006/relationships/image" Target="../media/image48.svg"/><Relationship Id="rId162" Type="http://schemas.openxmlformats.org/officeDocument/2006/relationships/customXml" Target="../ink/ink117.xml"/><Relationship Id="rId183" Type="http://schemas.openxmlformats.org/officeDocument/2006/relationships/image" Target="../media/image136.png"/><Relationship Id="rId218" Type="http://schemas.openxmlformats.org/officeDocument/2006/relationships/customXml" Target="../ink/ink145.xml"/><Relationship Id="rId239" Type="http://schemas.openxmlformats.org/officeDocument/2006/relationships/image" Target="../media/image164.png"/><Relationship Id="rId250" Type="http://schemas.openxmlformats.org/officeDocument/2006/relationships/customXml" Target="../ink/ink161.xml"/><Relationship Id="rId24" Type="http://schemas.openxmlformats.org/officeDocument/2006/relationships/customXml" Target="../ink/ink48.xml"/><Relationship Id="rId45" Type="http://schemas.openxmlformats.org/officeDocument/2006/relationships/image" Target="../media/image67.png"/><Relationship Id="rId66" Type="http://schemas.openxmlformats.org/officeDocument/2006/relationships/customXml" Target="../ink/ink69.xml"/><Relationship Id="rId87" Type="http://schemas.openxmlformats.org/officeDocument/2006/relationships/image" Target="../media/image88.png"/><Relationship Id="rId110" Type="http://schemas.openxmlformats.org/officeDocument/2006/relationships/customXml" Target="../ink/ink91.xml"/><Relationship Id="rId131" Type="http://schemas.openxmlformats.org/officeDocument/2006/relationships/image" Target="../media/image110.png"/><Relationship Id="rId152" Type="http://schemas.openxmlformats.org/officeDocument/2006/relationships/customXml" Target="../ink/ink112.xml"/><Relationship Id="rId173" Type="http://schemas.openxmlformats.org/officeDocument/2006/relationships/image" Target="../media/image131.png"/><Relationship Id="rId194" Type="http://schemas.openxmlformats.org/officeDocument/2006/relationships/customXml" Target="../ink/ink133.xml"/><Relationship Id="rId208" Type="http://schemas.openxmlformats.org/officeDocument/2006/relationships/customXml" Target="../ink/ink140.xml"/><Relationship Id="rId229" Type="http://schemas.openxmlformats.org/officeDocument/2006/relationships/image" Target="../media/image159.png"/><Relationship Id="rId240" Type="http://schemas.openxmlformats.org/officeDocument/2006/relationships/customXml" Target="../ink/ink156.xml"/><Relationship Id="rId261" Type="http://schemas.openxmlformats.org/officeDocument/2006/relationships/customXml" Target="../ink/ink167.xml"/><Relationship Id="rId14" Type="http://schemas.openxmlformats.org/officeDocument/2006/relationships/customXml" Target="../ink/ink43.xml"/><Relationship Id="rId35" Type="http://schemas.openxmlformats.org/officeDocument/2006/relationships/image" Target="../media/image62.png"/><Relationship Id="rId56" Type="http://schemas.openxmlformats.org/officeDocument/2006/relationships/customXml" Target="../ink/ink64.xml"/><Relationship Id="rId77" Type="http://schemas.openxmlformats.org/officeDocument/2006/relationships/image" Target="../media/image83.png"/><Relationship Id="rId100" Type="http://schemas.openxmlformats.org/officeDocument/2006/relationships/customXml" Target="../ink/ink86.xml"/><Relationship Id="rId8" Type="http://schemas.openxmlformats.org/officeDocument/2006/relationships/customXml" Target="../ink/ink40.xml"/><Relationship Id="rId98" Type="http://schemas.openxmlformats.org/officeDocument/2006/relationships/customXml" Target="../ink/ink85.xml"/><Relationship Id="rId121" Type="http://schemas.openxmlformats.org/officeDocument/2006/relationships/image" Target="../media/image105.png"/><Relationship Id="rId142" Type="http://schemas.openxmlformats.org/officeDocument/2006/relationships/customXml" Target="../ink/ink107.xml"/><Relationship Id="rId163" Type="http://schemas.openxmlformats.org/officeDocument/2006/relationships/image" Target="../media/image126.png"/><Relationship Id="rId184" Type="http://schemas.openxmlformats.org/officeDocument/2006/relationships/customXml" Target="../ink/ink128.xml"/><Relationship Id="rId219" Type="http://schemas.openxmlformats.org/officeDocument/2006/relationships/image" Target="../media/image154.png"/><Relationship Id="rId230" Type="http://schemas.openxmlformats.org/officeDocument/2006/relationships/customXml" Target="../ink/ink151.xml"/><Relationship Id="rId251" Type="http://schemas.openxmlformats.org/officeDocument/2006/relationships/image" Target="../media/image170.png"/><Relationship Id="rId25" Type="http://schemas.openxmlformats.org/officeDocument/2006/relationships/image" Target="../media/image57.png"/><Relationship Id="rId46" Type="http://schemas.openxmlformats.org/officeDocument/2006/relationships/customXml" Target="../ink/ink59.xml"/><Relationship Id="rId67" Type="http://schemas.openxmlformats.org/officeDocument/2006/relationships/image" Target="../media/image78.png"/><Relationship Id="rId88" Type="http://schemas.openxmlformats.org/officeDocument/2006/relationships/customXml" Target="../ink/ink80.xml"/><Relationship Id="rId111" Type="http://schemas.openxmlformats.org/officeDocument/2006/relationships/image" Target="../media/image100.png"/><Relationship Id="rId132" Type="http://schemas.openxmlformats.org/officeDocument/2006/relationships/customXml" Target="../ink/ink102.xml"/><Relationship Id="rId153" Type="http://schemas.openxmlformats.org/officeDocument/2006/relationships/image" Target="../media/image121.png"/><Relationship Id="rId174" Type="http://schemas.openxmlformats.org/officeDocument/2006/relationships/customXml" Target="../ink/ink123.xml"/><Relationship Id="rId195" Type="http://schemas.openxmlformats.org/officeDocument/2006/relationships/image" Target="../media/image142.png"/><Relationship Id="rId209" Type="http://schemas.openxmlformats.org/officeDocument/2006/relationships/image" Target="../media/image149.png"/><Relationship Id="rId220" Type="http://schemas.openxmlformats.org/officeDocument/2006/relationships/customXml" Target="../ink/ink146.xml"/><Relationship Id="rId241" Type="http://schemas.openxmlformats.org/officeDocument/2006/relationships/image" Target="../media/image165.png"/><Relationship Id="rId15" Type="http://schemas.openxmlformats.org/officeDocument/2006/relationships/image" Target="../media/image52.png"/><Relationship Id="rId36" Type="http://schemas.openxmlformats.org/officeDocument/2006/relationships/customXml" Target="../ink/ink54.xml"/><Relationship Id="rId57" Type="http://schemas.openxmlformats.org/officeDocument/2006/relationships/image" Target="../media/image73.png"/><Relationship Id="rId262" Type="http://schemas.openxmlformats.org/officeDocument/2006/relationships/image" Target="../media/image175.png"/><Relationship Id="rId78" Type="http://schemas.openxmlformats.org/officeDocument/2006/relationships/customXml" Target="../ink/ink75.xml"/><Relationship Id="rId99" Type="http://schemas.openxmlformats.org/officeDocument/2006/relationships/image" Target="../media/image94.png"/><Relationship Id="rId101" Type="http://schemas.openxmlformats.org/officeDocument/2006/relationships/image" Target="../media/image95.png"/><Relationship Id="rId122" Type="http://schemas.openxmlformats.org/officeDocument/2006/relationships/customXml" Target="../ink/ink97.xml"/><Relationship Id="rId143" Type="http://schemas.openxmlformats.org/officeDocument/2006/relationships/image" Target="../media/image116.png"/><Relationship Id="rId164" Type="http://schemas.openxmlformats.org/officeDocument/2006/relationships/customXml" Target="../ink/ink118.xml"/><Relationship Id="rId185" Type="http://schemas.openxmlformats.org/officeDocument/2006/relationships/image" Target="../media/image137.png"/><Relationship Id="rId9" Type="http://schemas.openxmlformats.org/officeDocument/2006/relationships/image" Target="../media/image49.png"/><Relationship Id="rId210" Type="http://schemas.openxmlformats.org/officeDocument/2006/relationships/customXml" Target="../ink/ink141.xml"/><Relationship Id="rId26" Type="http://schemas.openxmlformats.org/officeDocument/2006/relationships/customXml" Target="../ink/ink49.xml"/><Relationship Id="rId231" Type="http://schemas.openxmlformats.org/officeDocument/2006/relationships/image" Target="../media/image160.png"/><Relationship Id="rId252" Type="http://schemas.openxmlformats.org/officeDocument/2006/relationships/customXml" Target="../ink/ink162.xml"/><Relationship Id="rId47" Type="http://schemas.openxmlformats.org/officeDocument/2006/relationships/image" Target="../media/image68.png"/><Relationship Id="rId68" Type="http://schemas.openxmlformats.org/officeDocument/2006/relationships/customXml" Target="../ink/ink70.xml"/><Relationship Id="rId89" Type="http://schemas.openxmlformats.org/officeDocument/2006/relationships/image" Target="../media/image89.png"/><Relationship Id="rId112" Type="http://schemas.openxmlformats.org/officeDocument/2006/relationships/customXml" Target="../ink/ink92.xml"/><Relationship Id="rId133" Type="http://schemas.openxmlformats.org/officeDocument/2006/relationships/image" Target="../media/image111.png"/><Relationship Id="rId154" Type="http://schemas.openxmlformats.org/officeDocument/2006/relationships/customXml" Target="../ink/ink113.xml"/><Relationship Id="rId175" Type="http://schemas.openxmlformats.org/officeDocument/2006/relationships/image" Target="../media/image132.png"/><Relationship Id="rId196" Type="http://schemas.openxmlformats.org/officeDocument/2006/relationships/customXml" Target="../ink/ink134.xml"/><Relationship Id="rId200" Type="http://schemas.openxmlformats.org/officeDocument/2006/relationships/customXml" Target="../ink/ink136.xml"/><Relationship Id="rId16" Type="http://schemas.openxmlformats.org/officeDocument/2006/relationships/customXml" Target="../ink/ink44.xml"/><Relationship Id="rId221" Type="http://schemas.openxmlformats.org/officeDocument/2006/relationships/image" Target="../media/image155.png"/><Relationship Id="rId242" Type="http://schemas.openxmlformats.org/officeDocument/2006/relationships/customXml" Target="../ink/ink157.xml"/><Relationship Id="rId37" Type="http://schemas.openxmlformats.org/officeDocument/2006/relationships/image" Target="../media/image63.png"/><Relationship Id="rId58" Type="http://schemas.openxmlformats.org/officeDocument/2006/relationships/customXml" Target="../ink/ink65.xml"/><Relationship Id="rId79" Type="http://schemas.openxmlformats.org/officeDocument/2006/relationships/image" Target="../media/image84.png"/><Relationship Id="rId102" Type="http://schemas.openxmlformats.org/officeDocument/2006/relationships/customXml" Target="../ink/ink87.xml"/><Relationship Id="rId123" Type="http://schemas.openxmlformats.org/officeDocument/2006/relationships/image" Target="../media/image106.png"/><Relationship Id="rId144" Type="http://schemas.openxmlformats.org/officeDocument/2006/relationships/customXml" Target="../ink/ink108.xml"/><Relationship Id="rId90" Type="http://schemas.openxmlformats.org/officeDocument/2006/relationships/customXml" Target="../ink/ink81.xml"/><Relationship Id="rId165" Type="http://schemas.openxmlformats.org/officeDocument/2006/relationships/image" Target="../media/image127.png"/><Relationship Id="rId186" Type="http://schemas.openxmlformats.org/officeDocument/2006/relationships/customXml" Target="../ink/ink129.xml"/><Relationship Id="rId211" Type="http://schemas.openxmlformats.org/officeDocument/2006/relationships/image" Target="../media/image150.png"/><Relationship Id="rId232" Type="http://schemas.openxmlformats.org/officeDocument/2006/relationships/customXml" Target="../ink/ink152.xml"/><Relationship Id="rId253" Type="http://schemas.openxmlformats.org/officeDocument/2006/relationships/image" Target="../media/image171.png"/><Relationship Id="rId27" Type="http://schemas.openxmlformats.org/officeDocument/2006/relationships/image" Target="../media/image58.png"/><Relationship Id="rId48" Type="http://schemas.openxmlformats.org/officeDocument/2006/relationships/customXml" Target="../ink/ink60.xml"/><Relationship Id="rId69" Type="http://schemas.openxmlformats.org/officeDocument/2006/relationships/image" Target="../media/image79.png"/><Relationship Id="rId113" Type="http://schemas.openxmlformats.org/officeDocument/2006/relationships/image" Target="../media/image101.png"/><Relationship Id="rId134" Type="http://schemas.openxmlformats.org/officeDocument/2006/relationships/customXml" Target="../ink/ink103.xml"/><Relationship Id="rId80" Type="http://schemas.openxmlformats.org/officeDocument/2006/relationships/customXml" Target="../ink/ink76.xml"/><Relationship Id="rId155" Type="http://schemas.openxmlformats.org/officeDocument/2006/relationships/image" Target="../media/image122.png"/><Relationship Id="rId176" Type="http://schemas.openxmlformats.org/officeDocument/2006/relationships/customXml" Target="../ink/ink124.xml"/><Relationship Id="rId197" Type="http://schemas.openxmlformats.org/officeDocument/2006/relationships/image" Target="../media/image143.png"/><Relationship Id="rId201" Type="http://schemas.openxmlformats.org/officeDocument/2006/relationships/image" Target="../media/image145.png"/><Relationship Id="rId222" Type="http://schemas.openxmlformats.org/officeDocument/2006/relationships/customXml" Target="../ink/ink147.xml"/><Relationship Id="rId243" Type="http://schemas.openxmlformats.org/officeDocument/2006/relationships/image" Target="../media/image166.png"/><Relationship Id="rId17" Type="http://schemas.openxmlformats.org/officeDocument/2006/relationships/image" Target="../media/image53.png"/><Relationship Id="rId38" Type="http://schemas.openxmlformats.org/officeDocument/2006/relationships/customXml" Target="../ink/ink55.xml"/><Relationship Id="rId59" Type="http://schemas.openxmlformats.org/officeDocument/2006/relationships/image" Target="../media/image74.png"/><Relationship Id="rId103" Type="http://schemas.openxmlformats.org/officeDocument/2006/relationships/image" Target="../media/image96.png"/><Relationship Id="rId124" Type="http://schemas.openxmlformats.org/officeDocument/2006/relationships/customXml" Target="../ink/ink98.xml"/><Relationship Id="rId70" Type="http://schemas.openxmlformats.org/officeDocument/2006/relationships/customXml" Target="../ink/ink71.xml"/><Relationship Id="rId91" Type="http://schemas.openxmlformats.org/officeDocument/2006/relationships/image" Target="../media/image90.png"/><Relationship Id="rId145" Type="http://schemas.openxmlformats.org/officeDocument/2006/relationships/image" Target="../media/image117.png"/><Relationship Id="rId166" Type="http://schemas.openxmlformats.org/officeDocument/2006/relationships/customXml" Target="../ink/ink119.xml"/><Relationship Id="rId187" Type="http://schemas.openxmlformats.org/officeDocument/2006/relationships/image" Target="../media/image138.png"/><Relationship Id="rId1" Type="http://schemas.openxmlformats.org/officeDocument/2006/relationships/slideLayout" Target="../slideLayouts/slideLayout12.xml"/><Relationship Id="rId212" Type="http://schemas.openxmlformats.org/officeDocument/2006/relationships/customXml" Target="../ink/ink142.xml"/><Relationship Id="rId233" Type="http://schemas.openxmlformats.org/officeDocument/2006/relationships/image" Target="../media/image161.png"/><Relationship Id="rId254" Type="http://schemas.openxmlformats.org/officeDocument/2006/relationships/customXml" Target="../ink/ink163.xml"/><Relationship Id="rId28" Type="http://schemas.openxmlformats.org/officeDocument/2006/relationships/customXml" Target="../ink/ink50.xml"/><Relationship Id="rId49" Type="http://schemas.openxmlformats.org/officeDocument/2006/relationships/image" Target="../media/image69.png"/><Relationship Id="rId114" Type="http://schemas.openxmlformats.org/officeDocument/2006/relationships/customXml" Target="../ink/ink93.xml"/><Relationship Id="rId60" Type="http://schemas.openxmlformats.org/officeDocument/2006/relationships/customXml" Target="../ink/ink66.xml"/><Relationship Id="rId81" Type="http://schemas.openxmlformats.org/officeDocument/2006/relationships/image" Target="../media/image85.png"/><Relationship Id="rId135" Type="http://schemas.openxmlformats.org/officeDocument/2006/relationships/image" Target="../media/image112.png"/><Relationship Id="rId156" Type="http://schemas.openxmlformats.org/officeDocument/2006/relationships/customXml" Target="../ink/ink114.xml"/><Relationship Id="rId177" Type="http://schemas.openxmlformats.org/officeDocument/2006/relationships/image" Target="../media/image133.png"/><Relationship Id="rId198" Type="http://schemas.openxmlformats.org/officeDocument/2006/relationships/customXml" Target="../ink/ink135.xml"/><Relationship Id="rId202" Type="http://schemas.openxmlformats.org/officeDocument/2006/relationships/customXml" Target="../ink/ink137.xml"/><Relationship Id="rId223" Type="http://schemas.openxmlformats.org/officeDocument/2006/relationships/image" Target="../media/image156.png"/><Relationship Id="rId244" Type="http://schemas.openxmlformats.org/officeDocument/2006/relationships/customXml" Target="../ink/ink158.xml"/><Relationship Id="rId18" Type="http://schemas.openxmlformats.org/officeDocument/2006/relationships/customXml" Target="../ink/ink45.xml"/><Relationship Id="rId39" Type="http://schemas.openxmlformats.org/officeDocument/2006/relationships/image" Target="../media/image64.png"/><Relationship Id="rId50" Type="http://schemas.openxmlformats.org/officeDocument/2006/relationships/customXml" Target="../ink/ink61.xml"/><Relationship Id="rId104" Type="http://schemas.openxmlformats.org/officeDocument/2006/relationships/customXml" Target="../ink/ink88.xml"/><Relationship Id="rId125" Type="http://schemas.openxmlformats.org/officeDocument/2006/relationships/image" Target="../media/image107.png"/><Relationship Id="rId146" Type="http://schemas.openxmlformats.org/officeDocument/2006/relationships/customXml" Target="../ink/ink109.xml"/><Relationship Id="rId167" Type="http://schemas.openxmlformats.org/officeDocument/2006/relationships/image" Target="../media/image128.png"/><Relationship Id="rId188" Type="http://schemas.openxmlformats.org/officeDocument/2006/relationships/customXml" Target="../ink/ink130.xml"/><Relationship Id="rId71" Type="http://schemas.openxmlformats.org/officeDocument/2006/relationships/image" Target="../media/image80.png"/><Relationship Id="rId92" Type="http://schemas.openxmlformats.org/officeDocument/2006/relationships/customXml" Target="../ink/ink82.xml"/><Relationship Id="rId213" Type="http://schemas.openxmlformats.org/officeDocument/2006/relationships/image" Target="../media/image151.png"/><Relationship Id="rId234" Type="http://schemas.openxmlformats.org/officeDocument/2006/relationships/customXml" Target="../ink/ink153.xml"/><Relationship Id="rId2" Type="http://schemas.openxmlformats.org/officeDocument/2006/relationships/image" Target="../media/image43.png"/><Relationship Id="rId29" Type="http://schemas.openxmlformats.org/officeDocument/2006/relationships/image" Target="../media/image59.png"/><Relationship Id="rId255" Type="http://schemas.openxmlformats.org/officeDocument/2006/relationships/customXml" Target="../ink/ink164.xml"/><Relationship Id="rId40" Type="http://schemas.openxmlformats.org/officeDocument/2006/relationships/customXml" Target="../ink/ink56.xml"/><Relationship Id="rId115" Type="http://schemas.openxmlformats.org/officeDocument/2006/relationships/image" Target="../media/image102.png"/><Relationship Id="rId136" Type="http://schemas.openxmlformats.org/officeDocument/2006/relationships/customXml" Target="../ink/ink104.xml"/><Relationship Id="rId157" Type="http://schemas.openxmlformats.org/officeDocument/2006/relationships/image" Target="../media/image123.png"/><Relationship Id="rId178" Type="http://schemas.openxmlformats.org/officeDocument/2006/relationships/customXml" Target="../ink/ink125.xml"/><Relationship Id="rId61" Type="http://schemas.openxmlformats.org/officeDocument/2006/relationships/image" Target="../media/image75.png"/><Relationship Id="rId82" Type="http://schemas.openxmlformats.org/officeDocument/2006/relationships/customXml" Target="../ink/ink77.xml"/><Relationship Id="rId199" Type="http://schemas.openxmlformats.org/officeDocument/2006/relationships/image" Target="../media/image144.png"/><Relationship Id="rId203" Type="http://schemas.openxmlformats.org/officeDocument/2006/relationships/image" Target="../media/image146.png"/><Relationship Id="rId19" Type="http://schemas.openxmlformats.org/officeDocument/2006/relationships/image" Target="../media/image54.png"/><Relationship Id="rId224" Type="http://schemas.openxmlformats.org/officeDocument/2006/relationships/customXml" Target="../ink/ink148.xml"/><Relationship Id="rId245" Type="http://schemas.openxmlformats.org/officeDocument/2006/relationships/image" Target="../media/image167.png"/><Relationship Id="rId30" Type="http://schemas.openxmlformats.org/officeDocument/2006/relationships/customXml" Target="../ink/ink51.xml"/><Relationship Id="rId105" Type="http://schemas.openxmlformats.org/officeDocument/2006/relationships/image" Target="../media/image97.png"/><Relationship Id="rId126" Type="http://schemas.openxmlformats.org/officeDocument/2006/relationships/customXml" Target="../ink/ink99.xml"/><Relationship Id="rId147" Type="http://schemas.openxmlformats.org/officeDocument/2006/relationships/image" Target="../media/image118.png"/><Relationship Id="rId168" Type="http://schemas.openxmlformats.org/officeDocument/2006/relationships/customXml" Target="../ink/ink120.xml"/><Relationship Id="rId51" Type="http://schemas.openxmlformats.org/officeDocument/2006/relationships/image" Target="../media/image70.png"/><Relationship Id="rId72" Type="http://schemas.openxmlformats.org/officeDocument/2006/relationships/customXml" Target="../ink/ink72.xml"/><Relationship Id="rId93" Type="http://schemas.openxmlformats.org/officeDocument/2006/relationships/image" Target="../media/image91.png"/><Relationship Id="rId189" Type="http://schemas.openxmlformats.org/officeDocument/2006/relationships/image" Target="../media/image139.png"/><Relationship Id="rId3" Type="http://schemas.openxmlformats.org/officeDocument/2006/relationships/image" Target="../media/image44.svg"/><Relationship Id="rId214" Type="http://schemas.openxmlformats.org/officeDocument/2006/relationships/customXml" Target="../ink/ink143.xml"/><Relationship Id="rId235" Type="http://schemas.openxmlformats.org/officeDocument/2006/relationships/image" Target="../media/image162.png"/><Relationship Id="rId256" Type="http://schemas.openxmlformats.org/officeDocument/2006/relationships/image" Target="../media/image172.png"/><Relationship Id="rId116" Type="http://schemas.openxmlformats.org/officeDocument/2006/relationships/customXml" Target="../ink/ink94.xml"/><Relationship Id="rId137" Type="http://schemas.openxmlformats.org/officeDocument/2006/relationships/image" Target="../media/image113.png"/><Relationship Id="rId158" Type="http://schemas.openxmlformats.org/officeDocument/2006/relationships/customXml" Target="../ink/ink115.xml"/><Relationship Id="rId20" Type="http://schemas.openxmlformats.org/officeDocument/2006/relationships/customXml" Target="../ink/ink46.xml"/><Relationship Id="rId41" Type="http://schemas.openxmlformats.org/officeDocument/2006/relationships/image" Target="../media/image65.png"/><Relationship Id="rId62" Type="http://schemas.openxmlformats.org/officeDocument/2006/relationships/customXml" Target="../ink/ink67.xml"/><Relationship Id="rId83" Type="http://schemas.openxmlformats.org/officeDocument/2006/relationships/image" Target="../media/image86.png"/><Relationship Id="rId179" Type="http://schemas.openxmlformats.org/officeDocument/2006/relationships/image" Target="../media/image134.png"/><Relationship Id="rId190" Type="http://schemas.openxmlformats.org/officeDocument/2006/relationships/customXml" Target="../ink/ink131.xml"/><Relationship Id="rId204" Type="http://schemas.openxmlformats.org/officeDocument/2006/relationships/customXml" Target="../ink/ink138.xml"/><Relationship Id="rId225" Type="http://schemas.openxmlformats.org/officeDocument/2006/relationships/image" Target="../media/image157.png"/><Relationship Id="rId246" Type="http://schemas.openxmlformats.org/officeDocument/2006/relationships/customXml" Target="../ink/ink159.xml"/><Relationship Id="rId106" Type="http://schemas.openxmlformats.org/officeDocument/2006/relationships/customXml" Target="../ink/ink89.xml"/><Relationship Id="rId127" Type="http://schemas.openxmlformats.org/officeDocument/2006/relationships/image" Target="../media/image108.png"/><Relationship Id="rId10" Type="http://schemas.openxmlformats.org/officeDocument/2006/relationships/customXml" Target="../ink/ink41.xml"/><Relationship Id="rId31" Type="http://schemas.openxmlformats.org/officeDocument/2006/relationships/image" Target="../media/image60.png"/><Relationship Id="rId52" Type="http://schemas.openxmlformats.org/officeDocument/2006/relationships/customXml" Target="../ink/ink62.xml"/><Relationship Id="rId73" Type="http://schemas.openxmlformats.org/officeDocument/2006/relationships/image" Target="../media/image81.png"/><Relationship Id="rId94" Type="http://schemas.openxmlformats.org/officeDocument/2006/relationships/customXml" Target="../ink/ink83.xml"/><Relationship Id="rId148" Type="http://schemas.openxmlformats.org/officeDocument/2006/relationships/customXml" Target="../ink/ink110.xml"/><Relationship Id="rId169" Type="http://schemas.openxmlformats.org/officeDocument/2006/relationships/image" Target="../media/image129.png"/><Relationship Id="rId4" Type="http://schemas.openxmlformats.org/officeDocument/2006/relationships/image" Target="../media/image45.png"/><Relationship Id="rId180" Type="http://schemas.openxmlformats.org/officeDocument/2006/relationships/customXml" Target="../ink/ink126.xml"/><Relationship Id="rId215" Type="http://schemas.openxmlformats.org/officeDocument/2006/relationships/image" Target="../media/image152.png"/><Relationship Id="rId236" Type="http://schemas.openxmlformats.org/officeDocument/2006/relationships/customXml" Target="../ink/ink154.xml"/><Relationship Id="rId257" Type="http://schemas.openxmlformats.org/officeDocument/2006/relationships/customXml" Target="../ink/ink165.xml"/><Relationship Id="rId42" Type="http://schemas.openxmlformats.org/officeDocument/2006/relationships/customXml" Target="../ink/ink57.xml"/><Relationship Id="rId84" Type="http://schemas.openxmlformats.org/officeDocument/2006/relationships/customXml" Target="../ink/ink78.xml"/><Relationship Id="rId138" Type="http://schemas.openxmlformats.org/officeDocument/2006/relationships/customXml" Target="../ink/ink105.xml"/></Relationships>
</file>

<file path=ppt/slides/_rels/slide9.xml.rels><?xml version="1.0" encoding="UTF-8" standalone="yes"?>
<Relationships xmlns="http://schemas.openxmlformats.org/package/2006/relationships"><Relationship Id="rId13" Type="http://schemas.openxmlformats.org/officeDocument/2006/relationships/customXml" Target="../ink/ink173.xml"/><Relationship Id="rId18" Type="http://schemas.openxmlformats.org/officeDocument/2006/relationships/image" Target="../media/image184.png"/><Relationship Id="rId26" Type="http://schemas.openxmlformats.org/officeDocument/2006/relationships/image" Target="../media/image188.png"/><Relationship Id="rId39" Type="http://schemas.openxmlformats.org/officeDocument/2006/relationships/customXml" Target="../ink/ink186.xml"/><Relationship Id="rId21" Type="http://schemas.openxmlformats.org/officeDocument/2006/relationships/customXml" Target="../ink/ink177.xml"/><Relationship Id="rId34" Type="http://schemas.openxmlformats.org/officeDocument/2006/relationships/image" Target="../media/image192.png"/><Relationship Id="rId7" Type="http://schemas.openxmlformats.org/officeDocument/2006/relationships/customXml" Target="../ink/ink170.xml"/><Relationship Id="rId12" Type="http://schemas.openxmlformats.org/officeDocument/2006/relationships/image" Target="../media/image181.png"/><Relationship Id="rId17" Type="http://schemas.openxmlformats.org/officeDocument/2006/relationships/customXml" Target="../ink/ink175.xml"/><Relationship Id="rId25" Type="http://schemas.openxmlformats.org/officeDocument/2006/relationships/customXml" Target="../ink/ink179.xml"/><Relationship Id="rId33" Type="http://schemas.openxmlformats.org/officeDocument/2006/relationships/customXml" Target="../ink/ink183.xml"/><Relationship Id="rId38" Type="http://schemas.openxmlformats.org/officeDocument/2006/relationships/image" Target="../media/image194.png"/><Relationship Id="rId2" Type="http://schemas.openxmlformats.org/officeDocument/2006/relationships/image" Target="../media/image176.png"/><Relationship Id="rId16" Type="http://schemas.openxmlformats.org/officeDocument/2006/relationships/image" Target="../media/image183.png"/><Relationship Id="rId20" Type="http://schemas.openxmlformats.org/officeDocument/2006/relationships/image" Target="../media/image185.png"/><Relationship Id="rId29" Type="http://schemas.openxmlformats.org/officeDocument/2006/relationships/customXml" Target="../ink/ink181.xml"/><Relationship Id="rId1" Type="http://schemas.openxmlformats.org/officeDocument/2006/relationships/slideLayout" Target="../slideLayouts/slideLayout12.xml"/><Relationship Id="rId6" Type="http://schemas.openxmlformats.org/officeDocument/2006/relationships/image" Target="../media/image178.png"/><Relationship Id="rId11" Type="http://schemas.openxmlformats.org/officeDocument/2006/relationships/customXml" Target="../ink/ink172.xml"/><Relationship Id="rId24" Type="http://schemas.openxmlformats.org/officeDocument/2006/relationships/image" Target="../media/image187.png"/><Relationship Id="rId32" Type="http://schemas.openxmlformats.org/officeDocument/2006/relationships/image" Target="../media/image191.png"/><Relationship Id="rId37" Type="http://schemas.openxmlformats.org/officeDocument/2006/relationships/customXml" Target="../ink/ink185.xml"/><Relationship Id="rId40" Type="http://schemas.openxmlformats.org/officeDocument/2006/relationships/image" Target="../media/image195.png"/><Relationship Id="rId5" Type="http://schemas.openxmlformats.org/officeDocument/2006/relationships/customXml" Target="../ink/ink169.xml"/><Relationship Id="rId15" Type="http://schemas.openxmlformats.org/officeDocument/2006/relationships/customXml" Target="../ink/ink174.xml"/><Relationship Id="rId23" Type="http://schemas.openxmlformats.org/officeDocument/2006/relationships/customXml" Target="../ink/ink178.xml"/><Relationship Id="rId28" Type="http://schemas.openxmlformats.org/officeDocument/2006/relationships/image" Target="../media/image189.png"/><Relationship Id="rId36" Type="http://schemas.openxmlformats.org/officeDocument/2006/relationships/image" Target="../media/image193.png"/><Relationship Id="rId10" Type="http://schemas.openxmlformats.org/officeDocument/2006/relationships/image" Target="../media/image180.png"/><Relationship Id="rId19" Type="http://schemas.openxmlformats.org/officeDocument/2006/relationships/customXml" Target="../ink/ink176.xml"/><Relationship Id="rId31" Type="http://schemas.openxmlformats.org/officeDocument/2006/relationships/customXml" Target="../ink/ink182.xml"/><Relationship Id="rId4" Type="http://schemas.openxmlformats.org/officeDocument/2006/relationships/image" Target="../media/image177.png"/><Relationship Id="rId9" Type="http://schemas.openxmlformats.org/officeDocument/2006/relationships/customXml" Target="../ink/ink171.xml"/><Relationship Id="rId14" Type="http://schemas.openxmlformats.org/officeDocument/2006/relationships/image" Target="../media/image182.png"/><Relationship Id="rId22" Type="http://schemas.openxmlformats.org/officeDocument/2006/relationships/image" Target="../media/image186.png"/><Relationship Id="rId27" Type="http://schemas.openxmlformats.org/officeDocument/2006/relationships/customXml" Target="../ink/ink180.xml"/><Relationship Id="rId30" Type="http://schemas.openxmlformats.org/officeDocument/2006/relationships/image" Target="../media/image190.png"/><Relationship Id="rId35" Type="http://schemas.openxmlformats.org/officeDocument/2006/relationships/customXml" Target="../ink/ink184.xml"/><Relationship Id="rId8" Type="http://schemas.openxmlformats.org/officeDocument/2006/relationships/image" Target="../media/image179.png"/><Relationship Id="rId3" Type="http://schemas.openxmlformats.org/officeDocument/2006/relationships/customXml" Target="../ink/ink168.xml"/></Relationships>
</file>

<file path=ppt/slides/_rels/slide10.xml.rels><?xml version="1.0" encoding="UTF-8" standalone="yes"?>
<Relationships xmlns="http://schemas.openxmlformats.org/package/2006/relationships"><Relationship Id="rId26" Type="http://schemas.openxmlformats.org/officeDocument/2006/relationships/customXml" Target="../ink/ink198.xml"/><Relationship Id="rId117" Type="http://schemas.openxmlformats.org/officeDocument/2006/relationships/image" Target="../media/image254.png"/><Relationship Id="rId21" Type="http://schemas.openxmlformats.org/officeDocument/2006/relationships/image" Target="../media/image206.png"/><Relationship Id="rId42" Type="http://schemas.openxmlformats.org/officeDocument/2006/relationships/customXml" Target="../ink/ink206.xml"/><Relationship Id="rId47" Type="http://schemas.openxmlformats.org/officeDocument/2006/relationships/image" Target="../media/image219.png"/><Relationship Id="rId63" Type="http://schemas.openxmlformats.org/officeDocument/2006/relationships/image" Target="../media/image227.png"/><Relationship Id="rId68" Type="http://schemas.openxmlformats.org/officeDocument/2006/relationships/customXml" Target="../ink/ink219.xml"/><Relationship Id="rId84" Type="http://schemas.openxmlformats.org/officeDocument/2006/relationships/customXml" Target="../ink/ink227.xml"/><Relationship Id="rId89" Type="http://schemas.openxmlformats.org/officeDocument/2006/relationships/image" Target="../media/image240.png"/><Relationship Id="rId112" Type="http://schemas.openxmlformats.org/officeDocument/2006/relationships/customXml" Target="../ink/ink241.xml"/><Relationship Id="rId16" Type="http://schemas.openxmlformats.org/officeDocument/2006/relationships/customXml" Target="../ink/ink193.xml"/><Relationship Id="rId107" Type="http://schemas.openxmlformats.org/officeDocument/2006/relationships/image" Target="../media/image249.png"/><Relationship Id="rId11" Type="http://schemas.openxmlformats.org/officeDocument/2006/relationships/image" Target="../media/image201.png"/><Relationship Id="rId32" Type="http://schemas.openxmlformats.org/officeDocument/2006/relationships/customXml" Target="../ink/ink201.xml"/><Relationship Id="rId37" Type="http://schemas.openxmlformats.org/officeDocument/2006/relationships/image" Target="../media/image214.png"/><Relationship Id="rId53" Type="http://schemas.openxmlformats.org/officeDocument/2006/relationships/image" Target="../media/image222.png"/><Relationship Id="rId58" Type="http://schemas.openxmlformats.org/officeDocument/2006/relationships/customXml" Target="../ink/ink214.xml"/><Relationship Id="rId74" Type="http://schemas.openxmlformats.org/officeDocument/2006/relationships/customXml" Target="../ink/ink222.xml"/><Relationship Id="rId79" Type="http://schemas.openxmlformats.org/officeDocument/2006/relationships/image" Target="../media/image235.png"/><Relationship Id="rId102" Type="http://schemas.openxmlformats.org/officeDocument/2006/relationships/customXml" Target="../ink/ink236.xml"/><Relationship Id="rId5" Type="http://schemas.openxmlformats.org/officeDocument/2006/relationships/image" Target="../media/image198.png"/><Relationship Id="rId90" Type="http://schemas.openxmlformats.org/officeDocument/2006/relationships/customXml" Target="../ink/ink230.xml"/><Relationship Id="rId95" Type="http://schemas.openxmlformats.org/officeDocument/2006/relationships/image" Target="../media/image243.png"/><Relationship Id="rId22" Type="http://schemas.openxmlformats.org/officeDocument/2006/relationships/customXml" Target="../ink/ink196.xml"/><Relationship Id="rId27" Type="http://schemas.openxmlformats.org/officeDocument/2006/relationships/image" Target="../media/image209.png"/><Relationship Id="rId43" Type="http://schemas.openxmlformats.org/officeDocument/2006/relationships/image" Target="../media/image217.png"/><Relationship Id="rId48" Type="http://schemas.openxmlformats.org/officeDocument/2006/relationships/customXml" Target="../ink/ink209.xml"/><Relationship Id="rId64" Type="http://schemas.openxmlformats.org/officeDocument/2006/relationships/customXml" Target="../ink/ink217.xml"/><Relationship Id="rId69" Type="http://schemas.openxmlformats.org/officeDocument/2006/relationships/image" Target="../media/image230.png"/><Relationship Id="rId113" Type="http://schemas.openxmlformats.org/officeDocument/2006/relationships/image" Target="../media/image252.png"/><Relationship Id="rId118" Type="http://schemas.openxmlformats.org/officeDocument/2006/relationships/customXml" Target="../ink/ink244.xml"/><Relationship Id="rId80" Type="http://schemas.openxmlformats.org/officeDocument/2006/relationships/customXml" Target="../ink/ink225.xml"/><Relationship Id="rId85" Type="http://schemas.openxmlformats.org/officeDocument/2006/relationships/image" Target="../media/image238.png"/><Relationship Id="rId12" Type="http://schemas.openxmlformats.org/officeDocument/2006/relationships/customXml" Target="../ink/ink191.xml"/><Relationship Id="rId17" Type="http://schemas.openxmlformats.org/officeDocument/2006/relationships/image" Target="../media/image204.png"/><Relationship Id="rId33" Type="http://schemas.openxmlformats.org/officeDocument/2006/relationships/image" Target="../media/image212.png"/><Relationship Id="rId38" Type="http://schemas.openxmlformats.org/officeDocument/2006/relationships/customXml" Target="../ink/ink204.xml"/><Relationship Id="rId59" Type="http://schemas.openxmlformats.org/officeDocument/2006/relationships/image" Target="../media/image225.png"/><Relationship Id="rId103" Type="http://schemas.openxmlformats.org/officeDocument/2006/relationships/image" Target="../media/image247.png"/><Relationship Id="rId108" Type="http://schemas.openxmlformats.org/officeDocument/2006/relationships/customXml" Target="../ink/ink239.xml"/><Relationship Id="rId54" Type="http://schemas.openxmlformats.org/officeDocument/2006/relationships/customXml" Target="../ink/ink212.xml"/><Relationship Id="rId70" Type="http://schemas.openxmlformats.org/officeDocument/2006/relationships/customXml" Target="../ink/ink220.xml"/><Relationship Id="rId75" Type="http://schemas.openxmlformats.org/officeDocument/2006/relationships/image" Target="../media/image233.png"/><Relationship Id="rId91" Type="http://schemas.openxmlformats.org/officeDocument/2006/relationships/image" Target="../media/image241.png"/><Relationship Id="rId96" Type="http://schemas.openxmlformats.org/officeDocument/2006/relationships/customXml" Target="../ink/ink233.xml"/><Relationship Id="rId1" Type="http://schemas.openxmlformats.org/officeDocument/2006/relationships/slideLayout" Target="../slideLayouts/slideLayout12.xml"/><Relationship Id="rId6" Type="http://schemas.openxmlformats.org/officeDocument/2006/relationships/customXml" Target="../ink/ink188.xml"/><Relationship Id="rId23" Type="http://schemas.openxmlformats.org/officeDocument/2006/relationships/image" Target="../media/image207.png"/><Relationship Id="rId28" Type="http://schemas.openxmlformats.org/officeDocument/2006/relationships/customXml" Target="../ink/ink199.xml"/><Relationship Id="rId49" Type="http://schemas.openxmlformats.org/officeDocument/2006/relationships/image" Target="../media/image220.png"/><Relationship Id="rId114" Type="http://schemas.openxmlformats.org/officeDocument/2006/relationships/customXml" Target="../ink/ink242.xml"/><Relationship Id="rId119" Type="http://schemas.openxmlformats.org/officeDocument/2006/relationships/image" Target="../media/image255.png"/><Relationship Id="rId10" Type="http://schemas.openxmlformats.org/officeDocument/2006/relationships/customXml" Target="../ink/ink190.xml"/><Relationship Id="rId31" Type="http://schemas.openxmlformats.org/officeDocument/2006/relationships/image" Target="../media/image211.png"/><Relationship Id="rId44" Type="http://schemas.openxmlformats.org/officeDocument/2006/relationships/customXml" Target="../ink/ink207.xml"/><Relationship Id="rId52" Type="http://schemas.openxmlformats.org/officeDocument/2006/relationships/customXml" Target="../ink/ink211.xml"/><Relationship Id="rId60" Type="http://schemas.openxmlformats.org/officeDocument/2006/relationships/customXml" Target="../ink/ink215.xml"/><Relationship Id="rId65" Type="http://schemas.openxmlformats.org/officeDocument/2006/relationships/image" Target="../media/image228.png"/><Relationship Id="rId73" Type="http://schemas.openxmlformats.org/officeDocument/2006/relationships/image" Target="../media/image232.png"/><Relationship Id="rId78" Type="http://schemas.openxmlformats.org/officeDocument/2006/relationships/customXml" Target="../ink/ink224.xml"/><Relationship Id="rId81" Type="http://schemas.openxmlformats.org/officeDocument/2006/relationships/image" Target="../media/image236.png"/><Relationship Id="rId86" Type="http://schemas.openxmlformats.org/officeDocument/2006/relationships/customXml" Target="../ink/ink228.xml"/><Relationship Id="rId94" Type="http://schemas.openxmlformats.org/officeDocument/2006/relationships/customXml" Target="../ink/ink232.xml"/><Relationship Id="rId99" Type="http://schemas.openxmlformats.org/officeDocument/2006/relationships/image" Target="../media/image245.png"/><Relationship Id="rId101" Type="http://schemas.openxmlformats.org/officeDocument/2006/relationships/image" Target="../media/image246.png"/><Relationship Id="rId4" Type="http://schemas.openxmlformats.org/officeDocument/2006/relationships/customXml" Target="../ink/ink187.xml"/><Relationship Id="rId9" Type="http://schemas.openxmlformats.org/officeDocument/2006/relationships/image" Target="../media/image200.png"/><Relationship Id="rId13" Type="http://schemas.openxmlformats.org/officeDocument/2006/relationships/image" Target="../media/image202.png"/><Relationship Id="rId18" Type="http://schemas.openxmlformats.org/officeDocument/2006/relationships/customXml" Target="../ink/ink194.xml"/><Relationship Id="rId39" Type="http://schemas.openxmlformats.org/officeDocument/2006/relationships/image" Target="../media/image215.png"/><Relationship Id="rId109" Type="http://schemas.openxmlformats.org/officeDocument/2006/relationships/image" Target="../media/image250.png"/><Relationship Id="rId34" Type="http://schemas.openxmlformats.org/officeDocument/2006/relationships/customXml" Target="../ink/ink202.xml"/><Relationship Id="rId50" Type="http://schemas.openxmlformats.org/officeDocument/2006/relationships/customXml" Target="../ink/ink210.xml"/><Relationship Id="rId55" Type="http://schemas.openxmlformats.org/officeDocument/2006/relationships/image" Target="../media/image223.png"/><Relationship Id="rId76" Type="http://schemas.openxmlformats.org/officeDocument/2006/relationships/customXml" Target="../ink/ink223.xml"/><Relationship Id="rId97" Type="http://schemas.openxmlformats.org/officeDocument/2006/relationships/image" Target="../media/image244.png"/><Relationship Id="rId104" Type="http://schemas.openxmlformats.org/officeDocument/2006/relationships/customXml" Target="../ink/ink237.xml"/><Relationship Id="rId7" Type="http://schemas.openxmlformats.org/officeDocument/2006/relationships/image" Target="../media/image199.png"/><Relationship Id="rId71" Type="http://schemas.openxmlformats.org/officeDocument/2006/relationships/image" Target="../media/image231.png"/><Relationship Id="rId92" Type="http://schemas.openxmlformats.org/officeDocument/2006/relationships/customXml" Target="../ink/ink231.xml"/><Relationship Id="rId2" Type="http://schemas.openxmlformats.org/officeDocument/2006/relationships/image" Target="../media/image196.png"/><Relationship Id="rId29" Type="http://schemas.openxmlformats.org/officeDocument/2006/relationships/image" Target="../media/image210.png"/><Relationship Id="rId24" Type="http://schemas.openxmlformats.org/officeDocument/2006/relationships/customXml" Target="../ink/ink197.xml"/><Relationship Id="rId40" Type="http://schemas.openxmlformats.org/officeDocument/2006/relationships/customXml" Target="../ink/ink205.xml"/><Relationship Id="rId45" Type="http://schemas.openxmlformats.org/officeDocument/2006/relationships/image" Target="../media/image218.png"/><Relationship Id="rId66" Type="http://schemas.openxmlformats.org/officeDocument/2006/relationships/customXml" Target="../ink/ink218.xml"/><Relationship Id="rId87" Type="http://schemas.openxmlformats.org/officeDocument/2006/relationships/image" Target="../media/image239.png"/><Relationship Id="rId110" Type="http://schemas.openxmlformats.org/officeDocument/2006/relationships/customXml" Target="../ink/ink240.xml"/><Relationship Id="rId115" Type="http://schemas.openxmlformats.org/officeDocument/2006/relationships/image" Target="../media/image253.png"/><Relationship Id="rId61" Type="http://schemas.openxmlformats.org/officeDocument/2006/relationships/image" Target="../media/image226.png"/><Relationship Id="rId82" Type="http://schemas.openxmlformats.org/officeDocument/2006/relationships/customXml" Target="../ink/ink226.xml"/><Relationship Id="rId19" Type="http://schemas.openxmlformats.org/officeDocument/2006/relationships/image" Target="../media/image205.png"/><Relationship Id="rId14" Type="http://schemas.openxmlformats.org/officeDocument/2006/relationships/customXml" Target="../ink/ink192.xml"/><Relationship Id="rId30" Type="http://schemas.openxmlformats.org/officeDocument/2006/relationships/customXml" Target="../ink/ink200.xml"/><Relationship Id="rId35" Type="http://schemas.openxmlformats.org/officeDocument/2006/relationships/image" Target="../media/image213.png"/><Relationship Id="rId56" Type="http://schemas.openxmlformats.org/officeDocument/2006/relationships/customXml" Target="../ink/ink213.xml"/><Relationship Id="rId77" Type="http://schemas.openxmlformats.org/officeDocument/2006/relationships/image" Target="../media/image234.png"/><Relationship Id="rId100" Type="http://schemas.openxmlformats.org/officeDocument/2006/relationships/customXml" Target="../ink/ink235.xml"/><Relationship Id="rId105" Type="http://schemas.openxmlformats.org/officeDocument/2006/relationships/image" Target="../media/image248.png"/><Relationship Id="rId8" Type="http://schemas.openxmlformats.org/officeDocument/2006/relationships/customXml" Target="../ink/ink189.xml"/><Relationship Id="rId51" Type="http://schemas.openxmlformats.org/officeDocument/2006/relationships/image" Target="../media/image221.png"/><Relationship Id="rId72" Type="http://schemas.openxmlformats.org/officeDocument/2006/relationships/customXml" Target="../ink/ink221.xml"/><Relationship Id="rId93" Type="http://schemas.openxmlformats.org/officeDocument/2006/relationships/image" Target="../media/image242.png"/><Relationship Id="rId98" Type="http://schemas.openxmlformats.org/officeDocument/2006/relationships/customXml" Target="../ink/ink234.xml"/><Relationship Id="rId3" Type="http://schemas.openxmlformats.org/officeDocument/2006/relationships/image" Target="../media/image197.svg"/><Relationship Id="rId25" Type="http://schemas.openxmlformats.org/officeDocument/2006/relationships/image" Target="../media/image208.png"/><Relationship Id="rId46" Type="http://schemas.openxmlformats.org/officeDocument/2006/relationships/customXml" Target="../ink/ink208.xml"/><Relationship Id="rId67" Type="http://schemas.openxmlformats.org/officeDocument/2006/relationships/image" Target="../media/image229.png"/><Relationship Id="rId116" Type="http://schemas.openxmlformats.org/officeDocument/2006/relationships/customXml" Target="../ink/ink243.xml"/><Relationship Id="rId20" Type="http://schemas.openxmlformats.org/officeDocument/2006/relationships/customXml" Target="../ink/ink195.xml"/><Relationship Id="rId41" Type="http://schemas.openxmlformats.org/officeDocument/2006/relationships/image" Target="../media/image216.png"/><Relationship Id="rId62" Type="http://schemas.openxmlformats.org/officeDocument/2006/relationships/customXml" Target="../ink/ink216.xml"/><Relationship Id="rId83" Type="http://schemas.openxmlformats.org/officeDocument/2006/relationships/image" Target="../media/image237.png"/><Relationship Id="rId88" Type="http://schemas.openxmlformats.org/officeDocument/2006/relationships/customXml" Target="../ink/ink229.xml"/><Relationship Id="rId111" Type="http://schemas.openxmlformats.org/officeDocument/2006/relationships/image" Target="../media/image251.png"/><Relationship Id="rId15" Type="http://schemas.openxmlformats.org/officeDocument/2006/relationships/image" Target="../media/image203.png"/><Relationship Id="rId36" Type="http://schemas.openxmlformats.org/officeDocument/2006/relationships/customXml" Target="../ink/ink203.xml"/><Relationship Id="rId57" Type="http://schemas.openxmlformats.org/officeDocument/2006/relationships/image" Target="../media/image224.png"/><Relationship Id="rId106" Type="http://schemas.openxmlformats.org/officeDocument/2006/relationships/customXml" Target="../ink/ink238.xml"/></Relationships>
</file>

<file path=ppt/slides/_rels/slide11.xml.rels><?xml version="1.0" encoding="UTF-8" standalone="yes"?>
<Relationships xmlns="http://schemas.openxmlformats.org/package/2006/relationships"><Relationship Id="rId3" Type="http://schemas.openxmlformats.org/officeDocument/2006/relationships/image" Target="../media/image257.svg"/><Relationship Id="rId7" Type="http://schemas.openxmlformats.org/officeDocument/2006/relationships/image" Target="../media/image261.svg"/><Relationship Id="rId2" Type="http://schemas.openxmlformats.org/officeDocument/2006/relationships/image" Target="../media/image256.png"/><Relationship Id="rId1" Type="http://schemas.openxmlformats.org/officeDocument/2006/relationships/slideLayout" Target="../slideLayouts/slideLayout12.xml"/><Relationship Id="rId6" Type="http://schemas.openxmlformats.org/officeDocument/2006/relationships/image" Target="../media/image260.png"/><Relationship Id="rId5" Type="http://schemas.openxmlformats.org/officeDocument/2006/relationships/image" Target="../media/image259.svg"/><Relationship Id="rId4" Type="http://schemas.openxmlformats.org/officeDocument/2006/relationships/image" Target="../media/image258.png"/></Relationships>
</file>

<file path=ppt/slides/_rels/slide12.xml.rels><?xml version="1.0" encoding="UTF-8" standalone="yes"?>
<Relationships xmlns="http://schemas.openxmlformats.org/package/2006/relationships"><Relationship Id="rId2" Type="http://schemas.openxmlformats.org/officeDocument/2006/relationships/image" Target="../media/image26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64.svg"/><Relationship Id="rId2" Type="http://schemas.openxmlformats.org/officeDocument/2006/relationships/image" Target="../media/image263.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6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67.svg"/><Relationship Id="rId2" Type="http://schemas.openxmlformats.org/officeDocument/2006/relationships/image" Target="../media/image266.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6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26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70.sv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72.svg"/><Relationship Id="rId2" Type="http://schemas.openxmlformats.org/officeDocument/2006/relationships/image" Target="../media/image271.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27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7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76.svg"/><Relationship Id="rId2" Type="http://schemas.openxmlformats.org/officeDocument/2006/relationships/image" Target="../media/image275.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78.svg"/><Relationship Id="rId2" Type="http://schemas.openxmlformats.org/officeDocument/2006/relationships/image" Target="../media/image277.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9FD1F-5553-4D42-9F6E-FFAA75E1D638}"/>
              </a:ext>
            </a:extLst>
          </p:cNvPr>
          <p:cNvSpPr>
            <a:spLocks noGrp="1"/>
          </p:cNvSpPr>
          <p:nvPr>
            <p:ph type="ctrTitle"/>
          </p:nvPr>
        </p:nvSpPr>
        <p:spPr/>
        <p:txBody>
          <a:bodyPr/>
          <a:lstStyle/>
          <a:p>
            <a:pPr marR="0" rtl="0"/>
            <a:r>
              <a:rPr lang="en-US" b="0" i="1" u="none" strike="noStrike" baseline="0">
                <a:latin typeface="TeXGyrePagella-Italic" panose="02000603020200000004" pitchFamily="50" charset="0"/>
              </a:rPr>
              <a:t>Population Methods</a:t>
            </a:r>
            <a:endParaRPr lang="en-US" b="0" i="0" u="none" strike="noStrike" baseline="0">
              <a:latin typeface="TeXGyrePagella-Regular" panose="02000603020200000003" pitchFamily="50" charset="0"/>
            </a:endParaRPr>
          </a:p>
        </p:txBody>
      </p:sp>
    </p:spTree>
    <p:extLst>
      <p:ext uri="{BB962C8B-B14F-4D97-AF65-F5344CB8AC3E}">
        <p14:creationId xmlns:p14="http://schemas.microsoft.com/office/powerpoint/2010/main" val="1623052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9FD1F-5553-4D42-9F6E-FFAA75E1D638}"/>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Population Methods</a:t>
            </a:r>
            <a:endParaRPr lang="en-US" b="0" i="0" u="none" strike="noStrike" baseline="0">
              <a:latin typeface="TeXGyrePagella-Regular" panose="02000603020200000003" pitchFamily="50" charset="0"/>
            </a:endParaRPr>
          </a:p>
        </p:txBody>
      </p:sp>
      <p:sp>
        <p:nvSpPr>
          <p:cNvPr id="3" name="Content Placeholder 2">
            <a:extLst>
              <a:ext uri="{FF2B5EF4-FFF2-40B4-BE49-F238E27FC236}">
                <a16:creationId xmlns:a16="http://schemas.microsoft.com/office/drawing/2014/main" id="{09B53646-1E74-42B4-8CCE-C3BC4F3C962C}"/>
              </a:ext>
            </a:extLst>
          </p:cNvPr>
          <p:cNvSpPr>
            <a:spLocks noGrp="1"/>
          </p:cNvSpPr>
          <p:nvPr>
            <p:ph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Instead of optimizing a single design point, population methods optimize a collection of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individuals</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A large number of individuals prevents algorithm from being stuck in a local minimum</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Useful information can be shared between individuals</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Stochastic in nature</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Easy to parallelize</a:t>
            </a:r>
          </a:p>
        </p:txBody>
      </p:sp>
      <p:sp>
        <p:nvSpPr>
          <p:cNvPr id="4" name="Slide Number Placeholder 3">
            <a:extLst>
              <a:ext uri="{FF2B5EF4-FFF2-40B4-BE49-F238E27FC236}">
                <a16:creationId xmlns:a16="http://schemas.microsoft.com/office/drawing/2014/main" id="{2AAAE035-B13C-41C9-8A75-A8CC72042CA8}"/>
              </a:ext>
            </a:extLst>
          </p:cNvPr>
          <p:cNvSpPr>
            <a:spLocks noGrp="1"/>
          </p:cNvSpPr>
          <p:nvPr>
            <p:ph type="sldNum" sz="quarter" idx="12"/>
          </p:nvPr>
        </p:nvSpPr>
        <p:spPr/>
        <p:txBody>
          <a:bodyPr/>
          <a:lstStyle/>
          <a:p>
            <a:fld id="{273A85BE-9DD1-40FA-B588-5DB3D2EB661C}" type="slidenum">
              <a:rPr lang="en-US" smtClean="0"/>
              <a:t>2</a:t>
            </a:fld>
            <a:endParaRPr lang="en-US"/>
          </a:p>
        </p:txBody>
      </p:sp>
    </p:spTree>
    <p:extLst>
      <p:ext uri="{BB962C8B-B14F-4D97-AF65-F5344CB8AC3E}">
        <p14:creationId xmlns:p14="http://schemas.microsoft.com/office/powerpoint/2010/main" val="1705153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6B2F58-BE22-3EB3-4166-6FC48B33E8A0}"/>
              </a:ext>
            </a:extLst>
          </p:cNvPr>
          <p:cNvPicPr>
            <a:picLocks noChangeAspect="1"/>
          </p:cNvPicPr>
          <p:nvPr/>
        </p:nvPicPr>
        <p:blipFill>
          <a:blip r:embed="rId2"/>
          <a:stretch>
            <a:fillRect/>
          </a:stretch>
        </p:blipFill>
        <p:spPr>
          <a:xfrm>
            <a:off x="643467" y="1765977"/>
            <a:ext cx="10905066" cy="3326045"/>
          </a:xfrm>
          <a:prstGeom prst="rect">
            <a:avLst/>
          </a:prstGeom>
        </p:spPr>
      </p:pic>
      <p:sp>
        <p:nvSpPr>
          <p:cNvPr id="2" name="Slide Number Placeholder 1">
            <a:extLst>
              <a:ext uri="{FF2B5EF4-FFF2-40B4-BE49-F238E27FC236}">
                <a16:creationId xmlns:a16="http://schemas.microsoft.com/office/drawing/2014/main" id="{6DB9499A-EC3B-8C20-1CAE-5FBBA02BCDC5}"/>
              </a:ext>
            </a:extLst>
          </p:cNvPr>
          <p:cNvSpPr>
            <a:spLocks noGrp="1"/>
          </p:cNvSpPr>
          <p:nvPr>
            <p:ph type="sldNum" sz="quarter" idx="12"/>
          </p:nvPr>
        </p:nvSpPr>
        <p:spPr>
          <a:xfrm>
            <a:off x="8610600" y="6356350"/>
            <a:ext cx="2743200" cy="365125"/>
          </a:xfrm>
        </p:spPr>
        <p:txBody>
          <a:bodyPr>
            <a:normAutofit/>
          </a:bodyPr>
          <a:lstStyle/>
          <a:p>
            <a:pPr>
              <a:spcAft>
                <a:spcPts val="600"/>
              </a:spcAft>
            </a:pPr>
            <a:fld id="{273A85BE-9DD1-40FA-B588-5DB3D2EB661C}" type="slidenum">
              <a:rPr lang="en-US" smtClean="0"/>
              <a:pPr>
                <a:spcAft>
                  <a:spcPts val="600"/>
                </a:spcAft>
              </a:pPr>
              <a:t>3</a:t>
            </a:fld>
            <a:endParaRPr lang="en-US"/>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BE47BEC-F8BB-F0D8-BA1C-7B8D6851E3DC}"/>
                  </a:ext>
                </a:extLst>
              </p14:cNvPr>
              <p14:cNvContentPartPr/>
              <p14:nvPr/>
            </p14:nvContentPartPr>
            <p14:xfrm>
              <a:off x="2324614" y="2311902"/>
              <a:ext cx="3169800" cy="142560"/>
            </p14:xfrm>
          </p:contentPart>
        </mc:Choice>
        <mc:Fallback>
          <p:pic>
            <p:nvPicPr>
              <p:cNvPr id="4" name="Ink 3">
                <a:extLst>
                  <a:ext uri="{FF2B5EF4-FFF2-40B4-BE49-F238E27FC236}">
                    <a16:creationId xmlns:a16="http://schemas.microsoft.com/office/drawing/2014/main" id="{6BE47BEC-F8BB-F0D8-BA1C-7B8D6851E3DC}"/>
                  </a:ext>
                </a:extLst>
              </p:cNvPr>
              <p:cNvPicPr/>
              <p:nvPr/>
            </p:nvPicPr>
            <p:blipFill>
              <a:blip r:embed="rId4"/>
              <a:stretch>
                <a:fillRect/>
              </a:stretch>
            </p:blipFill>
            <p:spPr>
              <a:xfrm>
                <a:off x="2320294" y="2307582"/>
                <a:ext cx="317844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78B1436F-6EB7-4B6D-0FCC-5C5F02840CAC}"/>
                  </a:ext>
                </a:extLst>
              </p14:cNvPr>
              <p14:cNvContentPartPr/>
              <p14:nvPr/>
            </p14:nvContentPartPr>
            <p14:xfrm>
              <a:off x="9418774" y="3003462"/>
              <a:ext cx="978480" cy="59760"/>
            </p14:xfrm>
          </p:contentPart>
        </mc:Choice>
        <mc:Fallback>
          <p:pic>
            <p:nvPicPr>
              <p:cNvPr id="8" name="Ink 7">
                <a:extLst>
                  <a:ext uri="{FF2B5EF4-FFF2-40B4-BE49-F238E27FC236}">
                    <a16:creationId xmlns:a16="http://schemas.microsoft.com/office/drawing/2014/main" id="{78B1436F-6EB7-4B6D-0FCC-5C5F02840CAC}"/>
                  </a:ext>
                </a:extLst>
              </p:cNvPr>
              <p:cNvPicPr/>
              <p:nvPr/>
            </p:nvPicPr>
            <p:blipFill>
              <a:blip r:embed="rId6"/>
              <a:stretch>
                <a:fillRect/>
              </a:stretch>
            </p:blipFill>
            <p:spPr>
              <a:xfrm>
                <a:off x="9409774" y="2994462"/>
                <a:ext cx="996120" cy="77400"/>
              </a:xfrm>
              <a:prstGeom prst="rect">
                <a:avLst/>
              </a:prstGeom>
            </p:spPr>
          </p:pic>
        </mc:Fallback>
      </mc:AlternateContent>
      <p:grpSp>
        <p:nvGrpSpPr>
          <p:cNvPr id="13" name="Group 12">
            <a:extLst>
              <a:ext uri="{FF2B5EF4-FFF2-40B4-BE49-F238E27FC236}">
                <a16:creationId xmlns:a16="http://schemas.microsoft.com/office/drawing/2014/main" id="{5232C4AE-71DD-6076-A87F-A58ED9AD1C7A}"/>
              </a:ext>
            </a:extLst>
          </p:cNvPr>
          <p:cNvGrpSpPr/>
          <p:nvPr/>
        </p:nvGrpSpPr>
        <p:grpSpPr>
          <a:xfrm>
            <a:off x="887494" y="2555622"/>
            <a:ext cx="8259120" cy="785520"/>
            <a:chOff x="887494" y="2555622"/>
            <a:chExt cx="8259120" cy="785520"/>
          </a:xfrm>
        </p:grpSpPr>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BDCA7335-36BA-BA93-060D-54225CBFCDED}"/>
                    </a:ext>
                  </a:extLst>
                </p14:cNvPr>
                <p14:cNvContentPartPr/>
                <p14:nvPr/>
              </p14:nvContentPartPr>
              <p14:xfrm>
                <a:off x="7597894" y="2555622"/>
                <a:ext cx="529920" cy="507240"/>
              </p14:xfrm>
            </p:contentPart>
          </mc:Choice>
          <mc:Fallback>
            <p:pic>
              <p:nvPicPr>
                <p:cNvPr id="5" name="Ink 4">
                  <a:extLst>
                    <a:ext uri="{FF2B5EF4-FFF2-40B4-BE49-F238E27FC236}">
                      <a16:creationId xmlns:a16="http://schemas.microsoft.com/office/drawing/2014/main" id="{BDCA7335-36BA-BA93-060D-54225CBFCDED}"/>
                    </a:ext>
                  </a:extLst>
                </p:cNvPr>
                <p:cNvPicPr/>
                <p:nvPr/>
              </p:nvPicPr>
              <p:blipFill>
                <a:blip r:embed="rId8"/>
                <a:stretch>
                  <a:fillRect/>
                </a:stretch>
              </p:blipFill>
              <p:spPr>
                <a:xfrm>
                  <a:off x="7588894" y="2546622"/>
                  <a:ext cx="547560" cy="5248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7998CF35-FDA8-02CB-7CF2-AEE994389CD7}"/>
                    </a:ext>
                  </a:extLst>
                </p14:cNvPr>
                <p14:cNvContentPartPr/>
                <p14:nvPr/>
              </p14:nvContentPartPr>
              <p14:xfrm>
                <a:off x="8304214" y="2953782"/>
                <a:ext cx="842400" cy="64080"/>
              </p14:xfrm>
            </p:contentPart>
          </mc:Choice>
          <mc:Fallback>
            <p:pic>
              <p:nvPicPr>
                <p:cNvPr id="6" name="Ink 5">
                  <a:extLst>
                    <a:ext uri="{FF2B5EF4-FFF2-40B4-BE49-F238E27FC236}">
                      <a16:creationId xmlns:a16="http://schemas.microsoft.com/office/drawing/2014/main" id="{7998CF35-FDA8-02CB-7CF2-AEE994389CD7}"/>
                    </a:ext>
                  </a:extLst>
                </p:cNvPr>
                <p:cNvPicPr/>
                <p:nvPr/>
              </p:nvPicPr>
              <p:blipFill>
                <a:blip r:embed="rId10"/>
                <a:stretch>
                  <a:fillRect/>
                </a:stretch>
              </p:blipFill>
              <p:spPr>
                <a:xfrm>
                  <a:off x="8295214" y="2944731"/>
                  <a:ext cx="860040" cy="818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E167202C-18B9-035D-4193-E311ECFC7FE4}"/>
                    </a:ext>
                  </a:extLst>
                </p14:cNvPr>
                <p14:cNvContentPartPr/>
                <p14:nvPr/>
              </p14:nvContentPartPr>
              <p14:xfrm>
                <a:off x="887494" y="3091662"/>
                <a:ext cx="648720" cy="84240"/>
              </p14:xfrm>
            </p:contentPart>
          </mc:Choice>
          <mc:Fallback>
            <p:pic>
              <p:nvPicPr>
                <p:cNvPr id="9" name="Ink 8">
                  <a:extLst>
                    <a:ext uri="{FF2B5EF4-FFF2-40B4-BE49-F238E27FC236}">
                      <a16:creationId xmlns:a16="http://schemas.microsoft.com/office/drawing/2014/main" id="{E167202C-18B9-035D-4193-E311ECFC7FE4}"/>
                    </a:ext>
                  </a:extLst>
                </p:cNvPr>
                <p:cNvPicPr/>
                <p:nvPr/>
              </p:nvPicPr>
              <p:blipFill>
                <a:blip r:embed="rId12"/>
                <a:stretch>
                  <a:fillRect/>
                </a:stretch>
              </p:blipFill>
              <p:spPr>
                <a:xfrm>
                  <a:off x="878494" y="3082662"/>
                  <a:ext cx="666360" cy="1018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2C8C0D84-C310-4CB9-F87B-42316ABA78A4}"/>
                    </a:ext>
                  </a:extLst>
                </p14:cNvPr>
                <p14:cNvContentPartPr/>
                <p14:nvPr/>
              </p14:nvContentPartPr>
              <p14:xfrm>
                <a:off x="1200694" y="3049542"/>
                <a:ext cx="419400" cy="291600"/>
              </p14:xfrm>
            </p:contentPart>
          </mc:Choice>
          <mc:Fallback>
            <p:pic>
              <p:nvPicPr>
                <p:cNvPr id="10" name="Ink 9">
                  <a:extLst>
                    <a:ext uri="{FF2B5EF4-FFF2-40B4-BE49-F238E27FC236}">
                      <a16:creationId xmlns:a16="http://schemas.microsoft.com/office/drawing/2014/main" id="{2C8C0D84-C310-4CB9-F87B-42316ABA78A4}"/>
                    </a:ext>
                  </a:extLst>
                </p:cNvPr>
                <p:cNvPicPr/>
                <p:nvPr/>
              </p:nvPicPr>
              <p:blipFill>
                <a:blip r:embed="rId14"/>
                <a:stretch>
                  <a:fillRect/>
                </a:stretch>
              </p:blipFill>
              <p:spPr>
                <a:xfrm>
                  <a:off x="1191694" y="3040553"/>
                  <a:ext cx="437040" cy="309218"/>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65C4C680-5B73-78D1-1962-7A0D26AA9ED7}"/>
                    </a:ext>
                  </a:extLst>
                </p14:cNvPr>
                <p14:cNvContentPartPr/>
                <p14:nvPr/>
              </p14:nvContentPartPr>
              <p14:xfrm>
                <a:off x="3439174" y="3201102"/>
                <a:ext cx="3021480" cy="65880"/>
              </p14:xfrm>
            </p:contentPart>
          </mc:Choice>
          <mc:Fallback>
            <p:pic>
              <p:nvPicPr>
                <p:cNvPr id="12" name="Ink 11">
                  <a:extLst>
                    <a:ext uri="{FF2B5EF4-FFF2-40B4-BE49-F238E27FC236}">
                      <a16:creationId xmlns:a16="http://schemas.microsoft.com/office/drawing/2014/main" id="{65C4C680-5B73-78D1-1962-7A0D26AA9ED7}"/>
                    </a:ext>
                  </a:extLst>
                </p:cNvPr>
                <p:cNvPicPr/>
                <p:nvPr/>
              </p:nvPicPr>
              <p:blipFill>
                <a:blip r:embed="rId16"/>
                <a:stretch>
                  <a:fillRect/>
                </a:stretch>
              </p:blipFill>
              <p:spPr>
                <a:xfrm>
                  <a:off x="3430174" y="3192102"/>
                  <a:ext cx="3039120" cy="83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
            <p14:nvContentPartPr>
              <p14:cNvPr id="14" name="Ink 13">
                <a:extLst>
                  <a:ext uri="{FF2B5EF4-FFF2-40B4-BE49-F238E27FC236}">
                    <a16:creationId xmlns:a16="http://schemas.microsoft.com/office/drawing/2014/main" id="{9C84AA7F-C570-9468-D943-0831F649E91E}"/>
                  </a:ext>
                </a:extLst>
              </p14:cNvPr>
              <p14:cNvContentPartPr/>
              <p14:nvPr/>
            </p14:nvContentPartPr>
            <p14:xfrm>
              <a:off x="3096814" y="3506742"/>
              <a:ext cx="828360" cy="50760"/>
            </p14:xfrm>
          </p:contentPart>
        </mc:Choice>
        <mc:Fallback>
          <p:pic>
            <p:nvPicPr>
              <p:cNvPr id="14" name="Ink 13">
                <a:extLst>
                  <a:ext uri="{FF2B5EF4-FFF2-40B4-BE49-F238E27FC236}">
                    <a16:creationId xmlns:a16="http://schemas.microsoft.com/office/drawing/2014/main" id="{9C84AA7F-C570-9468-D943-0831F649E91E}"/>
                  </a:ext>
                </a:extLst>
              </p:cNvPr>
              <p:cNvPicPr/>
              <p:nvPr/>
            </p:nvPicPr>
            <p:blipFill>
              <a:blip r:embed="rId18"/>
              <a:stretch>
                <a:fillRect/>
              </a:stretch>
            </p:blipFill>
            <p:spPr>
              <a:xfrm>
                <a:off x="3087814" y="3497805"/>
                <a:ext cx="846000" cy="68276"/>
              </a:xfrm>
              <a:prstGeom prst="rect">
                <a:avLst/>
              </a:prstGeom>
            </p:spPr>
          </p:pic>
        </mc:Fallback>
      </mc:AlternateContent>
      <p:grpSp>
        <p:nvGrpSpPr>
          <p:cNvPr id="17" name="Group 16">
            <a:extLst>
              <a:ext uri="{FF2B5EF4-FFF2-40B4-BE49-F238E27FC236}">
                <a16:creationId xmlns:a16="http://schemas.microsoft.com/office/drawing/2014/main" id="{7FF6E397-C62E-7D1A-DB67-35381D455E9C}"/>
              </a:ext>
            </a:extLst>
          </p:cNvPr>
          <p:cNvGrpSpPr/>
          <p:nvPr/>
        </p:nvGrpSpPr>
        <p:grpSpPr>
          <a:xfrm>
            <a:off x="3990334" y="3796542"/>
            <a:ext cx="1046520" cy="183960"/>
            <a:chOff x="3990334" y="3796542"/>
            <a:chExt cx="1046520" cy="183960"/>
          </a:xfrm>
        </p:grpSpPr>
        <mc:AlternateContent xmlns:mc="http://schemas.openxmlformats.org/markup-compatibility/2006">
          <mc:Choice xmlns:p14="http://schemas.microsoft.com/office/powerpoint/2010/main" Requires="p14">
            <p:contentPart p14:bwMode="auto" r:id="rId19">
              <p14:nvContentPartPr>
                <p14:cNvPr id="15" name="Ink 14">
                  <a:extLst>
                    <a:ext uri="{FF2B5EF4-FFF2-40B4-BE49-F238E27FC236}">
                      <a16:creationId xmlns:a16="http://schemas.microsoft.com/office/drawing/2014/main" id="{71164D05-B1C2-3E33-3F14-C5AAABD61EDC}"/>
                    </a:ext>
                  </a:extLst>
                </p14:cNvPr>
                <p14:cNvContentPartPr/>
                <p14:nvPr/>
              </p14:nvContentPartPr>
              <p14:xfrm>
                <a:off x="3990334" y="3796542"/>
                <a:ext cx="941040" cy="118440"/>
              </p14:xfrm>
            </p:contentPart>
          </mc:Choice>
          <mc:Fallback>
            <p:pic>
              <p:nvPicPr>
                <p:cNvPr id="15" name="Ink 14">
                  <a:extLst>
                    <a:ext uri="{FF2B5EF4-FFF2-40B4-BE49-F238E27FC236}">
                      <a16:creationId xmlns:a16="http://schemas.microsoft.com/office/drawing/2014/main" id="{71164D05-B1C2-3E33-3F14-C5AAABD61EDC}"/>
                    </a:ext>
                  </a:extLst>
                </p:cNvPr>
                <p:cNvPicPr/>
                <p:nvPr/>
              </p:nvPicPr>
              <p:blipFill>
                <a:blip r:embed="rId20"/>
                <a:stretch>
                  <a:fillRect/>
                </a:stretch>
              </p:blipFill>
              <p:spPr>
                <a:xfrm>
                  <a:off x="3981334" y="3787542"/>
                  <a:ext cx="95868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6" name="Ink 15">
                  <a:extLst>
                    <a:ext uri="{FF2B5EF4-FFF2-40B4-BE49-F238E27FC236}">
                      <a16:creationId xmlns:a16="http://schemas.microsoft.com/office/drawing/2014/main" id="{34E91343-35A1-29CE-8068-087118C0CBBC}"/>
                    </a:ext>
                  </a:extLst>
                </p14:cNvPr>
                <p14:cNvContentPartPr/>
                <p14:nvPr/>
              </p14:nvContentPartPr>
              <p14:xfrm>
                <a:off x="4064494" y="3841902"/>
                <a:ext cx="972360" cy="138600"/>
              </p14:xfrm>
            </p:contentPart>
          </mc:Choice>
          <mc:Fallback>
            <p:pic>
              <p:nvPicPr>
                <p:cNvPr id="16" name="Ink 15">
                  <a:extLst>
                    <a:ext uri="{FF2B5EF4-FFF2-40B4-BE49-F238E27FC236}">
                      <a16:creationId xmlns:a16="http://schemas.microsoft.com/office/drawing/2014/main" id="{34E91343-35A1-29CE-8068-087118C0CBBC}"/>
                    </a:ext>
                  </a:extLst>
                </p:cNvPr>
                <p:cNvPicPr/>
                <p:nvPr/>
              </p:nvPicPr>
              <p:blipFill>
                <a:blip r:embed="rId22"/>
                <a:stretch>
                  <a:fillRect/>
                </a:stretch>
              </p:blipFill>
              <p:spPr>
                <a:xfrm>
                  <a:off x="4055494" y="3832902"/>
                  <a:ext cx="990000" cy="156240"/>
                </a:xfrm>
                <a:prstGeom prst="rect">
                  <a:avLst/>
                </a:prstGeom>
              </p:spPr>
            </p:pic>
          </mc:Fallback>
        </mc:AlternateContent>
      </p:grpSp>
    </p:spTree>
    <p:extLst>
      <p:ext uri="{BB962C8B-B14F-4D97-AF65-F5344CB8AC3E}">
        <p14:creationId xmlns:p14="http://schemas.microsoft.com/office/powerpoint/2010/main" val="238250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12A46-14D3-4471-8862-46EC2E658AA2}"/>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Initialization</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5715C83D-16FF-4F9A-9E75-EEC2CE8A3509}"/>
              </a:ext>
            </a:extLst>
          </p:cNvPr>
          <p:cNvSpPr>
            <a:spLocks noGrp="1"/>
          </p:cNvSpPr>
          <p:nvPr>
            <p:ph type="body"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Population methods begin with an initial population</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Common initializations are uniform, normal distribution, and Cauchy distribution</a:t>
            </a:r>
          </a:p>
        </p:txBody>
      </p:sp>
      <p:pic>
        <p:nvPicPr>
          <p:cNvPr id="6" name="Graphic 5">
            <a:extLst>
              <a:ext uri="{FF2B5EF4-FFF2-40B4-BE49-F238E27FC236}">
                <a16:creationId xmlns:a16="http://schemas.microsoft.com/office/drawing/2014/main" id="{68129629-FBAF-4085-87BC-47284C83E7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67011" y="3097491"/>
            <a:ext cx="8036947" cy="3395384"/>
          </a:xfrm>
          <a:prstGeom prst="rect">
            <a:avLst/>
          </a:prstGeom>
        </p:spPr>
      </p:pic>
      <p:sp>
        <p:nvSpPr>
          <p:cNvPr id="4" name="Slide Number Placeholder 3">
            <a:extLst>
              <a:ext uri="{FF2B5EF4-FFF2-40B4-BE49-F238E27FC236}">
                <a16:creationId xmlns:a16="http://schemas.microsoft.com/office/drawing/2014/main" id="{0EB13B97-E9D7-4F5D-B72E-BEA0103413AC}"/>
              </a:ext>
            </a:extLst>
          </p:cNvPr>
          <p:cNvSpPr>
            <a:spLocks noGrp="1"/>
          </p:cNvSpPr>
          <p:nvPr>
            <p:ph type="sldNum" sz="quarter" idx="12"/>
          </p:nvPr>
        </p:nvSpPr>
        <p:spPr/>
        <p:txBody>
          <a:bodyPr/>
          <a:lstStyle/>
          <a:p>
            <a:fld id="{5A1B4C69-69FC-4DE3-9130-497A7C9ADE60}" type="slidenum">
              <a:rPr lang="en-US" smtClean="0"/>
              <a:t>4</a:t>
            </a:fld>
            <a:endParaRPr lang="en-US"/>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B5F0520C-EE19-0C1A-7695-D78FC2E18A6E}"/>
                  </a:ext>
                </a:extLst>
              </p14:cNvPr>
              <p14:cNvContentPartPr/>
              <p14:nvPr/>
            </p14:nvContentPartPr>
            <p14:xfrm>
              <a:off x="2490214" y="3983382"/>
              <a:ext cx="2114280" cy="1654560"/>
            </p14:xfrm>
          </p:contentPart>
        </mc:Choice>
        <mc:Fallback>
          <p:pic>
            <p:nvPicPr>
              <p:cNvPr id="5" name="Ink 4">
                <a:extLst>
                  <a:ext uri="{FF2B5EF4-FFF2-40B4-BE49-F238E27FC236}">
                    <a16:creationId xmlns:a16="http://schemas.microsoft.com/office/drawing/2014/main" id="{B5F0520C-EE19-0C1A-7695-D78FC2E18A6E}"/>
                  </a:ext>
                </a:extLst>
              </p:cNvPr>
              <p:cNvPicPr/>
              <p:nvPr/>
            </p:nvPicPr>
            <p:blipFill>
              <a:blip r:embed="rId4"/>
              <a:stretch>
                <a:fillRect/>
              </a:stretch>
            </p:blipFill>
            <p:spPr>
              <a:xfrm>
                <a:off x="2481214" y="3974382"/>
                <a:ext cx="2131920" cy="1672200"/>
              </a:xfrm>
              <a:prstGeom prst="rect">
                <a:avLst/>
              </a:prstGeom>
            </p:spPr>
          </p:pic>
        </mc:Fallback>
      </mc:AlternateContent>
      <p:grpSp>
        <p:nvGrpSpPr>
          <p:cNvPr id="13" name="Group 12">
            <a:extLst>
              <a:ext uri="{FF2B5EF4-FFF2-40B4-BE49-F238E27FC236}">
                <a16:creationId xmlns:a16="http://schemas.microsoft.com/office/drawing/2014/main" id="{F9DDCCA1-4943-3DD4-9140-308C700D4FE7}"/>
              </a:ext>
            </a:extLst>
          </p:cNvPr>
          <p:cNvGrpSpPr/>
          <p:nvPr/>
        </p:nvGrpSpPr>
        <p:grpSpPr>
          <a:xfrm>
            <a:off x="5249974" y="3798342"/>
            <a:ext cx="6537600" cy="2424240"/>
            <a:chOff x="5249974" y="3798342"/>
            <a:chExt cx="6537600" cy="2424240"/>
          </a:xfrm>
        </p:grpSpPr>
        <mc:AlternateContent xmlns:mc="http://schemas.openxmlformats.org/markup-compatibility/2006">
          <mc:Choice xmlns:p14="http://schemas.microsoft.com/office/powerpoint/2010/main" Requires="p14">
            <p:contentPart p14:bwMode="auto" r:id="rId5">
              <p14:nvContentPartPr>
                <p14:cNvPr id="9" name="Ink 8">
                  <a:extLst>
                    <a:ext uri="{FF2B5EF4-FFF2-40B4-BE49-F238E27FC236}">
                      <a16:creationId xmlns:a16="http://schemas.microsoft.com/office/drawing/2014/main" id="{A4E83486-90AF-1B87-29B9-6E0E9A611F87}"/>
                    </a:ext>
                  </a:extLst>
                </p14:cNvPr>
                <p14:cNvContentPartPr/>
                <p14:nvPr/>
              </p14:nvContentPartPr>
              <p14:xfrm>
                <a:off x="5249974" y="4545342"/>
                <a:ext cx="1659960" cy="770040"/>
              </p14:xfrm>
            </p:contentPart>
          </mc:Choice>
          <mc:Fallback>
            <p:pic>
              <p:nvPicPr>
                <p:cNvPr id="9" name="Ink 8">
                  <a:extLst>
                    <a:ext uri="{FF2B5EF4-FFF2-40B4-BE49-F238E27FC236}">
                      <a16:creationId xmlns:a16="http://schemas.microsoft.com/office/drawing/2014/main" id="{A4E83486-90AF-1B87-29B9-6E0E9A611F87}"/>
                    </a:ext>
                  </a:extLst>
                </p:cNvPr>
                <p:cNvPicPr/>
                <p:nvPr/>
              </p:nvPicPr>
              <p:blipFill>
                <a:blip r:embed="rId6"/>
                <a:stretch>
                  <a:fillRect/>
                </a:stretch>
              </p:blipFill>
              <p:spPr>
                <a:xfrm>
                  <a:off x="5240974" y="4536342"/>
                  <a:ext cx="1677600" cy="7876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0" name="Ink 9">
                  <a:extLst>
                    <a:ext uri="{FF2B5EF4-FFF2-40B4-BE49-F238E27FC236}">
                      <a16:creationId xmlns:a16="http://schemas.microsoft.com/office/drawing/2014/main" id="{59DD6EB2-B89E-7B3C-0210-AFA9B7B5DDD2}"/>
                    </a:ext>
                  </a:extLst>
                </p14:cNvPr>
                <p14:cNvContentPartPr/>
                <p14:nvPr/>
              </p14:nvContentPartPr>
              <p14:xfrm>
                <a:off x="5538694" y="3798342"/>
                <a:ext cx="6248880" cy="2424240"/>
              </p14:xfrm>
            </p:contentPart>
          </mc:Choice>
          <mc:Fallback>
            <p:pic>
              <p:nvPicPr>
                <p:cNvPr id="10" name="Ink 9">
                  <a:extLst>
                    <a:ext uri="{FF2B5EF4-FFF2-40B4-BE49-F238E27FC236}">
                      <a16:creationId xmlns:a16="http://schemas.microsoft.com/office/drawing/2014/main" id="{59DD6EB2-B89E-7B3C-0210-AFA9B7B5DDD2}"/>
                    </a:ext>
                  </a:extLst>
                </p:cNvPr>
                <p:cNvPicPr/>
                <p:nvPr/>
              </p:nvPicPr>
              <p:blipFill>
                <a:blip r:embed="rId8"/>
                <a:stretch>
                  <a:fillRect/>
                </a:stretch>
              </p:blipFill>
              <p:spPr>
                <a:xfrm>
                  <a:off x="5529694" y="3789342"/>
                  <a:ext cx="6266520" cy="2441880"/>
                </a:xfrm>
                <a:prstGeom prst="rect">
                  <a:avLst/>
                </a:prstGeom>
              </p:spPr>
            </p:pic>
          </mc:Fallback>
        </mc:AlternateContent>
      </p:grpSp>
      <p:grpSp>
        <p:nvGrpSpPr>
          <p:cNvPr id="14" name="Group 13">
            <a:extLst>
              <a:ext uri="{FF2B5EF4-FFF2-40B4-BE49-F238E27FC236}">
                <a16:creationId xmlns:a16="http://schemas.microsoft.com/office/drawing/2014/main" id="{D9D604D8-9245-13D2-6C35-7C8D5C6FDB21}"/>
              </a:ext>
            </a:extLst>
          </p:cNvPr>
          <p:cNvGrpSpPr/>
          <p:nvPr/>
        </p:nvGrpSpPr>
        <p:grpSpPr>
          <a:xfrm>
            <a:off x="2584174" y="5582862"/>
            <a:ext cx="882000" cy="326160"/>
            <a:chOff x="2584174" y="5582862"/>
            <a:chExt cx="882000" cy="326160"/>
          </a:xfrm>
        </p:grpSpPr>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C1CB7199-84C8-927A-9284-FEA1DAD3E010}"/>
                    </a:ext>
                  </a:extLst>
                </p14:cNvPr>
                <p14:cNvContentPartPr/>
                <p14:nvPr/>
              </p14:nvContentPartPr>
              <p14:xfrm>
                <a:off x="2584174" y="5892102"/>
                <a:ext cx="67680" cy="16920"/>
              </p14:xfrm>
            </p:contentPart>
          </mc:Choice>
          <mc:Fallback>
            <p:pic>
              <p:nvPicPr>
                <p:cNvPr id="7" name="Ink 6">
                  <a:extLst>
                    <a:ext uri="{FF2B5EF4-FFF2-40B4-BE49-F238E27FC236}">
                      <a16:creationId xmlns:a16="http://schemas.microsoft.com/office/drawing/2014/main" id="{C1CB7199-84C8-927A-9284-FEA1DAD3E010}"/>
                    </a:ext>
                  </a:extLst>
                </p:cNvPr>
                <p:cNvPicPr/>
                <p:nvPr/>
              </p:nvPicPr>
              <p:blipFill>
                <a:blip r:embed="rId10"/>
                <a:stretch>
                  <a:fillRect/>
                </a:stretch>
              </p:blipFill>
              <p:spPr>
                <a:xfrm>
                  <a:off x="2575174" y="5883102"/>
                  <a:ext cx="85320" cy="345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222FB0CE-C32A-97AB-092F-F4457079D983}"/>
                    </a:ext>
                  </a:extLst>
                </p14:cNvPr>
                <p14:cNvContentPartPr/>
                <p14:nvPr/>
              </p14:nvContentPartPr>
              <p14:xfrm>
                <a:off x="2587774" y="5582862"/>
                <a:ext cx="878400" cy="326160"/>
              </p14:xfrm>
            </p:contentPart>
          </mc:Choice>
          <mc:Fallback>
            <p:pic>
              <p:nvPicPr>
                <p:cNvPr id="8" name="Ink 7">
                  <a:extLst>
                    <a:ext uri="{FF2B5EF4-FFF2-40B4-BE49-F238E27FC236}">
                      <a16:creationId xmlns:a16="http://schemas.microsoft.com/office/drawing/2014/main" id="{222FB0CE-C32A-97AB-092F-F4457079D983}"/>
                    </a:ext>
                  </a:extLst>
                </p:cNvPr>
                <p:cNvPicPr/>
                <p:nvPr/>
              </p:nvPicPr>
              <p:blipFill>
                <a:blip r:embed="rId12"/>
                <a:stretch>
                  <a:fillRect/>
                </a:stretch>
              </p:blipFill>
              <p:spPr>
                <a:xfrm>
                  <a:off x="2578774" y="5573862"/>
                  <a:ext cx="896040" cy="343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9AEBF3EF-A811-CF1A-B577-5368955B15AC}"/>
                  </a:ext>
                </a:extLst>
              </p14:cNvPr>
              <p14:cNvContentPartPr/>
              <p14:nvPr/>
            </p14:nvContentPartPr>
            <p14:xfrm>
              <a:off x="1585174" y="4344822"/>
              <a:ext cx="7605000" cy="1727280"/>
            </p14:xfrm>
          </p:contentPart>
        </mc:Choice>
        <mc:Fallback>
          <p:pic>
            <p:nvPicPr>
              <p:cNvPr id="11" name="Ink 10">
                <a:extLst>
                  <a:ext uri="{FF2B5EF4-FFF2-40B4-BE49-F238E27FC236}">
                    <a16:creationId xmlns:a16="http://schemas.microsoft.com/office/drawing/2014/main" id="{9AEBF3EF-A811-CF1A-B577-5368955B15AC}"/>
                  </a:ext>
                </a:extLst>
              </p:cNvPr>
              <p:cNvPicPr/>
              <p:nvPr/>
            </p:nvPicPr>
            <p:blipFill>
              <a:blip r:embed="rId14"/>
              <a:stretch>
                <a:fillRect/>
              </a:stretch>
            </p:blipFill>
            <p:spPr>
              <a:xfrm>
                <a:off x="1576174" y="4335822"/>
                <a:ext cx="7622640" cy="1744920"/>
              </a:xfrm>
              <a:prstGeom prst="rect">
                <a:avLst/>
              </a:prstGeom>
            </p:spPr>
          </p:pic>
        </mc:Fallback>
      </mc:AlternateContent>
    </p:spTree>
    <p:extLst>
      <p:ext uri="{BB962C8B-B14F-4D97-AF65-F5344CB8AC3E}">
        <p14:creationId xmlns:p14="http://schemas.microsoft.com/office/powerpoint/2010/main" val="4089355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7B1C-F1DB-4566-A222-CA65EE0460B6}"/>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Genetic Algorithms</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72A63990-3C01-46AA-B65E-D435FE311225}"/>
              </a:ext>
            </a:extLst>
          </p:cNvPr>
          <p:cNvSpPr>
            <a:spLocks noGrp="1"/>
          </p:cNvSpPr>
          <p:nvPr>
            <p:ph type="body"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Inspired by biological evolution where the fittest individuals pass their genetic information to the next generation</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Individuals are interpreted as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chromosomes</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The fittest individuals are determined by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selection</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The next generation is formed by selecting the fittest individuals and performing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crossover</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and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mutation</a:t>
            </a:r>
          </a:p>
        </p:txBody>
      </p:sp>
      <p:sp>
        <p:nvSpPr>
          <p:cNvPr id="4" name="Slide Number Placeholder 3">
            <a:extLst>
              <a:ext uri="{FF2B5EF4-FFF2-40B4-BE49-F238E27FC236}">
                <a16:creationId xmlns:a16="http://schemas.microsoft.com/office/drawing/2014/main" id="{7E9BE6AB-1D2E-48FD-BDBE-5C6A3C566AE1}"/>
              </a:ext>
            </a:extLst>
          </p:cNvPr>
          <p:cNvSpPr>
            <a:spLocks noGrp="1"/>
          </p:cNvSpPr>
          <p:nvPr>
            <p:ph type="sldNum" sz="quarter" idx="12"/>
          </p:nvPr>
        </p:nvSpPr>
        <p:spPr/>
        <p:txBody>
          <a:bodyPr/>
          <a:lstStyle/>
          <a:p>
            <a:fld id="{5A1B4C69-69FC-4DE3-9130-497A7C9ADE60}" type="slidenum">
              <a:rPr lang="en-US" smtClean="0"/>
              <a:t>5</a:t>
            </a:fld>
            <a:endParaRPr lang="en-US"/>
          </a:p>
        </p:txBody>
      </p:sp>
      <p:grpSp>
        <p:nvGrpSpPr>
          <p:cNvPr id="7" name="Group 6">
            <a:extLst>
              <a:ext uri="{FF2B5EF4-FFF2-40B4-BE49-F238E27FC236}">
                <a16:creationId xmlns:a16="http://schemas.microsoft.com/office/drawing/2014/main" id="{A6E854D0-BC94-5539-EFE6-646B5F437F35}"/>
              </a:ext>
            </a:extLst>
          </p:cNvPr>
          <p:cNvGrpSpPr/>
          <p:nvPr/>
        </p:nvGrpSpPr>
        <p:grpSpPr>
          <a:xfrm>
            <a:off x="7936654" y="2691702"/>
            <a:ext cx="334080" cy="244080"/>
            <a:chOff x="7936654" y="2691702"/>
            <a:chExt cx="334080" cy="244080"/>
          </a:xfrm>
        </p:grpSpPr>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4FB1897A-8119-BAB5-409D-9D2514DBB6CB}"/>
                    </a:ext>
                  </a:extLst>
                </p14:cNvPr>
                <p14:cNvContentPartPr/>
                <p14:nvPr/>
              </p14:nvContentPartPr>
              <p14:xfrm>
                <a:off x="7936654" y="2691702"/>
                <a:ext cx="317160" cy="244080"/>
              </p14:xfrm>
            </p:contentPart>
          </mc:Choice>
          <mc:Fallback>
            <p:pic>
              <p:nvPicPr>
                <p:cNvPr id="5" name="Ink 4">
                  <a:extLst>
                    <a:ext uri="{FF2B5EF4-FFF2-40B4-BE49-F238E27FC236}">
                      <a16:creationId xmlns:a16="http://schemas.microsoft.com/office/drawing/2014/main" id="{4FB1897A-8119-BAB5-409D-9D2514DBB6CB}"/>
                    </a:ext>
                  </a:extLst>
                </p:cNvPr>
                <p:cNvPicPr/>
                <p:nvPr/>
              </p:nvPicPr>
              <p:blipFill>
                <a:blip r:embed="rId3"/>
                <a:stretch>
                  <a:fillRect/>
                </a:stretch>
              </p:blipFill>
              <p:spPr>
                <a:xfrm>
                  <a:off x="7927654" y="2682702"/>
                  <a:ext cx="33480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A5B69A86-4CB2-D6D4-95FD-9C5A131866F9}"/>
                    </a:ext>
                  </a:extLst>
                </p14:cNvPr>
                <p14:cNvContentPartPr/>
                <p14:nvPr/>
              </p14:nvContentPartPr>
              <p14:xfrm>
                <a:off x="8038894" y="2782422"/>
                <a:ext cx="231840" cy="94680"/>
              </p14:xfrm>
            </p:contentPart>
          </mc:Choice>
          <mc:Fallback>
            <p:pic>
              <p:nvPicPr>
                <p:cNvPr id="6" name="Ink 5">
                  <a:extLst>
                    <a:ext uri="{FF2B5EF4-FFF2-40B4-BE49-F238E27FC236}">
                      <a16:creationId xmlns:a16="http://schemas.microsoft.com/office/drawing/2014/main" id="{A5B69A86-4CB2-D6D4-95FD-9C5A131866F9}"/>
                    </a:ext>
                  </a:extLst>
                </p:cNvPr>
                <p:cNvPicPr/>
                <p:nvPr/>
              </p:nvPicPr>
              <p:blipFill>
                <a:blip r:embed="rId5"/>
                <a:stretch>
                  <a:fillRect/>
                </a:stretch>
              </p:blipFill>
              <p:spPr>
                <a:xfrm>
                  <a:off x="8029894" y="2773422"/>
                  <a:ext cx="249480" cy="112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
            <p14:nvContentPartPr>
              <p14:cNvPr id="8" name="Ink 7">
                <a:extLst>
                  <a:ext uri="{FF2B5EF4-FFF2-40B4-BE49-F238E27FC236}">
                    <a16:creationId xmlns:a16="http://schemas.microsoft.com/office/drawing/2014/main" id="{7AF8754A-FE03-1DBD-05ED-CBD1E44FCDBA}"/>
                  </a:ext>
                </a:extLst>
              </p14:cNvPr>
              <p14:cNvContentPartPr/>
              <p14:nvPr/>
            </p14:nvContentPartPr>
            <p14:xfrm>
              <a:off x="7028014" y="3635982"/>
              <a:ext cx="1384200" cy="72720"/>
            </p14:xfrm>
          </p:contentPart>
        </mc:Choice>
        <mc:Fallback>
          <p:pic>
            <p:nvPicPr>
              <p:cNvPr id="8" name="Ink 7">
                <a:extLst>
                  <a:ext uri="{FF2B5EF4-FFF2-40B4-BE49-F238E27FC236}">
                    <a16:creationId xmlns:a16="http://schemas.microsoft.com/office/drawing/2014/main" id="{7AF8754A-FE03-1DBD-05ED-CBD1E44FCDBA}"/>
                  </a:ext>
                </a:extLst>
              </p:cNvPr>
              <p:cNvPicPr/>
              <p:nvPr/>
            </p:nvPicPr>
            <p:blipFill>
              <a:blip r:embed="rId7"/>
              <a:stretch>
                <a:fillRect/>
              </a:stretch>
            </p:blipFill>
            <p:spPr>
              <a:xfrm>
                <a:off x="7019014" y="3626982"/>
                <a:ext cx="1401840" cy="90360"/>
              </a:xfrm>
              <a:prstGeom prst="rect">
                <a:avLst/>
              </a:prstGeom>
            </p:spPr>
          </p:pic>
        </mc:Fallback>
      </mc:AlternateContent>
    </p:spTree>
    <p:extLst>
      <p:ext uri="{BB962C8B-B14F-4D97-AF65-F5344CB8AC3E}">
        <p14:creationId xmlns:p14="http://schemas.microsoft.com/office/powerpoint/2010/main" val="217040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12387B-EA26-8808-E68F-CFB991D25A63}"/>
              </a:ext>
            </a:extLst>
          </p:cNvPr>
          <p:cNvPicPr>
            <a:picLocks noChangeAspect="1"/>
          </p:cNvPicPr>
          <p:nvPr/>
        </p:nvPicPr>
        <p:blipFill>
          <a:blip r:embed="rId2"/>
          <a:stretch>
            <a:fillRect/>
          </a:stretch>
        </p:blipFill>
        <p:spPr>
          <a:xfrm>
            <a:off x="643467" y="866310"/>
            <a:ext cx="10905066" cy="5125378"/>
          </a:xfrm>
          <a:prstGeom prst="rect">
            <a:avLst/>
          </a:prstGeom>
        </p:spPr>
      </p:pic>
      <p:sp>
        <p:nvSpPr>
          <p:cNvPr id="2" name="Slide Number Placeholder 1">
            <a:extLst>
              <a:ext uri="{FF2B5EF4-FFF2-40B4-BE49-F238E27FC236}">
                <a16:creationId xmlns:a16="http://schemas.microsoft.com/office/drawing/2014/main" id="{CF0DCCA8-3F51-E32E-89A7-397E0BB2F4E6}"/>
              </a:ext>
            </a:extLst>
          </p:cNvPr>
          <p:cNvSpPr>
            <a:spLocks noGrp="1"/>
          </p:cNvSpPr>
          <p:nvPr>
            <p:ph type="sldNum" sz="quarter" idx="12"/>
          </p:nvPr>
        </p:nvSpPr>
        <p:spPr>
          <a:xfrm>
            <a:off x="8610600" y="6356350"/>
            <a:ext cx="2743200" cy="365125"/>
          </a:xfrm>
        </p:spPr>
        <p:txBody>
          <a:bodyPr>
            <a:normAutofit/>
          </a:bodyPr>
          <a:lstStyle/>
          <a:p>
            <a:pPr>
              <a:spcAft>
                <a:spcPts val="600"/>
              </a:spcAft>
            </a:pPr>
            <a:fld id="{273A85BE-9DD1-40FA-B588-5DB3D2EB661C}" type="slidenum">
              <a:rPr lang="en-US" smtClean="0"/>
              <a:pPr>
                <a:spcAft>
                  <a:spcPts val="600"/>
                </a:spcAft>
              </a:pPr>
              <a:t>6</a:t>
            </a:fld>
            <a:endParaRPr lang="en-US"/>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BB631A01-AE20-F426-BBC3-AB2AF11F1168}"/>
                  </a:ext>
                </a:extLst>
              </p14:cNvPr>
              <p14:cNvContentPartPr/>
              <p14:nvPr/>
            </p14:nvContentPartPr>
            <p14:xfrm>
              <a:off x="2407774" y="3691422"/>
              <a:ext cx="489960" cy="67320"/>
            </p14:xfrm>
          </p:contentPart>
        </mc:Choice>
        <mc:Fallback>
          <p:pic>
            <p:nvPicPr>
              <p:cNvPr id="4" name="Ink 3">
                <a:extLst>
                  <a:ext uri="{FF2B5EF4-FFF2-40B4-BE49-F238E27FC236}">
                    <a16:creationId xmlns:a16="http://schemas.microsoft.com/office/drawing/2014/main" id="{BB631A01-AE20-F426-BBC3-AB2AF11F1168}"/>
                  </a:ext>
                </a:extLst>
              </p:cNvPr>
              <p:cNvPicPr/>
              <p:nvPr/>
            </p:nvPicPr>
            <p:blipFill>
              <a:blip r:embed="rId4"/>
              <a:stretch>
                <a:fillRect/>
              </a:stretch>
            </p:blipFill>
            <p:spPr>
              <a:xfrm>
                <a:off x="2398774" y="3682422"/>
                <a:ext cx="50760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0DCDC457-18C0-EE1E-DEF9-A02DA4A12CC5}"/>
                  </a:ext>
                </a:extLst>
              </p14:cNvPr>
              <p14:cNvContentPartPr/>
              <p14:nvPr/>
            </p14:nvContentPartPr>
            <p14:xfrm>
              <a:off x="3107614" y="4277502"/>
              <a:ext cx="891360" cy="78120"/>
            </p14:xfrm>
          </p:contentPart>
        </mc:Choice>
        <mc:Fallback>
          <p:pic>
            <p:nvPicPr>
              <p:cNvPr id="5" name="Ink 4">
                <a:extLst>
                  <a:ext uri="{FF2B5EF4-FFF2-40B4-BE49-F238E27FC236}">
                    <a16:creationId xmlns:a16="http://schemas.microsoft.com/office/drawing/2014/main" id="{0DCDC457-18C0-EE1E-DEF9-A02DA4A12CC5}"/>
                  </a:ext>
                </a:extLst>
              </p:cNvPr>
              <p:cNvPicPr/>
              <p:nvPr/>
            </p:nvPicPr>
            <p:blipFill>
              <a:blip r:embed="rId6"/>
              <a:stretch>
                <a:fillRect/>
              </a:stretch>
            </p:blipFill>
            <p:spPr>
              <a:xfrm>
                <a:off x="3098614" y="4268502"/>
                <a:ext cx="909000" cy="957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F701FC2C-099C-14B1-856B-1E7C626C2F94}"/>
                  </a:ext>
                </a:extLst>
              </p14:cNvPr>
              <p14:cNvContentPartPr/>
              <p14:nvPr/>
            </p14:nvContentPartPr>
            <p14:xfrm>
              <a:off x="3356014" y="4544982"/>
              <a:ext cx="1132560" cy="93240"/>
            </p14:xfrm>
          </p:contentPart>
        </mc:Choice>
        <mc:Fallback>
          <p:pic>
            <p:nvPicPr>
              <p:cNvPr id="6" name="Ink 5">
                <a:extLst>
                  <a:ext uri="{FF2B5EF4-FFF2-40B4-BE49-F238E27FC236}">
                    <a16:creationId xmlns:a16="http://schemas.microsoft.com/office/drawing/2014/main" id="{F701FC2C-099C-14B1-856B-1E7C626C2F94}"/>
                  </a:ext>
                </a:extLst>
              </p:cNvPr>
              <p:cNvPicPr/>
              <p:nvPr/>
            </p:nvPicPr>
            <p:blipFill>
              <a:blip r:embed="rId8"/>
              <a:stretch>
                <a:fillRect/>
              </a:stretch>
            </p:blipFill>
            <p:spPr>
              <a:xfrm>
                <a:off x="3347017" y="4535982"/>
                <a:ext cx="1150194"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ED86F648-5101-F27D-D7FF-7C61705E811D}"/>
                  </a:ext>
                </a:extLst>
              </p14:cNvPr>
              <p14:cNvContentPartPr/>
              <p14:nvPr/>
            </p14:nvContentPartPr>
            <p14:xfrm>
              <a:off x="2816734" y="5191182"/>
              <a:ext cx="820440" cy="70200"/>
            </p14:xfrm>
          </p:contentPart>
        </mc:Choice>
        <mc:Fallback>
          <p:pic>
            <p:nvPicPr>
              <p:cNvPr id="7" name="Ink 6">
                <a:extLst>
                  <a:ext uri="{FF2B5EF4-FFF2-40B4-BE49-F238E27FC236}">
                    <a16:creationId xmlns:a16="http://schemas.microsoft.com/office/drawing/2014/main" id="{ED86F648-5101-F27D-D7FF-7C61705E811D}"/>
                  </a:ext>
                </a:extLst>
              </p:cNvPr>
              <p:cNvPicPr/>
              <p:nvPr/>
            </p:nvPicPr>
            <p:blipFill>
              <a:blip r:embed="rId10"/>
              <a:stretch>
                <a:fillRect/>
              </a:stretch>
            </p:blipFill>
            <p:spPr>
              <a:xfrm>
                <a:off x="2807734" y="5182182"/>
                <a:ext cx="838080" cy="87840"/>
              </a:xfrm>
              <a:prstGeom prst="rect">
                <a:avLst/>
              </a:prstGeom>
            </p:spPr>
          </p:pic>
        </mc:Fallback>
      </mc:AlternateContent>
      <p:grpSp>
        <p:nvGrpSpPr>
          <p:cNvPr id="10" name="Group 9">
            <a:extLst>
              <a:ext uri="{FF2B5EF4-FFF2-40B4-BE49-F238E27FC236}">
                <a16:creationId xmlns:a16="http://schemas.microsoft.com/office/drawing/2014/main" id="{797383EB-BEB5-6787-7005-337D78F02682}"/>
              </a:ext>
            </a:extLst>
          </p:cNvPr>
          <p:cNvGrpSpPr/>
          <p:nvPr/>
        </p:nvGrpSpPr>
        <p:grpSpPr>
          <a:xfrm>
            <a:off x="6571534" y="3958182"/>
            <a:ext cx="284400" cy="190440"/>
            <a:chOff x="6571534" y="3958182"/>
            <a:chExt cx="284400" cy="190440"/>
          </a:xfrm>
        </p:grpSpPr>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EACE9C7C-7ED5-C3B6-E1FF-26BA6CEBEAE1}"/>
                    </a:ext>
                  </a:extLst>
                </p14:cNvPr>
                <p14:cNvContentPartPr/>
                <p14:nvPr/>
              </p14:nvContentPartPr>
              <p14:xfrm>
                <a:off x="6571534" y="3958182"/>
                <a:ext cx="284400" cy="172440"/>
              </p14:xfrm>
            </p:contentPart>
          </mc:Choice>
          <mc:Fallback>
            <p:pic>
              <p:nvPicPr>
                <p:cNvPr id="8" name="Ink 7">
                  <a:extLst>
                    <a:ext uri="{FF2B5EF4-FFF2-40B4-BE49-F238E27FC236}">
                      <a16:creationId xmlns:a16="http://schemas.microsoft.com/office/drawing/2014/main" id="{EACE9C7C-7ED5-C3B6-E1FF-26BA6CEBEAE1}"/>
                    </a:ext>
                  </a:extLst>
                </p:cNvPr>
                <p:cNvPicPr/>
                <p:nvPr/>
              </p:nvPicPr>
              <p:blipFill>
                <a:blip r:embed="rId12"/>
                <a:stretch>
                  <a:fillRect/>
                </a:stretch>
              </p:blipFill>
              <p:spPr>
                <a:xfrm>
                  <a:off x="6562534" y="3949182"/>
                  <a:ext cx="302040" cy="1900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079CC35D-E553-3562-F4E4-A608C5239E5E}"/>
                    </a:ext>
                  </a:extLst>
                </p14:cNvPr>
                <p14:cNvContentPartPr/>
                <p14:nvPr/>
              </p14:nvContentPartPr>
              <p14:xfrm>
                <a:off x="6572974" y="4040982"/>
                <a:ext cx="73800" cy="107640"/>
              </p14:xfrm>
            </p:contentPart>
          </mc:Choice>
          <mc:Fallback>
            <p:pic>
              <p:nvPicPr>
                <p:cNvPr id="9" name="Ink 8">
                  <a:extLst>
                    <a:ext uri="{FF2B5EF4-FFF2-40B4-BE49-F238E27FC236}">
                      <a16:creationId xmlns:a16="http://schemas.microsoft.com/office/drawing/2014/main" id="{079CC35D-E553-3562-F4E4-A608C5239E5E}"/>
                    </a:ext>
                  </a:extLst>
                </p:cNvPr>
                <p:cNvPicPr/>
                <p:nvPr/>
              </p:nvPicPr>
              <p:blipFill>
                <a:blip r:embed="rId14"/>
                <a:stretch>
                  <a:fillRect/>
                </a:stretch>
              </p:blipFill>
              <p:spPr>
                <a:xfrm>
                  <a:off x="6564018" y="4031982"/>
                  <a:ext cx="91354" cy="125280"/>
                </a:xfrm>
                <a:prstGeom prst="rect">
                  <a:avLst/>
                </a:prstGeom>
              </p:spPr>
            </p:pic>
          </mc:Fallback>
        </mc:AlternateContent>
      </p:grpSp>
      <p:grpSp>
        <p:nvGrpSpPr>
          <p:cNvPr id="13" name="Group 12">
            <a:extLst>
              <a:ext uri="{FF2B5EF4-FFF2-40B4-BE49-F238E27FC236}">
                <a16:creationId xmlns:a16="http://schemas.microsoft.com/office/drawing/2014/main" id="{AC75D211-CD0A-4D27-0573-0CD4188B248E}"/>
              </a:ext>
            </a:extLst>
          </p:cNvPr>
          <p:cNvGrpSpPr/>
          <p:nvPr/>
        </p:nvGrpSpPr>
        <p:grpSpPr>
          <a:xfrm>
            <a:off x="9757174" y="4214862"/>
            <a:ext cx="441360" cy="210960"/>
            <a:chOff x="9757174" y="4214862"/>
            <a:chExt cx="441360" cy="210960"/>
          </a:xfrm>
        </p:grpSpPr>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216C0BFB-CE64-6EC2-0C37-FF941ABE8AEF}"/>
                    </a:ext>
                  </a:extLst>
                </p14:cNvPr>
                <p14:cNvContentPartPr/>
                <p14:nvPr/>
              </p14:nvContentPartPr>
              <p14:xfrm>
                <a:off x="9762574" y="4214862"/>
                <a:ext cx="435960" cy="183240"/>
              </p14:xfrm>
            </p:contentPart>
          </mc:Choice>
          <mc:Fallback>
            <p:pic>
              <p:nvPicPr>
                <p:cNvPr id="11" name="Ink 10">
                  <a:extLst>
                    <a:ext uri="{FF2B5EF4-FFF2-40B4-BE49-F238E27FC236}">
                      <a16:creationId xmlns:a16="http://schemas.microsoft.com/office/drawing/2014/main" id="{216C0BFB-CE64-6EC2-0C37-FF941ABE8AEF}"/>
                    </a:ext>
                  </a:extLst>
                </p:cNvPr>
                <p:cNvPicPr/>
                <p:nvPr/>
              </p:nvPicPr>
              <p:blipFill>
                <a:blip r:embed="rId16"/>
                <a:stretch>
                  <a:fillRect/>
                </a:stretch>
              </p:blipFill>
              <p:spPr>
                <a:xfrm>
                  <a:off x="9753574" y="4205844"/>
                  <a:ext cx="453600" cy="200915"/>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349C43C3-D178-6877-4444-B8E88D570AE3}"/>
                    </a:ext>
                  </a:extLst>
                </p14:cNvPr>
                <p14:cNvContentPartPr/>
                <p14:nvPr/>
              </p14:nvContentPartPr>
              <p14:xfrm>
                <a:off x="9757174" y="4339062"/>
                <a:ext cx="102960" cy="86760"/>
              </p14:xfrm>
            </p:contentPart>
          </mc:Choice>
          <mc:Fallback>
            <p:pic>
              <p:nvPicPr>
                <p:cNvPr id="12" name="Ink 11">
                  <a:extLst>
                    <a:ext uri="{FF2B5EF4-FFF2-40B4-BE49-F238E27FC236}">
                      <a16:creationId xmlns:a16="http://schemas.microsoft.com/office/drawing/2014/main" id="{349C43C3-D178-6877-4444-B8E88D570AE3}"/>
                    </a:ext>
                  </a:extLst>
                </p:cNvPr>
                <p:cNvPicPr/>
                <p:nvPr/>
              </p:nvPicPr>
              <p:blipFill>
                <a:blip r:embed="rId18"/>
                <a:stretch>
                  <a:fillRect/>
                </a:stretch>
              </p:blipFill>
              <p:spPr>
                <a:xfrm>
                  <a:off x="9748174" y="4330099"/>
                  <a:ext cx="120600" cy="104327"/>
                </a:xfrm>
                <a:prstGeom prst="rect">
                  <a:avLst/>
                </a:prstGeom>
              </p:spPr>
            </p:pic>
          </mc:Fallback>
        </mc:AlternateContent>
      </p:grpSp>
      <p:grpSp>
        <p:nvGrpSpPr>
          <p:cNvPr id="16" name="Group 15">
            <a:extLst>
              <a:ext uri="{FF2B5EF4-FFF2-40B4-BE49-F238E27FC236}">
                <a16:creationId xmlns:a16="http://schemas.microsoft.com/office/drawing/2014/main" id="{C5BEF0CF-27C4-E204-EC7D-AEFFB2BF60EF}"/>
              </a:ext>
            </a:extLst>
          </p:cNvPr>
          <p:cNvGrpSpPr/>
          <p:nvPr/>
        </p:nvGrpSpPr>
        <p:grpSpPr>
          <a:xfrm>
            <a:off x="7159774" y="4914702"/>
            <a:ext cx="601200" cy="140400"/>
            <a:chOff x="7159774" y="4914702"/>
            <a:chExt cx="601200" cy="140400"/>
          </a:xfrm>
        </p:grpSpPr>
        <mc:AlternateContent xmlns:mc="http://schemas.openxmlformats.org/markup-compatibility/2006">
          <mc:Choice xmlns:p14="http://schemas.microsoft.com/office/powerpoint/2010/main" Requires="p14">
            <p:contentPart p14:bwMode="auto" r:id="rId19">
              <p14:nvContentPartPr>
                <p14:cNvPr id="14" name="Ink 13">
                  <a:extLst>
                    <a:ext uri="{FF2B5EF4-FFF2-40B4-BE49-F238E27FC236}">
                      <a16:creationId xmlns:a16="http://schemas.microsoft.com/office/drawing/2014/main" id="{0F537E4E-92F4-AE7B-2BB4-83FD3000DB05}"/>
                    </a:ext>
                  </a:extLst>
                </p14:cNvPr>
                <p14:cNvContentPartPr/>
                <p14:nvPr/>
              </p14:nvContentPartPr>
              <p14:xfrm>
                <a:off x="7289014" y="4914702"/>
                <a:ext cx="471960" cy="113760"/>
              </p14:xfrm>
            </p:contentPart>
          </mc:Choice>
          <mc:Fallback>
            <p:pic>
              <p:nvPicPr>
                <p:cNvPr id="14" name="Ink 13">
                  <a:extLst>
                    <a:ext uri="{FF2B5EF4-FFF2-40B4-BE49-F238E27FC236}">
                      <a16:creationId xmlns:a16="http://schemas.microsoft.com/office/drawing/2014/main" id="{0F537E4E-92F4-AE7B-2BB4-83FD3000DB05}"/>
                    </a:ext>
                  </a:extLst>
                </p:cNvPr>
                <p:cNvPicPr/>
                <p:nvPr/>
              </p:nvPicPr>
              <p:blipFill>
                <a:blip r:embed="rId20"/>
                <a:stretch>
                  <a:fillRect/>
                </a:stretch>
              </p:blipFill>
              <p:spPr>
                <a:xfrm>
                  <a:off x="7280014" y="4905702"/>
                  <a:ext cx="489600" cy="1314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9E4D54C5-DD4F-FF5A-5A2E-6B17B9F47A06}"/>
                    </a:ext>
                  </a:extLst>
                </p14:cNvPr>
                <p14:cNvContentPartPr/>
                <p14:nvPr/>
              </p14:nvContentPartPr>
              <p14:xfrm>
                <a:off x="7159774" y="4993902"/>
                <a:ext cx="134640" cy="61200"/>
              </p14:xfrm>
            </p:contentPart>
          </mc:Choice>
          <mc:Fallback>
            <p:pic>
              <p:nvPicPr>
                <p:cNvPr id="15" name="Ink 14">
                  <a:extLst>
                    <a:ext uri="{FF2B5EF4-FFF2-40B4-BE49-F238E27FC236}">
                      <a16:creationId xmlns:a16="http://schemas.microsoft.com/office/drawing/2014/main" id="{9E4D54C5-DD4F-FF5A-5A2E-6B17B9F47A06}"/>
                    </a:ext>
                  </a:extLst>
                </p:cNvPr>
                <p:cNvPicPr/>
                <p:nvPr/>
              </p:nvPicPr>
              <p:blipFill>
                <a:blip r:embed="rId22"/>
                <a:stretch>
                  <a:fillRect/>
                </a:stretch>
              </p:blipFill>
              <p:spPr>
                <a:xfrm>
                  <a:off x="7150774" y="4984902"/>
                  <a:ext cx="152280" cy="78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3">
            <p14:nvContentPartPr>
              <p14:cNvPr id="17" name="Ink 16">
                <a:extLst>
                  <a:ext uri="{FF2B5EF4-FFF2-40B4-BE49-F238E27FC236}">
                    <a16:creationId xmlns:a16="http://schemas.microsoft.com/office/drawing/2014/main" id="{E4C55724-22BB-4644-4C5D-7C152F145814}"/>
                  </a:ext>
                </a:extLst>
              </p14:cNvPr>
              <p14:cNvContentPartPr/>
              <p14:nvPr/>
            </p14:nvContentPartPr>
            <p14:xfrm>
              <a:off x="3071974" y="4094622"/>
              <a:ext cx="873720" cy="104040"/>
            </p14:xfrm>
          </p:contentPart>
        </mc:Choice>
        <mc:Fallback>
          <p:pic>
            <p:nvPicPr>
              <p:cNvPr id="17" name="Ink 16">
                <a:extLst>
                  <a:ext uri="{FF2B5EF4-FFF2-40B4-BE49-F238E27FC236}">
                    <a16:creationId xmlns:a16="http://schemas.microsoft.com/office/drawing/2014/main" id="{E4C55724-22BB-4644-4C5D-7C152F145814}"/>
                  </a:ext>
                </a:extLst>
              </p:cNvPr>
              <p:cNvPicPr/>
              <p:nvPr/>
            </p:nvPicPr>
            <p:blipFill>
              <a:blip r:embed="rId24"/>
              <a:stretch>
                <a:fillRect/>
              </a:stretch>
            </p:blipFill>
            <p:spPr>
              <a:xfrm>
                <a:off x="3017974" y="3986622"/>
                <a:ext cx="981360" cy="3196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8" name="Ink 17">
                <a:extLst>
                  <a:ext uri="{FF2B5EF4-FFF2-40B4-BE49-F238E27FC236}">
                    <a16:creationId xmlns:a16="http://schemas.microsoft.com/office/drawing/2014/main" id="{8C7CDF4E-059B-E821-DE35-075716691561}"/>
                  </a:ext>
                </a:extLst>
              </p14:cNvPr>
              <p14:cNvContentPartPr/>
              <p14:nvPr/>
            </p14:nvContentPartPr>
            <p14:xfrm>
              <a:off x="3277534" y="4388742"/>
              <a:ext cx="1292400" cy="88560"/>
            </p14:xfrm>
          </p:contentPart>
        </mc:Choice>
        <mc:Fallback>
          <p:pic>
            <p:nvPicPr>
              <p:cNvPr id="18" name="Ink 17">
                <a:extLst>
                  <a:ext uri="{FF2B5EF4-FFF2-40B4-BE49-F238E27FC236}">
                    <a16:creationId xmlns:a16="http://schemas.microsoft.com/office/drawing/2014/main" id="{8C7CDF4E-059B-E821-DE35-075716691561}"/>
                  </a:ext>
                </a:extLst>
              </p:cNvPr>
              <p:cNvPicPr/>
              <p:nvPr/>
            </p:nvPicPr>
            <p:blipFill>
              <a:blip r:embed="rId26"/>
              <a:stretch>
                <a:fillRect/>
              </a:stretch>
            </p:blipFill>
            <p:spPr>
              <a:xfrm>
                <a:off x="3223534" y="4280742"/>
                <a:ext cx="1400040" cy="3042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9" name="Ink 18">
                <a:extLst>
                  <a:ext uri="{FF2B5EF4-FFF2-40B4-BE49-F238E27FC236}">
                    <a16:creationId xmlns:a16="http://schemas.microsoft.com/office/drawing/2014/main" id="{CC047B24-956A-B0B2-A362-3E63B67B85CC}"/>
                  </a:ext>
                </a:extLst>
              </p14:cNvPr>
              <p14:cNvContentPartPr/>
              <p14:nvPr/>
            </p14:nvContentPartPr>
            <p14:xfrm>
              <a:off x="2720974" y="4979502"/>
              <a:ext cx="950760" cy="80280"/>
            </p14:xfrm>
          </p:contentPart>
        </mc:Choice>
        <mc:Fallback>
          <p:pic>
            <p:nvPicPr>
              <p:cNvPr id="19" name="Ink 18">
                <a:extLst>
                  <a:ext uri="{FF2B5EF4-FFF2-40B4-BE49-F238E27FC236}">
                    <a16:creationId xmlns:a16="http://schemas.microsoft.com/office/drawing/2014/main" id="{CC047B24-956A-B0B2-A362-3E63B67B85CC}"/>
                  </a:ext>
                </a:extLst>
              </p:cNvPr>
              <p:cNvPicPr/>
              <p:nvPr/>
            </p:nvPicPr>
            <p:blipFill>
              <a:blip r:embed="rId28"/>
              <a:stretch>
                <a:fillRect/>
              </a:stretch>
            </p:blipFill>
            <p:spPr>
              <a:xfrm>
                <a:off x="2666974" y="4871502"/>
                <a:ext cx="1058400" cy="295920"/>
              </a:xfrm>
              <a:prstGeom prst="rect">
                <a:avLst/>
              </a:prstGeom>
            </p:spPr>
          </p:pic>
        </mc:Fallback>
      </mc:AlternateContent>
    </p:spTree>
    <p:extLst>
      <p:ext uri="{BB962C8B-B14F-4D97-AF65-F5344CB8AC3E}">
        <p14:creationId xmlns:p14="http://schemas.microsoft.com/office/powerpoint/2010/main" val="3073370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7B1C-F1DB-4566-A222-CA65EE0460B6}"/>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Genetic Algorithms: Selection</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72A63990-3C01-46AA-B65E-D435FE311225}"/>
              </a:ext>
            </a:extLst>
          </p:cNvPr>
          <p:cNvSpPr>
            <a:spLocks noGrp="1"/>
          </p:cNvSpPr>
          <p:nvPr>
            <p:ph type="body"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Determining which individuals pass their genetic information on to the next generation</a:t>
            </a:r>
            <a:endParaRPr lang="en-US">
              <a:latin typeface="TeXGyrePagella-Italic" panose="02000603020200000004" pitchFamily="50" charset="0"/>
              <a:ea typeface="TeXGyrePagella-Italic" panose="02000603020200000004" pitchFamily="50" charset="0"/>
              <a:cs typeface="TeXGyrePagella-Italic" panose="02000603020200000004" pitchFamily="50" charset="0"/>
            </a:endParaRPr>
          </a:p>
          <a:p>
            <a:r>
              <a:rPr lang="en-US">
                <a:latin typeface="TeXGyrePagella-Italic" panose="02000603020200000004" pitchFamily="50" charset="0"/>
                <a:ea typeface="TeXGyrePagella-Italic" panose="02000603020200000004" pitchFamily="50" charset="0"/>
                <a:cs typeface="TeXGyrePagella-Italic" panose="02000603020200000004" pitchFamily="50" charset="0"/>
              </a:rPr>
              <a:t>Truncation selection</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truncate the lowest performers</a:t>
            </a:r>
          </a:p>
          <a:p>
            <a:r>
              <a:rPr lang="en-US">
                <a:latin typeface="TeXGyrePagella-Italic" panose="02000603020200000004" pitchFamily="50" charset="0"/>
                <a:ea typeface="TeXGyrePagella-Italic" panose="02000603020200000004" pitchFamily="50" charset="0"/>
                <a:cs typeface="TeXGyrePagella-Italic" panose="02000603020200000004" pitchFamily="50" charset="0"/>
              </a:rPr>
              <a:t>Tournament selection</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selects fittest out of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k</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randomly chosen individuals</a:t>
            </a:r>
          </a:p>
          <a:p>
            <a:r>
              <a:rPr lang="en-US">
                <a:latin typeface="TeXGyrePagella-Italic" panose="02000603020200000004" pitchFamily="50" charset="0"/>
                <a:ea typeface="TeXGyrePagella-Italic" panose="02000603020200000004" pitchFamily="50" charset="0"/>
                <a:cs typeface="TeXGyrePagella-Italic" panose="02000603020200000004" pitchFamily="50" charset="0"/>
              </a:rPr>
              <a:t>Roulette Wheel selection</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individuals are chosen with probability proportional to their fitness </a:t>
            </a:r>
          </a:p>
        </p:txBody>
      </p:sp>
      <p:sp>
        <p:nvSpPr>
          <p:cNvPr id="4" name="Slide Number Placeholder 3">
            <a:extLst>
              <a:ext uri="{FF2B5EF4-FFF2-40B4-BE49-F238E27FC236}">
                <a16:creationId xmlns:a16="http://schemas.microsoft.com/office/drawing/2014/main" id="{ED534D39-3198-4531-B483-B5B7BFEDB9EE}"/>
              </a:ext>
            </a:extLst>
          </p:cNvPr>
          <p:cNvSpPr>
            <a:spLocks noGrp="1"/>
          </p:cNvSpPr>
          <p:nvPr>
            <p:ph type="sldNum" sz="quarter" idx="12"/>
          </p:nvPr>
        </p:nvSpPr>
        <p:spPr/>
        <p:txBody>
          <a:bodyPr/>
          <a:lstStyle/>
          <a:p>
            <a:fld id="{5A1B4C69-69FC-4DE3-9130-497A7C9ADE60}" type="slidenum">
              <a:rPr lang="en-US" smtClean="0"/>
              <a:t>7</a:t>
            </a:fld>
            <a:endParaRPr lang="en-US"/>
          </a:p>
        </p:txBody>
      </p:sp>
      <p:grpSp>
        <p:nvGrpSpPr>
          <p:cNvPr id="13" name="Group 12">
            <a:extLst>
              <a:ext uri="{FF2B5EF4-FFF2-40B4-BE49-F238E27FC236}">
                <a16:creationId xmlns:a16="http://schemas.microsoft.com/office/drawing/2014/main" id="{5B44668A-EEF6-7AE1-66F0-C85831D475B4}"/>
              </a:ext>
            </a:extLst>
          </p:cNvPr>
          <p:cNvGrpSpPr/>
          <p:nvPr/>
        </p:nvGrpSpPr>
        <p:grpSpPr>
          <a:xfrm>
            <a:off x="485734" y="4507542"/>
            <a:ext cx="444600" cy="181800"/>
            <a:chOff x="485734" y="4507542"/>
            <a:chExt cx="444600" cy="181800"/>
          </a:xfrm>
        </p:grpSpPr>
        <mc:AlternateContent xmlns:mc="http://schemas.openxmlformats.org/markup-compatibility/2006">
          <mc:Choice xmlns:p14="http://schemas.microsoft.com/office/powerpoint/2010/main" Requires="p14">
            <p:contentPart p14:bwMode="auto" r:id="rId2">
              <p14:nvContentPartPr>
                <p14:cNvPr id="11" name="Ink 10">
                  <a:extLst>
                    <a:ext uri="{FF2B5EF4-FFF2-40B4-BE49-F238E27FC236}">
                      <a16:creationId xmlns:a16="http://schemas.microsoft.com/office/drawing/2014/main" id="{4914E9A5-62A9-654B-1C83-2AC546BB4B2F}"/>
                    </a:ext>
                  </a:extLst>
                </p14:cNvPr>
                <p14:cNvContentPartPr/>
                <p14:nvPr/>
              </p14:nvContentPartPr>
              <p14:xfrm>
                <a:off x="485734" y="4596822"/>
                <a:ext cx="333360" cy="17280"/>
              </p14:xfrm>
            </p:contentPart>
          </mc:Choice>
          <mc:Fallback>
            <p:pic>
              <p:nvPicPr>
                <p:cNvPr id="11" name="Ink 10">
                  <a:extLst>
                    <a:ext uri="{FF2B5EF4-FFF2-40B4-BE49-F238E27FC236}">
                      <a16:creationId xmlns:a16="http://schemas.microsoft.com/office/drawing/2014/main" id="{4914E9A5-62A9-654B-1C83-2AC546BB4B2F}"/>
                    </a:ext>
                  </a:extLst>
                </p:cNvPr>
                <p:cNvPicPr/>
                <p:nvPr/>
              </p:nvPicPr>
              <p:blipFill>
                <a:blip r:embed="rId3"/>
                <a:stretch>
                  <a:fillRect/>
                </a:stretch>
              </p:blipFill>
              <p:spPr>
                <a:xfrm>
                  <a:off x="467734" y="4579189"/>
                  <a:ext cx="369000" cy="52193"/>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2" name="Ink 11">
                  <a:extLst>
                    <a:ext uri="{FF2B5EF4-FFF2-40B4-BE49-F238E27FC236}">
                      <a16:creationId xmlns:a16="http://schemas.microsoft.com/office/drawing/2014/main" id="{170BC5C8-CFD3-2534-65E0-9723D0CB997D}"/>
                    </a:ext>
                  </a:extLst>
                </p14:cNvPr>
                <p14:cNvContentPartPr/>
                <p14:nvPr/>
              </p14:nvContentPartPr>
              <p14:xfrm>
                <a:off x="713974" y="4507542"/>
                <a:ext cx="216360" cy="181800"/>
              </p14:xfrm>
            </p:contentPart>
          </mc:Choice>
          <mc:Fallback>
            <p:pic>
              <p:nvPicPr>
                <p:cNvPr id="12" name="Ink 11">
                  <a:extLst>
                    <a:ext uri="{FF2B5EF4-FFF2-40B4-BE49-F238E27FC236}">
                      <a16:creationId xmlns:a16="http://schemas.microsoft.com/office/drawing/2014/main" id="{170BC5C8-CFD3-2534-65E0-9723D0CB997D}"/>
                    </a:ext>
                  </a:extLst>
                </p:cNvPr>
                <p:cNvPicPr/>
                <p:nvPr/>
              </p:nvPicPr>
              <p:blipFill>
                <a:blip r:embed="rId5"/>
                <a:stretch>
                  <a:fillRect/>
                </a:stretch>
              </p:blipFill>
              <p:spPr>
                <a:xfrm>
                  <a:off x="695974" y="4489542"/>
                  <a:ext cx="252000" cy="217440"/>
                </a:xfrm>
                <a:prstGeom prst="rect">
                  <a:avLst/>
                </a:prstGeom>
              </p:spPr>
            </p:pic>
          </mc:Fallback>
        </mc:AlternateContent>
      </p:grpSp>
      <p:grpSp>
        <p:nvGrpSpPr>
          <p:cNvPr id="15" name="Group 14">
            <a:extLst>
              <a:ext uri="{FF2B5EF4-FFF2-40B4-BE49-F238E27FC236}">
                <a16:creationId xmlns:a16="http://schemas.microsoft.com/office/drawing/2014/main" id="{2E125490-5CF1-E12E-B335-0486F31C296C}"/>
              </a:ext>
            </a:extLst>
          </p:cNvPr>
          <p:cNvGrpSpPr/>
          <p:nvPr/>
        </p:nvGrpSpPr>
        <p:grpSpPr>
          <a:xfrm>
            <a:off x="359374" y="3010662"/>
            <a:ext cx="4186800" cy="1057320"/>
            <a:chOff x="359374" y="3010662"/>
            <a:chExt cx="4186800" cy="1057320"/>
          </a:xfrm>
        </p:grpSpPr>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DE8B8D52-0349-0373-5CC2-B7549924FD6E}"/>
                    </a:ext>
                  </a:extLst>
                </p14:cNvPr>
                <p14:cNvContentPartPr/>
                <p14:nvPr/>
              </p14:nvContentPartPr>
              <p14:xfrm>
                <a:off x="359374" y="3075462"/>
                <a:ext cx="273600" cy="19800"/>
              </p14:xfrm>
            </p:contentPart>
          </mc:Choice>
          <mc:Fallback>
            <p:pic>
              <p:nvPicPr>
                <p:cNvPr id="5" name="Ink 4">
                  <a:extLst>
                    <a:ext uri="{FF2B5EF4-FFF2-40B4-BE49-F238E27FC236}">
                      <a16:creationId xmlns:a16="http://schemas.microsoft.com/office/drawing/2014/main" id="{DE8B8D52-0349-0373-5CC2-B7549924FD6E}"/>
                    </a:ext>
                  </a:extLst>
                </p:cNvPr>
                <p:cNvPicPr/>
                <p:nvPr/>
              </p:nvPicPr>
              <p:blipFill>
                <a:blip r:embed="rId7"/>
                <a:stretch>
                  <a:fillRect/>
                </a:stretch>
              </p:blipFill>
              <p:spPr>
                <a:xfrm>
                  <a:off x="341374" y="3057462"/>
                  <a:ext cx="309240" cy="554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38528993-F681-27F4-92F8-FEB53EB903DE}"/>
                    </a:ext>
                  </a:extLst>
                </p14:cNvPr>
                <p14:cNvContentPartPr/>
                <p14:nvPr/>
              </p14:nvContentPartPr>
              <p14:xfrm>
                <a:off x="596974" y="3010662"/>
                <a:ext cx="147600" cy="157680"/>
              </p14:xfrm>
            </p:contentPart>
          </mc:Choice>
          <mc:Fallback>
            <p:pic>
              <p:nvPicPr>
                <p:cNvPr id="6" name="Ink 5">
                  <a:extLst>
                    <a:ext uri="{FF2B5EF4-FFF2-40B4-BE49-F238E27FC236}">
                      <a16:creationId xmlns:a16="http://schemas.microsoft.com/office/drawing/2014/main" id="{38528993-F681-27F4-92F8-FEB53EB903DE}"/>
                    </a:ext>
                  </a:extLst>
                </p:cNvPr>
                <p:cNvPicPr/>
                <p:nvPr/>
              </p:nvPicPr>
              <p:blipFill>
                <a:blip r:embed="rId9"/>
                <a:stretch>
                  <a:fillRect/>
                </a:stretch>
              </p:blipFill>
              <p:spPr>
                <a:xfrm>
                  <a:off x="578974" y="2992703"/>
                  <a:ext cx="183240" cy="193239"/>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56313342-F29C-C615-12DC-617391C1623E}"/>
                    </a:ext>
                  </a:extLst>
                </p14:cNvPr>
                <p14:cNvContentPartPr/>
                <p14:nvPr/>
              </p14:nvContentPartPr>
              <p14:xfrm>
                <a:off x="562414" y="3648582"/>
                <a:ext cx="210240" cy="7200"/>
              </p14:xfrm>
            </p:contentPart>
          </mc:Choice>
          <mc:Fallback>
            <p:pic>
              <p:nvPicPr>
                <p:cNvPr id="8" name="Ink 7">
                  <a:extLst>
                    <a:ext uri="{FF2B5EF4-FFF2-40B4-BE49-F238E27FC236}">
                      <a16:creationId xmlns:a16="http://schemas.microsoft.com/office/drawing/2014/main" id="{56313342-F29C-C615-12DC-617391C1623E}"/>
                    </a:ext>
                  </a:extLst>
                </p:cNvPr>
                <p:cNvPicPr/>
                <p:nvPr/>
              </p:nvPicPr>
              <p:blipFill>
                <a:blip r:embed="rId11"/>
                <a:stretch>
                  <a:fillRect/>
                </a:stretch>
              </p:blipFill>
              <p:spPr>
                <a:xfrm>
                  <a:off x="544414" y="3630582"/>
                  <a:ext cx="245880" cy="428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C163FC03-9307-A851-6B54-FB1AFC674AA0}"/>
                    </a:ext>
                  </a:extLst>
                </p14:cNvPr>
                <p14:cNvContentPartPr/>
                <p14:nvPr/>
              </p14:nvContentPartPr>
              <p14:xfrm>
                <a:off x="724774" y="3608982"/>
                <a:ext cx="124200" cy="146880"/>
              </p14:xfrm>
            </p:contentPart>
          </mc:Choice>
          <mc:Fallback>
            <p:pic>
              <p:nvPicPr>
                <p:cNvPr id="9" name="Ink 8">
                  <a:extLst>
                    <a:ext uri="{FF2B5EF4-FFF2-40B4-BE49-F238E27FC236}">
                      <a16:creationId xmlns:a16="http://schemas.microsoft.com/office/drawing/2014/main" id="{C163FC03-9307-A851-6B54-FB1AFC674AA0}"/>
                    </a:ext>
                  </a:extLst>
                </p:cNvPr>
                <p:cNvPicPr/>
                <p:nvPr/>
              </p:nvPicPr>
              <p:blipFill>
                <a:blip r:embed="rId13"/>
                <a:stretch>
                  <a:fillRect/>
                </a:stretch>
              </p:blipFill>
              <p:spPr>
                <a:xfrm>
                  <a:off x="706722" y="3590938"/>
                  <a:ext cx="159944" cy="182608"/>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4" name="Ink 13">
                  <a:extLst>
                    <a:ext uri="{FF2B5EF4-FFF2-40B4-BE49-F238E27FC236}">
                      <a16:creationId xmlns:a16="http://schemas.microsoft.com/office/drawing/2014/main" id="{6EF8D6D3-9EDA-985E-7BBA-2A430AA137C5}"/>
                    </a:ext>
                  </a:extLst>
                </p14:cNvPr>
                <p14:cNvContentPartPr/>
                <p14:nvPr/>
              </p14:nvContentPartPr>
              <p14:xfrm>
                <a:off x="799294" y="3038022"/>
                <a:ext cx="3746880" cy="1029960"/>
              </p14:xfrm>
            </p:contentPart>
          </mc:Choice>
          <mc:Fallback>
            <p:pic>
              <p:nvPicPr>
                <p:cNvPr id="14" name="Ink 13">
                  <a:extLst>
                    <a:ext uri="{FF2B5EF4-FFF2-40B4-BE49-F238E27FC236}">
                      <a16:creationId xmlns:a16="http://schemas.microsoft.com/office/drawing/2014/main" id="{6EF8D6D3-9EDA-985E-7BBA-2A430AA137C5}"/>
                    </a:ext>
                  </a:extLst>
                </p:cNvPr>
                <p:cNvPicPr/>
                <p:nvPr/>
              </p:nvPicPr>
              <p:blipFill>
                <a:blip r:embed="rId15"/>
                <a:stretch>
                  <a:fillRect/>
                </a:stretch>
              </p:blipFill>
              <p:spPr>
                <a:xfrm>
                  <a:off x="781294" y="3020022"/>
                  <a:ext cx="3782520" cy="1065600"/>
                </a:xfrm>
                <a:prstGeom prst="rect">
                  <a:avLst/>
                </a:prstGeom>
              </p:spPr>
            </p:pic>
          </mc:Fallback>
        </mc:AlternateContent>
      </p:grpSp>
    </p:spTree>
    <p:extLst>
      <p:ext uri="{BB962C8B-B14F-4D97-AF65-F5344CB8AC3E}">
        <p14:creationId xmlns:p14="http://schemas.microsoft.com/office/powerpoint/2010/main" val="280561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7B1C-F1DB-4566-A222-CA65EE0460B6}"/>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Genetic Algorithms: Selection</a:t>
            </a:r>
            <a:endParaRPr lang="en-US" b="0" i="0" u="none" strike="noStrike" baseline="0">
              <a:latin typeface="TeXGyrePagella-Regular" panose="02000603020200000003" pitchFamily="50" charset="0"/>
            </a:endParaRPr>
          </a:p>
        </p:txBody>
      </p:sp>
      <p:sp>
        <p:nvSpPr>
          <p:cNvPr id="5" name="Text Placeholder 4">
            <a:extLst>
              <a:ext uri="{FF2B5EF4-FFF2-40B4-BE49-F238E27FC236}">
                <a16:creationId xmlns:a16="http://schemas.microsoft.com/office/drawing/2014/main" id="{7598D2B6-B388-450E-9C7E-F8B41F98DBFF}"/>
              </a:ext>
            </a:extLst>
          </p:cNvPr>
          <p:cNvSpPr>
            <a:spLocks noGrp="1"/>
          </p:cNvSpPr>
          <p:nvPr>
            <p:ph type="body" idx="1"/>
          </p:nvPr>
        </p:nvSpPr>
        <p:spPr/>
        <p:txBody>
          <a:bodyPr/>
          <a:lstStyle/>
          <a:p>
            <a:endParaRPr lang="en-US" sz="1600">
              <a:latin typeface="TeXGyrePagella-Italic" panose="02000603020200000004" pitchFamily="50" charset="0"/>
              <a:ea typeface="TeXGyrePagella-Italic" panose="02000603020200000004" pitchFamily="50" charset="0"/>
              <a:cs typeface="TeXGyrePagella-Italic" panose="02000603020200000004" pitchFamily="50" charset="0"/>
            </a:endParaRPr>
          </a:p>
          <a:p>
            <a:r>
              <a:rPr lang="en-US">
                <a:latin typeface="TeXGyrePagella-Italic" panose="02000603020200000004" pitchFamily="50" charset="0"/>
                <a:ea typeface="TeXGyrePagella-Italic" panose="02000603020200000004" pitchFamily="50" charset="0"/>
                <a:cs typeface="TeXGyrePagella-Italic" panose="02000603020200000004" pitchFamily="50" charset="0"/>
              </a:rPr>
              <a:t>Truncation Selection</a:t>
            </a:r>
          </a:p>
          <a:p>
            <a:endParaRPr lang="en-US">
              <a:latin typeface="TeXGyrePagella-Italic" panose="02000603020200000004" pitchFamily="50" charset="0"/>
              <a:ea typeface="TeXGyrePagella-Italic" panose="02000603020200000004" pitchFamily="50" charset="0"/>
              <a:cs typeface="TeXGyrePagella-Italic" panose="02000603020200000004" pitchFamily="50" charset="0"/>
            </a:endParaRPr>
          </a:p>
          <a:p>
            <a:endParaRPr lang="en-US" sz="1800">
              <a:latin typeface="TeXGyrePagella-Italic" panose="02000603020200000004" pitchFamily="50" charset="0"/>
              <a:ea typeface="TeXGyrePagella-Italic" panose="02000603020200000004" pitchFamily="50" charset="0"/>
              <a:cs typeface="TeXGyrePagella-Italic" panose="02000603020200000004" pitchFamily="50" charset="0"/>
            </a:endParaRPr>
          </a:p>
          <a:p>
            <a:r>
              <a:rPr lang="en-US">
                <a:latin typeface="TeXGyrePagella-Italic" panose="02000603020200000004" pitchFamily="50" charset="0"/>
                <a:ea typeface="TeXGyrePagella-Italic" panose="02000603020200000004" pitchFamily="50" charset="0"/>
                <a:cs typeface="TeXGyrePagella-Italic" panose="02000603020200000004" pitchFamily="50" charset="0"/>
              </a:rPr>
              <a:t>Tournament Selection</a:t>
            </a:r>
          </a:p>
          <a:p>
            <a:endParaRPr lang="en-US">
              <a:latin typeface="TeXGyrePagella-Italic" panose="02000603020200000004" pitchFamily="50" charset="0"/>
              <a:ea typeface="TeXGyrePagella-Italic" panose="02000603020200000004" pitchFamily="50" charset="0"/>
              <a:cs typeface="TeXGyrePagella-Italic" panose="02000603020200000004" pitchFamily="50" charset="0"/>
            </a:endParaRPr>
          </a:p>
          <a:p>
            <a:endParaRPr lang="en-US" sz="1800">
              <a:latin typeface="TeXGyrePagella-Italic" panose="02000603020200000004" pitchFamily="50" charset="0"/>
              <a:ea typeface="TeXGyrePagella-Italic" panose="02000603020200000004" pitchFamily="50" charset="0"/>
              <a:cs typeface="TeXGyrePagella-Italic" panose="02000603020200000004" pitchFamily="50" charset="0"/>
            </a:endParaRPr>
          </a:p>
          <a:p>
            <a:r>
              <a:rPr lang="en-US">
                <a:latin typeface="TeXGyrePagella-Italic" panose="02000603020200000004" pitchFamily="50" charset="0"/>
                <a:ea typeface="TeXGyrePagella-Italic" panose="02000603020200000004" pitchFamily="50" charset="0"/>
                <a:cs typeface="TeXGyrePagella-Italic" panose="02000603020200000004" pitchFamily="50" charset="0"/>
              </a:rPr>
              <a:t>Roulette Wheel Selection</a:t>
            </a:r>
          </a:p>
        </p:txBody>
      </p:sp>
      <p:pic>
        <p:nvPicPr>
          <p:cNvPr id="6" name="Graphic 5">
            <a:extLst>
              <a:ext uri="{FF2B5EF4-FFF2-40B4-BE49-F238E27FC236}">
                <a16:creationId xmlns:a16="http://schemas.microsoft.com/office/drawing/2014/main" id="{E3477DCF-1A65-41A4-A4F0-EF68B6FDBD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18751" y="1444198"/>
            <a:ext cx="6440194" cy="1819098"/>
          </a:xfrm>
          <a:prstGeom prst="rect">
            <a:avLst/>
          </a:prstGeom>
        </p:spPr>
      </p:pic>
      <p:pic>
        <p:nvPicPr>
          <p:cNvPr id="7" name="Graphic 6">
            <a:extLst>
              <a:ext uri="{FF2B5EF4-FFF2-40B4-BE49-F238E27FC236}">
                <a16:creationId xmlns:a16="http://schemas.microsoft.com/office/drawing/2014/main" id="{095C0529-C37D-4EAE-9125-72DD358392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928276" y="2907173"/>
            <a:ext cx="6440194" cy="1819098"/>
          </a:xfrm>
          <a:prstGeom prst="rect">
            <a:avLst/>
          </a:prstGeom>
        </p:spPr>
      </p:pic>
      <p:pic>
        <p:nvPicPr>
          <p:cNvPr id="8" name="Graphic 7">
            <a:extLst>
              <a:ext uri="{FF2B5EF4-FFF2-40B4-BE49-F238E27FC236}">
                <a16:creationId xmlns:a16="http://schemas.microsoft.com/office/drawing/2014/main" id="{FF772604-C9F8-4845-9574-5F0B10E9330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28276" y="4370148"/>
            <a:ext cx="6425524" cy="1819098"/>
          </a:xfrm>
          <a:prstGeom prst="rect">
            <a:avLst/>
          </a:prstGeom>
        </p:spPr>
      </p:pic>
      <p:sp>
        <p:nvSpPr>
          <p:cNvPr id="3" name="Slide Number Placeholder 2">
            <a:extLst>
              <a:ext uri="{FF2B5EF4-FFF2-40B4-BE49-F238E27FC236}">
                <a16:creationId xmlns:a16="http://schemas.microsoft.com/office/drawing/2014/main" id="{A072F4DA-73F0-4331-852D-E4D6973DBC46}"/>
              </a:ext>
            </a:extLst>
          </p:cNvPr>
          <p:cNvSpPr>
            <a:spLocks noGrp="1"/>
          </p:cNvSpPr>
          <p:nvPr>
            <p:ph type="sldNum" sz="quarter" idx="12"/>
          </p:nvPr>
        </p:nvSpPr>
        <p:spPr/>
        <p:txBody>
          <a:bodyPr/>
          <a:lstStyle/>
          <a:p>
            <a:fld id="{5A1B4C69-69FC-4DE3-9130-497A7C9ADE60}" type="slidenum">
              <a:rPr lang="en-US" smtClean="0"/>
              <a:t>8</a:t>
            </a:fld>
            <a:endParaRPr lang="en-US"/>
          </a:p>
        </p:txBody>
      </p:sp>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0BADC76D-502F-1931-7FEE-462F78C38312}"/>
                  </a:ext>
                </a:extLst>
              </p14:cNvPr>
              <p14:cNvContentPartPr/>
              <p14:nvPr/>
            </p14:nvContentPartPr>
            <p14:xfrm>
              <a:off x="4833814" y="2071782"/>
              <a:ext cx="510120" cy="366840"/>
            </p14:xfrm>
          </p:contentPart>
        </mc:Choice>
        <mc:Fallback>
          <p:pic>
            <p:nvPicPr>
              <p:cNvPr id="4" name="Ink 3">
                <a:extLst>
                  <a:ext uri="{FF2B5EF4-FFF2-40B4-BE49-F238E27FC236}">
                    <a16:creationId xmlns:a16="http://schemas.microsoft.com/office/drawing/2014/main" id="{0BADC76D-502F-1931-7FEE-462F78C38312}"/>
                  </a:ext>
                </a:extLst>
              </p:cNvPr>
              <p:cNvPicPr/>
              <p:nvPr/>
            </p:nvPicPr>
            <p:blipFill>
              <a:blip r:embed="rId9"/>
              <a:stretch>
                <a:fillRect/>
              </a:stretch>
            </p:blipFill>
            <p:spPr>
              <a:xfrm>
                <a:off x="4815814" y="2053782"/>
                <a:ext cx="545760" cy="4024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29A5408C-D629-37CC-E653-2D2E797548CF}"/>
                  </a:ext>
                </a:extLst>
              </p14:cNvPr>
              <p14:cNvContentPartPr/>
              <p14:nvPr/>
            </p14:nvContentPartPr>
            <p14:xfrm>
              <a:off x="2311654" y="2700702"/>
              <a:ext cx="232200" cy="280080"/>
            </p14:xfrm>
          </p:contentPart>
        </mc:Choice>
        <mc:Fallback>
          <p:pic>
            <p:nvPicPr>
              <p:cNvPr id="9" name="Ink 8">
                <a:extLst>
                  <a:ext uri="{FF2B5EF4-FFF2-40B4-BE49-F238E27FC236}">
                    <a16:creationId xmlns:a16="http://schemas.microsoft.com/office/drawing/2014/main" id="{29A5408C-D629-37CC-E653-2D2E797548CF}"/>
                  </a:ext>
                </a:extLst>
              </p:cNvPr>
              <p:cNvPicPr/>
              <p:nvPr/>
            </p:nvPicPr>
            <p:blipFill>
              <a:blip r:embed="rId11"/>
              <a:stretch>
                <a:fillRect/>
              </a:stretch>
            </p:blipFill>
            <p:spPr>
              <a:xfrm>
                <a:off x="2293654" y="2682702"/>
                <a:ext cx="267840" cy="315720"/>
              </a:xfrm>
              <a:prstGeom prst="rect">
                <a:avLst/>
              </a:prstGeom>
            </p:spPr>
          </p:pic>
        </mc:Fallback>
      </mc:AlternateContent>
      <p:grpSp>
        <p:nvGrpSpPr>
          <p:cNvPr id="14" name="Group 13">
            <a:extLst>
              <a:ext uri="{FF2B5EF4-FFF2-40B4-BE49-F238E27FC236}">
                <a16:creationId xmlns:a16="http://schemas.microsoft.com/office/drawing/2014/main" id="{6EE313A5-1CF5-9C3A-1F49-72AB7FA1C06D}"/>
              </a:ext>
            </a:extLst>
          </p:cNvPr>
          <p:cNvGrpSpPr/>
          <p:nvPr/>
        </p:nvGrpSpPr>
        <p:grpSpPr>
          <a:xfrm>
            <a:off x="2546734" y="3129822"/>
            <a:ext cx="541080" cy="222840"/>
            <a:chOff x="2546734" y="3129822"/>
            <a:chExt cx="541080" cy="222840"/>
          </a:xfrm>
        </p:grpSpPr>
        <mc:AlternateContent xmlns:mc="http://schemas.openxmlformats.org/markup-compatibility/2006">
          <mc:Choice xmlns:p14="http://schemas.microsoft.com/office/powerpoint/2010/main" Requires="p14">
            <p:contentPart p14:bwMode="auto" r:id="rId12">
              <p14:nvContentPartPr>
                <p14:cNvPr id="10" name="Ink 9">
                  <a:extLst>
                    <a:ext uri="{FF2B5EF4-FFF2-40B4-BE49-F238E27FC236}">
                      <a16:creationId xmlns:a16="http://schemas.microsoft.com/office/drawing/2014/main" id="{08CCA5C1-5F4A-1CDB-50FC-602B924BE9CD}"/>
                    </a:ext>
                  </a:extLst>
                </p14:cNvPr>
                <p14:cNvContentPartPr/>
                <p14:nvPr/>
              </p14:nvContentPartPr>
              <p14:xfrm>
                <a:off x="2546734" y="3129822"/>
                <a:ext cx="138240" cy="222840"/>
              </p14:xfrm>
            </p:contentPart>
          </mc:Choice>
          <mc:Fallback>
            <p:pic>
              <p:nvPicPr>
                <p:cNvPr id="10" name="Ink 9">
                  <a:extLst>
                    <a:ext uri="{FF2B5EF4-FFF2-40B4-BE49-F238E27FC236}">
                      <a16:creationId xmlns:a16="http://schemas.microsoft.com/office/drawing/2014/main" id="{08CCA5C1-5F4A-1CDB-50FC-602B924BE9CD}"/>
                    </a:ext>
                  </a:extLst>
                </p:cNvPr>
                <p:cNvPicPr/>
                <p:nvPr/>
              </p:nvPicPr>
              <p:blipFill>
                <a:blip r:embed="rId13"/>
                <a:stretch>
                  <a:fillRect/>
                </a:stretch>
              </p:blipFill>
              <p:spPr>
                <a:xfrm>
                  <a:off x="2528734" y="3111822"/>
                  <a:ext cx="17388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7EEDFAB6-FB2C-1D7A-AB52-F435C2B00906}"/>
                    </a:ext>
                  </a:extLst>
                </p14:cNvPr>
                <p14:cNvContentPartPr/>
                <p14:nvPr/>
              </p14:nvContentPartPr>
              <p14:xfrm>
                <a:off x="2749414" y="3219822"/>
                <a:ext cx="108720" cy="42480"/>
              </p14:xfrm>
            </p:contentPart>
          </mc:Choice>
          <mc:Fallback>
            <p:pic>
              <p:nvPicPr>
                <p:cNvPr id="11" name="Ink 10">
                  <a:extLst>
                    <a:ext uri="{FF2B5EF4-FFF2-40B4-BE49-F238E27FC236}">
                      <a16:creationId xmlns:a16="http://schemas.microsoft.com/office/drawing/2014/main" id="{7EEDFAB6-FB2C-1D7A-AB52-F435C2B00906}"/>
                    </a:ext>
                  </a:extLst>
                </p:cNvPr>
                <p:cNvPicPr/>
                <p:nvPr/>
              </p:nvPicPr>
              <p:blipFill>
                <a:blip r:embed="rId15"/>
                <a:stretch>
                  <a:fillRect/>
                </a:stretch>
              </p:blipFill>
              <p:spPr>
                <a:xfrm>
                  <a:off x="2731414" y="3201822"/>
                  <a:ext cx="144360" cy="781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2" name="Ink 11">
                  <a:extLst>
                    <a:ext uri="{FF2B5EF4-FFF2-40B4-BE49-F238E27FC236}">
                      <a16:creationId xmlns:a16="http://schemas.microsoft.com/office/drawing/2014/main" id="{80989465-12BE-62FB-0150-8B304DFF93A9}"/>
                    </a:ext>
                  </a:extLst>
                </p14:cNvPr>
                <p14:cNvContentPartPr/>
                <p14:nvPr/>
              </p14:nvContentPartPr>
              <p14:xfrm>
                <a:off x="2718814" y="3273462"/>
                <a:ext cx="140040" cy="46800"/>
              </p14:xfrm>
            </p:contentPart>
          </mc:Choice>
          <mc:Fallback>
            <p:pic>
              <p:nvPicPr>
                <p:cNvPr id="12" name="Ink 11">
                  <a:extLst>
                    <a:ext uri="{FF2B5EF4-FFF2-40B4-BE49-F238E27FC236}">
                      <a16:creationId xmlns:a16="http://schemas.microsoft.com/office/drawing/2014/main" id="{80989465-12BE-62FB-0150-8B304DFF93A9}"/>
                    </a:ext>
                  </a:extLst>
                </p:cNvPr>
                <p:cNvPicPr/>
                <p:nvPr/>
              </p:nvPicPr>
              <p:blipFill>
                <a:blip r:embed="rId17"/>
                <a:stretch>
                  <a:fillRect/>
                </a:stretch>
              </p:blipFill>
              <p:spPr>
                <a:xfrm>
                  <a:off x="2700814" y="3255599"/>
                  <a:ext cx="175680" cy="82168"/>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3" name="Ink 12">
                  <a:extLst>
                    <a:ext uri="{FF2B5EF4-FFF2-40B4-BE49-F238E27FC236}">
                      <a16:creationId xmlns:a16="http://schemas.microsoft.com/office/drawing/2014/main" id="{8218F1E8-F7A7-3E2A-8C18-EEFC185722D0}"/>
                    </a:ext>
                  </a:extLst>
                </p14:cNvPr>
                <p14:cNvContentPartPr/>
                <p14:nvPr/>
              </p14:nvContentPartPr>
              <p14:xfrm>
                <a:off x="2949934" y="3163302"/>
                <a:ext cx="137880" cy="172080"/>
              </p14:xfrm>
            </p:contentPart>
          </mc:Choice>
          <mc:Fallback>
            <p:pic>
              <p:nvPicPr>
                <p:cNvPr id="13" name="Ink 12">
                  <a:extLst>
                    <a:ext uri="{FF2B5EF4-FFF2-40B4-BE49-F238E27FC236}">
                      <a16:creationId xmlns:a16="http://schemas.microsoft.com/office/drawing/2014/main" id="{8218F1E8-F7A7-3E2A-8C18-EEFC185722D0}"/>
                    </a:ext>
                  </a:extLst>
                </p:cNvPr>
                <p:cNvPicPr/>
                <p:nvPr/>
              </p:nvPicPr>
              <p:blipFill>
                <a:blip r:embed="rId19"/>
                <a:stretch>
                  <a:fillRect/>
                </a:stretch>
              </p:blipFill>
              <p:spPr>
                <a:xfrm>
                  <a:off x="2931934" y="3145302"/>
                  <a:ext cx="173520" cy="207720"/>
                </a:xfrm>
                <a:prstGeom prst="rect">
                  <a:avLst/>
                </a:prstGeom>
              </p:spPr>
            </p:pic>
          </mc:Fallback>
        </mc:AlternateContent>
      </p:grpSp>
      <p:grpSp>
        <p:nvGrpSpPr>
          <p:cNvPr id="23" name="Group 22">
            <a:extLst>
              <a:ext uri="{FF2B5EF4-FFF2-40B4-BE49-F238E27FC236}">
                <a16:creationId xmlns:a16="http://schemas.microsoft.com/office/drawing/2014/main" id="{128E1687-4EA9-6BEE-8135-4E61DA3C696F}"/>
              </a:ext>
            </a:extLst>
          </p:cNvPr>
          <p:cNvGrpSpPr/>
          <p:nvPr/>
        </p:nvGrpSpPr>
        <p:grpSpPr>
          <a:xfrm>
            <a:off x="6858814" y="2700342"/>
            <a:ext cx="111960" cy="174600"/>
            <a:chOff x="6858814" y="2700342"/>
            <a:chExt cx="111960" cy="174600"/>
          </a:xfrm>
        </p:grpSpPr>
        <mc:AlternateContent xmlns:mc="http://schemas.openxmlformats.org/markup-compatibility/2006">
          <mc:Choice xmlns:p14="http://schemas.microsoft.com/office/powerpoint/2010/main" Requires="p14">
            <p:contentPart p14:bwMode="auto" r:id="rId20">
              <p14:nvContentPartPr>
                <p14:cNvPr id="18" name="Ink 17">
                  <a:extLst>
                    <a:ext uri="{FF2B5EF4-FFF2-40B4-BE49-F238E27FC236}">
                      <a16:creationId xmlns:a16="http://schemas.microsoft.com/office/drawing/2014/main" id="{8811D364-C174-292A-7CEC-CCDB2012CBBE}"/>
                    </a:ext>
                  </a:extLst>
                </p14:cNvPr>
                <p14:cNvContentPartPr/>
                <p14:nvPr/>
              </p14:nvContentPartPr>
              <p14:xfrm>
                <a:off x="6858814" y="2700342"/>
                <a:ext cx="93960" cy="174600"/>
              </p14:xfrm>
            </p:contentPart>
          </mc:Choice>
          <mc:Fallback>
            <p:pic>
              <p:nvPicPr>
                <p:cNvPr id="18" name="Ink 17">
                  <a:extLst>
                    <a:ext uri="{FF2B5EF4-FFF2-40B4-BE49-F238E27FC236}">
                      <a16:creationId xmlns:a16="http://schemas.microsoft.com/office/drawing/2014/main" id="{8811D364-C174-292A-7CEC-CCDB2012CBBE}"/>
                    </a:ext>
                  </a:extLst>
                </p:cNvPr>
                <p:cNvPicPr/>
                <p:nvPr/>
              </p:nvPicPr>
              <p:blipFill>
                <a:blip r:embed="rId21"/>
                <a:stretch>
                  <a:fillRect/>
                </a:stretch>
              </p:blipFill>
              <p:spPr>
                <a:xfrm>
                  <a:off x="6840814" y="2682342"/>
                  <a:ext cx="12960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9" name="Ink 18">
                  <a:extLst>
                    <a:ext uri="{FF2B5EF4-FFF2-40B4-BE49-F238E27FC236}">
                      <a16:creationId xmlns:a16="http://schemas.microsoft.com/office/drawing/2014/main" id="{1871F75A-011A-C859-B369-044388E2F6C6}"/>
                    </a:ext>
                  </a:extLst>
                </p14:cNvPr>
                <p14:cNvContentPartPr/>
                <p14:nvPr/>
              </p14:nvContentPartPr>
              <p14:xfrm>
                <a:off x="6871774" y="2735622"/>
                <a:ext cx="99000" cy="106920"/>
              </p14:xfrm>
            </p:contentPart>
          </mc:Choice>
          <mc:Fallback>
            <p:pic>
              <p:nvPicPr>
                <p:cNvPr id="19" name="Ink 18">
                  <a:extLst>
                    <a:ext uri="{FF2B5EF4-FFF2-40B4-BE49-F238E27FC236}">
                      <a16:creationId xmlns:a16="http://schemas.microsoft.com/office/drawing/2014/main" id="{1871F75A-011A-C859-B369-044388E2F6C6}"/>
                    </a:ext>
                  </a:extLst>
                </p:cNvPr>
                <p:cNvPicPr/>
                <p:nvPr/>
              </p:nvPicPr>
              <p:blipFill>
                <a:blip r:embed="rId23"/>
                <a:stretch>
                  <a:fillRect/>
                </a:stretch>
              </p:blipFill>
              <p:spPr>
                <a:xfrm>
                  <a:off x="6853708" y="2717682"/>
                  <a:ext cx="134770" cy="142440"/>
                </a:xfrm>
                <a:prstGeom prst="rect">
                  <a:avLst/>
                </a:prstGeom>
              </p:spPr>
            </p:pic>
          </mc:Fallback>
        </mc:AlternateContent>
      </p:grpSp>
      <p:grpSp>
        <p:nvGrpSpPr>
          <p:cNvPr id="22" name="Group 21">
            <a:extLst>
              <a:ext uri="{FF2B5EF4-FFF2-40B4-BE49-F238E27FC236}">
                <a16:creationId xmlns:a16="http://schemas.microsoft.com/office/drawing/2014/main" id="{455B808C-1B70-7BEB-E4FC-176071FE633E}"/>
              </a:ext>
            </a:extLst>
          </p:cNvPr>
          <p:cNvGrpSpPr/>
          <p:nvPr/>
        </p:nvGrpSpPr>
        <p:grpSpPr>
          <a:xfrm>
            <a:off x="5661814" y="2648142"/>
            <a:ext cx="567000" cy="305280"/>
            <a:chOff x="5661814" y="2648142"/>
            <a:chExt cx="567000" cy="305280"/>
          </a:xfrm>
        </p:grpSpPr>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055521C9-5F74-9502-211E-3CF62D704087}"/>
                    </a:ext>
                  </a:extLst>
                </p14:cNvPr>
                <p14:cNvContentPartPr/>
                <p14:nvPr/>
              </p14:nvContentPartPr>
              <p14:xfrm>
                <a:off x="6012094" y="2648142"/>
                <a:ext cx="112320" cy="305280"/>
              </p14:xfrm>
            </p:contentPart>
          </mc:Choice>
          <mc:Fallback>
            <p:pic>
              <p:nvPicPr>
                <p:cNvPr id="15" name="Ink 14">
                  <a:extLst>
                    <a:ext uri="{FF2B5EF4-FFF2-40B4-BE49-F238E27FC236}">
                      <a16:creationId xmlns:a16="http://schemas.microsoft.com/office/drawing/2014/main" id="{055521C9-5F74-9502-211E-3CF62D704087}"/>
                    </a:ext>
                  </a:extLst>
                </p:cNvPr>
                <p:cNvPicPr/>
                <p:nvPr/>
              </p:nvPicPr>
              <p:blipFill>
                <a:blip r:embed="rId25"/>
                <a:stretch>
                  <a:fillRect/>
                </a:stretch>
              </p:blipFill>
              <p:spPr>
                <a:xfrm>
                  <a:off x="5994036" y="2630142"/>
                  <a:ext cx="148075" cy="3409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51627106-F535-68F0-34EB-6FF6E95C28E9}"/>
                    </a:ext>
                  </a:extLst>
                </p14:cNvPr>
                <p14:cNvContentPartPr/>
                <p14:nvPr/>
              </p14:nvContentPartPr>
              <p14:xfrm>
                <a:off x="6008134" y="2738862"/>
                <a:ext cx="220680" cy="210600"/>
              </p14:xfrm>
            </p:contentPart>
          </mc:Choice>
          <mc:Fallback>
            <p:pic>
              <p:nvPicPr>
                <p:cNvPr id="16" name="Ink 15">
                  <a:extLst>
                    <a:ext uri="{FF2B5EF4-FFF2-40B4-BE49-F238E27FC236}">
                      <a16:creationId xmlns:a16="http://schemas.microsoft.com/office/drawing/2014/main" id="{51627106-F535-68F0-34EB-6FF6E95C28E9}"/>
                    </a:ext>
                  </a:extLst>
                </p:cNvPr>
                <p:cNvPicPr/>
                <p:nvPr/>
              </p:nvPicPr>
              <p:blipFill>
                <a:blip r:embed="rId27"/>
                <a:stretch>
                  <a:fillRect/>
                </a:stretch>
              </p:blipFill>
              <p:spPr>
                <a:xfrm>
                  <a:off x="5990134" y="2720862"/>
                  <a:ext cx="25632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0" name="Ink 19">
                  <a:extLst>
                    <a:ext uri="{FF2B5EF4-FFF2-40B4-BE49-F238E27FC236}">
                      <a16:creationId xmlns:a16="http://schemas.microsoft.com/office/drawing/2014/main" id="{06365B7A-EBAE-87FF-5430-E055E5EAA3FC}"/>
                    </a:ext>
                  </a:extLst>
                </p14:cNvPr>
                <p14:cNvContentPartPr/>
                <p14:nvPr/>
              </p14:nvContentPartPr>
              <p14:xfrm>
                <a:off x="5661814" y="2674062"/>
                <a:ext cx="183600" cy="135720"/>
              </p14:xfrm>
            </p:contentPart>
          </mc:Choice>
          <mc:Fallback>
            <p:pic>
              <p:nvPicPr>
                <p:cNvPr id="20" name="Ink 19">
                  <a:extLst>
                    <a:ext uri="{FF2B5EF4-FFF2-40B4-BE49-F238E27FC236}">
                      <a16:creationId xmlns:a16="http://schemas.microsoft.com/office/drawing/2014/main" id="{06365B7A-EBAE-87FF-5430-E055E5EAA3FC}"/>
                    </a:ext>
                  </a:extLst>
                </p:cNvPr>
                <p:cNvPicPr/>
                <p:nvPr/>
              </p:nvPicPr>
              <p:blipFill>
                <a:blip r:embed="rId29"/>
                <a:stretch>
                  <a:fillRect/>
                </a:stretch>
              </p:blipFill>
              <p:spPr>
                <a:xfrm>
                  <a:off x="5643814" y="2656062"/>
                  <a:ext cx="21924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1" name="Ink 20">
                  <a:extLst>
                    <a:ext uri="{FF2B5EF4-FFF2-40B4-BE49-F238E27FC236}">
                      <a16:creationId xmlns:a16="http://schemas.microsoft.com/office/drawing/2014/main" id="{16257368-8796-C0A7-776C-F95006088E56}"/>
                    </a:ext>
                  </a:extLst>
                </p14:cNvPr>
                <p14:cNvContentPartPr/>
                <p14:nvPr/>
              </p14:nvContentPartPr>
              <p14:xfrm>
                <a:off x="5705734" y="2690982"/>
                <a:ext cx="110160" cy="139320"/>
              </p14:xfrm>
            </p:contentPart>
          </mc:Choice>
          <mc:Fallback>
            <p:pic>
              <p:nvPicPr>
                <p:cNvPr id="21" name="Ink 20">
                  <a:extLst>
                    <a:ext uri="{FF2B5EF4-FFF2-40B4-BE49-F238E27FC236}">
                      <a16:creationId xmlns:a16="http://schemas.microsoft.com/office/drawing/2014/main" id="{16257368-8796-C0A7-776C-F95006088E56}"/>
                    </a:ext>
                  </a:extLst>
                </p:cNvPr>
                <p:cNvPicPr/>
                <p:nvPr/>
              </p:nvPicPr>
              <p:blipFill>
                <a:blip r:embed="rId31"/>
                <a:stretch>
                  <a:fillRect/>
                </a:stretch>
              </p:blipFill>
              <p:spPr>
                <a:xfrm>
                  <a:off x="5687793" y="2673028"/>
                  <a:ext cx="145684" cy="174868"/>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2">
            <p14:nvContentPartPr>
              <p14:cNvPr id="24" name="Ink 23">
                <a:extLst>
                  <a:ext uri="{FF2B5EF4-FFF2-40B4-BE49-F238E27FC236}">
                    <a16:creationId xmlns:a16="http://schemas.microsoft.com/office/drawing/2014/main" id="{61BD9AF1-D1C4-F99C-DB4E-F30412BC71E3}"/>
                  </a:ext>
                </a:extLst>
              </p14:cNvPr>
              <p14:cNvContentPartPr/>
              <p14:nvPr/>
            </p14:nvContentPartPr>
            <p14:xfrm>
              <a:off x="8152294" y="2239902"/>
              <a:ext cx="1101960" cy="728280"/>
            </p14:xfrm>
          </p:contentPart>
        </mc:Choice>
        <mc:Fallback>
          <p:pic>
            <p:nvPicPr>
              <p:cNvPr id="24" name="Ink 23">
                <a:extLst>
                  <a:ext uri="{FF2B5EF4-FFF2-40B4-BE49-F238E27FC236}">
                    <a16:creationId xmlns:a16="http://schemas.microsoft.com/office/drawing/2014/main" id="{61BD9AF1-D1C4-F99C-DB4E-F30412BC71E3}"/>
                  </a:ext>
                </a:extLst>
              </p:cNvPr>
              <p:cNvPicPr/>
              <p:nvPr/>
            </p:nvPicPr>
            <p:blipFill>
              <a:blip r:embed="rId33"/>
              <a:stretch>
                <a:fillRect/>
              </a:stretch>
            </p:blipFill>
            <p:spPr>
              <a:xfrm>
                <a:off x="8134294" y="2221911"/>
                <a:ext cx="1137600" cy="763902"/>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5" name="Ink 24">
                <a:extLst>
                  <a:ext uri="{FF2B5EF4-FFF2-40B4-BE49-F238E27FC236}">
                    <a16:creationId xmlns:a16="http://schemas.microsoft.com/office/drawing/2014/main" id="{EFEFF995-ED02-514A-AA51-44A8AA473EF8}"/>
                  </a:ext>
                </a:extLst>
              </p14:cNvPr>
              <p14:cNvContentPartPr/>
              <p14:nvPr/>
            </p14:nvContentPartPr>
            <p14:xfrm>
              <a:off x="11020414" y="2034702"/>
              <a:ext cx="491040" cy="559080"/>
            </p14:xfrm>
          </p:contentPart>
        </mc:Choice>
        <mc:Fallback>
          <p:pic>
            <p:nvPicPr>
              <p:cNvPr id="25" name="Ink 24">
                <a:extLst>
                  <a:ext uri="{FF2B5EF4-FFF2-40B4-BE49-F238E27FC236}">
                    <a16:creationId xmlns:a16="http://schemas.microsoft.com/office/drawing/2014/main" id="{EFEFF995-ED02-514A-AA51-44A8AA473EF8}"/>
                  </a:ext>
                </a:extLst>
              </p:cNvPr>
              <p:cNvPicPr/>
              <p:nvPr/>
            </p:nvPicPr>
            <p:blipFill>
              <a:blip r:embed="rId35"/>
              <a:stretch>
                <a:fillRect/>
              </a:stretch>
            </p:blipFill>
            <p:spPr>
              <a:xfrm>
                <a:off x="11002414" y="2016690"/>
                <a:ext cx="526680" cy="594743"/>
              </a:xfrm>
              <a:prstGeom prst="rect">
                <a:avLst/>
              </a:prstGeom>
            </p:spPr>
          </p:pic>
        </mc:Fallback>
      </mc:AlternateContent>
      <p:grpSp>
        <p:nvGrpSpPr>
          <p:cNvPr id="32" name="Group 31">
            <a:extLst>
              <a:ext uri="{FF2B5EF4-FFF2-40B4-BE49-F238E27FC236}">
                <a16:creationId xmlns:a16="http://schemas.microsoft.com/office/drawing/2014/main" id="{7BA9FBE6-6F1D-16CD-3415-96EE8040DE4C}"/>
              </a:ext>
            </a:extLst>
          </p:cNvPr>
          <p:cNvGrpSpPr/>
          <p:nvPr/>
        </p:nvGrpSpPr>
        <p:grpSpPr>
          <a:xfrm>
            <a:off x="10780294" y="972342"/>
            <a:ext cx="194040" cy="219600"/>
            <a:chOff x="10780294" y="972342"/>
            <a:chExt cx="194040" cy="219600"/>
          </a:xfrm>
        </p:grpSpPr>
        <mc:AlternateContent xmlns:mc="http://schemas.openxmlformats.org/markup-compatibility/2006">
          <mc:Choice xmlns:p14="http://schemas.microsoft.com/office/powerpoint/2010/main" Requires="p14">
            <p:contentPart p14:bwMode="auto" r:id="rId36">
              <p14:nvContentPartPr>
                <p14:cNvPr id="30" name="Ink 29">
                  <a:extLst>
                    <a:ext uri="{FF2B5EF4-FFF2-40B4-BE49-F238E27FC236}">
                      <a16:creationId xmlns:a16="http://schemas.microsoft.com/office/drawing/2014/main" id="{6B284F20-F42E-B994-FAC0-903DC230168A}"/>
                    </a:ext>
                  </a:extLst>
                </p14:cNvPr>
                <p14:cNvContentPartPr/>
                <p14:nvPr/>
              </p14:nvContentPartPr>
              <p14:xfrm>
                <a:off x="10780294" y="972342"/>
                <a:ext cx="157680" cy="219600"/>
              </p14:xfrm>
            </p:contentPart>
          </mc:Choice>
          <mc:Fallback>
            <p:pic>
              <p:nvPicPr>
                <p:cNvPr id="30" name="Ink 29">
                  <a:extLst>
                    <a:ext uri="{FF2B5EF4-FFF2-40B4-BE49-F238E27FC236}">
                      <a16:creationId xmlns:a16="http://schemas.microsoft.com/office/drawing/2014/main" id="{6B284F20-F42E-B994-FAC0-903DC230168A}"/>
                    </a:ext>
                  </a:extLst>
                </p:cNvPr>
                <p:cNvPicPr/>
                <p:nvPr/>
              </p:nvPicPr>
              <p:blipFill>
                <a:blip r:embed="rId37"/>
                <a:stretch>
                  <a:fillRect/>
                </a:stretch>
              </p:blipFill>
              <p:spPr>
                <a:xfrm>
                  <a:off x="10762335" y="954312"/>
                  <a:ext cx="193239" cy="255299"/>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1" name="Ink 30">
                  <a:extLst>
                    <a:ext uri="{FF2B5EF4-FFF2-40B4-BE49-F238E27FC236}">
                      <a16:creationId xmlns:a16="http://schemas.microsoft.com/office/drawing/2014/main" id="{65D83FA0-F579-AD72-B397-365793A1BA61}"/>
                    </a:ext>
                  </a:extLst>
                </p14:cNvPr>
                <p14:cNvContentPartPr/>
                <p14:nvPr/>
              </p14:nvContentPartPr>
              <p14:xfrm>
                <a:off x="10811974" y="1047222"/>
                <a:ext cx="162360" cy="67680"/>
              </p14:xfrm>
            </p:contentPart>
          </mc:Choice>
          <mc:Fallback>
            <p:pic>
              <p:nvPicPr>
                <p:cNvPr id="31" name="Ink 30">
                  <a:extLst>
                    <a:ext uri="{FF2B5EF4-FFF2-40B4-BE49-F238E27FC236}">
                      <a16:creationId xmlns:a16="http://schemas.microsoft.com/office/drawing/2014/main" id="{65D83FA0-F579-AD72-B397-365793A1BA61}"/>
                    </a:ext>
                  </a:extLst>
                </p:cNvPr>
                <p:cNvPicPr/>
                <p:nvPr/>
              </p:nvPicPr>
              <p:blipFill>
                <a:blip r:embed="rId39"/>
                <a:stretch>
                  <a:fillRect/>
                </a:stretch>
              </p:blipFill>
              <p:spPr>
                <a:xfrm>
                  <a:off x="10793974" y="1029222"/>
                  <a:ext cx="198000" cy="103320"/>
                </a:xfrm>
                <a:prstGeom prst="rect">
                  <a:avLst/>
                </a:prstGeom>
              </p:spPr>
            </p:pic>
          </mc:Fallback>
        </mc:AlternateContent>
      </p:grpSp>
      <p:grpSp>
        <p:nvGrpSpPr>
          <p:cNvPr id="35" name="Group 34">
            <a:extLst>
              <a:ext uri="{FF2B5EF4-FFF2-40B4-BE49-F238E27FC236}">
                <a16:creationId xmlns:a16="http://schemas.microsoft.com/office/drawing/2014/main" id="{7900188D-249B-3389-115D-6820E89F632D}"/>
              </a:ext>
            </a:extLst>
          </p:cNvPr>
          <p:cNvGrpSpPr/>
          <p:nvPr/>
        </p:nvGrpSpPr>
        <p:grpSpPr>
          <a:xfrm>
            <a:off x="8835574" y="1527462"/>
            <a:ext cx="1861920" cy="735120"/>
            <a:chOff x="8835574" y="1527462"/>
            <a:chExt cx="1861920" cy="735120"/>
          </a:xfrm>
        </p:grpSpPr>
        <mc:AlternateContent xmlns:mc="http://schemas.openxmlformats.org/markup-compatibility/2006">
          <mc:Choice xmlns:p14="http://schemas.microsoft.com/office/powerpoint/2010/main" Requires="p14">
            <p:contentPart p14:bwMode="auto" r:id="rId40">
              <p14:nvContentPartPr>
                <p14:cNvPr id="33" name="Ink 32">
                  <a:extLst>
                    <a:ext uri="{FF2B5EF4-FFF2-40B4-BE49-F238E27FC236}">
                      <a16:creationId xmlns:a16="http://schemas.microsoft.com/office/drawing/2014/main" id="{4A76CF9B-D7F6-2263-D714-D2FDB0B51DF8}"/>
                    </a:ext>
                  </a:extLst>
                </p14:cNvPr>
                <p14:cNvContentPartPr/>
                <p14:nvPr/>
              </p14:nvContentPartPr>
              <p14:xfrm>
                <a:off x="8835574" y="1527462"/>
                <a:ext cx="1823040" cy="735120"/>
              </p14:xfrm>
            </p:contentPart>
          </mc:Choice>
          <mc:Fallback>
            <p:pic>
              <p:nvPicPr>
                <p:cNvPr id="33" name="Ink 32">
                  <a:extLst>
                    <a:ext uri="{FF2B5EF4-FFF2-40B4-BE49-F238E27FC236}">
                      <a16:creationId xmlns:a16="http://schemas.microsoft.com/office/drawing/2014/main" id="{4A76CF9B-D7F6-2263-D714-D2FDB0B51DF8}"/>
                    </a:ext>
                  </a:extLst>
                </p:cNvPr>
                <p:cNvPicPr/>
                <p:nvPr/>
              </p:nvPicPr>
              <p:blipFill>
                <a:blip r:embed="rId41"/>
                <a:stretch>
                  <a:fillRect/>
                </a:stretch>
              </p:blipFill>
              <p:spPr>
                <a:xfrm>
                  <a:off x="8817574" y="1509471"/>
                  <a:ext cx="1858680" cy="770743"/>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4" name="Ink 33">
                  <a:extLst>
                    <a:ext uri="{FF2B5EF4-FFF2-40B4-BE49-F238E27FC236}">
                      <a16:creationId xmlns:a16="http://schemas.microsoft.com/office/drawing/2014/main" id="{AF3629FD-746D-A242-D61A-56FC462139C8}"/>
                    </a:ext>
                  </a:extLst>
                </p14:cNvPr>
                <p14:cNvContentPartPr/>
                <p14:nvPr/>
              </p14:nvContentPartPr>
              <p14:xfrm>
                <a:off x="10576534" y="1608462"/>
                <a:ext cx="120960" cy="142200"/>
              </p14:xfrm>
            </p:contentPart>
          </mc:Choice>
          <mc:Fallback>
            <p:pic>
              <p:nvPicPr>
                <p:cNvPr id="34" name="Ink 33">
                  <a:extLst>
                    <a:ext uri="{FF2B5EF4-FFF2-40B4-BE49-F238E27FC236}">
                      <a16:creationId xmlns:a16="http://schemas.microsoft.com/office/drawing/2014/main" id="{AF3629FD-746D-A242-D61A-56FC462139C8}"/>
                    </a:ext>
                  </a:extLst>
                </p:cNvPr>
                <p:cNvPicPr/>
                <p:nvPr/>
              </p:nvPicPr>
              <p:blipFill>
                <a:blip r:embed="rId43"/>
                <a:stretch>
                  <a:fillRect/>
                </a:stretch>
              </p:blipFill>
              <p:spPr>
                <a:xfrm>
                  <a:off x="10558534" y="1590462"/>
                  <a:ext cx="156600" cy="177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4">
            <p14:nvContentPartPr>
              <p14:cNvPr id="55" name="Ink 54">
                <a:extLst>
                  <a:ext uri="{FF2B5EF4-FFF2-40B4-BE49-F238E27FC236}">
                    <a16:creationId xmlns:a16="http://schemas.microsoft.com/office/drawing/2014/main" id="{CCF941A2-9BF4-EBCC-5814-11911CE6DA9A}"/>
                  </a:ext>
                </a:extLst>
              </p14:cNvPr>
              <p14:cNvContentPartPr/>
              <p14:nvPr/>
            </p14:nvContentPartPr>
            <p14:xfrm>
              <a:off x="9884254" y="1353582"/>
              <a:ext cx="45720" cy="9000"/>
            </p14:xfrm>
          </p:contentPart>
        </mc:Choice>
        <mc:Fallback>
          <p:pic>
            <p:nvPicPr>
              <p:cNvPr id="55" name="Ink 54">
                <a:extLst>
                  <a:ext uri="{FF2B5EF4-FFF2-40B4-BE49-F238E27FC236}">
                    <a16:creationId xmlns:a16="http://schemas.microsoft.com/office/drawing/2014/main" id="{CCF941A2-9BF4-EBCC-5814-11911CE6DA9A}"/>
                  </a:ext>
                </a:extLst>
              </p:cNvPr>
              <p:cNvPicPr/>
              <p:nvPr/>
            </p:nvPicPr>
            <p:blipFill>
              <a:blip r:embed="rId45"/>
              <a:stretch>
                <a:fillRect/>
              </a:stretch>
            </p:blipFill>
            <p:spPr>
              <a:xfrm>
                <a:off x="9866254" y="1335582"/>
                <a:ext cx="8136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57" name="Ink 56">
                <a:extLst>
                  <a:ext uri="{FF2B5EF4-FFF2-40B4-BE49-F238E27FC236}">
                    <a16:creationId xmlns:a16="http://schemas.microsoft.com/office/drawing/2014/main" id="{A506D7C3-D3E6-97F3-15D9-13F7EAE800A9}"/>
                  </a:ext>
                </a:extLst>
              </p14:cNvPr>
              <p14:cNvContentPartPr/>
              <p14:nvPr/>
            </p14:nvContentPartPr>
            <p14:xfrm>
              <a:off x="8257054" y="2057022"/>
              <a:ext cx="1167120" cy="1222200"/>
            </p14:xfrm>
          </p:contentPart>
        </mc:Choice>
        <mc:Fallback>
          <p:pic>
            <p:nvPicPr>
              <p:cNvPr id="57" name="Ink 56">
                <a:extLst>
                  <a:ext uri="{FF2B5EF4-FFF2-40B4-BE49-F238E27FC236}">
                    <a16:creationId xmlns:a16="http://schemas.microsoft.com/office/drawing/2014/main" id="{A506D7C3-D3E6-97F3-15D9-13F7EAE800A9}"/>
                  </a:ext>
                </a:extLst>
              </p:cNvPr>
              <p:cNvPicPr/>
              <p:nvPr/>
            </p:nvPicPr>
            <p:blipFill>
              <a:blip r:embed="rId47"/>
              <a:stretch>
                <a:fillRect/>
              </a:stretch>
            </p:blipFill>
            <p:spPr>
              <a:xfrm>
                <a:off x="8239054" y="2039017"/>
                <a:ext cx="1202760" cy="1257851"/>
              </a:xfrm>
              <a:prstGeom prst="rect">
                <a:avLst/>
              </a:prstGeom>
            </p:spPr>
          </p:pic>
        </mc:Fallback>
      </mc:AlternateContent>
      <p:grpSp>
        <p:nvGrpSpPr>
          <p:cNvPr id="60" name="Group 59">
            <a:extLst>
              <a:ext uri="{FF2B5EF4-FFF2-40B4-BE49-F238E27FC236}">
                <a16:creationId xmlns:a16="http://schemas.microsoft.com/office/drawing/2014/main" id="{583BE30F-928C-B370-6F19-56DD85A7D7F1}"/>
              </a:ext>
            </a:extLst>
          </p:cNvPr>
          <p:cNvGrpSpPr/>
          <p:nvPr/>
        </p:nvGrpSpPr>
        <p:grpSpPr>
          <a:xfrm>
            <a:off x="8192974" y="1773702"/>
            <a:ext cx="1706760" cy="1454040"/>
            <a:chOff x="8192974" y="1773702"/>
            <a:chExt cx="1706760" cy="1454040"/>
          </a:xfrm>
        </p:grpSpPr>
        <mc:AlternateContent xmlns:mc="http://schemas.openxmlformats.org/markup-compatibility/2006">
          <mc:Choice xmlns:p14="http://schemas.microsoft.com/office/powerpoint/2010/main" Requires="p14">
            <p:contentPart p14:bwMode="auto" r:id="rId48">
              <p14:nvContentPartPr>
                <p14:cNvPr id="26" name="Ink 25">
                  <a:extLst>
                    <a:ext uri="{FF2B5EF4-FFF2-40B4-BE49-F238E27FC236}">
                      <a16:creationId xmlns:a16="http://schemas.microsoft.com/office/drawing/2014/main" id="{2A72D75A-15A3-3222-8EB9-F2FD891C6F81}"/>
                    </a:ext>
                  </a:extLst>
                </p14:cNvPr>
                <p14:cNvContentPartPr/>
                <p14:nvPr/>
              </p14:nvContentPartPr>
              <p14:xfrm>
                <a:off x="8557294" y="2795022"/>
                <a:ext cx="15840" cy="9000"/>
              </p14:xfrm>
            </p:contentPart>
          </mc:Choice>
          <mc:Fallback>
            <p:pic>
              <p:nvPicPr>
                <p:cNvPr id="26" name="Ink 25">
                  <a:extLst>
                    <a:ext uri="{FF2B5EF4-FFF2-40B4-BE49-F238E27FC236}">
                      <a16:creationId xmlns:a16="http://schemas.microsoft.com/office/drawing/2014/main" id="{2A72D75A-15A3-3222-8EB9-F2FD891C6F81}"/>
                    </a:ext>
                  </a:extLst>
                </p:cNvPr>
                <p:cNvPicPr/>
                <p:nvPr/>
              </p:nvPicPr>
              <p:blipFill>
                <a:blip r:embed="rId49"/>
                <a:stretch>
                  <a:fillRect/>
                </a:stretch>
              </p:blipFill>
              <p:spPr>
                <a:xfrm>
                  <a:off x="8539294" y="2777022"/>
                  <a:ext cx="5148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7" name="Ink 26">
                  <a:extLst>
                    <a:ext uri="{FF2B5EF4-FFF2-40B4-BE49-F238E27FC236}">
                      <a16:creationId xmlns:a16="http://schemas.microsoft.com/office/drawing/2014/main" id="{F9291B6F-D99E-783F-397B-107EAFA7232F}"/>
                    </a:ext>
                  </a:extLst>
                </p14:cNvPr>
                <p14:cNvContentPartPr/>
                <p14:nvPr/>
              </p14:nvContentPartPr>
              <p14:xfrm>
                <a:off x="8857894" y="2752542"/>
                <a:ext cx="15840" cy="12960"/>
              </p14:xfrm>
            </p:contentPart>
          </mc:Choice>
          <mc:Fallback>
            <p:pic>
              <p:nvPicPr>
                <p:cNvPr id="27" name="Ink 26">
                  <a:extLst>
                    <a:ext uri="{FF2B5EF4-FFF2-40B4-BE49-F238E27FC236}">
                      <a16:creationId xmlns:a16="http://schemas.microsoft.com/office/drawing/2014/main" id="{F9291B6F-D99E-783F-397B-107EAFA7232F}"/>
                    </a:ext>
                  </a:extLst>
                </p:cNvPr>
                <p:cNvPicPr/>
                <p:nvPr/>
              </p:nvPicPr>
              <p:blipFill>
                <a:blip r:embed="rId51"/>
                <a:stretch>
                  <a:fillRect/>
                </a:stretch>
              </p:blipFill>
              <p:spPr>
                <a:xfrm>
                  <a:off x="8839894" y="2734542"/>
                  <a:ext cx="51480" cy="486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8" name="Ink 27">
                  <a:extLst>
                    <a:ext uri="{FF2B5EF4-FFF2-40B4-BE49-F238E27FC236}">
                      <a16:creationId xmlns:a16="http://schemas.microsoft.com/office/drawing/2014/main" id="{00AFCC8A-781E-622F-7BEA-AF04ED22F68E}"/>
                    </a:ext>
                  </a:extLst>
                </p14:cNvPr>
                <p14:cNvContentPartPr/>
                <p14:nvPr/>
              </p14:nvContentPartPr>
              <p14:xfrm>
                <a:off x="9117454" y="2690982"/>
                <a:ext cx="19800" cy="24120"/>
              </p14:xfrm>
            </p:contentPart>
          </mc:Choice>
          <mc:Fallback>
            <p:pic>
              <p:nvPicPr>
                <p:cNvPr id="28" name="Ink 27">
                  <a:extLst>
                    <a:ext uri="{FF2B5EF4-FFF2-40B4-BE49-F238E27FC236}">
                      <a16:creationId xmlns:a16="http://schemas.microsoft.com/office/drawing/2014/main" id="{00AFCC8A-781E-622F-7BEA-AF04ED22F68E}"/>
                    </a:ext>
                  </a:extLst>
                </p:cNvPr>
                <p:cNvPicPr/>
                <p:nvPr/>
              </p:nvPicPr>
              <p:blipFill>
                <a:blip r:embed="rId53"/>
                <a:stretch>
                  <a:fillRect/>
                </a:stretch>
              </p:blipFill>
              <p:spPr>
                <a:xfrm>
                  <a:off x="9099454" y="2672982"/>
                  <a:ext cx="5544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6" name="Ink 35">
                  <a:extLst>
                    <a:ext uri="{FF2B5EF4-FFF2-40B4-BE49-F238E27FC236}">
                      <a16:creationId xmlns:a16="http://schemas.microsoft.com/office/drawing/2014/main" id="{D698441D-8510-364C-40CD-D3F4BDC25AA3}"/>
                    </a:ext>
                  </a:extLst>
                </p14:cNvPr>
                <p14:cNvContentPartPr/>
                <p14:nvPr/>
              </p14:nvContentPartPr>
              <p14:xfrm>
                <a:off x="8595094" y="2811582"/>
                <a:ext cx="2160" cy="1440"/>
              </p14:xfrm>
            </p:contentPart>
          </mc:Choice>
          <mc:Fallback>
            <p:pic>
              <p:nvPicPr>
                <p:cNvPr id="36" name="Ink 35">
                  <a:extLst>
                    <a:ext uri="{FF2B5EF4-FFF2-40B4-BE49-F238E27FC236}">
                      <a16:creationId xmlns:a16="http://schemas.microsoft.com/office/drawing/2014/main" id="{D698441D-8510-364C-40CD-D3F4BDC25AA3}"/>
                    </a:ext>
                  </a:extLst>
                </p:cNvPr>
                <p:cNvPicPr/>
                <p:nvPr/>
              </p:nvPicPr>
              <p:blipFill>
                <a:blip r:embed="rId55"/>
                <a:stretch>
                  <a:fillRect/>
                </a:stretch>
              </p:blipFill>
              <p:spPr>
                <a:xfrm>
                  <a:off x="8577094" y="2793582"/>
                  <a:ext cx="3780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7" name="Ink 36">
                  <a:extLst>
                    <a:ext uri="{FF2B5EF4-FFF2-40B4-BE49-F238E27FC236}">
                      <a16:creationId xmlns:a16="http://schemas.microsoft.com/office/drawing/2014/main" id="{BA5FA512-52CC-A06A-9D7D-41454111EB13}"/>
                    </a:ext>
                  </a:extLst>
                </p14:cNvPr>
                <p14:cNvContentPartPr/>
                <p14:nvPr/>
              </p14:nvContentPartPr>
              <p14:xfrm>
                <a:off x="8869054" y="2773782"/>
                <a:ext cx="16920" cy="10080"/>
              </p14:xfrm>
            </p:contentPart>
          </mc:Choice>
          <mc:Fallback>
            <p:pic>
              <p:nvPicPr>
                <p:cNvPr id="37" name="Ink 36">
                  <a:extLst>
                    <a:ext uri="{FF2B5EF4-FFF2-40B4-BE49-F238E27FC236}">
                      <a16:creationId xmlns:a16="http://schemas.microsoft.com/office/drawing/2014/main" id="{BA5FA512-52CC-A06A-9D7D-41454111EB13}"/>
                    </a:ext>
                  </a:extLst>
                </p:cNvPr>
                <p:cNvPicPr/>
                <p:nvPr/>
              </p:nvPicPr>
              <p:blipFill>
                <a:blip r:embed="rId57"/>
                <a:stretch>
                  <a:fillRect/>
                </a:stretch>
              </p:blipFill>
              <p:spPr>
                <a:xfrm>
                  <a:off x="8851054" y="2755782"/>
                  <a:ext cx="5256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8" name="Ink 37">
                  <a:extLst>
                    <a:ext uri="{FF2B5EF4-FFF2-40B4-BE49-F238E27FC236}">
                      <a16:creationId xmlns:a16="http://schemas.microsoft.com/office/drawing/2014/main" id="{FB8E80F8-6439-61DD-8094-0F868504CDBB}"/>
                    </a:ext>
                  </a:extLst>
                </p14:cNvPr>
                <p14:cNvContentPartPr/>
                <p14:nvPr/>
              </p14:nvContentPartPr>
              <p14:xfrm>
                <a:off x="9108454" y="2745342"/>
                <a:ext cx="19440" cy="10800"/>
              </p14:xfrm>
            </p:contentPart>
          </mc:Choice>
          <mc:Fallback>
            <p:pic>
              <p:nvPicPr>
                <p:cNvPr id="38" name="Ink 37">
                  <a:extLst>
                    <a:ext uri="{FF2B5EF4-FFF2-40B4-BE49-F238E27FC236}">
                      <a16:creationId xmlns:a16="http://schemas.microsoft.com/office/drawing/2014/main" id="{FB8E80F8-6439-61DD-8094-0F868504CDBB}"/>
                    </a:ext>
                  </a:extLst>
                </p:cNvPr>
                <p:cNvPicPr/>
                <p:nvPr/>
              </p:nvPicPr>
              <p:blipFill>
                <a:blip r:embed="rId59"/>
                <a:stretch>
                  <a:fillRect/>
                </a:stretch>
              </p:blipFill>
              <p:spPr>
                <a:xfrm>
                  <a:off x="9090454" y="2727342"/>
                  <a:ext cx="5508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9" name="Ink 38">
                  <a:extLst>
                    <a:ext uri="{FF2B5EF4-FFF2-40B4-BE49-F238E27FC236}">
                      <a16:creationId xmlns:a16="http://schemas.microsoft.com/office/drawing/2014/main" id="{8E796AED-95F1-0CEC-29F6-6D4731C5386D}"/>
                    </a:ext>
                  </a:extLst>
                </p14:cNvPr>
                <p14:cNvContentPartPr/>
                <p14:nvPr/>
              </p14:nvContentPartPr>
              <p14:xfrm>
                <a:off x="8546134" y="2843622"/>
                <a:ext cx="12600" cy="24120"/>
              </p14:xfrm>
            </p:contentPart>
          </mc:Choice>
          <mc:Fallback>
            <p:pic>
              <p:nvPicPr>
                <p:cNvPr id="39" name="Ink 38">
                  <a:extLst>
                    <a:ext uri="{FF2B5EF4-FFF2-40B4-BE49-F238E27FC236}">
                      <a16:creationId xmlns:a16="http://schemas.microsoft.com/office/drawing/2014/main" id="{8E796AED-95F1-0CEC-29F6-6D4731C5386D}"/>
                    </a:ext>
                  </a:extLst>
                </p:cNvPr>
                <p:cNvPicPr/>
                <p:nvPr/>
              </p:nvPicPr>
              <p:blipFill>
                <a:blip r:embed="rId61"/>
                <a:stretch>
                  <a:fillRect/>
                </a:stretch>
              </p:blipFill>
              <p:spPr>
                <a:xfrm>
                  <a:off x="8528134" y="2825622"/>
                  <a:ext cx="4824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0" name="Ink 39">
                  <a:extLst>
                    <a:ext uri="{FF2B5EF4-FFF2-40B4-BE49-F238E27FC236}">
                      <a16:creationId xmlns:a16="http://schemas.microsoft.com/office/drawing/2014/main" id="{73F66954-D3DD-F997-CFE8-40D5CCF8628E}"/>
                    </a:ext>
                  </a:extLst>
                </p14:cNvPr>
                <p14:cNvContentPartPr/>
                <p14:nvPr/>
              </p14:nvContentPartPr>
              <p14:xfrm>
                <a:off x="8872654" y="2798622"/>
                <a:ext cx="15120" cy="3960"/>
              </p14:xfrm>
            </p:contentPart>
          </mc:Choice>
          <mc:Fallback>
            <p:pic>
              <p:nvPicPr>
                <p:cNvPr id="40" name="Ink 39">
                  <a:extLst>
                    <a:ext uri="{FF2B5EF4-FFF2-40B4-BE49-F238E27FC236}">
                      <a16:creationId xmlns:a16="http://schemas.microsoft.com/office/drawing/2014/main" id="{73F66954-D3DD-F997-CFE8-40D5CCF8628E}"/>
                    </a:ext>
                  </a:extLst>
                </p:cNvPr>
                <p:cNvPicPr/>
                <p:nvPr/>
              </p:nvPicPr>
              <p:blipFill>
                <a:blip r:embed="rId63"/>
                <a:stretch>
                  <a:fillRect/>
                </a:stretch>
              </p:blipFill>
              <p:spPr>
                <a:xfrm>
                  <a:off x="8854654" y="2780622"/>
                  <a:ext cx="5076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2" name="Ink 41">
                  <a:extLst>
                    <a:ext uri="{FF2B5EF4-FFF2-40B4-BE49-F238E27FC236}">
                      <a16:creationId xmlns:a16="http://schemas.microsoft.com/office/drawing/2014/main" id="{26CFD8A0-7ADA-B1EA-7EAD-EA5AEA2D70F1}"/>
                    </a:ext>
                  </a:extLst>
                </p14:cNvPr>
                <p14:cNvContentPartPr/>
                <p14:nvPr/>
              </p14:nvContentPartPr>
              <p14:xfrm>
                <a:off x="8973094" y="2736702"/>
                <a:ext cx="926640" cy="230760"/>
              </p14:xfrm>
            </p:contentPart>
          </mc:Choice>
          <mc:Fallback>
            <p:pic>
              <p:nvPicPr>
                <p:cNvPr id="42" name="Ink 41">
                  <a:extLst>
                    <a:ext uri="{FF2B5EF4-FFF2-40B4-BE49-F238E27FC236}">
                      <a16:creationId xmlns:a16="http://schemas.microsoft.com/office/drawing/2014/main" id="{26CFD8A0-7ADA-B1EA-7EAD-EA5AEA2D70F1}"/>
                    </a:ext>
                  </a:extLst>
                </p:cNvPr>
                <p:cNvPicPr/>
                <p:nvPr/>
              </p:nvPicPr>
              <p:blipFill>
                <a:blip r:embed="rId65"/>
                <a:stretch>
                  <a:fillRect/>
                </a:stretch>
              </p:blipFill>
              <p:spPr>
                <a:xfrm>
                  <a:off x="8955101" y="2718702"/>
                  <a:ext cx="962266" cy="2664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3" name="Ink 42">
                  <a:extLst>
                    <a:ext uri="{FF2B5EF4-FFF2-40B4-BE49-F238E27FC236}">
                      <a16:creationId xmlns:a16="http://schemas.microsoft.com/office/drawing/2014/main" id="{3F164F78-2559-6852-297B-D70EC5678305}"/>
                    </a:ext>
                  </a:extLst>
                </p14:cNvPr>
                <p14:cNvContentPartPr/>
                <p14:nvPr/>
              </p14:nvContentPartPr>
              <p14:xfrm>
                <a:off x="9756454" y="2733822"/>
                <a:ext cx="103680" cy="304920"/>
              </p14:xfrm>
            </p:contentPart>
          </mc:Choice>
          <mc:Fallback>
            <p:pic>
              <p:nvPicPr>
                <p:cNvPr id="43" name="Ink 42">
                  <a:extLst>
                    <a:ext uri="{FF2B5EF4-FFF2-40B4-BE49-F238E27FC236}">
                      <a16:creationId xmlns:a16="http://schemas.microsoft.com/office/drawing/2014/main" id="{3F164F78-2559-6852-297B-D70EC5678305}"/>
                    </a:ext>
                  </a:extLst>
                </p:cNvPr>
                <p:cNvPicPr/>
                <p:nvPr/>
              </p:nvPicPr>
              <p:blipFill>
                <a:blip r:embed="rId67"/>
                <a:stretch>
                  <a:fillRect/>
                </a:stretch>
              </p:blipFill>
              <p:spPr>
                <a:xfrm>
                  <a:off x="9738454" y="2715822"/>
                  <a:ext cx="139320" cy="3405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4" name="Ink 43">
                  <a:extLst>
                    <a:ext uri="{FF2B5EF4-FFF2-40B4-BE49-F238E27FC236}">
                      <a16:creationId xmlns:a16="http://schemas.microsoft.com/office/drawing/2014/main" id="{B04D4AD2-8BA1-7BD9-E193-7D3A0564E153}"/>
                    </a:ext>
                  </a:extLst>
                </p14:cNvPr>
                <p14:cNvContentPartPr/>
                <p14:nvPr/>
              </p14:nvContentPartPr>
              <p14:xfrm>
                <a:off x="8192974" y="2805822"/>
                <a:ext cx="1663200" cy="303120"/>
              </p14:xfrm>
            </p:contentPart>
          </mc:Choice>
          <mc:Fallback>
            <p:pic>
              <p:nvPicPr>
                <p:cNvPr id="44" name="Ink 43">
                  <a:extLst>
                    <a:ext uri="{FF2B5EF4-FFF2-40B4-BE49-F238E27FC236}">
                      <a16:creationId xmlns:a16="http://schemas.microsoft.com/office/drawing/2014/main" id="{B04D4AD2-8BA1-7BD9-E193-7D3A0564E153}"/>
                    </a:ext>
                  </a:extLst>
                </p:cNvPr>
                <p:cNvPicPr/>
                <p:nvPr/>
              </p:nvPicPr>
              <p:blipFill>
                <a:blip r:embed="rId69"/>
                <a:stretch>
                  <a:fillRect/>
                </a:stretch>
              </p:blipFill>
              <p:spPr>
                <a:xfrm>
                  <a:off x="8174978" y="2787822"/>
                  <a:ext cx="1698832" cy="3387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6" name="Ink 45">
                  <a:extLst>
                    <a:ext uri="{FF2B5EF4-FFF2-40B4-BE49-F238E27FC236}">
                      <a16:creationId xmlns:a16="http://schemas.microsoft.com/office/drawing/2014/main" id="{F69D34F0-548F-B51B-C1EE-BEB33D6DCE95}"/>
                    </a:ext>
                  </a:extLst>
                </p14:cNvPr>
                <p14:cNvContentPartPr/>
                <p14:nvPr/>
              </p14:nvContentPartPr>
              <p14:xfrm>
                <a:off x="8340574" y="2840382"/>
                <a:ext cx="1555560" cy="302040"/>
              </p14:xfrm>
            </p:contentPart>
          </mc:Choice>
          <mc:Fallback>
            <p:pic>
              <p:nvPicPr>
                <p:cNvPr id="46" name="Ink 45">
                  <a:extLst>
                    <a:ext uri="{FF2B5EF4-FFF2-40B4-BE49-F238E27FC236}">
                      <a16:creationId xmlns:a16="http://schemas.microsoft.com/office/drawing/2014/main" id="{F69D34F0-548F-B51B-C1EE-BEB33D6DCE95}"/>
                    </a:ext>
                  </a:extLst>
                </p:cNvPr>
                <p:cNvPicPr/>
                <p:nvPr/>
              </p:nvPicPr>
              <p:blipFill>
                <a:blip r:embed="rId71"/>
                <a:stretch>
                  <a:fillRect/>
                </a:stretch>
              </p:blipFill>
              <p:spPr>
                <a:xfrm>
                  <a:off x="8322574" y="2822382"/>
                  <a:ext cx="1591200" cy="3376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7" name="Ink 46">
                  <a:extLst>
                    <a:ext uri="{FF2B5EF4-FFF2-40B4-BE49-F238E27FC236}">
                      <a16:creationId xmlns:a16="http://schemas.microsoft.com/office/drawing/2014/main" id="{2F7D48D1-BA3F-29C8-9C32-4E4FBD4B87CC}"/>
                    </a:ext>
                  </a:extLst>
                </p14:cNvPr>
                <p14:cNvContentPartPr/>
                <p14:nvPr/>
              </p14:nvContentPartPr>
              <p14:xfrm>
                <a:off x="9717214" y="2926782"/>
                <a:ext cx="78840" cy="198000"/>
              </p14:xfrm>
            </p:contentPart>
          </mc:Choice>
          <mc:Fallback>
            <p:pic>
              <p:nvPicPr>
                <p:cNvPr id="47" name="Ink 46">
                  <a:extLst>
                    <a:ext uri="{FF2B5EF4-FFF2-40B4-BE49-F238E27FC236}">
                      <a16:creationId xmlns:a16="http://schemas.microsoft.com/office/drawing/2014/main" id="{2F7D48D1-BA3F-29C8-9C32-4E4FBD4B87CC}"/>
                    </a:ext>
                  </a:extLst>
                </p:cNvPr>
                <p:cNvPicPr/>
                <p:nvPr/>
              </p:nvPicPr>
              <p:blipFill>
                <a:blip r:embed="rId73"/>
                <a:stretch>
                  <a:fillRect/>
                </a:stretch>
              </p:blipFill>
              <p:spPr>
                <a:xfrm>
                  <a:off x="9699214" y="2908815"/>
                  <a:ext cx="114480" cy="233575"/>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9" name="Ink 48">
                  <a:extLst>
                    <a:ext uri="{FF2B5EF4-FFF2-40B4-BE49-F238E27FC236}">
                      <a16:creationId xmlns:a16="http://schemas.microsoft.com/office/drawing/2014/main" id="{FB0F3DBF-A843-D952-CF75-A9DEBF5AC81C}"/>
                    </a:ext>
                  </a:extLst>
                </p14:cNvPr>
                <p14:cNvContentPartPr/>
                <p14:nvPr/>
              </p14:nvContentPartPr>
              <p14:xfrm>
                <a:off x="9341734" y="2123262"/>
                <a:ext cx="424080" cy="63720"/>
              </p14:xfrm>
            </p:contentPart>
          </mc:Choice>
          <mc:Fallback>
            <p:pic>
              <p:nvPicPr>
                <p:cNvPr id="49" name="Ink 48">
                  <a:extLst>
                    <a:ext uri="{FF2B5EF4-FFF2-40B4-BE49-F238E27FC236}">
                      <a16:creationId xmlns:a16="http://schemas.microsoft.com/office/drawing/2014/main" id="{FB0F3DBF-A843-D952-CF75-A9DEBF5AC81C}"/>
                    </a:ext>
                  </a:extLst>
                </p:cNvPr>
                <p:cNvPicPr/>
                <p:nvPr/>
              </p:nvPicPr>
              <p:blipFill>
                <a:blip r:embed="rId75"/>
                <a:stretch>
                  <a:fillRect/>
                </a:stretch>
              </p:blipFill>
              <p:spPr>
                <a:xfrm>
                  <a:off x="9323749" y="2105262"/>
                  <a:ext cx="459690" cy="993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0" name="Ink 49">
                  <a:extLst>
                    <a:ext uri="{FF2B5EF4-FFF2-40B4-BE49-F238E27FC236}">
                      <a16:creationId xmlns:a16="http://schemas.microsoft.com/office/drawing/2014/main" id="{04C6EBDB-C928-2991-0AF1-F0DE77CC7D80}"/>
                    </a:ext>
                  </a:extLst>
                </p14:cNvPr>
                <p14:cNvContentPartPr/>
                <p14:nvPr/>
              </p14:nvContentPartPr>
              <p14:xfrm>
                <a:off x="9339214" y="2218662"/>
                <a:ext cx="456480" cy="32040"/>
              </p14:xfrm>
            </p:contentPart>
          </mc:Choice>
          <mc:Fallback>
            <p:pic>
              <p:nvPicPr>
                <p:cNvPr id="50" name="Ink 49">
                  <a:extLst>
                    <a:ext uri="{FF2B5EF4-FFF2-40B4-BE49-F238E27FC236}">
                      <a16:creationId xmlns:a16="http://schemas.microsoft.com/office/drawing/2014/main" id="{04C6EBDB-C928-2991-0AF1-F0DE77CC7D80}"/>
                    </a:ext>
                  </a:extLst>
                </p:cNvPr>
                <p:cNvPicPr/>
                <p:nvPr/>
              </p:nvPicPr>
              <p:blipFill>
                <a:blip r:embed="rId77"/>
                <a:stretch>
                  <a:fillRect/>
                </a:stretch>
              </p:blipFill>
              <p:spPr>
                <a:xfrm>
                  <a:off x="9321214" y="2200662"/>
                  <a:ext cx="49212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1" name="Ink 50">
                  <a:extLst>
                    <a:ext uri="{FF2B5EF4-FFF2-40B4-BE49-F238E27FC236}">
                      <a16:creationId xmlns:a16="http://schemas.microsoft.com/office/drawing/2014/main" id="{11CB015E-A5D2-837B-E31D-3443ED4D3618}"/>
                    </a:ext>
                  </a:extLst>
                </p14:cNvPr>
                <p14:cNvContentPartPr/>
                <p14:nvPr/>
              </p14:nvContentPartPr>
              <p14:xfrm>
                <a:off x="9349654" y="2278782"/>
                <a:ext cx="344520" cy="37800"/>
              </p14:xfrm>
            </p:contentPart>
          </mc:Choice>
          <mc:Fallback>
            <p:pic>
              <p:nvPicPr>
                <p:cNvPr id="51" name="Ink 50">
                  <a:extLst>
                    <a:ext uri="{FF2B5EF4-FFF2-40B4-BE49-F238E27FC236}">
                      <a16:creationId xmlns:a16="http://schemas.microsoft.com/office/drawing/2014/main" id="{11CB015E-A5D2-837B-E31D-3443ED4D3618}"/>
                    </a:ext>
                  </a:extLst>
                </p:cNvPr>
                <p:cNvPicPr/>
                <p:nvPr/>
              </p:nvPicPr>
              <p:blipFill>
                <a:blip r:embed="rId79"/>
                <a:stretch>
                  <a:fillRect/>
                </a:stretch>
              </p:blipFill>
              <p:spPr>
                <a:xfrm>
                  <a:off x="9331654" y="2260782"/>
                  <a:ext cx="380160" cy="734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3" name="Ink 52">
                  <a:extLst>
                    <a:ext uri="{FF2B5EF4-FFF2-40B4-BE49-F238E27FC236}">
                      <a16:creationId xmlns:a16="http://schemas.microsoft.com/office/drawing/2014/main" id="{90968803-80F5-8AB1-846A-D999EE430CE6}"/>
                    </a:ext>
                  </a:extLst>
                </p14:cNvPr>
                <p14:cNvContentPartPr/>
                <p14:nvPr/>
              </p14:nvContentPartPr>
              <p14:xfrm>
                <a:off x="8273254" y="2168622"/>
                <a:ext cx="1130760" cy="1059120"/>
              </p14:xfrm>
            </p:contentPart>
          </mc:Choice>
          <mc:Fallback>
            <p:pic>
              <p:nvPicPr>
                <p:cNvPr id="53" name="Ink 52">
                  <a:extLst>
                    <a:ext uri="{FF2B5EF4-FFF2-40B4-BE49-F238E27FC236}">
                      <a16:creationId xmlns:a16="http://schemas.microsoft.com/office/drawing/2014/main" id="{90968803-80F5-8AB1-846A-D999EE430CE6}"/>
                    </a:ext>
                  </a:extLst>
                </p:cNvPr>
                <p:cNvPicPr/>
                <p:nvPr/>
              </p:nvPicPr>
              <p:blipFill>
                <a:blip r:embed="rId81"/>
                <a:stretch>
                  <a:fillRect/>
                </a:stretch>
              </p:blipFill>
              <p:spPr>
                <a:xfrm>
                  <a:off x="8255254" y="2150622"/>
                  <a:ext cx="1166400" cy="10947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4" name="Ink 53">
                  <a:extLst>
                    <a:ext uri="{FF2B5EF4-FFF2-40B4-BE49-F238E27FC236}">
                      <a16:creationId xmlns:a16="http://schemas.microsoft.com/office/drawing/2014/main" id="{093C4BE8-1C45-BA56-4702-09CD82F8A2A6}"/>
                    </a:ext>
                  </a:extLst>
                </p14:cNvPr>
                <p14:cNvContentPartPr/>
                <p14:nvPr/>
              </p14:nvContentPartPr>
              <p14:xfrm>
                <a:off x="8750254" y="1773702"/>
                <a:ext cx="455400" cy="498960"/>
              </p14:xfrm>
            </p:contentPart>
          </mc:Choice>
          <mc:Fallback>
            <p:pic>
              <p:nvPicPr>
                <p:cNvPr id="54" name="Ink 53">
                  <a:extLst>
                    <a:ext uri="{FF2B5EF4-FFF2-40B4-BE49-F238E27FC236}">
                      <a16:creationId xmlns:a16="http://schemas.microsoft.com/office/drawing/2014/main" id="{093C4BE8-1C45-BA56-4702-09CD82F8A2A6}"/>
                    </a:ext>
                  </a:extLst>
                </p:cNvPr>
                <p:cNvPicPr/>
                <p:nvPr/>
              </p:nvPicPr>
              <p:blipFill>
                <a:blip r:embed="rId83"/>
                <a:stretch>
                  <a:fillRect/>
                </a:stretch>
              </p:blipFill>
              <p:spPr>
                <a:xfrm>
                  <a:off x="8732254" y="1755702"/>
                  <a:ext cx="491040" cy="5346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9" name="Ink 58">
                  <a:extLst>
                    <a:ext uri="{FF2B5EF4-FFF2-40B4-BE49-F238E27FC236}">
                      <a16:creationId xmlns:a16="http://schemas.microsoft.com/office/drawing/2014/main" id="{0ADA2C23-0034-F1F3-98E2-EFC4F0CE649F}"/>
                    </a:ext>
                  </a:extLst>
                </p14:cNvPr>
                <p14:cNvContentPartPr/>
                <p14:nvPr/>
              </p14:nvContentPartPr>
              <p14:xfrm>
                <a:off x="9146974" y="2302542"/>
                <a:ext cx="8280" cy="2880"/>
              </p14:xfrm>
            </p:contentPart>
          </mc:Choice>
          <mc:Fallback>
            <p:pic>
              <p:nvPicPr>
                <p:cNvPr id="59" name="Ink 58">
                  <a:extLst>
                    <a:ext uri="{FF2B5EF4-FFF2-40B4-BE49-F238E27FC236}">
                      <a16:creationId xmlns:a16="http://schemas.microsoft.com/office/drawing/2014/main" id="{0ADA2C23-0034-F1F3-98E2-EFC4F0CE649F}"/>
                    </a:ext>
                  </a:extLst>
                </p:cNvPr>
                <p:cNvPicPr/>
                <p:nvPr/>
              </p:nvPicPr>
              <p:blipFill>
                <a:blip r:embed="rId85"/>
                <a:stretch>
                  <a:fillRect/>
                </a:stretch>
              </p:blipFill>
              <p:spPr>
                <a:xfrm>
                  <a:off x="9129724" y="2284542"/>
                  <a:ext cx="42435" cy="38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6">
            <p14:nvContentPartPr>
              <p14:cNvPr id="61" name="Ink 60">
                <a:extLst>
                  <a:ext uri="{FF2B5EF4-FFF2-40B4-BE49-F238E27FC236}">
                    <a16:creationId xmlns:a16="http://schemas.microsoft.com/office/drawing/2014/main" id="{96961E35-8ADB-E72E-408F-0C4822E555E7}"/>
                  </a:ext>
                </a:extLst>
              </p14:cNvPr>
              <p14:cNvContentPartPr/>
              <p14:nvPr/>
            </p14:nvContentPartPr>
            <p14:xfrm>
              <a:off x="11211574" y="2350422"/>
              <a:ext cx="1440" cy="4680"/>
            </p14:xfrm>
          </p:contentPart>
        </mc:Choice>
        <mc:Fallback>
          <p:pic>
            <p:nvPicPr>
              <p:cNvPr id="61" name="Ink 60">
                <a:extLst>
                  <a:ext uri="{FF2B5EF4-FFF2-40B4-BE49-F238E27FC236}">
                    <a16:creationId xmlns:a16="http://schemas.microsoft.com/office/drawing/2014/main" id="{96961E35-8ADB-E72E-408F-0C4822E555E7}"/>
                  </a:ext>
                </a:extLst>
              </p:cNvPr>
              <p:cNvPicPr/>
              <p:nvPr/>
            </p:nvPicPr>
            <p:blipFill>
              <a:blip r:embed="rId87"/>
              <a:stretch>
                <a:fillRect/>
              </a:stretch>
            </p:blipFill>
            <p:spPr>
              <a:xfrm>
                <a:off x="11197174" y="2332422"/>
                <a:ext cx="29952"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62" name="Ink 61">
                <a:extLst>
                  <a:ext uri="{FF2B5EF4-FFF2-40B4-BE49-F238E27FC236}">
                    <a16:creationId xmlns:a16="http://schemas.microsoft.com/office/drawing/2014/main" id="{7048FDD1-E5DD-91A6-52B1-DEC3D7CD580C}"/>
                  </a:ext>
                </a:extLst>
              </p14:cNvPr>
              <p14:cNvContentPartPr/>
              <p14:nvPr/>
            </p14:nvContentPartPr>
            <p14:xfrm>
              <a:off x="2369974" y="4156542"/>
              <a:ext cx="360" cy="360"/>
            </p14:xfrm>
          </p:contentPart>
        </mc:Choice>
        <mc:Fallback>
          <p:pic>
            <p:nvPicPr>
              <p:cNvPr id="62" name="Ink 61">
                <a:extLst>
                  <a:ext uri="{FF2B5EF4-FFF2-40B4-BE49-F238E27FC236}">
                    <a16:creationId xmlns:a16="http://schemas.microsoft.com/office/drawing/2014/main" id="{7048FDD1-E5DD-91A6-52B1-DEC3D7CD580C}"/>
                  </a:ext>
                </a:extLst>
              </p:cNvPr>
              <p:cNvPicPr/>
              <p:nvPr/>
            </p:nvPicPr>
            <p:blipFill>
              <a:blip r:embed="rId89"/>
              <a:stretch>
                <a:fillRect/>
              </a:stretch>
            </p:blipFill>
            <p:spPr>
              <a:xfrm>
                <a:off x="2351974" y="4138542"/>
                <a:ext cx="36000" cy="36000"/>
              </a:xfrm>
              <a:prstGeom prst="rect">
                <a:avLst/>
              </a:prstGeom>
            </p:spPr>
          </p:pic>
        </mc:Fallback>
      </mc:AlternateContent>
      <p:grpSp>
        <p:nvGrpSpPr>
          <p:cNvPr id="66" name="Group 65">
            <a:extLst>
              <a:ext uri="{FF2B5EF4-FFF2-40B4-BE49-F238E27FC236}">
                <a16:creationId xmlns:a16="http://schemas.microsoft.com/office/drawing/2014/main" id="{54E3B302-3229-9053-04CB-5FC6BA21D5E7}"/>
              </a:ext>
            </a:extLst>
          </p:cNvPr>
          <p:cNvGrpSpPr/>
          <p:nvPr/>
        </p:nvGrpSpPr>
        <p:grpSpPr>
          <a:xfrm>
            <a:off x="5734534" y="3965022"/>
            <a:ext cx="166320" cy="244080"/>
            <a:chOff x="5734534" y="3965022"/>
            <a:chExt cx="166320" cy="244080"/>
          </a:xfrm>
        </p:grpSpPr>
        <mc:AlternateContent xmlns:mc="http://schemas.openxmlformats.org/markup-compatibility/2006">
          <mc:Choice xmlns:p14="http://schemas.microsoft.com/office/powerpoint/2010/main" Requires="p14">
            <p:contentPart p14:bwMode="auto" r:id="rId90">
              <p14:nvContentPartPr>
                <p14:cNvPr id="63" name="Ink 62">
                  <a:extLst>
                    <a:ext uri="{FF2B5EF4-FFF2-40B4-BE49-F238E27FC236}">
                      <a16:creationId xmlns:a16="http://schemas.microsoft.com/office/drawing/2014/main" id="{B26F3311-57CE-0A59-5043-650F634062AF}"/>
                    </a:ext>
                  </a:extLst>
                </p14:cNvPr>
                <p14:cNvContentPartPr/>
                <p14:nvPr/>
              </p14:nvContentPartPr>
              <p14:xfrm>
                <a:off x="5743534" y="3965022"/>
                <a:ext cx="157320" cy="244080"/>
              </p14:xfrm>
            </p:contentPart>
          </mc:Choice>
          <mc:Fallback>
            <p:pic>
              <p:nvPicPr>
                <p:cNvPr id="63" name="Ink 62">
                  <a:extLst>
                    <a:ext uri="{FF2B5EF4-FFF2-40B4-BE49-F238E27FC236}">
                      <a16:creationId xmlns:a16="http://schemas.microsoft.com/office/drawing/2014/main" id="{B26F3311-57CE-0A59-5043-650F634062AF}"/>
                    </a:ext>
                  </a:extLst>
                </p:cNvPr>
                <p:cNvPicPr/>
                <p:nvPr/>
              </p:nvPicPr>
              <p:blipFill>
                <a:blip r:embed="rId91"/>
                <a:stretch>
                  <a:fillRect/>
                </a:stretch>
              </p:blipFill>
              <p:spPr>
                <a:xfrm>
                  <a:off x="5725493" y="3946995"/>
                  <a:ext cx="193042" cy="279773"/>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4" name="Ink 63">
                  <a:extLst>
                    <a:ext uri="{FF2B5EF4-FFF2-40B4-BE49-F238E27FC236}">
                      <a16:creationId xmlns:a16="http://schemas.microsoft.com/office/drawing/2014/main" id="{E410EC20-73DF-9E7D-1586-8A71D1E3EC11}"/>
                    </a:ext>
                  </a:extLst>
                </p14:cNvPr>
                <p14:cNvContentPartPr/>
                <p14:nvPr/>
              </p14:nvContentPartPr>
              <p14:xfrm>
                <a:off x="5734534" y="4027662"/>
                <a:ext cx="133560" cy="155520"/>
              </p14:xfrm>
            </p:contentPart>
          </mc:Choice>
          <mc:Fallback>
            <p:pic>
              <p:nvPicPr>
                <p:cNvPr id="64" name="Ink 63">
                  <a:extLst>
                    <a:ext uri="{FF2B5EF4-FFF2-40B4-BE49-F238E27FC236}">
                      <a16:creationId xmlns:a16="http://schemas.microsoft.com/office/drawing/2014/main" id="{E410EC20-73DF-9E7D-1586-8A71D1E3EC11}"/>
                    </a:ext>
                  </a:extLst>
                </p:cNvPr>
                <p:cNvPicPr/>
                <p:nvPr/>
              </p:nvPicPr>
              <p:blipFill>
                <a:blip r:embed="rId93"/>
                <a:stretch>
                  <a:fillRect/>
                </a:stretch>
              </p:blipFill>
              <p:spPr>
                <a:xfrm>
                  <a:off x="5716534" y="4009662"/>
                  <a:ext cx="169200" cy="1911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4">
            <p14:nvContentPartPr>
              <p14:cNvPr id="65" name="Ink 64">
                <a:extLst>
                  <a:ext uri="{FF2B5EF4-FFF2-40B4-BE49-F238E27FC236}">
                    <a16:creationId xmlns:a16="http://schemas.microsoft.com/office/drawing/2014/main" id="{D98F168D-112C-6030-C0D4-FC752503FD98}"/>
                  </a:ext>
                </a:extLst>
              </p14:cNvPr>
              <p14:cNvContentPartPr/>
              <p14:nvPr/>
            </p14:nvContentPartPr>
            <p14:xfrm>
              <a:off x="2516854" y="4146462"/>
              <a:ext cx="281520" cy="311040"/>
            </p14:xfrm>
          </p:contentPart>
        </mc:Choice>
        <mc:Fallback>
          <p:pic>
            <p:nvPicPr>
              <p:cNvPr id="65" name="Ink 64">
                <a:extLst>
                  <a:ext uri="{FF2B5EF4-FFF2-40B4-BE49-F238E27FC236}">
                    <a16:creationId xmlns:a16="http://schemas.microsoft.com/office/drawing/2014/main" id="{D98F168D-112C-6030-C0D4-FC752503FD98}"/>
                  </a:ext>
                </a:extLst>
              </p:cNvPr>
              <p:cNvPicPr/>
              <p:nvPr/>
            </p:nvPicPr>
            <p:blipFill>
              <a:blip r:embed="rId95"/>
              <a:stretch>
                <a:fillRect/>
              </a:stretch>
            </p:blipFill>
            <p:spPr>
              <a:xfrm>
                <a:off x="2498831" y="4128462"/>
                <a:ext cx="317206" cy="346680"/>
              </a:xfrm>
              <a:prstGeom prst="rect">
                <a:avLst/>
              </a:prstGeom>
            </p:spPr>
          </p:pic>
        </mc:Fallback>
      </mc:AlternateContent>
      <p:grpSp>
        <p:nvGrpSpPr>
          <p:cNvPr id="79" name="Group 78">
            <a:extLst>
              <a:ext uri="{FF2B5EF4-FFF2-40B4-BE49-F238E27FC236}">
                <a16:creationId xmlns:a16="http://schemas.microsoft.com/office/drawing/2014/main" id="{AEDCFB5F-2BAF-5817-E18D-2E6C6310CAB3}"/>
              </a:ext>
            </a:extLst>
          </p:cNvPr>
          <p:cNvGrpSpPr/>
          <p:nvPr/>
        </p:nvGrpSpPr>
        <p:grpSpPr>
          <a:xfrm>
            <a:off x="6274174" y="3905982"/>
            <a:ext cx="462960" cy="171720"/>
            <a:chOff x="6274174" y="3905982"/>
            <a:chExt cx="462960" cy="171720"/>
          </a:xfrm>
        </p:grpSpPr>
        <mc:AlternateContent xmlns:mc="http://schemas.openxmlformats.org/markup-compatibility/2006">
          <mc:Choice xmlns:p14="http://schemas.microsoft.com/office/powerpoint/2010/main" Requires="p14">
            <p:contentPart p14:bwMode="auto" r:id="rId96">
              <p14:nvContentPartPr>
                <p14:cNvPr id="67" name="Ink 66">
                  <a:extLst>
                    <a:ext uri="{FF2B5EF4-FFF2-40B4-BE49-F238E27FC236}">
                      <a16:creationId xmlns:a16="http://schemas.microsoft.com/office/drawing/2014/main" id="{CF41FE9D-9476-9C77-AF3C-24A7C1BCA5F8}"/>
                    </a:ext>
                  </a:extLst>
                </p14:cNvPr>
                <p14:cNvContentPartPr/>
                <p14:nvPr/>
              </p14:nvContentPartPr>
              <p14:xfrm>
                <a:off x="6315934" y="3905982"/>
                <a:ext cx="88920" cy="147960"/>
              </p14:xfrm>
            </p:contentPart>
          </mc:Choice>
          <mc:Fallback>
            <p:pic>
              <p:nvPicPr>
                <p:cNvPr id="67" name="Ink 66">
                  <a:extLst>
                    <a:ext uri="{FF2B5EF4-FFF2-40B4-BE49-F238E27FC236}">
                      <a16:creationId xmlns:a16="http://schemas.microsoft.com/office/drawing/2014/main" id="{CF41FE9D-9476-9C77-AF3C-24A7C1BCA5F8}"/>
                    </a:ext>
                  </a:extLst>
                </p:cNvPr>
                <p:cNvPicPr/>
                <p:nvPr/>
              </p:nvPicPr>
              <p:blipFill>
                <a:blip r:embed="rId97"/>
                <a:stretch>
                  <a:fillRect/>
                </a:stretch>
              </p:blipFill>
              <p:spPr>
                <a:xfrm>
                  <a:off x="6297861" y="3888026"/>
                  <a:ext cx="124705" cy="183513"/>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8" name="Ink 67">
                  <a:extLst>
                    <a:ext uri="{FF2B5EF4-FFF2-40B4-BE49-F238E27FC236}">
                      <a16:creationId xmlns:a16="http://schemas.microsoft.com/office/drawing/2014/main" id="{5A7A61C5-551A-1E81-B30A-5D4F0E0A08B5}"/>
                    </a:ext>
                  </a:extLst>
                </p14:cNvPr>
                <p14:cNvContentPartPr/>
                <p14:nvPr/>
              </p14:nvContentPartPr>
              <p14:xfrm>
                <a:off x="6274174" y="3907782"/>
                <a:ext cx="151200" cy="118080"/>
              </p14:xfrm>
            </p:contentPart>
          </mc:Choice>
          <mc:Fallback>
            <p:pic>
              <p:nvPicPr>
                <p:cNvPr id="68" name="Ink 67">
                  <a:extLst>
                    <a:ext uri="{FF2B5EF4-FFF2-40B4-BE49-F238E27FC236}">
                      <a16:creationId xmlns:a16="http://schemas.microsoft.com/office/drawing/2014/main" id="{5A7A61C5-551A-1E81-B30A-5D4F0E0A08B5}"/>
                    </a:ext>
                  </a:extLst>
                </p:cNvPr>
                <p:cNvPicPr/>
                <p:nvPr/>
              </p:nvPicPr>
              <p:blipFill>
                <a:blip r:embed="rId99"/>
                <a:stretch>
                  <a:fillRect/>
                </a:stretch>
              </p:blipFill>
              <p:spPr>
                <a:xfrm>
                  <a:off x="6256174" y="3889727"/>
                  <a:ext cx="186840" cy="153829"/>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9" name="Ink 68">
                  <a:extLst>
                    <a:ext uri="{FF2B5EF4-FFF2-40B4-BE49-F238E27FC236}">
                      <a16:creationId xmlns:a16="http://schemas.microsoft.com/office/drawing/2014/main" id="{E7601695-16C0-ADA0-6F59-4A18F602D984}"/>
                    </a:ext>
                  </a:extLst>
                </p14:cNvPr>
                <p14:cNvContentPartPr/>
                <p14:nvPr/>
              </p14:nvContentPartPr>
              <p14:xfrm>
                <a:off x="6629134" y="3931902"/>
                <a:ext cx="81720" cy="116640"/>
              </p14:xfrm>
            </p:contentPart>
          </mc:Choice>
          <mc:Fallback>
            <p:pic>
              <p:nvPicPr>
                <p:cNvPr id="69" name="Ink 68">
                  <a:extLst>
                    <a:ext uri="{FF2B5EF4-FFF2-40B4-BE49-F238E27FC236}">
                      <a16:creationId xmlns:a16="http://schemas.microsoft.com/office/drawing/2014/main" id="{E7601695-16C0-ADA0-6F59-4A18F602D984}"/>
                    </a:ext>
                  </a:extLst>
                </p:cNvPr>
                <p:cNvPicPr/>
                <p:nvPr/>
              </p:nvPicPr>
              <p:blipFill>
                <a:blip r:embed="rId101"/>
                <a:stretch>
                  <a:fillRect/>
                </a:stretch>
              </p:blipFill>
              <p:spPr>
                <a:xfrm>
                  <a:off x="6611134" y="3913902"/>
                  <a:ext cx="11736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70" name="Ink 69">
                  <a:extLst>
                    <a:ext uri="{FF2B5EF4-FFF2-40B4-BE49-F238E27FC236}">
                      <a16:creationId xmlns:a16="http://schemas.microsoft.com/office/drawing/2014/main" id="{9174CE48-0096-14D5-7EA9-9A9F7E71C6CD}"/>
                    </a:ext>
                  </a:extLst>
                </p14:cNvPr>
                <p14:cNvContentPartPr/>
                <p14:nvPr/>
              </p14:nvContentPartPr>
              <p14:xfrm>
                <a:off x="6550294" y="3918942"/>
                <a:ext cx="186840" cy="158760"/>
              </p14:xfrm>
            </p:contentPart>
          </mc:Choice>
          <mc:Fallback>
            <p:pic>
              <p:nvPicPr>
                <p:cNvPr id="70" name="Ink 69">
                  <a:extLst>
                    <a:ext uri="{FF2B5EF4-FFF2-40B4-BE49-F238E27FC236}">
                      <a16:creationId xmlns:a16="http://schemas.microsoft.com/office/drawing/2014/main" id="{9174CE48-0096-14D5-7EA9-9A9F7E71C6CD}"/>
                    </a:ext>
                  </a:extLst>
                </p:cNvPr>
                <p:cNvPicPr/>
                <p:nvPr/>
              </p:nvPicPr>
              <p:blipFill>
                <a:blip r:embed="rId103"/>
                <a:stretch>
                  <a:fillRect/>
                </a:stretch>
              </p:blipFill>
              <p:spPr>
                <a:xfrm>
                  <a:off x="6532294" y="3900942"/>
                  <a:ext cx="222480" cy="194400"/>
                </a:xfrm>
                <a:prstGeom prst="rect">
                  <a:avLst/>
                </a:prstGeom>
              </p:spPr>
            </p:pic>
          </mc:Fallback>
        </mc:AlternateContent>
      </p:grpSp>
      <p:grpSp>
        <p:nvGrpSpPr>
          <p:cNvPr id="78" name="Group 77">
            <a:extLst>
              <a:ext uri="{FF2B5EF4-FFF2-40B4-BE49-F238E27FC236}">
                <a16:creationId xmlns:a16="http://schemas.microsoft.com/office/drawing/2014/main" id="{9B2079BC-0D2A-38A9-20B7-0EC670343963}"/>
              </a:ext>
            </a:extLst>
          </p:cNvPr>
          <p:cNvGrpSpPr/>
          <p:nvPr/>
        </p:nvGrpSpPr>
        <p:grpSpPr>
          <a:xfrm>
            <a:off x="8768614" y="4003542"/>
            <a:ext cx="117000" cy="133560"/>
            <a:chOff x="8768614" y="4003542"/>
            <a:chExt cx="117000" cy="133560"/>
          </a:xfrm>
        </p:grpSpPr>
        <mc:AlternateContent xmlns:mc="http://schemas.openxmlformats.org/markup-compatibility/2006">
          <mc:Choice xmlns:p14="http://schemas.microsoft.com/office/powerpoint/2010/main" Requires="p14">
            <p:contentPart p14:bwMode="auto" r:id="rId104">
              <p14:nvContentPartPr>
                <p14:cNvPr id="71" name="Ink 70">
                  <a:extLst>
                    <a:ext uri="{FF2B5EF4-FFF2-40B4-BE49-F238E27FC236}">
                      <a16:creationId xmlns:a16="http://schemas.microsoft.com/office/drawing/2014/main" id="{5A10F2E0-1F09-B98E-AFF4-D94CFB896F50}"/>
                    </a:ext>
                  </a:extLst>
                </p14:cNvPr>
                <p14:cNvContentPartPr/>
                <p14:nvPr/>
              </p14:nvContentPartPr>
              <p14:xfrm>
                <a:off x="8802814" y="4012902"/>
                <a:ext cx="82800" cy="124200"/>
              </p14:xfrm>
            </p:contentPart>
          </mc:Choice>
          <mc:Fallback>
            <p:pic>
              <p:nvPicPr>
                <p:cNvPr id="71" name="Ink 70">
                  <a:extLst>
                    <a:ext uri="{FF2B5EF4-FFF2-40B4-BE49-F238E27FC236}">
                      <a16:creationId xmlns:a16="http://schemas.microsoft.com/office/drawing/2014/main" id="{5A10F2E0-1F09-B98E-AFF4-D94CFB896F50}"/>
                    </a:ext>
                  </a:extLst>
                </p:cNvPr>
                <p:cNvPicPr/>
                <p:nvPr/>
              </p:nvPicPr>
              <p:blipFill>
                <a:blip r:embed="rId105"/>
                <a:stretch>
                  <a:fillRect/>
                </a:stretch>
              </p:blipFill>
              <p:spPr>
                <a:xfrm>
                  <a:off x="8784892" y="3994902"/>
                  <a:ext cx="118286"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72" name="Ink 71">
                  <a:extLst>
                    <a:ext uri="{FF2B5EF4-FFF2-40B4-BE49-F238E27FC236}">
                      <a16:creationId xmlns:a16="http://schemas.microsoft.com/office/drawing/2014/main" id="{B5BC1F42-CF8A-8005-247E-2FD6A9992EC4}"/>
                    </a:ext>
                  </a:extLst>
                </p14:cNvPr>
                <p14:cNvContentPartPr/>
                <p14:nvPr/>
              </p14:nvContentPartPr>
              <p14:xfrm>
                <a:off x="8768614" y="4003542"/>
                <a:ext cx="114840" cy="103680"/>
              </p14:xfrm>
            </p:contentPart>
          </mc:Choice>
          <mc:Fallback>
            <p:pic>
              <p:nvPicPr>
                <p:cNvPr id="72" name="Ink 71">
                  <a:extLst>
                    <a:ext uri="{FF2B5EF4-FFF2-40B4-BE49-F238E27FC236}">
                      <a16:creationId xmlns:a16="http://schemas.microsoft.com/office/drawing/2014/main" id="{B5BC1F42-CF8A-8005-247E-2FD6A9992EC4}"/>
                    </a:ext>
                  </a:extLst>
                </p:cNvPr>
                <p:cNvPicPr/>
                <p:nvPr/>
              </p:nvPicPr>
              <p:blipFill>
                <a:blip r:embed="rId107"/>
                <a:stretch>
                  <a:fillRect/>
                </a:stretch>
              </p:blipFill>
              <p:spPr>
                <a:xfrm>
                  <a:off x="8750557" y="3985542"/>
                  <a:ext cx="150592" cy="139320"/>
                </a:xfrm>
                <a:prstGeom prst="rect">
                  <a:avLst/>
                </a:prstGeom>
              </p:spPr>
            </p:pic>
          </mc:Fallback>
        </mc:AlternateContent>
      </p:grpSp>
      <p:grpSp>
        <p:nvGrpSpPr>
          <p:cNvPr id="77" name="Group 76">
            <a:extLst>
              <a:ext uri="{FF2B5EF4-FFF2-40B4-BE49-F238E27FC236}">
                <a16:creationId xmlns:a16="http://schemas.microsoft.com/office/drawing/2014/main" id="{FA1BFD76-DBC0-0201-DEAD-DC2A830A0981}"/>
              </a:ext>
            </a:extLst>
          </p:cNvPr>
          <p:cNvGrpSpPr/>
          <p:nvPr/>
        </p:nvGrpSpPr>
        <p:grpSpPr>
          <a:xfrm>
            <a:off x="9289174" y="3942342"/>
            <a:ext cx="432360" cy="122760"/>
            <a:chOff x="9289174" y="3942342"/>
            <a:chExt cx="432360" cy="122760"/>
          </a:xfrm>
        </p:grpSpPr>
        <mc:AlternateContent xmlns:mc="http://schemas.openxmlformats.org/markup-compatibility/2006">
          <mc:Choice xmlns:p14="http://schemas.microsoft.com/office/powerpoint/2010/main" Requires="p14">
            <p:contentPart p14:bwMode="auto" r:id="rId108">
              <p14:nvContentPartPr>
                <p14:cNvPr id="73" name="Ink 72">
                  <a:extLst>
                    <a:ext uri="{FF2B5EF4-FFF2-40B4-BE49-F238E27FC236}">
                      <a16:creationId xmlns:a16="http://schemas.microsoft.com/office/drawing/2014/main" id="{33A07294-6F62-9507-07AE-D1DC10C19E22}"/>
                    </a:ext>
                  </a:extLst>
                </p14:cNvPr>
                <p14:cNvContentPartPr/>
                <p14:nvPr/>
              </p14:nvContentPartPr>
              <p14:xfrm>
                <a:off x="9330574" y="3960702"/>
                <a:ext cx="106200" cy="104400"/>
              </p14:xfrm>
            </p:contentPart>
          </mc:Choice>
          <mc:Fallback>
            <p:pic>
              <p:nvPicPr>
                <p:cNvPr id="73" name="Ink 72">
                  <a:extLst>
                    <a:ext uri="{FF2B5EF4-FFF2-40B4-BE49-F238E27FC236}">
                      <a16:creationId xmlns:a16="http://schemas.microsoft.com/office/drawing/2014/main" id="{33A07294-6F62-9507-07AE-D1DC10C19E22}"/>
                    </a:ext>
                  </a:extLst>
                </p:cNvPr>
                <p:cNvPicPr/>
                <p:nvPr/>
              </p:nvPicPr>
              <p:blipFill>
                <a:blip r:embed="rId109"/>
                <a:stretch>
                  <a:fillRect/>
                </a:stretch>
              </p:blipFill>
              <p:spPr>
                <a:xfrm>
                  <a:off x="9312574" y="3942702"/>
                  <a:ext cx="14184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74" name="Ink 73">
                  <a:extLst>
                    <a:ext uri="{FF2B5EF4-FFF2-40B4-BE49-F238E27FC236}">
                      <a16:creationId xmlns:a16="http://schemas.microsoft.com/office/drawing/2014/main" id="{60A79ADC-C7D8-3B1A-3653-3766DF4BDA99}"/>
                    </a:ext>
                  </a:extLst>
                </p14:cNvPr>
                <p14:cNvContentPartPr/>
                <p14:nvPr/>
              </p14:nvContentPartPr>
              <p14:xfrm>
                <a:off x="9289174" y="3942342"/>
                <a:ext cx="131400" cy="112320"/>
              </p14:xfrm>
            </p:contentPart>
          </mc:Choice>
          <mc:Fallback>
            <p:pic>
              <p:nvPicPr>
                <p:cNvPr id="74" name="Ink 73">
                  <a:extLst>
                    <a:ext uri="{FF2B5EF4-FFF2-40B4-BE49-F238E27FC236}">
                      <a16:creationId xmlns:a16="http://schemas.microsoft.com/office/drawing/2014/main" id="{60A79ADC-C7D8-3B1A-3653-3766DF4BDA99}"/>
                    </a:ext>
                  </a:extLst>
                </p:cNvPr>
                <p:cNvPicPr/>
                <p:nvPr/>
              </p:nvPicPr>
              <p:blipFill>
                <a:blip r:embed="rId111"/>
                <a:stretch>
                  <a:fillRect/>
                </a:stretch>
              </p:blipFill>
              <p:spPr>
                <a:xfrm>
                  <a:off x="9271174" y="3924284"/>
                  <a:ext cx="167040" cy="148075"/>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5" name="Ink 74">
                  <a:extLst>
                    <a:ext uri="{FF2B5EF4-FFF2-40B4-BE49-F238E27FC236}">
                      <a16:creationId xmlns:a16="http://schemas.microsoft.com/office/drawing/2014/main" id="{C7FCA10C-F748-1B48-01D1-1996E3B0DA88}"/>
                    </a:ext>
                  </a:extLst>
                </p14:cNvPr>
                <p14:cNvContentPartPr/>
                <p14:nvPr/>
              </p14:nvContentPartPr>
              <p14:xfrm>
                <a:off x="9639814" y="3971142"/>
                <a:ext cx="81720" cy="81720"/>
              </p14:xfrm>
            </p:contentPart>
          </mc:Choice>
          <mc:Fallback>
            <p:pic>
              <p:nvPicPr>
                <p:cNvPr id="75" name="Ink 74">
                  <a:extLst>
                    <a:ext uri="{FF2B5EF4-FFF2-40B4-BE49-F238E27FC236}">
                      <a16:creationId xmlns:a16="http://schemas.microsoft.com/office/drawing/2014/main" id="{C7FCA10C-F748-1B48-01D1-1996E3B0DA88}"/>
                    </a:ext>
                  </a:extLst>
                </p:cNvPr>
                <p:cNvPicPr/>
                <p:nvPr/>
              </p:nvPicPr>
              <p:blipFill>
                <a:blip r:embed="rId113"/>
                <a:stretch>
                  <a:fillRect/>
                </a:stretch>
              </p:blipFill>
              <p:spPr>
                <a:xfrm>
                  <a:off x="9621814" y="3953142"/>
                  <a:ext cx="11736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6" name="Ink 75">
                  <a:extLst>
                    <a:ext uri="{FF2B5EF4-FFF2-40B4-BE49-F238E27FC236}">
                      <a16:creationId xmlns:a16="http://schemas.microsoft.com/office/drawing/2014/main" id="{A99174D1-6430-4E17-1A43-53BACBDB62D4}"/>
                    </a:ext>
                  </a:extLst>
                </p14:cNvPr>
                <p14:cNvContentPartPr/>
                <p14:nvPr/>
              </p14:nvContentPartPr>
              <p14:xfrm>
                <a:off x="9644854" y="3961062"/>
                <a:ext cx="61560" cy="95040"/>
              </p14:xfrm>
            </p:contentPart>
          </mc:Choice>
          <mc:Fallback>
            <p:pic>
              <p:nvPicPr>
                <p:cNvPr id="76" name="Ink 75">
                  <a:extLst>
                    <a:ext uri="{FF2B5EF4-FFF2-40B4-BE49-F238E27FC236}">
                      <a16:creationId xmlns:a16="http://schemas.microsoft.com/office/drawing/2014/main" id="{A99174D1-6430-4E17-1A43-53BACBDB62D4}"/>
                    </a:ext>
                  </a:extLst>
                </p:cNvPr>
                <p:cNvPicPr/>
                <p:nvPr/>
              </p:nvPicPr>
              <p:blipFill>
                <a:blip r:embed="rId115"/>
                <a:stretch>
                  <a:fillRect/>
                </a:stretch>
              </p:blipFill>
              <p:spPr>
                <a:xfrm>
                  <a:off x="9626959" y="3943062"/>
                  <a:ext cx="96993" cy="1306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6">
            <p14:nvContentPartPr>
              <p14:cNvPr id="80" name="Ink 79">
                <a:extLst>
                  <a:ext uri="{FF2B5EF4-FFF2-40B4-BE49-F238E27FC236}">
                    <a16:creationId xmlns:a16="http://schemas.microsoft.com/office/drawing/2014/main" id="{5A4CE0C0-324C-AFA6-9E96-BD03AD6C7DC9}"/>
                  </a:ext>
                </a:extLst>
              </p14:cNvPr>
              <p14:cNvContentPartPr/>
              <p14:nvPr/>
            </p14:nvContentPartPr>
            <p14:xfrm>
              <a:off x="10988374" y="3600342"/>
              <a:ext cx="471600" cy="394560"/>
            </p14:xfrm>
          </p:contentPart>
        </mc:Choice>
        <mc:Fallback>
          <p:pic>
            <p:nvPicPr>
              <p:cNvPr id="80" name="Ink 79">
                <a:extLst>
                  <a:ext uri="{FF2B5EF4-FFF2-40B4-BE49-F238E27FC236}">
                    <a16:creationId xmlns:a16="http://schemas.microsoft.com/office/drawing/2014/main" id="{5A4CE0C0-324C-AFA6-9E96-BD03AD6C7DC9}"/>
                  </a:ext>
                </a:extLst>
              </p:cNvPr>
              <p:cNvPicPr/>
              <p:nvPr/>
            </p:nvPicPr>
            <p:blipFill>
              <a:blip r:embed="rId117"/>
              <a:stretch>
                <a:fillRect/>
              </a:stretch>
            </p:blipFill>
            <p:spPr>
              <a:xfrm>
                <a:off x="10970374" y="3582342"/>
                <a:ext cx="507240" cy="430200"/>
              </a:xfrm>
              <a:prstGeom prst="rect">
                <a:avLst/>
              </a:prstGeom>
            </p:spPr>
          </p:pic>
        </mc:Fallback>
      </mc:AlternateContent>
      <p:grpSp>
        <p:nvGrpSpPr>
          <p:cNvPr id="83" name="Group 82">
            <a:extLst>
              <a:ext uri="{FF2B5EF4-FFF2-40B4-BE49-F238E27FC236}">
                <a16:creationId xmlns:a16="http://schemas.microsoft.com/office/drawing/2014/main" id="{31EC8A10-60EF-A967-DACF-B4E93BA7A323}"/>
              </a:ext>
            </a:extLst>
          </p:cNvPr>
          <p:cNvGrpSpPr/>
          <p:nvPr/>
        </p:nvGrpSpPr>
        <p:grpSpPr>
          <a:xfrm>
            <a:off x="5399014" y="3522222"/>
            <a:ext cx="157680" cy="231840"/>
            <a:chOff x="5399014" y="3522222"/>
            <a:chExt cx="157680" cy="231840"/>
          </a:xfrm>
        </p:grpSpPr>
        <mc:AlternateContent xmlns:mc="http://schemas.openxmlformats.org/markup-compatibility/2006">
          <mc:Choice xmlns:p14="http://schemas.microsoft.com/office/powerpoint/2010/main" Requires="p14">
            <p:contentPart p14:bwMode="auto" r:id="rId118">
              <p14:nvContentPartPr>
                <p14:cNvPr id="81" name="Ink 80">
                  <a:extLst>
                    <a:ext uri="{FF2B5EF4-FFF2-40B4-BE49-F238E27FC236}">
                      <a16:creationId xmlns:a16="http://schemas.microsoft.com/office/drawing/2014/main" id="{376D1B63-094D-05F9-AA86-8AE888D470C2}"/>
                    </a:ext>
                  </a:extLst>
                </p14:cNvPr>
                <p14:cNvContentPartPr/>
                <p14:nvPr/>
              </p14:nvContentPartPr>
              <p14:xfrm>
                <a:off x="5410534" y="3534462"/>
                <a:ext cx="140760" cy="219600"/>
              </p14:xfrm>
            </p:contentPart>
          </mc:Choice>
          <mc:Fallback>
            <p:pic>
              <p:nvPicPr>
                <p:cNvPr id="81" name="Ink 80">
                  <a:extLst>
                    <a:ext uri="{FF2B5EF4-FFF2-40B4-BE49-F238E27FC236}">
                      <a16:creationId xmlns:a16="http://schemas.microsoft.com/office/drawing/2014/main" id="{376D1B63-094D-05F9-AA86-8AE888D470C2}"/>
                    </a:ext>
                  </a:extLst>
                </p:cNvPr>
                <p:cNvPicPr/>
                <p:nvPr/>
              </p:nvPicPr>
              <p:blipFill>
                <a:blip r:embed="rId119"/>
                <a:stretch>
                  <a:fillRect/>
                </a:stretch>
              </p:blipFill>
              <p:spPr>
                <a:xfrm>
                  <a:off x="5392488" y="3516462"/>
                  <a:ext cx="176491" cy="2552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82" name="Ink 81">
                  <a:extLst>
                    <a:ext uri="{FF2B5EF4-FFF2-40B4-BE49-F238E27FC236}">
                      <a16:creationId xmlns:a16="http://schemas.microsoft.com/office/drawing/2014/main" id="{53768D10-1E25-4B56-597E-1700D8251BC7}"/>
                    </a:ext>
                  </a:extLst>
                </p14:cNvPr>
                <p14:cNvContentPartPr/>
                <p14:nvPr/>
              </p14:nvContentPartPr>
              <p14:xfrm>
                <a:off x="5399014" y="3522222"/>
                <a:ext cx="157680" cy="185760"/>
              </p14:xfrm>
            </p:contentPart>
          </mc:Choice>
          <mc:Fallback>
            <p:pic>
              <p:nvPicPr>
                <p:cNvPr id="82" name="Ink 81">
                  <a:extLst>
                    <a:ext uri="{FF2B5EF4-FFF2-40B4-BE49-F238E27FC236}">
                      <a16:creationId xmlns:a16="http://schemas.microsoft.com/office/drawing/2014/main" id="{53768D10-1E25-4B56-597E-1700D8251BC7}"/>
                    </a:ext>
                  </a:extLst>
                </p:cNvPr>
                <p:cNvPicPr/>
                <p:nvPr/>
              </p:nvPicPr>
              <p:blipFill>
                <a:blip r:embed="rId121"/>
                <a:stretch>
                  <a:fillRect/>
                </a:stretch>
              </p:blipFill>
              <p:spPr>
                <a:xfrm>
                  <a:off x="5380973" y="3504222"/>
                  <a:ext cx="193402" cy="221400"/>
                </a:xfrm>
                <a:prstGeom prst="rect">
                  <a:avLst/>
                </a:prstGeom>
              </p:spPr>
            </p:pic>
          </mc:Fallback>
        </mc:AlternateContent>
      </p:grpSp>
      <p:grpSp>
        <p:nvGrpSpPr>
          <p:cNvPr id="91" name="Group 90">
            <a:extLst>
              <a:ext uri="{FF2B5EF4-FFF2-40B4-BE49-F238E27FC236}">
                <a16:creationId xmlns:a16="http://schemas.microsoft.com/office/drawing/2014/main" id="{28798760-DDB0-C4AA-4484-6B2F5F9C47BE}"/>
              </a:ext>
            </a:extLst>
          </p:cNvPr>
          <p:cNvGrpSpPr/>
          <p:nvPr/>
        </p:nvGrpSpPr>
        <p:grpSpPr>
          <a:xfrm>
            <a:off x="6250774" y="4024422"/>
            <a:ext cx="898560" cy="470160"/>
            <a:chOff x="6250774" y="4024422"/>
            <a:chExt cx="898560" cy="470160"/>
          </a:xfrm>
        </p:grpSpPr>
        <mc:AlternateContent xmlns:mc="http://schemas.openxmlformats.org/markup-compatibility/2006">
          <mc:Choice xmlns:p14="http://schemas.microsoft.com/office/powerpoint/2010/main" Requires="p14">
            <p:contentPart p14:bwMode="auto" r:id="rId122">
              <p14:nvContentPartPr>
                <p14:cNvPr id="84" name="Ink 83">
                  <a:extLst>
                    <a:ext uri="{FF2B5EF4-FFF2-40B4-BE49-F238E27FC236}">
                      <a16:creationId xmlns:a16="http://schemas.microsoft.com/office/drawing/2014/main" id="{0F34BBF0-B416-0266-B323-9EE29FD62085}"/>
                    </a:ext>
                  </a:extLst>
                </p14:cNvPr>
                <p14:cNvContentPartPr/>
                <p14:nvPr/>
              </p14:nvContentPartPr>
              <p14:xfrm>
                <a:off x="6292534" y="4084182"/>
                <a:ext cx="108360" cy="168840"/>
              </p14:xfrm>
            </p:contentPart>
          </mc:Choice>
          <mc:Fallback>
            <p:pic>
              <p:nvPicPr>
                <p:cNvPr id="84" name="Ink 83">
                  <a:extLst>
                    <a:ext uri="{FF2B5EF4-FFF2-40B4-BE49-F238E27FC236}">
                      <a16:creationId xmlns:a16="http://schemas.microsoft.com/office/drawing/2014/main" id="{0F34BBF0-B416-0266-B323-9EE29FD62085}"/>
                    </a:ext>
                  </a:extLst>
                </p:cNvPr>
                <p:cNvPicPr/>
                <p:nvPr/>
              </p:nvPicPr>
              <p:blipFill>
                <a:blip r:embed="rId123"/>
                <a:stretch>
                  <a:fillRect/>
                </a:stretch>
              </p:blipFill>
              <p:spPr>
                <a:xfrm>
                  <a:off x="6274534" y="4066220"/>
                  <a:ext cx="144000" cy="204404"/>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85" name="Ink 84">
                  <a:extLst>
                    <a:ext uri="{FF2B5EF4-FFF2-40B4-BE49-F238E27FC236}">
                      <a16:creationId xmlns:a16="http://schemas.microsoft.com/office/drawing/2014/main" id="{E67BFABC-5AC3-1307-342A-0E024E88B9B7}"/>
                    </a:ext>
                  </a:extLst>
                </p14:cNvPr>
                <p14:cNvContentPartPr/>
                <p14:nvPr/>
              </p14:nvContentPartPr>
              <p14:xfrm>
                <a:off x="6250774" y="4156542"/>
                <a:ext cx="165240" cy="105120"/>
              </p14:xfrm>
            </p:contentPart>
          </mc:Choice>
          <mc:Fallback>
            <p:pic>
              <p:nvPicPr>
                <p:cNvPr id="85" name="Ink 84">
                  <a:extLst>
                    <a:ext uri="{FF2B5EF4-FFF2-40B4-BE49-F238E27FC236}">
                      <a16:creationId xmlns:a16="http://schemas.microsoft.com/office/drawing/2014/main" id="{E67BFABC-5AC3-1307-342A-0E024E88B9B7}"/>
                    </a:ext>
                  </a:extLst>
                </p:cNvPr>
                <p:cNvPicPr/>
                <p:nvPr/>
              </p:nvPicPr>
              <p:blipFill>
                <a:blip r:embed="rId125"/>
                <a:stretch>
                  <a:fillRect/>
                </a:stretch>
              </p:blipFill>
              <p:spPr>
                <a:xfrm>
                  <a:off x="6232735" y="4138480"/>
                  <a:ext cx="200958" cy="140882"/>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86" name="Ink 85">
                  <a:extLst>
                    <a:ext uri="{FF2B5EF4-FFF2-40B4-BE49-F238E27FC236}">
                      <a16:creationId xmlns:a16="http://schemas.microsoft.com/office/drawing/2014/main" id="{B47CF25E-BDAD-9936-A1BA-1E1EE2BA5E8B}"/>
                    </a:ext>
                  </a:extLst>
                </p14:cNvPr>
                <p14:cNvContentPartPr/>
                <p14:nvPr/>
              </p14:nvContentPartPr>
              <p14:xfrm>
                <a:off x="6861334" y="4125582"/>
                <a:ext cx="113040" cy="128880"/>
              </p14:xfrm>
            </p:contentPart>
          </mc:Choice>
          <mc:Fallback>
            <p:pic>
              <p:nvPicPr>
                <p:cNvPr id="86" name="Ink 85">
                  <a:extLst>
                    <a:ext uri="{FF2B5EF4-FFF2-40B4-BE49-F238E27FC236}">
                      <a16:creationId xmlns:a16="http://schemas.microsoft.com/office/drawing/2014/main" id="{B47CF25E-BDAD-9936-A1BA-1E1EE2BA5E8B}"/>
                    </a:ext>
                  </a:extLst>
                </p:cNvPr>
                <p:cNvPicPr/>
                <p:nvPr/>
              </p:nvPicPr>
              <p:blipFill>
                <a:blip r:embed="rId127"/>
                <a:stretch>
                  <a:fillRect/>
                </a:stretch>
              </p:blipFill>
              <p:spPr>
                <a:xfrm>
                  <a:off x="6843334" y="4107582"/>
                  <a:ext cx="14868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87" name="Ink 86">
                  <a:extLst>
                    <a:ext uri="{FF2B5EF4-FFF2-40B4-BE49-F238E27FC236}">
                      <a16:creationId xmlns:a16="http://schemas.microsoft.com/office/drawing/2014/main" id="{A15676B6-15BC-2A1B-ECEB-1D72C28DDC49}"/>
                    </a:ext>
                  </a:extLst>
                </p14:cNvPr>
                <p14:cNvContentPartPr/>
                <p14:nvPr/>
              </p14:nvContentPartPr>
              <p14:xfrm>
                <a:off x="6848734" y="4122342"/>
                <a:ext cx="116640" cy="164520"/>
              </p14:xfrm>
            </p:contentPart>
          </mc:Choice>
          <mc:Fallback>
            <p:pic>
              <p:nvPicPr>
                <p:cNvPr id="87" name="Ink 86">
                  <a:extLst>
                    <a:ext uri="{FF2B5EF4-FFF2-40B4-BE49-F238E27FC236}">
                      <a16:creationId xmlns:a16="http://schemas.microsoft.com/office/drawing/2014/main" id="{A15676B6-15BC-2A1B-ECEB-1D72C28DDC49}"/>
                    </a:ext>
                  </a:extLst>
                </p:cNvPr>
                <p:cNvPicPr/>
                <p:nvPr/>
              </p:nvPicPr>
              <p:blipFill>
                <a:blip r:embed="rId129"/>
                <a:stretch>
                  <a:fillRect/>
                </a:stretch>
              </p:blipFill>
              <p:spPr>
                <a:xfrm>
                  <a:off x="6830734" y="4104342"/>
                  <a:ext cx="15228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90" name="Ink 89">
                  <a:extLst>
                    <a:ext uri="{FF2B5EF4-FFF2-40B4-BE49-F238E27FC236}">
                      <a16:creationId xmlns:a16="http://schemas.microsoft.com/office/drawing/2014/main" id="{1F47FC2B-8712-666E-ACA8-88F689773CA2}"/>
                    </a:ext>
                  </a:extLst>
                </p14:cNvPr>
                <p14:cNvContentPartPr/>
                <p14:nvPr/>
              </p14:nvContentPartPr>
              <p14:xfrm>
                <a:off x="6634534" y="4024422"/>
                <a:ext cx="514800" cy="470160"/>
              </p14:xfrm>
            </p:contentPart>
          </mc:Choice>
          <mc:Fallback>
            <p:pic>
              <p:nvPicPr>
                <p:cNvPr id="90" name="Ink 89">
                  <a:extLst>
                    <a:ext uri="{FF2B5EF4-FFF2-40B4-BE49-F238E27FC236}">
                      <a16:creationId xmlns:a16="http://schemas.microsoft.com/office/drawing/2014/main" id="{1F47FC2B-8712-666E-ACA8-88F689773CA2}"/>
                    </a:ext>
                  </a:extLst>
                </p:cNvPr>
                <p:cNvPicPr/>
                <p:nvPr/>
              </p:nvPicPr>
              <p:blipFill>
                <a:blip r:embed="rId131"/>
                <a:stretch>
                  <a:fillRect/>
                </a:stretch>
              </p:blipFill>
              <p:spPr>
                <a:xfrm>
                  <a:off x="6616534" y="4006422"/>
                  <a:ext cx="550440" cy="505800"/>
                </a:xfrm>
                <a:prstGeom prst="rect">
                  <a:avLst/>
                </a:prstGeom>
              </p:spPr>
            </p:pic>
          </mc:Fallback>
        </mc:AlternateContent>
      </p:grpSp>
      <p:grpSp>
        <p:nvGrpSpPr>
          <p:cNvPr id="95" name="Group 94">
            <a:extLst>
              <a:ext uri="{FF2B5EF4-FFF2-40B4-BE49-F238E27FC236}">
                <a16:creationId xmlns:a16="http://schemas.microsoft.com/office/drawing/2014/main" id="{A90FD8D9-5C82-21C3-902A-5BC3CAD1F09E}"/>
              </a:ext>
            </a:extLst>
          </p:cNvPr>
          <p:cNvGrpSpPr/>
          <p:nvPr/>
        </p:nvGrpSpPr>
        <p:grpSpPr>
          <a:xfrm>
            <a:off x="10744654" y="4097142"/>
            <a:ext cx="264960" cy="78120"/>
            <a:chOff x="10744654" y="4097142"/>
            <a:chExt cx="264960" cy="78120"/>
          </a:xfrm>
        </p:grpSpPr>
        <mc:AlternateContent xmlns:mc="http://schemas.openxmlformats.org/markup-compatibility/2006">
          <mc:Choice xmlns:p14="http://schemas.microsoft.com/office/powerpoint/2010/main" Requires="p14">
            <p:contentPart p14:bwMode="auto" r:id="rId132">
              <p14:nvContentPartPr>
                <p14:cNvPr id="92" name="Ink 91">
                  <a:extLst>
                    <a:ext uri="{FF2B5EF4-FFF2-40B4-BE49-F238E27FC236}">
                      <a16:creationId xmlns:a16="http://schemas.microsoft.com/office/drawing/2014/main" id="{AE761A02-366C-3EDB-C986-458E80841601}"/>
                    </a:ext>
                  </a:extLst>
                </p14:cNvPr>
                <p14:cNvContentPartPr/>
                <p14:nvPr/>
              </p14:nvContentPartPr>
              <p14:xfrm>
                <a:off x="10744654" y="4146822"/>
                <a:ext cx="247680" cy="8280"/>
              </p14:xfrm>
            </p:contentPart>
          </mc:Choice>
          <mc:Fallback>
            <p:pic>
              <p:nvPicPr>
                <p:cNvPr id="92" name="Ink 91">
                  <a:extLst>
                    <a:ext uri="{FF2B5EF4-FFF2-40B4-BE49-F238E27FC236}">
                      <a16:creationId xmlns:a16="http://schemas.microsoft.com/office/drawing/2014/main" id="{AE761A02-366C-3EDB-C986-458E80841601}"/>
                    </a:ext>
                  </a:extLst>
                </p:cNvPr>
                <p:cNvPicPr/>
                <p:nvPr/>
              </p:nvPicPr>
              <p:blipFill>
                <a:blip r:embed="rId133"/>
                <a:stretch>
                  <a:fillRect/>
                </a:stretch>
              </p:blipFill>
              <p:spPr>
                <a:xfrm>
                  <a:off x="10726654" y="4128822"/>
                  <a:ext cx="28332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93" name="Ink 92">
                  <a:extLst>
                    <a:ext uri="{FF2B5EF4-FFF2-40B4-BE49-F238E27FC236}">
                      <a16:creationId xmlns:a16="http://schemas.microsoft.com/office/drawing/2014/main" id="{1AA91488-B20C-E2DD-3102-83C259D110A0}"/>
                    </a:ext>
                  </a:extLst>
                </p14:cNvPr>
                <p14:cNvContentPartPr/>
                <p14:nvPr/>
              </p14:nvContentPartPr>
              <p14:xfrm>
                <a:off x="10990174" y="4143582"/>
                <a:ext cx="360" cy="360"/>
              </p14:xfrm>
            </p:contentPart>
          </mc:Choice>
          <mc:Fallback>
            <p:pic>
              <p:nvPicPr>
                <p:cNvPr id="93" name="Ink 92">
                  <a:extLst>
                    <a:ext uri="{FF2B5EF4-FFF2-40B4-BE49-F238E27FC236}">
                      <a16:creationId xmlns:a16="http://schemas.microsoft.com/office/drawing/2014/main" id="{1AA91488-B20C-E2DD-3102-83C259D110A0}"/>
                    </a:ext>
                  </a:extLst>
                </p:cNvPr>
                <p:cNvPicPr/>
                <p:nvPr/>
              </p:nvPicPr>
              <p:blipFill>
                <a:blip r:embed="rId135"/>
                <a:stretch>
                  <a:fillRect/>
                </a:stretch>
              </p:blipFill>
              <p:spPr>
                <a:xfrm>
                  <a:off x="10972174" y="4125582"/>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94" name="Ink 93">
                  <a:extLst>
                    <a:ext uri="{FF2B5EF4-FFF2-40B4-BE49-F238E27FC236}">
                      <a16:creationId xmlns:a16="http://schemas.microsoft.com/office/drawing/2014/main" id="{CB34156F-CAB5-AF80-C181-BA0061D2BCE2}"/>
                    </a:ext>
                  </a:extLst>
                </p14:cNvPr>
                <p14:cNvContentPartPr/>
                <p14:nvPr/>
              </p14:nvContentPartPr>
              <p14:xfrm>
                <a:off x="10911334" y="4097142"/>
                <a:ext cx="98280" cy="78120"/>
              </p14:xfrm>
            </p:contentPart>
          </mc:Choice>
          <mc:Fallback>
            <p:pic>
              <p:nvPicPr>
                <p:cNvPr id="94" name="Ink 93">
                  <a:extLst>
                    <a:ext uri="{FF2B5EF4-FFF2-40B4-BE49-F238E27FC236}">
                      <a16:creationId xmlns:a16="http://schemas.microsoft.com/office/drawing/2014/main" id="{CB34156F-CAB5-AF80-C181-BA0061D2BCE2}"/>
                    </a:ext>
                  </a:extLst>
                </p:cNvPr>
                <p:cNvPicPr/>
                <p:nvPr/>
              </p:nvPicPr>
              <p:blipFill>
                <a:blip r:embed="rId137"/>
                <a:stretch>
                  <a:fillRect/>
                </a:stretch>
              </p:blipFill>
              <p:spPr>
                <a:xfrm>
                  <a:off x="10893334" y="4079142"/>
                  <a:ext cx="133920" cy="113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8">
            <p14:nvContentPartPr>
              <p14:cNvPr id="96" name="Ink 95">
                <a:extLst>
                  <a:ext uri="{FF2B5EF4-FFF2-40B4-BE49-F238E27FC236}">
                    <a16:creationId xmlns:a16="http://schemas.microsoft.com/office/drawing/2014/main" id="{B2D805E9-06AC-D3D4-FD93-91173F65DF4D}"/>
                  </a:ext>
                </a:extLst>
              </p14:cNvPr>
              <p14:cNvContentPartPr/>
              <p14:nvPr/>
            </p14:nvContentPartPr>
            <p14:xfrm>
              <a:off x="666454" y="3432222"/>
              <a:ext cx="4120200" cy="970560"/>
            </p14:xfrm>
          </p:contentPart>
        </mc:Choice>
        <mc:Fallback>
          <p:pic>
            <p:nvPicPr>
              <p:cNvPr id="96" name="Ink 95">
                <a:extLst>
                  <a:ext uri="{FF2B5EF4-FFF2-40B4-BE49-F238E27FC236}">
                    <a16:creationId xmlns:a16="http://schemas.microsoft.com/office/drawing/2014/main" id="{B2D805E9-06AC-D3D4-FD93-91173F65DF4D}"/>
                  </a:ext>
                </a:extLst>
              </p:cNvPr>
              <p:cNvPicPr/>
              <p:nvPr/>
            </p:nvPicPr>
            <p:blipFill>
              <a:blip r:embed="rId139"/>
              <a:stretch>
                <a:fillRect/>
              </a:stretch>
            </p:blipFill>
            <p:spPr>
              <a:xfrm>
                <a:off x="648454" y="3414222"/>
                <a:ext cx="4155840" cy="1006200"/>
              </a:xfrm>
              <a:prstGeom prst="rect">
                <a:avLst/>
              </a:prstGeom>
            </p:spPr>
          </p:pic>
        </mc:Fallback>
      </mc:AlternateContent>
      <p:grpSp>
        <p:nvGrpSpPr>
          <p:cNvPr id="120" name="Group 119">
            <a:extLst>
              <a:ext uri="{FF2B5EF4-FFF2-40B4-BE49-F238E27FC236}">
                <a16:creationId xmlns:a16="http://schemas.microsoft.com/office/drawing/2014/main" id="{99609B06-AF5A-E700-A2B3-F739D951C77D}"/>
              </a:ext>
            </a:extLst>
          </p:cNvPr>
          <p:cNvGrpSpPr/>
          <p:nvPr/>
        </p:nvGrpSpPr>
        <p:grpSpPr>
          <a:xfrm>
            <a:off x="1558534" y="5405022"/>
            <a:ext cx="1816920" cy="1530000"/>
            <a:chOff x="1558534" y="5405022"/>
            <a:chExt cx="1816920" cy="1530000"/>
          </a:xfrm>
        </p:grpSpPr>
        <mc:AlternateContent xmlns:mc="http://schemas.openxmlformats.org/markup-compatibility/2006">
          <mc:Choice xmlns:p14="http://schemas.microsoft.com/office/powerpoint/2010/main" Requires="p14">
            <p:contentPart p14:bwMode="auto" r:id="rId140">
              <p14:nvContentPartPr>
                <p14:cNvPr id="97" name="Ink 96">
                  <a:extLst>
                    <a:ext uri="{FF2B5EF4-FFF2-40B4-BE49-F238E27FC236}">
                      <a16:creationId xmlns:a16="http://schemas.microsoft.com/office/drawing/2014/main" id="{C5EB6820-41CF-F45F-1348-C73DF0C80681}"/>
                    </a:ext>
                  </a:extLst>
                </p14:cNvPr>
                <p14:cNvContentPartPr/>
                <p14:nvPr/>
              </p14:nvContentPartPr>
              <p14:xfrm>
                <a:off x="1579414" y="5410062"/>
                <a:ext cx="1784880" cy="1518480"/>
              </p14:xfrm>
            </p:contentPart>
          </mc:Choice>
          <mc:Fallback>
            <p:pic>
              <p:nvPicPr>
                <p:cNvPr id="97" name="Ink 96">
                  <a:extLst>
                    <a:ext uri="{FF2B5EF4-FFF2-40B4-BE49-F238E27FC236}">
                      <a16:creationId xmlns:a16="http://schemas.microsoft.com/office/drawing/2014/main" id="{C5EB6820-41CF-F45F-1348-C73DF0C80681}"/>
                    </a:ext>
                  </a:extLst>
                </p:cNvPr>
                <p:cNvPicPr/>
                <p:nvPr/>
              </p:nvPicPr>
              <p:blipFill>
                <a:blip r:embed="rId141"/>
                <a:stretch>
                  <a:fillRect/>
                </a:stretch>
              </p:blipFill>
              <p:spPr>
                <a:xfrm>
                  <a:off x="1561414" y="5392062"/>
                  <a:ext cx="1820520" cy="155412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98" name="Ink 97">
                  <a:extLst>
                    <a:ext uri="{FF2B5EF4-FFF2-40B4-BE49-F238E27FC236}">
                      <a16:creationId xmlns:a16="http://schemas.microsoft.com/office/drawing/2014/main" id="{C9492636-B9EE-DA67-ECA8-4526CC949D22}"/>
                    </a:ext>
                  </a:extLst>
                </p14:cNvPr>
                <p14:cNvContentPartPr/>
                <p14:nvPr/>
              </p14:nvContentPartPr>
              <p14:xfrm>
                <a:off x="2434054" y="6154902"/>
                <a:ext cx="37080" cy="23760"/>
              </p14:xfrm>
            </p:contentPart>
          </mc:Choice>
          <mc:Fallback>
            <p:pic>
              <p:nvPicPr>
                <p:cNvPr id="98" name="Ink 97">
                  <a:extLst>
                    <a:ext uri="{FF2B5EF4-FFF2-40B4-BE49-F238E27FC236}">
                      <a16:creationId xmlns:a16="http://schemas.microsoft.com/office/drawing/2014/main" id="{C9492636-B9EE-DA67-ECA8-4526CC949D22}"/>
                    </a:ext>
                  </a:extLst>
                </p:cNvPr>
                <p:cNvPicPr/>
                <p:nvPr/>
              </p:nvPicPr>
              <p:blipFill>
                <a:blip r:embed="rId143"/>
                <a:stretch>
                  <a:fillRect/>
                </a:stretch>
              </p:blipFill>
              <p:spPr>
                <a:xfrm>
                  <a:off x="2416227" y="6136625"/>
                  <a:ext cx="72377" cy="59948"/>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00" name="Ink 99">
                  <a:extLst>
                    <a:ext uri="{FF2B5EF4-FFF2-40B4-BE49-F238E27FC236}">
                      <a16:creationId xmlns:a16="http://schemas.microsoft.com/office/drawing/2014/main" id="{0E114BE4-7239-B81D-B018-6ED0448EEF0E}"/>
                    </a:ext>
                  </a:extLst>
                </p14:cNvPr>
                <p14:cNvContentPartPr/>
                <p14:nvPr/>
              </p14:nvContentPartPr>
              <p14:xfrm>
                <a:off x="2472934" y="5873382"/>
                <a:ext cx="683280" cy="297360"/>
              </p14:xfrm>
            </p:contentPart>
          </mc:Choice>
          <mc:Fallback>
            <p:pic>
              <p:nvPicPr>
                <p:cNvPr id="100" name="Ink 99">
                  <a:extLst>
                    <a:ext uri="{FF2B5EF4-FFF2-40B4-BE49-F238E27FC236}">
                      <a16:creationId xmlns:a16="http://schemas.microsoft.com/office/drawing/2014/main" id="{0E114BE4-7239-B81D-B018-6ED0448EEF0E}"/>
                    </a:ext>
                  </a:extLst>
                </p:cNvPr>
                <p:cNvPicPr/>
                <p:nvPr/>
              </p:nvPicPr>
              <p:blipFill>
                <a:blip r:embed="rId145"/>
                <a:stretch>
                  <a:fillRect/>
                </a:stretch>
              </p:blipFill>
              <p:spPr>
                <a:xfrm>
                  <a:off x="2454934" y="5855382"/>
                  <a:ext cx="718920" cy="33300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01" name="Ink 100">
                  <a:extLst>
                    <a:ext uri="{FF2B5EF4-FFF2-40B4-BE49-F238E27FC236}">
                      <a16:creationId xmlns:a16="http://schemas.microsoft.com/office/drawing/2014/main" id="{35A032DB-D010-C715-FB65-5E40B2074AA3}"/>
                    </a:ext>
                  </a:extLst>
                </p14:cNvPr>
                <p14:cNvContentPartPr/>
                <p14:nvPr/>
              </p14:nvContentPartPr>
              <p14:xfrm>
                <a:off x="2397334" y="5405022"/>
                <a:ext cx="162000" cy="748440"/>
              </p14:xfrm>
            </p:contentPart>
          </mc:Choice>
          <mc:Fallback>
            <p:pic>
              <p:nvPicPr>
                <p:cNvPr id="101" name="Ink 100">
                  <a:extLst>
                    <a:ext uri="{FF2B5EF4-FFF2-40B4-BE49-F238E27FC236}">
                      <a16:creationId xmlns:a16="http://schemas.microsoft.com/office/drawing/2014/main" id="{35A032DB-D010-C715-FB65-5E40B2074AA3}"/>
                    </a:ext>
                  </a:extLst>
                </p:cNvPr>
                <p:cNvPicPr/>
                <p:nvPr/>
              </p:nvPicPr>
              <p:blipFill>
                <a:blip r:embed="rId147"/>
                <a:stretch>
                  <a:fillRect/>
                </a:stretch>
              </p:blipFill>
              <p:spPr>
                <a:xfrm>
                  <a:off x="2379334" y="5387013"/>
                  <a:ext cx="197640" cy="784097"/>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03" name="Ink 102">
                  <a:extLst>
                    <a:ext uri="{FF2B5EF4-FFF2-40B4-BE49-F238E27FC236}">
                      <a16:creationId xmlns:a16="http://schemas.microsoft.com/office/drawing/2014/main" id="{80F9173D-8318-D88A-55A2-A0E19FF0A837}"/>
                    </a:ext>
                  </a:extLst>
                </p14:cNvPr>
                <p14:cNvContentPartPr/>
                <p14:nvPr/>
              </p14:nvContentPartPr>
              <p14:xfrm>
                <a:off x="1863454" y="5575302"/>
                <a:ext cx="570240" cy="587520"/>
              </p14:xfrm>
            </p:contentPart>
          </mc:Choice>
          <mc:Fallback>
            <p:pic>
              <p:nvPicPr>
                <p:cNvPr id="103" name="Ink 102">
                  <a:extLst>
                    <a:ext uri="{FF2B5EF4-FFF2-40B4-BE49-F238E27FC236}">
                      <a16:creationId xmlns:a16="http://schemas.microsoft.com/office/drawing/2014/main" id="{80F9173D-8318-D88A-55A2-A0E19FF0A837}"/>
                    </a:ext>
                  </a:extLst>
                </p:cNvPr>
                <p:cNvPicPr/>
                <p:nvPr/>
              </p:nvPicPr>
              <p:blipFill>
                <a:blip r:embed="rId149"/>
                <a:stretch>
                  <a:fillRect/>
                </a:stretch>
              </p:blipFill>
              <p:spPr>
                <a:xfrm>
                  <a:off x="1845454" y="5557302"/>
                  <a:ext cx="605880" cy="62316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04" name="Ink 103">
                  <a:extLst>
                    <a:ext uri="{FF2B5EF4-FFF2-40B4-BE49-F238E27FC236}">
                      <a16:creationId xmlns:a16="http://schemas.microsoft.com/office/drawing/2014/main" id="{95353737-6C71-1B27-7EFC-AE7F7F40AFFF}"/>
                    </a:ext>
                  </a:extLst>
                </p14:cNvPr>
                <p14:cNvContentPartPr/>
                <p14:nvPr/>
              </p14:nvContentPartPr>
              <p14:xfrm>
                <a:off x="1558534" y="6074622"/>
                <a:ext cx="848160" cy="84240"/>
              </p14:xfrm>
            </p:contentPart>
          </mc:Choice>
          <mc:Fallback>
            <p:pic>
              <p:nvPicPr>
                <p:cNvPr id="104" name="Ink 103">
                  <a:extLst>
                    <a:ext uri="{FF2B5EF4-FFF2-40B4-BE49-F238E27FC236}">
                      <a16:creationId xmlns:a16="http://schemas.microsoft.com/office/drawing/2014/main" id="{95353737-6C71-1B27-7EFC-AE7F7F40AFFF}"/>
                    </a:ext>
                  </a:extLst>
                </p:cNvPr>
                <p:cNvPicPr/>
                <p:nvPr/>
              </p:nvPicPr>
              <p:blipFill>
                <a:blip r:embed="rId151"/>
                <a:stretch>
                  <a:fillRect/>
                </a:stretch>
              </p:blipFill>
              <p:spPr>
                <a:xfrm>
                  <a:off x="1540534" y="6056622"/>
                  <a:ext cx="883800" cy="1198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06" name="Ink 105">
                  <a:extLst>
                    <a:ext uri="{FF2B5EF4-FFF2-40B4-BE49-F238E27FC236}">
                      <a16:creationId xmlns:a16="http://schemas.microsoft.com/office/drawing/2014/main" id="{DA4B7865-52C1-1731-BC4E-A494515641FC}"/>
                    </a:ext>
                  </a:extLst>
                </p14:cNvPr>
                <p14:cNvContentPartPr/>
                <p14:nvPr/>
              </p14:nvContentPartPr>
              <p14:xfrm>
                <a:off x="1612174" y="6167862"/>
                <a:ext cx="790920" cy="146520"/>
              </p14:xfrm>
            </p:contentPart>
          </mc:Choice>
          <mc:Fallback>
            <p:pic>
              <p:nvPicPr>
                <p:cNvPr id="106" name="Ink 105">
                  <a:extLst>
                    <a:ext uri="{FF2B5EF4-FFF2-40B4-BE49-F238E27FC236}">
                      <a16:creationId xmlns:a16="http://schemas.microsoft.com/office/drawing/2014/main" id="{DA4B7865-52C1-1731-BC4E-A494515641FC}"/>
                    </a:ext>
                  </a:extLst>
                </p:cNvPr>
                <p:cNvPicPr/>
                <p:nvPr/>
              </p:nvPicPr>
              <p:blipFill>
                <a:blip r:embed="rId153"/>
                <a:stretch>
                  <a:fillRect/>
                </a:stretch>
              </p:blipFill>
              <p:spPr>
                <a:xfrm>
                  <a:off x="1594174" y="6149862"/>
                  <a:ext cx="82656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07" name="Ink 106">
                  <a:extLst>
                    <a:ext uri="{FF2B5EF4-FFF2-40B4-BE49-F238E27FC236}">
                      <a16:creationId xmlns:a16="http://schemas.microsoft.com/office/drawing/2014/main" id="{3EEF427C-A73D-449B-2D79-DA5A0908890E}"/>
                    </a:ext>
                  </a:extLst>
                </p14:cNvPr>
                <p14:cNvContentPartPr/>
                <p14:nvPr/>
              </p14:nvContentPartPr>
              <p14:xfrm>
                <a:off x="2381494" y="6184782"/>
                <a:ext cx="78120" cy="750240"/>
              </p14:xfrm>
            </p:contentPart>
          </mc:Choice>
          <mc:Fallback>
            <p:pic>
              <p:nvPicPr>
                <p:cNvPr id="107" name="Ink 106">
                  <a:extLst>
                    <a:ext uri="{FF2B5EF4-FFF2-40B4-BE49-F238E27FC236}">
                      <a16:creationId xmlns:a16="http://schemas.microsoft.com/office/drawing/2014/main" id="{3EEF427C-A73D-449B-2D79-DA5A0908890E}"/>
                    </a:ext>
                  </a:extLst>
                </p:cNvPr>
                <p:cNvPicPr/>
                <p:nvPr/>
              </p:nvPicPr>
              <p:blipFill>
                <a:blip r:embed="rId155"/>
                <a:stretch>
                  <a:fillRect/>
                </a:stretch>
              </p:blipFill>
              <p:spPr>
                <a:xfrm>
                  <a:off x="2363577" y="6166782"/>
                  <a:ext cx="113597" cy="78588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08" name="Ink 107">
                  <a:extLst>
                    <a:ext uri="{FF2B5EF4-FFF2-40B4-BE49-F238E27FC236}">
                      <a16:creationId xmlns:a16="http://schemas.microsoft.com/office/drawing/2014/main" id="{E9551C7B-9666-5874-C05F-E1EB2900EF1B}"/>
                    </a:ext>
                  </a:extLst>
                </p14:cNvPr>
                <p14:cNvContentPartPr/>
                <p14:nvPr/>
              </p14:nvContentPartPr>
              <p14:xfrm>
                <a:off x="2430454" y="6213942"/>
                <a:ext cx="945000" cy="371520"/>
              </p14:xfrm>
            </p:contentPart>
          </mc:Choice>
          <mc:Fallback>
            <p:pic>
              <p:nvPicPr>
                <p:cNvPr id="108" name="Ink 107">
                  <a:extLst>
                    <a:ext uri="{FF2B5EF4-FFF2-40B4-BE49-F238E27FC236}">
                      <a16:creationId xmlns:a16="http://schemas.microsoft.com/office/drawing/2014/main" id="{E9551C7B-9666-5874-C05F-E1EB2900EF1B}"/>
                    </a:ext>
                  </a:extLst>
                </p:cNvPr>
                <p:cNvPicPr/>
                <p:nvPr/>
              </p:nvPicPr>
              <p:blipFill>
                <a:blip r:embed="rId157"/>
                <a:stretch>
                  <a:fillRect/>
                </a:stretch>
              </p:blipFill>
              <p:spPr>
                <a:xfrm>
                  <a:off x="2412447" y="6195942"/>
                  <a:ext cx="980654" cy="40716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110" name="Ink 109">
                  <a:extLst>
                    <a:ext uri="{FF2B5EF4-FFF2-40B4-BE49-F238E27FC236}">
                      <a16:creationId xmlns:a16="http://schemas.microsoft.com/office/drawing/2014/main" id="{64D111C0-F31F-073B-4D7B-EE61D646F4C6}"/>
                    </a:ext>
                  </a:extLst>
                </p14:cNvPr>
                <p14:cNvContentPartPr/>
                <p14:nvPr/>
              </p14:nvContentPartPr>
              <p14:xfrm>
                <a:off x="2960734" y="6150942"/>
                <a:ext cx="41040" cy="143280"/>
              </p14:xfrm>
            </p:contentPart>
          </mc:Choice>
          <mc:Fallback>
            <p:pic>
              <p:nvPicPr>
                <p:cNvPr id="110" name="Ink 109">
                  <a:extLst>
                    <a:ext uri="{FF2B5EF4-FFF2-40B4-BE49-F238E27FC236}">
                      <a16:creationId xmlns:a16="http://schemas.microsoft.com/office/drawing/2014/main" id="{64D111C0-F31F-073B-4D7B-EE61D646F4C6}"/>
                    </a:ext>
                  </a:extLst>
                </p:cNvPr>
                <p:cNvPicPr/>
                <p:nvPr/>
              </p:nvPicPr>
              <p:blipFill>
                <a:blip r:embed="rId159"/>
                <a:stretch>
                  <a:fillRect/>
                </a:stretch>
              </p:blipFill>
              <p:spPr>
                <a:xfrm>
                  <a:off x="2942575" y="6132942"/>
                  <a:ext cx="76995" cy="17892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111" name="Ink 110">
                  <a:extLst>
                    <a:ext uri="{FF2B5EF4-FFF2-40B4-BE49-F238E27FC236}">
                      <a16:creationId xmlns:a16="http://schemas.microsoft.com/office/drawing/2014/main" id="{A7F3E83B-0703-8EEF-5EC4-9150E8E120B8}"/>
                    </a:ext>
                  </a:extLst>
                </p14:cNvPr>
                <p14:cNvContentPartPr/>
                <p14:nvPr/>
              </p14:nvContentPartPr>
              <p14:xfrm>
                <a:off x="2935174" y="6084702"/>
                <a:ext cx="117720" cy="120240"/>
              </p14:xfrm>
            </p:contentPart>
          </mc:Choice>
          <mc:Fallback>
            <p:pic>
              <p:nvPicPr>
                <p:cNvPr id="111" name="Ink 110">
                  <a:extLst>
                    <a:ext uri="{FF2B5EF4-FFF2-40B4-BE49-F238E27FC236}">
                      <a16:creationId xmlns:a16="http://schemas.microsoft.com/office/drawing/2014/main" id="{A7F3E83B-0703-8EEF-5EC4-9150E8E120B8}"/>
                    </a:ext>
                  </a:extLst>
                </p:cNvPr>
                <p:cNvPicPr/>
                <p:nvPr/>
              </p:nvPicPr>
              <p:blipFill>
                <a:blip r:embed="rId161"/>
                <a:stretch>
                  <a:fillRect/>
                </a:stretch>
              </p:blipFill>
              <p:spPr>
                <a:xfrm>
                  <a:off x="2917229" y="6066648"/>
                  <a:ext cx="153251" cy="155987"/>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112" name="Ink 111">
                  <a:extLst>
                    <a:ext uri="{FF2B5EF4-FFF2-40B4-BE49-F238E27FC236}">
                      <a16:creationId xmlns:a16="http://schemas.microsoft.com/office/drawing/2014/main" id="{61A72841-5C24-A971-CD2C-9E2F2DAAA665}"/>
                    </a:ext>
                  </a:extLst>
                </p14:cNvPr>
                <p14:cNvContentPartPr/>
                <p14:nvPr/>
              </p14:nvContentPartPr>
              <p14:xfrm>
                <a:off x="3076654" y="6193422"/>
                <a:ext cx="57240" cy="99360"/>
              </p14:xfrm>
            </p:contentPart>
          </mc:Choice>
          <mc:Fallback>
            <p:pic>
              <p:nvPicPr>
                <p:cNvPr id="112" name="Ink 111">
                  <a:extLst>
                    <a:ext uri="{FF2B5EF4-FFF2-40B4-BE49-F238E27FC236}">
                      <a16:creationId xmlns:a16="http://schemas.microsoft.com/office/drawing/2014/main" id="{61A72841-5C24-A971-CD2C-9E2F2DAAA665}"/>
                    </a:ext>
                  </a:extLst>
                </p:cNvPr>
                <p:cNvPicPr/>
                <p:nvPr/>
              </p:nvPicPr>
              <p:blipFill>
                <a:blip r:embed="rId163"/>
                <a:stretch>
                  <a:fillRect/>
                </a:stretch>
              </p:blipFill>
              <p:spPr>
                <a:xfrm>
                  <a:off x="3058766" y="6175422"/>
                  <a:ext cx="92657"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14" name="Ink 113">
                  <a:extLst>
                    <a:ext uri="{FF2B5EF4-FFF2-40B4-BE49-F238E27FC236}">
                      <a16:creationId xmlns:a16="http://schemas.microsoft.com/office/drawing/2014/main" id="{E2E2AA61-CA7B-B7F8-AACF-92FE7194E5DD}"/>
                    </a:ext>
                  </a:extLst>
                </p14:cNvPr>
                <p14:cNvContentPartPr/>
                <p14:nvPr/>
              </p14:nvContentPartPr>
              <p14:xfrm>
                <a:off x="2638534" y="6572142"/>
                <a:ext cx="44640" cy="232200"/>
              </p14:xfrm>
            </p:contentPart>
          </mc:Choice>
          <mc:Fallback>
            <p:pic>
              <p:nvPicPr>
                <p:cNvPr id="114" name="Ink 113">
                  <a:extLst>
                    <a:ext uri="{FF2B5EF4-FFF2-40B4-BE49-F238E27FC236}">
                      <a16:creationId xmlns:a16="http://schemas.microsoft.com/office/drawing/2014/main" id="{E2E2AA61-CA7B-B7F8-AACF-92FE7194E5DD}"/>
                    </a:ext>
                  </a:extLst>
                </p:cNvPr>
                <p:cNvPicPr/>
                <p:nvPr/>
              </p:nvPicPr>
              <p:blipFill>
                <a:blip r:embed="rId165"/>
                <a:stretch>
                  <a:fillRect/>
                </a:stretch>
              </p:blipFill>
              <p:spPr>
                <a:xfrm>
                  <a:off x="2620534" y="6554170"/>
                  <a:ext cx="80280" cy="267785"/>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15" name="Ink 114">
                  <a:extLst>
                    <a:ext uri="{FF2B5EF4-FFF2-40B4-BE49-F238E27FC236}">
                      <a16:creationId xmlns:a16="http://schemas.microsoft.com/office/drawing/2014/main" id="{7512B875-F3F2-42C5-64DB-897F0CE8F027}"/>
                    </a:ext>
                  </a:extLst>
                </p14:cNvPr>
                <p14:cNvContentPartPr/>
                <p14:nvPr/>
              </p14:nvContentPartPr>
              <p14:xfrm>
                <a:off x="2600014" y="6560262"/>
                <a:ext cx="148320" cy="104400"/>
              </p14:xfrm>
            </p:contentPart>
          </mc:Choice>
          <mc:Fallback>
            <p:pic>
              <p:nvPicPr>
                <p:cNvPr id="115" name="Ink 114">
                  <a:extLst>
                    <a:ext uri="{FF2B5EF4-FFF2-40B4-BE49-F238E27FC236}">
                      <a16:creationId xmlns:a16="http://schemas.microsoft.com/office/drawing/2014/main" id="{7512B875-F3F2-42C5-64DB-897F0CE8F027}"/>
                    </a:ext>
                  </a:extLst>
                </p:cNvPr>
                <p:cNvPicPr/>
                <p:nvPr/>
              </p:nvPicPr>
              <p:blipFill>
                <a:blip r:embed="rId167"/>
                <a:stretch>
                  <a:fillRect/>
                </a:stretch>
              </p:blipFill>
              <p:spPr>
                <a:xfrm>
                  <a:off x="2581970" y="6542262"/>
                  <a:ext cx="184047"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16" name="Ink 115">
                  <a:extLst>
                    <a:ext uri="{FF2B5EF4-FFF2-40B4-BE49-F238E27FC236}">
                      <a16:creationId xmlns:a16="http://schemas.microsoft.com/office/drawing/2014/main" id="{0A981472-4AE7-D3AD-7694-97374E23E133}"/>
                    </a:ext>
                  </a:extLst>
                </p14:cNvPr>
                <p14:cNvContentPartPr/>
                <p14:nvPr/>
              </p14:nvContentPartPr>
              <p14:xfrm>
                <a:off x="2765614" y="6664662"/>
                <a:ext cx="91440" cy="95040"/>
              </p14:xfrm>
            </p:contentPart>
          </mc:Choice>
          <mc:Fallback>
            <p:pic>
              <p:nvPicPr>
                <p:cNvPr id="116" name="Ink 115">
                  <a:extLst>
                    <a:ext uri="{FF2B5EF4-FFF2-40B4-BE49-F238E27FC236}">
                      <a16:creationId xmlns:a16="http://schemas.microsoft.com/office/drawing/2014/main" id="{0A981472-4AE7-D3AD-7694-97374E23E133}"/>
                    </a:ext>
                  </a:extLst>
                </p:cNvPr>
                <p:cNvPicPr/>
                <p:nvPr/>
              </p:nvPicPr>
              <p:blipFill>
                <a:blip r:embed="rId169"/>
                <a:stretch>
                  <a:fillRect/>
                </a:stretch>
              </p:blipFill>
              <p:spPr>
                <a:xfrm>
                  <a:off x="2747614" y="6646662"/>
                  <a:ext cx="12708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17" name="Ink 116">
                  <a:extLst>
                    <a:ext uri="{FF2B5EF4-FFF2-40B4-BE49-F238E27FC236}">
                      <a16:creationId xmlns:a16="http://schemas.microsoft.com/office/drawing/2014/main" id="{33F2B96B-BA54-3E5F-15BB-F3D68BE1398F}"/>
                    </a:ext>
                  </a:extLst>
                </p14:cNvPr>
                <p14:cNvContentPartPr/>
                <p14:nvPr/>
              </p14:nvContentPartPr>
              <p14:xfrm>
                <a:off x="1923214" y="6473502"/>
                <a:ext cx="86760" cy="245160"/>
              </p14:xfrm>
            </p:contentPart>
          </mc:Choice>
          <mc:Fallback>
            <p:pic>
              <p:nvPicPr>
                <p:cNvPr id="117" name="Ink 116">
                  <a:extLst>
                    <a:ext uri="{FF2B5EF4-FFF2-40B4-BE49-F238E27FC236}">
                      <a16:creationId xmlns:a16="http://schemas.microsoft.com/office/drawing/2014/main" id="{33F2B96B-BA54-3E5F-15BB-F3D68BE1398F}"/>
                    </a:ext>
                  </a:extLst>
                </p:cNvPr>
                <p:cNvPicPr/>
                <p:nvPr/>
              </p:nvPicPr>
              <p:blipFill>
                <a:blip r:embed="rId171"/>
                <a:stretch>
                  <a:fillRect/>
                </a:stretch>
              </p:blipFill>
              <p:spPr>
                <a:xfrm>
                  <a:off x="1905214" y="6455502"/>
                  <a:ext cx="122400" cy="2808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18" name="Ink 117">
                  <a:extLst>
                    <a:ext uri="{FF2B5EF4-FFF2-40B4-BE49-F238E27FC236}">
                      <a16:creationId xmlns:a16="http://schemas.microsoft.com/office/drawing/2014/main" id="{17CA6137-C7B3-05D1-4EA3-2CAD8B198657}"/>
                    </a:ext>
                  </a:extLst>
                </p14:cNvPr>
                <p14:cNvContentPartPr/>
                <p14:nvPr/>
              </p14:nvContentPartPr>
              <p14:xfrm>
                <a:off x="1893334" y="6441822"/>
                <a:ext cx="168480" cy="140040"/>
              </p14:xfrm>
            </p:contentPart>
          </mc:Choice>
          <mc:Fallback>
            <p:pic>
              <p:nvPicPr>
                <p:cNvPr id="118" name="Ink 117">
                  <a:extLst>
                    <a:ext uri="{FF2B5EF4-FFF2-40B4-BE49-F238E27FC236}">
                      <a16:creationId xmlns:a16="http://schemas.microsoft.com/office/drawing/2014/main" id="{17CA6137-C7B3-05D1-4EA3-2CAD8B198657}"/>
                    </a:ext>
                  </a:extLst>
                </p:cNvPr>
                <p:cNvPicPr/>
                <p:nvPr/>
              </p:nvPicPr>
              <p:blipFill>
                <a:blip r:embed="rId173"/>
                <a:stretch>
                  <a:fillRect/>
                </a:stretch>
              </p:blipFill>
              <p:spPr>
                <a:xfrm>
                  <a:off x="1875295" y="6423822"/>
                  <a:ext cx="204196"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19" name="Ink 118">
                  <a:extLst>
                    <a:ext uri="{FF2B5EF4-FFF2-40B4-BE49-F238E27FC236}">
                      <a16:creationId xmlns:a16="http://schemas.microsoft.com/office/drawing/2014/main" id="{EACBEE29-F864-6006-6807-6E9F82766C00}"/>
                    </a:ext>
                  </a:extLst>
                </p14:cNvPr>
                <p14:cNvContentPartPr/>
                <p14:nvPr/>
              </p14:nvContentPartPr>
              <p14:xfrm>
                <a:off x="1995574" y="6620742"/>
                <a:ext cx="114120" cy="146880"/>
              </p14:xfrm>
            </p:contentPart>
          </mc:Choice>
          <mc:Fallback>
            <p:pic>
              <p:nvPicPr>
                <p:cNvPr id="119" name="Ink 118">
                  <a:extLst>
                    <a:ext uri="{FF2B5EF4-FFF2-40B4-BE49-F238E27FC236}">
                      <a16:creationId xmlns:a16="http://schemas.microsoft.com/office/drawing/2014/main" id="{EACBEE29-F864-6006-6807-6E9F82766C00}"/>
                    </a:ext>
                  </a:extLst>
                </p:cNvPr>
                <p:cNvPicPr/>
                <p:nvPr/>
              </p:nvPicPr>
              <p:blipFill>
                <a:blip r:embed="rId175"/>
                <a:stretch>
                  <a:fillRect/>
                </a:stretch>
              </p:blipFill>
              <p:spPr>
                <a:xfrm>
                  <a:off x="1977517" y="6602742"/>
                  <a:ext cx="149873" cy="182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6">
            <p14:nvContentPartPr>
              <p14:cNvPr id="149" name="Ink 148">
                <a:extLst>
                  <a:ext uri="{FF2B5EF4-FFF2-40B4-BE49-F238E27FC236}">
                    <a16:creationId xmlns:a16="http://schemas.microsoft.com/office/drawing/2014/main" id="{ED83E0B7-982B-DEE9-4D3F-6E83CA3CD530}"/>
                  </a:ext>
                </a:extLst>
              </p14:cNvPr>
              <p14:cNvContentPartPr/>
              <p14:nvPr/>
            </p14:nvContentPartPr>
            <p14:xfrm>
              <a:off x="2517214" y="5395302"/>
              <a:ext cx="687240" cy="511200"/>
            </p14:xfrm>
          </p:contentPart>
        </mc:Choice>
        <mc:Fallback>
          <p:pic>
            <p:nvPicPr>
              <p:cNvPr id="149" name="Ink 148">
                <a:extLst>
                  <a:ext uri="{FF2B5EF4-FFF2-40B4-BE49-F238E27FC236}">
                    <a16:creationId xmlns:a16="http://schemas.microsoft.com/office/drawing/2014/main" id="{ED83E0B7-982B-DEE9-4D3F-6E83CA3CD530}"/>
                  </a:ext>
                </a:extLst>
              </p:cNvPr>
              <p:cNvPicPr/>
              <p:nvPr/>
            </p:nvPicPr>
            <p:blipFill>
              <a:blip r:embed="rId177"/>
              <a:stretch>
                <a:fillRect/>
              </a:stretch>
            </p:blipFill>
            <p:spPr>
              <a:xfrm>
                <a:off x="2499214" y="5377315"/>
                <a:ext cx="722880" cy="546815"/>
              </a:xfrm>
              <a:prstGeom prst="rect">
                <a:avLst/>
              </a:prstGeom>
            </p:spPr>
          </p:pic>
        </mc:Fallback>
      </mc:AlternateContent>
      <p:grpSp>
        <p:nvGrpSpPr>
          <p:cNvPr id="164" name="Group 163">
            <a:extLst>
              <a:ext uri="{FF2B5EF4-FFF2-40B4-BE49-F238E27FC236}">
                <a16:creationId xmlns:a16="http://schemas.microsoft.com/office/drawing/2014/main" id="{586136F1-9589-D015-688A-1A7393D8AB69}"/>
              </a:ext>
            </a:extLst>
          </p:cNvPr>
          <p:cNvGrpSpPr/>
          <p:nvPr/>
        </p:nvGrpSpPr>
        <p:grpSpPr>
          <a:xfrm>
            <a:off x="3973774" y="6019542"/>
            <a:ext cx="1539360" cy="809280"/>
            <a:chOff x="3973774" y="6019542"/>
            <a:chExt cx="1539360" cy="809280"/>
          </a:xfrm>
        </p:grpSpPr>
        <mc:AlternateContent xmlns:mc="http://schemas.openxmlformats.org/markup-compatibility/2006">
          <mc:Choice xmlns:p14="http://schemas.microsoft.com/office/powerpoint/2010/main" Requires="p14">
            <p:contentPart p14:bwMode="auto" r:id="rId178">
              <p14:nvContentPartPr>
                <p14:cNvPr id="151" name="Ink 150">
                  <a:extLst>
                    <a:ext uri="{FF2B5EF4-FFF2-40B4-BE49-F238E27FC236}">
                      <a16:creationId xmlns:a16="http://schemas.microsoft.com/office/drawing/2014/main" id="{3CFC6FD6-9DD0-2E50-459E-FEED063958C2}"/>
                    </a:ext>
                  </a:extLst>
                </p14:cNvPr>
                <p14:cNvContentPartPr/>
                <p14:nvPr/>
              </p14:nvContentPartPr>
              <p14:xfrm>
                <a:off x="3973774" y="6662862"/>
                <a:ext cx="1081800" cy="150120"/>
              </p14:xfrm>
            </p:contentPart>
          </mc:Choice>
          <mc:Fallback>
            <p:pic>
              <p:nvPicPr>
                <p:cNvPr id="151" name="Ink 150">
                  <a:extLst>
                    <a:ext uri="{FF2B5EF4-FFF2-40B4-BE49-F238E27FC236}">
                      <a16:creationId xmlns:a16="http://schemas.microsoft.com/office/drawing/2014/main" id="{3CFC6FD6-9DD0-2E50-459E-FEED063958C2}"/>
                    </a:ext>
                  </a:extLst>
                </p:cNvPr>
                <p:cNvPicPr/>
                <p:nvPr/>
              </p:nvPicPr>
              <p:blipFill>
                <a:blip r:embed="rId179"/>
                <a:stretch>
                  <a:fillRect/>
                </a:stretch>
              </p:blipFill>
              <p:spPr>
                <a:xfrm>
                  <a:off x="3955768" y="6644862"/>
                  <a:ext cx="1117452" cy="18576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52" name="Ink 151">
                  <a:extLst>
                    <a:ext uri="{FF2B5EF4-FFF2-40B4-BE49-F238E27FC236}">
                      <a16:creationId xmlns:a16="http://schemas.microsoft.com/office/drawing/2014/main" id="{333AFE07-0180-6C04-6E9A-637D78A47886}"/>
                    </a:ext>
                  </a:extLst>
                </p14:cNvPr>
                <p14:cNvContentPartPr/>
                <p14:nvPr/>
              </p14:nvContentPartPr>
              <p14:xfrm>
                <a:off x="5022814" y="6633342"/>
                <a:ext cx="69480" cy="75240"/>
              </p14:xfrm>
            </p:contentPart>
          </mc:Choice>
          <mc:Fallback>
            <p:pic>
              <p:nvPicPr>
                <p:cNvPr id="152" name="Ink 151">
                  <a:extLst>
                    <a:ext uri="{FF2B5EF4-FFF2-40B4-BE49-F238E27FC236}">
                      <a16:creationId xmlns:a16="http://schemas.microsoft.com/office/drawing/2014/main" id="{333AFE07-0180-6C04-6E9A-637D78A47886}"/>
                    </a:ext>
                  </a:extLst>
                </p:cNvPr>
                <p:cNvPicPr/>
                <p:nvPr/>
              </p:nvPicPr>
              <p:blipFill>
                <a:blip r:embed="rId181"/>
                <a:stretch>
                  <a:fillRect/>
                </a:stretch>
              </p:blipFill>
              <p:spPr>
                <a:xfrm>
                  <a:off x="5004814" y="6615342"/>
                  <a:ext cx="10512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54" name="Ink 153">
                  <a:extLst>
                    <a:ext uri="{FF2B5EF4-FFF2-40B4-BE49-F238E27FC236}">
                      <a16:creationId xmlns:a16="http://schemas.microsoft.com/office/drawing/2014/main" id="{12318DC2-F96F-703D-59C6-71E263C11752}"/>
                    </a:ext>
                  </a:extLst>
                </p14:cNvPr>
                <p14:cNvContentPartPr/>
                <p14:nvPr/>
              </p14:nvContentPartPr>
              <p14:xfrm>
                <a:off x="4292734" y="6575742"/>
                <a:ext cx="17640" cy="25920"/>
              </p14:xfrm>
            </p:contentPart>
          </mc:Choice>
          <mc:Fallback>
            <p:pic>
              <p:nvPicPr>
                <p:cNvPr id="154" name="Ink 153">
                  <a:extLst>
                    <a:ext uri="{FF2B5EF4-FFF2-40B4-BE49-F238E27FC236}">
                      <a16:creationId xmlns:a16="http://schemas.microsoft.com/office/drawing/2014/main" id="{12318DC2-F96F-703D-59C6-71E263C11752}"/>
                    </a:ext>
                  </a:extLst>
                </p:cNvPr>
                <p:cNvPicPr/>
                <p:nvPr/>
              </p:nvPicPr>
              <p:blipFill>
                <a:blip r:embed="rId183"/>
                <a:stretch>
                  <a:fillRect/>
                </a:stretch>
              </p:blipFill>
              <p:spPr>
                <a:xfrm>
                  <a:off x="4274359" y="6557989"/>
                  <a:ext cx="54023" cy="61072"/>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55" name="Ink 154">
                  <a:extLst>
                    <a:ext uri="{FF2B5EF4-FFF2-40B4-BE49-F238E27FC236}">
                      <a16:creationId xmlns:a16="http://schemas.microsoft.com/office/drawing/2014/main" id="{66CC947F-BA4C-F725-B5F1-7A3395613F22}"/>
                    </a:ext>
                  </a:extLst>
                </p14:cNvPr>
                <p14:cNvContentPartPr/>
                <p14:nvPr/>
              </p14:nvContentPartPr>
              <p14:xfrm>
                <a:off x="4685494" y="6614262"/>
                <a:ext cx="3960" cy="9720"/>
              </p14:xfrm>
            </p:contentPart>
          </mc:Choice>
          <mc:Fallback>
            <p:pic>
              <p:nvPicPr>
                <p:cNvPr id="155" name="Ink 154">
                  <a:extLst>
                    <a:ext uri="{FF2B5EF4-FFF2-40B4-BE49-F238E27FC236}">
                      <a16:creationId xmlns:a16="http://schemas.microsoft.com/office/drawing/2014/main" id="{66CC947F-BA4C-F725-B5F1-7A3395613F22}"/>
                    </a:ext>
                  </a:extLst>
                </p:cNvPr>
                <p:cNvPicPr/>
                <p:nvPr/>
              </p:nvPicPr>
              <p:blipFill>
                <a:blip r:embed="rId185"/>
                <a:stretch>
                  <a:fillRect/>
                </a:stretch>
              </p:blipFill>
              <p:spPr>
                <a:xfrm>
                  <a:off x="4668994" y="6596262"/>
                  <a:ext cx="3663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56" name="Ink 155">
                  <a:extLst>
                    <a:ext uri="{FF2B5EF4-FFF2-40B4-BE49-F238E27FC236}">
                      <a16:creationId xmlns:a16="http://schemas.microsoft.com/office/drawing/2014/main" id="{6592E89E-78D8-0815-CFBD-6E4E8D4A835B}"/>
                    </a:ext>
                  </a:extLst>
                </p14:cNvPr>
                <p14:cNvContentPartPr/>
                <p14:nvPr/>
              </p14:nvContentPartPr>
              <p14:xfrm>
                <a:off x="5179774" y="6625422"/>
                <a:ext cx="18000" cy="10080"/>
              </p14:xfrm>
            </p:contentPart>
          </mc:Choice>
          <mc:Fallback>
            <p:pic>
              <p:nvPicPr>
                <p:cNvPr id="156" name="Ink 155">
                  <a:extLst>
                    <a:ext uri="{FF2B5EF4-FFF2-40B4-BE49-F238E27FC236}">
                      <a16:creationId xmlns:a16="http://schemas.microsoft.com/office/drawing/2014/main" id="{6592E89E-78D8-0815-CFBD-6E4E8D4A835B}"/>
                    </a:ext>
                  </a:extLst>
                </p:cNvPr>
                <p:cNvPicPr/>
                <p:nvPr/>
              </p:nvPicPr>
              <p:blipFill>
                <a:blip r:embed="rId187"/>
                <a:stretch>
                  <a:fillRect/>
                </a:stretch>
              </p:blipFill>
              <p:spPr>
                <a:xfrm>
                  <a:off x="5162127" y="6607422"/>
                  <a:ext cx="52941"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58" name="Ink 157">
                  <a:extLst>
                    <a:ext uri="{FF2B5EF4-FFF2-40B4-BE49-F238E27FC236}">
                      <a16:creationId xmlns:a16="http://schemas.microsoft.com/office/drawing/2014/main" id="{5C51DC39-24BB-DE11-28E2-0798959CBA76}"/>
                    </a:ext>
                  </a:extLst>
                </p14:cNvPr>
                <p14:cNvContentPartPr/>
                <p14:nvPr/>
              </p14:nvContentPartPr>
              <p14:xfrm>
                <a:off x="4875934" y="6324822"/>
                <a:ext cx="122760" cy="337680"/>
              </p14:xfrm>
            </p:contentPart>
          </mc:Choice>
          <mc:Fallback>
            <p:pic>
              <p:nvPicPr>
                <p:cNvPr id="158" name="Ink 157">
                  <a:extLst>
                    <a:ext uri="{FF2B5EF4-FFF2-40B4-BE49-F238E27FC236}">
                      <a16:creationId xmlns:a16="http://schemas.microsoft.com/office/drawing/2014/main" id="{5C51DC39-24BB-DE11-28E2-0798959CBA76}"/>
                    </a:ext>
                  </a:extLst>
                </p:cNvPr>
                <p:cNvPicPr/>
                <p:nvPr/>
              </p:nvPicPr>
              <p:blipFill>
                <a:blip r:embed="rId189"/>
                <a:stretch>
                  <a:fillRect/>
                </a:stretch>
              </p:blipFill>
              <p:spPr>
                <a:xfrm>
                  <a:off x="4857987" y="6306822"/>
                  <a:ext cx="158296" cy="37332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59" name="Ink 158">
                  <a:extLst>
                    <a:ext uri="{FF2B5EF4-FFF2-40B4-BE49-F238E27FC236}">
                      <a16:creationId xmlns:a16="http://schemas.microsoft.com/office/drawing/2014/main" id="{DE1E9EE5-57D9-CEE8-E6C8-35F7D62AC606}"/>
                    </a:ext>
                  </a:extLst>
                </p14:cNvPr>
                <p14:cNvContentPartPr/>
                <p14:nvPr/>
              </p14:nvContentPartPr>
              <p14:xfrm>
                <a:off x="5247814" y="6307902"/>
                <a:ext cx="157680" cy="347400"/>
              </p14:xfrm>
            </p:contentPart>
          </mc:Choice>
          <mc:Fallback>
            <p:pic>
              <p:nvPicPr>
                <p:cNvPr id="159" name="Ink 158">
                  <a:extLst>
                    <a:ext uri="{FF2B5EF4-FFF2-40B4-BE49-F238E27FC236}">
                      <a16:creationId xmlns:a16="http://schemas.microsoft.com/office/drawing/2014/main" id="{DE1E9EE5-57D9-CEE8-E6C8-35F7D62AC606}"/>
                    </a:ext>
                  </a:extLst>
                </p:cNvPr>
                <p:cNvPicPr/>
                <p:nvPr/>
              </p:nvPicPr>
              <p:blipFill>
                <a:blip r:embed="rId191"/>
                <a:stretch>
                  <a:fillRect/>
                </a:stretch>
              </p:blipFill>
              <p:spPr>
                <a:xfrm>
                  <a:off x="5229814" y="6289902"/>
                  <a:ext cx="193320" cy="38304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60" name="Ink 159">
                  <a:extLst>
                    <a:ext uri="{FF2B5EF4-FFF2-40B4-BE49-F238E27FC236}">
                      <a16:creationId xmlns:a16="http://schemas.microsoft.com/office/drawing/2014/main" id="{7D97D6A2-92E0-4DFB-6903-A618E057CBDF}"/>
                    </a:ext>
                  </a:extLst>
                </p14:cNvPr>
                <p14:cNvContentPartPr/>
                <p14:nvPr/>
              </p14:nvContentPartPr>
              <p14:xfrm>
                <a:off x="5033974" y="6537582"/>
                <a:ext cx="90720" cy="199440"/>
              </p14:xfrm>
            </p:contentPart>
          </mc:Choice>
          <mc:Fallback>
            <p:pic>
              <p:nvPicPr>
                <p:cNvPr id="160" name="Ink 159">
                  <a:extLst>
                    <a:ext uri="{FF2B5EF4-FFF2-40B4-BE49-F238E27FC236}">
                      <a16:creationId xmlns:a16="http://schemas.microsoft.com/office/drawing/2014/main" id="{7D97D6A2-92E0-4DFB-6903-A618E057CBDF}"/>
                    </a:ext>
                  </a:extLst>
                </p:cNvPr>
                <p:cNvPicPr/>
                <p:nvPr/>
              </p:nvPicPr>
              <p:blipFill>
                <a:blip r:embed="rId193"/>
                <a:stretch>
                  <a:fillRect/>
                </a:stretch>
              </p:blipFill>
              <p:spPr>
                <a:xfrm>
                  <a:off x="5015974" y="6519614"/>
                  <a:ext cx="126360" cy="235016"/>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61" name="Ink 160">
                  <a:extLst>
                    <a:ext uri="{FF2B5EF4-FFF2-40B4-BE49-F238E27FC236}">
                      <a16:creationId xmlns:a16="http://schemas.microsoft.com/office/drawing/2014/main" id="{44BEBF4B-A5E2-C339-72B8-583A619AD07C}"/>
                    </a:ext>
                  </a:extLst>
                </p14:cNvPr>
                <p14:cNvContentPartPr/>
                <p14:nvPr/>
              </p14:nvContentPartPr>
              <p14:xfrm>
                <a:off x="5015614" y="6532902"/>
                <a:ext cx="200520" cy="121680"/>
              </p14:xfrm>
            </p:contentPart>
          </mc:Choice>
          <mc:Fallback>
            <p:pic>
              <p:nvPicPr>
                <p:cNvPr id="161" name="Ink 160">
                  <a:extLst>
                    <a:ext uri="{FF2B5EF4-FFF2-40B4-BE49-F238E27FC236}">
                      <a16:creationId xmlns:a16="http://schemas.microsoft.com/office/drawing/2014/main" id="{44BEBF4B-A5E2-C339-72B8-583A619AD07C}"/>
                    </a:ext>
                  </a:extLst>
                </p:cNvPr>
                <p:cNvPicPr/>
                <p:nvPr/>
              </p:nvPicPr>
              <p:blipFill>
                <a:blip r:embed="rId195"/>
                <a:stretch>
                  <a:fillRect/>
                </a:stretch>
              </p:blipFill>
              <p:spPr>
                <a:xfrm>
                  <a:off x="4997614" y="6514902"/>
                  <a:ext cx="23616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63" name="Ink 162">
                  <a:extLst>
                    <a:ext uri="{FF2B5EF4-FFF2-40B4-BE49-F238E27FC236}">
                      <a16:creationId xmlns:a16="http://schemas.microsoft.com/office/drawing/2014/main" id="{38B44290-CB76-9122-1D30-FC096011B0C6}"/>
                    </a:ext>
                  </a:extLst>
                </p14:cNvPr>
                <p14:cNvContentPartPr/>
                <p14:nvPr/>
              </p14:nvContentPartPr>
              <p14:xfrm>
                <a:off x="4756054" y="6019542"/>
                <a:ext cx="757080" cy="809280"/>
              </p14:xfrm>
            </p:contentPart>
          </mc:Choice>
          <mc:Fallback>
            <p:pic>
              <p:nvPicPr>
                <p:cNvPr id="163" name="Ink 162">
                  <a:extLst>
                    <a:ext uri="{FF2B5EF4-FFF2-40B4-BE49-F238E27FC236}">
                      <a16:creationId xmlns:a16="http://schemas.microsoft.com/office/drawing/2014/main" id="{38B44290-CB76-9122-1D30-FC096011B0C6}"/>
                    </a:ext>
                  </a:extLst>
                </p:cNvPr>
                <p:cNvPicPr/>
                <p:nvPr/>
              </p:nvPicPr>
              <p:blipFill>
                <a:blip r:embed="rId197"/>
                <a:stretch>
                  <a:fillRect/>
                </a:stretch>
              </p:blipFill>
              <p:spPr>
                <a:xfrm>
                  <a:off x="4738054" y="6001534"/>
                  <a:ext cx="792720" cy="844936"/>
                </a:xfrm>
                <a:prstGeom prst="rect">
                  <a:avLst/>
                </a:prstGeom>
              </p:spPr>
            </p:pic>
          </mc:Fallback>
        </mc:AlternateContent>
      </p:grpSp>
      <p:grpSp>
        <p:nvGrpSpPr>
          <p:cNvPr id="169" name="Group 168">
            <a:extLst>
              <a:ext uri="{FF2B5EF4-FFF2-40B4-BE49-F238E27FC236}">
                <a16:creationId xmlns:a16="http://schemas.microsoft.com/office/drawing/2014/main" id="{EE8D6B2B-62CE-FF5A-0811-27DE1B5E7EB9}"/>
              </a:ext>
            </a:extLst>
          </p:cNvPr>
          <p:cNvGrpSpPr/>
          <p:nvPr/>
        </p:nvGrpSpPr>
        <p:grpSpPr>
          <a:xfrm>
            <a:off x="7096054" y="5380182"/>
            <a:ext cx="222480" cy="120240"/>
            <a:chOff x="7096054" y="5380182"/>
            <a:chExt cx="222480" cy="120240"/>
          </a:xfrm>
        </p:grpSpPr>
        <mc:AlternateContent xmlns:mc="http://schemas.openxmlformats.org/markup-compatibility/2006">
          <mc:Choice xmlns:p14="http://schemas.microsoft.com/office/powerpoint/2010/main" Requires="p14">
            <p:contentPart p14:bwMode="auto" r:id="rId198">
              <p14:nvContentPartPr>
                <p14:cNvPr id="165" name="Ink 164">
                  <a:extLst>
                    <a:ext uri="{FF2B5EF4-FFF2-40B4-BE49-F238E27FC236}">
                      <a16:creationId xmlns:a16="http://schemas.microsoft.com/office/drawing/2014/main" id="{B0D63118-3E16-9FBE-CB34-9C1BA3C32D21}"/>
                    </a:ext>
                  </a:extLst>
                </p14:cNvPr>
                <p14:cNvContentPartPr/>
                <p14:nvPr/>
              </p14:nvContentPartPr>
              <p14:xfrm>
                <a:off x="7109374" y="5380182"/>
                <a:ext cx="209160" cy="72720"/>
              </p14:xfrm>
            </p:contentPart>
          </mc:Choice>
          <mc:Fallback>
            <p:pic>
              <p:nvPicPr>
                <p:cNvPr id="165" name="Ink 164">
                  <a:extLst>
                    <a:ext uri="{FF2B5EF4-FFF2-40B4-BE49-F238E27FC236}">
                      <a16:creationId xmlns:a16="http://schemas.microsoft.com/office/drawing/2014/main" id="{B0D63118-3E16-9FBE-CB34-9C1BA3C32D21}"/>
                    </a:ext>
                  </a:extLst>
                </p:cNvPr>
                <p:cNvPicPr/>
                <p:nvPr/>
              </p:nvPicPr>
              <p:blipFill>
                <a:blip r:embed="rId199"/>
                <a:stretch>
                  <a:fillRect/>
                </a:stretch>
              </p:blipFill>
              <p:spPr>
                <a:xfrm>
                  <a:off x="7091343" y="5362182"/>
                  <a:ext cx="244861"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66" name="Ink 165">
                  <a:extLst>
                    <a:ext uri="{FF2B5EF4-FFF2-40B4-BE49-F238E27FC236}">
                      <a16:creationId xmlns:a16="http://schemas.microsoft.com/office/drawing/2014/main" id="{1059EFE9-A0ED-03ED-9370-2934829F3752}"/>
                    </a:ext>
                  </a:extLst>
                </p14:cNvPr>
                <p14:cNvContentPartPr/>
                <p14:nvPr/>
              </p14:nvContentPartPr>
              <p14:xfrm>
                <a:off x="7096054" y="5467302"/>
                <a:ext cx="222120" cy="33120"/>
              </p14:xfrm>
            </p:contentPart>
          </mc:Choice>
          <mc:Fallback>
            <p:pic>
              <p:nvPicPr>
                <p:cNvPr id="166" name="Ink 165">
                  <a:extLst>
                    <a:ext uri="{FF2B5EF4-FFF2-40B4-BE49-F238E27FC236}">
                      <a16:creationId xmlns:a16="http://schemas.microsoft.com/office/drawing/2014/main" id="{1059EFE9-A0ED-03ED-9370-2934829F3752}"/>
                    </a:ext>
                  </a:extLst>
                </p:cNvPr>
                <p:cNvPicPr/>
                <p:nvPr/>
              </p:nvPicPr>
              <p:blipFill>
                <a:blip r:embed="rId201"/>
                <a:stretch>
                  <a:fillRect/>
                </a:stretch>
              </p:blipFill>
              <p:spPr>
                <a:xfrm>
                  <a:off x="7078054" y="5449302"/>
                  <a:ext cx="25776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68" name="Ink 167">
                  <a:extLst>
                    <a:ext uri="{FF2B5EF4-FFF2-40B4-BE49-F238E27FC236}">
                      <a16:creationId xmlns:a16="http://schemas.microsoft.com/office/drawing/2014/main" id="{1CEE19D7-D6E2-A116-6683-435C8EDF990B}"/>
                    </a:ext>
                  </a:extLst>
                </p14:cNvPr>
                <p14:cNvContentPartPr/>
                <p14:nvPr/>
              </p14:nvContentPartPr>
              <p14:xfrm>
                <a:off x="7213054" y="5472702"/>
                <a:ext cx="2160" cy="1440"/>
              </p14:xfrm>
            </p:contentPart>
          </mc:Choice>
          <mc:Fallback>
            <p:pic>
              <p:nvPicPr>
                <p:cNvPr id="168" name="Ink 167">
                  <a:extLst>
                    <a:ext uri="{FF2B5EF4-FFF2-40B4-BE49-F238E27FC236}">
                      <a16:creationId xmlns:a16="http://schemas.microsoft.com/office/drawing/2014/main" id="{1CEE19D7-D6E2-A116-6683-435C8EDF990B}"/>
                    </a:ext>
                  </a:extLst>
                </p:cNvPr>
                <p:cNvPicPr/>
                <p:nvPr/>
              </p:nvPicPr>
              <p:blipFill>
                <a:blip r:embed="rId203"/>
                <a:stretch>
                  <a:fillRect/>
                </a:stretch>
              </p:blipFill>
              <p:spPr>
                <a:xfrm>
                  <a:off x="7195054" y="5458302"/>
                  <a:ext cx="37800" cy="29952"/>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04">
            <p14:nvContentPartPr>
              <p14:cNvPr id="170" name="Ink 169">
                <a:extLst>
                  <a:ext uri="{FF2B5EF4-FFF2-40B4-BE49-F238E27FC236}">
                    <a16:creationId xmlns:a16="http://schemas.microsoft.com/office/drawing/2014/main" id="{DDA8E3F3-E98E-B956-12D0-279391FD4935}"/>
                  </a:ext>
                </a:extLst>
              </p14:cNvPr>
              <p14:cNvContentPartPr/>
              <p14:nvPr/>
            </p14:nvContentPartPr>
            <p14:xfrm>
              <a:off x="4015534" y="5426982"/>
              <a:ext cx="311040" cy="244080"/>
            </p14:xfrm>
          </p:contentPart>
        </mc:Choice>
        <mc:Fallback>
          <p:pic>
            <p:nvPicPr>
              <p:cNvPr id="170" name="Ink 169">
                <a:extLst>
                  <a:ext uri="{FF2B5EF4-FFF2-40B4-BE49-F238E27FC236}">
                    <a16:creationId xmlns:a16="http://schemas.microsoft.com/office/drawing/2014/main" id="{DDA8E3F3-E98E-B956-12D0-279391FD4935}"/>
                  </a:ext>
                </a:extLst>
              </p:cNvPr>
              <p:cNvPicPr/>
              <p:nvPr/>
            </p:nvPicPr>
            <p:blipFill>
              <a:blip r:embed="rId205"/>
              <a:stretch>
                <a:fillRect/>
              </a:stretch>
            </p:blipFill>
            <p:spPr>
              <a:xfrm>
                <a:off x="3997534" y="5409009"/>
                <a:ext cx="346680" cy="279668"/>
              </a:xfrm>
              <a:prstGeom prst="rect">
                <a:avLst/>
              </a:prstGeom>
            </p:spPr>
          </p:pic>
        </mc:Fallback>
      </mc:AlternateContent>
      <p:grpSp>
        <p:nvGrpSpPr>
          <p:cNvPr id="174" name="Group 173">
            <a:extLst>
              <a:ext uri="{FF2B5EF4-FFF2-40B4-BE49-F238E27FC236}">
                <a16:creationId xmlns:a16="http://schemas.microsoft.com/office/drawing/2014/main" id="{8B21D30F-02D0-8860-2226-50040723F192}"/>
              </a:ext>
            </a:extLst>
          </p:cNvPr>
          <p:cNvGrpSpPr/>
          <p:nvPr/>
        </p:nvGrpSpPr>
        <p:grpSpPr>
          <a:xfrm>
            <a:off x="9486814" y="4907142"/>
            <a:ext cx="1615320" cy="966960"/>
            <a:chOff x="9486814" y="4907142"/>
            <a:chExt cx="1615320" cy="966960"/>
          </a:xfrm>
        </p:grpSpPr>
        <mc:AlternateContent xmlns:mc="http://schemas.openxmlformats.org/markup-compatibility/2006">
          <mc:Choice xmlns:p14="http://schemas.microsoft.com/office/powerpoint/2010/main" Requires="p14">
            <p:contentPart p14:bwMode="auto" r:id="rId206">
              <p14:nvContentPartPr>
                <p14:cNvPr id="171" name="Ink 170">
                  <a:extLst>
                    <a:ext uri="{FF2B5EF4-FFF2-40B4-BE49-F238E27FC236}">
                      <a16:creationId xmlns:a16="http://schemas.microsoft.com/office/drawing/2014/main" id="{B9BAD9FB-9B1C-7975-423D-8606C83AD281}"/>
                    </a:ext>
                  </a:extLst>
                </p14:cNvPr>
                <p14:cNvContentPartPr/>
                <p14:nvPr/>
              </p14:nvContentPartPr>
              <p14:xfrm>
                <a:off x="9486814" y="5492862"/>
                <a:ext cx="367560" cy="381240"/>
              </p14:xfrm>
            </p:contentPart>
          </mc:Choice>
          <mc:Fallback>
            <p:pic>
              <p:nvPicPr>
                <p:cNvPr id="171" name="Ink 170">
                  <a:extLst>
                    <a:ext uri="{FF2B5EF4-FFF2-40B4-BE49-F238E27FC236}">
                      <a16:creationId xmlns:a16="http://schemas.microsoft.com/office/drawing/2014/main" id="{B9BAD9FB-9B1C-7975-423D-8606C83AD281}"/>
                    </a:ext>
                  </a:extLst>
                </p:cNvPr>
                <p:cNvPicPr/>
                <p:nvPr/>
              </p:nvPicPr>
              <p:blipFill>
                <a:blip r:embed="rId207"/>
                <a:stretch>
                  <a:fillRect/>
                </a:stretch>
              </p:blipFill>
              <p:spPr>
                <a:xfrm>
                  <a:off x="9468814" y="5474845"/>
                  <a:ext cx="403200" cy="416914"/>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72" name="Ink 171">
                  <a:extLst>
                    <a:ext uri="{FF2B5EF4-FFF2-40B4-BE49-F238E27FC236}">
                      <a16:creationId xmlns:a16="http://schemas.microsoft.com/office/drawing/2014/main" id="{9CBF05AC-00B6-8D9C-007F-F39C612B888A}"/>
                    </a:ext>
                  </a:extLst>
                </p14:cNvPr>
                <p14:cNvContentPartPr/>
                <p14:nvPr/>
              </p14:nvContentPartPr>
              <p14:xfrm>
                <a:off x="9616054" y="4907142"/>
                <a:ext cx="1327680" cy="598320"/>
              </p14:xfrm>
            </p:contentPart>
          </mc:Choice>
          <mc:Fallback>
            <p:pic>
              <p:nvPicPr>
                <p:cNvPr id="172" name="Ink 171">
                  <a:extLst>
                    <a:ext uri="{FF2B5EF4-FFF2-40B4-BE49-F238E27FC236}">
                      <a16:creationId xmlns:a16="http://schemas.microsoft.com/office/drawing/2014/main" id="{9CBF05AC-00B6-8D9C-007F-F39C612B888A}"/>
                    </a:ext>
                  </a:extLst>
                </p:cNvPr>
                <p:cNvPicPr/>
                <p:nvPr/>
              </p:nvPicPr>
              <p:blipFill>
                <a:blip r:embed="rId209"/>
                <a:stretch>
                  <a:fillRect/>
                </a:stretch>
              </p:blipFill>
              <p:spPr>
                <a:xfrm>
                  <a:off x="9598054" y="4889142"/>
                  <a:ext cx="1363320" cy="63396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73" name="Ink 172">
                  <a:extLst>
                    <a:ext uri="{FF2B5EF4-FFF2-40B4-BE49-F238E27FC236}">
                      <a16:creationId xmlns:a16="http://schemas.microsoft.com/office/drawing/2014/main" id="{EA0CDC07-0B9C-1734-02B9-616F195DBDA2}"/>
                    </a:ext>
                  </a:extLst>
                </p14:cNvPr>
                <p14:cNvContentPartPr/>
                <p14:nvPr/>
              </p14:nvContentPartPr>
              <p14:xfrm>
                <a:off x="10792534" y="4950702"/>
                <a:ext cx="309600" cy="205560"/>
              </p14:xfrm>
            </p:contentPart>
          </mc:Choice>
          <mc:Fallback>
            <p:pic>
              <p:nvPicPr>
                <p:cNvPr id="173" name="Ink 172">
                  <a:extLst>
                    <a:ext uri="{FF2B5EF4-FFF2-40B4-BE49-F238E27FC236}">
                      <a16:creationId xmlns:a16="http://schemas.microsoft.com/office/drawing/2014/main" id="{EA0CDC07-0B9C-1734-02B9-616F195DBDA2}"/>
                    </a:ext>
                  </a:extLst>
                </p:cNvPr>
                <p:cNvPicPr/>
                <p:nvPr/>
              </p:nvPicPr>
              <p:blipFill>
                <a:blip r:embed="rId211"/>
                <a:stretch>
                  <a:fillRect/>
                </a:stretch>
              </p:blipFill>
              <p:spPr>
                <a:xfrm>
                  <a:off x="10774555" y="4932702"/>
                  <a:ext cx="345199" cy="241200"/>
                </a:xfrm>
                <a:prstGeom prst="rect">
                  <a:avLst/>
                </a:prstGeom>
              </p:spPr>
            </p:pic>
          </mc:Fallback>
        </mc:AlternateContent>
      </p:grpSp>
      <p:grpSp>
        <p:nvGrpSpPr>
          <p:cNvPr id="176" name="Group 175">
            <a:extLst>
              <a:ext uri="{FF2B5EF4-FFF2-40B4-BE49-F238E27FC236}">
                <a16:creationId xmlns:a16="http://schemas.microsoft.com/office/drawing/2014/main" id="{33232363-3196-3C8F-976A-0836E1C12BC7}"/>
              </a:ext>
            </a:extLst>
          </p:cNvPr>
          <p:cNvGrpSpPr/>
          <p:nvPr/>
        </p:nvGrpSpPr>
        <p:grpSpPr>
          <a:xfrm>
            <a:off x="1222654" y="5383782"/>
            <a:ext cx="2285280" cy="524520"/>
            <a:chOff x="1222654" y="5383782"/>
            <a:chExt cx="2285280" cy="524520"/>
          </a:xfrm>
        </p:grpSpPr>
        <mc:AlternateContent xmlns:mc="http://schemas.openxmlformats.org/markup-compatibility/2006">
          <mc:Choice xmlns:p14="http://schemas.microsoft.com/office/powerpoint/2010/main" Requires="p14">
            <p:contentPart p14:bwMode="auto" r:id="rId212">
              <p14:nvContentPartPr>
                <p14:cNvPr id="142" name="Ink 141">
                  <a:extLst>
                    <a:ext uri="{FF2B5EF4-FFF2-40B4-BE49-F238E27FC236}">
                      <a16:creationId xmlns:a16="http://schemas.microsoft.com/office/drawing/2014/main" id="{3682CAB5-CF3D-6231-6839-D2565B5079B9}"/>
                    </a:ext>
                  </a:extLst>
                </p14:cNvPr>
                <p14:cNvContentPartPr/>
                <p14:nvPr/>
              </p14:nvContentPartPr>
              <p14:xfrm>
                <a:off x="2996014" y="5405742"/>
                <a:ext cx="284040" cy="268200"/>
              </p14:xfrm>
            </p:contentPart>
          </mc:Choice>
          <mc:Fallback>
            <p:pic>
              <p:nvPicPr>
                <p:cNvPr id="142" name="Ink 141">
                  <a:extLst>
                    <a:ext uri="{FF2B5EF4-FFF2-40B4-BE49-F238E27FC236}">
                      <a16:creationId xmlns:a16="http://schemas.microsoft.com/office/drawing/2014/main" id="{3682CAB5-CF3D-6231-6839-D2565B5079B9}"/>
                    </a:ext>
                  </a:extLst>
                </p:cNvPr>
                <p:cNvPicPr/>
                <p:nvPr/>
              </p:nvPicPr>
              <p:blipFill>
                <a:blip r:embed="rId213"/>
                <a:stretch>
                  <a:fillRect/>
                </a:stretch>
              </p:blipFill>
              <p:spPr>
                <a:xfrm>
                  <a:off x="2978014" y="5387718"/>
                  <a:ext cx="319680" cy="303888"/>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43" name="Ink 142">
                  <a:extLst>
                    <a:ext uri="{FF2B5EF4-FFF2-40B4-BE49-F238E27FC236}">
                      <a16:creationId xmlns:a16="http://schemas.microsoft.com/office/drawing/2014/main" id="{38E0A255-D50B-024A-44E4-CFC9029566BF}"/>
                    </a:ext>
                  </a:extLst>
                </p14:cNvPr>
                <p14:cNvContentPartPr/>
                <p14:nvPr/>
              </p14:nvContentPartPr>
              <p14:xfrm>
                <a:off x="3010054" y="5529222"/>
                <a:ext cx="181800" cy="163800"/>
              </p14:xfrm>
            </p:contentPart>
          </mc:Choice>
          <mc:Fallback>
            <p:pic>
              <p:nvPicPr>
                <p:cNvPr id="143" name="Ink 142">
                  <a:extLst>
                    <a:ext uri="{FF2B5EF4-FFF2-40B4-BE49-F238E27FC236}">
                      <a16:creationId xmlns:a16="http://schemas.microsoft.com/office/drawing/2014/main" id="{38E0A255-D50B-024A-44E4-CFC9029566BF}"/>
                    </a:ext>
                  </a:extLst>
                </p:cNvPr>
                <p:cNvPicPr/>
                <p:nvPr/>
              </p:nvPicPr>
              <p:blipFill>
                <a:blip r:embed="rId215"/>
                <a:stretch>
                  <a:fillRect/>
                </a:stretch>
              </p:blipFill>
              <p:spPr>
                <a:xfrm>
                  <a:off x="2992090" y="5511222"/>
                  <a:ext cx="21737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44" name="Ink 143">
                  <a:extLst>
                    <a:ext uri="{FF2B5EF4-FFF2-40B4-BE49-F238E27FC236}">
                      <a16:creationId xmlns:a16="http://schemas.microsoft.com/office/drawing/2014/main" id="{EDA87409-6F5C-5DF1-BB87-2FB81719567F}"/>
                    </a:ext>
                  </a:extLst>
                </p14:cNvPr>
                <p14:cNvContentPartPr/>
                <p14:nvPr/>
              </p14:nvContentPartPr>
              <p14:xfrm>
                <a:off x="2995654" y="5515182"/>
                <a:ext cx="63360" cy="135720"/>
              </p14:xfrm>
            </p:contentPart>
          </mc:Choice>
          <mc:Fallback>
            <p:pic>
              <p:nvPicPr>
                <p:cNvPr id="144" name="Ink 143">
                  <a:extLst>
                    <a:ext uri="{FF2B5EF4-FFF2-40B4-BE49-F238E27FC236}">
                      <a16:creationId xmlns:a16="http://schemas.microsoft.com/office/drawing/2014/main" id="{EDA87409-6F5C-5DF1-BB87-2FB81719567F}"/>
                    </a:ext>
                  </a:extLst>
                </p:cNvPr>
                <p:cNvPicPr/>
                <p:nvPr/>
              </p:nvPicPr>
              <p:blipFill>
                <a:blip r:embed="rId217"/>
                <a:stretch>
                  <a:fillRect/>
                </a:stretch>
              </p:blipFill>
              <p:spPr>
                <a:xfrm>
                  <a:off x="2977654" y="5497182"/>
                  <a:ext cx="9900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46" name="Ink 145">
                  <a:extLst>
                    <a:ext uri="{FF2B5EF4-FFF2-40B4-BE49-F238E27FC236}">
                      <a16:creationId xmlns:a16="http://schemas.microsoft.com/office/drawing/2014/main" id="{D8D38643-81AE-1318-0FE4-712647BEBDDD}"/>
                    </a:ext>
                  </a:extLst>
                </p14:cNvPr>
                <p14:cNvContentPartPr/>
                <p14:nvPr/>
              </p14:nvContentPartPr>
              <p14:xfrm>
                <a:off x="2573734" y="5723262"/>
                <a:ext cx="284040" cy="114840"/>
              </p14:xfrm>
            </p:contentPart>
          </mc:Choice>
          <mc:Fallback>
            <p:pic>
              <p:nvPicPr>
                <p:cNvPr id="146" name="Ink 145">
                  <a:extLst>
                    <a:ext uri="{FF2B5EF4-FFF2-40B4-BE49-F238E27FC236}">
                      <a16:creationId xmlns:a16="http://schemas.microsoft.com/office/drawing/2014/main" id="{D8D38643-81AE-1318-0FE4-712647BEBDDD}"/>
                    </a:ext>
                  </a:extLst>
                </p:cNvPr>
                <p:cNvPicPr/>
                <p:nvPr/>
              </p:nvPicPr>
              <p:blipFill>
                <a:blip r:embed="rId219"/>
                <a:stretch>
                  <a:fillRect/>
                </a:stretch>
              </p:blipFill>
              <p:spPr>
                <a:xfrm>
                  <a:off x="2555711" y="5705205"/>
                  <a:ext cx="319725" cy="150592"/>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47" name="Ink 146">
                  <a:extLst>
                    <a:ext uri="{FF2B5EF4-FFF2-40B4-BE49-F238E27FC236}">
                      <a16:creationId xmlns:a16="http://schemas.microsoft.com/office/drawing/2014/main" id="{8DC908CA-1263-ACF2-23BE-785B48C9842F}"/>
                    </a:ext>
                  </a:extLst>
                </p14:cNvPr>
                <p14:cNvContentPartPr/>
                <p14:nvPr/>
              </p14:nvContentPartPr>
              <p14:xfrm>
                <a:off x="2626654" y="5646582"/>
                <a:ext cx="37800" cy="261720"/>
              </p14:xfrm>
            </p:contentPart>
          </mc:Choice>
          <mc:Fallback>
            <p:pic>
              <p:nvPicPr>
                <p:cNvPr id="147" name="Ink 146">
                  <a:extLst>
                    <a:ext uri="{FF2B5EF4-FFF2-40B4-BE49-F238E27FC236}">
                      <a16:creationId xmlns:a16="http://schemas.microsoft.com/office/drawing/2014/main" id="{8DC908CA-1263-ACF2-23BE-785B48C9842F}"/>
                    </a:ext>
                  </a:extLst>
                </p:cNvPr>
                <p:cNvPicPr/>
                <p:nvPr/>
              </p:nvPicPr>
              <p:blipFill>
                <a:blip r:embed="rId221"/>
                <a:stretch>
                  <a:fillRect/>
                </a:stretch>
              </p:blipFill>
              <p:spPr>
                <a:xfrm>
                  <a:off x="2608654" y="5628582"/>
                  <a:ext cx="73440" cy="29736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75" name="Ink 174">
                  <a:extLst>
                    <a:ext uri="{FF2B5EF4-FFF2-40B4-BE49-F238E27FC236}">
                      <a16:creationId xmlns:a16="http://schemas.microsoft.com/office/drawing/2014/main" id="{29787FD4-0C12-4823-3DAA-061DA6F23C93}"/>
                    </a:ext>
                  </a:extLst>
                </p14:cNvPr>
                <p14:cNvContentPartPr/>
                <p14:nvPr/>
              </p14:nvContentPartPr>
              <p14:xfrm>
                <a:off x="1222654" y="5383782"/>
                <a:ext cx="2285280" cy="47520"/>
              </p14:xfrm>
            </p:contentPart>
          </mc:Choice>
          <mc:Fallback>
            <p:pic>
              <p:nvPicPr>
                <p:cNvPr id="175" name="Ink 174">
                  <a:extLst>
                    <a:ext uri="{FF2B5EF4-FFF2-40B4-BE49-F238E27FC236}">
                      <a16:creationId xmlns:a16="http://schemas.microsoft.com/office/drawing/2014/main" id="{29787FD4-0C12-4823-3DAA-061DA6F23C93}"/>
                    </a:ext>
                  </a:extLst>
                </p:cNvPr>
                <p:cNvPicPr/>
                <p:nvPr/>
              </p:nvPicPr>
              <p:blipFill>
                <a:blip r:embed="rId223"/>
                <a:stretch>
                  <a:fillRect/>
                </a:stretch>
              </p:blipFill>
              <p:spPr>
                <a:xfrm>
                  <a:off x="1204657" y="5365782"/>
                  <a:ext cx="2320914" cy="83160"/>
                </a:xfrm>
                <a:prstGeom prst="rect">
                  <a:avLst/>
                </a:prstGeom>
              </p:spPr>
            </p:pic>
          </mc:Fallback>
        </mc:AlternateContent>
      </p:grpSp>
      <p:grpSp>
        <p:nvGrpSpPr>
          <p:cNvPr id="179" name="Group 178">
            <a:extLst>
              <a:ext uri="{FF2B5EF4-FFF2-40B4-BE49-F238E27FC236}">
                <a16:creationId xmlns:a16="http://schemas.microsoft.com/office/drawing/2014/main" id="{796E3AAE-D812-5B2E-B396-706B352C290C}"/>
              </a:ext>
            </a:extLst>
          </p:cNvPr>
          <p:cNvGrpSpPr/>
          <p:nvPr/>
        </p:nvGrpSpPr>
        <p:grpSpPr>
          <a:xfrm>
            <a:off x="8351374" y="2953782"/>
            <a:ext cx="1013400" cy="92520"/>
            <a:chOff x="8351374" y="2953782"/>
            <a:chExt cx="1013400" cy="92520"/>
          </a:xfrm>
        </p:grpSpPr>
        <mc:AlternateContent xmlns:mc="http://schemas.openxmlformats.org/markup-compatibility/2006">
          <mc:Choice xmlns:p14="http://schemas.microsoft.com/office/powerpoint/2010/main" Requires="p14">
            <p:contentPart p14:bwMode="auto" r:id="rId224">
              <p14:nvContentPartPr>
                <p14:cNvPr id="177" name="Ink 176">
                  <a:extLst>
                    <a:ext uri="{FF2B5EF4-FFF2-40B4-BE49-F238E27FC236}">
                      <a16:creationId xmlns:a16="http://schemas.microsoft.com/office/drawing/2014/main" id="{5F533A8A-96D1-A8A0-AE77-B3CDAC1F3C07}"/>
                    </a:ext>
                  </a:extLst>
                </p14:cNvPr>
                <p14:cNvContentPartPr/>
                <p14:nvPr/>
              </p14:nvContentPartPr>
              <p14:xfrm>
                <a:off x="8351374" y="2953782"/>
                <a:ext cx="1013400" cy="30240"/>
              </p14:xfrm>
            </p:contentPart>
          </mc:Choice>
          <mc:Fallback>
            <p:pic>
              <p:nvPicPr>
                <p:cNvPr id="177" name="Ink 176">
                  <a:extLst>
                    <a:ext uri="{FF2B5EF4-FFF2-40B4-BE49-F238E27FC236}">
                      <a16:creationId xmlns:a16="http://schemas.microsoft.com/office/drawing/2014/main" id="{5F533A8A-96D1-A8A0-AE77-B3CDAC1F3C07}"/>
                    </a:ext>
                  </a:extLst>
                </p:cNvPr>
                <p:cNvPicPr/>
                <p:nvPr/>
              </p:nvPicPr>
              <p:blipFill>
                <a:blip r:embed="rId225"/>
                <a:stretch>
                  <a:fillRect/>
                </a:stretch>
              </p:blipFill>
              <p:spPr>
                <a:xfrm>
                  <a:off x="8342371" y="2944782"/>
                  <a:ext cx="1031046"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78" name="Ink 177">
                  <a:extLst>
                    <a:ext uri="{FF2B5EF4-FFF2-40B4-BE49-F238E27FC236}">
                      <a16:creationId xmlns:a16="http://schemas.microsoft.com/office/drawing/2014/main" id="{41933AB0-3639-3D91-F6B9-916C779040BB}"/>
                    </a:ext>
                  </a:extLst>
                </p14:cNvPr>
                <p14:cNvContentPartPr/>
                <p14:nvPr/>
              </p14:nvContentPartPr>
              <p14:xfrm>
                <a:off x="8707774" y="3005262"/>
                <a:ext cx="135360" cy="41040"/>
              </p14:xfrm>
            </p:contentPart>
          </mc:Choice>
          <mc:Fallback>
            <p:pic>
              <p:nvPicPr>
                <p:cNvPr id="178" name="Ink 177">
                  <a:extLst>
                    <a:ext uri="{FF2B5EF4-FFF2-40B4-BE49-F238E27FC236}">
                      <a16:creationId xmlns:a16="http://schemas.microsoft.com/office/drawing/2014/main" id="{41933AB0-3639-3D91-F6B9-916C779040BB}"/>
                    </a:ext>
                  </a:extLst>
                </p:cNvPr>
                <p:cNvPicPr/>
                <p:nvPr/>
              </p:nvPicPr>
              <p:blipFill>
                <a:blip r:embed="rId227"/>
                <a:stretch>
                  <a:fillRect/>
                </a:stretch>
              </p:blipFill>
              <p:spPr>
                <a:xfrm>
                  <a:off x="8698774" y="2996262"/>
                  <a:ext cx="153000" cy="58680"/>
                </a:xfrm>
                <a:prstGeom prst="rect">
                  <a:avLst/>
                </a:prstGeom>
              </p:spPr>
            </p:pic>
          </mc:Fallback>
        </mc:AlternateContent>
      </p:grpSp>
      <p:grpSp>
        <p:nvGrpSpPr>
          <p:cNvPr id="181" name="Group 180">
            <a:extLst>
              <a:ext uri="{FF2B5EF4-FFF2-40B4-BE49-F238E27FC236}">
                <a16:creationId xmlns:a16="http://schemas.microsoft.com/office/drawing/2014/main" id="{1BD7CDA5-949F-5F53-7924-E0E29A4AF15F}"/>
              </a:ext>
            </a:extLst>
          </p:cNvPr>
          <p:cNvGrpSpPr/>
          <p:nvPr/>
        </p:nvGrpSpPr>
        <p:grpSpPr>
          <a:xfrm>
            <a:off x="3546814" y="5857542"/>
            <a:ext cx="3350520" cy="1089000"/>
            <a:chOff x="3546814" y="5857542"/>
            <a:chExt cx="3350520" cy="1089000"/>
          </a:xfrm>
        </p:grpSpPr>
        <mc:AlternateContent xmlns:mc="http://schemas.openxmlformats.org/markup-compatibility/2006">
          <mc:Choice xmlns:p14="http://schemas.microsoft.com/office/powerpoint/2010/main" Requires="p14">
            <p:contentPart p14:bwMode="auto" r:id="rId228">
              <p14:nvContentPartPr>
                <p14:cNvPr id="121" name="Ink 120">
                  <a:extLst>
                    <a:ext uri="{FF2B5EF4-FFF2-40B4-BE49-F238E27FC236}">
                      <a16:creationId xmlns:a16="http://schemas.microsoft.com/office/drawing/2014/main" id="{888CC857-C885-924D-3B5B-B483CA39BA01}"/>
                    </a:ext>
                  </a:extLst>
                </p14:cNvPr>
                <p14:cNvContentPartPr/>
                <p14:nvPr/>
              </p14:nvContentPartPr>
              <p14:xfrm>
                <a:off x="4082494" y="6388182"/>
                <a:ext cx="14760" cy="203040"/>
              </p14:xfrm>
            </p:contentPart>
          </mc:Choice>
          <mc:Fallback>
            <p:pic>
              <p:nvPicPr>
                <p:cNvPr id="121" name="Ink 120">
                  <a:extLst>
                    <a:ext uri="{FF2B5EF4-FFF2-40B4-BE49-F238E27FC236}">
                      <a16:creationId xmlns:a16="http://schemas.microsoft.com/office/drawing/2014/main" id="{888CC857-C885-924D-3B5B-B483CA39BA01}"/>
                    </a:ext>
                  </a:extLst>
                </p:cNvPr>
                <p:cNvPicPr/>
                <p:nvPr/>
              </p:nvPicPr>
              <p:blipFill>
                <a:blip r:embed="rId229"/>
                <a:stretch>
                  <a:fillRect/>
                </a:stretch>
              </p:blipFill>
              <p:spPr>
                <a:xfrm>
                  <a:off x="4064494" y="6370182"/>
                  <a:ext cx="5040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22" name="Ink 121">
                  <a:extLst>
                    <a:ext uri="{FF2B5EF4-FFF2-40B4-BE49-F238E27FC236}">
                      <a16:creationId xmlns:a16="http://schemas.microsoft.com/office/drawing/2014/main" id="{C4F15E91-5990-31BC-1459-FC0ABDBC1C32}"/>
                    </a:ext>
                  </a:extLst>
                </p14:cNvPr>
                <p14:cNvContentPartPr/>
                <p14:nvPr/>
              </p14:nvContentPartPr>
              <p14:xfrm>
                <a:off x="4098694" y="6329142"/>
                <a:ext cx="2122200" cy="187920"/>
              </p14:xfrm>
            </p:contentPart>
          </mc:Choice>
          <mc:Fallback>
            <p:pic>
              <p:nvPicPr>
                <p:cNvPr id="122" name="Ink 121">
                  <a:extLst>
                    <a:ext uri="{FF2B5EF4-FFF2-40B4-BE49-F238E27FC236}">
                      <a16:creationId xmlns:a16="http://schemas.microsoft.com/office/drawing/2014/main" id="{C4F15E91-5990-31BC-1459-FC0ABDBC1C32}"/>
                    </a:ext>
                  </a:extLst>
                </p:cNvPr>
                <p:cNvPicPr/>
                <p:nvPr/>
              </p:nvPicPr>
              <p:blipFill>
                <a:blip r:embed="rId231"/>
                <a:stretch>
                  <a:fillRect/>
                </a:stretch>
              </p:blipFill>
              <p:spPr>
                <a:xfrm>
                  <a:off x="4080694" y="6311107"/>
                  <a:ext cx="2157840" cy="223628"/>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24" name="Ink 123">
                  <a:extLst>
                    <a:ext uri="{FF2B5EF4-FFF2-40B4-BE49-F238E27FC236}">
                      <a16:creationId xmlns:a16="http://schemas.microsoft.com/office/drawing/2014/main" id="{284073C6-3ED9-904F-B2EF-E118D95B4D16}"/>
                    </a:ext>
                  </a:extLst>
                </p14:cNvPr>
                <p14:cNvContentPartPr/>
                <p14:nvPr/>
              </p14:nvContentPartPr>
              <p14:xfrm>
                <a:off x="4421974" y="6449022"/>
                <a:ext cx="12240" cy="108720"/>
              </p14:xfrm>
            </p:contentPart>
          </mc:Choice>
          <mc:Fallback>
            <p:pic>
              <p:nvPicPr>
                <p:cNvPr id="124" name="Ink 123">
                  <a:extLst>
                    <a:ext uri="{FF2B5EF4-FFF2-40B4-BE49-F238E27FC236}">
                      <a16:creationId xmlns:a16="http://schemas.microsoft.com/office/drawing/2014/main" id="{284073C6-3ED9-904F-B2EF-E118D95B4D16}"/>
                    </a:ext>
                  </a:extLst>
                </p:cNvPr>
                <p:cNvPicPr/>
                <p:nvPr/>
              </p:nvPicPr>
              <p:blipFill>
                <a:blip r:embed="rId233"/>
                <a:stretch>
                  <a:fillRect/>
                </a:stretch>
              </p:blipFill>
              <p:spPr>
                <a:xfrm>
                  <a:off x="4403429" y="6431022"/>
                  <a:ext cx="4896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25" name="Ink 124">
                  <a:extLst>
                    <a:ext uri="{FF2B5EF4-FFF2-40B4-BE49-F238E27FC236}">
                      <a16:creationId xmlns:a16="http://schemas.microsoft.com/office/drawing/2014/main" id="{52DD04CC-349D-7366-E43E-CBA06A1A38F1}"/>
                    </a:ext>
                  </a:extLst>
                </p14:cNvPr>
                <p14:cNvContentPartPr/>
                <p14:nvPr/>
              </p14:nvContentPartPr>
              <p14:xfrm>
                <a:off x="4918774" y="6428142"/>
                <a:ext cx="27360" cy="143640"/>
              </p14:xfrm>
            </p:contentPart>
          </mc:Choice>
          <mc:Fallback>
            <p:pic>
              <p:nvPicPr>
                <p:cNvPr id="125" name="Ink 124">
                  <a:extLst>
                    <a:ext uri="{FF2B5EF4-FFF2-40B4-BE49-F238E27FC236}">
                      <a16:creationId xmlns:a16="http://schemas.microsoft.com/office/drawing/2014/main" id="{52DD04CC-349D-7366-E43E-CBA06A1A38F1}"/>
                    </a:ext>
                  </a:extLst>
                </p:cNvPr>
                <p:cNvPicPr/>
                <p:nvPr/>
              </p:nvPicPr>
              <p:blipFill>
                <a:blip r:embed="rId235"/>
                <a:stretch>
                  <a:fillRect/>
                </a:stretch>
              </p:blipFill>
              <p:spPr>
                <a:xfrm>
                  <a:off x="4900774" y="6410142"/>
                  <a:ext cx="6300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26" name="Ink 125">
                  <a:extLst>
                    <a:ext uri="{FF2B5EF4-FFF2-40B4-BE49-F238E27FC236}">
                      <a16:creationId xmlns:a16="http://schemas.microsoft.com/office/drawing/2014/main" id="{A7401918-5986-B7EB-3DD8-7BAD60DE6EBE}"/>
                    </a:ext>
                  </a:extLst>
                </p14:cNvPr>
                <p14:cNvContentPartPr/>
                <p14:nvPr/>
              </p14:nvContentPartPr>
              <p14:xfrm>
                <a:off x="5347534" y="6416622"/>
                <a:ext cx="37800" cy="106200"/>
              </p14:xfrm>
            </p:contentPart>
          </mc:Choice>
          <mc:Fallback>
            <p:pic>
              <p:nvPicPr>
                <p:cNvPr id="126" name="Ink 125">
                  <a:extLst>
                    <a:ext uri="{FF2B5EF4-FFF2-40B4-BE49-F238E27FC236}">
                      <a16:creationId xmlns:a16="http://schemas.microsoft.com/office/drawing/2014/main" id="{A7401918-5986-B7EB-3DD8-7BAD60DE6EBE}"/>
                    </a:ext>
                  </a:extLst>
                </p:cNvPr>
                <p:cNvPicPr/>
                <p:nvPr/>
              </p:nvPicPr>
              <p:blipFill>
                <a:blip r:embed="rId237"/>
                <a:stretch>
                  <a:fillRect/>
                </a:stretch>
              </p:blipFill>
              <p:spPr>
                <a:xfrm>
                  <a:off x="5329534" y="6398622"/>
                  <a:ext cx="7344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27" name="Ink 126">
                  <a:extLst>
                    <a:ext uri="{FF2B5EF4-FFF2-40B4-BE49-F238E27FC236}">
                      <a16:creationId xmlns:a16="http://schemas.microsoft.com/office/drawing/2014/main" id="{A135BF1F-72CB-4E1A-3E98-9626523E3A7A}"/>
                    </a:ext>
                  </a:extLst>
                </p14:cNvPr>
                <p14:cNvContentPartPr/>
                <p14:nvPr/>
              </p14:nvContentPartPr>
              <p14:xfrm>
                <a:off x="5819494" y="6428502"/>
                <a:ext cx="28440" cy="103320"/>
              </p14:xfrm>
            </p:contentPart>
          </mc:Choice>
          <mc:Fallback>
            <p:pic>
              <p:nvPicPr>
                <p:cNvPr id="127" name="Ink 126">
                  <a:extLst>
                    <a:ext uri="{FF2B5EF4-FFF2-40B4-BE49-F238E27FC236}">
                      <a16:creationId xmlns:a16="http://schemas.microsoft.com/office/drawing/2014/main" id="{A135BF1F-72CB-4E1A-3E98-9626523E3A7A}"/>
                    </a:ext>
                  </a:extLst>
                </p:cNvPr>
                <p:cNvPicPr/>
                <p:nvPr/>
              </p:nvPicPr>
              <p:blipFill>
                <a:blip r:embed="rId239"/>
                <a:stretch>
                  <a:fillRect/>
                </a:stretch>
              </p:blipFill>
              <p:spPr>
                <a:xfrm>
                  <a:off x="5801494" y="6410564"/>
                  <a:ext cx="64080" cy="138836"/>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28" name="Ink 127">
                  <a:extLst>
                    <a:ext uri="{FF2B5EF4-FFF2-40B4-BE49-F238E27FC236}">
                      <a16:creationId xmlns:a16="http://schemas.microsoft.com/office/drawing/2014/main" id="{C916CD4C-CB5E-6B64-656B-F2E262F4ACE4}"/>
                    </a:ext>
                  </a:extLst>
                </p14:cNvPr>
                <p14:cNvContentPartPr/>
                <p14:nvPr/>
              </p14:nvContentPartPr>
              <p14:xfrm>
                <a:off x="4152694" y="6194502"/>
                <a:ext cx="172080" cy="226440"/>
              </p14:xfrm>
            </p:contentPart>
          </mc:Choice>
          <mc:Fallback>
            <p:pic>
              <p:nvPicPr>
                <p:cNvPr id="128" name="Ink 127">
                  <a:extLst>
                    <a:ext uri="{FF2B5EF4-FFF2-40B4-BE49-F238E27FC236}">
                      <a16:creationId xmlns:a16="http://schemas.microsoft.com/office/drawing/2014/main" id="{C916CD4C-CB5E-6B64-656B-F2E262F4ACE4}"/>
                    </a:ext>
                  </a:extLst>
                </p:cNvPr>
                <p:cNvPicPr/>
                <p:nvPr/>
              </p:nvPicPr>
              <p:blipFill>
                <a:blip r:embed="rId241"/>
                <a:stretch>
                  <a:fillRect/>
                </a:stretch>
              </p:blipFill>
              <p:spPr>
                <a:xfrm>
                  <a:off x="4134694" y="6176502"/>
                  <a:ext cx="207720" cy="26208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30" name="Ink 129">
                  <a:extLst>
                    <a:ext uri="{FF2B5EF4-FFF2-40B4-BE49-F238E27FC236}">
                      <a16:creationId xmlns:a16="http://schemas.microsoft.com/office/drawing/2014/main" id="{35268FFA-A843-18B4-DF79-F4D7438FCCCC}"/>
                    </a:ext>
                  </a:extLst>
                </p14:cNvPr>
                <p14:cNvContentPartPr/>
                <p14:nvPr/>
              </p14:nvContentPartPr>
              <p14:xfrm>
                <a:off x="4313614" y="6325902"/>
                <a:ext cx="42480" cy="121680"/>
              </p14:xfrm>
            </p:contentPart>
          </mc:Choice>
          <mc:Fallback>
            <p:pic>
              <p:nvPicPr>
                <p:cNvPr id="130" name="Ink 129">
                  <a:extLst>
                    <a:ext uri="{FF2B5EF4-FFF2-40B4-BE49-F238E27FC236}">
                      <a16:creationId xmlns:a16="http://schemas.microsoft.com/office/drawing/2014/main" id="{35268FFA-A843-18B4-DF79-F4D7438FCCCC}"/>
                    </a:ext>
                  </a:extLst>
                </p:cNvPr>
                <p:cNvPicPr/>
                <p:nvPr/>
              </p:nvPicPr>
              <p:blipFill>
                <a:blip r:embed="rId243"/>
                <a:stretch>
                  <a:fillRect/>
                </a:stretch>
              </p:blipFill>
              <p:spPr>
                <a:xfrm>
                  <a:off x="4295614" y="6307902"/>
                  <a:ext cx="78120" cy="15732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31" name="Ink 130">
                  <a:extLst>
                    <a:ext uri="{FF2B5EF4-FFF2-40B4-BE49-F238E27FC236}">
                      <a16:creationId xmlns:a16="http://schemas.microsoft.com/office/drawing/2014/main" id="{E33A61A0-1E2D-CA84-C418-AFC33E0DDC9B}"/>
                    </a:ext>
                  </a:extLst>
                </p14:cNvPr>
                <p14:cNvContentPartPr/>
                <p14:nvPr/>
              </p14:nvContentPartPr>
              <p14:xfrm>
                <a:off x="4581814" y="6215742"/>
                <a:ext cx="159840" cy="206280"/>
              </p14:xfrm>
            </p:contentPart>
          </mc:Choice>
          <mc:Fallback>
            <p:pic>
              <p:nvPicPr>
                <p:cNvPr id="131" name="Ink 130">
                  <a:extLst>
                    <a:ext uri="{FF2B5EF4-FFF2-40B4-BE49-F238E27FC236}">
                      <a16:creationId xmlns:a16="http://schemas.microsoft.com/office/drawing/2014/main" id="{E33A61A0-1E2D-CA84-C418-AFC33E0DDC9B}"/>
                    </a:ext>
                  </a:extLst>
                </p:cNvPr>
                <p:cNvPicPr/>
                <p:nvPr/>
              </p:nvPicPr>
              <p:blipFill>
                <a:blip r:embed="rId245"/>
                <a:stretch>
                  <a:fillRect/>
                </a:stretch>
              </p:blipFill>
              <p:spPr>
                <a:xfrm>
                  <a:off x="4563814" y="6197742"/>
                  <a:ext cx="19548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32" name="Ink 131">
                  <a:extLst>
                    <a:ext uri="{FF2B5EF4-FFF2-40B4-BE49-F238E27FC236}">
                      <a16:creationId xmlns:a16="http://schemas.microsoft.com/office/drawing/2014/main" id="{5EA18ABA-3DFC-9DB2-E285-A61FCF302BE6}"/>
                    </a:ext>
                  </a:extLst>
                </p14:cNvPr>
                <p14:cNvContentPartPr/>
                <p14:nvPr/>
              </p14:nvContentPartPr>
              <p14:xfrm>
                <a:off x="4732654" y="6368742"/>
                <a:ext cx="98280" cy="72000"/>
              </p14:xfrm>
            </p:contentPart>
          </mc:Choice>
          <mc:Fallback>
            <p:pic>
              <p:nvPicPr>
                <p:cNvPr id="132" name="Ink 131">
                  <a:extLst>
                    <a:ext uri="{FF2B5EF4-FFF2-40B4-BE49-F238E27FC236}">
                      <a16:creationId xmlns:a16="http://schemas.microsoft.com/office/drawing/2014/main" id="{5EA18ABA-3DFC-9DB2-E285-A61FCF302BE6}"/>
                    </a:ext>
                  </a:extLst>
                </p:cNvPr>
                <p:cNvPicPr/>
                <p:nvPr/>
              </p:nvPicPr>
              <p:blipFill>
                <a:blip r:embed="rId247"/>
                <a:stretch>
                  <a:fillRect/>
                </a:stretch>
              </p:blipFill>
              <p:spPr>
                <a:xfrm>
                  <a:off x="4714654" y="6350742"/>
                  <a:ext cx="133920" cy="10764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33" name="Ink 132">
                  <a:extLst>
                    <a:ext uri="{FF2B5EF4-FFF2-40B4-BE49-F238E27FC236}">
                      <a16:creationId xmlns:a16="http://schemas.microsoft.com/office/drawing/2014/main" id="{D11F9112-B85E-70B7-258D-E6BC89083CE9}"/>
                    </a:ext>
                  </a:extLst>
                </p14:cNvPr>
                <p14:cNvContentPartPr/>
                <p14:nvPr/>
              </p14:nvContentPartPr>
              <p14:xfrm>
                <a:off x="5058454" y="6280542"/>
                <a:ext cx="84240" cy="158400"/>
              </p14:xfrm>
            </p:contentPart>
          </mc:Choice>
          <mc:Fallback>
            <p:pic>
              <p:nvPicPr>
                <p:cNvPr id="133" name="Ink 132">
                  <a:extLst>
                    <a:ext uri="{FF2B5EF4-FFF2-40B4-BE49-F238E27FC236}">
                      <a16:creationId xmlns:a16="http://schemas.microsoft.com/office/drawing/2014/main" id="{D11F9112-B85E-70B7-258D-E6BC89083CE9}"/>
                    </a:ext>
                  </a:extLst>
                </p:cNvPr>
                <p:cNvPicPr/>
                <p:nvPr/>
              </p:nvPicPr>
              <p:blipFill>
                <a:blip r:embed="rId249"/>
                <a:stretch>
                  <a:fillRect/>
                </a:stretch>
              </p:blipFill>
              <p:spPr>
                <a:xfrm>
                  <a:off x="5040454" y="6262542"/>
                  <a:ext cx="11988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34" name="Ink 133">
                  <a:extLst>
                    <a:ext uri="{FF2B5EF4-FFF2-40B4-BE49-F238E27FC236}">
                      <a16:creationId xmlns:a16="http://schemas.microsoft.com/office/drawing/2014/main" id="{E63A1083-AB91-D6CC-00DB-822EE9BC1FD0}"/>
                    </a:ext>
                  </a:extLst>
                </p14:cNvPr>
                <p14:cNvContentPartPr/>
                <p14:nvPr/>
              </p14:nvContentPartPr>
              <p14:xfrm>
                <a:off x="5060254" y="6222222"/>
                <a:ext cx="137520" cy="122400"/>
              </p14:xfrm>
            </p:contentPart>
          </mc:Choice>
          <mc:Fallback>
            <p:pic>
              <p:nvPicPr>
                <p:cNvPr id="134" name="Ink 133">
                  <a:extLst>
                    <a:ext uri="{FF2B5EF4-FFF2-40B4-BE49-F238E27FC236}">
                      <a16:creationId xmlns:a16="http://schemas.microsoft.com/office/drawing/2014/main" id="{E63A1083-AB91-D6CC-00DB-822EE9BC1FD0}"/>
                    </a:ext>
                  </a:extLst>
                </p:cNvPr>
                <p:cNvPicPr/>
                <p:nvPr/>
              </p:nvPicPr>
              <p:blipFill>
                <a:blip r:embed="rId251"/>
                <a:stretch>
                  <a:fillRect/>
                </a:stretch>
              </p:blipFill>
              <p:spPr>
                <a:xfrm>
                  <a:off x="5042301" y="6204222"/>
                  <a:ext cx="173067"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36" name="Ink 135">
                  <a:extLst>
                    <a:ext uri="{FF2B5EF4-FFF2-40B4-BE49-F238E27FC236}">
                      <a16:creationId xmlns:a16="http://schemas.microsoft.com/office/drawing/2014/main" id="{8F5B9AE1-193C-13CD-BDFE-464ACDD8EB38}"/>
                    </a:ext>
                  </a:extLst>
                </p14:cNvPr>
                <p14:cNvContentPartPr/>
                <p14:nvPr/>
              </p14:nvContentPartPr>
              <p14:xfrm>
                <a:off x="5167894" y="6364422"/>
                <a:ext cx="108720" cy="112320"/>
              </p14:xfrm>
            </p:contentPart>
          </mc:Choice>
          <mc:Fallback>
            <p:pic>
              <p:nvPicPr>
                <p:cNvPr id="136" name="Ink 135">
                  <a:extLst>
                    <a:ext uri="{FF2B5EF4-FFF2-40B4-BE49-F238E27FC236}">
                      <a16:creationId xmlns:a16="http://schemas.microsoft.com/office/drawing/2014/main" id="{8F5B9AE1-193C-13CD-BDFE-464ACDD8EB38}"/>
                    </a:ext>
                  </a:extLst>
                </p:cNvPr>
                <p:cNvPicPr/>
                <p:nvPr/>
              </p:nvPicPr>
              <p:blipFill>
                <a:blip r:embed="rId253"/>
                <a:stretch>
                  <a:fillRect/>
                </a:stretch>
              </p:blipFill>
              <p:spPr>
                <a:xfrm>
                  <a:off x="5149894" y="6346422"/>
                  <a:ext cx="14436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37" name="Ink 136">
                  <a:extLst>
                    <a:ext uri="{FF2B5EF4-FFF2-40B4-BE49-F238E27FC236}">
                      <a16:creationId xmlns:a16="http://schemas.microsoft.com/office/drawing/2014/main" id="{3FA7148B-D2FD-5B87-E026-A56F5B6FFEC0}"/>
                    </a:ext>
                  </a:extLst>
                </p14:cNvPr>
                <p14:cNvContentPartPr/>
                <p14:nvPr/>
              </p14:nvContentPartPr>
              <p14:xfrm>
                <a:off x="5583334" y="6568902"/>
                <a:ext cx="360" cy="360"/>
              </p14:xfrm>
            </p:contentPart>
          </mc:Choice>
          <mc:Fallback>
            <p:pic>
              <p:nvPicPr>
                <p:cNvPr id="137" name="Ink 136">
                  <a:extLst>
                    <a:ext uri="{FF2B5EF4-FFF2-40B4-BE49-F238E27FC236}">
                      <a16:creationId xmlns:a16="http://schemas.microsoft.com/office/drawing/2014/main" id="{3FA7148B-D2FD-5B87-E026-A56F5B6FFEC0}"/>
                    </a:ext>
                  </a:extLst>
                </p:cNvPr>
                <p:cNvPicPr/>
                <p:nvPr/>
              </p:nvPicPr>
              <p:blipFill>
                <a:blip r:embed="rId135"/>
                <a:stretch>
                  <a:fillRect/>
                </a:stretch>
              </p:blipFill>
              <p:spPr>
                <a:xfrm>
                  <a:off x="5565334" y="6550902"/>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255">
              <p14:nvContentPartPr>
                <p14:cNvPr id="138" name="Ink 137">
                  <a:extLst>
                    <a:ext uri="{FF2B5EF4-FFF2-40B4-BE49-F238E27FC236}">
                      <a16:creationId xmlns:a16="http://schemas.microsoft.com/office/drawing/2014/main" id="{5698EBED-1E51-AB8E-0BD4-224DEEDC853A}"/>
                    </a:ext>
                  </a:extLst>
                </p14:cNvPr>
                <p14:cNvContentPartPr/>
                <p14:nvPr/>
              </p14:nvContentPartPr>
              <p14:xfrm>
                <a:off x="5402974" y="6614262"/>
                <a:ext cx="112680" cy="36720"/>
              </p14:xfrm>
            </p:contentPart>
          </mc:Choice>
          <mc:Fallback>
            <p:pic>
              <p:nvPicPr>
                <p:cNvPr id="138" name="Ink 137">
                  <a:extLst>
                    <a:ext uri="{FF2B5EF4-FFF2-40B4-BE49-F238E27FC236}">
                      <a16:creationId xmlns:a16="http://schemas.microsoft.com/office/drawing/2014/main" id="{5698EBED-1E51-AB8E-0BD4-224DEEDC853A}"/>
                    </a:ext>
                  </a:extLst>
                </p:cNvPr>
                <p:cNvPicPr/>
                <p:nvPr/>
              </p:nvPicPr>
              <p:blipFill>
                <a:blip r:embed="rId256"/>
                <a:stretch>
                  <a:fillRect/>
                </a:stretch>
              </p:blipFill>
              <p:spPr>
                <a:xfrm>
                  <a:off x="5384974" y="6596262"/>
                  <a:ext cx="14832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257">
              <p14:nvContentPartPr>
                <p14:cNvPr id="139" name="Ink 138">
                  <a:extLst>
                    <a:ext uri="{FF2B5EF4-FFF2-40B4-BE49-F238E27FC236}">
                      <a16:creationId xmlns:a16="http://schemas.microsoft.com/office/drawing/2014/main" id="{09570F70-E1D2-CC0B-9087-056FD0039BED}"/>
                    </a:ext>
                  </a:extLst>
                </p14:cNvPr>
                <p14:cNvContentPartPr/>
                <p14:nvPr/>
              </p14:nvContentPartPr>
              <p14:xfrm>
                <a:off x="5847214" y="6677982"/>
                <a:ext cx="30240" cy="7560"/>
              </p14:xfrm>
            </p:contentPart>
          </mc:Choice>
          <mc:Fallback>
            <p:pic>
              <p:nvPicPr>
                <p:cNvPr id="139" name="Ink 138">
                  <a:extLst>
                    <a:ext uri="{FF2B5EF4-FFF2-40B4-BE49-F238E27FC236}">
                      <a16:creationId xmlns:a16="http://schemas.microsoft.com/office/drawing/2014/main" id="{09570F70-E1D2-CC0B-9087-056FD0039BED}"/>
                    </a:ext>
                  </a:extLst>
                </p:cNvPr>
                <p:cNvPicPr/>
                <p:nvPr/>
              </p:nvPicPr>
              <p:blipFill>
                <a:blip r:embed="rId258"/>
                <a:stretch>
                  <a:fillRect/>
                </a:stretch>
              </p:blipFill>
              <p:spPr>
                <a:xfrm>
                  <a:off x="5829426" y="6660800"/>
                  <a:ext cx="65461" cy="41580"/>
                </a:xfrm>
                <a:prstGeom prst="rect">
                  <a:avLst/>
                </a:prstGeom>
              </p:spPr>
            </p:pic>
          </mc:Fallback>
        </mc:AlternateContent>
        <mc:AlternateContent xmlns:mc="http://schemas.openxmlformats.org/markup-compatibility/2006">
          <mc:Choice xmlns:p14="http://schemas.microsoft.com/office/powerpoint/2010/main" Requires="p14">
            <p:contentPart p14:bwMode="auto" r:id="rId259">
              <p14:nvContentPartPr>
                <p14:cNvPr id="140" name="Ink 139">
                  <a:extLst>
                    <a:ext uri="{FF2B5EF4-FFF2-40B4-BE49-F238E27FC236}">
                      <a16:creationId xmlns:a16="http://schemas.microsoft.com/office/drawing/2014/main" id="{F3FF2B9D-85FC-B27B-8EEE-B362F9E529B6}"/>
                    </a:ext>
                  </a:extLst>
                </p14:cNvPr>
                <p14:cNvContentPartPr/>
                <p14:nvPr/>
              </p14:nvContentPartPr>
              <p14:xfrm>
                <a:off x="6175534" y="6677262"/>
                <a:ext cx="5760" cy="21240"/>
              </p14:xfrm>
            </p:contentPart>
          </mc:Choice>
          <mc:Fallback>
            <p:pic>
              <p:nvPicPr>
                <p:cNvPr id="140" name="Ink 139">
                  <a:extLst>
                    <a:ext uri="{FF2B5EF4-FFF2-40B4-BE49-F238E27FC236}">
                      <a16:creationId xmlns:a16="http://schemas.microsoft.com/office/drawing/2014/main" id="{F3FF2B9D-85FC-B27B-8EEE-B362F9E529B6}"/>
                    </a:ext>
                  </a:extLst>
                </p:cNvPr>
                <p:cNvPicPr/>
                <p:nvPr/>
              </p:nvPicPr>
              <p:blipFill>
                <a:blip r:embed="rId260"/>
                <a:stretch>
                  <a:fillRect/>
                </a:stretch>
              </p:blipFill>
              <p:spPr>
                <a:xfrm>
                  <a:off x="6158593" y="6659262"/>
                  <a:ext cx="39304"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261">
              <p14:nvContentPartPr>
                <p14:cNvPr id="180" name="Ink 179">
                  <a:extLst>
                    <a:ext uri="{FF2B5EF4-FFF2-40B4-BE49-F238E27FC236}">
                      <a16:creationId xmlns:a16="http://schemas.microsoft.com/office/drawing/2014/main" id="{8CEE1F66-58EA-199D-CF88-380E3A3BC7DC}"/>
                    </a:ext>
                  </a:extLst>
                </p14:cNvPr>
                <p14:cNvContentPartPr/>
                <p14:nvPr/>
              </p14:nvContentPartPr>
              <p14:xfrm>
                <a:off x="3546814" y="5857542"/>
                <a:ext cx="3350520" cy="1089000"/>
              </p14:xfrm>
            </p:contentPart>
          </mc:Choice>
          <mc:Fallback>
            <p:pic>
              <p:nvPicPr>
                <p:cNvPr id="180" name="Ink 179">
                  <a:extLst>
                    <a:ext uri="{FF2B5EF4-FFF2-40B4-BE49-F238E27FC236}">
                      <a16:creationId xmlns:a16="http://schemas.microsoft.com/office/drawing/2014/main" id="{8CEE1F66-58EA-199D-CF88-380E3A3BC7DC}"/>
                    </a:ext>
                  </a:extLst>
                </p:cNvPr>
                <p:cNvPicPr/>
                <p:nvPr/>
              </p:nvPicPr>
              <p:blipFill>
                <a:blip r:embed="rId262"/>
                <a:stretch>
                  <a:fillRect/>
                </a:stretch>
              </p:blipFill>
              <p:spPr>
                <a:xfrm>
                  <a:off x="3537814" y="5848542"/>
                  <a:ext cx="3368160" cy="1106640"/>
                </a:xfrm>
                <a:prstGeom prst="rect">
                  <a:avLst/>
                </a:prstGeom>
              </p:spPr>
            </p:pic>
          </mc:Fallback>
        </mc:AlternateContent>
      </p:grpSp>
    </p:spTree>
    <p:extLst>
      <p:ext uri="{BB962C8B-B14F-4D97-AF65-F5344CB8AC3E}">
        <p14:creationId xmlns:p14="http://schemas.microsoft.com/office/powerpoint/2010/main" val="49161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117650-9403-DF6E-F3C1-F8647D2DA152}"/>
              </a:ext>
            </a:extLst>
          </p:cNvPr>
          <p:cNvSpPr>
            <a:spLocks noGrp="1"/>
          </p:cNvSpPr>
          <p:nvPr>
            <p:ph type="sldNum" sz="quarter" idx="12"/>
          </p:nvPr>
        </p:nvSpPr>
        <p:spPr/>
        <p:txBody>
          <a:bodyPr/>
          <a:lstStyle/>
          <a:p>
            <a:fld id="{5A1B4C69-69FC-4DE3-9130-497A7C9ADE60}" type="slidenum">
              <a:rPr lang="en-US" smtClean="0"/>
              <a:t>9</a:t>
            </a:fld>
            <a:endParaRPr lang="en-US"/>
          </a:p>
        </p:txBody>
      </p:sp>
      <p:pic>
        <p:nvPicPr>
          <p:cNvPr id="6" name="Picture 5" descr="A screenshot of a computer program&#10;&#10;AI-generated content may be incorrect.">
            <a:extLst>
              <a:ext uri="{FF2B5EF4-FFF2-40B4-BE49-F238E27FC236}">
                <a16:creationId xmlns:a16="http://schemas.microsoft.com/office/drawing/2014/main" id="{34B1E4DE-7355-39D4-7320-A442EC23A4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1250" y="0"/>
            <a:ext cx="7429500" cy="6858000"/>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626B6D72-959C-C34C-B564-481E0D1F2EEE}"/>
                  </a:ext>
                </a:extLst>
              </p14:cNvPr>
              <p14:cNvContentPartPr/>
              <p14:nvPr/>
            </p14:nvContentPartPr>
            <p14:xfrm>
              <a:off x="3994654" y="502182"/>
              <a:ext cx="1707120" cy="41760"/>
            </p14:xfrm>
          </p:contentPart>
        </mc:Choice>
        <mc:Fallback>
          <p:pic>
            <p:nvPicPr>
              <p:cNvPr id="2" name="Ink 1">
                <a:extLst>
                  <a:ext uri="{FF2B5EF4-FFF2-40B4-BE49-F238E27FC236}">
                    <a16:creationId xmlns:a16="http://schemas.microsoft.com/office/drawing/2014/main" id="{626B6D72-959C-C34C-B564-481E0D1F2EEE}"/>
                  </a:ext>
                </a:extLst>
              </p:cNvPr>
              <p:cNvPicPr/>
              <p:nvPr/>
            </p:nvPicPr>
            <p:blipFill>
              <a:blip r:embed="rId4"/>
              <a:stretch>
                <a:fillRect/>
              </a:stretch>
            </p:blipFill>
            <p:spPr>
              <a:xfrm>
                <a:off x="3985656" y="493182"/>
                <a:ext cx="1724756"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C06A250D-2A16-48A8-C280-549412A41CC5}"/>
                  </a:ext>
                </a:extLst>
              </p14:cNvPr>
              <p14:cNvContentPartPr/>
              <p14:nvPr/>
            </p14:nvContentPartPr>
            <p14:xfrm>
              <a:off x="3190414" y="1227222"/>
              <a:ext cx="188280" cy="32400"/>
            </p14:xfrm>
          </p:contentPart>
        </mc:Choice>
        <mc:Fallback>
          <p:pic>
            <p:nvPicPr>
              <p:cNvPr id="3" name="Ink 2">
                <a:extLst>
                  <a:ext uri="{FF2B5EF4-FFF2-40B4-BE49-F238E27FC236}">
                    <a16:creationId xmlns:a16="http://schemas.microsoft.com/office/drawing/2014/main" id="{C06A250D-2A16-48A8-C280-549412A41CC5}"/>
                  </a:ext>
                </a:extLst>
              </p:cNvPr>
              <p:cNvPicPr/>
              <p:nvPr/>
            </p:nvPicPr>
            <p:blipFill>
              <a:blip r:embed="rId6"/>
              <a:stretch>
                <a:fillRect/>
              </a:stretch>
            </p:blipFill>
            <p:spPr>
              <a:xfrm>
                <a:off x="3181414" y="1218222"/>
                <a:ext cx="20592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D1A7412C-54E7-0480-064F-8D8D225C54A0}"/>
                  </a:ext>
                </a:extLst>
              </p14:cNvPr>
              <p14:cNvContentPartPr/>
              <p14:nvPr/>
            </p14:nvContentPartPr>
            <p14:xfrm>
              <a:off x="3191854" y="1298862"/>
              <a:ext cx="100800" cy="17640"/>
            </p14:xfrm>
          </p:contentPart>
        </mc:Choice>
        <mc:Fallback>
          <p:pic>
            <p:nvPicPr>
              <p:cNvPr id="5" name="Ink 4">
                <a:extLst>
                  <a:ext uri="{FF2B5EF4-FFF2-40B4-BE49-F238E27FC236}">
                    <a16:creationId xmlns:a16="http://schemas.microsoft.com/office/drawing/2014/main" id="{D1A7412C-54E7-0480-064F-8D8D225C54A0}"/>
                  </a:ext>
                </a:extLst>
              </p:cNvPr>
              <p:cNvPicPr/>
              <p:nvPr/>
            </p:nvPicPr>
            <p:blipFill>
              <a:blip r:embed="rId8"/>
              <a:stretch>
                <a:fillRect/>
              </a:stretch>
            </p:blipFill>
            <p:spPr>
              <a:xfrm>
                <a:off x="3182854" y="1289674"/>
                <a:ext cx="118440" cy="35648"/>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C824B404-321B-6A0B-5928-09FB3B2E7E2B}"/>
                  </a:ext>
                </a:extLst>
              </p14:cNvPr>
              <p14:cNvContentPartPr/>
              <p14:nvPr/>
            </p14:nvContentPartPr>
            <p14:xfrm>
              <a:off x="3573814" y="1952262"/>
              <a:ext cx="1218600" cy="65160"/>
            </p14:xfrm>
          </p:contentPart>
        </mc:Choice>
        <mc:Fallback>
          <p:pic>
            <p:nvPicPr>
              <p:cNvPr id="7" name="Ink 6">
                <a:extLst>
                  <a:ext uri="{FF2B5EF4-FFF2-40B4-BE49-F238E27FC236}">
                    <a16:creationId xmlns:a16="http://schemas.microsoft.com/office/drawing/2014/main" id="{C824B404-321B-6A0B-5928-09FB3B2E7E2B}"/>
                  </a:ext>
                </a:extLst>
              </p:cNvPr>
              <p:cNvPicPr/>
              <p:nvPr/>
            </p:nvPicPr>
            <p:blipFill>
              <a:blip r:embed="rId10"/>
              <a:stretch>
                <a:fillRect/>
              </a:stretch>
            </p:blipFill>
            <p:spPr>
              <a:xfrm>
                <a:off x="3564811" y="1943262"/>
                <a:ext cx="1236245" cy="82800"/>
              </a:xfrm>
              <a:prstGeom prst="rect">
                <a:avLst/>
              </a:prstGeom>
            </p:spPr>
          </p:pic>
        </mc:Fallback>
      </mc:AlternateContent>
      <p:grpSp>
        <p:nvGrpSpPr>
          <p:cNvPr id="13" name="Group 12">
            <a:extLst>
              <a:ext uri="{FF2B5EF4-FFF2-40B4-BE49-F238E27FC236}">
                <a16:creationId xmlns:a16="http://schemas.microsoft.com/office/drawing/2014/main" id="{DBC5D7F9-F8CF-4DCE-8754-16D7E76EC8DB}"/>
              </a:ext>
            </a:extLst>
          </p:cNvPr>
          <p:cNvGrpSpPr/>
          <p:nvPr/>
        </p:nvGrpSpPr>
        <p:grpSpPr>
          <a:xfrm>
            <a:off x="4051894" y="2146662"/>
            <a:ext cx="1273680" cy="201240"/>
            <a:chOff x="4051894" y="2146662"/>
            <a:chExt cx="1273680" cy="201240"/>
          </a:xfrm>
        </p:grpSpPr>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91917C5D-AFFC-68C0-3E3A-A8C8788A0347}"/>
                    </a:ext>
                  </a:extLst>
                </p14:cNvPr>
                <p14:cNvContentPartPr/>
                <p14:nvPr/>
              </p14:nvContentPartPr>
              <p14:xfrm>
                <a:off x="4051894" y="2146662"/>
                <a:ext cx="1018080" cy="154080"/>
              </p14:xfrm>
            </p:contentPart>
          </mc:Choice>
          <mc:Fallback>
            <p:pic>
              <p:nvPicPr>
                <p:cNvPr id="8" name="Ink 7">
                  <a:extLst>
                    <a:ext uri="{FF2B5EF4-FFF2-40B4-BE49-F238E27FC236}">
                      <a16:creationId xmlns:a16="http://schemas.microsoft.com/office/drawing/2014/main" id="{91917C5D-AFFC-68C0-3E3A-A8C8788A0347}"/>
                    </a:ext>
                  </a:extLst>
                </p:cNvPr>
                <p:cNvPicPr/>
                <p:nvPr/>
              </p:nvPicPr>
              <p:blipFill>
                <a:blip r:embed="rId12"/>
                <a:stretch>
                  <a:fillRect/>
                </a:stretch>
              </p:blipFill>
              <p:spPr>
                <a:xfrm>
                  <a:off x="4042894" y="2137662"/>
                  <a:ext cx="103572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1CF73B85-8EF4-9A55-33DE-700BCF043071}"/>
                    </a:ext>
                  </a:extLst>
                </p14:cNvPr>
                <p14:cNvContentPartPr/>
                <p14:nvPr/>
              </p14:nvContentPartPr>
              <p14:xfrm>
                <a:off x="5018494" y="2202462"/>
                <a:ext cx="43560" cy="78840"/>
              </p14:xfrm>
            </p:contentPart>
          </mc:Choice>
          <mc:Fallback>
            <p:pic>
              <p:nvPicPr>
                <p:cNvPr id="9" name="Ink 8">
                  <a:extLst>
                    <a:ext uri="{FF2B5EF4-FFF2-40B4-BE49-F238E27FC236}">
                      <a16:creationId xmlns:a16="http://schemas.microsoft.com/office/drawing/2014/main" id="{1CF73B85-8EF4-9A55-33DE-700BCF043071}"/>
                    </a:ext>
                  </a:extLst>
                </p:cNvPr>
                <p:cNvPicPr/>
                <p:nvPr/>
              </p:nvPicPr>
              <p:blipFill>
                <a:blip r:embed="rId14"/>
                <a:stretch>
                  <a:fillRect/>
                </a:stretch>
              </p:blipFill>
              <p:spPr>
                <a:xfrm>
                  <a:off x="5009494" y="2193503"/>
                  <a:ext cx="61200" cy="964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C7BED3F2-4FCA-12D5-3D93-DFC873CDFEBD}"/>
                    </a:ext>
                  </a:extLst>
                </p14:cNvPr>
                <p14:cNvContentPartPr/>
                <p14:nvPr/>
              </p14:nvContentPartPr>
              <p14:xfrm>
                <a:off x="5161414" y="2181942"/>
                <a:ext cx="154800" cy="165960"/>
              </p14:xfrm>
            </p:contentPart>
          </mc:Choice>
          <mc:Fallback>
            <p:pic>
              <p:nvPicPr>
                <p:cNvPr id="11" name="Ink 10">
                  <a:extLst>
                    <a:ext uri="{FF2B5EF4-FFF2-40B4-BE49-F238E27FC236}">
                      <a16:creationId xmlns:a16="http://schemas.microsoft.com/office/drawing/2014/main" id="{C7BED3F2-4FCA-12D5-3D93-DFC873CDFEBD}"/>
                    </a:ext>
                  </a:extLst>
                </p:cNvPr>
                <p:cNvPicPr/>
                <p:nvPr/>
              </p:nvPicPr>
              <p:blipFill>
                <a:blip r:embed="rId16"/>
                <a:stretch>
                  <a:fillRect/>
                </a:stretch>
              </p:blipFill>
              <p:spPr>
                <a:xfrm>
                  <a:off x="5152414" y="2172942"/>
                  <a:ext cx="17244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30073622-A603-9A1F-5A77-BDD039E61FE3}"/>
                    </a:ext>
                  </a:extLst>
                </p14:cNvPr>
                <p14:cNvContentPartPr/>
                <p14:nvPr/>
              </p14:nvContentPartPr>
              <p14:xfrm>
                <a:off x="5292094" y="2212182"/>
                <a:ext cx="33480" cy="135720"/>
              </p14:xfrm>
            </p:contentPart>
          </mc:Choice>
          <mc:Fallback>
            <p:pic>
              <p:nvPicPr>
                <p:cNvPr id="12" name="Ink 11">
                  <a:extLst>
                    <a:ext uri="{FF2B5EF4-FFF2-40B4-BE49-F238E27FC236}">
                      <a16:creationId xmlns:a16="http://schemas.microsoft.com/office/drawing/2014/main" id="{30073622-A603-9A1F-5A77-BDD039E61FE3}"/>
                    </a:ext>
                  </a:extLst>
                </p:cNvPr>
                <p:cNvPicPr/>
                <p:nvPr/>
              </p:nvPicPr>
              <p:blipFill>
                <a:blip r:embed="rId18"/>
                <a:stretch>
                  <a:fillRect/>
                </a:stretch>
              </p:blipFill>
              <p:spPr>
                <a:xfrm>
                  <a:off x="5283094" y="2203158"/>
                  <a:ext cx="51120" cy="153407"/>
                </a:xfrm>
                <a:prstGeom prst="rect">
                  <a:avLst/>
                </a:prstGeom>
              </p:spPr>
            </p:pic>
          </mc:Fallback>
        </mc:AlternateContent>
      </p:grpSp>
      <p:grpSp>
        <p:nvGrpSpPr>
          <p:cNvPr id="16" name="Group 15">
            <a:extLst>
              <a:ext uri="{FF2B5EF4-FFF2-40B4-BE49-F238E27FC236}">
                <a16:creationId xmlns:a16="http://schemas.microsoft.com/office/drawing/2014/main" id="{1784C226-0548-F419-DE92-A7084810A99E}"/>
              </a:ext>
            </a:extLst>
          </p:cNvPr>
          <p:cNvGrpSpPr/>
          <p:nvPr/>
        </p:nvGrpSpPr>
        <p:grpSpPr>
          <a:xfrm>
            <a:off x="3173494" y="3143502"/>
            <a:ext cx="250920" cy="92880"/>
            <a:chOff x="3173494" y="3143502"/>
            <a:chExt cx="250920" cy="92880"/>
          </a:xfrm>
        </p:grpSpPr>
        <mc:AlternateContent xmlns:mc="http://schemas.openxmlformats.org/markup-compatibility/2006">
          <mc:Choice xmlns:p14="http://schemas.microsoft.com/office/powerpoint/2010/main" Requires="p14">
            <p:contentPart p14:bwMode="auto" r:id="rId19">
              <p14:nvContentPartPr>
                <p14:cNvPr id="14" name="Ink 13">
                  <a:extLst>
                    <a:ext uri="{FF2B5EF4-FFF2-40B4-BE49-F238E27FC236}">
                      <a16:creationId xmlns:a16="http://schemas.microsoft.com/office/drawing/2014/main" id="{B09B5777-CF55-0485-1544-6EC87ED492B2}"/>
                    </a:ext>
                  </a:extLst>
                </p14:cNvPr>
                <p14:cNvContentPartPr/>
                <p14:nvPr/>
              </p14:nvContentPartPr>
              <p14:xfrm>
                <a:off x="3173494" y="3143502"/>
                <a:ext cx="240480" cy="54360"/>
              </p14:xfrm>
            </p:contentPart>
          </mc:Choice>
          <mc:Fallback>
            <p:pic>
              <p:nvPicPr>
                <p:cNvPr id="14" name="Ink 13">
                  <a:extLst>
                    <a:ext uri="{FF2B5EF4-FFF2-40B4-BE49-F238E27FC236}">
                      <a16:creationId xmlns:a16="http://schemas.microsoft.com/office/drawing/2014/main" id="{B09B5777-CF55-0485-1544-6EC87ED492B2}"/>
                    </a:ext>
                  </a:extLst>
                </p:cNvPr>
                <p:cNvPicPr/>
                <p:nvPr/>
              </p:nvPicPr>
              <p:blipFill>
                <a:blip r:embed="rId20"/>
                <a:stretch>
                  <a:fillRect/>
                </a:stretch>
              </p:blipFill>
              <p:spPr>
                <a:xfrm>
                  <a:off x="3164494" y="3134442"/>
                  <a:ext cx="258120" cy="72118"/>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EE89C0DA-0866-12A5-303D-529B06B9F399}"/>
                    </a:ext>
                  </a:extLst>
                </p14:cNvPr>
                <p14:cNvContentPartPr/>
                <p14:nvPr/>
              </p14:nvContentPartPr>
              <p14:xfrm>
                <a:off x="3216334" y="3185982"/>
                <a:ext cx="208080" cy="50400"/>
              </p14:xfrm>
            </p:contentPart>
          </mc:Choice>
          <mc:Fallback>
            <p:pic>
              <p:nvPicPr>
                <p:cNvPr id="15" name="Ink 14">
                  <a:extLst>
                    <a:ext uri="{FF2B5EF4-FFF2-40B4-BE49-F238E27FC236}">
                      <a16:creationId xmlns:a16="http://schemas.microsoft.com/office/drawing/2014/main" id="{EE89C0DA-0866-12A5-303D-529B06B9F399}"/>
                    </a:ext>
                  </a:extLst>
                </p:cNvPr>
                <p:cNvPicPr/>
                <p:nvPr/>
              </p:nvPicPr>
              <p:blipFill>
                <a:blip r:embed="rId22"/>
                <a:stretch>
                  <a:fillRect/>
                </a:stretch>
              </p:blipFill>
              <p:spPr>
                <a:xfrm>
                  <a:off x="3207334" y="3176982"/>
                  <a:ext cx="225720" cy="68040"/>
                </a:xfrm>
                <a:prstGeom prst="rect">
                  <a:avLst/>
                </a:prstGeom>
              </p:spPr>
            </p:pic>
          </mc:Fallback>
        </mc:AlternateContent>
      </p:grpSp>
      <p:grpSp>
        <p:nvGrpSpPr>
          <p:cNvPr id="19" name="Group 18">
            <a:extLst>
              <a:ext uri="{FF2B5EF4-FFF2-40B4-BE49-F238E27FC236}">
                <a16:creationId xmlns:a16="http://schemas.microsoft.com/office/drawing/2014/main" id="{0986F60B-58DB-A887-85F7-47AF673D12DF}"/>
              </a:ext>
            </a:extLst>
          </p:cNvPr>
          <p:cNvGrpSpPr/>
          <p:nvPr/>
        </p:nvGrpSpPr>
        <p:grpSpPr>
          <a:xfrm>
            <a:off x="4828774" y="4274262"/>
            <a:ext cx="510840" cy="71280"/>
            <a:chOff x="4828774" y="4274262"/>
            <a:chExt cx="510840" cy="71280"/>
          </a:xfrm>
        </p:grpSpPr>
        <mc:AlternateContent xmlns:mc="http://schemas.openxmlformats.org/markup-compatibility/2006">
          <mc:Choice xmlns:p14="http://schemas.microsoft.com/office/powerpoint/2010/main" Requires="p14">
            <p:contentPart p14:bwMode="auto" r:id="rId23">
              <p14:nvContentPartPr>
                <p14:cNvPr id="17" name="Ink 16">
                  <a:extLst>
                    <a:ext uri="{FF2B5EF4-FFF2-40B4-BE49-F238E27FC236}">
                      <a16:creationId xmlns:a16="http://schemas.microsoft.com/office/drawing/2014/main" id="{653AD2DD-A5A5-1269-C098-E8F800D487FC}"/>
                    </a:ext>
                  </a:extLst>
                </p14:cNvPr>
                <p14:cNvContentPartPr/>
                <p14:nvPr/>
              </p14:nvContentPartPr>
              <p14:xfrm>
                <a:off x="4828774" y="4274262"/>
                <a:ext cx="477360" cy="32400"/>
              </p14:xfrm>
            </p:contentPart>
          </mc:Choice>
          <mc:Fallback>
            <p:pic>
              <p:nvPicPr>
                <p:cNvPr id="17" name="Ink 16">
                  <a:extLst>
                    <a:ext uri="{FF2B5EF4-FFF2-40B4-BE49-F238E27FC236}">
                      <a16:creationId xmlns:a16="http://schemas.microsoft.com/office/drawing/2014/main" id="{653AD2DD-A5A5-1269-C098-E8F800D487FC}"/>
                    </a:ext>
                  </a:extLst>
                </p:cNvPr>
                <p:cNvPicPr/>
                <p:nvPr/>
              </p:nvPicPr>
              <p:blipFill>
                <a:blip r:embed="rId24"/>
                <a:stretch>
                  <a:fillRect/>
                </a:stretch>
              </p:blipFill>
              <p:spPr>
                <a:xfrm>
                  <a:off x="4819774" y="4265262"/>
                  <a:ext cx="49500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8" name="Ink 17">
                  <a:extLst>
                    <a:ext uri="{FF2B5EF4-FFF2-40B4-BE49-F238E27FC236}">
                      <a16:creationId xmlns:a16="http://schemas.microsoft.com/office/drawing/2014/main" id="{3E69579D-A415-4419-5F2C-D396E697524F}"/>
                    </a:ext>
                  </a:extLst>
                </p14:cNvPr>
                <p14:cNvContentPartPr/>
                <p14:nvPr/>
              </p14:nvContentPartPr>
              <p14:xfrm>
                <a:off x="4843894" y="4317462"/>
                <a:ext cx="495720" cy="28080"/>
              </p14:xfrm>
            </p:contentPart>
          </mc:Choice>
          <mc:Fallback>
            <p:pic>
              <p:nvPicPr>
                <p:cNvPr id="18" name="Ink 17">
                  <a:extLst>
                    <a:ext uri="{FF2B5EF4-FFF2-40B4-BE49-F238E27FC236}">
                      <a16:creationId xmlns:a16="http://schemas.microsoft.com/office/drawing/2014/main" id="{3E69579D-A415-4419-5F2C-D396E697524F}"/>
                    </a:ext>
                  </a:extLst>
                </p:cNvPr>
                <p:cNvPicPr/>
                <p:nvPr/>
              </p:nvPicPr>
              <p:blipFill>
                <a:blip r:embed="rId26"/>
                <a:stretch>
                  <a:fillRect/>
                </a:stretch>
              </p:blipFill>
              <p:spPr>
                <a:xfrm>
                  <a:off x="4834894" y="4308462"/>
                  <a:ext cx="513360" cy="45720"/>
                </a:xfrm>
                <a:prstGeom prst="rect">
                  <a:avLst/>
                </a:prstGeom>
              </p:spPr>
            </p:pic>
          </mc:Fallback>
        </mc:AlternateContent>
      </p:grpSp>
      <p:grpSp>
        <p:nvGrpSpPr>
          <p:cNvPr id="24" name="Group 23">
            <a:extLst>
              <a:ext uri="{FF2B5EF4-FFF2-40B4-BE49-F238E27FC236}">
                <a16:creationId xmlns:a16="http://schemas.microsoft.com/office/drawing/2014/main" id="{01319D8A-81C6-C9FC-2566-8C63211B9D8D}"/>
              </a:ext>
            </a:extLst>
          </p:cNvPr>
          <p:cNvGrpSpPr/>
          <p:nvPr/>
        </p:nvGrpSpPr>
        <p:grpSpPr>
          <a:xfrm>
            <a:off x="2979814" y="3705462"/>
            <a:ext cx="1277280" cy="770760"/>
            <a:chOff x="2979814" y="3705462"/>
            <a:chExt cx="1277280" cy="770760"/>
          </a:xfrm>
        </p:grpSpPr>
        <mc:AlternateContent xmlns:mc="http://schemas.openxmlformats.org/markup-compatibility/2006">
          <mc:Choice xmlns:p14="http://schemas.microsoft.com/office/powerpoint/2010/main" Requires="p14">
            <p:contentPart p14:bwMode="auto" r:id="rId27">
              <p14:nvContentPartPr>
                <p14:cNvPr id="20" name="Ink 19">
                  <a:extLst>
                    <a:ext uri="{FF2B5EF4-FFF2-40B4-BE49-F238E27FC236}">
                      <a16:creationId xmlns:a16="http://schemas.microsoft.com/office/drawing/2014/main" id="{4603B546-DCAC-0468-87D2-A600F078F420}"/>
                    </a:ext>
                  </a:extLst>
                </p14:cNvPr>
                <p14:cNvContentPartPr/>
                <p14:nvPr/>
              </p14:nvContentPartPr>
              <p14:xfrm>
                <a:off x="3737974" y="4269222"/>
                <a:ext cx="501120" cy="32760"/>
              </p14:xfrm>
            </p:contentPart>
          </mc:Choice>
          <mc:Fallback>
            <p:pic>
              <p:nvPicPr>
                <p:cNvPr id="20" name="Ink 19">
                  <a:extLst>
                    <a:ext uri="{FF2B5EF4-FFF2-40B4-BE49-F238E27FC236}">
                      <a16:creationId xmlns:a16="http://schemas.microsoft.com/office/drawing/2014/main" id="{4603B546-DCAC-0468-87D2-A600F078F420}"/>
                    </a:ext>
                  </a:extLst>
                </p:cNvPr>
                <p:cNvPicPr/>
                <p:nvPr/>
              </p:nvPicPr>
              <p:blipFill>
                <a:blip r:embed="rId28"/>
                <a:stretch>
                  <a:fillRect/>
                </a:stretch>
              </p:blipFill>
              <p:spPr>
                <a:xfrm>
                  <a:off x="3728974" y="4260320"/>
                  <a:ext cx="518760" cy="50208"/>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1" name="Ink 20">
                  <a:extLst>
                    <a:ext uri="{FF2B5EF4-FFF2-40B4-BE49-F238E27FC236}">
                      <a16:creationId xmlns:a16="http://schemas.microsoft.com/office/drawing/2014/main" id="{AF630056-3345-E3BC-1EF5-9E584AA58FFF}"/>
                    </a:ext>
                  </a:extLst>
                </p14:cNvPr>
                <p14:cNvContentPartPr/>
                <p14:nvPr/>
              </p14:nvContentPartPr>
              <p14:xfrm>
                <a:off x="3725734" y="4334022"/>
                <a:ext cx="531360" cy="47160"/>
              </p14:xfrm>
            </p:contentPart>
          </mc:Choice>
          <mc:Fallback>
            <p:pic>
              <p:nvPicPr>
                <p:cNvPr id="21" name="Ink 20">
                  <a:extLst>
                    <a:ext uri="{FF2B5EF4-FFF2-40B4-BE49-F238E27FC236}">
                      <a16:creationId xmlns:a16="http://schemas.microsoft.com/office/drawing/2014/main" id="{AF630056-3345-E3BC-1EF5-9E584AA58FFF}"/>
                    </a:ext>
                  </a:extLst>
                </p:cNvPr>
                <p:cNvPicPr/>
                <p:nvPr/>
              </p:nvPicPr>
              <p:blipFill>
                <a:blip r:embed="rId30"/>
                <a:stretch>
                  <a:fillRect/>
                </a:stretch>
              </p:blipFill>
              <p:spPr>
                <a:xfrm>
                  <a:off x="3716728" y="4324953"/>
                  <a:ext cx="549012" cy="64936"/>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3" name="Ink 22">
                  <a:extLst>
                    <a:ext uri="{FF2B5EF4-FFF2-40B4-BE49-F238E27FC236}">
                      <a16:creationId xmlns:a16="http://schemas.microsoft.com/office/drawing/2014/main" id="{183624DF-5C22-7B47-F827-31AE5237CF07}"/>
                    </a:ext>
                  </a:extLst>
                </p14:cNvPr>
                <p14:cNvContentPartPr/>
                <p14:nvPr/>
              </p14:nvContentPartPr>
              <p14:xfrm>
                <a:off x="2979814" y="3705462"/>
                <a:ext cx="421200" cy="770760"/>
              </p14:xfrm>
            </p:contentPart>
          </mc:Choice>
          <mc:Fallback>
            <p:pic>
              <p:nvPicPr>
                <p:cNvPr id="23" name="Ink 22">
                  <a:extLst>
                    <a:ext uri="{FF2B5EF4-FFF2-40B4-BE49-F238E27FC236}">
                      <a16:creationId xmlns:a16="http://schemas.microsoft.com/office/drawing/2014/main" id="{183624DF-5C22-7B47-F827-31AE5237CF07}"/>
                    </a:ext>
                  </a:extLst>
                </p:cNvPr>
                <p:cNvPicPr/>
                <p:nvPr/>
              </p:nvPicPr>
              <p:blipFill>
                <a:blip r:embed="rId32"/>
                <a:stretch>
                  <a:fillRect/>
                </a:stretch>
              </p:blipFill>
              <p:spPr>
                <a:xfrm>
                  <a:off x="2970814" y="3696462"/>
                  <a:ext cx="438840" cy="788400"/>
                </a:xfrm>
                <a:prstGeom prst="rect">
                  <a:avLst/>
                </a:prstGeom>
              </p:spPr>
            </p:pic>
          </mc:Fallback>
        </mc:AlternateContent>
      </p:grpSp>
      <p:grpSp>
        <p:nvGrpSpPr>
          <p:cNvPr id="28" name="Group 27">
            <a:extLst>
              <a:ext uri="{FF2B5EF4-FFF2-40B4-BE49-F238E27FC236}">
                <a16:creationId xmlns:a16="http://schemas.microsoft.com/office/drawing/2014/main" id="{1588DA77-84EE-0C4E-6B2B-C7191757FFFD}"/>
              </a:ext>
            </a:extLst>
          </p:cNvPr>
          <p:cNvGrpSpPr/>
          <p:nvPr/>
        </p:nvGrpSpPr>
        <p:grpSpPr>
          <a:xfrm>
            <a:off x="3967294" y="4639302"/>
            <a:ext cx="850680" cy="92160"/>
            <a:chOff x="3967294" y="4639302"/>
            <a:chExt cx="850680" cy="92160"/>
          </a:xfrm>
        </p:grpSpPr>
        <mc:AlternateContent xmlns:mc="http://schemas.openxmlformats.org/markup-compatibility/2006">
          <mc:Choice xmlns:p14="http://schemas.microsoft.com/office/powerpoint/2010/main" Requires="p14">
            <p:contentPart p14:bwMode="auto" r:id="rId33">
              <p14:nvContentPartPr>
                <p14:cNvPr id="25" name="Ink 24">
                  <a:extLst>
                    <a:ext uri="{FF2B5EF4-FFF2-40B4-BE49-F238E27FC236}">
                      <a16:creationId xmlns:a16="http://schemas.microsoft.com/office/drawing/2014/main" id="{3F206E0D-F7C1-9054-EBB9-51D4CAEEB091}"/>
                    </a:ext>
                  </a:extLst>
                </p14:cNvPr>
                <p14:cNvContentPartPr/>
                <p14:nvPr/>
              </p14:nvContentPartPr>
              <p14:xfrm>
                <a:off x="4248814" y="4639302"/>
                <a:ext cx="34560" cy="16200"/>
              </p14:xfrm>
            </p:contentPart>
          </mc:Choice>
          <mc:Fallback>
            <p:pic>
              <p:nvPicPr>
                <p:cNvPr id="25" name="Ink 24">
                  <a:extLst>
                    <a:ext uri="{FF2B5EF4-FFF2-40B4-BE49-F238E27FC236}">
                      <a16:creationId xmlns:a16="http://schemas.microsoft.com/office/drawing/2014/main" id="{3F206E0D-F7C1-9054-EBB9-51D4CAEEB091}"/>
                    </a:ext>
                  </a:extLst>
                </p:cNvPr>
                <p:cNvPicPr/>
                <p:nvPr/>
              </p:nvPicPr>
              <p:blipFill>
                <a:blip r:embed="rId34"/>
                <a:stretch>
                  <a:fillRect/>
                </a:stretch>
              </p:blipFill>
              <p:spPr>
                <a:xfrm>
                  <a:off x="4239907" y="4630302"/>
                  <a:ext cx="52018"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6" name="Ink 25">
                  <a:extLst>
                    <a:ext uri="{FF2B5EF4-FFF2-40B4-BE49-F238E27FC236}">
                      <a16:creationId xmlns:a16="http://schemas.microsoft.com/office/drawing/2014/main" id="{06DE802B-D082-2A35-89E4-51F2FDB18315}"/>
                    </a:ext>
                  </a:extLst>
                </p14:cNvPr>
                <p14:cNvContentPartPr/>
                <p14:nvPr/>
              </p14:nvContentPartPr>
              <p14:xfrm>
                <a:off x="3967294" y="4669902"/>
                <a:ext cx="850680" cy="61560"/>
              </p14:xfrm>
            </p:contentPart>
          </mc:Choice>
          <mc:Fallback>
            <p:pic>
              <p:nvPicPr>
                <p:cNvPr id="26" name="Ink 25">
                  <a:extLst>
                    <a:ext uri="{FF2B5EF4-FFF2-40B4-BE49-F238E27FC236}">
                      <a16:creationId xmlns:a16="http://schemas.microsoft.com/office/drawing/2014/main" id="{06DE802B-D082-2A35-89E4-51F2FDB18315}"/>
                    </a:ext>
                  </a:extLst>
                </p:cNvPr>
                <p:cNvPicPr/>
                <p:nvPr/>
              </p:nvPicPr>
              <p:blipFill>
                <a:blip r:embed="rId36"/>
                <a:stretch>
                  <a:fillRect/>
                </a:stretch>
              </p:blipFill>
              <p:spPr>
                <a:xfrm>
                  <a:off x="3958294" y="4660849"/>
                  <a:ext cx="868320" cy="79304"/>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7">
            <p14:nvContentPartPr>
              <p14:cNvPr id="27" name="Ink 26">
                <a:extLst>
                  <a:ext uri="{FF2B5EF4-FFF2-40B4-BE49-F238E27FC236}">
                    <a16:creationId xmlns:a16="http://schemas.microsoft.com/office/drawing/2014/main" id="{96034200-ECE7-96CB-D92E-91EB4FE13DE8}"/>
                  </a:ext>
                </a:extLst>
              </p14:cNvPr>
              <p14:cNvContentPartPr/>
              <p14:nvPr/>
            </p14:nvContentPartPr>
            <p14:xfrm>
              <a:off x="5311894" y="4720662"/>
              <a:ext cx="1067400" cy="35280"/>
            </p14:xfrm>
          </p:contentPart>
        </mc:Choice>
        <mc:Fallback>
          <p:pic>
            <p:nvPicPr>
              <p:cNvPr id="27" name="Ink 26">
                <a:extLst>
                  <a:ext uri="{FF2B5EF4-FFF2-40B4-BE49-F238E27FC236}">
                    <a16:creationId xmlns:a16="http://schemas.microsoft.com/office/drawing/2014/main" id="{96034200-ECE7-96CB-D92E-91EB4FE13DE8}"/>
                  </a:ext>
                </a:extLst>
              </p:cNvPr>
              <p:cNvPicPr/>
              <p:nvPr/>
            </p:nvPicPr>
            <p:blipFill>
              <a:blip r:embed="rId38"/>
              <a:stretch>
                <a:fillRect/>
              </a:stretch>
            </p:blipFill>
            <p:spPr>
              <a:xfrm>
                <a:off x="5302894" y="4711569"/>
                <a:ext cx="1085040" cy="53102"/>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9" name="Ink 28">
                <a:extLst>
                  <a:ext uri="{FF2B5EF4-FFF2-40B4-BE49-F238E27FC236}">
                    <a16:creationId xmlns:a16="http://schemas.microsoft.com/office/drawing/2014/main" id="{806B8406-08B8-0833-F327-616AB3AE25BA}"/>
                  </a:ext>
                </a:extLst>
              </p14:cNvPr>
              <p14:cNvContentPartPr/>
              <p14:nvPr/>
            </p14:nvContentPartPr>
            <p14:xfrm>
              <a:off x="3752014" y="6161742"/>
              <a:ext cx="1028880" cy="45720"/>
            </p14:xfrm>
          </p:contentPart>
        </mc:Choice>
        <mc:Fallback>
          <p:pic>
            <p:nvPicPr>
              <p:cNvPr id="29" name="Ink 28">
                <a:extLst>
                  <a:ext uri="{FF2B5EF4-FFF2-40B4-BE49-F238E27FC236}">
                    <a16:creationId xmlns:a16="http://schemas.microsoft.com/office/drawing/2014/main" id="{806B8406-08B8-0833-F327-616AB3AE25BA}"/>
                  </a:ext>
                </a:extLst>
              </p:cNvPr>
              <p:cNvPicPr/>
              <p:nvPr/>
            </p:nvPicPr>
            <p:blipFill>
              <a:blip r:embed="rId40"/>
              <a:stretch>
                <a:fillRect/>
              </a:stretch>
            </p:blipFill>
            <p:spPr>
              <a:xfrm>
                <a:off x="3743011" y="6152671"/>
                <a:ext cx="1046526" cy="63500"/>
              </a:xfrm>
              <a:prstGeom prst="rect">
                <a:avLst/>
              </a:prstGeom>
            </p:spPr>
          </p:pic>
        </mc:Fallback>
      </mc:AlternateContent>
    </p:spTree>
    <p:extLst>
      <p:ext uri="{BB962C8B-B14F-4D97-AF65-F5344CB8AC3E}">
        <p14:creationId xmlns:p14="http://schemas.microsoft.com/office/powerpoint/2010/main" val="390366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7B1C-F1DB-4566-A222-CA65EE0460B6}"/>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Genetic Algorithms: Chromosomes</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72A63990-3C01-46AA-B65E-D435FE311225}"/>
              </a:ext>
            </a:extLst>
          </p:cNvPr>
          <p:cNvSpPr>
            <a:spLocks noGrp="1"/>
          </p:cNvSpPr>
          <p:nvPr>
            <p:ph type="body"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Simplest representation is the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binary string chromosome</a:t>
            </a:r>
          </a:p>
          <a:p>
            <a:endParaRPr lang="en-US">
              <a:latin typeface="TeXGyrePagella-Regular" panose="02000603020200000003" pitchFamily="50" charset="0"/>
              <a:ea typeface="TeXGyrePagella-Regular" panose="02000603020200000003" pitchFamily="50" charset="0"/>
              <a:cs typeface="TeXGyrePagella-Regular" panose="02000603020200000003" pitchFamily="50" charset="0"/>
            </a:endParaRPr>
          </a:p>
          <a:p>
            <a:endParaRPr lang="en-US">
              <a:latin typeface="TeXGyrePagella-Regular" panose="02000603020200000003" pitchFamily="50" charset="0"/>
              <a:ea typeface="TeXGyrePagella-Regular" panose="02000603020200000003" pitchFamily="50" charset="0"/>
              <a:cs typeface="TeXGyrePagella-Regular" panose="02000603020200000003" pitchFamily="50" charset="0"/>
            </a:endParaRP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Chromosomes are more commonly represented as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real-valued chromosomes </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which are simply real-valued vectors</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Typically initialized randomly</a:t>
            </a:r>
          </a:p>
        </p:txBody>
      </p:sp>
      <p:pic>
        <p:nvPicPr>
          <p:cNvPr id="4" name="Graphic 3">
            <a:extLst>
              <a:ext uri="{FF2B5EF4-FFF2-40B4-BE49-F238E27FC236}">
                <a16:creationId xmlns:a16="http://schemas.microsoft.com/office/drawing/2014/main" id="{3B9882B9-25A7-4999-960D-DF64AAB19A1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14454" y="2704822"/>
            <a:ext cx="9163092" cy="224097"/>
          </a:xfrm>
          <a:prstGeom prst="rect">
            <a:avLst/>
          </a:prstGeom>
        </p:spPr>
      </p:pic>
      <p:sp>
        <p:nvSpPr>
          <p:cNvPr id="5" name="Slide Number Placeholder 4">
            <a:extLst>
              <a:ext uri="{FF2B5EF4-FFF2-40B4-BE49-F238E27FC236}">
                <a16:creationId xmlns:a16="http://schemas.microsoft.com/office/drawing/2014/main" id="{8B474FA7-31CB-484F-84BF-FB9D758D27B0}"/>
              </a:ext>
            </a:extLst>
          </p:cNvPr>
          <p:cNvSpPr>
            <a:spLocks noGrp="1"/>
          </p:cNvSpPr>
          <p:nvPr>
            <p:ph type="sldNum" sz="quarter" idx="12"/>
          </p:nvPr>
        </p:nvSpPr>
        <p:spPr/>
        <p:txBody>
          <a:bodyPr/>
          <a:lstStyle/>
          <a:p>
            <a:fld id="{5A1B4C69-69FC-4DE3-9130-497A7C9ADE60}" type="slidenum">
              <a:rPr lang="en-US" smtClean="0"/>
              <a:t>10</a:t>
            </a:fld>
            <a:endParaRPr lang="en-US"/>
          </a:p>
        </p:txBody>
      </p:sp>
      <mc:AlternateContent xmlns:mc="http://schemas.openxmlformats.org/markup-compatibility/2006">
        <mc:Choice xmlns:p14="http://schemas.microsoft.com/office/powerpoint/2010/main" Requires="p14">
          <p:contentPart p14:bwMode="auto" r:id="rId4">
            <p14:nvContentPartPr>
              <p14:cNvPr id="10" name="Ink 9">
                <a:extLst>
                  <a:ext uri="{FF2B5EF4-FFF2-40B4-BE49-F238E27FC236}">
                    <a16:creationId xmlns:a16="http://schemas.microsoft.com/office/drawing/2014/main" id="{D77CD9C1-C22F-B78C-44C6-66438940CB91}"/>
                  </a:ext>
                </a:extLst>
              </p14:cNvPr>
              <p14:cNvContentPartPr/>
              <p14:nvPr/>
            </p14:nvContentPartPr>
            <p14:xfrm>
              <a:off x="4951894" y="2555262"/>
              <a:ext cx="46080" cy="175320"/>
            </p14:xfrm>
          </p:contentPart>
        </mc:Choice>
        <mc:Fallback>
          <p:pic>
            <p:nvPicPr>
              <p:cNvPr id="10" name="Ink 9">
                <a:extLst>
                  <a:ext uri="{FF2B5EF4-FFF2-40B4-BE49-F238E27FC236}">
                    <a16:creationId xmlns:a16="http://schemas.microsoft.com/office/drawing/2014/main" id="{D77CD9C1-C22F-B78C-44C6-66438940CB91}"/>
                  </a:ext>
                </a:extLst>
              </p:cNvPr>
              <p:cNvPicPr/>
              <p:nvPr/>
            </p:nvPicPr>
            <p:blipFill>
              <a:blip r:embed="rId5"/>
              <a:stretch>
                <a:fillRect/>
              </a:stretch>
            </p:blipFill>
            <p:spPr>
              <a:xfrm>
                <a:off x="4942894" y="2546262"/>
                <a:ext cx="63720" cy="1929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1" name="Ink 10">
                <a:extLst>
                  <a:ext uri="{FF2B5EF4-FFF2-40B4-BE49-F238E27FC236}">
                    <a16:creationId xmlns:a16="http://schemas.microsoft.com/office/drawing/2014/main" id="{EF8F54D1-9425-9BE2-778D-4D756138205B}"/>
                  </a:ext>
                </a:extLst>
              </p14:cNvPr>
              <p14:cNvContentPartPr/>
              <p14:nvPr/>
            </p14:nvContentPartPr>
            <p14:xfrm>
              <a:off x="5414134" y="2515302"/>
              <a:ext cx="34200" cy="129960"/>
            </p14:xfrm>
          </p:contentPart>
        </mc:Choice>
        <mc:Fallback>
          <p:pic>
            <p:nvPicPr>
              <p:cNvPr id="11" name="Ink 10">
                <a:extLst>
                  <a:ext uri="{FF2B5EF4-FFF2-40B4-BE49-F238E27FC236}">
                    <a16:creationId xmlns:a16="http://schemas.microsoft.com/office/drawing/2014/main" id="{EF8F54D1-9425-9BE2-778D-4D756138205B}"/>
                  </a:ext>
                </a:extLst>
              </p:cNvPr>
              <p:cNvPicPr/>
              <p:nvPr/>
            </p:nvPicPr>
            <p:blipFill>
              <a:blip r:embed="rId7"/>
              <a:stretch>
                <a:fillRect/>
              </a:stretch>
            </p:blipFill>
            <p:spPr>
              <a:xfrm>
                <a:off x="5405134" y="2506302"/>
                <a:ext cx="5184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2" name="Ink 11">
                <a:extLst>
                  <a:ext uri="{FF2B5EF4-FFF2-40B4-BE49-F238E27FC236}">
                    <a16:creationId xmlns:a16="http://schemas.microsoft.com/office/drawing/2014/main" id="{FC9E6B8D-0AD4-0E5B-3CC0-AB78AFD9B060}"/>
                  </a:ext>
                </a:extLst>
              </p14:cNvPr>
              <p14:cNvContentPartPr/>
              <p14:nvPr/>
            </p14:nvContentPartPr>
            <p14:xfrm>
              <a:off x="6297574" y="2488662"/>
              <a:ext cx="23400" cy="185040"/>
            </p14:xfrm>
          </p:contentPart>
        </mc:Choice>
        <mc:Fallback>
          <p:pic>
            <p:nvPicPr>
              <p:cNvPr id="12" name="Ink 11">
                <a:extLst>
                  <a:ext uri="{FF2B5EF4-FFF2-40B4-BE49-F238E27FC236}">
                    <a16:creationId xmlns:a16="http://schemas.microsoft.com/office/drawing/2014/main" id="{FC9E6B8D-0AD4-0E5B-3CC0-AB78AFD9B060}"/>
                  </a:ext>
                </a:extLst>
              </p:cNvPr>
              <p:cNvPicPr/>
              <p:nvPr/>
            </p:nvPicPr>
            <p:blipFill>
              <a:blip r:embed="rId9"/>
              <a:stretch>
                <a:fillRect/>
              </a:stretch>
            </p:blipFill>
            <p:spPr>
              <a:xfrm>
                <a:off x="6288574" y="2479644"/>
                <a:ext cx="41040" cy="202714"/>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3" name="Ink 12">
                <a:extLst>
                  <a:ext uri="{FF2B5EF4-FFF2-40B4-BE49-F238E27FC236}">
                    <a16:creationId xmlns:a16="http://schemas.microsoft.com/office/drawing/2014/main" id="{6A8B6DDF-2B1F-9C59-265E-DA76E109AC28}"/>
                  </a:ext>
                </a:extLst>
              </p14:cNvPr>
              <p14:cNvContentPartPr/>
              <p14:nvPr/>
            </p14:nvContentPartPr>
            <p14:xfrm>
              <a:off x="6961774" y="2480022"/>
              <a:ext cx="10080" cy="192960"/>
            </p14:xfrm>
          </p:contentPart>
        </mc:Choice>
        <mc:Fallback>
          <p:pic>
            <p:nvPicPr>
              <p:cNvPr id="13" name="Ink 12">
                <a:extLst>
                  <a:ext uri="{FF2B5EF4-FFF2-40B4-BE49-F238E27FC236}">
                    <a16:creationId xmlns:a16="http://schemas.microsoft.com/office/drawing/2014/main" id="{6A8B6DDF-2B1F-9C59-265E-DA76E109AC28}"/>
                  </a:ext>
                </a:extLst>
              </p:cNvPr>
              <p:cNvPicPr/>
              <p:nvPr/>
            </p:nvPicPr>
            <p:blipFill>
              <a:blip r:embed="rId11"/>
              <a:stretch>
                <a:fillRect/>
              </a:stretch>
            </p:blipFill>
            <p:spPr>
              <a:xfrm>
                <a:off x="6953084" y="2471022"/>
                <a:ext cx="27112" cy="210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4" name="Ink 13">
                <a:extLst>
                  <a:ext uri="{FF2B5EF4-FFF2-40B4-BE49-F238E27FC236}">
                    <a16:creationId xmlns:a16="http://schemas.microsoft.com/office/drawing/2014/main" id="{F54593FD-4150-F09A-79D7-5CE2A2AEA951}"/>
                  </a:ext>
                </a:extLst>
              </p14:cNvPr>
              <p14:cNvContentPartPr/>
              <p14:nvPr/>
            </p14:nvContentPartPr>
            <p14:xfrm>
              <a:off x="8539294" y="3725982"/>
              <a:ext cx="1590480" cy="74880"/>
            </p14:xfrm>
          </p:contentPart>
        </mc:Choice>
        <mc:Fallback>
          <p:pic>
            <p:nvPicPr>
              <p:cNvPr id="14" name="Ink 13">
                <a:extLst>
                  <a:ext uri="{FF2B5EF4-FFF2-40B4-BE49-F238E27FC236}">
                    <a16:creationId xmlns:a16="http://schemas.microsoft.com/office/drawing/2014/main" id="{F54593FD-4150-F09A-79D7-5CE2A2AEA951}"/>
                  </a:ext>
                </a:extLst>
              </p:cNvPr>
              <p:cNvPicPr/>
              <p:nvPr/>
            </p:nvPicPr>
            <p:blipFill>
              <a:blip r:embed="rId13"/>
              <a:stretch>
                <a:fillRect/>
              </a:stretch>
            </p:blipFill>
            <p:spPr>
              <a:xfrm>
                <a:off x="8530294" y="3716939"/>
                <a:ext cx="1608120" cy="92605"/>
              </a:xfrm>
              <a:prstGeom prst="rect">
                <a:avLst/>
              </a:prstGeom>
            </p:spPr>
          </p:pic>
        </mc:Fallback>
      </mc:AlternateContent>
      <p:grpSp>
        <p:nvGrpSpPr>
          <p:cNvPr id="34" name="Group 33">
            <a:extLst>
              <a:ext uri="{FF2B5EF4-FFF2-40B4-BE49-F238E27FC236}">
                <a16:creationId xmlns:a16="http://schemas.microsoft.com/office/drawing/2014/main" id="{E7BF942A-928D-FF51-1358-1127D13C2AF6}"/>
              </a:ext>
            </a:extLst>
          </p:cNvPr>
          <p:cNvGrpSpPr/>
          <p:nvPr/>
        </p:nvGrpSpPr>
        <p:grpSpPr>
          <a:xfrm>
            <a:off x="7925854" y="4616982"/>
            <a:ext cx="2701800" cy="561960"/>
            <a:chOff x="7925854" y="4616982"/>
            <a:chExt cx="2701800" cy="561960"/>
          </a:xfrm>
        </p:grpSpPr>
        <mc:AlternateContent xmlns:mc="http://schemas.openxmlformats.org/markup-compatibility/2006">
          <mc:Choice xmlns:p14="http://schemas.microsoft.com/office/powerpoint/2010/main" Requires="p14">
            <p:contentPart p14:bwMode="auto" r:id="rId14">
              <p14:nvContentPartPr>
                <p14:cNvPr id="15" name="Ink 14">
                  <a:extLst>
                    <a:ext uri="{FF2B5EF4-FFF2-40B4-BE49-F238E27FC236}">
                      <a16:creationId xmlns:a16="http://schemas.microsoft.com/office/drawing/2014/main" id="{79FC5FC3-258A-63C6-6A45-6E778FBE664A}"/>
                    </a:ext>
                  </a:extLst>
                </p14:cNvPr>
                <p14:cNvContentPartPr/>
                <p14:nvPr/>
              </p14:nvContentPartPr>
              <p14:xfrm>
                <a:off x="8034574" y="4753782"/>
                <a:ext cx="217080" cy="244440"/>
              </p14:xfrm>
            </p:contentPart>
          </mc:Choice>
          <mc:Fallback>
            <p:pic>
              <p:nvPicPr>
                <p:cNvPr id="15" name="Ink 14">
                  <a:extLst>
                    <a:ext uri="{FF2B5EF4-FFF2-40B4-BE49-F238E27FC236}">
                      <a16:creationId xmlns:a16="http://schemas.microsoft.com/office/drawing/2014/main" id="{79FC5FC3-258A-63C6-6A45-6E778FBE664A}"/>
                    </a:ext>
                  </a:extLst>
                </p:cNvPr>
                <p:cNvPicPr/>
                <p:nvPr/>
              </p:nvPicPr>
              <p:blipFill>
                <a:blip r:embed="rId15"/>
                <a:stretch>
                  <a:fillRect/>
                </a:stretch>
              </p:blipFill>
              <p:spPr>
                <a:xfrm>
                  <a:off x="8025574" y="4744782"/>
                  <a:ext cx="234720" cy="2620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6" name="Ink 15">
                  <a:extLst>
                    <a:ext uri="{FF2B5EF4-FFF2-40B4-BE49-F238E27FC236}">
                      <a16:creationId xmlns:a16="http://schemas.microsoft.com/office/drawing/2014/main" id="{C40B4980-791B-16B1-798E-44CDAE80C96D}"/>
                    </a:ext>
                  </a:extLst>
                </p14:cNvPr>
                <p14:cNvContentPartPr/>
                <p14:nvPr/>
              </p14:nvContentPartPr>
              <p14:xfrm>
                <a:off x="8092174" y="4863222"/>
                <a:ext cx="173520" cy="52920"/>
              </p14:xfrm>
            </p:contentPart>
          </mc:Choice>
          <mc:Fallback>
            <p:pic>
              <p:nvPicPr>
                <p:cNvPr id="16" name="Ink 15">
                  <a:extLst>
                    <a:ext uri="{FF2B5EF4-FFF2-40B4-BE49-F238E27FC236}">
                      <a16:creationId xmlns:a16="http://schemas.microsoft.com/office/drawing/2014/main" id="{C40B4980-791B-16B1-798E-44CDAE80C96D}"/>
                    </a:ext>
                  </a:extLst>
                </p:cNvPr>
                <p:cNvPicPr/>
                <p:nvPr/>
              </p:nvPicPr>
              <p:blipFill>
                <a:blip r:embed="rId17"/>
                <a:stretch>
                  <a:fillRect/>
                </a:stretch>
              </p:blipFill>
              <p:spPr>
                <a:xfrm>
                  <a:off x="8083174" y="4854222"/>
                  <a:ext cx="19116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7" name="Ink 16">
                  <a:extLst>
                    <a:ext uri="{FF2B5EF4-FFF2-40B4-BE49-F238E27FC236}">
                      <a16:creationId xmlns:a16="http://schemas.microsoft.com/office/drawing/2014/main" id="{AE025C61-C4A4-0F75-3C79-980F98856D6A}"/>
                    </a:ext>
                  </a:extLst>
                </p14:cNvPr>
                <p14:cNvContentPartPr/>
                <p14:nvPr/>
              </p14:nvContentPartPr>
              <p14:xfrm>
                <a:off x="8298454" y="4909302"/>
                <a:ext cx="89280" cy="5040"/>
              </p14:xfrm>
            </p:contentPart>
          </mc:Choice>
          <mc:Fallback>
            <p:pic>
              <p:nvPicPr>
                <p:cNvPr id="17" name="Ink 16">
                  <a:extLst>
                    <a:ext uri="{FF2B5EF4-FFF2-40B4-BE49-F238E27FC236}">
                      <a16:creationId xmlns:a16="http://schemas.microsoft.com/office/drawing/2014/main" id="{AE025C61-C4A4-0F75-3C79-980F98856D6A}"/>
                    </a:ext>
                  </a:extLst>
                </p:cNvPr>
                <p:cNvPicPr/>
                <p:nvPr/>
              </p:nvPicPr>
              <p:blipFill>
                <a:blip r:embed="rId19"/>
                <a:stretch>
                  <a:fillRect/>
                </a:stretch>
              </p:blipFill>
              <p:spPr>
                <a:xfrm>
                  <a:off x="8289454" y="4900302"/>
                  <a:ext cx="10692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8" name="Ink 17">
                  <a:extLst>
                    <a:ext uri="{FF2B5EF4-FFF2-40B4-BE49-F238E27FC236}">
                      <a16:creationId xmlns:a16="http://schemas.microsoft.com/office/drawing/2014/main" id="{01DE292E-86A5-2902-B00E-42D6817F1FDB}"/>
                    </a:ext>
                  </a:extLst>
                </p14:cNvPr>
                <p14:cNvContentPartPr/>
                <p14:nvPr/>
              </p14:nvContentPartPr>
              <p14:xfrm>
                <a:off x="8278654" y="4934502"/>
                <a:ext cx="87840" cy="22320"/>
              </p14:xfrm>
            </p:contentPart>
          </mc:Choice>
          <mc:Fallback>
            <p:pic>
              <p:nvPicPr>
                <p:cNvPr id="18" name="Ink 17">
                  <a:extLst>
                    <a:ext uri="{FF2B5EF4-FFF2-40B4-BE49-F238E27FC236}">
                      <a16:creationId xmlns:a16="http://schemas.microsoft.com/office/drawing/2014/main" id="{01DE292E-86A5-2902-B00E-42D6817F1FDB}"/>
                    </a:ext>
                  </a:extLst>
                </p:cNvPr>
                <p:cNvPicPr/>
                <p:nvPr/>
              </p:nvPicPr>
              <p:blipFill>
                <a:blip r:embed="rId21"/>
                <a:stretch>
                  <a:fillRect/>
                </a:stretch>
              </p:blipFill>
              <p:spPr>
                <a:xfrm>
                  <a:off x="8269654" y="4925502"/>
                  <a:ext cx="10548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9" name="Ink 18">
                  <a:extLst>
                    <a:ext uri="{FF2B5EF4-FFF2-40B4-BE49-F238E27FC236}">
                      <a16:creationId xmlns:a16="http://schemas.microsoft.com/office/drawing/2014/main" id="{E67CC192-739E-E7B8-B5AE-4A81AB276BA1}"/>
                    </a:ext>
                  </a:extLst>
                </p14:cNvPr>
                <p14:cNvContentPartPr/>
                <p14:nvPr/>
              </p14:nvContentPartPr>
              <p14:xfrm>
                <a:off x="8479894" y="4696182"/>
                <a:ext cx="174960" cy="295560"/>
              </p14:xfrm>
            </p:contentPart>
          </mc:Choice>
          <mc:Fallback>
            <p:pic>
              <p:nvPicPr>
                <p:cNvPr id="19" name="Ink 18">
                  <a:extLst>
                    <a:ext uri="{FF2B5EF4-FFF2-40B4-BE49-F238E27FC236}">
                      <a16:creationId xmlns:a16="http://schemas.microsoft.com/office/drawing/2014/main" id="{E67CC192-739E-E7B8-B5AE-4A81AB276BA1}"/>
                    </a:ext>
                  </a:extLst>
                </p:cNvPr>
                <p:cNvPicPr/>
                <p:nvPr/>
              </p:nvPicPr>
              <p:blipFill>
                <a:blip r:embed="rId23"/>
                <a:stretch>
                  <a:fillRect/>
                </a:stretch>
              </p:blipFill>
              <p:spPr>
                <a:xfrm>
                  <a:off x="8470894" y="4687182"/>
                  <a:ext cx="192600" cy="3132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0" name="Ink 19">
                  <a:extLst>
                    <a:ext uri="{FF2B5EF4-FFF2-40B4-BE49-F238E27FC236}">
                      <a16:creationId xmlns:a16="http://schemas.microsoft.com/office/drawing/2014/main" id="{CF78CB19-CF80-652F-66FD-0D6A28379A33}"/>
                    </a:ext>
                  </a:extLst>
                </p14:cNvPr>
                <p14:cNvContentPartPr/>
                <p14:nvPr/>
              </p14:nvContentPartPr>
              <p14:xfrm>
                <a:off x="8676814" y="4758822"/>
                <a:ext cx="183240" cy="189720"/>
              </p14:xfrm>
            </p:contentPart>
          </mc:Choice>
          <mc:Fallback>
            <p:pic>
              <p:nvPicPr>
                <p:cNvPr id="20" name="Ink 19">
                  <a:extLst>
                    <a:ext uri="{FF2B5EF4-FFF2-40B4-BE49-F238E27FC236}">
                      <a16:creationId xmlns:a16="http://schemas.microsoft.com/office/drawing/2014/main" id="{CF78CB19-CF80-652F-66FD-0D6A28379A33}"/>
                    </a:ext>
                  </a:extLst>
                </p:cNvPr>
                <p:cNvPicPr/>
                <p:nvPr/>
              </p:nvPicPr>
              <p:blipFill>
                <a:blip r:embed="rId25"/>
                <a:stretch>
                  <a:fillRect/>
                </a:stretch>
              </p:blipFill>
              <p:spPr>
                <a:xfrm>
                  <a:off x="8667814" y="4749822"/>
                  <a:ext cx="200880" cy="2073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1" name="Ink 20">
                  <a:extLst>
                    <a:ext uri="{FF2B5EF4-FFF2-40B4-BE49-F238E27FC236}">
                      <a16:creationId xmlns:a16="http://schemas.microsoft.com/office/drawing/2014/main" id="{EDDFCE0F-4E19-EFEC-A734-653A267D1A34}"/>
                    </a:ext>
                  </a:extLst>
                </p14:cNvPr>
                <p14:cNvContentPartPr/>
                <p14:nvPr/>
              </p14:nvContentPartPr>
              <p14:xfrm>
                <a:off x="8705254" y="4846302"/>
                <a:ext cx="217080" cy="44280"/>
              </p14:xfrm>
            </p:contentPart>
          </mc:Choice>
          <mc:Fallback>
            <p:pic>
              <p:nvPicPr>
                <p:cNvPr id="21" name="Ink 20">
                  <a:extLst>
                    <a:ext uri="{FF2B5EF4-FFF2-40B4-BE49-F238E27FC236}">
                      <a16:creationId xmlns:a16="http://schemas.microsoft.com/office/drawing/2014/main" id="{EDDFCE0F-4E19-EFEC-A734-653A267D1A34}"/>
                    </a:ext>
                  </a:extLst>
                </p:cNvPr>
                <p:cNvPicPr/>
                <p:nvPr/>
              </p:nvPicPr>
              <p:blipFill>
                <a:blip r:embed="rId27"/>
                <a:stretch>
                  <a:fillRect/>
                </a:stretch>
              </p:blipFill>
              <p:spPr>
                <a:xfrm>
                  <a:off x="8696254" y="4837375"/>
                  <a:ext cx="234720" cy="61778"/>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2" name="Ink 21">
                  <a:extLst>
                    <a:ext uri="{FF2B5EF4-FFF2-40B4-BE49-F238E27FC236}">
                      <a16:creationId xmlns:a16="http://schemas.microsoft.com/office/drawing/2014/main" id="{261B0D6F-A574-046F-908C-7EB7354CCFC9}"/>
                    </a:ext>
                  </a:extLst>
                </p14:cNvPr>
                <p14:cNvContentPartPr/>
                <p14:nvPr/>
              </p14:nvContentPartPr>
              <p14:xfrm>
                <a:off x="8912974" y="4862862"/>
                <a:ext cx="38520" cy="144720"/>
              </p14:xfrm>
            </p:contentPart>
          </mc:Choice>
          <mc:Fallback>
            <p:pic>
              <p:nvPicPr>
                <p:cNvPr id="22" name="Ink 21">
                  <a:extLst>
                    <a:ext uri="{FF2B5EF4-FFF2-40B4-BE49-F238E27FC236}">
                      <a16:creationId xmlns:a16="http://schemas.microsoft.com/office/drawing/2014/main" id="{261B0D6F-A574-046F-908C-7EB7354CCFC9}"/>
                    </a:ext>
                  </a:extLst>
                </p:cNvPr>
                <p:cNvPicPr/>
                <p:nvPr/>
              </p:nvPicPr>
              <p:blipFill>
                <a:blip r:embed="rId29"/>
                <a:stretch>
                  <a:fillRect/>
                </a:stretch>
              </p:blipFill>
              <p:spPr>
                <a:xfrm>
                  <a:off x="8903974" y="4853884"/>
                  <a:ext cx="56160" cy="162316"/>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3" name="Ink 22">
                  <a:extLst>
                    <a:ext uri="{FF2B5EF4-FFF2-40B4-BE49-F238E27FC236}">
                      <a16:creationId xmlns:a16="http://schemas.microsoft.com/office/drawing/2014/main" id="{B72A795B-34DA-1B95-5A85-C8202D7BBF8F}"/>
                    </a:ext>
                  </a:extLst>
                </p14:cNvPr>
                <p14:cNvContentPartPr/>
                <p14:nvPr/>
              </p14:nvContentPartPr>
              <p14:xfrm>
                <a:off x="9055174" y="4905702"/>
                <a:ext cx="25560" cy="67680"/>
              </p14:xfrm>
            </p:contentPart>
          </mc:Choice>
          <mc:Fallback>
            <p:pic>
              <p:nvPicPr>
                <p:cNvPr id="23" name="Ink 22">
                  <a:extLst>
                    <a:ext uri="{FF2B5EF4-FFF2-40B4-BE49-F238E27FC236}">
                      <a16:creationId xmlns:a16="http://schemas.microsoft.com/office/drawing/2014/main" id="{B72A795B-34DA-1B95-5A85-C8202D7BBF8F}"/>
                    </a:ext>
                  </a:extLst>
                </p:cNvPr>
                <p:cNvPicPr/>
                <p:nvPr/>
              </p:nvPicPr>
              <p:blipFill>
                <a:blip r:embed="rId31"/>
                <a:stretch>
                  <a:fillRect/>
                </a:stretch>
              </p:blipFill>
              <p:spPr>
                <a:xfrm>
                  <a:off x="9046174" y="4896702"/>
                  <a:ext cx="4320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4" name="Ink 23">
                  <a:extLst>
                    <a:ext uri="{FF2B5EF4-FFF2-40B4-BE49-F238E27FC236}">
                      <a16:creationId xmlns:a16="http://schemas.microsoft.com/office/drawing/2014/main" id="{72792A70-AD06-807E-2332-C5B2A89D19AD}"/>
                    </a:ext>
                  </a:extLst>
                </p14:cNvPr>
                <p14:cNvContentPartPr/>
                <p14:nvPr/>
              </p14:nvContentPartPr>
              <p14:xfrm>
                <a:off x="9247414" y="4872942"/>
                <a:ext cx="5400" cy="14400"/>
              </p14:xfrm>
            </p:contentPart>
          </mc:Choice>
          <mc:Fallback>
            <p:pic>
              <p:nvPicPr>
                <p:cNvPr id="24" name="Ink 23">
                  <a:extLst>
                    <a:ext uri="{FF2B5EF4-FFF2-40B4-BE49-F238E27FC236}">
                      <a16:creationId xmlns:a16="http://schemas.microsoft.com/office/drawing/2014/main" id="{72792A70-AD06-807E-2332-C5B2A89D19AD}"/>
                    </a:ext>
                  </a:extLst>
                </p:cNvPr>
                <p:cNvPicPr/>
                <p:nvPr/>
              </p:nvPicPr>
              <p:blipFill>
                <a:blip r:embed="rId33"/>
                <a:stretch>
                  <a:fillRect/>
                </a:stretch>
              </p:blipFill>
              <p:spPr>
                <a:xfrm>
                  <a:off x="9238414" y="4863942"/>
                  <a:ext cx="2304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5" name="Ink 24">
                  <a:extLst>
                    <a:ext uri="{FF2B5EF4-FFF2-40B4-BE49-F238E27FC236}">
                      <a16:creationId xmlns:a16="http://schemas.microsoft.com/office/drawing/2014/main" id="{C45C40D4-D17E-BA7D-CE27-087418A2D0CC}"/>
                    </a:ext>
                  </a:extLst>
                </p14:cNvPr>
                <p14:cNvContentPartPr/>
                <p14:nvPr/>
              </p14:nvContentPartPr>
              <p14:xfrm>
                <a:off x="9347134" y="4890942"/>
                <a:ext cx="5400" cy="7200"/>
              </p14:xfrm>
            </p:contentPart>
          </mc:Choice>
          <mc:Fallback>
            <p:pic>
              <p:nvPicPr>
                <p:cNvPr id="25" name="Ink 24">
                  <a:extLst>
                    <a:ext uri="{FF2B5EF4-FFF2-40B4-BE49-F238E27FC236}">
                      <a16:creationId xmlns:a16="http://schemas.microsoft.com/office/drawing/2014/main" id="{C45C40D4-D17E-BA7D-CE27-087418A2D0CC}"/>
                    </a:ext>
                  </a:extLst>
                </p:cNvPr>
                <p:cNvPicPr/>
                <p:nvPr/>
              </p:nvPicPr>
              <p:blipFill>
                <a:blip r:embed="rId35"/>
                <a:stretch>
                  <a:fillRect/>
                </a:stretch>
              </p:blipFill>
              <p:spPr>
                <a:xfrm>
                  <a:off x="9337491" y="4881942"/>
                  <a:ext cx="2430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6" name="Ink 25">
                  <a:extLst>
                    <a:ext uri="{FF2B5EF4-FFF2-40B4-BE49-F238E27FC236}">
                      <a16:creationId xmlns:a16="http://schemas.microsoft.com/office/drawing/2014/main" id="{F56C0948-BB38-477F-82ED-BBBA14AC0D6B}"/>
                    </a:ext>
                  </a:extLst>
                </p14:cNvPr>
                <p14:cNvContentPartPr/>
                <p14:nvPr/>
              </p14:nvContentPartPr>
              <p14:xfrm>
                <a:off x="9519934" y="4875462"/>
                <a:ext cx="1440" cy="5760"/>
              </p14:xfrm>
            </p:contentPart>
          </mc:Choice>
          <mc:Fallback>
            <p:pic>
              <p:nvPicPr>
                <p:cNvPr id="26" name="Ink 25">
                  <a:extLst>
                    <a:ext uri="{FF2B5EF4-FFF2-40B4-BE49-F238E27FC236}">
                      <a16:creationId xmlns:a16="http://schemas.microsoft.com/office/drawing/2014/main" id="{F56C0948-BB38-477F-82ED-BBBA14AC0D6B}"/>
                    </a:ext>
                  </a:extLst>
                </p:cNvPr>
                <p:cNvPicPr/>
                <p:nvPr/>
              </p:nvPicPr>
              <p:blipFill>
                <a:blip r:embed="rId37"/>
                <a:stretch>
                  <a:fillRect/>
                </a:stretch>
              </p:blipFill>
              <p:spPr>
                <a:xfrm>
                  <a:off x="9512734" y="4866462"/>
                  <a:ext cx="15552"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7" name="Ink 26">
                  <a:extLst>
                    <a:ext uri="{FF2B5EF4-FFF2-40B4-BE49-F238E27FC236}">
                      <a16:creationId xmlns:a16="http://schemas.microsoft.com/office/drawing/2014/main" id="{700BC634-49C4-5712-A8F9-DB8E76E53B11}"/>
                    </a:ext>
                  </a:extLst>
                </p14:cNvPr>
                <p14:cNvContentPartPr/>
                <p14:nvPr/>
              </p14:nvContentPartPr>
              <p14:xfrm>
                <a:off x="9705334" y="4880862"/>
                <a:ext cx="42120" cy="146160"/>
              </p14:xfrm>
            </p:contentPart>
          </mc:Choice>
          <mc:Fallback>
            <p:pic>
              <p:nvPicPr>
                <p:cNvPr id="27" name="Ink 26">
                  <a:extLst>
                    <a:ext uri="{FF2B5EF4-FFF2-40B4-BE49-F238E27FC236}">
                      <a16:creationId xmlns:a16="http://schemas.microsoft.com/office/drawing/2014/main" id="{700BC634-49C4-5712-A8F9-DB8E76E53B11}"/>
                    </a:ext>
                  </a:extLst>
                </p:cNvPr>
                <p:cNvPicPr/>
                <p:nvPr/>
              </p:nvPicPr>
              <p:blipFill>
                <a:blip r:embed="rId39"/>
                <a:stretch>
                  <a:fillRect/>
                </a:stretch>
              </p:blipFill>
              <p:spPr>
                <a:xfrm>
                  <a:off x="9696334" y="4871862"/>
                  <a:ext cx="5976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8" name="Ink 27">
                  <a:extLst>
                    <a:ext uri="{FF2B5EF4-FFF2-40B4-BE49-F238E27FC236}">
                      <a16:creationId xmlns:a16="http://schemas.microsoft.com/office/drawing/2014/main" id="{0C01D8CF-3C42-E54E-2B85-D7C000C9C2F0}"/>
                    </a:ext>
                  </a:extLst>
                </p14:cNvPr>
                <p14:cNvContentPartPr/>
                <p14:nvPr/>
              </p14:nvContentPartPr>
              <p14:xfrm>
                <a:off x="9821614" y="4644702"/>
                <a:ext cx="279360" cy="237240"/>
              </p14:xfrm>
            </p:contentPart>
          </mc:Choice>
          <mc:Fallback>
            <p:pic>
              <p:nvPicPr>
                <p:cNvPr id="28" name="Ink 27">
                  <a:extLst>
                    <a:ext uri="{FF2B5EF4-FFF2-40B4-BE49-F238E27FC236}">
                      <a16:creationId xmlns:a16="http://schemas.microsoft.com/office/drawing/2014/main" id="{0C01D8CF-3C42-E54E-2B85-D7C000C9C2F0}"/>
                    </a:ext>
                  </a:extLst>
                </p:cNvPr>
                <p:cNvPicPr/>
                <p:nvPr/>
              </p:nvPicPr>
              <p:blipFill>
                <a:blip r:embed="rId41"/>
                <a:stretch>
                  <a:fillRect/>
                </a:stretch>
              </p:blipFill>
              <p:spPr>
                <a:xfrm>
                  <a:off x="9812614" y="4635702"/>
                  <a:ext cx="297000" cy="2548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9" name="Ink 28">
                  <a:extLst>
                    <a:ext uri="{FF2B5EF4-FFF2-40B4-BE49-F238E27FC236}">
                      <a16:creationId xmlns:a16="http://schemas.microsoft.com/office/drawing/2014/main" id="{1693B83F-50D7-9C23-1699-35A6EC98884B}"/>
                    </a:ext>
                  </a:extLst>
                </p14:cNvPr>
                <p14:cNvContentPartPr/>
                <p14:nvPr/>
              </p14:nvContentPartPr>
              <p14:xfrm>
                <a:off x="9911974" y="4758102"/>
                <a:ext cx="189720" cy="42480"/>
              </p14:xfrm>
            </p:contentPart>
          </mc:Choice>
          <mc:Fallback>
            <p:pic>
              <p:nvPicPr>
                <p:cNvPr id="29" name="Ink 28">
                  <a:extLst>
                    <a:ext uri="{FF2B5EF4-FFF2-40B4-BE49-F238E27FC236}">
                      <a16:creationId xmlns:a16="http://schemas.microsoft.com/office/drawing/2014/main" id="{1693B83F-50D7-9C23-1699-35A6EC98884B}"/>
                    </a:ext>
                  </a:extLst>
                </p:cNvPr>
                <p:cNvPicPr/>
                <p:nvPr/>
              </p:nvPicPr>
              <p:blipFill>
                <a:blip r:embed="rId43"/>
                <a:stretch>
                  <a:fillRect/>
                </a:stretch>
              </p:blipFill>
              <p:spPr>
                <a:xfrm>
                  <a:off x="9902974" y="4749178"/>
                  <a:ext cx="207360" cy="59972"/>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0" name="Ink 29">
                  <a:extLst>
                    <a:ext uri="{FF2B5EF4-FFF2-40B4-BE49-F238E27FC236}">
                      <a16:creationId xmlns:a16="http://schemas.microsoft.com/office/drawing/2014/main" id="{838D4E6A-457B-DFD0-A3A3-AA916E0FE05F}"/>
                    </a:ext>
                  </a:extLst>
                </p14:cNvPr>
                <p14:cNvContentPartPr/>
                <p14:nvPr/>
              </p14:nvContentPartPr>
              <p14:xfrm>
                <a:off x="10086214" y="4832622"/>
                <a:ext cx="157320" cy="99720"/>
              </p14:xfrm>
            </p:contentPart>
          </mc:Choice>
          <mc:Fallback>
            <p:pic>
              <p:nvPicPr>
                <p:cNvPr id="30" name="Ink 29">
                  <a:extLst>
                    <a:ext uri="{FF2B5EF4-FFF2-40B4-BE49-F238E27FC236}">
                      <a16:creationId xmlns:a16="http://schemas.microsoft.com/office/drawing/2014/main" id="{838D4E6A-457B-DFD0-A3A3-AA916E0FE05F}"/>
                    </a:ext>
                  </a:extLst>
                </p:cNvPr>
                <p:cNvPicPr/>
                <p:nvPr/>
              </p:nvPicPr>
              <p:blipFill>
                <a:blip r:embed="rId45"/>
                <a:stretch>
                  <a:fillRect/>
                </a:stretch>
              </p:blipFill>
              <p:spPr>
                <a:xfrm>
                  <a:off x="10077214" y="4823589"/>
                  <a:ext cx="174960" cy="117424"/>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1" name="Ink 30">
                  <a:extLst>
                    <a:ext uri="{FF2B5EF4-FFF2-40B4-BE49-F238E27FC236}">
                      <a16:creationId xmlns:a16="http://schemas.microsoft.com/office/drawing/2014/main" id="{00869EED-C54D-112A-5727-25F8BB7BFBA5}"/>
                    </a:ext>
                  </a:extLst>
                </p14:cNvPr>
                <p14:cNvContentPartPr/>
                <p14:nvPr/>
              </p14:nvContentPartPr>
              <p14:xfrm>
                <a:off x="10369894" y="4616982"/>
                <a:ext cx="173520" cy="270720"/>
              </p14:xfrm>
            </p:contentPart>
          </mc:Choice>
          <mc:Fallback>
            <p:pic>
              <p:nvPicPr>
                <p:cNvPr id="31" name="Ink 30">
                  <a:extLst>
                    <a:ext uri="{FF2B5EF4-FFF2-40B4-BE49-F238E27FC236}">
                      <a16:creationId xmlns:a16="http://schemas.microsoft.com/office/drawing/2014/main" id="{00869EED-C54D-112A-5727-25F8BB7BFBA5}"/>
                    </a:ext>
                  </a:extLst>
                </p:cNvPr>
                <p:cNvPicPr/>
                <p:nvPr/>
              </p:nvPicPr>
              <p:blipFill>
                <a:blip r:embed="rId47"/>
                <a:stretch>
                  <a:fillRect/>
                </a:stretch>
              </p:blipFill>
              <p:spPr>
                <a:xfrm>
                  <a:off x="10360875" y="4607982"/>
                  <a:ext cx="191197" cy="2883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3" name="Ink 32">
                  <a:extLst>
                    <a:ext uri="{FF2B5EF4-FFF2-40B4-BE49-F238E27FC236}">
                      <a16:creationId xmlns:a16="http://schemas.microsoft.com/office/drawing/2014/main" id="{74EF1D6F-D61C-6A2E-D848-2DD5E09215DF}"/>
                    </a:ext>
                  </a:extLst>
                </p14:cNvPr>
                <p14:cNvContentPartPr/>
                <p14:nvPr/>
              </p14:nvContentPartPr>
              <p14:xfrm>
                <a:off x="7925854" y="4971222"/>
                <a:ext cx="2701800" cy="207720"/>
              </p14:xfrm>
            </p:contentPart>
          </mc:Choice>
          <mc:Fallback>
            <p:pic>
              <p:nvPicPr>
                <p:cNvPr id="33" name="Ink 32">
                  <a:extLst>
                    <a:ext uri="{FF2B5EF4-FFF2-40B4-BE49-F238E27FC236}">
                      <a16:creationId xmlns:a16="http://schemas.microsoft.com/office/drawing/2014/main" id="{74EF1D6F-D61C-6A2E-D848-2DD5E09215DF}"/>
                    </a:ext>
                  </a:extLst>
                </p:cNvPr>
                <p:cNvPicPr/>
                <p:nvPr/>
              </p:nvPicPr>
              <p:blipFill>
                <a:blip r:embed="rId49"/>
                <a:stretch>
                  <a:fillRect/>
                </a:stretch>
              </p:blipFill>
              <p:spPr>
                <a:xfrm>
                  <a:off x="7916854" y="4962238"/>
                  <a:ext cx="2719440" cy="225329"/>
                </a:xfrm>
                <a:prstGeom prst="rect">
                  <a:avLst/>
                </a:prstGeom>
              </p:spPr>
            </p:pic>
          </mc:Fallback>
        </mc:AlternateContent>
      </p:grpSp>
      <p:grpSp>
        <p:nvGrpSpPr>
          <p:cNvPr id="37" name="Group 36">
            <a:extLst>
              <a:ext uri="{FF2B5EF4-FFF2-40B4-BE49-F238E27FC236}">
                <a16:creationId xmlns:a16="http://schemas.microsoft.com/office/drawing/2014/main" id="{2AF984DC-C692-E94B-2B25-E478D4B243A1}"/>
              </a:ext>
            </a:extLst>
          </p:cNvPr>
          <p:cNvGrpSpPr/>
          <p:nvPr/>
        </p:nvGrpSpPr>
        <p:grpSpPr>
          <a:xfrm>
            <a:off x="544054" y="2589462"/>
            <a:ext cx="264960" cy="304560"/>
            <a:chOff x="544054" y="2589462"/>
            <a:chExt cx="264960" cy="304560"/>
          </a:xfrm>
        </p:grpSpPr>
        <mc:AlternateContent xmlns:mc="http://schemas.openxmlformats.org/markup-compatibility/2006">
          <mc:Choice xmlns:p14="http://schemas.microsoft.com/office/powerpoint/2010/main" Requires="p14">
            <p:contentPart p14:bwMode="auto" r:id="rId50">
              <p14:nvContentPartPr>
                <p14:cNvPr id="35" name="Ink 34">
                  <a:extLst>
                    <a:ext uri="{FF2B5EF4-FFF2-40B4-BE49-F238E27FC236}">
                      <a16:creationId xmlns:a16="http://schemas.microsoft.com/office/drawing/2014/main" id="{0F25207C-B48C-7223-374D-82970654AF02}"/>
                    </a:ext>
                  </a:extLst>
                </p14:cNvPr>
                <p14:cNvContentPartPr/>
                <p14:nvPr/>
              </p14:nvContentPartPr>
              <p14:xfrm>
                <a:off x="544054" y="2589462"/>
                <a:ext cx="250560" cy="304560"/>
              </p14:xfrm>
            </p:contentPart>
          </mc:Choice>
          <mc:Fallback>
            <p:pic>
              <p:nvPicPr>
                <p:cNvPr id="35" name="Ink 34">
                  <a:extLst>
                    <a:ext uri="{FF2B5EF4-FFF2-40B4-BE49-F238E27FC236}">
                      <a16:creationId xmlns:a16="http://schemas.microsoft.com/office/drawing/2014/main" id="{0F25207C-B48C-7223-374D-82970654AF02}"/>
                    </a:ext>
                  </a:extLst>
                </p:cNvPr>
                <p:cNvPicPr/>
                <p:nvPr/>
              </p:nvPicPr>
              <p:blipFill>
                <a:blip r:embed="rId51"/>
                <a:stretch>
                  <a:fillRect/>
                </a:stretch>
              </p:blipFill>
              <p:spPr>
                <a:xfrm>
                  <a:off x="535054" y="2580462"/>
                  <a:ext cx="268200" cy="3222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6" name="Ink 35">
                  <a:extLst>
                    <a:ext uri="{FF2B5EF4-FFF2-40B4-BE49-F238E27FC236}">
                      <a16:creationId xmlns:a16="http://schemas.microsoft.com/office/drawing/2014/main" id="{D05887D4-7C7A-3450-BD59-BB5A84196756}"/>
                    </a:ext>
                  </a:extLst>
                </p14:cNvPr>
                <p14:cNvContentPartPr/>
                <p14:nvPr/>
              </p14:nvContentPartPr>
              <p14:xfrm>
                <a:off x="596614" y="2710782"/>
                <a:ext cx="212400" cy="81360"/>
              </p14:xfrm>
            </p:contentPart>
          </mc:Choice>
          <mc:Fallback>
            <p:pic>
              <p:nvPicPr>
                <p:cNvPr id="36" name="Ink 35">
                  <a:extLst>
                    <a:ext uri="{FF2B5EF4-FFF2-40B4-BE49-F238E27FC236}">
                      <a16:creationId xmlns:a16="http://schemas.microsoft.com/office/drawing/2014/main" id="{D05887D4-7C7A-3450-BD59-BB5A84196756}"/>
                    </a:ext>
                  </a:extLst>
                </p:cNvPr>
                <p:cNvPicPr/>
                <p:nvPr/>
              </p:nvPicPr>
              <p:blipFill>
                <a:blip r:embed="rId53"/>
                <a:stretch>
                  <a:fillRect/>
                </a:stretch>
              </p:blipFill>
              <p:spPr>
                <a:xfrm>
                  <a:off x="587614" y="2701782"/>
                  <a:ext cx="230040" cy="99000"/>
                </a:xfrm>
                <a:prstGeom prst="rect">
                  <a:avLst/>
                </a:prstGeom>
              </p:spPr>
            </p:pic>
          </mc:Fallback>
        </mc:AlternateContent>
      </p:grpSp>
      <p:grpSp>
        <p:nvGrpSpPr>
          <p:cNvPr id="40" name="Group 39">
            <a:extLst>
              <a:ext uri="{FF2B5EF4-FFF2-40B4-BE49-F238E27FC236}">
                <a16:creationId xmlns:a16="http://schemas.microsoft.com/office/drawing/2014/main" id="{FB170EC4-6033-3E21-1B7D-7D236A5B6C2E}"/>
              </a:ext>
            </a:extLst>
          </p:cNvPr>
          <p:cNvGrpSpPr/>
          <p:nvPr/>
        </p:nvGrpSpPr>
        <p:grpSpPr>
          <a:xfrm>
            <a:off x="1036894" y="2718702"/>
            <a:ext cx="154440" cy="114840"/>
            <a:chOff x="1036894" y="2718702"/>
            <a:chExt cx="154440" cy="114840"/>
          </a:xfrm>
        </p:grpSpPr>
        <mc:AlternateContent xmlns:mc="http://schemas.openxmlformats.org/markup-compatibility/2006">
          <mc:Choice xmlns:p14="http://schemas.microsoft.com/office/powerpoint/2010/main" Requires="p14">
            <p:contentPart p14:bwMode="auto" r:id="rId54">
              <p14:nvContentPartPr>
                <p14:cNvPr id="38" name="Ink 37">
                  <a:extLst>
                    <a:ext uri="{FF2B5EF4-FFF2-40B4-BE49-F238E27FC236}">
                      <a16:creationId xmlns:a16="http://schemas.microsoft.com/office/drawing/2014/main" id="{E955ED0C-B859-D0E4-7B45-4E704A68C9EB}"/>
                    </a:ext>
                  </a:extLst>
                </p14:cNvPr>
                <p14:cNvContentPartPr/>
                <p14:nvPr/>
              </p14:nvContentPartPr>
              <p14:xfrm>
                <a:off x="1036894" y="2718702"/>
                <a:ext cx="132840" cy="37080"/>
              </p14:xfrm>
            </p:contentPart>
          </mc:Choice>
          <mc:Fallback>
            <p:pic>
              <p:nvPicPr>
                <p:cNvPr id="38" name="Ink 37">
                  <a:extLst>
                    <a:ext uri="{FF2B5EF4-FFF2-40B4-BE49-F238E27FC236}">
                      <a16:creationId xmlns:a16="http://schemas.microsoft.com/office/drawing/2014/main" id="{E955ED0C-B859-D0E4-7B45-4E704A68C9EB}"/>
                    </a:ext>
                  </a:extLst>
                </p:cNvPr>
                <p:cNvPicPr/>
                <p:nvPr/>
              </p:nvPicPr>
              <p:blipFill>
                <a:blip r:embed="rId55"/>
                <a:stretch>
                  <a:fillRect/>
                </a:stretch>
              </p:blipFill>
              <p:spPr>
                <a:xfrm>
                  <a:off x="1027894" y="2709614"/>
                  <a:ext cx="150480" cy="54893"/>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9" name="Ink 38">
                  <a:extLst>
                    <a:ext uri="{FF2B5EF4-FFF2-40B4-BE49-F238E27FC236}">
                      <a16:creationId xmlns:a16="http://schemas.microsoft.com/office/drawing/2014/main" id="{849E3960-055D-2AE2-D94B-F88EBFF8C02C}"/>
                    </a:ext>
                  </a:extLst>
                </p14:cNvPr>
                <p14:cNvContentPartPr/>
                <p14:nvPr/>
              </p14:nvContentPartPr>
              <p14:xfrm>
                <a:off x="1062814" y="2787822"/>
                <a:ext cx="128520" cy="45720"/>
              </p14:xfrm>
            </p:contentPart>
          </mc:Choice>
          <mc:Fallback>
            <p:pic>
              <p:nvPicPr>
                <p:cNvPr id="39" name="Ink 38">
                  <a:extLst>
                    <a:ext uri="{FF2B5EF4-FFF2-40B4-BE49-F238E27FC236}">
                      <a16:creationId xmlns:a16="http://schemas.microsoft.com/office/drawing/2014/main" id="{849E3960-055D-2AE2-D94B-F88EBFF8C02C}"/>
                    </a:ext>
                  </a:extLst>
                </p:cNvPr>
                <p:cNvPicPr/>
                <p:nvPr/>
              </p:nvPicPr>
              <p:blipFill>
                <a:blip r:embed="rId57"/>
                <a:stretch>
                  <a:fillRect/>
                </a:stretch>
              </p:blipFill>
              <p:spPr>
                <a:xfrm>
                  <a:off x="1053814" y="2778822"/>
                  <a:ext cx="146160" cy="63360"/>
                </a:xfrm>
                <a:prstGeom prst="rect">
                  <a:avLst/>
                </a:prstGeom>
              </p:spPr>
            </p:pic>
          </mc:Fallback>
        </mc:AlternateContent>
      </p:grpSp>
      <p:grpSp>
        <p:nvGrpSpPr>
          <p:cNvPr id="43" name="Group 42">
            <a:extLst>
              <a:ext uri="{FF2B5EF4-FFF2-40B4-BE49-F238E27FC236}">
                <a16:creationId xmlns:a16="http://schemas.microsoft.com/office/drawing/2014/main" id="{ACC3487D-F7B8-568F-E63E-67A005CF7B1A}"/>
              </a:ext>
            </a:extLst>
          </p:cNvPr>
          <p:cNvGrpSpPr/>
          <p:nvPr/>
        </p:nvGrpSpPr>
        <p:grpSpPr>
          <a:xfrm>
            <a:off x="604894" y="2924982"/>
            <a:ext cx="326160" cy="146520"/>
            <a:chOff x="604894" y="2924982"/>
            <a:chExt cx="326160" cy="146520"/>
          </a:xfrm>
        </p:grpSpPr>
        <mc:AlternateContent xmlns:mc="http://schemas.openxmlformats.org/markup-compatibility/2006">
          <mc:Choice xmlns:p14="http://schemas.microsoft.com/office/powerpoint/2010/main" Requires="p14">
            <p:contentPart p14:bwMode="auto" r:id="rId58">
              <p14:nvContentPartPr>
                <p14:cNvPr id="41" name="Ink 40">
                  <a:extLst>
                    <a:ext uri="{FF2B5EF4-FFF2-40B4-BE49-F238E27FC236}">
                      <a16:creationId xmlns:a16="http://schemas.microsoft.com/office/drawing/2014/main" id="{F1D12177-6E1A-7CCF-BA20-99F75CA3138F}"/>
                    </a:ext>
                  </a:extLst>
                </p14:cNvPr>
                <p14:cNvContentPartPr/>
                <p14:nvPr/>
              </p14:nvContentPartPr>
              <p14:xfrm>
                <a:off x="617494" y="2924982"/>
                <a:ext cx="290160" cy="65160"/>
              </p14:xfrm>
            </p:contentPart>
          </mc:Choice>
          <mc:Fallback>
            <p:pic>
              <p:nvPicPr>
                <p:cNvPr id="41" name="Ink 40">
                  <a:extLst>
                    <a:ext uri="{FF2B5EF4-FFF2-40B4-BE49-F238E27FC236}">
                      <a16:creationId xmlns:a16="http://schemas.microsoft.com/office/drawing/2014/main" id="{F1D12177-6E1A-7CCF-BA20-99F75CA3138F}"/>
                    </a:ext>
                  </a:extLst>
                </p:cNvPr>
                <p:cNvPicPr/>
                <p:nvPr/>
              </p:nvPicPr>
              <p:blipFill>
                <a:blip r:embed="rId59"/>
                <a:stretch>
                  <a:fillRect/>
                </a:stretch>
              </p:blipFill>
              <p:spPr>
                <a:xfrm>
                  <a:off x="608494" y="2915932"/>
                  <a:ext cx="307800" cy="82898"/>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2" name="Ink 41">
                  <a:extLst>
                    <a:ext uri="{FF2B5EF4-FFF2-40B4-BE49-F238E27FC236}">
                      <a16:creationId xmlns:a16="http://schemas.microsoft.com/office/drawing/2014/main" id="{826E7050-DBB6-1110-AC8D-4D45A24AEC2B}"/>
                    </a:ext>
                  </a:extLst>
                </p14:cNvPr>
                <p14:cNvContentPartPr/>
                <p14:nvPr/>
              </p14:nvContentPartPr>
              <p14:xfrm>
                <a:off x="604894" y="2985822"/>
                <a:ext cx="326160" cy="85680"/>
              </p14:xfrm>
            </p:contentPart>
          </mc:Choice>
          <mc:Fallback>
            <p:pic>
              <p:nvPicPr>
                <p:cNvPr id="42" name="Ink 41">
                  <a:extLst>
                    <a:ext uri="{FF2B5EF4-FFF2-40B4-BE49-F238E27FC236}">
                      <a16:creationId xmlns:a16="http://schemas.microsoft.com/office/drawing/2014/main" id="{826E7050-DBB6-1110-AC8D-4D45A24AEC2B}"/>
                    </a:ext>
                  </a:extLst>
                </p:cNvPr>
                <p:cNvPicPr/>
                <p:nvPr/>
              </p:nvPicPr>
              <p:blipFill>
                <a:blip r:embed="rId61"/>
                <a:stretch>
                  <a:fillRect/>
                </a:stretch>
              </p:blipFill>
              <p:spPr>
                <a:xfrm>
                  <a:off x="595894" y="2976822"/>
                  <a:ext cx="343800" cy="103320"/>
                </a:xfrm>
                <a:prstGeom prst="rect">
                  <a:avLst/>
                </a:prstGeom>
              </p:spPr>
            </p:pic>
          </mc:Fallback>
        </mc:AlternateContent>
      </p:grpSp>
      <p:grpSp>
        <p:nvGrpSpPr>
          <p:cNvPr id="46" name="Group 45">
            <a:extLst>
              <a:ext uri="{FF2B5EF4-FFF2-40B4-BE49-F238E27FC236}">
                <a16:creationId xmlns:a16="http://schemas.microsoft.com/office/drawing/2014/main" id="{C2A28C00-A72B-A212-1F36-58CE907B463B}"/>
              </a:ext>
            </a:extLst>
          </p:cNvPr>
          <p:cNvGrpSpPr/>
          <p:nvPr/>
        </p:nvGrpSpPr>
        <p:grpSpPr>
          <a:xfrm>
            <a:off x="1732414" y="2464182"/>
            <a:ext cx="1257120" cy="219240"/>
            <a:chOff x="1732414" y="2464182"/>
            <a:chExt cx="1257120" cy="219240"/>
          </a:xfrm>
        </p:grpSpPr>
        <mc:AlternateContent xmlns:mc="http://schemas.openxmlformats.org/markup-compatibility/2006">
          <mc:Choice xmlns:p14="http://schemas.microsoft.com/office/powerpoint/2010/main" Requires="p14">
            <p:contentPart p14:bwMode="auto" r:id="rId62">
              <p14:nvContentPartPr>
                <p14:cNvPr id="6" name="Ink 5">
                  <a:extLst>
                    <a:ext uri="{FF2B5EF4-FFF2-40B4-BE49-F238E27FC236}">
                      <a16:creationId xmlns:a16="http://schemas.microsoft.com/office/drawing/2014/main" id="{487EBAF6-9A7E-2306-3539-69B9A97B8AFD}"/>
                    </a:ext>
                  </a:extLst>
                </p14:cNvPr>
                <p14:cNvContentPartPr/>
                <p14:nvPr/>
              </p14:nvContentPartPr>
              <p14:xfrm>
                <a:off x="1732414" y="2474622"/>
                <a:ext cx="98280" cy="164160"/>
              </p14:xfrm>
            </p:contentPart>
          </mc:Choice>
          <mc:Fallback>
            <p:pic>
              <p:nvPicPr>
                <p:cNvPr id="6" name="Ink 5">
                  <a:extLst>
                    <a:ext uri="{FF2B5EF4-FFF2-40B4-BE49-F238E27FC236}">
                      <a16:creationId xmlns:a16="http://schemas.microsoft.com/office/drawing/2014/main" id="{487EBAF6-9A7E-2306-3539-69B9A97B8AFD}"/>
                    </a:ext>
                  </a:extLst>
                </p:cNvPr>
                <p:cNvPicPr/>
                <p:nvPr/>
              </p:nvPicPr>
              <p:blipFill>
                <a:blip r:embed="rId63"/>
                <a:stretch>
                  <a:fillRect/>
                </a:stretch>
              </p:blipFill>
              <p:spPr>
                <a:xfrm>
                  <a:off x="1723414" y="2465622"/>
                  <a:ext cx="11592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7" name="Ink 6">
                  <a:extLst>
                    <a:ext uri="{FF2B5EF4-FFF2-40B4-BE49-F238E27FC236}">
                      <a16:creationId xmlns:a16="http://schemas.microsoft.com/office/drawing/2014/main" id="{F2324FB6-A298-A1BF-38A0-EE9D9B6B333F}"/>
                    </a:ext>
                  </a:extLst>
                </p14:cNvPr>
                <p14:cNvContentPartPr/>
                <p14:nvPr/>
              </p14:nvContentPartPr>
              <p14:xfrm>
                <a:off x="1963534" y="2516022"/>
                <a:ext cx="98640" cy="157320"/>
              </p14:xfrm>
            </p:contentPart>
          </mc:Choice>
          <mc:Fallback>
            <p:pic>
              <p:nvPicPr>
                <p:cNvPr id="7" name="Ink 6">
                  <a:extLst>
                    <a:ext uri="{FF2B5EF4-FFF2-40B4-BE49-F238E27FC236}">
                      <a16:creationId xmlns:a16="http://schemas.microsoft.com/office/drawing/2014/main" id="{F2324FB6-A298-A1BF-38A0-EE9D9B6B333F}"/>
                    </a:ext>
                  </a:extLst>
                </p:cNvPr>
                <p:cNvPicPr/>
                <p:nvPr/>
              </p:nvPicPr>
              <p:blipFill>
                <a:blip r:embed="rId65"/>
                <a:stretch>
                  <a:fillRect/>
                </a:stretch>
              </p:blipFill>
              <p:spPr>
                <a:xfrm>
                  <a:off x="1954534" y="2507043"/>
                  <a:ext cx="116280" cy="1749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8" name="Ink 7">
                  <a:extLst>
                    <a:ext uri="{FF2B5EF4-FFF2-40B4-BE49-F238E27FC236}">
                      <a16:creationId xmlns:a16="http://schemas.microsoft.com/office/drawing/2014/main" id="{25D70FA6-E69F-403C-F70A-66959384DB5D}"/>
                    </a:ext>
                  </a:extLst>
                </p14:cNvPr>
                <p14:cNvContentPartPr/>
                <p14:nvPr/>
              </p14:nvContentPartPr>
              <p14:xfrm>
                <a:off x="2201134" y="2486142"/>
                <a:ext cx="115920" cy="166680"/>
              </p14:xfrm>
            </p:contentPart>
          </mc:Choice>
          <mc:Fallback>
            <p:pic>
              <p:nvPicPr>
                <p:cNvPr id="8" name="Ink 7">
                  <a:extLst>
                    <a:ext uri="{FF2B5EF4-FFF2-40B4-BE49-F238E27FC236}">
                      <a16:creationId xmlns:a16="http://schemas.microsoft.com/office/drawing/2014/main" id="{25D70FA6-E69F-403C-F70A-66959384DB5D}"/>
                    </a:ext>
                  </a:extLst>
                </p:cNvPr>
                <p:cNvPicPr/>
                <p:nvPr/>
              </p:nvPicPr>
              <p:blipFill>
                <a:blip r:embed="rId67"/>
                <a:stretch>
                  <a:fillRect/>
                </a:stretch>
              </p:blipFill>
              <p:spPr>
                <a:xfrm>
                  <a:off x="2192162" y="2477142"/>
                  <a:ext cx="133505"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9" name="Ink 8">
                  <a:extLst>
                    <a:ext uri="{FF2B5EF4-FFF2-40B4-BE49-F238E27FC236}">
                      <a16:creationId xmlns:a16="http://schemas.microsoft.com/office/drawing/2014/main" id="{B4617658-AC85-9D2B-051A-2F08DAC06087}"/>
                    </a:ext>
                  </a:extLst>
                </p14:cNvPr>
                <p14:cNvContentPartPr/>
                <p14:nvPr/>
              </p14:nvContentPartPr>
              <p14:xfrm>
                <a:off x="2901694" y="2464182"/>
                <a:ext cx="87840" cy="201600"/>
              </p14:xfrm>
            </p:contentPart>
          </mc:Choice>
          <mc:Fallback>
            <p:pic>
              <p:nvPicPr>
                <p:cNvPr id="9" name="Ink 8">
                  <a:extLst>
                    <a:ext uri="{FF2B5EF4-FFF2-40B4-BE49-F238E27FC236}">
                      <a16:creationId xmlns:a16="http://schemas.microsoft.com/office/drawing/2014/main" id="{B4617658-AC85-9D2B-051A-2F08DAC06087}"/>
                    </a:ext>
                  </a:extLst>
                </p:cNvPr>
                <p:cNvPicPr/>
                <p:nvPr/>
              </p:nvPicPr>
              <p:blipFill>
                <a:blip r:embed="rId69"/>
                <a:stretch>
                  <a:fillRect/>
                </a:stretch>
              </p:blipFill>
              <p:spPr>
                <a:xfrm>
                  <a:off x="2892694" y="2455182"/>
                  <a:ext cx="105480" cy="2192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4" name="Ink 43">
                  <a:extLst>
                    <a:ext uri="{FF2B5EF4-FFF2-40B4-BE49-F238E27FC236}">
                      <a16:creationId xmlns:a16="http://schemas.microsoft.com/office/drawing/2014/main" id="{ECEA57E0-5B56-4258-5CF5-4E862FEF83C3}"/>
                    </a:ext>
                  </a:extLst>
                </p14:cNvPr>
                <p14:cNvContentPartPr/>
                <p14:nvPr/>
              </p14:nvContentPartPr>
              <p14:xfrm>
                <a:off x="2452774" y="2524662"/>
                <a:ext cx="199800" cy="158760"/>
              </p14:xfrm>
            </p:contentPart>
          </mc:Choice>
          <mc:Fallback>
            <p:pic>
              <p:nvPicPr>
                <p:cNvPr id="44" name="Ink 43">
                  <a:extLst>
                    <a:ext uri="{FF2B5EF4-FFF2-40B4-BE49-F238E27FC236}">
                      <a16:creationId xmlns:a16="http://schemas.microsoft.com/office/drawing/2014/main" id="{ECEA57E0-5B56-4258-5CF5-4E862FEF83C3}"/>
                    </a:ext>
                  </a:extLst>
                </p:cNvPr>
                <p:cNvPicPr/>
                <p:nvPr/>
              </p:nvPicPr>
              <p:blipFill>
                <a:blip r:embed="rId71"/>
                <a:stretch>
                  <a:fillRect/>
                </a:stretch>
              </p:blipFill>
              <p:spPr>
                <a:xfrm>
                  <a:off x="2443774" y="2515642"/>
                  <a:ext cx="217440" cy="1764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5" name="Ink 44">
                  <a:extLst>
                    <a:ext uri="{FF2B5EF4-FFF2-40B4-BE49-F238E27FC236}">
                      <a16:creationId xmlns:a16="http://schemas.microsoft.com/office/drawing/2014/main" id="{4210BB9E-4E20-9A57-0D37-AD02FFA29D60}"/>
                    </a:ext>
                  </a:extLst>
                </p14:cNvPr>
                <p14:cNvContentPartPr/>
                <p14:nvPr/>
              </p14:nvContentPartPr>
              <p14:xfrm>
                <a:off x="2784334" y="2556702"/>
                <a:ext cx="114840" cy="97560"/>
              </p14:xfrm>
            </p:contentPart>
          </mc:Choice>
          <mc:Fallback>
            <p:pic>
              <p:nvPicPr>
                <p:cNvPr id="45" name="Ink 44">
                  <a:extLst>
                    <a:ext uri="{FF2B5EF4-FFF2-40B4-BE49-F238E27FC236}">
                      <a16:creationId xmlns:a16="http://schemas.microsoft.com/office/drawing/2014/main" id="{4210BB9E-4E20-9A57-0D37-AD02FFA29D60}"/>
                    </a:ext>
                  </a:extLst>
                </p:cNvPr>
                <p:cNvPicPr/>
                <p:nvPr/>
              </p:nvPicPr>
              <p:blipFill>
                <a:blip r:embed="rId73"/>
                <a:stretch>
                  <a:fillRect/>
                </a:stretch>
              </p:blipFill>
              <p:spPr>
                <a:xfrm>
                  <a:off x="2775334" y="2547702"/>
                  <a:ext cx="132480" cy="115200"/>
                </a:xfrm>
                <a:prstGeom prst="rect">
                  <a:avLst/>
                </a:prstGeom>
              </p:spPr>
            </p:pic>
          </mc:Fallback>
        </mc:AlternateContent>
      </p:grpSp>
      <p:grpSp>
        <p:nvGrpSpPr>
          <p:cNvPr id="49" name="Group 48">
            <a:extLst>
              <a:ext uri="{FF2B5EF4-FFF2-40B4-BE49-F238E27FC236}">
                <a16:creationId xmlns:a16="http://schemas.microsoft.com/office/drawing/2014/main" id="{0450B4E7-33C2-7A4B-3603-3E116B8D4FCD}"/>
              </a:ext>
            </a:extLst>
          </p:cNvPr>
          <p:cNvGrpSpPr/>
          <p:nvPr/>
        </p:nvGrpSpPr>
        <p:grpSpPr>
          <a:xfrm>
            <a:off x="3101134" y="2531502"/>
            <a:ext cx="369720" cy="166320"/>
            <a:chOff x="3101134" y="2531502"/>
            <a:chExt cx="369720" cy="166320"/>
          </a:xfrm>
        </p:grpSpPr>
        <mc:AlternateContent xmlns:mc="http://schemas.openxmlformats.org/markup-compatibility/2006">
          <mc:Choice xmlns:p14="http://schemas.microsoft.com/office/powerpoint/2010/main" Requires="p14">
            <p:contentPart p14:bwMode="auto" r:id="rId74">
              <p14:nvContentPartPr>
                <p14:cNvPr id="47" name="Ink 46">
                  <a:extLst>
                    <a:ext uri="{FF2B5EF4-FFF2-40B4-BE49-F238E27FC236}">
                      <a16:creationId xmlns:a16="http://schemas.microsoft.com/office/drawing/2014/main" id="{BA3C76BF-BD0C-50A6-9ECF-08AB1EB7FE8D}"/>
                    </a:ext>
                  </a:extLst>
                </p14:cNvPr>
                <p14:cNvContentPartPr/>
                <p14:nvPr/>
              </p14:nvContentPartPr>
              <p14:xfrm>
                <a:off x="3101134" y="2553462"/>
                <a:ext cx="135720" cy="144360"/>
              </p14:xfrm>
            </p:contentPart>
          </mc:Choice>
          <mc:Fallback>
            <p:pic>
              <p:nvPicPr>
                <p:cNvPr id="47" name="Ink 46">
                  <a:extLst>
                    <a:ext uri="{FF2B5EF4-FFF2-40B4-BE49-F238E27FC236}">
                      <a16:creationId xmlns:a16="http://schemas.microsoft.com/office/drawing/2014/main" id="{BA3C76BF-BD0C-50A6-9ECF-08AB1EB7FE8D}"/>
                    </a:ext>
                  </a:extLst>
                </p:cNvPr>
                <p:cNvPicPr/>
                <p:nvPr/>
              </p:nvPicPr>
              <p:blipFill>
                <a:blip r:embed="rId75"/>
                <a:stretch>
                  <a:fillRect/>
                </a:stretch>
              </p:blipFill>
              <p:spPr>
                <a:xfrm>
                  <a:off x="3092134" y="2544462"/>
                  <a:ext cx="15336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8" name="Ink 47">
                  <a:extLst>
                    <a:ext uri="{FF2B5EF4-FFF2-40B4-BE49-F238E27FC236}">
                      <a16:creationId xmlns:a16="http://schemas.microsoft.com/office/drawing/2014/main" id="{15A6DFB6-5F98-918E-FC26-EC88A679333A}"/>
                    </a:ext>
                  </a:extLst>
                </p14:cNvPr>
                <p14:cNvContentPartPr/>
                <p14:nvPr/>
              </p14:nvContentPartPr>
              <p14:xfrm>
                <a:off x="3355294" y="2531502"/>
                <a:ext cx="115560" cy="149760"/>
              </p14:xfrm>
            </p:contentPart>
          </mc:Choice>
          <mc:Fallback>
            <p:pic>
              <p:nvPicPr>
                <p:cNvPr id="48" name="Ink 47">
                  <a:extLst>
                    <a:ext uri="{FF2B5EF4-FFF2-40B4-BE49-F238E27FC236}">
                      <a16:creationId xmlns:a16="http://schemas.microsoft.com/office/drawing/2014/main" id="{15A6DFB6-5F98-918E-FC26-EC88A679333A}"/>
                    </a:ext>
                  </a:extLst>
                </p:cNvPr>
                <p:cNvPicPr/>
                <p:nvPr/>
              </p:nvPicPr>
              <p:blipFill>
                <a:blip r:embed="rId77"/>
                <a:stretch>
                  <a:fillRect/>
                </a:stretch>
              </p:blipFill>
              <p:spPr>
                <a:xfrm>
                  <a:off x="3346294" y="2522502"/>
                  <a:ext cx="133200" cy="167400"/>
                </a:xfrm>
                <a:prstGeom prst="rect">
                  <a:avLst/>
                </a:prstGeom>
              </p:spPr>
            </p:pic>
          </mc:Fallback>
        </mc:AlternateContent>
      </p:grpSp>
      <p:grpSp>
        <p:nvGrpSpPr>
          <p:cNvPr id="76" name="Group 75">
            <a:extLst>
              <a:ext uri="{FF2B5EF4-FFF2-40B4-BE49-F238E27FC236}">
                <a16:creationId xmlns:a16="http://schemas.microsoft.com/office/drawing/2014/main" id="{B5880608-AA74-6EAA-8B66-90A66748BCFB}"/>
              </a:ext>
            </a:extLst>
          </p:cNvPr>
          <p:cNvGrpSpPr/>
          <p:nvPr/>
        </p:nvGrpSpPr>
        <p:grpSpPr>
          <a:xfrm>
            <a:off x="1604974" y="2879262"/>
            <a:ext cx="162000" cy="281880"/>
            <a:chOff x="1604974" y="2879262"/>
            <a:chExt cx="162000" cy="281880"/>
          </a:xfrm>
        </p:grpSpPr>
        <mc:AlternateContent xmlns:mc="http://schemas.openxmlformats.org/markup-compatibility/2006">
          <mc:Choice xmlns:p14="http://schemas.microsoft.com/office/powerpoint/2010/main" Requires="p14">
            <p:contentPart p14:bwMode="auto" r:id="rId78">
              <p14:nvContentPartPr>
                <p14:cNvPr id="72" name="Ink 71">
                  <a:extLst>
                    <a:ext uri="{FF2B5EF4-FFF2-40B4-BE49-F238E27FC236}">
                      <a16:creationId xmlns:a16="http://schemas.microsoft.com/office/drawing/2014/main" id="{F50A484F-B8B4-EF65-D9AC-6AF12E5E325E}"/>
                    </a:ext>
                  </a:extLst>
                </p14:cNvPr>
                <p14:cNvContentPartPr/>
                <p14:nvPr/>
              </p14:nvContentPartPr>
              <p14:xfrm>
                <a:off x="1604974" y="2879262"/>
                <a:ext cx="41040" cy="281880"/>
              </p14:xfrm>
            </p:contentPart>
          </mc:Choice>
          <mc:Fallback>
            <p:pic>
              <p:nvPicPr>
                <p:cNvPr id="72" name="Ink 71">
                  <a:extLst>
                    <a:ext uri="{FF2B5EF4-FFF2-40B4-BE49-F238E27FC236}">
                      <a16:creationId xmlns:a16="http://schemas.microsoft.com/office/drawing/2014/main" id="{F50A484F-B8B4-EF65-D9AC-6AF12E5E325E}"/>
                    </a:ext>
                  </a:extLst>
                </p:cNvPr>
                <p:cNvPicPr/>
                <p:nvPr/>
              </p:nvPicPr>
              <p:blipFill>
                <a:blip r:embed="rId79"/>
                <a:stretch>
                  <a:fillRect/>
                </a:stretch>
              </p:blipFill>
              <p:spPr>
                <a:xfrm>
                  <a:off x="1596052" y="2870262"/>
                  <a:ext cx="58527" cy="2995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73" name="Ink 72">
                  <a:extLst>
                    <a:ext uri="{FF2B5EF4-FFF2-40B4-BE49-F238E27FC236}">
                      <a16:creationId xmlns:a16="http://schemas.microsoft.com/office/drawing/2014/main" id="{67AEEAD9-CA37-763E-A42D-CE666A0DAEF9}"/>
                    </a:ext>
                  </a:extLst>
                </p14:cNvPr>
                <p14:cNvContentPartPr/>
                <p14:nvPr/>
              </p14:nvContentPartPr>
              <p14:xfrm>
                <a:off x="1626934" y="3073662"/>
                <a:ext cx="14400" cy="6840"/>
              </p14:xfrm>
            </p:contentPart>
          </mc:Choice>
          <mc:Fallback>
            <p:pic>
              <p:nvPicPr>
                <p:cNvPr id="73" name="Ink 72">
                  <a:extLst>
                    <a:ext uri="{FF2B5EF4-FFF2-40B4-BE49-F238E27FC236}">
                      <a16:creationId xmlns:a16="http://schemas.microsoft.com/office/drawing/2014/main" id="{67AEEAD9-CA37-763E-A42D-CE666A0DAEF9}"/>
                    </a:ext>
                  </a:extLst>
                </p:cNvPr>
                <p:cNvPicPr/>
                <p:nvPr/>
              </p:nvPicPr>
              <p:blipFill>
                <a:blip r:embed="rId81"/>
                <a:stretch>
                  <a:fillRect/>
                </a:stretch>
              </p:blipFill>
              <p:spPr>
                <a:xfrm>
                  <a:off x="1618154" y="3064662"/>
                  <a:ext cx="3161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75" name="Ink 74">
                  <a:extLst>
                    <a:ext uri="{FF2B5EF4-FFF2-40B4-BE49-F238E27FC236}">
                      <a16:creationId xmlns:a16="http://schemas.microsoft.com/office/drawing/2014/main" id="{9F926C05-DE7B-AF21-3DF6-2A6C166C0E85}"/>
                    </a:ext>
                  </a:extLst>
                </p14:cNvPr>
                <p14:cNvContentPartPr/>
                <p14:nvPr/>
              </p14:nvContentPartPr>
              <p14:xfrm>
                <a:off x="1668694" y="3073662"/>
                <a:ext cx="98280" cy="6480"/>
              </p14:xfrm>
            </p:contentPart>
          </mc:Choice>
          <mc:Fallback>
            <p:pic>
              <p:nvPicPr>
                <p:cNvPr id="75" name="Ink 74">
                  <a:extLst>
                    <a:ext uri="{FF2B5EF4-FFF2-40B4-BE49-F238E27FC236}">
                      <a16:creationId xmlns:a16="http://schemas.microsoft.com/office/drawing/2014/main" id="{9F926C05-DE7B-AF21-3DF6-2A6C166C0E85}"/>
                    </a:ext>
                  </a:extLst>
                </p:cNvPr>
                <p:cNvPicPr/>
                <p:nvPr/>
              </p:nvPicPr>
              <p:blipFill>
                <a:blip r:embed="rId83"/>
                <a:stretch>
                  <a:fillRect/>
                </a:stretch>
              </p:blipFill>
              <p:spPr>
                <a:xfrm>
                  <a:off x="1659694" y="3064662"/>
                  <a:ext cx="115920" cy="24120"/>
                </a:xfrm>
                <a:prstGeom prst="rect">
                  <a:avLst/>
                </a:prstGeom>
              </p:spPr>
            </p:pic>
          </mc:Fallback>
        </mc:AlternateContent>
      </p:grpSp>
      <p:grpSp>
        <p:nvGrpSpPr>
          <p:cNvPr id="80" name="Group 79">
            <a:extLst>
              <a:ext uri="{FF2B5EF4-FFF2-40B4-BE49-F238E27FC236}">
                <a16:creationId xmlns:a16="http://schemas.microsoft.com/office/drawing/2014/main" id="{73F63D79-AAB2-30C9-D1C3-4D0CAA8C0F50}"/>
              </a:ext>
            </a:extLst>
          </p:cNvPr>
          <p:cNvGrpSpPr/>
          <p:nvPr/>
        </p:nvGrpSpPr>
        <p:grpSpPr>
          <a:xfrm>
            <a:off x="506254" y="5321502"/>
            <a:ext cx="2577960" cy="914040"/>
            <a:chOff x="506254" y="5321502"/>
            <a:chExt cx="2577960" cy="914040"/>
          </a:xfrm>
        </p:grpSpPr>
        <mc:AlternateContent xmlns:mc="http://schemas.openxmlformats.org/markup-compatibility/2006">
          <mc:Choice xmlns:p14="http://schemas.microsoft.com/office/powerpoint/2010/main" Requires="p14">
            <p:contentPart p14:bwMode="auto" r:id="rId84">
              <p14:nvContentPartPr>
                <p14:cNvPr id="60" name="Ink 59">
                  <a:extLst>
                    <a:ext uri="{FF2B5EF4-FFF2-40B4-BE49-F238E27FC236}">
                      <a16:creationId xmlns:a16="http://schemas.microsoft.com/office/drawing/2014/main" id="{C9670B8A-F399-1B67-3A74-6782B72B1CD7}"/>
                    </a:ext>
                  </a:extLst>
                </p14:cNvPr>
                <p14:cNvContentPartPr/>
                <p14:nvPr/>
              </p14:nvContentPartPr>
              <p14:xfrm>
                <a:off x="545494" y="5576022"/>
                <a:ext cx="252000" cy="246240"/>
              </p14:xfrm>
            </p:contentPart>
          </mc:Choice>
          <mc:Fallback>
            <p:pic>
              <p:nvPicPr>
                <p:cNvPr id="60" name="Ink 59">
                  <a:extLst>
                    <a:ext uri="{FF2B5EF4-FFF2-40B4-BE49-F238E27FC236}">
                      <a16:creationId xmlns:a16="http://schemas.microsoft.com/office/drawing/2014/main" id="{C9670B8A-F399-1B67-3A74-6782B72B1CD7}"/>
                    </a:ext>
                  </a:extLst>
                </p:cNvPr>
                <p:cNvPicPr/>
                <p:nvPr/>
              </p:nvPicPr>
              <p:blipFill>
                <a:blip r:embed="rId85"/>
                <a:stretch>
                  <a:fillRect/>
                </a:stretch>
              </p:blipFill>
              <p:spPr>
                <a:xfrm>
                  <a:off x="536494" y="5567022"/>
                  <a:ext cx="269640" cy="2638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61" name="Ink 60">
                  <a:extLst>
                    <a:ext uri="{FF2B5EF4-FFF2-40B4-BE49-F238E27FC236}">
                      <a16:creationId xmlns:a16="http://schemas.microsoft.com/office/drawing/2014/main" id="{0070E0E2-DAE5-A122-491C-490062BFBB00}"/>
                    </a:ext>
                  </a:extLst>
                </p14:cNvPr>
                <p14:cNvContentPartPr/>
                <p14:nvPr/>
              </p14:nvContentPartPr>
              <p14:xfrm>
                <a:off x="627934" y="5684022"/>
                <a:ext cx="94680" cy="33480"/>
              </p14:xfrm>
            </p:contentPart>
          </mc:Choice>
          <mc:Fallback>
            <p:pic>
              <p:nvPicPr>
                <p:cNvPr id="61" name="Ink 60">
                  <a:extLst>
                    <a:ext uri="{FF2B5EF4-FFF2-40B4-BE49-F238E27FC236}">
                      <a16:creationId xmlns:a16="http://schemas.microsoft.com/office/drawing/2014/main" id="{0070E0E2-DAE5-A122-491C-490062BFBB00}"/>
                    </a:ext>
                  </a:extLst>
                </p:cNvPr>
                <p:cNvPicPr/>
                <p:nvPr/>
              </p:nvPicPr>
              <p:blipFill>
                <a:blip r:embed="rId87"/>
                <a:stretch>
                  <a:fillRect/>
                </a:stretch>
              </p:blipFill>
              <p:spPr>
                <a:xfrm>
                  <a:off x="618934" y="5675022"/>
                  <a:ext cx="112320" cy="511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66" name="Ink 65">
                  <a:extLst>
                    <a:ext uri="{FF2B5EF4-FFF2-40B4-BE49-F238E27FC236}">
                      <a16:creationId xmlns:a16="http://schemas.microsoft.com/office/drawing/2014/main" id="{D3A3150E-AD36-B34F-A493-BB2546B10539}"/>
                    </a:ext>
                  </a:extLst>
                </p14:cNvPr>
                <p14:cNvContentPartPr/>
                <p14:nvPr/>
              </p14:nvContentPartPr>
              <p14:xfrm>
                <a:off x="1781734" y="5867262"/>
                <a:ext cx="1152720" cy="70200"/>
              </p14:xfrm>
            </p:contentPart>
          </mc:Choice>
          <mc:Fallback>
            <p:pic>
              <p:nvPicPr>
                <p:cNvPr id="66" name="Ink 65">
                  <a:extLst>
                    <a:ext uri="{FF2B5EF4-FFF2-40B4-BE49-F238E27FC236}">
                      <a16:creationId xmlns:a16="http://schemas.microsoft.com/office/drawing/2014/main" id="{D3A3150E-AD36-B34F-A493-BB2546B10539}"/>
                    </a:ext>
                  </a:extLst>
                </p:cNvPr>
                <p:cNvPicPr/>
                <p:nvPr/>
              </p:nvPicPr>
              <p:blipFill>
                <a:blip r:embed="rId89"/>
                <a:stretch>
                  <a:fillRect/>
                </a:stretch>
              </p:blipFill>
              <p:spPr>
                <a:xfrm>
                  <a:off x="1772734" y="5858262"/>
                  <a:ext cx="1170360" cy="878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3" name="Ink 62">
                  <a:extLst>
                    <a:ext uri="{FF2B5EF4-FFF2-40B4-BE49-F238E27FC236}">
                      <a16:creationId xmlns:a16="http://schemas.microsoft.com/office/drawing/2014/main" id="{FC188EA3-8070-40C2-6F46-C5373DEA415E}"/>
                    </a:ext>
                  </a:extLst>
                </p14:cNvPr>
                <p14:cNvContentPartPr/>
                <p14:nvPr/>
              </p14:nvContentPartPr>
              <p14:xfrm>
                <a:off x="506254" y="5864742"/>
                <a:ext cx="355680" cy="55440"/>
              </p14:xfrm>
            </p:contentPart>
          </mc:Choice>
          <mc:Fallback>
            <p:pic>
              <p:nvPicPr>
                <p:cNvPr id="63" name="Ink 62">
                  <a:extLst>
                    <a:ext uri="{FF2B5EF4-FFF2-40B4-BE49-F238E27FC236}">
                      <a16:creationId xmlns:a16="http://schemas.microsoft.com/office/drawing/2014/main" id="{FC188EA3-8070-40C2-6F46-C5373DEA415E}"/>
                    </a:ext>
                  </a:extLst>
                </p:cNvPr>
                <p:cNvPicPr/>
                <p:nvPr/>
              </p:nvPicPr>
              <p:blipFill>
                <a:blip r:embed="rId91"/>
                <a:stretch>
                  <a:fillRect/>
                </a:stretch>
              </p:blipFill>
              <p:spPr>
                <a:xfrm>
                  <a:off x="497254" y="5855742"/>
                  <a:ext cx="373320" cy="730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4" name="Ink 63">
                  <a:extLst>
                    <a:ext uri="{FF2B5EF4-FFF2-40B4-BE49-F238E27FC236}">
                      <a16:creationId xmlns:a16="http://schemas.microsoft.com/office/drawing/2014/main" id="{A448E8F3-F326-19F4-2906-1BAB92542290}"/>
                    </a:ext>
                  </a:extLst>
                </p14:cNvPr>
                <p14:cNvContentPartPr/>
                <p14:nvPr/>
              </p14:nvContentPartPr>
              <p14:xfrm>
                <a:off x="592654" y="5902902"/>
                <a:ext cx="317520" cy="69840"/>
              </p14:xfrm>
            </p:contentPart>
          </mc:Choice>
          <mc:Fallback>
            <p:pic>
              <p:nvPicPr>
                <p:cNvPr id="64" name="Ink 63">
                  <a:extLst>
                    <a:ext uri="{FF2B5EF4-FFF2-40B4-BE49-F238E27FC236}">
                      <a16:creationId xmlns:a16="http://schemas.microsoft.com/office/drawing/2014/main" id="{A448E8F3-F326-19F4-2906-1BAB92542290}"/>
                    </a:ext>
                  </a:extLst>
                </p:cNvPr>
                <p:cNvPicPr/>
                <p:nvPr/>
              </p:nvPicPr>
              <p:blipFill>
                <a:blip r:embed="rId93"/>
                <a:stretch>
                  <a:fillRect/>
                </a:stretch>
              </p:blipFill>
              <p:spPr>
                <a:xfrm>
                  <a:off x="583654" y="5893902"/>
                  <a:ext cx="33516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8" name="Ink 67">
                  <a:extLst>
                    <a:ext uri="{FF2B5EF4-FFF2-40B4-BE49-F238E27FC236}">
                      <a16:creationId xmlns:a16="http://schemas.microsoft.com/office/drawing/2014/main" id="{9FC9FFA6-830E-8BE7-EF10-92A64BF0C8B5}"/>
                    </a:ext>
                  </a:extLst>
                </p14:cNvPr>
                <p14:cNvContentPartPr/>
                <p14:nvPr/>
              </p14:nvContentPartPr>
              <p14:xfrm>
                <a:off x="587614" y="6007662"/>
                <a:ext cx="119880" cy="168120"/>
              </p14:xfrm>
            </p:contentPart>
          </mc:Choice>
          <mc:Fallback>
            <p:pic>
              <p:nvPicPr>
                <p:cNvPr id="68" name="Ink 67">
                  <a:extLst>
                    <a:ext uri="{FF2B5EF4-FFF2-40B4-BE49-F238E27FC236}">
                      <a16:creationId xmlns:a16="http://schemas.microsoft.com/office/drawing/2014/main" id="{9FC9FFA6-830E-8BE7-EF10-92A64BF0C8B5}"/>
                    </a:ext>
                  </a:extLst>
                </p:cNvPr>
                <p:cNvPicPr/>
                <p:nvPr/>
              </p:nvPicPr>
              <p:blipFill>
                <a:blip r:embed="rId95"/>
                <a:stretch>
                  <a:fillRect/>
                </a:stretch>
              </p:blipFill>
              <p:spPr>
                <a:xfrm>
                  <a:off x="578614" y="5998681"/>
                  <a:ext cx="137520" cy="185722"/>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7" name="Ink 56">
                  <a:extLst>
                    <a:ext uri="{FF2B5EF4-FFF2-40B4-BE49-F238E27FC236}">
                      <a16:creationId xmlns:a16="http://schemas.microsoft.com/office/drawing/2014/main" id="{B88094CA-7737-8D84-74D1-BF754B4D8D1B}"/>
                    </a:ext>
                  </a:extLst>
                </p14:cNvPr>
                <p14:cNvContentPartPr/>
                <p14:nvPr/>
              </p14:nvContentPartPr>
              <p14:xfrm>
                <a:off x="1307254" y="5653782"/>
                <a:ext cx="343800" cy="67680"/>
              </p14:xfrm>
            </p:contentPart>
          </mc:Choice>
          <mc:Fallback>
            <p:pic>
              <p:nvPicPr>
                <p:cNvPr id="57" name="Ink 56">
                  <a:extLst>
                    <a:ext uri="{FF2B5EF4-FFF2-40B4-BE49-F238E27FC236}">
                      <a16:creationId xmlns:a16="http://schemas.microsoft.com/office/drawing/2014/main" id="{B88094CA-7737-8D84-74D1-BF754B4D8D1B}"/>
                    </a:ext>
                  </a:extLst>
                </p:cNvPr>
                <p:cNvPicPr/>
                <p:nvPr/>
              </p:nvPicPr>
              <p:blipFill>
                <a:blip r:embed="rId97"/>
                <a:stretch>
                  <a:fillRect/>
                </a:stretch>
              </p:blipFill>
              <p:spPr>
                <a:xfrm>
                  <a:off x="1298245" y="5644782"/>
                  <a:ext cx="361458"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8" name="Ink 57">
                  <a:extLst>
                    <a:ext uri="{FF2B5EF4-FFF2-40B4-BE49-F238E27FC236}">
                      <a16:creationId xmlns:a16="http://schemas.microsoft.com/office/drawing/2014/main" id="{AD41D3BB-B86D-2609-1A7D-AECB22C0B837}"/>
                    </a:ext>
                  </a:extLst>
                </p14:cNvPr>
                <p14:cNvContentPartPr/>
                <p14:nvPr/>
              </p14:nvContentPartPr>
              <p14:xfrm>
                <a:off x="1245694" y="5627862"/>
                <a:ext cx="118440" cy="196200"/>
              </p14:xfrm>
            </p:contentPart>
          </mc:Choice>
          <mc:Fallback>
            <p:pic>
              <p:nvPicPr>
                <p:cNvPr id="58" name="Ink 57">
                  <a:extLst>
                    <a:ext uri="{FF2B5EF4-FFF2-40B4-BE49-F238E27FC236}">
                      <a16:creationId xmlns:a16="http://schemas.microsoft.com/office/drawing/2014/main" id="{AD41D3BB-B86D-2609-1A7D-AECB22C0B837}"/>
                    </a:ext>
                  </a:extLst>
                </p:cNvPr>
                <p:cNvPicPr/>
                <p:nvPr/>
              </p:nvPicPr>
              <p:blipFill>
                <a:blip r:embed="rId99"/>
                <a:stretch>
                  <a:fillRect/>
                </a:stretch>
              </p:blipFill>
              <p:spPr>
                <a:xfrm>
                  <a:off x="1236694" y="5618862"/>
                  <a:ext cx="136080" cy="2138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0" name="Ink 49">
                  <a:extLst>
                    <a:ext uri="{FF2B5EF4-FFF2-40B4-BE49-F238E27FC236}">
                      <a16:creationId xmlns:a16="http://schemas.microsoft.com/office/drawing/2014/main" id="{541583D5-466C-6163-7C79-CCC19143CF26}"/>
                    </a:ext>
                  </a:extLst>
                </p14:cNvPr>
                <p14:cNvContentPartPr/>
                <p14:nvPr/>
              </p14:nvContentPartPr>
              <p14:xfrm>
                <a:off x="1794694" y="5553342"/>
                <a:ext cx="111240" cy="281520"/>
              </p14:xfrm>
            </p:contentPart>
          </mc:Choice>
          <mc:Fallback>
            <p:pic>
              <p:nvPicPr>
                <p:cNvPr id="50" name="Ink 49">
                  <a:extLst>
                    <a:ext uri="{FF2B5EF4-FFF2-40B4-BE49-F238E27FC236}">
                      <a16:creationId xmlns:a16="http://schemas.microsoft.com/office/drawing/2014/main" id="{541583D5-466C-6163-7C79-CCC19143CF26}"/>
                    </a:ext>
                  </a:extLst>
                </p:cNvPr>
                <p:cNvPicPr/>
                <p:nvPr/>
              </p:nvPicPr>
              <p:blipFill>
                <a:blip r:embed="rId101"/>
                <a:stretch>
                  <a:fillRect/>
                </a:stretch>
              </p:blipFill>
              <p:spPr>
                <a:xfrm>
                  <a:off x="1785723" y="5544342"/>
                  <a:ext cx="128823" cy="2991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51" name="Ink 50">
                  <a:extLst>
                    <a:ext uri="{FF2B5EF4-FFF2-40B4-BE49-F238E27FC236}">
                      <a16:creationId xmlns:a16="http://schemas.microsoft.com/office/drawing/2014/main" id="{CCA65A32-190D-CC77-AC14-206F2054156F}"/>
                    </a:ext>
                  </a:extLst>
                </p14:cNvPr>
                <p14:cNvContentPartPr/>
                <p14:nvPr/>
              </p14:nvContentPartPr>
              <p14:xfrm>
                <a:off x="1963174" y="5547222"/>
                <a:ext cx="86760" cy="291600"/>
              </p14:xfrm>
            </p:contentPart>
          </mc:Choice>
          <mc:Fallback>
            <p:pic>
              <p:nvPicPr>
                <p:cNvPr id="51" name="Ink 50">
                  <a:extLst>
                    <a:ext uri="{FF2B5EF4-FFF2-40B4-BE49-F238E27FC236}">
                      <a16:creationId xmlns:a16="http://schemas.microsoft.com/office/drawing/2014/main" id="{CCA65A32-190D-CC77-AC14-206F2054156F}"/>
                    </a:ext>
                  </a:extLst>
                </p:cNvPr>
                <p:cNvPicPr/>
                <p:nvPr/>
              </p:nvPicPr>
              <p:blipFill>
                <a:blip r:embed="rId103"/>
                <a:stretch>
                  <a:fillRect/>
                </a:stretch>
              </p:blipFill>
              <p:spPr>
                <a:xfrm>
                  <a:off x="1954136" y="5538222"/>
                  <a:ext cx="104474" cy="3092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52" name="Ink 51">
                  <a:extLst>
                    <a:ext uri="{FF2B5EF4-FFF2-40B4-BE49-F238E27FC236}">
                      <a16:creationId xmlns:a16="http://schemas.microsoft.com/office/drawing/2014/main" id="{644D60FC-4B97-F21B-18EE-460079997441}"/>
                    </a:ext>
                  </a:extLst>
                </p14:cNvPr>
                <p14:cNvContentPartPr/>
                <p14:nvPr/>
              </p14:nvContentPartPr>
              <p14:xfrm>
                <a:off x="2151814" y="5593302"/>
                <a:ext cx="149760" cy="194400"/>
              </p14:xfrm>
            </p:contentPart>
          </mc:Choice>
          <mc:Fallback>
            <p:pic>
              <p:nvPicPr>
                <p:cNvPr id="52" name="Ink 51">
                  <a:extLst>
                    <a:ext uri="{FF2B5EF4-FFF2-40B4-BE49-F238E27FC236}">
                      <a16:creationId xmlns:a16="http://schemas.microsoft.com/office/drawing/2014/main" id="{644D60FC-4B97-F21B-18EE-460079997441}"/>
                    </a:ext>
                  </a:extLst>
                </p:cNvPr>
                <p:cNvPicPr/>
                <p:nvPr/>
              </p:nvPicPr>
              <p:blipFill>
                <a:blip r:embed="rId105"/>
                <a:stretch>
                  <a:fillRect/>
                </a:stretch>
              </p:blipFill>
              <p:spPr>
                <a:xfrm>
                  <a:off x="2142814" y="5584302"/>
                  <a:ext cx="16740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53" name="Ink 52">
                  <a:extLst>
                    <a:ext uri="{FF2B5EF4-FFF2-40B4-BE49-F238E27FC236}">
                      <a16:creationId xmlns:a16="http://schemas.microsoft.com/office/drawing/2014/main" id="{40B91BFE-0A33-44D4-21C5-6F60B261EEBF}"/>
                    </a:ext>
                  </a:extLst>
                </p14:cNvPr>
                <p14:cNvContentPartPr/>
                <p14:nvPr/>
              </p14:nvContentPartPr>
              <p14:xfrm>
                <a:off x="2380414" y="5590062"/>
                <a:ext cx="156600" cy="168480"/>
              </p14:xfrm>
            </p:contentPart>
          </mc:Choice>
          <mc:Fallback>
            <p:pic>
              <p:nvPicPr>
                <p:cNvPr id="53" name="Ink 52">
                  <a:extLst>
                    <a:ext uri="{FF2B5EF4-FFF2-40B4-BE49-F238E27FC236}">
                      <a16:creationId xmlns:a16="http://schemas.microsoft.com/office/drawing/2014/main" id="{40B91BFE-0A33-44D4-21C5-6F60B261EEBF}"/>
                    </a:ext>
                  </a:extLst>
                </p:cNvPr>
                <p:cNvPicPr/>
                <p:nvPr/>
              </p:nvPicPr>
              <p:blipFill>
                <a:blip r:embed="rId107"/>
                <a:stretch>
                  <a:fillRect/>
                </a:stretch>
              </p:blipFill>
              <p:spPr>
                <a:xfrm>
                  <a:off x="2371414" y="5581062"/>
                  <a:ext cx="17424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54" name="Ink 53">
                  <a:extLst>
                    <a:ext uri="{FF2B5EF4-FFF2-40B4-BE49-F238E27FC236}">
                      <a16:creationId xmlns:a16="http://schemas.microsoft.com/office/drawing/2014/main" id="{CFC0E36A-B8FB-6580-2AF1-45A232E7754D}"/>
                    </a:ext>
                  </a:extLst>
                </p14:cNvPr>
                <p14:cNvContentPartPr/>
                <p14:nvPr/>
              </p14:nvContentPartPr>
              <p14:xfrm>
                <a:off x="2622334" y="5549022"/>
                <a:ext cx="62640" cy="261720"/>
              </p14:xfrm>
            </p:contentPart>
          </mc:Choice>
          <mc:Fallback>
            <p:pic>
              <p:nvPicPr>
                <p:cNvPr id="54" name="Ink 53">
                  <a:extLst>
                    <a:ext uri="{FF2B5EF4-FFF2-40B4-BE49-F238E27FC236}">
                      <a16:creationId xmlns:a16="http://schemas.microsoft.com/office/drawing/2014/main" id="{CFC0E36A-B8FB-6580-2AF1-45A232E7754D}"/>
                    </a:ext>
                  </a:extLst>
                </p:cNvPr>
                <p:cNvPicPr/>
                <p:nvPr/>
              </p:nvPicPr>
              <p:blipFill>
                <a:blip r:embed="rId109"/>
                <a:stretch>
                  <a:fillRect/>
                </a:stretch>
              </p:blipFill>
              <p:spPr>
                <a:xfrm>
                  <a:off x="2613334" y="5540022"/>
                  <a:ext cx="80280" cy="2793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55" name="Ink 54">
                  <a:extLst>
                    <a:ext uri="{FF2B5EF4-FFF2-40B4-BE49-F238E27FC236}">
                      <a16:creationId xmlns:a16="http://schemas.microsoft.com/office/drawing/2014/main" id="{0CEFC390-5CEF-78F0-B5E1-84FA18822A4E}"/>
                    </a:ext>
                  </a:extLst>
                </p14:cNvPr>
                <p14:cNvContentPartPr/>
                <p14:nvPr/>
              </p14:nvContentPartPr>
              <p14:xfrm>
                <a:off x="2755534" y="5533902"/>
                <a:ext cx="86760" cy="292320"/>
              </p14:xfrm>
            </p:contentPart>
          </mc:Choice>
          <mc:Fallback>
            <p:pic>
              <p:nvPicPr>
                <p:cNvPr id="55" name="Ink 54">
                  <a:extLst>
                    <a:ext uri="{FF2B5EF4-FFF2-40B4-BE49-F238E27FC236}">
                      <a16:creationId xmlns:a16="http://schemas.microsoft.com/office/drawing/2014/main" id="{0CEFC390-5CEF-78F0-B5E1-84FA18822A4E}"/>
                    </a:ext>
                  </a:extLst>
                </p:cNvPr>
                <p:cNvPicPr/>
                <p:nvPr/>
              </p:nvPicPr>
              <p:blipFill>
                <a:blip r:embed="rId111"/>
                <a:stretch>
                  <a:fillRect/>
                </a:stretch>
              </p:blipFill>
              <p:spPr>
                <a:xfrm>
                  <a:off x="2746534" y="5524902"/>
                  <a:ext cx="104400" cy="3099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0" name="Ink 69">
                  <a:extLst>
                    <a:ext uri="{FF2B5EF4-FFF2-40B4-BE49-F238E27FC236}">
                      <a16:creationId xmlns:a16="http://schemas.microsoft.com/office/drawing/2014/main" id="{0335C3EF-2207-8068-C951-D60B7D3C2DAC}"/>
                    </a:ext>
                  </a:extLst>
                </p14:cNvPr>
                <p14:cNvContentPartPr/>
                <p14:nvPr/>
              </p14:nvContentPartPr>
              <p14:xfrm>
                <a:off x="1600654" y="5321502"/>
                <a:ext cx="1483560" cy="614520"/>
              </p14:xfrm>
            </p:contentPart>
          </mc:Choice>
          <mc:Fallback>
            <p:pic>
              <p:nvPicPr>
                <p:cNvPr id="70" name="Ink 69">
                  <a:extLst>
                    <a:ext uri="{FF2B5EF4-FFF2-40B4-BE49-F238E27FC236}">
                      <a16:creationId xmlns:a16="http://schemas.microsoft.com/office/drawing/2014/main" id="{0335C3EF-2207-8068-C951-D60B7D3C2DAC}"/>
                    </a:ext>
                  </a:extLst>
                </p:cNvPr>
                <p:cNvPicPr/>
                <p:nvPr/>
              </p:nvPicPr>
              <p:blipFill>
                <a:blip r:embed="rId113"/>
                <a:stretch>
                  <a:fillRect/>
                </a:stretch>
              </p:blipFill>
              <p:spPr>
                <a:xfrm>
                  <a:off x="1591654" y="5312502"/>
                  <a:ext cx="1501200" cy="63216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7" name="Ink 76">
                  <a:extLst>
                    <a:ext uri="{FF2B5EF4-FFF2-40B4-BE49-F238E27FC236}">
                      <a16:creationId xmlns:a16="http://schemas.microsoft.com/office/drawing/2014/main" id="{A3CB7199-FD51-2044-9F4E-788BA04A833C}"/>
                    </a:ext>
                  </a:extLst>
                </p14:cNvPr>
                <p14:cNvContentPartPr/>
                <p14:nvPr/>
              </p14:nvContentPartPr>
              <p14:xfrm>
                <a:off x="1136974" y="6076782"/>
                <a:ext cx="396000" cy="37080"/>
              </p14:xfrm>
            </p:contentPart>
          </mc:Choice>
          <mc:Fallback>
            <p:pic>
              <p:nvPicPr>
                <p:cNvPr id="77" name="Ink 76">
                  <a:extLst>
                    <a:ext uri="{FF2B5EF4-FFF2-40B4-BE49-F238E27FC236}">
                      <a16:creationId xmlns:a16="http://schemas.microsoft.com/office/drawing/2014/main" id="{A3CB7199-FD51-2044-9F4E-788BA04A833C}"/>
                    </a:ext>
                  </a:extLst>
                </p:cNvPr>
                <p:cNvPicPr/>
                <p:nvPr/>
              </p:nvPicPr>
              <p:blipFill>
                <a:blip r:embed="rId115"/>
                <a:stretch>
                  <a:fillRect/>
                </a:stretch>
              </p:blipFill>
              <p:spPr>
                <a:xfrm>
                  <a:off x="1127982" y="6067782"/>
                  <a:ext cx="413624" cy="5472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8" name="Ink 77">
                  <a:extLst>
                    <a:ext uri="{FF2B5EF4-FFF2-40B4-BE49-F238E27FC236}">
                      <a16:creationId xmlns:a16="http://schemas.microsoft.com/office/drawing/2014/main" id="{B2FBF19C-05B0-014F-5B2A-454E6426E813}"/>
                    </a:ext>
                  </a:extLst>
                </p14:cNvPr>
                <p14:cNvContentPartPr/>
                <p14:nvPr/>
              </p14:nvContentPartPr>
              <p14:xfrm>
                <a:off x="1410214" y="6002262"/>
                <a:ext cx="232920" cy="174240"/>
              </p14:xfrm>
            </p:contentPart>
          </mc:Choice>
          <mc:Fallback>
            <p:pic>
              <p:nvPicPr>
                <p:cNvPr id="78" name="Ink 77">
                  <a:extLst>
                    <a:ext uri="{FF2B5EF4-FFF2-40B4-BE49-F238E27FC236}">
                      <a16:creationId xmlns:a16="http://schemas.microsoft.com/office/drawing/2014/main" id="{B2FBF19C-05B0-014F-5B2A-454E6426E813}"/>
                    </a:ext>
                  </a:extLst>
                </p:cNvPr>
                <p:cNvPicPr/>
                <p:nvPr/>
              </p:nvPicPr>
              <p:blipFill>
                <a:blip r:embed="rId117"/>
                <a:stretch>
                  <a:fillRect/>
                </a:stretch>
              </p:blipFill>
              <p:spPr>
                <a:xfrm>
                  <a:off x="1401214" y="5993262"/>
                  <a:ext cx="250560" cy="1918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9" name="Ink 78">
                  <a:extLst>
                    <a:ext uri="{FF2B5EF4-FFF2-40B4-BE49-F238E27FC236}">
                      <a16:creationId xmlns:a16="http://schemas.microsoft.com/office/drawing/2014/main" id="{0D70DFE6-0F9C-486F-A64D-61DF8A2A5F4E}"/>
                    </a:ext>
                  </a:extLst>
                </p14:cNvPr>
                <p14:cNvContentPartPr/>
                <p14:nvPr/>
              </p14:nvContentPartPr>
              <p14:xfrm>
                <a:off x="969214" y="6098742"/>
                <a:ext cx="151560" cy="136800"/>
              </p14:xfrm>
            </p:contentPart>
          </mc:Choice>
          <mc:Fallback>
            <p:pic>
              <p:nvPicPr>
                <p:cNvPr id="79" name="Ink 78">
                  <a:extLst>
                    <a:ext uri="{FF2B5EF4-FFF2-40B4-BE49-F238E27FC236}">
                      <a16:creationId xmlns:a16="http://schemas.microsoft.com/office/drawing/2014/main" id="{0D70DFE6-0F9C-486F-A64D-61DF8A2A5F4E}"/>
                    </a:ext>
                  </a:extLst>
                </p:cNvPr>
                <p:cNvPicPr/>
                <p:nvPr/>
              </p:nvPicPr>
              <p:blipFill>
                <a:blip r:embed="rId119"/>
                <a:stretch>
                  <a:fillRect/>
                </a:stretch>
              </p:blipFill>
              <p:spPr>
                <a:xfrm>
                  <a:off x="960214" y="6089742"/>
                  <a:ext cx="169200" cy="154440"/>
                </a:xfrm>
                <a:prstGeom prst="rect">
                  <a:avLst/>
                </a:prstGeom>
              </p:spPr>
            </p:pic>
          </mc:Fallback>
        </mc:AlternateContent>
      </p:grpSp>
    </p:spTree>
    <p:extLst>
      <p:ext uri="{BB962C8B-B14F-4D97-AF65-F5344CB8AC3E}">
        <p14:creationId xmlns:p14="http://schemas.microsoft.com/office/powerpoint/2010/main" val="3440728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7B1C-F1DB-4566-A222-CA65EE0460B6}"/>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Genetic Algorithms: Crossover</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72A63990-3C01-46AA-B65E-D435FE311225}"/>
              </a:ext>
            </a:extLst>
          </p:cNvPr>
          <p:cNvSpPr>
            <a:spLocks noGrp="1"/>
          </p:cNvSpPr>
          <p:nvPr>
            <p:ph type="body" idx="1"/>
          </p:nvPr>
        </p:nvSpPr>
        <p:spPr/>
        <p:txBody>
          <a:bodyPr vert="horz" lIns="91440" tIns="45720" rIns="91440" bIns="45720" rtlCol="0" anchor="t">
            <a:normAutofit/>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Combines the chromosomes of the parents to form children</a:t>
            </a:r>
          </a:p>
          <a:p>
            <a:r>
              <a:rPr lang="en-US">
                <a:latin typeface="TeXGyrePagella-Italic" panose="02000603020200000004" pitchFamily="50" charset="0"/>
                <a:ea typeface="TeXGyrePagella-Italic" panose="02000603020200000004" pitchFamily="50" charset="0"/>
                <a:cs typeface="TeXGyrePagella-Italic" panose="02000603020200000004" pitchFamily="50" charset="0"/>
              </a:rPr>
              <a:t>Single-point crossover</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swap occurs after single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crossover point</a:t>
            </a:r>
          </a:p>
          <a:p>
            <a:endParaRPr lang="en-US">
              <a:latin typeface="TeXGyrePagella-Italic" panose="02000603020200000004" pitchFamily="50" charset="0"/>
              <a:ea typeface="TeXGyrePagella-Italic" panose="02000603020200000004" pitchFamily="50" charset="0"/>
              <a:cs typeface="TeXGyrePagella-Italic" panose="02000603020200000004" pitchFamily="50" charset="0"/>
            </a:endParaRPr>
          </a:p>
          <a:p>
            <a:endParaRPr lang="en-US">
              <a:latin typeface="TeXGyrePagella-Italic" panose="02000603020200000004" pitchFamily="50" charset="0"/>
              <a:ea typeface="TeXGyrePagella-Italic" panose="02000603020200000004" pitchFamily="50" charset="0"/>
              <a:cs typeface="TeXGyrePagella-Italic" panose="02000603020200000004" pitchFamily="50" charset="0"/>
            </a:endParaRPr>
          </a:p>
          <a:p>
            <a:r>
              <a:rPr lang="en-US">
                <a:latin typeface="TeXGyrePagella-Italic" panose="02000603020200000004" pitchFamily="50" charset="0"/>
                <a:ea typeface="TeXGyrePagella-Italic" panose="02000603020200000004" pitchFamily="50" charset="0"/>
                <a:cs typeface="TeXGyrePagella-Italic" panose="02000603020200000004" pitchFamily="50" charset="0"/>
              </a:rPr>
              <a:t>Two-point crossover</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two crossover points</a:t>
            </a:r>
          </a:p>
          <a:p>
            <a:endParaRPr lang="en-US">
              <a:latin typeface="TeXGyrePagella-Regular" panose="02000603020200000003" pitchFamily="50" charset="0"/>
              <a:ea typeface="TeXGyrePagella-Regular" panose="02000603020200000003" pitchFamily="50" charset="0"/>
              <a:cs typeface="TeXGyrePagella-Regular" panose="02000603020200000003" pitchFamily="50" charset="0"/>
            </a:endParaRPr>
          </a:p>
          <a:p>
            <a:endParaRPr lang="en-US">
              <a:latin typeface="TeXGyrePagella-Regular" panose="02000603020200000003" pitchFamily="50" charset="0"/>
              <a:ea typeface="TeXGyrePagella-Regular" panose="02000603020200000003" pitchFamily="50" charset="0"/>
              <a:cs typeface="TeXGyrePagella-Regular" panose="02000603020200000003" pitchFamily="50" charset="0"/>
            </a:endParaRPr>
          </a:p>
          <a:p>
            <a:r>
              <a:rPr lang="en-US">
                <a:latin typeface="TeXGyrePagella-Italic"/>
                <a:ea typeface="TeXGyrePagella-Regular" panose="02000603020200000003" pitchFamily="50" charset="0"/>
                <a:cs typeface="TeXGyrePagella-Regular" panose="02000603020200000003" pitchFamily="50" charset="0"/>
              </a:rPr>
              <a:t>Uniform crossover</a:t>
            </a:r>
            <a:r>
              <a:rPr lang="en-US">
                <a:latin typeface="TeXGyrePagella-Regular"/>
                <a:ea typeface="TeXGyrePagella-Regular" panose="02000603020200000003" pitchFamily="50" charset="0"/>
                <a:cs typeface="TeXGyrePagella-Regular" panose="02000603020200000003" pitchFamily="50" charset="0"/>
              </a:rPr>
              <a:t>: each bit has 50% chance of crossover</a:t>
            </a:r>
          </a:p>
        </p:txBody>
      </p:sp>
      <p:pic>
        <p:nvPicPr>
          <p:cNvPr id="8" name="Graphic 7">
            <a:extLst>
              <a:ext uri="{FF2B5EF4-FFF2-40B4-BE49-F238E27FC236}">
                <a16:creationId xmlns:a16="http://schemas.microsoft.com/office/drawing/2014/main" id="{EEDC02FE-95CC-4439-B779-0CCBC6AEE4F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21442" y="2870386"/>
            <a:ext cx="5999921" cy="1117227"/>
          </a:xfrm>
          <a:prstGeom prst="rect">
            <a:avLst/>
          </a:prstGeom>
        </p:spPr>
      </p:pic>
      <p:pic>
        <p:nvPicPr>
          <p:cNvPr id="10" name="Graphic 9">
            <a:extLst>
              <a:ext uri="{FF2B5EF4-FFF2-40B4-BE49-F238E27FC236}">
                <a16:creationId xmlns:a16="http://schemas.microsoft.com/office/drawing/2014/main" id="{E23D4D93-4C9B-49B3-99DB-AFA21026E27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21440" y="4296128"/>
            <a:ext cx="5999923" cy="1117227"/>
          </a:xfrm>
          <a:prstGeom prst="rect">
            <a:avLst/>
          </a:prstGeom>
        </p:spPr>
      </p:pic>
      <p:pic>
        <p:nvPicPr>
          <p:cNvPr id="12" name="Graphic 11">
            <a:extLst>
              <a:ext uri="{FF2B5EF4-FFF2-40B4-BE49-F238E27FC236}">
                <a16:creationId xmlns:a16="http://schemas.microsoft.com/office/drawing/2014/main" id="{300AC4AF-06A1-40ED-9E07-192FED0304C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21439" y="5821182"/>
            <a:ext cx="6055583" cy="821332"/>
          </a:xfrm>
          <a:prstGeom prst="rect">
            <a:avLst/>
          </a:prstGeom>
        </p:spPr>
      </p:pic>
      <p:sp>
        <p:nvSpPr>
          <p:cNvPr id="4" name="Slide Number Placeholder 3">
            <a:extLst>
              <a:ext uri="{FF2B5EF4-FFF2-40B4-BE49-F238E27FC236}">
                <a16:creationId xmlns:a16="http://schemas.microsoft.com/office/drawing/2014/main" id="{B18BC03D-DAAD-4633-B464-A278DBE62A13}"/>
              </a:ext>
            </a:extLst>
          </p:cNvPr>
          <p:cNvSpPr>
            <a:spLocks noGrp="1"/>
          </p:cNvSpPr>
          <p:nvPr>
            <p:ph type="sldNum" sz="quarter" idx="12"/>
          </p:nvPr>
        </p:nvSpPr>
        <p:spPr/>
        <p:txBody>
          <a:bodyPr/>
          <a:lstStyle/>
          <a:p>
            <a:fld id="{5A1B4C69-69FC-4DE3-9130-497A7C9ADE60}" type="slidenum">
              <a:rPr lang="en-US" smtClean="0"/>
              <a:t>11</a:t>
            </a:fld>
            <a:endParaRPr lang="en-US"/>
          </a:p>
        </p:txBody>
      </p:sp>
    </p:spTree>
    <p:extLst>
      <p:ext uri="{BB962C8B-B14F-4D97-AF65-F5344CB8AC3E}">
        <p14:creationId xmlns:p14="http://schemas.microsoft.com/office/powerpoint/2010/main" val="1331401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B576102-0EAB-F979-41AF-15A573619016}"/>
              </a:ext>
            </a:extLst>
          </p:cNvPr>
          <p:cNvSpPr>
            <a:spLocks noGrp="1"/>
          </p:cNvSpPr>
          <p:nvPr>
            <p:ph type="sldNum" sz="quarter" idx="12"/>
          </p:nvPr>
        </p:nvSpPr>
        <p:spPr/>
        <p:txBody>
          <a:bodyPr/>
          <a:lstStyle/>
          <a:p>
            <a:fld id="{5A1B4C69-69FC-4DE3-9130-497A7C9ADE60}" type="slidenum">
              <a:rPr lang="en-US" smtClean="0"/>
              <a:t>12</a:t>
            </a:fld>
            <a:endParaRPr lang="en-US"/>
          </a:p>
        </p:txBody>
      </p:sp>
      <p:pic>
        <p:nvPicPr>
          <p:cNvPr id="5" name="Picture 4">
            <a:extLst>
              <a:ext uri="{FF2B5EF4-FFF2-40B4-BE49-F238E27FC236}">
                <a16:creationId xmlns:a16="http://schemas.microsoft.com/office/drawing/2014/main" id="{01CB7ABD-9CD1-658D-0CC5-5D1B588559DD}"/>
              </a:ext>
            </a:extLst>
          </p:cNvPr>
          <p:cNvPicPr>
            <a:picLocks noChangeAspect="1"/>
          </p:cNvPicPr>
          <p:nvPr/>
        </p:nvPicPr>
        <p:blipFill>
          <a:blip r:embed="rId2"/>
          <a:stretch>
            <a:fillRect/>
          </a:stretch>
        </p:blipFill>
        <p:spPr>
          <a:xfrm>
            <a:off x="2429835" y="0"/>
            <a:ext cx="7332329" cy="6858000"/>
          </a:xfrm>
          <a:prstGeom prst="rect">
            <a:avLst/>
          </a:prstGeom>
        </p:spPr>
      </p:pic>
    </p:spTree>
    <p:extLst>
      <p:ext uri="{BB962C8B-B14F-4D97-AF65-F5344CB8AC3E}">
        <p14:creationId xmlns:p14="http://schemas.microsoft.com/office/powerpoint/2010/main" val="631066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7B1C-F1DB-4566-A222-CA65EE0460B6}"/>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Genetic Algorithms: Mutation</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72A63990-3C01-46AA-B65E-D435FE311225}"/>
              </a:ext>
            </a:extLst>
          </p:cNvPr>
          <p:cNvSpPr>
            <a:spLocks noGrp="1"/>
          </p:cNvSpPr>
          <p:nvPr>
            <p:ph type="body"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Mutation supports exploration of new areas of design space</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Each bit or real-valued element can has a probability of being flipped or modified by noise</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The probability of an element mutating is called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mutation rate</a:t>
            </a:r>
          </a:p>
        </p:txBody>
      </p:sp>
      <p:pic>
        <p:nvPicPr>
          <p:cNvPr id="7" name="Graphic 6">
            <a:extLst>
              <a:ext uri="{FF2B5EF4-FFF2-40B4-BE49-F238E27FC236}">
                <a16:creationId xmlns:a16="http://schemas.microsoft.com/office/drawing/2014/main" id="{7D27962A-8AB2-4E87-A615-8012CF20021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1161" y="4307367"/>
            <a:ext cx="10323850" cy="853030"/>
          </a:xfrm>
          <a:prstGeom prst="rect">
            <a:avLst/>
          </a:prstGeom>
        </p:spPr>
      </p:pic>
      <p:sp>
        <p:nvSpPr>
          <p:cNvPr id="4" name="Slide Number Placeholder 3">
            <a:extLst>
              <a:ext uri="{FF2B5EF4-FFF2-40B4-BE49-F238E27FC236}">
                <a16:creationId xmlns:a16="http://schemas.microsoft.com/office/drawing/2014/main" id="{4B2979F5-BB3F-4743-B730-B0B3C9945C18}"/>
              </a:ext>
            </a:extLst>
          </p:cNvPr>
          <p:cNvSpPr>
            <a:spLocks noGrp="1"/>
          </p:cNvSpPr>
          <p:nvPr>
            <p:ph type="sldNum" sz="quarter" idx="12"/>
          </p:nvPr>
        </p:nvSpPr>
        <p:spPr/>
        <p:txBody>
          <a:bodyPr/>
          <a:lstStyle/>
          <a:p>
            <a:fld id="{5A1B4C69-69FC-4DE3-9130-497A7C9ADE60}" type="slidenum">
              <a:rPr lang="en-US" smtClean="0"/>
              <a:t>13</a:t>
            </a:fld>
            <a:endParaRPr lang="en-US"/>
          </a:p>
        </p:txBody>
      </p:sp>
    </p:spTree>
    <p:extLst>
      <p:ext uri="{BB962C8B-B14F-4D97-AF65-F5344CB8AC3E}">
        <p14:creationId xmlns:p14="http://schemas.microsoft.com/office/powerpoint/2010/main" val="3046898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6D63F5-E094-21EC-2D89-893E4AC89C1A}"/>
              </a:ext>
            </a:extLst>
          </p:cNvPr>
          <p:cNvPicPr>
            <a:picLocks noChangeAspect="1"/>
          </p:cNvPicPr>
          <p:nvPr/>
        </p:nvPicPr>
        <p:blipFill>
          <a:blip r:embed="rId2"/>
          <a:stretch>
            <a:fillRect/>
          </a:stretch>
        </p:blipFill>
        <p:spPr>
          <a:xfrm>
            <a:off x="643467" y="1357036"/>
            <a:ext cx="10905066" cy="4143926"/>
          </a:xfrm>
          <a:prstGeom prst="rect">
            <a:avLst/>
          </a:prstGeom>
        </p:spPr>
      </p:pic>
      <p:sp>
        <p:nvSpPr>
          <p:cNvPr id="2" name="Slide Number Placeholder 1">
            <a:extLst>
              <a:ext uri="{FF2B5EF4-FFF2-40B4-BE49-F238E27FC236}">
                <a16:creationId xmlns:a16="http://schemas.microsoft.com/office/drawing/2014/main" id="{A670F75A-B988-D363-C287-E7182B530224}"/>
              </a:ext>
            </a:extLst>
          </p:cNvPr>
          <p:cNvSpPr>
            <a:spLocks noGrp="1"/>
          </p:cNvSpPr>
          <p:nvPr>
            <p:ph type="sldNum" sz="quarter" idx="12"/>
          </p:nvPr>
        </p:nvSpPr>
        <p:spPr>
          <a:xfrm>
            <a:off x="8610600" y="6356350"/>
            <a:ext cx="2743200" cy="365125"/>
          </a:xfrm>
        </p:spPr>
        <p:txBody>
          <a:bodyPr>
            <a:normAutofit/>
          </a:bodyPr>
          <a:lstStyle/>
          <a:p>
            <a:pPr>
              <a:spcAft>
                <a:spcPts val="600"/>
              </a:spcAft>
            </a:pPr>
            <a:fld id="{273A85BE-9DD1-40FA-B588-5DB3D2EB661C}" type="slidenum">
              <a:rPr lang="en-US" smtClean="0"/>
              <a:pPr>
                <a:spcAft>
                  <a:spcPts val="600"/>
                </a:spcAft>
              </a:pPr>
              <a:t>14</a:t>
            </a:fld>
            <a:endParaRPr lang="en-US"/>
          </a:p>
        </p:txBody>
      </p:sp>
    </p:spTree>
    <p:extLst>
      <p:ext uri="{BB962C8B-B14F-4D97-AF65-F5344CB8AC3E}">
        <p14:creationId xmlns:p14="http://schemas.microsoft.com/office/powerpoint/2010/main" val="4036904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47B1C-F1DB-4566-A222-CA65EE0460B6}"/>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Genetic Algorithms</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72A63990-3C01-46AA-B65E-D435FE311225}"/>
              </a:ext>
            </a:extLst>
          </p:cNvPr>
          <p:cNvSpPr>
            <a:spLocks noGrp="1"/>
          </p:cNvSpPr>
          <p:nvPr>
            <p:ph type="body"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Genetic algorithm with truncation selection, single point crossover, and Gaussian mutation applied to </a:t>
            </a:r>
            <a:r>
              <a:rPr lang="en-US" err="1">
                <a:latin typeface="TeXGyrePagella-Regular" panose="02000603020200000003" pitchFamily="50" charset="0"/>
                <a:ea typeface="TeXGyrePagella-Regular" panose="02000603020200000003" pitchFamily="50" charset="0"/>
                <a:cs typeface="TeXGyrePagella-Regular" panose="02000603020200000003" pitchFamily="50" charset="0"/>
              </a:rPr>
              <a:t>Michalewicz</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function</a:t>
            </a:r>
          </a:p>
        </p:txBody>
      </p:sp>
      <p:pic>
        <p:nvPicPr>
          <p:cNvPr id="18" name="Graphic 17">
            <a:extLst>
              <a:ext uri="{FF2B5EF4-FFF2-40B4-BE49-F238E27FC236}">
                <a16:creationId xmlns:a16="http://schemas.microsoft.com/office/drawing/2014/main" id="{5DC0B84A-143A-4CCF-9162-073418EC2AE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2216" y="3595085"/>
            <a:ext cx="10911424" cy="2848986"/>
          </a:xfrm>
          <a:prstGeom prst="rect">
            <a:avLst/>
          </a:prstGeom>
        </p:spPr>
      </p:pic>
      <p:sp>
        <p:nvSpPr>
          <p:cNvPr id="4" name="Slide Number Placeholder 3">
            <a:extLst>
              <a:ext uri="{FF2B5EF4-FFF2-40B4-BE49-F238E27FC236}">
                <a16:creationId xmlns:a16="http://schemas.microsoft.com/office/drawing/2014/main" id="{4860BCF7-1DA9-4CC0-A8B6-DD60AB2825A9}"/>
              </a:ext>
            </a:extLst>
          </p:cNvPr>
          <p:cNvSpPr>
            <a:spLocks noGrp="1"/>
          </p:cNvSpPr>
          <p:nvPr>
            <p:ph type="sldNum" sz="quarter" idx="12"/>
          </p:nvPr>
        </p:nvSpPr>
        <p:spPr/>
        <p:txBody>
          <a:bodyPr/>
          <a:lstStyle/>
          <a:p>
            <a:fld id="{5A1B4C69-69FC-4DE3-9130-497A7C9ADE60}" type="slidenum">
              <a:rPr lang="en-US" smtClean="0"/>
              <a:t>15</a:t>
            </a:fld>
            <a:endParaRPr lang="en-US"/>
          </a:p>
        </p:txBody>
      </p:sp>
    </p:spTree>
    <p:extLst>
      <p:ext uri="{BB962C8B-B14F-4D97-AF65-F5344CB8AC3E}">
        <p14:creationId xmlns:p14="http://schemas.microsoft.com/office/powerpoint/2010/main" val="3069921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734763-5D32-F066-0698-9B248053235F}"/>
              </a:ext>
            </a:extLst>
          </p:cNvPr>
          <p:cNvPicPr>
            <a:picLocks noChangeAspect="1"/>
          </p:cNvPicPr>
          <p:nvPr/>
        </p:nvPicPr>
        <p:blipFill>
          <a:blip r:embed="rId2"/>
          <a:stretch>
            <a:fillRect/>
          </a:stretch>
        </p:blipFill>
        <p:spPr>
          <a:xfrm>
            <a:off x="1434018" y="643466"/>
            <a:ext cx="9323963" cy="5571067"/>
          </a:xfrm>
          <a:prstGeom prst="rect">
            <a:avLst/>
          </a:prstGeom>
        </p:spPr>
      </p:pic>
      <p:sp>
        <p:nvSpPr>
          <p:cNvPr id="2" name="Slide Number Placeholder 1">
            <a:extLst>
              <a:ext uri="{FF2B5EF4-FFF2-40B4-BE49-F238E27FC236}">
                <a16:creationId xmlns:a16="http://schemas.microsoft.com/office/drawing/2014/main" id="{1E78687E-3522-4C90-1057-71B8744A6DA2}"/>
              </a:ext>
            </a:extLst>
          </p:cNvPr>
          <p:cNvSpPr>
            <a:spLocks noGrp="1"/>
          </p:cNvSpPr>
          <p:nvPr>
            <p:ph type="sldNum" sz="quarter" idx="12"/>
          </p:nvPr>
        </p:nvSpPr>
        <p:spPr>
          <a:xfrm>
            <a:off x="8610600" y="6356350"/>
            <a:ext cx="2743200" cy="365125"/>
          </a:xfrm>
        </p:spPr>
        <p:txBody>
          <a:bodyPr>
            <a:normAutofit/>
          </a:bodyPr>
          <a:lstStyle/>
          <a:p>
            <a:pPr>
              <a:spcAft>
                <a:spcPts val="600"/>
              </a:spcAft>
            </a:pPr>
            <a:fld id="{273A85BE-9DD1-40FA-B588-5DB3D2EB661C}" type="slidenum">
              <a:rPr lang="en-US" smtClean="0"/>
              <a:pPr>
                <a:spcAft>
                  <a:spcPts val="600"/>
                </a:spcAft>
              </a:pPr>
              <a:t>16</a:t>
            </a:fld>
            <a:endParaRPr lang="en-US"/>
          </a:p>
        </p:txBody>
      </p:sp>
    </p:spTree>
    <p:extLst>
      <p:ext uri="{BB962C8B-B14F-4D97-AF65-F5344CB8AC3E}">
        <p14:creationId xmlns:p14="http://schemas.microsoft.com/office/powerpoint/2010/main" val="2081055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E031D-151E-4633-9FD0-187F1841721A}"/>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Differential Evolution</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59DDE795-01F5-477D-9DBB-00A571C2953E}"/>
              </a:ext>
            </a:extLst>
          </p:cNvPr>
          <p:cNvSpPr>
            <a:spLocks noGrp="1"/>
          </p:cNvSpPr>
          <p:nvPr>
            <p:ph type="body"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Improves each individual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x</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by recombining other individuals according to a simple formula</a:t>
            </a:r>
          </a:p>
          <a:p>
            <a:pPr marL="514350" indent="-514350">
              <a:buFont typeface="+mj-lt"/>
              <a:buAutoNum type="arabicPeriod"/>
            </a:pP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Choose three random, distinct individuals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a</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b</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and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c</a:t>
            </a:r>
          </a:p>
          <a:p>
            <a:pPr marL="514350" indent="-514350">
              <a:buFont typeface="+mj-lt"/>
              <a:buAutoNum type="arabicPeriod"/>
            </a:pP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Construct interim design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z</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a</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w</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b </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c</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a:t>
            </a:r>
          </a:p>
          <a:p>
            <a:pPr marL="514350" indent="-514350">
              <a:buFont typeface="+mj-lt"/>
              <a:buAutoNum type="arabicPeriod"/>
            </a:pP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Choose a random dimension to optimize in</a:t>
            </a:r>
          </a:p>
          <a:p>
            <a:pPr marL="514350" indent="-514350">
              <a:buFont typeface="+mj-lt"/>
              <a:buAutoNum type="arabicPeriod"/>
            </a:pP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Construct candidate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x</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via binary crossover of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x</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and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z</a:t>
            </a:r>
          </a:p>
          <a:p>
            <a:pPr marL="514350" indent="-514350">
              <a:buFont typeface="+mj-lt"/>
              <a:buAutoNum type="arabicPeriod"/>
            </a:pP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Insert better design between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x</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and </a:t>
            </a:r>
            <a:r>
              <a:rPr lang="en-US" b="1">
                <a:latin typeface="TeXGyrePagella-Regular" panose="02000603020200000003" pitchFamily="50" charset="0"/>
                <a:ea typeface="TeXGyrePagella-Regular" panose="02000603020200000003" pitchFamily="50" charset="0"/>
                <a:cs typeface="TeXGyrePagella-Regular" panose="02000603020200000003" pitchFamily="50" charset="0"/>
              </a:rPr>
              <a:t>x</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into next generation</a:t>
            </a:r>
          </a:p>
        </p:txBody>
      </p:sp>
      <p:sp>
        <p:nvSpPr>
          <p:cNvPr id="4" name="Slide Number Placeholder 3">
            <a:extLst>
              <a:ext uri="{FF2B5EF4-FFF2-40B4-BE49-F238E27FC236}">
                <a16:creationId xmlns:a16="http://schemas.microsoft.com/office/drawing/2014/main" id="{B0B4F382-E4D5-4DBA-8895-497CD91D6394}"/>
              </a:ext>
            </a:extLst>
          </p:cNvPr>
          <p:cNvSpPr>
            <a:spLocks noGrp="1"/>
          </p:cNvSpPr>
          <p:nvPr>
            <p:ph type="sldNum" sz="quarter" idx="12"/>
          </p:nvPr>
        </p:nvSpPr>
        <p:spPr/>
        <p:txBody>
          <a:bodyPr/>
          <a:lstStyle/>
          <a:p>
            <a:fld id="{5A1B4C69-69FC-4DE3-9130-497A7C9ADE60}" type="slidenum">
              <a:rPr lang="en-US" smtClean="0"/>
              <a:t>17</a:t>
            </a:fld>
            <a:endParaRPr lang="en-US"/>
          </a:p>
        </p:txBody>
      </p:sp>
    </p:spTree>
    <p:extLst>
      <p:ext uri="{BB962C8B-B14F-4D97-AF65-F5344CB8AC3E}">
        <p14:creationId xmlns:p14="http://schemas.microsoft.com/office/powerpoint/2010/main" val="4374292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5EBF2E41-D73C-0C85-6D10-288EAA339A06}"/>
              </a:ext>
            </a:extLst>
          </p:cNvPr>
          <p:cNvPicPr>
            <a:picLocks noChangeAspect="1"/>
          </p:cNvPicPr>
          <p:nvPr/>
        </p:nvPicPr>
        <p:blipFill>
          <a:blip r:embed="rId2"/>
          <a:srcRect b="5081"/>
          <a:stretch>
            <a:fillRect/>
          </a:stretch>
        </p:blipFill>
        <p:spPr>
          <a:xfrm>
            <a:off x="20" y="1282"/>
            <a:ext cx="12191980" cy="6856718"/>
          </a:xfrm>
          <a:prstGeom prst="rect">
            <a:avLst/>
          </a:prstGeom>
        </p:spPr>
      </p:pic>
      <p:sp>
        <p:nvSpPr>
          <p:cNvPr id="2" name="Slide Number Placeholder 1">
            <a:extLst>
              <a:ext uri="{FF2B5EF4-FFF2-40B4-BE49-F238E27FC236}">
                <a16:creationId xmlns:a16="http://schemas.microsoft.com/office/drawing/2014/main" id="{7FB39F05-B911-B1EF-8539-281EF570BFE4}"/>
              </a:ext>
            </a:extLst>
          </p:cNvPr>
          <p:cNvSpPr>
            <a:spLocks noGrp="1"/>
          </p:cNvSpPr>
          <p:nvPr>
            <p:ph type="sldNum" sz="quarter" idx="12"/>
          </p:nvPr>
        </p:nvSpPr>
        <p:spPr>
          <a:xfrm>
            <a:off x="8610600" y="6356350"/>
            <a:ext cx="2743200" cy="365125"/>
          </a:xfrm>
        </p:spPr>
        <p:txBody>
          <a:bodyPr>
            <a:normAutofit/>
          </a:bodyPr>
          <a:lstStyle/>
          <a:p>
            <a:pPr>
              <a:spcAft>
                <a:spcPts val="600"/>
              </a:spcAft>
            </a:pPr>
            <a:fld id="{273A85BE-9DD1-40FA-B588-5DB3D2EB661C}" type="slidenum">
              <a:rPr lang="en-US">
                <a:solidFill>
                  <a:srgbClr val="FFFFFF"/>
                </a:solidFill>
              </a:rPr>
              <a:pPr>
                <a:spcAft>
                  <a:spcPts val="600"/>
                </a:spcAft>
              </a:pPr>
              <a:t>18</a:t>
            </a:fld>
            <a:endParaRPr lang="en-US">
              <a:solidFill>
                <a:srgbClr val="FFFFFF"/>
              </a:solidFill>
            </a:endParaRPr>
          </a:p>
        </p:txBody>
      </p:sp>
    </p:spTree>
    <p:extLst>
      <p:ext uri="{BB962C8B-B14F-4D97-AF65-F5344CB8AC3E}">
        <p14:creationId xmlns:p14="http://schemas.microsoft.com/office/powerpoint/2010/main" val="3437380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E031D-151E-4633-9FD0-187F1841721A}"/>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Differential Evolution</a:t>
            </a:r>
            <a:endParaRPr lang="en-US" b="0" i="0" u="none" strike="noStrike" baseline="0">
              <a:latin typeface="TeXGyrePagella-Regular" panose="02000603020200000003" pitchFamily="50" charset="0"/>
            </a:endParaRPr>
          </a:p>
        </p:txBody>
      </p:sp>
      <p:pic>
        <p:nvPicPr>
          <p:cNvPr id="7" name="Graphic 6">
            <a:extLst>
              <a:ext uri="{FF2B5EF4-FFF2-40B4-BE49-F238E27FC236}">
                <a16:creationId xmlns:a16="http://schemas.microsoft.com/office/drawing/2014/main" id="{B6FCE0F6-41B3-4D45-B46F-830266F950C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82541" y="1428295"/>
            <a:ext cx="10222064" cy="5192736"/>
          </a:xfrm>
          <a:prstGeom prst="rect">
            <a:avLst/>
          </a:prstGeom>
        </p:spPr>
      </p:pic>
      <p:sp>
        <p:nvSpPr>
          <p:cNvPr id="3" name="Slide Number Placeholder 2">
            <a:extLst>
              <a:ext uri="{FF2B5EF4-FFF2-40B4-BE49-F238E27FC236}">
                <a16:creationId xmlns:a16="http://schemas.microsoft.com/office/drawing/2014/main" id="{B040CE70-7D2E-460F-BAA1-00B21DE9C9A8}"/>
              </a:ext>
            </a:extLst>
          </p:cNvPr>
          <p:cNvSpPr>
            <a:spLocks noGrp="1"/>
          </p:cNvSpPr>
          <p:nvPr>
            <p:ph type="sldNum" sz="quarter" idx="12"/>
          </p:nvPr>
        </p:nvSpPr>
        <p:spPr/>
        <p:txBody>
          <a:bodyPr/>
          <a:lstStyle/>
          <a:p>
            <a:fld id="{5A1B4C69-69FC-4DE3-9130-497A7C9ADE60}" type="slidenum">
              <a:rPr lang="en-US" smtClean="0"/>
              <a:t>19</a:t>
            </a:fld>
            <a:endParaRPr lang="en-US"/>
          </a:p>
        </p:txBody>
      </p:sp>
    </p:spTree>
    <p:extLst>
      <p:ext uri="{BB962C8B-B14F-4D97-AF65-F5344CB8AC3E}">
        <p14:creationId xmlns:p14="http://schemas.microsoft.com/office/powerpoint/2010/main" val="2372874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FBC06-4817-4307-AAC0-0F3984A7A56F}"/>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Particle Swarm Optimization</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D4805DB4-3E3E-47E1-9480-331ABB45EA6E}"/>
              </a:ext>
            </a:extLst>
          </p:cNvPr>
          <p:cNvSpPr>
            <a:spLocks noGrp="1"/>
          </p:cNvSpPr>
          <p:nvPr>
            <p:ph type="body"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Each individual, or </a:t>
            </a:r>
            <a:r>
              <a:rPr lang="en-US">
                <a:latin typeface="TeXGyrePagella-Italic" panose="02000603020200000004" pitchFamily="50" charset="0"/>
                <a:ea typeface="TeXGyrePagella-Italic" panose="02000603020200000004" pitchFamily="50" charset="0"/>
                <a:cs typeface="TeXGyrePagella-Italic" panose="02000603020200000004" pitchFamily="50" charset="0"/>
              </a:rPr>
              <a:t>particle</a:t>
            </a:r>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 tracks the following</a:t>
            </a:r>
          </a:p>
          <a:p>
            <a:pPr lvl="1"/>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Current position</a:t>
            </a:r>
          </a:p>
          <a:p>
            <a:pPr lvl="1"/>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Current velocity</a:t>
            </a:r>
          </a:p>
          <a:p>
            <a:pPr lvl="1"/>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Best position seen so far by the particle</a:t>
            </a:r>
          </a:p>
          <a:p>
            <a:pPr lvl="1"/>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Best position seen so far by any particle</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At each iteration, these factors produce “force” and “momentum” effects to determine each particle’s movement</a:t>
            </a:r>
          </a:p>
        </p:txBody>
      </p:sp>
      <p:pic>
        <p:nvPicPr>
          <p:cNvPr id="5" name="Graphic 4">
            <a:extLst>
              <a:ext uri="{FF2B5EF4-FFF2-40B4-BE49-F238E27FC236}">
                <a16:creationId xmlns:a16="http://schemas.microsoft.com/office/drawing/2014/main" id="{4DAA526B-402D-4641-9ACE-695ECC749E0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3043" t="13450" r="25193" b="76115"/>
          <a:stretch/>
        </p:blipFill>
        <p:spPr>
          <a:xfrm>
            <a:off x="2450887" y="4793199"/>
            <a:ext cx="7290226" cy="1901799"/>
          </a:xfrm>
          <a:prstGeom prst="rect">
            <a:avLst/>
          </a:prstGeom>
        </p:spPr>
      </p:pic>
      <p:sp>
        <p:nvSpPr>
          <p:cNvPr id="4" name="Slide Number Placeholder 3">
            <a:extLst>
              <a:ext uri="{FF2B5EF4-FFF2-40B4-BE49-F238E27FC236}">
                <a16:creationId xmlns:a16="http://schemas.microsoft.com/office/drawing/2014/main" id="{538E5C4C-B16B-4C3E-A347-CC8D1D37F831}"/>
              </a:ext>
            </a:extLst>
          </p:cNvPr>
          <p:cNvSpPr>
            <a:spLocks noGrp="1"/>
          </p:cNvSpPr>
          <p:nvPr>
            <p:ph type="sldNum" sz="quarter" idx="12"/>
          </p:nvPr>
        </p:nvSpPr>
        <p:spPr/>
        <p:txBody>
          <a:bodyPr/>
          <a:lstStyle/>
          <a:p>
            <a:fld id="{5A1B4C69-69FC-4DE3-9130-497A7C9ADE60}" type="slidenum">
              <a:rPr lang="en-US" smtClean="0"/>
              <a:t>20</a:t>
            </a:fld>
            <a:endParaRPr lang="en-US"/>
          </a:p>
        </p:txBody>
      </p:sp>
    </p:spTree>
    <p:extLst>
      <p:ext uri="{BB962C8B-B14F-4D97-AF65-F5344CB8AC3E}">
        <p14:creationId xmlns:p14="http://schemas.microsoft.com/office/powerpoint/2010/main" val="612815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318833-CF66-2905-3862-87B2F8AC256E}"/>
              </a:ext>
            </a:extLst>
          </p:cNvPr>
          <p:cNvSpPr>
            <a:spLocks noGrp="1"/>
          </p:cNvSpPr>
          <p:nvPr>
            <p:ph type="sldNum" sz="quarter" idx="12"/>
          </p:nvPr>
        </p:nvSpPr>
        <p:spPr/>
        <p:txBody>
          <a:bodyPr/>
          <a:lstStyle/>
          <a:p>
            <a:fld id="{273A85BE-9DD1-40FA-B588-5DB3D2EB661C}" type="slidenum">
              <a:rPr lang="en-US" smtClean="0"/>
              <a:t>21</a:t>
            </a:fld>
            <a:endParaRPr lang="en-US"/>
          </a:p>
        </p:txBody>
      </p:sp>
      <p:pic>
        <p:nvPicPr>
          <p:cNvPr id="4" name="Picture 3">
            <a:extLst>
              <a:ext uri="{FF2B5EF4-FFF2-40B4-BE49-F238E27FC236}">
                <a16:creationId xmlns:a16="http://schemas.microsoft.com/office/drawing/2014/main" id="{AC4334D7-224B-DF61-A4FA-4E7DA53C1225}"/>
              </a:ext>
            </a:extLst>
          </p:cNvPr>
          <p:cNvPicPr>
            <a:picLocks noChangeAspect="1"/>
          </p:cNvPicPr>
          <p:nvPr/>
        </p:nvPicPr>
        <p:blipFill>
          <a:blip r:embed="rId2"/>
          <a:stretch>
            <a:fillRect/>
          </a:stretch>
        </p:blipFill>
        <p:spPr>
          <a:xfrm>
            <a:off x="2209800" y="777178"/>
            <a:ext cx="7772400" cy="5303643"/>
          </a:xfrm>
          <a:prstGeom prst="rect">
            <a:avLst/>
          </a:prstGeom>
        </p:spPr>
      </p:pic>
    </p:spTree>
    <p:extLst>
      <p:ext uri="{BB962C8B-B14F-4D97-AF65-F5344CB8AC3E}">
        <p14:creationId xmlns:p14="http://schemas.microsoft.com/office/powerpoint/2010/main" val="4008647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5E2831-1E90-E736-B30B-E678C36B8D3D}"/>
              </a:ext>
            </a:extLst>
          </p:cNvPr>
          <p:cNvSpPr>
            <a:spLocks noGrp="1"/>
          </p:cNvSpPr>
          <p:nvPr>
            <p:ph type="sldNum" sz="quarter" idx="12"/>
          </p:nvPr>
        </p:nvSpPr>
        <p:spPr/>
        <p:txBody>
          <a:bodyPr/>
          <a:lstStyle/>
          <a:p>
            <a:fld id="{273A85BE-9DD1-40FA-B588-5DB3D2EB661C}" type="slidenum">
              <a:rPr lang="en-US" smtClean="0"/>
              <a:t>22</a:t>
            </a:fld>
            <a:endParaRPr lang="en-US"/>
          </a:p>
        </p:txBody>
      </p:sp>
      <p:pic>
        <p:nvPicPr>
          <p:cNvPr id="3" name="Picture 2">
            <a:extLst>
              <a:ext uri="{FF2B5EF4-FFF2-40B4-BE49-F238E27FC236}">
                <a16:creationId xmlns:a16="http://schemas.microsoft.com/office/drawing/2014/main" id="{1AE2D1C0-A2BA-D010-6DBC-04C0A02291BC}"/>
              </a:ext>
            </a:extLst>
          </p:cNvPr>
          <p:cNvPicPr>
            <a:picLocks noChangeAspect="1"/>
          </p:cNvPicPr>
          <p:nvPr/>
        </p:nvPicPr>
        <p:blipFill>
          <a:blip r:embed="rId2"/>
          <a:stretch>
            <a:fillRect/>
          </a:stretch>
        </p:blipFill>
        <p:spPr>
          <a:xfrm>
            <a:off x="2209800" y="1771727"/>
            <a:ext cx="7772400" cy="3314545"/>
          </a:xfrm>
          <a:prstGeom prst="rect">
            <a:avLst/>
          </a:prstGeom>
        </p:spPr>
      </p:pic>
    </p:spTree>
    <p:extLst>
      <p:ext uri="{BB962C8B-B14F-4D97-AF65-F5344CB8AC3E}">
        <p14:creationId xmlns:p14="http://schemas.microsoft.com/office/powerpoint/2010/main" val="1522164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FBC06-4817-4307-AAC0-0F3984A7A56F}"/>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Particle Swarm Optimization</a:t>
            </a:r>
            <a:endParaRPr lang="en-US" b="0" i="0" u="none" strike="noStrike" baseline="0">
              <a:latin typeface="TeXGyrePagella-Regular" panose="02000603020200000003" pitchFamily="50" charset="0"/>
            </a:endParaRPr>
          </a:p>
        </p:txBody>
      </p:sp>
      <p:sp>
        <p:nvSpPr>
          <p:cNvPr id="5" name="Text Placeholder 4">
            <a:extLst>
              <a:ext uri="{FF2B5EF4-FFF2-40B4-BE49-F238E27FC236}">
                <a16:creationId xmlns:a16="http://schemas.microsoft.com/office/drawing/2014/main" id="{BE799E98-9975-4A04-BAFE-646DFD57816F}"/>
              </a:ext>
            </a:extLst>
          </p:cNvPr>
          <p:cNvSpPr>
            <a:spLocks noGrp="1"/>
          </p:cNvSpPr>
          <p:nvPr>
            <p:ph type="body" idx="1"/>
          </p:nvPr>
        </p:nvSpPr>
        <p:spPr/>
        <p:txBody>
          <a:bodyPr/>
          <a:lstStyle/>
          <a:p>
            <a:endParaRPr lang="en-US"/>
          </a:p>
        </p:txBody>
      </p:sp>
      <p:pic>
        <p:nvPicPr>
          <p:cNvPr id="6" name="Graphic 5">
            <a:extLst>
              <a:ext uri="{FF2B5EF4-FFF2-40B4-BE49-F238E27FC236}">
                <a16:creationId xmlns:a16="http://schemas.microsoft.com/office/drawing/2014/main" id="{424DAF19-7AD9-4BBC-8A84-8CE13AA2727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2751" y="1408923"/>
            <a:ext cx="10166498" cy="4924397"/>
          </a:xfrm>
          <a:prstGeom prst="rect">
            <a:avLst/>
          </a:prstGeom>
        </p:spPr>
      </p:pic>
      <p:sp>
        <p:nvSpPr>
          <p:cNvPr id="3" name="Slide Number Placeholder 2">
            <a:extLst>
              <a:ext uri="{FF2B5EF4-FFF2-40B4-BE49-F238E27FC236}">
                <a16:creationId xmlns:a16="http://schemas.microsoft.com/office/drawing/2014/main" id="{0C171539-D135-41F4-A445-A8488ADCF088}"/>
              </a:ext>
            </a:extLst>
          </p:cNvPr>
          <p:cNvSpPr>
            <a:spLocks noGrp="1"/>
          </p:cNvSpPr>
          <p:nvPr>
            <p:ph type="sldNum" sz="quarter" idx="12"/>
          </p:nvPr>
        </p:nvSpPr>
        <p:spPr/>
        <p:txBody>
          <a:bodyPr/>
          <a:lstStyle/>
          <a:p>
            <a:fld id="{5A1B4C69-69FC-4DE3-9130-497A7C9ADE60}" type="slidenum">
              <a:rPr lang="en-US" smtClean="0"/>
              <a:t>23</a:t>
            </a:fld>
            <a:endParaRPr lang="en-US"/>
          </a:p>
        </p:txBody>
      </p:sp>
    </p:spTree>
    <p:extLst>
      <p:ext uri="{BB962C8B-B14F-4D97-AF65-F5344CB8AC3E}">
        <p14:creationId xmlns:p14="http://schemas.microsoft.com/office/powerpoint/2010/main" val="1037584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5ADAE-D5AE-4E42-A6F1-EA53DC486C76}"/>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Hybrid Methods</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AC4BACC5-8A4F-4FE8-9F06-D92D9E6120CB}"/>
              </a:ext>
            </a:extLst>
          </p:cNvPr>
          <p:cNvSpPr>
            <a:spLocks noGrp="1"/>
          </p:cNvSpPr>
          <p:nvPr>
            <p:ph type="body"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Generally, population methods are good at finding the best regions in design space, but do not perform as well as descent methods near the minimizer</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Hybrid methods try to leverage the strength of both methods</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Two hybrid approaches</a:t>
            </a:r>
          </a:p>
          <a:p>
            <a:pPr lvl="1"/>
            <a:r>
              <a:rPr lang="en-US">
                <a:latin typeface="TeXGyrePagella-Italic" panose="02000603020200000004" pitchFamily="50" charset="0"/>
                <a:ea typeface="TeXGyrePagella-Italic" panose="02000603020200000004" pitchFamily="50" charset="0"/>
                <a:cs typeface="TeXGyrePagella-Italic" panose="02000603020200000004" pitchFamily="50" charset="0"/>
              </a:rPr>
              <a:t>Lamarckian learning</a:t>
            </a:r>
          </a:p>
          <a:p>
            <a:pPr lvl="1"/>
            <a:r>
              <a:rPr lang="en-US">
                <a:latin typeface="TeXGyrePagella-Italic" panose="02000603020200000004" pitchFamily="50" charset="0"/>
                <a:ea typeface="TeXGyrePagella-Italic" panose="02000603020200000004" pitchFamily="50" charset="0"/>
                <a:cs typeface="TeXGyrePagella-Italic" panose="02000603020200000004" pitchFamily="50" charset="0"/>
              </a:rPr>
              <a:t>Baldwinian learning</a:t>
            </a:r>
          </a:p>
        </p:txBody>
      </p:sp>
      <p:sp>
        <p:nvSpPr>
          <p:cNvPr id="4" name="Slide Number Placeholder 3">
            <a:extLst>
              <a:ext uri="{FF2B5EF4-FFF2-40B4-BE49-F238E27FC236}">
                <a16:creationId xmlns:a16="http://schemas.microsoft.com/office/drawing/2014/main" id="{E87773A7-19DA-44F2-8F20-73D328CBF40F}"/>
              </a:ext>
            </a:extLst>
          </p:cNvPr>
          <p:cNvSpPr>
            <a:spLocks noGrp="1"/>
          </p:cNvSpPr>
          <p:nvPr>
            <p:ph type="sldNum" sz="quarter" idx="12"/>
          </p:nvPr>
        </p:nvSpPr>
        <p:spPr/>
        <p:txBody>
          <a:bodyPr/>
          <a:lstStyle/>
          <a:p>
            <a:fld id="{5A1B4C69-69FC-4DE3-9130-497A7C9ADE60}" type="slidenum">
              <a:rPr lang="en-US" smtClean="0"/>
              <a:t>24</a:t>
            </a:fld>
            <a:endParaRPr lang="en-US"/>
          </a:p>
        </p:txBody>
      </p:sp>
    </p:spTree>
    <p:extLst>
      <p:ext uri="{BB962C8B-B14F-4D97-AF65-F5344CB8AC3E}">
        <p14:creationId xmlns:p14="http://schemas.microsoft.com/office/powerpoint/2010/main" val="28438704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5ADAE-D5AE-4E42-A6F1-EA53DC486C76}"/>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Hybrid Methods</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AC4BACC5-8A4F-4FE8-9F06-D92D9E6120CB}"/>
              </a:ext>
            </a:extLst>
          </p:cNvPr>
          <p:cNvSpPr>
            <a:spLocks noGrp="1"/>
          </p:cNvSpPr>
          <p:nvPr>
            <p:ph type="body" idx="1"/>
          </p:nvPr>
        </p:nvSpPr>
        <p:spPr/>
        <p:txBody>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Lamarckian learning</a:t>
            </a:r>
          </a:p>
          <a:p>
            <a:pPr lvl="1"/>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Performs regular descent method update on each individual</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Baldwinian learning</a:t>
            </a:r>
          </a:p>
          <a:p>
            <a:pPr lvl="1"/>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Uses value of descent method update to augment the objective value of each design point</a:t>
            </a:r>
          </a:p>
        </p:txBody>
      </p:sp>
      <p:pic>
        <p:nvPicPr>
          <p:cNvPr id="5" name="Graphic 4">
            <a:extLst>
              <a:ext uri="{FF2B5EF4-FFF2-40B4-BE49-F238E27FC236}">
                <a16:creationId xmlns:a16="http://schemas.microsoft.com/office/drawing/2014/main" id="{F7F90E35-456B-4A36-A3FD-253E25FD41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97912" y="3966168"/>
            <a:ext cx="5718822" cy="2707462"/>
          </a:xfrm>
          <a:prstGeom prst="rect">
            <a:avLst/>
          </a:prstGeom>
        </p:spPr>
      </p:pic>
      <p:sp>
        <p:nvSpPr>
          <p:cNvPr id="4" name="Slide Number Placeholder 3">
            <a:extLst>
              <a:ext uri="{FF2B5EF4-FFF2-40B4-BE49-F238E27FC236}">
                <a16:creationId xmlns:a16="http://schemas.microsoft.com/office/drawing/2014/main" id="{DF633B7E-FB98-4963-B3C0-C02ADEC95937}"/>
              </a:ext>
            </a:extLst>
          </p:cNvPr>
          <p:cNvSpPr>
            <a:spLocks noGrp="1"/>
          </p:cNvSpPr>
          <p:nvPr>
            <p:ph type="sldNum" sz="quarter" idx="12"/>
          </p:nvPr>
        </p:nvSpPr>
        <p:spPr/>
        <p:txBody>
          <a:bodyPr/>
          <a:lstStyle/>
          <a:p>
            <a:fld id="{5A1B4C69-69FC-4DE3-9130-497A7C9ADE60}" type="slidenum">
              <a:rPr lang="en-US" smtClean="0"/>
              <a:t>25</a:t>
            </a:fld>
            <a:endParaRPr lang="en-US"/>
          </a:p>
        </p:txBody>
      </p:sp>
    </p:spTree>
    <p:extLst>
      <p:ext uri="{BB962C8B-B14F-4D97-AF65-F5344CB8AC3E}">
        <p14:creationId xmlns:p14="http://schemas.microsoft.com/office/powerpoint/2010/main" val="524207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5ADAE-D5AE-4E42-A6F1-EA53DC486C76}"/>
              </a:ext>
            </a:extLst>
          </p:cNvPr>
          <p:cNvSpPr>
            <a:spLocks noGrp="1"/>
          </p:cNvSpPr>
          <p:nvPr>
            <p:ph type="title"/>
          </p:nvPr>
        </p:nvSpPr>
        <p:spPr/>
        <p:txBody>
          <a:bodyPr/>
          <a:lstStyle/>
          <a:p>
            <a:pPr marR="0" rtl="0"/>
            <a:r>
              <a:rPr lang="en-US" b="0" i="1" u="none" strike="noStrike" baseline="0">
                <a:latin typeface="TeXGyrePagella-Italic" panose="02000603020200000004" pitchFamily="50" charset="0"/>
              </a:rPr>
              <a:t>Summary</a:t>
            </a:r>
            <a:endParaRPr lang="en-US" b="0" i="0" u="none" strike="noStrike" baseline="0">
              <a:latin typeface="TeXGyrePagella-Regular" panose="02000603020200000003" pitchFamily="50" charset="0"/>
            </a:endParaRPr>
          </a:p>
        </p:txBody>
      </p:sp>
      <p:sp>
        <p:nvSpPr>
          <p:cNvPr id="3" name="Text Placeholder 2">
            <a:extLst>
              <a:ext uri="{FF2B5EF4-FFF2-40B4-BE49-F238E27FC236}">
                <a16:creationId xmlns:a16="http://schemas.microsoft.com/office/drawing/2014/main" id="{AC4BACC5-8A4F-4FE8-9F06-D92D9E6120CB}"/>
              </a:ext>
            </a:extLst>
          </p:cNvPr>
          <p:cNvSpPr>
            <a:spLocks noGrp="1"/>
          </p:cNvSpPr>
          <p:nvPr>
            <p:ph type="body" idx="1"/>
          </p:nvPr>
        </p:nvSpPr>
        <p:spPr>
          <a:xfrm>
            <a:off x="838200" y="1825624"/>
            <a:ext cx="10515600" cy="7071885"/>
          </a:xfrm>
        </p:spPr>
        <p:txBody>
          <a:bodyPr>
            <a:normAutofit/>
          </a:bodyPr>
          <a:lstStyle/>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Population methods use a collection of individuals in the design space to guide progression toward an optimum</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Genetic algorithms leverage selection, crossover, and mutations to produce better subsequent generations</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Differential evolution, particle swarm optimization, the firefly algorithm, and cuckoo search include rules and mechanisms for attracting design points to the best individuals in the population while maintaining suitable state space exploration</a:t>
            </a:r>
          </a:p>
          <a:p>
            <a:r>
              <a:rPr lang="en-US">
                <a:latin typeface="TeXGyrePagella-Regular" panose="02000603020200000003" pitchFamily="50" charset="0"/>
                <a:ea typeface="TeXGyrePagella-Regular" panose="02000603020200000003" pitchFamily="50" charset="0"/>
                <a:cs typeface="TeXGyrePagella-Regular" panose="02000603020200000003" pitchFamily="50" charset="0"/>
              </a:rPr>
              <a:t>Population methods can be extended with local search approaches to improve convergence</a:t>
            </a:r>
          </a:p>
        </p:txBody>
      </p:sp>
      <p:sp>
        <p:nvSpPr>
          <p:cNvPr id="4" name="Slide Number Placeholder 3">
            <a:extLst>
              <a:ext uri="{FF2B5EF4-FFF2-40B4-BE49-F238E27FC236}">
                <a16:creationId xmlns:a16="http://schemas.microsoft.com/office/drawing/2014/main" id="{948F9CBC-476A-4E83-A1FD-A54F66972FCA}"/>
              </a:ext>
            </a:extLst>
          </p:cNvPr>
          <p:cNvSpPr>
            <a:spLocks noGrp="1"/>
          </p:cNvSpPr>
          <p:nvPr>
            <p:ph type="sldNum" sz="quarter" idx="12"/>
          </p:nvPr>
        </p:nvSpPr>
        <p:spPr/>
        <p:txBody>
          <a:bodyPr/>
          <a:lstStyle/>
          <a:p>
            <a:fld id="{5A1B4C69-69FC-4DE3-9130-497A7C9ADE60}" type="slidenum">
              <a:rPr lang="en-US" smtClean="0"/>
              <a:t>26</a:t>
            </a:fld>
            <a:endParaRPr lang="en-US"/>
          </a:p>
        </p:txBody>
      </p:sp>
    </p:spTree>
    <p:extLst>
      <p:ext uri="{BB962C8B-B14F-4D97-AF65-F5344CB8AC3E}">
        <p14:creationId xmlns:p14="http://schemas.microsoft.com/office/powerpoint/2010/main" val="6450416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Slides>26</Slides>
  <Notes>0</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Population Methods</vt:lpstr>
      <vt:lpstr>Population Methods</vt:lpstr>
      <vt:lpstr>PowerPoint Presentation</vt:lpstr>
      <vt:lpstr>Initialization</vt:lpstr>
      <vt:lpstr>Genetic Algorithms</vt:lpstr>
      <vt:lpstr>PowerPoint Presentation</vt:lpstr>
      <vt:lpstr>Genetic Algorithms: Selection</vt:lpstr>
      <vt:lpstr>Genetic Algorithms: Selection</vt:lpstr>
      <vt:lpstr>PowerPoint Presentation</vt:lpstr>
      <vt:lpstr>Genetic Algorithms: Chromosomes</vt:lpstr>
      <vt:lpstr>Genetic Algorithms: Crossover</vt:lpstr>
      <vt:lpstr>PowerPoint Presentation</vt:lpstr>
      <vt:lpstr>Genetic Algorithms: Mutation</vt:lpstr>
      <vt:lpstr>PowerPoint Presentation</vt:lpstr>
      <vt:lpstr>Genetic Algorithms</vt:lpstr>
      <vt:lpstr>PowerPoint Presentation</vt:lpstr>
      <vt:lpstr>Differential Evolution</vt:lpstr>
      <vt:lpstr>PowerPoint Presentation</vt:lpstr>
      <vt:lpstr>Differential Evolution</vt:lpstr>
      <vt:lpstr>Particle Swarm Optimization</vt:lpstr>
      <vt:lpstr>PowerPoint Presentation</vt:lpstr>
      <vt:lpstr>PowerPoint Presentation</vt:lpstr>
      <vt:lpstr>Particle Swarm Optimization</vt:lpstr>
      <vt:lpstr>Hybrid Methods</vt:lpstr>
      <vt:lpstr>Hybrid Methods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 Descent</dc:title>
  <dc:creator>M Gobbs</dc:creator>
  <cp:revision>1</cp:revision>
  <cp:lastPrinted>2019-04-14T05:30:34Z</cp:lastPrinted>
  <dcterms:created xsi:type="dcterms:W3CDTF">2019-02-03T01:23:24Z</dcterms:created>
  <dcterms:modified xsi:type="dcterms:W3CDTF">2026-01-12T16:49:57Z</dcterms:modified>
</cp:coreProperties>
</file>