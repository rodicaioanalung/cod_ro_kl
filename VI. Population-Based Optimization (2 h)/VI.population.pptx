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7"/>
  </p:notesMasterIdLst>
  <p:sldIdLst>
    <p:sldId id="256" r:id="rId2"/>
    <p:sldId id="265" r:id="rId3"/>
    <p:sldId id="275" r:id="rId4"/>
    <p:sldId id="257" r:id="rId5"/>
    <p:sldId id="258" r:id="rId6"/>
    <p:sldId id="276" r:id="rId7"/>
    <p:sldId id="268" r:id="rId8"/>
    <p:sldId id="269" r:id="rId9"/>
    <p:sldId id="277" r:id="rId10"/>
    <p:sldId id="267" r:id="rId11"/>
    <p:sldId id="266" r:id="rId12"/>
    <p:sldId id="278" r:id="rId13"/>
    <p:sldId id="270" r:id="rId14"/>
    <p:sldId id="279" r:id="rId15"/>
    <p:sldId id="264" r:id="rId16"/>
    <p:sldId id="280" r:id="rId17"/>
    <p:sldId id="259" r:id="rId18"/>
    <p:sldId id="281" r:id="rId19"/>
    <p:sldId id="271" r:id="rId20"/>
    <p:sldId id="260" r:id="rId21"/>
    <p:sldId id="282" r:id="rId22"/>
    <p:sldId id="283" r:id="rId23"/>
    <p:sldId id="272" r:id="rId24"/>
    <p:sldId id="263" r:id="rId25"/>
    <p:sldId id="274" r:id="rId26"/>
  </p:sldIdLst>
  <p:sldSz cx="12192000" cy="6858000"/>
  <p:notesSz cx="9388475" cy="71024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16" d="100"/>
          <a:sy n="116" d="100"/>
        </p:scale>
        <p:origin x="86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dica Ioana Lung" userId="64ee56e8d7162e1e" providerId="LiveId" clId="{FBA19D0F-677B-56B8-863E-85AFCD084619}"/>
    <pc:docChg chg="undo custSel delSld modSld">
      <pc:chgData name="Rodica Ioana Lung" userId="64ee56e8d7162e1e" providerId="LiveId" clId="{FBA19D0F-677B-56B8-863E-85AFCD084619}" dt="2026-08-31T11:22:45.751" v="24" actId="2696"/>
      <pc:docMkLst>
        <pc:docMk/>
      </pc:docMkLst>
      <pc:sldChg chg="delSp mod">
        <pc:chgData name="Rodica Ioana Lung" userId="64ee56e8d7162e1e" providerId="LiveId" clId="{FBA19D0F-677B-56B8-863E-85AFCD084619}" dt="2026-08-31T11:20:18.338" v="6" actId="478"/>
        <pc:sldMkLst>
          <pc:docMk/>
          <pc:sldMk cId="4089355211" sldId="257"/>
        </pc:sldMkLst>
        <pc:grpChg chg="del">
          <ac:chgData name="Rodica Ioana Lung" userId="64ee56e8d7162e1e" providerId="LiveId" clId="{FBA19D0F-677B-56B8-863E-85AFCD084619}" dt="2026-08-31T11:20:18.338" v="6" actId="478"/>
          <ac:grpSpMkLst>
            <pc:docMk/>
            <pc:sldMk cId="4089355211" sldId="257"/>
            <ac:grpSpMk id="13" creationId="{F9DDCCA1-4943-3DD4-9140-308C700D4FE7}"/>
          </ac:grpSpMkLst>
        </pc:grpChg>
        <pc:grpChg chg="del">
          <ac:chgData name="Rodica Ioana Lung" userId="64ee56e8d7162e1e" providerId="LiveId" clId="{FBA19D0F-677B-56B8-863E-85AFCD084619}" dt="2026-08-31T11:20:15.734" v="5" actId="478"/>
          <ac:grpSpMkLst>
            <pc:docMk/>
            <pc:sldMk cId="4089355211" sldId="257"/>
            <ac:grpSpMk id="14" creationId="{D9D604D8-9245-13D2-6C35-7C8D5C6FDB21}"/>
          </ac:grpSpMkLst>
        </pc:grpChg>
        <pc:inkChg chg="del">
          <ac:chgData name="Rodica Ioana Lung" userId="64ee56e8d7162e1e" providerId="LiveId" clId="{FBA19D0F-677B-56B8-863E-85AFCD084619}" dt="2026-08-31T11:20:13.211" v="4" actId="478"/>
          <ac:inkMkLst>
            <pc:docMk/>
            <pc:sldMk cId="4089355211" sldId="257"/>
            <ac:inkMk id="5" creationId="{B5F0520C-EE19-0C1A-7695-D78FC2E18A6E}"/>
          </ac:inkMkLst>
        </pc:inkChg>
        <pc:inkChg chg="del">
          <ac:chgData name="Rodica Ioana Lung" userId="64ee56e8d7162e1e" providerId="LiveId" clId="{FBA19D0F-677B-56B8-863E-85AFCD084619}" dt="2026-08-31T11:20:11.674" v="3" actId="478"/>
          <ac:inkMkLst>
            <pc:docMk/>
            <pc:sldMk cId="4089355211" sldId="257"/>
            <ac:inkMk id="11" creationId="{9AEBF3EF-A811-CF1A-B577-5368955B15AC}"/>
          </ac:inkMkLst>
        </pc:inkChg>
      </pc:sldChg>
      <pc:sldChg chg="delSp mod">
        <pc:chgData name="Rodica Ioana Lung" userId="64ee56e8d7162e1e" providerId="LiveId" clId="{FBA19D0F-677B-56B8-863E-85AFCD084619}" dt="2026-08-31T11:20:23.354" v="8" actId="478"/>
        <pc:sldMkLst>
          <pc:docMk/>
          <pc:sldMk cId="217040701" sldId="258"/>
        </pc:sldMkLst>
        <pc:grpChg chg="del">
          <ac:chgData name="Rodica Ioana Lung" userId="64ee56e8d7162e1e" providerId="LiveId" clId="{FBA19D0F-677B-56B8-863E-85AFCD084619}" dt="2026-08-31T11:20:21.787" v="7" actId="478"/>
          <ac:grpSpMkLst>
            <pc:docMk/>
            <pc:sldMk cId="217040701" sldId="258"/>
            <ac:grpSpMk id="7" creationId="{A6E854D0-BC94-5539-EFE6-646B5F437F35}"/>
          </ac:grpSpMkLst>
        </pc:grpChg>
        <pc:inkChg chg="del">
          <ac:chgData name="Rodica Ioana Lung" userId="64ee56e8d7162e1e" providerId="LiveId" clId="{FBA19D0F-677B-56B8-863E-85AFCD084619}" dt="2026-08-31T11:20:23.354" v="8" actId="478"/>
          <ac:inkMkLst>
            <pc:docMk/>
            <pc:sldMk cId="217040701" sldId="258"/>
            <ac:inkMk id="8" creationId="{7AF8754A-FE03-1DBD-05ED-CBD1E44FCDBA}"/>
          </ac:inkMkLst>
        </pc:inkChg>
      </pc:sldChg>
      <pc:sldChg chg="delSp mod">
        <pc:chgData name="Rodica Ioana Lung" userId="64ee56e8d7162e1e" providerId="LiveId" clId="{FBA19D0F-677B-56B8-863E-85AFCD084619}" dt="2026-08-31T11:21:56.333" v="23" actId="478"/>
        <pc:sldMkLst>
          <pc:docMk/>
          <pc:sldMk cId="3440728347" sldId="267"/>
        </pc:sldMkLst>
        <pc:spChg chg="del">
          <ac:chgData name="Rodica Ioana Lung" userId="64ee56e8d7162e1e" providerId="LiveId" clId="{FBA19D0F-677B-56B8-863E-85AFCD084619}" dt="2026-08-31T11:21:56.333" v="23" actId="478"/>
          <ac:spMkLst>
            <pc:docMk/>
            <pc:sldMk cId="3440728347" sldId="267"/>
            <ac:spMk id="5" creationId="{8B474FA7-31CB-484F-84BF-FB9D758D27B0}"/>
          </ac:spMkLst>
        </pc:spChg>
        <pc:grpChg chg="del">
          <ac:chgData name="Rodica Ioana Lung" userId="64ee56e8d7162e1e" providerId="LiveId" clId="{FBA19D0F-677B-56B8-863E-85AFCD084619}" dt="2026-08-31T11:21:56.333" v="23" actId="478"/>
          <ac:grpSpMkLst>
            <pc:docMk/>
            <pc:sldMk cId="3440728347" sldId="267"/>
            <ac:grpSpMk id="34" creationId="{E7BF942A-928D-FF51-1358-1127D13C2AF6}"/>
          </ac:grpSpMkLst>
        </pc:grpChg>
        <pc:grpChg chg="del">
          <ac:chgData name="Rodica Ioana Lung" userId="64ee56e8d7162e1e" providerId="LiveId" clId="{FBA19D0F-677B-56B8-863E-85AFCD084619}" dt="2026-08-31T11:21:56.333" v="23" actId="478"/>
          <ac:grpSpMkLst>
            <pc:docMk/>
            <pc:sldMk cId="3440728347" sldId="267"/>
            <ac:grpSpMk id="37" creationId="{2AF984DC-C692-E94B-2B25-E478D4B243A1}"/>
          </ac:grpSpMkLst>
        </pc:grpChg>
        <pc:grpChg chg="del">
          <ac:chgData name="Rodica Ioana Lung" userId="64ee56e8d7162e1e" providerId="LiveId" clId="{FBA19D0F-677B-56B8-863E-85AFCD084619}" dt="2026-08-31T11:21:56.333" v="23" actId="478"/>
          <ac:grpSpMkLst>
            <pc:docMk/>
            <pc:sldMk cId="3440728347" sldId="267"/>
            <ac:grpSpMk id="40" creationId="{FB170EC4-6033-3E21-1B7D-7D236A5B6C2E}"/>
          </ac:grpSpMkLst>
        </pc:grpChg>
        <pc:grpChg chg="del">
          <ac:chgData name="Rodica Ioana Lung" userId="64ee56e8d7162e1e" providerId="LiveId" clId="{FBA19D0F-677B-56B8-863E-85AFCD084619}" dt="2026-08-31T11:21:56.333" v="23" actId="478"/>
          <ac:grpSpMkLst>
            <pc:docMk/>
            <pc:sldMk cId="3440728347" sldId="267"/>
            <ac:grpSpMk id="43" creationId="{ACC3487D-F7B8-568F-E63E-67A005CF7B1A}"/>
          </ac:grpSpMkLst>
        </pc:grpChg>
        <pc:grpChg chg="del">
          <ac:chgData name="Rodica Ioana Lung" userId="64ee56e8d7162e1e" providerId="LiveId" clId="{FBA19D0F-677B-56B8-863E-85AFCD084619}" dt="2026-08-31T11:21:56.333" v="23" actId="478"/>
          <ac:grpSpMkLst>
            <pc:docMk/>
            <pc:sldMk cId="3440728347" sldId="267"/>
            <ac:grpSpMk id="46" creationId="{C2A28C00-A72B-A212-1F36-58CE907B463B}"/>
          </ac:grpSpMkLst>
        </pc:grpChg>
        <pc:grpChg chg="del">
          <ac:chgData name="Rodica Ioana Lung" userId="64ee56e8d7162e1e" providerId="LiveId" clId="{FBA19D0F-677B-56B8-863E-85AFCD084619}" dt="2026-08-31T11:21:56.333" v="23" actId="478"/>
          <ac:grpSpMkLst>
            <pc:docMk/>
            <pc:sldMk cId="3440728347" sldId="267"/>
            <ac:grpSpMk id="49" creationId="{0450B4E7-33C2-7A4B-3603-3E116B8D4FCD}"/>
          </ac:grpSpMkLst>
        </pc:grpChg>
        <pc:grpChg chg="del">
          <ac:chgData name="Rodica Ioana Lung" userId="64ee56e8d7162e1e" providerId="LiveId" clId="{FBA19D0F-677B-56B8-863E-85AFCD084619}" dt="2026-08-31T11:21:56.333" v="23" actId="478"/>
          <ac:grpSpMkLst>
            <pc:docMk/>
            <pc:sldMk cId="3440728347" sldId="267"/>
            <ac:grpSpMk id="76" creationId="{B5880608-AA74-6EAA-8B66-90A66748BCFB}"/>
          </ac:grpSpMkLst>
        </pc:grpChg>
        <pc:grpChg chg="del">
          <ac:chgData name="Rodica Ioana Lung" userId="64ee56e8d7162e1e" providerId="LiveId" clId="{FBA19D0F-677B-56B8-863E-85AFCD084619}" dt="2026-08-31T11:21:56.333" v="23" actId="478"/>
          <ac:grpSpMkLst>
            <pc:docMk/>
            <pc:sldMk cId="3440728347" sldId="267"/>
            <ac:grpSpMk id="80" creationId="{73F63D79-AAB2-30C9-D1C3-4D0CAA8C0F50}"/>
          </ac:grpSpMkLst>
        </pc:grpChg>
        <pc:inkChg chg="del">
          <ac:chgData name="Rodica Ioana Lung" userId="64ee56e8d7162e1e" providerId="LiveId" clId="{FBA19D0F-677B-56B8-863E-85AFCD084619}" dt="2026-08-31T11:21:56.333" v="23" actId="478"/>
          <ac:inkMkLst>
            <pc:docMk/>
            <pc:sldMk cId="3440728347" sldId="267"/>
            <ac:inkMk id="10" creationId="{D77CD9C1-C22F-B78C-44C6-66438940CB91}"/>
          </ac:inkMkLst>
        </pc:inkChg>
      </pc:sldChg>
      <pc:sldChg chg="delSp mod">
        <pc:chgData name="Rodica Ioana Lung" userId="64ee56e8d7162e1e" providerId="LiveId" clId="{FBA19D0F-677B-56B8-863E-85AFCD084619}" dt="2026-08-31T11:20:49.665" v="11" actId="478"/>
        <pc:sldMkLst>
          <pc:docMk/>
          <pc:sldMk cId="280561711" sldId="268"/>
        </pc:sldMkLst>
        <pc:grpChg chg="del">
          <ac:chgData name="Rodica Ioana Lung" userId="64ee56e8d7162e1e" providerId="LiveId" clId="{FBA19D0F-677B-56B8-863E-85AFCD084619}" dt="2026-08-31T11:20:49.665" v="11" actId="478"/>
          <ac:grpSpMkLst>
            <pc:docMk/>
            <pc:sldMk cId="280561711" sldId="268"/>
            <ac:grpSpMk id="13" creationId="{5B44668A-EEF6-7AE1-66F0-C85831D475B4}"/>
          </ac:grpSpMkLst>
        </pc:grpChg>
        <pc:grpChg chg="del">
          <ac:chgData name="Rodica Ioana Lung" userId="64ee56e8d7162e1e" providerId="LiveId" clId="{FBA19D0F-677B-56B8-863E-85AFCD084619}" dt="2026-08-31T11:20:46.311" v="10" actId="478"/>
          <ac:grpSpMkLst>
            <pc:docMk/>
            <pc:sldMk cId="280561711" sldId="268"/>
            <ac:grpSpMk id="15" creationId="{2E125490-5CF1-E12E-B335-0486F31C296C}"/>
          </ac:grpSpMkLst>
        </pc:grpChg>
      </pc:sldChg>
      <pc:sldChg chg="delSp mod">
        <pc:chgData name="Rodica Ioana Lung" userId="64ee56e8d7162e1e" providerId="LiveId" clId="{FBA19D0F-677B-56B8-863E-85AFCD084619}" dt="2026-08-31T11:21:25.495" v="19" actId="478"/>
        <pc:sldMkLst>
          <pc:docMk/>
          <pc:sldMk cId="49161783" sldId="269"/>
        </pc:sldMkLst>
        <pc:spChg chg="del">
          <ac:chgData name="Rodica Ioana Lung" userId="64ee56e8d7162e1e" providerId="LiveId" clId="{FBA19D0F-677B-56B8-863E-85AFCD084619}" dt="2026-08-31T11:21:25.495" v="19" actId="478"/>
          <ac:spMkLst>
            <pc:docMk/>
            <pc:sldMk cId="49161783" sldId="269"/>
            <ac:spMk id="3" creationId="{A072F4DA-73F0-4331-852D-E4D6973DBC46}"/>
          </ac:spMkLst>
        </pc:spChg>
        <pc:grpChg chg="del">
          <ac:chgData name="Rodica Ioana Lung" userId="64ee56e8d7162e1e" providerId="LiveId" clId="{FBA19D0F-677B-56B8-863E-85AFCD084619}" dt="2026-08-31T11:20:56.377" v="12" actId="478"/>
          <ac:grpSpMkLst>
            <pc:docMk/>
            <pc:sldMk cId="49161783" sldId="269"/>
            <ac:grpSpMk id="14" creationId="{6EE313A5-1CF5-9C3A-1F49-72AB7FA1C06D}"/>
          </ac:grpSpMkLst>
        </pc:grpChg>
        <pc:grpChg chg="del">
          <ac:chgData name="Rodica Ioana Lung" userId="64ee56e8d7162e1e" providerId="LiveId" clId="{FBA19D0F-677B-56B8-863E-85AFCD084619}" dt="2026-08-31T11:21:25.495" v="19" actId="478"/>
          <ac:grpSpMkLst>
            <pc:docMk/>
            <pc:sldMk cId="49161783" sldId="269"/>
            <ac:grpSpMk id="22" creationId="{455B808C-1B70-7BEB-E4FC-176071FE633E}"/>
          </ac:grpSpMkLst>
        </pc:grpChg>
        <pc:grpChg chg="del">
          <ac:chgData name="Rodica Ioana Lung" userId="64ee56e8d7162e1e" providerId="LiveId" clId="{FBA19D0F-677B-56B8-863E-85AFCD084619}" dt="2026-08-31T11:21:25.495" v="19" actId="478"/>
          <ac:grpSpMkLst>
            <pc:docMk/>
            <pc:sldMk cId="49161783" sldId="269"/>
            <ac:grpSpMk id="66" creationId="{54E3B302-3229-9053-04CB-5FC6BA21D5E7}"/>
          </ac:grpSpMkLst>
        </pc:grpChg>
        <pc:grpChg chg="del">
          <ac:chgData name="Rodica Ioana Lung" userId="64ee56e8d7162e1e" providerId="LiveId" clId="{FBA19D0F-677B-56B8-863E-85AFCD084619}" dt="2026-08-31T11:21:25.495" v="19" actId="478"/>
          <ac:grpSpMkLst>
            <pc:docMk/>
            <pc:sldMk cId="49161783" sldId="269"/>
            <ac:grpSpMk id="78" creationId="{9B2079BC-0D2A-38A9-20B7-0EC670343963}"/>
          </ac:grpSpMkLst>
        </pc:grpChg>
        <pc:grpChg chg="del">
          <ac:chgData name="Rodica Ioana Lung" userId="64ee56e8d7162e1e" providerId="LiveId" clId="{FBA19D0F-677B-56B8-863E-85AFCD084619}" dt="2026-08-31T11:21:25.495" v="19" actId="478"/>
          <ac:grpSpMkLst>
            <pc:docMk/>
            <pc:sldMk cId="49161783" sldId="269"/>
            <ac:grpSpMk id="79" creationId="{AEDCFB5F-2BAF-5817-E18D-2E6C6310CAB3}"/>
          </ac:grpSpMkLst>
        </pc:grpChg>
        <pc:grpChg chg="del">
          <ac:chgData name="Rodica Ioana Lung" userId="64ee56e8d7162e1e" providerId="LiveId" clId="{FBA19D0F-677B-56B8-863E-85AFCD084619}" dt="2026-08-31T11:21:25.495" v="19" actId="478"/>
          <ac:grpSpMkLst>
            <pc:docMk/>
            <pc:sldMk cId="49161783" sldId="269"/>
            <ac:grpSpMk id="95" creationId="{A90FD8D9-5C82-21C3-902A-5BC3CAD1F09E}"/>
          </ac:grpSpMkLst>
        </pc:grpChg>
        <pc:grpChg chg="del">
          <ac:chgData name="Rodica Ioana Lung" userId="64ee56e8d7162e1e" providerId="LiveId" clId="{FBA19D0F-677B-56B8-863E-85AFCD084619}" dt="2026-08-31T11:21:01.238" v="15" actId="478"/>
          <ac:grpSpMkLst>
            <pc:docMk/>
            <pc:sldMk cId="49161783" sldId="269"/>
            <ac:grpSpMk id="120" creationId="{99609B06-AF5A-E700-A2B3-F739D951C77D}"/>
          </ac:grpSpMkLst>
        </pc:grpChg>
        <pc:grpChg chg="del">
          <ac:chgData name="Rodica Ioana Lung" userId="64ee56e8d7162e1e" providerId="LiveId" clId="{FBA19D0F-677B-56B8-863E-85AFCD084619}" dt="2026-08-31T11:21:25.495" v="19" actId="478"/>
          <ac:grpSpMkLst>
            <pc:docMk/>
            <pc:sldMk cId="49161783" sldId="269"/>
            <ac:grpSpMk id="164" creationId="{586136F1-9589-D015-688A-1A7393D8AB69}"/>
          </ac:grpSpMkLst>
        </pc:grpChg>
        <pc:grpChg chg="del">
          <ac:chgData name="Rodica Ioana Lung" userId="64ee56e8d7162e1e" providerId="LiveId" clId="{FBA19D0F-677B-56B8-863E-85AFCD084619}" dt="2026-08-31T11:21:25.495" v="19" actId="478"/>
          <ac:grpSpMkLst>
            <pc:docMk/>
            <pc:sldMk cId="49161783" sldId="269"/>
            <ac:grpSpMk id="169" creationId="{EE8D6B2B-62CE-FF5A-0811-27DE1B5E7EB9}"/>
          </ac:grpSpMkLst>
        </pc:grpChg>
        <pc:grpChg chg="del">
          <ac:chgData name="Rodica Ioana Lung" userId="64ee56e8d7162e1e" providerId="LiveId" clId="{FBA19D0F-677B-56B8-863E-85AFCD084619}" dt="2026-08-31T11:21:03.182" v="16" actId="478"/>
          <ac:grpSpMkLst>
            <pc:docMk/>
            <pc:sldMk cId="49161783" sldId="269"/>
            <ac:grpSpMk id="176" creationId="{33232363-3196-3C8F-976A-0836E1C12BC7}"/>
          </ac:grpSpMkLst>
        </pc:grpChg>
        <pc:grpChg chg="del">
          <ac:chgData name="Rodica Ioana Lung" userId="64ee56e8d7162e1e" providerId="LiveId" clId="{FBA19D0F-677B-56B8-863E-85AFCD084619}" dt="2026-08-31T11:21:25.495" v="19" actId="478"/>
          <ac:grpSpMkLst>
            <pc:docMk/>
            <pc:sldMk cId="49161783" sldId="269"/>
            <ac:grpSpMk id="179" creationId="{796E3AAE-D812-5B2E-B396-706B352C290C}"/>
          </ac:grpSpMkLst>
        </pc:grpChg>
        <pc:grpChg chg="del">
          <ac:chgData name="Rodica Ioana Lung" userId="64ee56e8d7162e1e" providerId="LiveId" clId="{FBA19D0F-677B-56B8-863E-85AFCD084619}" dt="2026-08-31T11:21:25.495" v="19" actId="478"/>
          <ac:grpSpMkLst>
            <pc:docMk/>
            <pc:sldMk cId="49161783" sldId="269"/>
            <ac:grpSpMk id="181" creationId="{1BD7CDA5-949F-5F53-7924-E0E29A4AF15F}"/>
          </ac:grpSpMkLst>
        </pc:grpChg>
        <pc:inkChg chg="del">
          <ac:chgData name="Rodica Ioana Lung" userId="64ee56e8d7162e1e" providerId="LiveId" clId="{FBA19D0F-677B-56B8-863E-85AFCD084619}" dt="2026-08-31T11:20:56.377" v="12" actId="478"/>
          <ac:inkMkLst>
            <pc:docMk/>
            <pc:sldMk cId="49161783" sldId="269"/>
            <ac:inkMk id="9" creationId="{29A5408C-D629-37CC-E653-2D2E797548CF}"/>
          </ac:inkMkLst>
        </pc:inkChg>
        <pc:inkChg chg="del">
          <ac:chgData name="Rodica Ioana Lung" userId="64ee56e8d7162e1e" providerId="LiveId" clId="{FBA19D0F-677B-56B8-863E-85AFCD084619}" dt="2026-08-31T11:20:59.328" v="14" actId="478"/>
          <ac:inkMkLst>
            <pc:docMk/>
            <pc:sldMk cId="49161783" sldId="269"/>
            <ac:inkMk id="65" creationId="{D98F168D-112C-6030-C0D4-FC752503FD98}"/>
          </ac:inkMkLst>
        </pc:inkChg>
        <pc:inkChg chg="del">
          <ac:chgData name="Rodica Ioana Lung" userId="64ee56e8d7162e1e" providerId="LiveId" clId="{FBA19D0F-677B-56B8-863E-85AFCD084619}" dt="2026-08-31T11:20:58.029" v="13" actId="478"/>
          <ac:inkMkLst>
            <pc:docMk/>
            <pc:sldMk cId="49161783" sldId="269"/>
            <ac:inkMk id="96" creationId="{B2D805E9-06AC-D3D4-FD93-91173F65DF4D}"/>
          </ac:inkMkLst>
        </pc:inkChg>
        <pc:inkChg chg="del">
          <ac:chgData name="Rodica Ioana Lung" userId="64ee56e8d7162e1e" providerId="LiveId" clId="{FBA19D0F-677B-56B8-863E-85AFCD084619}" dt="2026-08-31T11:21:04.842" v="17" actId="478"/>
          <ac:inkMkLst>
            <pc:docMk/>
            <pc:sldMk cId="49161783" sldId="269"/>
            <ac:inkMk id="149" creationId="{ED83E0B7-982B-DEE9-4D3F-6E83CA3CD530}"/>
          </ac:inkMkLst>
        </pc:inkChg>
        <pc:inkChg chg="del">
          <ac:chgData name="Rodica Ioana Lung" userId="64ee56e8d7162e1e" providerId="LiveId" clId="{FBA19D0F-677B-56B8-863E-85AFCD084619}" dt="2026-08-31T11:21:06.577" v="18" actId="478"/>
          <ac:inkMkLst>
            <pc:docMk/>
            <pc:sldMk cId="49161783" sldId="269"/>
            <ac:inkMk id="170" creationId="{DDA8E3F3-E98E-B956-12D0-279391FD4935}"/>
          </ac:inkMkLst>
        </pc:inkChg>
      </pc:sldChg>
      <pc:sldChg chg="del">
        <pc:chgData name="Rodica Ioana Lung" userId="64ee56e8d7162e1e" providerId="LiveId" clId="{FBA19D0F-677B-56B8-863E-85AFCD084619}" dt="2026-08-31T11:22:45.751" v="24" actId="2696"/>
        <pc:sldMkLst>
          <pc:docMk/>
          <pc:sldMk cId="524207050" sldId="273"/>
        </pc:sldMkLst>
      </pc:sldChg>
      <pc:sldChg chg="delSp mod">
        <pc:chgData name="Rodica Ioana Lung" userId="64ee56e8d7162e1e" providerId="LiveId" clId="{FBA19D0F-677B-56B8-863E-85AFCD084619}" dt="2026-08-31T11:20:08.405" v="2" actId="478"/>
        <pc:sldMkLst>
          <pc:docMk/>
          <pc:sldMk cId="2382505137" sldId="275"/>
        </pc:sldMkLst>
        <pc:spChg chg="del">
          <ac:chgData name="Rodica Ioana Lung" userId="64ee56e8d7162e1e" providerId="LiveId" clId="{FBA19D0F-677B-56B8-863E-85AFCD084619}" dt="2026-08-31T11:20:08.405" v="2" actId="478"/>
          <ac:spMkLst>
            <pc:docMk/>
            <pc:sldMk cId="2382505137" sldId="275"/>
            <ac:spMk id="2" creationId="{6DB9499A-EC3B-8C20-1CAE-5FBBA02BCDC5}"/>
          </ac:spMkLst>
        </pc:spChg>
        <pc:grpChg chg="del">
          <ac:chgData name="Rodica Ioana Lung" userId="64ee56e8d7162e1e" providerId="LiveId" clId="{FBA19D0F-677B-56B8-863E-85AFCD084619}" dt="2026-08-31T11:20:08.405" v="2" actId="478"/>
          <ac:grpSpMkLst>
            <pc:docMk/>
            <pc:sldMk cId="2382505137" sldId="275"/>
            <ac:grpSpMk id="13" creationId="{5232C4AE-71DD-6076-A87F-A58ED9AD1C7A}"/>
          </ac:grpSpMkLst>
        </pc:grpChg>
        <pc:grpChg chg="del">
          <ac:chgData name="Rodica Ioana Lung" userId="64ee56e8d7162e1e" providerId="LiveId" clId="{FBA19D0F-677B-56B8-863E-85AFCD084619}" dt="2026-08-31T11:20:08.405" v="2" actId="478"/>
          <ac:grpSpMkLst>
            <pc:docMk/>
            <pc:sldMk cId="2382505137" sldId="275"/>
            <ac:grpSpMk id="17" creationId="{7FF6E397-C62E-7D1A-DB67-35381D455E9C}"/>
          </ac:grpSpMkLst>
        </pc:grpChg>
        <pc:inkChg chg="del">
          <ac:chgData name="Rodica Ioana Lung" userId="64ee56e8d7162e1e" providerId="LiveId" clId="{FBA19D0F-677B-56B8-863E-85AFCD084619}" dt="2026-08-31T11:20:08.405" v="2" actId="478"/>
          <ac:inkMkLst>
            <pc:docMk/>
            <pc:sldMk cId="2382505137" sldId="275"/>
            <ac:inkMk id="4" creationId="{6BE47BEC-F8BB-F0D8-BA1C-7B8D6851E3DC}"/>
          </ac:inkMkLst>
        </pc:inkChg>
        <pc:inkChg chg="del">
          <ac:chgData name="Rodica Ioana Lung" userId="64ee56e8d7162e1e" providerId="LiveId" clId="{FBA19D0F-677B-56B8-863E-85AFCD084619}" dt="2026-08-31T11:20:08.405" v="2" actId="478"/>
          <ac:inkMkLst>
            <pc:docMk/>
            <pc:sldMk cId="2382505137" sldId="275"/>
            <ac:inkMk id="8" creationId="{78B1436F-6EB7-4B6D-0FCC-5C5F02840CAC}"/>
          </ac:inkMkLst>
        </pc:inkChg>
        <pc:inkChg chg="del">
          <ac:chgData name="Rodica Ioana Lung" userId="64ee56e8d7162e1e" providerId="LiveId" clId="{FBA19D0F-677B-56B8-863E-85AFCD084619}" dt="2026-08-31T11:20:08.405" v="2" actId="478"/>
          <ac:inkMkLst>
            <pc:docMk/>
            <pc:sldMk cId="2382505137" sldId="275"/>
            <ac:inkMk id="14" creationId="{9C84AA7F-C570-9468-D943-0831F649E91E}"/>
          </ac:inkMkLst>
        </pc:inkChg>
      </pc:sldChg>
      <pc:sldChg chg="delSp mod">
        <pc:chgData name="Rodica Ioana Lung" userId="64ee56e8d7162e1e" providerId="LiveId" clId="{FBA19D0F-677B-56B8-863E-85AFCD084619}" dt="2026-08-31T11:20:40.997" v="9" actId="478"/>
        <pc:sldMkLst>
          <pc:docMk/>
          <pc:sldMk cId="3073370984" sldId="276"/>
        </pc:sldMkLst>
        <pc:spChg chg="del">
          <ac:chgData name="Rodica Ioana Lung" userId="64ee56e8d7162e1e" providerId="LiveId" clId="{FBA19D0F-677B-56B8-863E-85AFCD084619}" dt="2026-08-31T11:20:40.997" v="9" actId="478"/>
          <ac:spMkLst>
            <pc:docMk/>
            <pc:sldMk cId="3073370984" sldId="276"/>
            <ac:spMk id="2" creationId="{CF0DCCA8-3F51-E32E-89A7-397E0BB2F4E6}"/>
          </ac:spMkLst>
        </pc:spChg>
        <pc:grpChg chg="del">
          <ac:chgData name="Rodica Ioana Lung" userId="64ee56e8d7162e1e" providerId="LiveId" clId="{FBA19D0F-677B-56B8-863E-85AFCD084619}" dt="2026-08-31T11:20:40.997" v="9" actId="478"/>
          <ac:grpSpMkLst>
            <pc:docMk/>
            <pc:sldMk cId="3073370984" sldId="276"/>
            <ac:grpSpMk id="10" creationId="{797383EB-BEB5-6787-7005-337D78F02682}"/>
          </ac:grpSpMkLst>
        </pc:grpChg>
        <pc:grpChg chg="del">
          <ac:chgData name="Rodica Ioana Lung" userId="64ee56e8d7162e1e" providerId="LiveId" clId="{FBA19D0F-677B-56B8-863E-85AFCD084619}" dt="2026-08-31T11:20:40.997" v="9" actId="478"/>
          <ac:grpSpMkLst>
            <pc:docMk/>
            <pc:sldMk cId="3073370984" sldId="276"/>
            <ac:grpSpMk id="13" creationId="{AC75D211-CD0A-4D27-0573-0CD4188B248E}"/>
          </ac:grpSpMkLst>
        </pc:grpChg>
        <pc:grpChg chg="del">
          <ac:chgData name="Rodica Ioana Lung" userId="64ee56e8d7162e1e" providerId="LiveId" clId="{FBA19D0F-677B-56B8-863E-85AFCD084619}" dt="2026-08-31T11:20:40.997" v="9" actId="478"/>
          <ac:grpSpMkLst>
            <pc:docMk/>
            <pc:sldMk cId="3073370984" sldId="276"/>
            <ac:grpSpMk id="16" creationId="{C5BEF0CF-27C4-E204-EC7D-AEFFB2BF60EF}"/>
          </ac:grpSpMkLst>
        </pc:grpChg>
        <pc:inkChg chg="del">
          <ac:chgData name="Rodica Ioana Lung" userId="64ee56e8d7162e1e" providerId="LiveId" clId="{FBA19D0F-677B-56B8-863E-85AFCD084619}" dt="2026-08-31T11:20:40.997" v="9" actId="478"/>
          <ac:inkMkLst>
            <pc:docMk/>
            <pc:sldMk cId="3073370984" sldId="276"/>
            <ac:inkMk id="5" creationId="{0DCDC457-18C0-EE1E-DEF9-A02DA4A12CC5}"/>
          </ac:inkMkLst>
        </pc:inkChg>
        <pc:inkChg chg="del">
          <ac:chgData name="Rodica Ioana Lung" userId="64ee56e8d7162e1e" providerId="LiveId" clId="{FBA19D0F-677B-56B8-863E-85AFCD084619}" dt="2026-08-31T11:20:40.997" v="9" actId="478"/>
          <ac:inkMkLst>
            <pc:docMk/>
            <pc:sldMk cId="3073370984" sldId="276"/>
            <ac:inkMk id="6" creationId="{F701FC2C-099C-14B1-856B-1E7C626C2F94}"/>
          </ac:inkMkLst>
        </pc:inkChg>
        <pc:inkChg chg="del">
          <ac:chgData name="Rodica Ioana Lung" userId="64ee56e8d7162e1e" providerId="LiveId" clId="{FBA19D0F-677B-56B8-863E-85AFCD084619}" dt="2026-08-31T11:20:40.997" v="9" actId="478"/>
          <ac:inkMkLst>
            <pc:docMk/>
            <pc:sldMk cId="3073370984" sldId="276"/>
            <ac:inkMk id="7" creationId="{ED86F648-5101-F27D-D7FF-7C61705E811D}"/>
          </ac:inkMkLst>
        </pc:inkChg>
        <pc:inkChg chg="del">
          <ac:chgData name="Rodica Ioana Lung" userId="64ee56e8d7162e1e" providerId="LiveId" clId="{FBA19D0F-677B-56B8-863E-85AFCD084619}" dt="2026-08-31T11:20:40.997" v="9" actId="478"/>
          <ac:inkMkLst>
            <pc:docMk/>
            <pc:sldMk cId="3073370984" sldId="276"/>
            <ac:inkMk id="17" creationId="{E4C55724-22BB-4644-4C5D-7C152F145814}"/>
          </ac:inkMkLst>
        </pc:inkChg>
        <pc:inkChg chg="del">
          <ac:chgData name="Rodica Ioana Lung" userId="64ee56e8d7162e1e" providerId="LiveId" clId="{FBA19D0F-677B-56B8-863E-85AFCD084619}" dt="2026-08-31T11:20:40.997" v="9" actId="478"/>
          <ac:inkMkLst>
            <pc:docMk/>
            <pc:sldMk cId="3073370984" sldId="276"/>
            <ac:inkMk id="18" creationId="{8C7CDF4E-059B-E821-DE35-075716691561}"/>
          </ac:inkMkLst>
        </pc:inkChg>
        <pc:inkChg chg="del">
          <ac:chgData name="Rodica Ioana Lung" userId="64ee56e8d7162e1e" providerId="LiveId" clId="{FBA19D0F-677B-56B8-863E-85AFCD084619}" dt="2026-08-31T11:20:40.997" v="9" actId="478"/>
          <ac:inkMkLst>
            <pc:docMk/>
            <pc:sldMk cId="3073370984" sldId="276"/>
            <ac:inkMk id="19" creationId="{CC047B24-956A-B0B2-A362-3E63B67B85CC}"/>
          </ac:inkMkLst>
        </pc:inkChg>
      </pc:sldChg>
      <pc:sldChg chg="addSp delSp mod">
        <pc:chgData name="Rodica Ioana Lung" userId="64ee56e8d7162e1e" providerId="LiveId" clId="{FBA19D0F-677B-56B8-863E-85AFCD084619}" dt="2026-08-31T11:21:40.039" v="22" actId="478"/>
        <pc:sldMkLst>
          <pc:docMk/>
          <pc:sldMk cId="390366248" sldId="277"/>
        </pc:sldMkLst>
        <pc:spChg chg="add del">
          <ac:chgData name="Rodica Ioana Lung" userId="64ee56e8d7162e1e" providerId="LiveId" clId="{FBA19D0F-677B-56B8-863E-85AFCD084619}" dt="2026-08-31T11:21:40.039" v="22" actId="478"/>
          <ac:spMkLst>
            <pc:docMk/>
            <pc:sldMk cId="390366248" sldId="277"/>
            <ac:spMk id="4" creationId="{DC117650-9403-DF6E-F3C1-F8647D2DA152}"/>
          </ac:spMkLst>
        </pc:spChg>
        <pc:grpChg chg="add del">
          <ac:chgData name="Rodica Ioana Lung" userId="64ee56e8d7162e1e" providerId="LiveId" clId="{FBA19D0F-677B-56B8-863E-85AFCD084619}" dt="2026-08-31T11:21:40.039" v="22" actId="478"/>
          <ac:grpSpMkLst>
            <pc:docMk/>
            <pc:sldMk cId="390366248" sldId="277"/>
            <ac:grpSpMk id="13" creationId="{DBC5D7F9-F8CF-4DCE-8754-16D7E76EC8DB}"/>
          </ac:grpSpMkLst>
        </pc:grpChg>
        <pc:grpChg chg="add del">
          <ac:chgData name="Rodica Ioana Lung" userId="64ee56e8d7162e1e" providerId="LiveId" clId="{FBA19D0F-677B-56B8-863E-85AFCD084619}" dt="2026-08-31T11:21:40.039" v="22" actId="478"/>
          <ac:grpSpMkLst>
            <pc:docMk/>
            <pc:sldMk cId="390366248" sldId="277"/>
            <ac:grpSpMk id="16" creationId="{1784C226-0548-F419-DE92-A7084810A99E}"/>
          </ac:grpSpMkLst>
        </pc:grpChg>
        <pc:grpChg chg="add del">
          <ac:chgData name="Rodica Ioana Lung" userId="64ee56e8d7162e1e" providerId="LiveId" clId="{FBA19D0F-677B-56B8-863E-85AFCD084619}" dt="2026-08-31T11:21:40.039" v="22" actId="478"/>
          <ac:grpSpMkLst>
            <pc:docMk/>
            <pc:sldMk cId="390366248" sldId="277"/>
            <ac:grpSpMk id="19" creationId="{0986F60B-58DB-A887-85F7-47AF673D12DF}"/>
          </ac:grpSpMkLst>
        </pc:grpChg>
        <pc:grpChg chg="add del">
          <ac:chgData name="Rodica Ioana Lung" userId="64ee56e8d7162e1e" providerId="LiveId" clId="{FBA19D0F-677B-56B8-863E-85AFCD084619}" dt="2026-08-31T11:21:40.039" v="22" actId="478"/>
          <ac:grpSpMkLst>
            <pc:docMk/>
            <pc:sldMk cId="390366248" sldId="277"/>
            <ac:grpSpMk id="24" creationId="{01319D8A-81C6-C9FC-2566-8C63211B9D8D}"/>
          </ac:grpSpMkLst>
        </pc:grpChg>
        <pc:grpChg chg="add del">
          <ac:chgData name="Rodica Ioana Lung" userId="64ee56e8d7162e1e" providerId="LiveId" clId="{FBA19D0F-677B-56B8-863E-85AFCD084619}" dt="2026-08-31T11:21:40.039" v="22" actId="478"/>
          <ac:grpSpMkLst>
            <pc:docMk/>
            <pc:sldMk cId="390366248" sldId="277"/>
            <ac:grpSpMk id="28" creationId="{1588DA77-84EE-0C4E-6B2B-C7191757FFFD}"/>
          </ac:grpSpMkLst>
        </pc:grpChg>
        <pc:picChg chg="add del">
          <ac:chgData name="Rodica Ioana Lung" userId="64ee56e8d7162e1e" providerId="LiveId" clId="{FBA19D0F-677B-56B8-863E-85AFCD084619}" dt="2026-08-31T11:21:36.487" v="21" actId="478"/>
          <ac:picMkLst>
            <pc:docMk/>
            <pc:sldMk cId="390366248" sldId="277"/>
            <ac:picMk id="6" creationId="{34B1E4DE-7355-39D4-7320-A442EC23A45D}"/>
          </ac:picMkLst>
        </pc:picChg>
        <pc:inkChg chg="add del">
          <ac:chgData name="Rodica Ioana Lung" userId="64ee56e8d7162e1e" providerId="LiveId" clId="{FBA19D0F-677B-56B8-863E-85AFCD084619}" dt="2026-08-31T11:21:40.039" v="22" actId="478"/>
          <ac:inkMkLst>
            <pc:docMk/>
            <pc:sldMk cId="390366248" sldId="277"/>
            <ac:inkMk id="2" creationId="{626B6D72-959C-C34C-B564-481E0D1F2EEE}"/>
          </ac:inkMkLst>
        </pc:inkChg>
        <pc:inkChg chg="add">
          <ac:chgData name="Rodica Ioana Lung" userId="64ee56e8d7162e1e" providerId="LiveId" clId="{FBA19D0F-677B-56B8-863E-85AFCD084619}" dt="2026-08-31T11:21:36.487" v="21" actId="478"/>
          <ac:inkMkLst>
            <pc:docMk/>
            <pc:sldMk cId="390366248" sldId="277"/>
            <ac:inkMk id="3" creationId="{C06A250D-2A16-48A8-C280-549412A41CC5}"/>
          </ac:inkMkLst>
        </pc:inkChg>
        <pc:inkChg chg="del">
          <ac:chgData name="Rodica Ioana Lung" userId="64ee56e8d7162e1e" providerId="LiveId" clId="{FBA19D0F-677B-56B8-863E-85AFCD084619}" dt="2026-08-31T11:21:40.039" v="22" actId="478"/>
          <ac:inkMkLst>
            <pc:docMk/>
            <pc:sldMk cId="390366248" sldId="277"/>
            <ac:inkMk id="7" creationId="{C824B404-321B-6A0B-5928-09FB3B2E7E2B}"/>
          </ac:inkMkLst>
        </pc:inkChg>
        <pc:inkChg chg="del">
          <ac:chgData name="Rodica Ioana Lung" userId="64ee56e8d7162e1e" providerId="LiveId" clId="{FBA19D0F-677B-56B8-863E-85AFCD084619}" dt="2026-08-31T11:21:40.039" v="22" actId="478"/>
          <ac:inkMkLst>
            <pc:docMk/>
            <pc:sldMk cId="390366248" sldId="277"/>
            <ac:inkMk id="27" creationId="{96034200-ECE7-96CB-D92E-91EB4FE13DE8}"/>
          </ac:inkMkLst>
        </pc:inkChg>
        <pc:inkChg chg="add del">
          <ac:chgData name="Rodica Ioana Lung" userId="64ee56e8d7162e1e" providerId="LiveId" clId="{FBA19D0F-677B-56B8-863E-85AFCD084619}" dt="2026-08-31T11:21:40.039" v="22" actId="478"/>
          <ac:inkMkLst>
            <pc:docMk/>
            <pc:sldMk cId="390366248" sldId="277"/>
            <ac:inkMk id="29" creationId="{806B8406-08B8-0833-F327-616AB3AE25BA}"/>
          </ac:inkMkLst>
        </pc:ink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4068339" cy="356357"/>
          </a:xfrm>
          <a:prstGeom prst="rect">
            <a:avLst/>
          </a:prstGeom>
        </p:spPr>
        <p:txBody>
          <a:bodyPr vert="horz" lIns="94229" tIns="47114" rIns="94229" bIns="47114" rtlCol="0"/>
          <a:lstStyle>
            <a:lvl1pPr algn="l">
              <a:defRPr sz="1200"/>
            </a:lvl1pPr>
          </a:lstStyle>
          <a:p>
            <a:endParaRPr lang="en-US"/>
          </a:p>
        </p:txBody>
      </p:sp>
      <p:sp>
        <p:nvSpPr>
          <p:cNvPr id="3" name="Date Placeholder 2"/>
          <p:cNvSpPr>
            <a:spLocks noGrp="1"/>
          </p:cNvSpPr>
          <p:nvPr>
            <p:ph type="dt" idx="1"/>
          </p:nvPr>
        </p:nvSpPr>
        <p:spPr>
          <a:xfrm>
            <a:off x="5317963" y="1"/>
            <a:ext cx="4068339" cy="356357"/>
          </a:xfrm>
          <a:prstGeom prst="rect">
            <a:avLst/>
          </a:prstGeom>
        </p:spPr>
        <p:txBody>
          <a:bodyPr vert="horz" lIns="94229" tIns="47114" rIns="94229" bIns="47114" rtlCol="0"/>
          <a:lstStyle>
            <a:lvl1pPr algn="r">
              <a:defRPr sz="1200"/>
            </a:lvl1pPr>
          </a:lstStyle>
          <a:p>
            <a:fld id="{34F31AED-8E07-4868-8215-7D47404445F1}" type="datetimeFigureOut">
              <a:rPr lang="en-US" smtClean="0"/>
              <a:t>8/31/26</a:t>
            </a:fld>
            <a:endParaRPr lang="en-US"/>
          </a:p>
        </p:txBody>
      </p:sp>
      <p:sp>
        <p:nvSpPr>
          <p:cNvPr id="4" name="Slide Image Placeholder 3"/>
          <p:cNvSpPr>
            <a:spLocks noGrp="1" noRot="1" noChangeAspect="1"/>
          </p:cNvSpPr>
          <p:nvPr>
            <p:ph type="sldImg" idx="2"/>
          </p:nvPr>
        </p:nvSpPr>
        <p:spPr>
          <a:xfrm>
            <a:off x="2563813" y="887413"/>
            <a:ext cx="4260850" cy="2397125"/>
          </a:xfrm>
          <a:prstGeom prst="rect">
            <a:avLst/>
          </a:prstGeom>
          <a:noFill/>
          <a:ln w="12700">
            <a:solidFill>
              <a:prstClr val="black"/>
            </a:solidFill>
          </a:ln>
        </p:spPr>
        <p:txBody>
          <a:bodyPr vert="horz" lIns="94229" tIns="47114" rIns="94229" bIns="47114" rtlCol="0" anchor="ctr"/>
          <a:lstStyle/>
          <a:p>
            <a:endParaRPr lang="en-US"/>
          </a:p>
        </p:txBody>
      </p:sp>
      <p:sp>
        <p:nvSpPr>
          <p:cNvPr id="5" name="Notes Placeholder 4"/>
          <p:cNvSpPr>
            <a:spLocks noGrp="1"/>
          </p:cNvSpPr>
          <p:nvPr>
            <p:ph type="body" sz="quarter" idx="3"/>
          </p:nvPr>
        </p:nvSpPr>
        <p:spPr>
          <a:xfrm>
            <a:off x="938848" y="3418066"/>
            <a:ext cx="7510780" cy="2796600"/>
          </a:xfrm>
          <a:prstGeom prst="rect">
            <a:avLst/>
          </a:prstGeom>
        </p:spPr>
        <p:txBody>
          <a:bodyPr vert="horz" lIns="94229" tIns="47114" rIns="94229" bIns="47114"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746119"/>
            <a:ext cx="4068339" cy="356356"/>
          </a:xfrm>
          <a:prstGeom prst="rect">
            <a:avLst/>
          </a:prstGeom>
        </p:spPr>
        <p:txBody>
          <a:bodyPr vert="horz" lIns="94229" tIns="47114" rIns="94229" bIns="47114" rtlCol="0" anchor="b"/>
          <a:lstStyle>
            <a:lvl1pPr algn="l">
              <a:defRPr sz="1200"/>
            </a:lvl1pPr>
          </a:lstStyle>
          <a:p>
            <a:endParaRPr lang="en-US"/>
          </a:p>
        </p:txBody>
      </p:sp>
      <p:sp>
        <p:nvSpPr>
          <p:cNvPr id="7" name="Slide Number Placeholder 6"/>
          <p:cNvSpPr>
            <a:spLocks noGrp="1"/>
          </p:cNvSpPr>
          <p:nvPr>
            <p:ph type="sldNum" sz="quarter" idx="5"/>
          </p:nvPr>
        </p:nvSpPr>
        <p:spPr>
          <a:xfrm>
            <a:off x="5317963" y="6746119"/>
            <a:ext cx="4068339" cy="356356"/>
          </a:xfrm>
          <a:prstGeom prst="rect">
            <a:avLst/>
          </a:prstGeom>
        </p:spPr>
        <p:txBody>
          <a:bodyPr vert="horz" lIns="94229" tIns="47114" rIns="94229" bIns="47114" rtlCol="0" anchor="b"/>
          <a:lstStyle>
            <a:lvl1pPr algn="r">
              <a:defRPr sz="1200"/>
            </a:lvl1pPr>
          </a:lstStyle>
          <a:p>
            <a:fld id="{F1A35D5A-A7A0-454D-852A-1477C3A80666}" type="slidenum">
              <a:rPr lang="en-US" smtClean="0"/>
              <a:t>‹#›</a:t>
            </a:fld>
            <a:endParaRPr lang="en-US"/>
          </a:p>
        </p:txBody>
      </p:sp>
    </p:spTree>
    <p:extLst>
      <p:ext uri="{BB962C8B-B14F-4D97-AF65-F5344CB8AC3E}">
        <p14:creationId xmlns:p14="http://schemas.microsoft.com/office/powerpoint/2010/main" val="30149967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9CCB3-C956-459D-9042-43B791C7DA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7D80545-57C3-4416-B583-2E4AD4E10AA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07585B8-4610-4469-A53A-4DE5A5349E32}"/>
              </a:ext>
            </a:extLst>
          </p:cNvPr>
          <p:cNvSpPr>
            <a:spLocks noGrp="1"/>
          </p:cNvSpPr>
          <p:nvPr>
            <p:ph type="dt" sz="half" idx="10"/>
          </p:nvPr>
        </p:nvSpPr>
        <p:spPr/>
        <p:txBody>
          <a:bodyPr/>
          <a:lstStyle/>
          <a:p>
            <a:fld id="{1C417940-3544-482B-8FEA-49627DE4B4AE}" type="datetime1">
              <a:rPr lang="en-US" smtClean="0"/>
              <a:t>8/31/26</a:t>
            </a:fld>
            <a:endParaRPr lang="en-US"/>
          </a:p>
        </p:txBody>
      </p:sp>
      <p:sp>
        <p:nvSpPr>
          <p:cNvPr id="5" name="Footer Placeholder 4">
            <a:extLst>
              <a:ext uri="{FF2B5EF4-FFF2-40B4-BE49-F238E27FC236}">
                <a16:creationId xmlns:a16="http://schemas.microsoft.com/office/drawing/2014/main" id="{E10B67DA-D87F-4B81-BDE0-9B6A408312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75DDF1-249D-4F61-9F4A-DE9962003E57}"/>
              </a:ext>
            </a:extLst>
          </p:cNvPr>
          <p:cNvSpPr>
            <a:spLocks noGrp="1"/>
          </p:cNvSpPr>
          <p:nvPr>
            <p:ph type="sldNum" sz="quarter" idx="12"/>
          </p:nvPr>
        </p:nvSpPr>
        <p:spPr/>
        <p:txBody>
          <a:bodyPr/>
          <a:lstStyle/>
          <a:p>
            <a:fld id="{273A85BE-9DD1-40FA-B588-5DB3D2EB661C}" type="slidenum">
              <a:rPr lang="en-US" smtClean="0"/>
              <a:t>‹#›</a:t>
            </a:fld>
            <a:endParaRPr lang="en-US"/>
          </a:p>
        </p:txBody>
      </p:sp>
    </p:spTree>
    <p:extLst>
      <p:ext uri="{BB962C8B-B14F-4D97-AF65-F5344CB8AC3E}">
        <p14:creationId xmlns:p14="http://schemas.microsoft.com/office/powerpoint/2010/main" val="17465418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F83D9-57A7-4554-A094-8E21F85AB9E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8BF4F55-6050-46F7-8766-B6A8FFBB5808}"/>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AF094C-65FC-4B99-B128-F8C7592C5910}"/>
              </a:ext>
            </a:extLst>
          </p:cNvPr>
          <p:cNvSpPr>
            <a:spLocks noGrp="1"/>
          </p:cNvSpPr>
          <p:nvPr>
            <p:ph type="dt" sz="half" idx="10"/>
          </p:nvPr>
        </p:nvSpPr>
        <p:spPr/>
        <p:txBody>
          <a:bodyPr/>
          <a:lstStyle/>
          <a:p>
            <a:fld id="{6B758634-0334-48F1-8698-3C860FF7FE41}" type="datetime1">
              <a:rPr lang="en-US" smtClean="0"/>
              <a:t>8/31/26</a:t>
            </a:fld>
            <a:endParaRPr lang="en-US"/>
          </a:p>
        </p:txBody>
      </p:sp>
      <p:sp>
        <p:nvSpPr>
          <p:cNvPr id="5" name="Footer Placeholder 4">
            <a:extLst>
              <a:ext uri="{FF2B5EF4-FFF2-40B4-BE49-F238E27FC236}">
                <a16:creationId xmlns:a16="http://schemas.microsoft.com/office/drawing/2014/main" id="{730D240D-34B4-48C7-9800-3AB85EE6D6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2FFB8A-6342-46D5-8044-8B4BE15511D9}"/>
              </a:ext>
            </a:extLst>
          </p:cNvPr>
          <p:cNvSpPr>
            <a:spLocks noGrp="1"/>
          </p:cNvSpPr>
          <p:nvPr>
            <p:ph type="sldNum" sz="quarter" idx="12"/>
          </p:nvPr>
        </p:nvSpPr>
        <p:spPr/>
        <p:txBody>
          <a:bodyPr/>
          <a:lstStyle/>
          <a:p>
            <a:fld id="{273A85BE-9DD1-40FA-B588-5DB3D2EB661C}" type="slidenum">
              <a:rPr lang="en-US" smtClean="0"/>
              <a:t>‹#›</a:t>
            </a:fld>
            <a:endParaRPr lang="en-US"/>
          </a:p>
        </p:txBody>
      </p:sp>
    </p:spTree>
    <p:extLst>
      <p:ext uri="{BB962C8B-B14F-4D97-AF65-F5344CB8AC3E}">
        <p14:creationId xmlns:p14="http://schemas.microsoft.com/office/powerpoint/2010/main" val="29806385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5E137C-593D-4A3B-B1AF-D37482DFF7C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A36C02D-A0E3-4DFC-8518-89B0ACCD898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4F762FC7-BFC5-4C0E-8B7E-5C6BF84180CE}"/>
              </a:ext>
            </a:extLst>
          </p:cNvPr>
          <p:cNvSpPr>
            <a:spLocks noGrp="1"/>
          </p:cNvSpPr>
          <p:nvPr>
            <p:ph type="dt" sz="half" idx="10"/>
          </p:nvPr>
        </p:nvSpPr>
        <p:spPr/>
        <p:txBody>
          <a:bodyPr/>
          <a:lstStyle/>
          <a:p>
            <a:fld id="{D35619E6-7211-4844-B651-80270389CCA5}" type="datetime1">
              <a:rPr lang="en-US" smtClean="0"/>
              <a:t>8/31/26</a:t>
            </a:fld>
            <a:endParaRPr lang="en-US"/>
          </a:p>
        </p:txBody>
      </p:sp>
      <p:sp>
        <p:nvSpPr>
          <p:cNvPr id="5" name="Footer Placeholder 4">
            <a:extLst>
              <a:ext uri="{FF2B5EF4-FFF2-40B4-BE49-F238E27FC236}">
                <a16:creationId xmlns:a16="http://schemas.microsoft.com/office/drawing/2014/main" id="{1FE3F3AB-518B-4544-9DC0-E4167A145B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CA5809-7F4A-4DB7-AB1F-076B4CA5A67F}"/>
              </a:ext>
            </a:extLst>
          </p:cNvPr>
          <p:cNvSpPr>
            <a:spLocks noGrp="1"/>
          </p:cNvSpPr>
          <p:nvPr>
            <p:ph type="sldNum" sz="quarter" idx="12"/>
          </p:nvPr>
        </p:nvSpPr>
        <p:spPr/>
        <p:txBody>
          <a:bodyPr/>
          <a:lstStyle/>
          <a:p>
            <a:fld id="{273A85BE-9DD1-40FA-B588-5DB3D2EB661C}" type="slidenum">
              <a:rPr lang="en-US" smtClean="0"/>
              <a:t>‹#›</a:t>
            </a:fld>
            <a:endParaRPr lang="en-US"/>
          </a:p>
        </p:txBody>
      </p:sp>
    </p:spTree>
    <p:extLst>
      <p:ext uri="{BB962C8B-B14F-4D97-AF65-F5344CB8AC3E}">
        <p14:creationId xmlns:p14="http://schemas.microsoft.com/office/powerpoint/2010/main" val="9142585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3CD35-34D1-4529-A1EB-A77137A9216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28842FC-8701-40E2-844C-CDCA778B2A99}"/>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2C31D7E-E1C6-4C7D-9170-FB4F33DD4744}"/>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E7EE94B-497E-46B5-B1FA-F07B3E8CDA36}"/>
              </a:ext>
            </a:extLst>
          </p:cNvPr>
          <p:cNvSpPr>
            <a:spLocks noGrp="1"/>
          </p:cNvSpPr>
          <p:nvPr>
            <p:ph type="dt" sz="half" idx="10"/>
          </p:nvPr>
        </p:nvSpPr>
        <p:spPr/>
        <p:txBody>
          <a:bodyPr/>
          <a:lstStyle/>
          <a:p>
            <a:fld id="{92ECBCEA-CFE7-4C8B-BB14-62B33B55D7D7}" type="datetime1">
              <a:rPr lang="en-US" smtClean="0"/>
              <a:t>8/31/26</a:t>
            </a:fld>
            <a:endParaRPr lang="en-US"/>
          </a:p>
        </p:txBody>
      </p:sp>
      <p:sp>
        <p:nvSpPr>
          <p:cNvPr id="6" name="Footer Placeholder 5">
            <a:extLst>
              <a:ext uri="{FF2B5EF4-FFF2-40B4-BE49-F238E27FC236}">
                <a16:creationId xmlns:a16="http://schemas.microsoft.com/office/drawing/2014/main" id="{0CC654FF-AAD6-43D4-8629-669D3A3644B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E773C60-01EE-48A9-A51E-537F843CEF4B}"/>
              </a:ext>
            </a:extLst>
          </p:cNvPr>
          <p:cNvSpPr>
            <a:spLocks noGrp="1"/>
          </p:cNvSpPr>
          <p:nvPr>
            <p:ph type="sldNum" sz="quarter" idx="12"/>
          </p:nvPr>
        </p:nvSpPr>
        <p:spPr/>
        <p:txBody>
          <a:bodyPr/>
          <a:lstStyle/>
          <a:p>
            <a:fld id="{273A85BE-9DD1-40FA-B588-5DB3D2EB661C}" type="slidenum">
              <a:rPr lang="en-US" smtClean="0"/>
              <a:t>‹#›</a:t>
            </a:fld>
            <a:endParaRPr lang="en-US"/>
          </a:p>
        </p:txBody>
      </p:sp>
    </p:spTree>
    <p:extLst>
      <p:ext uri="{BB962C8B-B14F-4D97-AF65-F5344CB8AC3E}">
        <p14:creationId xmlns:p14="http://schemas.microsoft.com/office/powerpoint/2010/main" val="17312195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4994C-4885-4C65-8FD0-6232BFCDC82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9FB06E2-E67C-4E41-95DB-C172CD46FA9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CB663360-7FD6-4400-A2B8-A41D81A086D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4DFD8D7-FFEF-4EA5-9536-2AEA43F7854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F0F54B06-4FB1-46C2-9C43-FB5F283FEC30}"/>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F66468B-A973-4542-BB5C-B44FB71320F8}"/>
              </a:ext>
            </a:extLst>
          </p:cNvPr>
          <p:cNvSpPr>
            <a:spLocks noGrp="1"/>
          </p:cNvSpPr>
          <p:nvPr>
            <p:ph type="dt" sz="half" idx="10"/>
          </p:nvPr>
        </p:nvSpPr>
        <p:spPr/>
        <p:txBody>
          <a:bodyPr/>
          <a:lstStyle/>
          <a:p>
            <a:fld id="{FB35CADD-BEC4-47EA-BF52-905975BAC9F8}" type="datetime1">
              <a:rPr lang="en-US" smtClean="0"/>
              <a:t>8/31/26</a:t>
            </a:fld>
            <a:endParaRPr lang="en-US"/>
          </a:p>
        </p:txBody>
      </p:sp>
      <p:sp>
        <p:nvSpPr>
          <p:cNvPr id="8" name="Footer Placeholder 7">
            <a:extLst>
              <a:ext uri="{FF2B5EF4-FFF2-40B4-BE49-F238E27FC236}">
                <a16:creationId xmlns:a16="http://schemas.microsoft.com/office/drawing/2014/main" id="{D5D30B32-5E8F-4256-A3E9-AF53594E30C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B09AD14-941E-4763-98D9-184F3F31C354}"/>
              </a:ext>
            </a:extLst>
          </p:cNvPr>
          <p:cNvSpPr>
            <a:spLocks noGrp="1"/>
          </p:cNvSpPr>
          <p:nvPr>
            <p:ph type="sldNum" sz="quarter" idx="12"/>
          </p:nvPr>
        </p:nvSpPr>
        <p:spPr/>
        <p:txBody>
          <a:bodyPr/>
          <a:lstStyle/>
          <a:p>
            <a:fld id="{273A85BE-9DD1-40FA-B588-5DB3D2EB661C}" type="slidenum">
              <a:rPr lang="en-US" smtClean="0"/>
              <a:t>‹#›</a:t>
            </a:fld>
            <a:endParaRPr lang="en-US"/>
          </a:p>
        </p:txBody>
      </p:sp>
    </p:spTree>
    <p:extLst>
      <p:ext uri="{BB962C8B-B14F-4D97-AF65-F5344CB8AC3E}">
        <p14:creationId xmlns:p14="http://schemas.microsoft.com/office/powerpoint/2010/main" val="39714196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AE235-54B1-4180-9B6E-782E5F05CF6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8719ED6-FAC0-4AB7-8AC4-1C104A1640B8}"/>
              </a:ext>
            </a:extLst>
          </p:cNvPr>
          <p:cNvSpPr>
            <a:spLocks noGrp="1"/>
          </p:cNvSpPr>
          <p:nvPr>
            <p:ph type="dt" sz="half" idx="10"/>
          </p:nvPr>
        </p:nvSpPr>
        <p:spPr/>
        <p:txBody>
          <a:bodyPr/>
          <a:lstStyle/>
          <a:p>
            <a:fld id="{C287B8CE-CC07-45F9-AD4F-701B6D449E20}" type="datetime1">
              <a:rPr lang="en-US" smtClean="0"/>
              <a:t>8/31/26</a:t>
            </a:fld>
            <a:endParaRPr lang="en-US"/>
          </a:p>
        </p:txBody>
      </p:sp>
      <p:sp>
        <p:nvSpPr>
          <p:cNvPr id="4" name="Footer Placeholder 3">
            <a:extLst>
              <a:ext uri="{FF2B5EF4-FFF2-40B4-BE49-F238E27FC236}">
                <a16:creationId xmlns:a16="http://schemas.microsoft.com/office/drawing/2014/main" id="{0541E58D-716E-43E9-A662-B209DB2EBD9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172C236-DD64-4B35-8C12-10CCFB2C7B2E}"/>
              </a:ext>
            </a:extLst>
          </p:cNvPr>
          <p:cNvSpPr>
            <a:spLocks noGrp="1"/>
          </p:cNvSpPr>
          <p:nvPr>
            <p:ph type="sldNum" sz="quarter" idx="12"/>
          </p:nvPr>
        </p:nvSpPr>
        <p:spPr/>
        <p:txBody>
          <a:bodyPr/>
          <a:lstStyle/>
          <a:p>
            <a:fld id="{273A85BE-9DD1-40FA-B588-5DB3D2EB661C}" type="slidenum">
              <a:rPr lang="en-US" smtClean="0"/>
              <a:t>‹#›</a:t>
            </a:fld>
            <a:endParaRPr lang="en-US"/>
          </a:p>
        </p:txBody>
      </p:sp>
    </p:spTree>
    <p:extLst>
      <p:ext uri="{BB962C8B-B14F-4D97-AF65-F5344CB8AC3E}">
        <p14:creationId xmlns:p14="http://schemas.microsoft.com/office/powerpoint/2010/main" val="13588154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546C1C4-12AF-46D2-BCB2-B81F9E68E079}"/>
              </a:ext>
            </a:extLst>
          </p:cNvPr>
          <p:cNvSpPr>
            <a:spLocks noGrp="1"/>
          </p:cNvSpPr>
          <p:nvPr>
            <p:ph type="dt" sz="half" idx="10"/>
          </p:nvPr>
        </p:nvSpPr>
        <p:spPr/>
        <p:txBody>
          <a:bodyPr/>
          <a:lstStyle/>
          <a:p>
            <a:fld id="{BC21FB94-42F2-4124-A285-D35DC6D2709E}" type="datetime1">
              <a:rPr lang="en-US" smtClean="0"/>
              <a:t>8/31/26</a:t>
            </a:fld>
            <a:endParaRPr lang="en-US"/>
          </a:p>
        </p:txBody>
      </p:sp>
      <p:sp>
        <p:nvSpPr>
          <p:cNvPr id="3" name="Footer Placeholder 2">
            <a:extLst>
              <a:ext uri="{FF2B5EF4-FFF2-40B4-BE49-F238E27FC236}">
                <a16:creationId xmlns:a16="http://schemas.microsoft.com/office/drawing/2014/main" id="{F9615F4D-EA4C-4FA3-A95F-83420C6A787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35BB6FC-B139-4824-95D1-3B5930F01798}"/>
              </a:ext>
            </a:extLst>
          </p:cNvPr>
          <p:cNvSpPr>
            <a:spLocks noGrp="1"/>
          </p:cNvSpPr>
          <p:nvPr>
            <p:ph type="sldNum" sz="quarter" idx="12"/>
          </p:nvPr>
        </p:nvSpPr>
        <p:spPr/>
        <p:txBody>
          <a:bodyPr/>
          <a:lstStyle/>
          <a:p>
            <a:fld id="{273A85BE-9DD1-40FA-B588-5DB3D2EB661C}" type="slidenum">
              <a:rPr lang="en-US" smtClean="0"/>
              <a:t>‹#›</a:t>
            </a:fld>
            <a:endParaRPr lang="en-US"/>
          </a:p>
        </p:txBody>
      </p:sp>
    </p:spTree>
    <p:extLst>
      <p:ext uri="{BB962C8B-B14F-4D97-AF65-F5344CB8AC3E}">
        <p14:creationId xmlns:p14="http://schemas.microsoft.com/office/powerpoint/2010/main" val="42049868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89BFA0-4AF8-49F6-B773-AC442FE2C7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5EC4B21-7D7B-4CB0-B2FD-6AC3BBB8B00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2124650-FB6B-4B04-A53F-C19FEA0761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95EDF51-0744-46E0-8BD7-D1F50717423D}"/>
              </a:ext>
            </a:extLst>
          </p:cNvPr>
          <p:cNvSpPr>
            <a:spLocks noGrp="1"/>
          </p:cNvSpPr>
          <p:nvPr>
            <p:ph type="dt" sz="half" idx="10"/>
          </p:nvPr>
        </p:nvSpPr>
        <p:spPr/>
        <p:txBody>
          <a:bodyPr/>
          <a:lstStyle/>
          <a:p>
            <a:fld id="{D10A6468-E85C-45C5-A39C-1742DD56180E}" type="datetime1">
              <a:rPr lang="en-US" smtClean="0"/>
              <a:t>8/31/26</a:t>
            </a:fld>
            <a:endParaRPr lang="en-US"/>
          </a:p>
        </p:txBody>
      </p:sp>
      <p:sp>
        <p:nvSpPr>
          <p:cNvPr id="6" name="Footer Placeholder 5">
            <a:extLst>
              <a:ext uri="{FF2B5EF4-FFF2-40B4-BE49-F238E27FC236}">
                <a16:creationId xmlns:a16="http://schemas.microsoft.com/office/drawing/2014/main" id="{37F20B06-3FD8-4A4E-9477-E4030AB2B95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1CBB07-7749-4EBB-B6E8-7163855AE4E4}"/>
              </a:ext>
            </a:extLst>
          </p:cNvPr>
          <p:cNvSpPr>
            <a:spLocks noGrp="1"/>
          </p:cNvSpPr>
          <p:nvPr>
            <p:ph type="sldNum" sz="quarter" idx="12"/>
          </p:nvPr>
        </p:nvSpPr>
        <p:spPr/>
        <p:txBody>
          <a:bodyPr/>
          <a:lstStyle/>
          <a:p>
            <a:fld id="{273A85BE-9DD1-40FA-B588-5DB3D2EB661C}" type="slidenum">
              <a:rPr lang="en-US" smtClean="0"/>
              <a:t>‹#›</a:t>
            </a:fld>
            <a:endParaRPr lang="en-US"/>
          </a:p>
        </p:txBody>
      </p:sp>
    </p:spTree>
    <p:extLst>
      <p:ext uri="{BB962C8B-B14F-4D97-AF65-F5344CB8AC3E}">
        <p14:creationId xmlns:p14="http://schemas.microsoft.com/office/powerpoint/2010/main" val="11841998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614BA-054C-48D9-9E27-FB712CF6AB0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7CF622E-2FB8-4C2A-A1E0-C1174EB9FBB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7509B6B-4164-4876-81EB-61AD6DC1F6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2FA410B-E1C3-4F06-9CB4-131ACCAD7375}"/>
              </a:ext>
            </a:extLst>
          </p:cNvPr>
          <p:cNvSpPr>
            <a:spLocks noGrp="1"/>
          </p:cNvSpPr>
          <p:nvPr>
            <p:ph type="dt" sz="half" idx="10"/>
          </p:nvPr>
        </p:nvSpPr>
        <p:spPr/>
        <p:txBody>
          <a:bodyPr/>
          <a:lstStyle/>
          <a:p>
            <a:fld id="{FA2822DD-A382-4995-8885-BE4B8CF0F7D0}" type="datetime1">
              <a:rPr lang="en-US" smtClean="0"/>
              <a:t>8/31/26</a:t>
            </a:fld>
            <a:endParaRPr lang="en-US"/>
          </a:p>
        </p:txBody>
      </p:sp>
      <p:sp>
        <p:nvSpPr>
          <p:cNvPr id="6" name="Footer Placeholder 5">
            <a:extLst>
              <a:ext uri="{FF2B5EF4-FFF2-40B4-BE49-F238E27FC236}">
                <a16:creationId xmlns:a16="http://schemas.microsoft.com/office/drawing/2014/main" id="{9A377B4E-9C57-40ED-86B5-9AEAE1B973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69BE975-0119-4470-AA67-9185ECA0D9D4}"/>
              </a:ext>
            </a:extLst>
          </p:cNvPr>
          <p:cNvSpPr>
            <a:spLocks noGrp="1"/>
          </p:cNvSpPr>
          <p:nvPr>
            <p:ph type="sldNum" sz="quarter" idx="12"/>
          </p:nvPr>
        </p:nvSpPr>
        <p:spPr/>
        <p:txBody>
          <a:bodyPr/>
          <a:lstStyle/>
          <a:p>
            <a:fld id="{273A85BE-9DD1-40FA-B588-5DB3D2EB661C}" type="slidenum">
              <a:rPr lang="en-US" smtClean="0"/>
              <a:t>‹#›</a:t>
            </a:fld>
            <a:endParaRPr lang="en-US"/>
          </a:p>
        </p:txBody>
      </p:sp>
    </p:spTree>
    <p:extLst>
      <p:ext uri="{BB962C8B-B14F-4D97-AF65-F5344CB8AC3E}">
        <p14:creationId xmlns:p14="http://schemas.microsoft.com/office/powerpoint/2010/main" val="2793628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0081E-B794-4CA6-A1CE-5492070F979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CAF3DEC-7C5A-4F4F-8AE9-7C312B9DA400}"/>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CC61FF-23B2-44A4-BE61-D9A187B9A83E}"/>
              </a:ext>
            </a:extLst>
          </p:cNvPr>
          <p:cNvSpPr>
            <a:spLocks noGrp="1"/>
          </p:cNvSpPr>
          <p:nvPr>
            <p:ph type="dt" sz="half" idx="10"/>
          </p:nvPr>
        </p:nvSpPr>
        <p:spPr/>
        <p:txBody>
          <a:bodyPr/>
          <a:lstStyle/>
          <a:p>
            <a:fld id="{B75F389A-DCE9-472C-A89D-6123BA5D8117}" type="datetime1">
              <a:rPr lang="en-US" smtClean="0"/>
              <a:t>8/31/26</a:t>
            </a:fld>
            <a:endParaRPr lang="en-US"/>
          </a:p>
        </p:txBody>
      </p:sp>
      <p:sp>
        <p:nvSpPr>
          <p:cNvPr id="5" name="Footer Placeholder 4">
            <a:extLst>
              <a:ext uri="{FF2B5EF4-FFF2-40B4-BE49-F238E27FC236}">
                <a16:creationId xmlns:a16="http://schemas.microsoft.com/office/drawing/2014/main" id="{7CC68607-4F42-496A-8BE9-16799B4043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00B0B3-68EA-48C2-9E75-A6331A739445}"/>
              </a:ext>
            </a:extLst>
          </p:cNvPr>
          <p:cNvSpPr>
            <a:spLocks noGrp="1"/>
          </p:cNvSpPr>
          <p:nvPr>
            <p:ph type="sldNum" sz="quarter" idx="12"/>
          </p:nvPr>
        </p:nvSpPr>
        <p:spPr/>
        <p:txBody>
          <a:bodyPr/>
          <a:lstStyle/>
          <a:p>
            <a:fld id="{273A85BE-9DD1-40FA-B588-5DB3D2EB661C}" type="slidenum">
              <a:rPr lang="en-US" smtClean="0"/>
              <a:t>‹#›</a:t>
            </a:fld>
            <a:endParaRPr lang="en-US"/>
          </a:p>
        </p:txBody>
      </p:sp>
    </p:spTree>
    <p:extLst>
      <p:ext uri="{BB962C8B-B14F-4D97-AF65-F5344CB8AC3E}">
        <p14:creationId xmlns:p14="http://schemas.microsoft.com/office/powerpoint/2010/main" val="21783010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655FCFB-F5A9-42A9-BCCF-229FDFE46D3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9F82258-3739-43A8-9034-54C1754AE200}"/>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96458E8-A16D-483A-B8DA-DD3BA88F6F96}"/>
              </a:ext>
            </a:extLst>
          </p:cNvPr>
          <p:cNvSpPr>
            <a:spLocks noGrp="1"/>
          </p:cNvSpPr>
          <p:nvPr>
            <p:ph type="dt" sz="half" idx="10"/>
          </p:nvPr>
        </p:nvSpPr>
        <p:spPr/>
        <p:txBody>
          <a:bodyPr/>
          <a:lstStyle/>
          <a:p>
            <a:fld id="{3D29EACA-CCFB-4817-A37B-9E26C1FABFFC}" type="datetime1">
              <a:rPr lang="en-US" smtClean="0"/>
              <a:t>8/31/26</a:t>
            </a:fld>
            <a:endParaRPr lang="en-US"/>
          </a:p>
        </p:txBody>
      </p:sp>
      <p:sp>
        <p:nvSpPr>
          <p:cNvPr id="5" name="Footer Placeholder 4">
            <a:extLst>
              <a:ext uri="{FF2B5EF4-FFF2-40B4-BE49-F238E27FC236}">
                <a16:creationId xmlns:a16="http://schemas.microsoft.com/office/drawing/2014/main" id="{FCDBE446-5A4A-4F8B-B077-B6F763B80A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02FC4F-3225-459D-8716-8FE06F03BADD}"/>
              </a:ext>
            </a:extLst>
          </p:cNvPr>
          <p:cNvSpPr>
            <a:spLocks noGrp="1"/>
          </p:cNvSpPr>
          <p:nvPr>
            <p:ph type="sldNum" sz="quarter" idx="12"/>
          </p:nvPr>
        </p:nvSpPr>
        <p:spPr/>
        <p:txBody>
          <a:bodyPr/>
          <a:lstStyle/>
          <a:p>
            <a:fld id="{273A85BE-9DD1-40FA-B588-5DB3D2EB661C}" type="slidenum">
              <a:rPr lang="en-US" smtClean="0"/>
              <a:t>‹#›</a:t>
            </a:fld>
            <a:endParaRPr lang="en-US"/>
          </a:p>
        </p:txBody>
      </p:sp>
    </p:spTree>
    <p:extLst>
      <p:ext uri="{BB962C8B-B14F-4D97-AF65-F5344CB8AC3E}">
        <p14:creationId xmlns:p14="http://schemas.microsoft.com/office/powerpoint/2010/main" val="32861678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20FCD-B89E-42C9-8E90-6395E884D732}"/>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06CA7F89-FF99-45B6-B9DF-8A6F8ACED5A9}"/>
              </a:ext>
            </a:extLst>
          </p:cNvPr>
          <p:cNvSpPr>
            <a:spLocks noGrp="1"/>
          </p:cNvSpPr>
          <p:nvPr>
            <p:ph type="body"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93B137D-DDBE-47C7-BC78-E4FD87F66C05}"/>
              </a:ext>
            </a:extLst>
          </p:cNvPr>
          <p:cNvSpPr>
            <a:spLocks noGrp="1"/>
          </p:cNvSpPr>
          <p:nvPr>
            <p:ph type="dt" sz="half" idx="10"/>
          </p:nvPr>
        </p:nvSpPr>
        <p:spPr/>
        <p:txBody>
          <a:bodyPr/>
          <a:lstStyle/>
          <a:p>
            <a:fld id="{63689151-E8FE-426A-BB9F-4AD88A7253C4}" type="datetime1">
              <a:rPr lang="en-US" smtClean="0"/>
              <a:t>8/31/26</a:t>
            </a:fld>
            <a:endParaRPr lang="en-US"/>
          </a:p>
        </p:txBody>
      </p:sp>
      <p:sp>
        <p:nvSpPr>
          <p:cNvPr id="5" name="Footer Placeholder 4">
            <a:extLst>
              <a:ext uri="{FF2B5EF4-FFF2-40B4-BE49-F238E27FC236}">
                <a16:creationId xmlns:a16="http://schemas.microsoft.com/office/drawing/2014/main" id="{A7D4A1DA-D134-4A27-890D-343682C23B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0DFE20-8353-4383-A724-1CCA38C7AFB8}"/>
              </a:ext>
            </a:extLst>
          </p:cNvPr>
          <p:cNvSpPr>
            <a:spLocks noGrp="1"/>
          </p:cNvSpPr>
          <p:nvPr>
            <p:ph type="sldNum" sz="quarter" idx="12"/>
          </p:nvPr>
        </p:nvSpPr>
        <p:spPr/>
        <p:txBody>
          <a:bodyPr/>
          <a:lstStyle/>
          <a:p>
            <a:fld id="{5A1B4C69-69FC-4DE3-9130-497A7C9ADE60}" type="slidenum">
              <a:rPr lang="en-US" smtClean="0"/>
              <a:t>‹#›</a:t>
            </a:fld>
            <a:endParaRPr lang="en-US"/>
          </a:p>
        </p:txBody>
      </p:sp>
    </p:spTree>
    <p:extLst>
      <p:ext uri="{BB962C8B-B14F-4D97-AF65-F5344CB8AC3E}">
        <p14:creationId xmlns:p14="http://schemas.microsoft.com/office/powerpoint/2010/main" val="11687812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6BA0261-72EE-418B-A5F7-C6EC4AACEDA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0C6ACB5-4574-4FC9-8BC8-98930D78E5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0FAFC6-B1E3-49E8-95A9-77D1E44917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0F57581-D1DD-4ABE-BB12-6D60C929FA1F}" type="datetime1">
              <a:rPr lang="en-US" smtClean="0"/>
              <a:t>8/31/26</a:t>
            </a:fld>
            <a:endParaRPr lang="en-US"/>
          </a:p>
        </p:txBody>
      </p:sp>
      <p:sp>
        <p:nvSpPr>
          <p:cNvPr id="5" name="Footer Placeholder 4">
            <a:extLst>
              <a:ext uri="{FF2B5EF4-FFF2-40B4-BE49-F238E27FC236}">
                <a16:creationId xmlns:a16="http://schemas.microsoft.com/office/drawing/2014/main" id="{1A1F4010-8AED-42F8-89AE-2210174BC4D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05DEE9-A7E1-46D3-8C3E-A755E0248DC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73A85BE-9DD1-40FA-B588-5DB3D2EB661C}" type="slidenum">
              <a:rPr lang="en-US" smtClean="0"/>
              <a:t>‹#›</a:t>
            </a:fld>
            <a:endParaRPr lang="en-US"/>
          </a:p>
        </p:txBody>
      </p:sp>
    </p:spTree>
    <p:extLst>
      <p:ext uri="{BB962C8B-B14F-4D97-AF65-F5344CB8AC3E}">
        <p14:creationId xmlns:p14="http://schemas.microsoft.com/office/powerpoint/2010/main" val="6855219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Layout" Target="../slideLayouts/slideLayout12.xml"/><Relationship Id="rId4" Type="http://schemas.openxmlformats.org/officeDocument/2006/relationships/image" Target="../media/image6.svg"/></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Layout" Target="../slideLayouts/slideLayout12.xml"/><Relationship Id="rId4" Type="http://schemas.openxmlformats.org/officeDocument/2006/relationships/image" Target="../media/image11.svg"/></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8.sv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2.sv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9FD1F-5553-4D42-9F6E-FFAA75E1D638}"/>
              </a:ext>
            </a:extLst>
          </p:cNvPr>
          <p:cNvSpPr>
            <a:spLocks noGrp="1"/>
          </p:cNvSpPr>
          <p:nvPr>
            <p:ph type="ctrTitle"/>
          </p:nvPr>
        </p:nvSpPr>
        <p:spPr/>
        <p:txBody>
          <a:bodyPr/>
          <a:lstStyle/>
          <a:p>
            <a:pPr marR="0" rtl="0"/>
            <a:r>
              <a:rPr lang="en-US" b="0" i="1" u="none" strike="noStrike" baseline="0">
                <a:latin typeface="TeXGyrePagella-Italic" panose="02000603020200000004" pitchFamily="50" charset="0"/>
              </a:rPr>
              <a:t>Population Methods</a:t>
            </a:r>
            <a:endParaRPr lang="en-US" b="0" i="0" u="none" strike="noStrike" baseline="0">
              <a:latin typeface="TeXGyrePagella-Regular" panose="02000603020200000003" pitchFamily="50" charset="0"/>
            </a:endParaRPr>
          </a:p>
        </p:txBody>
      </p:sp>
    </p:spTree>
    <p:extLst>
      <p:ext uri="{BB962C8B-B14F-4D97-AF65-F5344CB8AC3E}">
        <p14:creationId xmlns:p14="http://schemas.microsoft.com/office/powerpoint/2010/main" val="16230522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9FD1F-5553-4D42-9F6E-FFAA75E1D638}"/>
              </a:ext>
            </a:extLst>
          </p:cNvPr>
          <p:cNvSpPr>
            <a:spLocks noGrp="1"/>
          </p:cNvSpPr>
          <p:nvPr>
            <p:ph type="title"/>
          </p:nvPr>
        </p:nvSpPr>
        <p:spPr/>
        <p:txBody>
          <a:bodyPr/>
          <a:lstStyle/>
          <a:p>
            <a:pPr marR="0" rtl="0"/>
            <a:r>
              <a:rPr lang="en-US" b="0" i="1" u="none" strike="noStrike" baseline="0">
                <a:latin typeface="TeXGyrePagella-Italic" panose="02000603020200000004" pitchFamily="50" charset="0"/>
              </a:rPr>
              <a:t>Population Methods</a:t>
            </a:r>
            <a:endParaRPr lang="en-US" b="0" i="0" u="none" strike="noStrike" baseline="0">
              <a:latin typeface="TeXGyrePagella-Regular" panose="02000603020200000003" pitchFamily="50" charset="0"/>
            </a:endParaRPr>
          </a:p>
        </p:txBody>
      </p:sp>
      <p:sp>
        <p:nvSpPr>
          <p:cNvPr id="3" name="Content Placeholder 2">
            <a:extLst>
              <a:ext uri="{FF2B5EF4-FFF2-40B4-BE49-F238E27FC236}">
                <a16:creationId xmlns:a16="http://schemas.microsoft.com/office/drawing/2014/main" id="{09B53646-1E74-42B4-8CCE-C3BC4F3C962C}"/>
              </a:ext>
            </a:extLst>
          </p:cNvPr>
          <p:cNvSpPr>
            <a:spLocks noGrp="1"/>
          </p:cNvSpPr>
          <p:nvPr>
            <p:ph idx="1"/>
          </p:nvPr>
        </p:nvSpPr>
        <p:spPr/>
        <p:txBody>
          <a:bodyPr/>
          <a:lstStyle/>
          <a:p>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Instead of optimizing a single design point, population methods optimize a collection of </a:t>
            </a:r>
            <a:r>
              <a:rPr lang="en-US">
                <a:latin typeface="TeXGyrePagella-Italic" panose="02000603020200000004" pitchFamily="50" charset="0"/>
                <a:ea typeface="TeXGyrePagella-Italic" panose="02000603020200000004" pitchFamily="50" charset="0"/>
                <a:cs typeface="TeXGyrePagella-Italic" panose="02000603020200000004" pitchFamily="50" charset="0"/>
              </a:rPr>
              <a:t>individuals</a:t>
            </a:r>
          </a:p>
          <a:p>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A large number of individuals prevents algorithm from being stuck in a local minimum</a:t>
            </a:r>
          </a:p>
          <a:p>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Useful information can be shared between individuals</a:t>
            </a:r>
          </a:p>
          <a:p>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Stochastic in nature</a:t>
            </a:r>
          </a:p>
          <a:p>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Easy to parallelize</a:t>
            </a:r>
          </a:p>
        </p:txBody>
      </p:sp>
      <p:sp>
        <p:nvSpPr>
          <p:cNvPr id="4" name="Slide Number Placeholder 3">
            <a:extLst>
              <a:ext uri="{FF2B5EF4-FFF2-40B4-BE49-F238E27FC236}">
                <a16:creationId xmlns:a16="http://schemas.microsoft.com/office/drawing/2014/main" id="{2AAAE035-B13C-41C9-8A75-A8CC72042CA8}"/>
              </a:ext>
            </a:extLst>
          </p:cNvPr>
          <p:cNvSpPr>
            <a:spLocks noGrp="1"/>
          </p:cNvSpPr>
          <p:nvPr>
            <p:ph type="sldNum" sz="quarter" idx="12"/>
          </p:nvPr>
        </p:nvSpPr>
        <p:spPr/>
        <p:txBody>
          <a:bodyPr/>
          <a:lstStyle/>
          <a:p>
            <a:fld id="{273A85BE-9DD1-40FA-B588-5DB3D2EB661C}" type="slidenum">
              <a:rPr lang="en-US" smtClean="0"/>
              <a:t>2</a:t>
            </a:fld>
            <a:endParaRPr lang="en-US"/>
          </a:p>
        </p:txBody>
      </p:sp>
    </p:spTree>
    <p:extLst>
      <p:ext uri="{BB962C8B-B14F-4D97-AF65-F5344CB8AC3E}">
        <p14:creationId xmlns:p14="http://schemas.microsoft.com/office/powerpoint/2010/main" val="17051534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C6B2F58-BE22-3EB3-4166-6FC48B33E8A0}"/>
              </a:ext>
            </a:extLst>
          </p:cNvPr>
          <p:cNvPicPr>
            <a:picLocks noChangeAspect="1"/>
          </p:cNvPicPr>
          <p:nvPr/>
        </p:nvPicPr>
        <p:blipFill>
          <a:blip r:embed="rId2"/>
          <a:stretch>
            <a:fillRect/>
          </a:stretch>
        </p:blipFill>
        <p:spPr>
          <a:xfrm>
            <a:off x="643467" y="1765977"/>
            <a:ext cx="10905066" cy="3326045"/>
          </a:xfrm>
          <a:prstGeom prst="rect">
            <a:avLst/>
          </a:prstGeom>
        </p:spPr>
      </p:pic>
    </p:spTree>
    <p:extLst>
      <p:ext uri="{BB962C8B-B14F-4D97-AF65-F5344CB8AC3E}">
        <p14:creationId xmlns:p14="http://schemas.microsoft.com/office/powerpoint/2010/main" val="23825051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12A46-14D3-4471-8862-46EC2E658AA2}"/>
              </a:ext>
            </a:extLst>
          </p:cNvPr>
          <p:cNvSpPr>
            <a:spLocks noGrp="1"/>
          </p:cNvSpPr>
          <p:nvPr>
            <p:ph type="title"/>
          </p:nvPr>
        </p:nvSpPr>
        <p:spPr/>
        <p:txBody>
          <a:bodyPr/>
          <a:lstStyle/>
          <a:p>
            <a:pPr marR="0" rtl="0"/>
            <a:r>
              <a:rPr lang="en-US" b="0" i="1" u="none" strike="noStrike" baseline="0">
                <a:latin typeface="TeXGyrePagella-Italic" panose="02000603020200000004" pitchFamily="50" charset="0"/>
              </a:rPr>
              <a:t>Initialization</a:t>
            </a:r>
            <a:endParaRPr lang="en-US" b="0" i="0" u="none" strike="noStrike" baseline="0">
              <a:latin typeface="TeXGyrePagella-Regular" panose="02000603020200000003" pitchFamily="50" charset="0"/>
            </a:endParaRPr>
          </a:p>
        </p:txBody>
      </p:sp>
      <p:sp>
        <p:nvSpPr>
          <p:cNvPr id="3" name="Text Placeholder 2">
            <a:extLst>
              <a:ext uri="{FF2B5EF4-FFF2-40B4-BE49-F238E27FC236}">
                <a16:creationId xmlns:a16="http://schemas.microsoft.com/office/drawing/2014/main" id="{5715C83D-16FF-4F9A-9E75-EEC2CE8A3509}"/>
              </a:ext>
            </a:extLst>
          </p:cNvPr>
          <p:cNvSpPr>
            <a:spLocks noGrp="1"/>
          </p:cNvSpPr>
          <p:nvPr>
            <p:ph type="body" idx="1"/>
          </p:nvPr>
        </p:nvSpPr>
        <p:spPr/>
        <p:txBody>
          <a:bodyPr/>
          <a:lstStyle/>
          <a:p>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Population methods begin with an initial population</a:t>
            </a:r>
          </a:p>
          <a:p>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Common initializations are uniform, normal distribution, and Cauchy distribution</a:t>
            </a:r>
          </a:p>
        </p:txBody>
      </p:sp>
      <p:pic>
        <p:nvPicPr>
          <p:cNvPr id="6" name="Graphic 5">
            <a:extLst>
              <a:ext uri="{FF2B5EF4-FFF2-40B4-BE49-F238E27FC236}">
                <a16:creationId xmlns:a16="http://schemas.microsoft.com/office/drawing/2014/main" id="{68129629-FBAF-4085-87BC-47284C83E7D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767011" y="3097491"/>
            <a:ext cx="8036947" cy="3395384"/>
          </a:xfrm>
          <a:prstGeom prst="rect">
            <a:avLst/>
          </a:prstGeom>
        </p:spPr>
      </p:pic>
      <p:sp>
        <p:nvSpPr>
          <p:cNvPr id="4" name="Slide Number Placeholder 3">
            <a:extLst>
              <a:ext uri="{FF2B5EF4-FFF2-40B4-BE49-F238E27FC236}">
                <a16:creationId xmlns:a16="http://schemas.microsoft.com/office/drawing/2014/main" id="{0EB13B97-E9D7-4F5D-B72E-BEA0103413AC}"/>
              </a:ext>
            </a:extLst>
          </p:cNvPr>
          <p:cNvSpPr>
            <a:spLocks noGrp="1"/>
          </p:cNvSpPr>
          <p:nvPr>
            <p:ph type="sldNum" sz="quarter" idx="12"/>
          </p:nvPr>
        </p:nvSpPr>
        <p:spPr/>
        <p:txBody>
          <a:bodyPr/>
          <a:lstStyle/>
          <a:p>
            <a:fld id="{5A1B4C69-69FC-4DE3-9130-497A7C9ADE60}" type="slidenum">
              <a:rPr lang="en-US" smtClean="0"/>
              <a:t>4</a:t>
            </a:fld>
            <a:endParaRPr lang="en-US"/>
          </a:p>
        </p:txBody>
      </p:sp>
    </p:spTree>
    <p:extLst>
      <p:ext uri="{BB962C8B-B14F-4D97-AF65-F5344CB8AC3E}">
        <p14:creationId xmlns:p14="http://schemas.microsoft.com/office/powerpoint/2010/main" val="40893552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47B1C-F1DB-4566-A222-CA65EE0460B6}"/>
              </a:ext>
            </a:extLst>
          </p:cNvPr>
          <p:cNvSpPr>
            <a:spLocks noGrp="1"/>
          </p:cNvSpPr>
          <p:nvPr>
            <p:ph type="title"/>
          </p:nvPr>
        </p:nvSpPr>
        <p:spPr/>
        <p:txBody>
          <a:bodyPr/>
          <a:lstStyle/>
          <a:p>
            <a:pPr marR="0" rtl="0"/>
            <a:r>
              <a:rPr lang="en-US" b="0" i="1" u="none" strike="noStrike" baseline="0">
                <a:latin typeface="TeXGyrePagella-Italic" panose="02000603020200000004" pitchFamily="50" charset="0"/>
              </a:rPr>
              <a:t>Genetic Algorithms</a:t>
            </a:r>
            <a:endParaRPr lang="en-US" b="0" i="0" u="none" strike="noStrike" baseline="0">
              <a:latin typeface="TeXGyrePagella-Regular" panose="02000603020200000003" pitchFamily="50" charset="0"/>
            </a:endParaRPr>
          </a:p>
        </p:txBody>
      </p:sp>
      <p:sp>
        <p:nvSpPr>
          <p:cNvPr id="3" name="Text Placeholder 2">
            <a:extLst>
              <a:ext uri="{FF2B5EF4-FFF2-40B4-BE49-F238E27FC236}">
                <a16:creationId xmlns:a16="http://schemas.microsoft.com/office/drawing/2014/main" id="{72A63990-3C01-46AA-B65E-D435FE311225}"/>
              </a:ext>
            </a:extLst>
          </p:cNvPr>
          <p:cNvSpPr>
            <a:spLocks noGrp="1"/>
          </p:cNvSpPr>
          <p:nvPr>
            <p:ph type="body" idx="1"/>
          </p:nvPr>
        </p:nvSpPr>
        <p:spPr/>
        <p:txBody>
          <a:bodyPr/>
          <a:lstStyle/>
          <a:p>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Inspired by biological evolution where the fittest individuals pass their genetic information to the next generation</a:t>
            </a:r>
          </a:p>
          <a:p>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Individuals are interpreted as </a:t>
            </a:r>
            <a:r>
              <a:rPr lang="en-US">
                <a:latin typeface="TeXGyrePagella-Italic" panose="02000603020200000004" pitchFamily="50" charset="0"/>
                <a:ea typeface="TeXGyrePagella-Italic" panose="02000603020200000004" pitchFamily="50" charset="0"/>
                <a:cs typeface="TeXGyrePagella-Italic" panose="02000603020200000004" pitchFamily="50" charset="0"/>
              </a:rPr>
              <a:t>chromosomes</a:t>
            </a:r>
          </a:p>
          <a:p>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The fittest individuals are determined by </a:t>
            </a:r>
            <a:r>
              <a:rPr lang="en-US">
                <a:latin typeface="TeXGyrePagella-Italic" panose="02000603020200000004" pitchFamily="50" charset="0"/>
                <a:ea typeface="TeXGyrePagella-Italic" panose="02000603020200000004" pitchFamily="50" charset="0"/>
                <a:cs typeface="TeXGyrePagella-Italic" panose="02000603020200000004" pitchFamily="50" charset="0"/>
              </a:rPr>
              <a:t>selection</a:t>
            </a:r>
          </a:p>
          <a:p>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The next generation is formed by selecting the fittest individuals and performing </a:t>
            </a:r>
            <a:r>
              <a:rPr lang="en-US">
                <a:latin typeface="TeXGyrePagella-Italic" panose="02000603020200000004" pitchFamily="50" charset="0"/>
                <a:ea typeface="TeXGyrePagella-Italic" panose="02000603020200000004" pitchFamily="50" charset="0"/>
                <a:cs typeface="TeXGyrePagella-Italic" panose="02000603020200000004" pitchFamily="50" charset="0"/>
              </a:rPr>
              <a:t>crossover</a:t>
            </a:r>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 and </a:t>
            </a:r>
            <a:r>
              <a:rPr lang="en-US">
                <a:latin typeface="TeXGyrePagella-Italic" panose="02000603020200000004" pitchFamily="50" charset="0"/>
                <a:ea typeface="TeXGyrePagella-Italic" panose="02000603020200000004" pitchFamily="50" charset="0"/>
                <a:cs typeface="TeXGyrePagella-Italic" panose="02000603020200000004" pitchFamily="50" charset="0"/>
              </a:rPr>
              <a:t>mutation</a:t>
            </a:r>
          </a:p>
        </p:txBody>
      </p:sp>
      <p:sp>
        <p:nvSpPr>
          <p:cNvPr id="4" name="Slide Number Placeholder 3">
            <a:extLst>
              <a:ext uri="{FF2B5EF4-FFF2-40B4-BE49-F238E27FC236}">
                <a16:creationId xmlns:a16="http://schemas.microsoft.com/office/drawing/2014/main" id="{7E9BE6AB-1D2E-48FD-BDBE-5C6A3C566AE1}"/>
              </a:ext>
            </a:extLst>
          </p:cNvPr>
          <p:cNvSpPr>
            <a:spLocks noGrp="1"/>
          </p:cNvSpPr>
          <p:nvPr>
            <p:ph type="sldNum" sz="quarter" idx="12"/>
          </p:nvPr>
        </p:nvSpPr>
        <p:spPr/>
        <p:txBody>
          <a:bodyPr/>
          <a:lstStyle/>
          <a:p>
            <a:fld id="{5A1B4C69-69FC-4DE3-9130-497A7C9ADE60}" type="slidenum">
              <a:rPr lang="en-US" smtClean="0"/>
              <a:t>5</a:t>
            </a:fld>
            <a:endParaRPr lang="en-US"/>
          </a:p>
        </p:txBody>
      </p:sp>
    </p:spTree>
    <p:extLst>
      <p:ext uri="{BB962C8B-B14F-4D97-AF65-F5344CB8AC3E}">
        <p14:creationId xmlns:p14="http://schemas.microsoft.com/office/powerpoint/2010/main" val="2170407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612387B-EA26-8808-E68F-CFB991D25A63}"/>
              </a:ext>
            </a:extLst>
          </p:cNvPr>
          <p:cNvPicPr>
            <a:picLocks noChangeAspect="1"/>
          </p:cNvPicPr>
          <p:nvPr/>
        </p:nvPicPr>
        <p:blipFill>
          <a:blip r:embed="rId2"/>
          <a:stretch>
            <a:fillRect/>
          </a:stretch>
        </p:blipFill>
        <p:spPr>
          <a:xfrm>
            <a:off x="643467" y="866310"/>
            <a:ext cx="10905066" cy="5125378"/>
          </a:xfrm>
          <a:prstGeom prst="rect">
            <a:avLst/>
          </a:prstGeom>
        </p:spPr>
      </p:pic>
    </p:spTree>
    <p:extLst>
      <p:ext uri="{BB962C8B-B14F-4D97-AF65-F5344CB8AC3E}">
        <p14:creationId xmlns:p14="http://schemas.microsoft.com/office/powerpoint/2010/main" val="30733709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47B1C-F1DB-4566-A222-CA65EE0460B6}"/>
              </a:ext>
            </a:extLst>
          </p:cNvPr>
          <p:cNvSpPr>
            <a:spLocks noGrp="1"/>
          </p:cNvSpPr>
          <p:nvPr>
            <p:ph type="title"/>
          </p:nvPr>
        </p:nvSpPr>
        <p:spPr/>
        <p:txBody>
          <a:bodyPr/>
          <a:lstStyle/>
          <a:p>
            <a:pPr marR="0" rtl="0"/>
            <a:r>
              <a:rPr lang="en-US" b="0" i="1" u="none" strike="noStrike" baseline="0">
                <a:latin typeface="TeXGyrePagella-Italic" panose="02000603020200000004" pitchFamily="50" charset="0"/>
              </a:rPr>
              <a:t>Genetic Algorithms: Selection</a:t>
            </a:r>
            <a:endParaRPr lang="en-US" b="0" i="0" u="none" strike="noStrike" baseline="0">
              <a:latin typeface="TeXGyrePagella-Regular" panose="02000603020200000003" pitchFamily="50" charset="0"/>
            </a:endParaRPr>
          </a:p>
        </p:txBody>
      </p:sp>
      <p:sp>
        <p:nvSpPr>
          <p:cNvPr id="3" name="Text Placeholder 2">
            <a:extLst>
              <a:ext uri="{FF2B5EF4-FFF2-40B4-BE49-F238E27FC236}">
                <a16:creationId xmlns:a16="http://schemas.microsoft.com/office/drawing/2014/main" id="{72A63990-3C01-46AA-B65E-D435FE311225}"/>
              </a:ext>
            </a:extLst>
          </p:cNvPr>
          <p:cNvSpPr>
            <a:spLocks noGrp="1"/>
          </p:cNvSpPr>
          <p:nvPr>
            <p:ph type="body" idx="1"/>
          </p:nvPr>
        </p:nvSpPr>
        <p:spPr/>
        <p:txBody>
          <a:bodyPr/>
          <a:lstStyle/>
          <a:p>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Determining which individuals pass their genetic information on to the next generation</a:t>
            </a:r>
            <a:endParaRPr lang="en-US">
              <a:latin typeface="TeXGyrePagella-Italic" panose="02000603020200000004" pitchFamily="50" charset="0"/>
              <a:ea typeface="TeXGyrePagella-Italic" panose="02000603020200000004" pitchFamily="50" charset="0"/>
              <a:cs typeface="TeXGyrePagella-Italic" panose="02000603020200000004" pitchFamily="50" charset="0"/>
            </a:endParaRPr>
          </a:p>
          <a:p>
            <a:r>
              <a:rPr lang="en-US">
                <a:latin typeface="TeXGyrePagella-Italic" panose="02000603020200000004" pitchFamily="50" charset="0"/>
                <a:ea typeface="TeXGyrePagella-Italic" panose="02000603020200000004" pitchFamily="50" charset="0"/>
                <a:cs typeface="TeXGyrePagella-Italic" panose="02000603020200000004" pitchFamily="50" charset="0"/>
              </a:rPr>
              <a:t>Truncation selection</a:t>
            </a:r>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 truncate the lowest performers</a:t>
            </a:r>
          </a:p>
          <a:p>
            <a:r>
              <a:rPr lang="en-US">
                <a:latin typeface="TeXGyrePagella-Italic" panose="02000603020200000004" pitchFamily="50" charset="0"/>
                <a:ea typeface="TeXGyrePagella-Italic" panose="02000603020200000004" pitchFamily="50" charset="0"/>
                <a:cs typeface="TeXGyrePagella-Italic" panose="02000603020200000004" pitchFamily="50" charset="0"/>
              </a:rPr>
              <a:t>Tournament selection</a:t>
            </a:r>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 selects fittest out of </a:t>
            </a:r>
            <a:r>
              <a:rPr lang="en-US">
                <a:latin typeface="TeXGyrePagella-Italic" panose="02000603020200000004" pitchFamily="50" charset="0"/>
                <a:ea typeface="TeXGyrePagella-Italic" panose="02000603020200000004" pitchFamily="50" charset="0"/>
                <a:cs typeface="TeXGyrePagella-Italic" panose="02000603020200000004" pitchFamily="50" charset="0"/>
              </a:rPr>
              <a:t>k</a:t>
            </a:r>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 randomly chosen individuals</a:t>
            </a:r>
          </a:p>
          <a:p>
            <a:r>
              <a:rPr lang="en-US">
                <a:latin typeface="TeXGyrePagella-Italic" panose="02000603020200000004" pitchFamily="50" charset="0"/>
                <a:ea typeface="TeXGyrePagella-Italic" panose="02000603020200000004" pitchFamily="50" charset="0"/>
                <a:cs typeface="TeXGyrePagella-Italic" panose="02000603020200000004" pitchFamily="50" charset="0"/>
              </a:rPr>
              <a:t>Roulette Wheel selection</a:t>
            </a:r>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 individuals are chosen with probability proportional to their fitness </a:t>
            </a:r>
          </a:p>
        </p:txBody>
      </p:sp>
      <p:sp>
        <p:nvSpPr>
          <p:cNvPr id="4" name="Slide Number Placeholder 3">
            <a:extLst>
              <a:ext uri="{FF2B5EF4-FFF2-40B4-BE49-F238E27FC236}">
                <a16:creationId xmlns:a16="http://schemas.microsoft.com/office/drawing/2014/main" id="{ED534D39-3198-4531-B483-B5B7BFEDB9EE}"/>
              </a:ext>
            </a:extLst>
          </p:cNvPr>
          <p:cNvSpPr>
            <a:spLocks noGrp="1"/>
          </p:cNvSpPr>
          <p:nvPr>
            <p:ph type="sldNum" sz="quarter" idx="12"/>
          </p:nvPr>
        </p:nvSpPr>
        <p:spPr/>
        <p:txBody>
          <a:bodyPr/>
          <a:lstStyle/>
          <a:p>
            <a:fld id="{5A1B4C69-69FC-4DE3-9130-497A7C9ADE60}" type="slidenum">
              <a:rPr lang="en-US" smtClean="0"/>
              <a:t>7</a:t>
            </a:fld>
            <a:endParaRPr lang="en-US"/>
          </a:p>
        </p:txBody>
      </p:sp>
    </p:spTree>
    <p:extLst>
      <p:ext uri="{BB962C8B-B14F-4D97-AF65-F5344CB8AC3E}">
        <p14:creationId xmlns:p14="http://schemas.microsoft.com/office/powerpoint/2010/main" val="2805617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47B1C-F1DB-4566-A222-CA65EE0460B6}"/>
              </a:ext>
            </a:extLst>
          </p:cNvPr>
          <p:cNvSpPr>
            <a:spLocks noGrp="1"/>
          </p:cNvSpPr>
          <p:nvPr>
            <p:ph type="title"/>
          </p:nvPr>
        </p:nvSpPr>
        <p:spPr/>
        <p:txBody>
          <a:bodyPr/>
          <a:lstStyle/>
          <a:p>
            <a:pPr marR="0" rtl="0"/>
            <a:r>
              <a:rPr lang="en-US" b="0" i="1" u="none" strike="noStrike" baseline="0">
                <a:latin typeface="TeXGyrePagella-Italic" panose="02000603020200000004" pitchFamily="50" charset="0"/>
              </a:rPr>
              <a:t>Genetic Algorithms: Selection</a:t>
            </a:r>
            <a:endParaRPr lang="en-US" b="0" i="0" u="none" strike="noStrike" baseline="0">
              <a:latin typeface="TeXGyrePagella-Regular" panose="02000603020200000003" pitchFamily="50" charset="0"/>
            </a:endParaRPr>
          </a:p>
        </p:txBody>
      </p:sp>
      <p:sp>
        <p:nvSpPr>
          <p:cNvPr id="5" name="Text Placeholder 4">
            <a:extLst>
              <a:ext uri="{FF2B5EF4-FFF2-40B4-BE49-F238E27FC236}">
                <a16:creationId xmlns:a16="http://schemas.microsoft.com/office/drawing/2014/main" id="{7598D2B6-B388-450E-9C7E-F8B41F98DBFF}"/>
              </a:ext>
            </a:extLst>
          </p:cNvPr>
          <p:cNvSpPr>
            <a:spLocks noGrp="1"/>
          </p:cNvSpPr>
          <p:nvPr>
            <p:ph type="body" idx="1"/>
          </p:nvPr>
        </p:nvSpPr>
        <p:spPr/>
        <p:txBody>
          <a:bodyPr/>
          <a:lstStyle/>
          <a:p>
            <a:endParaRPr lang="en-US" sz="1600">
              <a:latin typeface="TeXGyrePagella-Italic" panose="02000603020200000004" pitchFamily="50" charset="0"/>
              <a:ea typeface="TeXGyrePagella-Italic" panose="02000603020200000004" pitchFamily="50" charset="0"/>
              <a:cs typeface="TeXGyrePagella-Italic" panose="02000603020200000004" pitchFamily="50" charset="0"/>
            </a:endParaRPr>
          </a:p>
          <a:p>
            <a:r>
              <a:rPr lang="en-US">
                <a:latin typeface="TeXGyrePagella-Italic" panose="02000603020200000004" pitchFamily="50" charset="0"/>
                <a:ea typeface="TeXGyrePagella-Italic" panose="02000603020200000004" pitchFamily="50" charset="0"/>
                <a:cs typeface="TeXGyrePagella-Italic" panose="02000603020200000004" pitchFamily="50" charset="0"/>
              </a:rPr>
              <a:t>Truncation Selection</a:t>
            </a:r>
          </a:p>
          <a:p>
            <a:endParaRPr lang="en-US">
              <a:latin typeface="TeXGyrePagella-Italic" panose="02000603020200000004" pitchFamily="50" charset="0"/>
              <a:ea typeface="TeXGyrePagella-Italic" panose="02000603020200000004" pitchFamily="50" charset="0"/>
              <a:cs typeface="TeXGyrePagella-Italic" panose="02000603020200000004" pitchFamily="50" charset="0"/>
            </a:endParaRPr>
          </a:p>
          <a:p>
            <a:endParaRPr lang="en-US" sz="1800">
              <a:latin typeface="TeXGyrePagella-Italic" panose="02000603020200000004" pitchFamily="50" charset="0"/>
              <a:ea typeface="TeXGyrePagella-Italic" panose="02000603020200000004" pitchFamily="50" charset="0"/>
              <a:cs typeface="TeXGyrePagella-Italic" panose="02000603020200000004" pitchFamily="50" charset="0"/>
            </a:endParaRPr>
          </a:p>
          <a:p>
            <a:r>
              <a:rPr lang="en-US">
                <a:latin typeface="TeXGyrePagella-Italic" panose="02000603020200000004" pitchFamily="50" charset="0"/>
                <a:ea typeface="TeXGyrePagella-Italic" panose="02000603020200000004" pitchFamily="50" charset="0"/>
                <a:cs typeface="TeXGyrePagella-Italic" panose="02000603020200000004" pitchFamily="50" charset="0"/>
              </a:rPr>
              <a:t>Tournament Selection</a:t>
            </a:r>
          </a:p>
          <a:p>
            <a:endParaRPr lang="en-US">
              <a:latin typeface="TeXGyrePagella-Italic" panose="02000603020200000004" pitchFamily="50" charset="0"/>
              <a:ea typeface="TeXGyrePagella-Italic" panose="02000603020200000004" pitchFamily="50" charset="0"/>
              <a:cs typeface="TeXGyrePagella-Italic" panose="02000603020200000004" pitchFamily="50" charset="0"/>
            </a:endParaRPr>
          </a:p>
          <a:p>
            <a:endParaRPr lang="en-US" sz="1800">
              <a:latin typeface="TeXGyrePagella-Italic" panose="02000603020200000004" pitchFamily="50" charset="0"/>
              <a:ea typeface="TeXGyrePagella-Italic" panose="02000603020200000004" pitchFamily="50" charset="0"/>
              <a:cs typeface="TeXGyrePagella-Italic" panose="02000603020200000004" pitchFamily="50" charset="0"/>
            </a:endParaRPr>
          </a:p>
          <a:p>
            <a:r>
              <a:rPr lang="en-US">
                <a:latin typeface="TeXGyrePagella-Italic" panose="02000603020200000004" pitchFamily="50" charset="0"/>
                <a:ea typeface="TeXGyrePagella-Italic" panose="02000603020200000004" pitchFamily="50" charset="0"/>
                <a:cs typeface="TeXGyrePagella-Italic" panose="02000603020200000004" pitchFamily="50" charset="0"/>
              </a:rPr>
              <a:t>Roulette Wheel Selection</a:t>
            </a:r>
          </a:p>
        </p:txBody>
      </p:sp>
      <p:pic>
        <p:nvPicPr>
          <p:cNvPr id="6" name="Graphic 5">
            <a:extLst>
              <a:ext uri="{FF2B5EF4-FFF2-40B4-BE49-F238E27FC236}">
                <a16:creationId xmlns:a16="http://schemas.microsoft.com/office/drawing/2014/main" id="{E3477DCF-1A65-41A4-A4F0-EF68B6FDBD2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918751" y="1444198"/>
            <a:ext cx="6440194" cy="1819098"/>
          </a:xfrm>
          <a:prstGeom prst="rect">
            <a:avLst/>
          </a:prstGeom>
        </p:spPr>
      </p:pic>
      <p:pic>
        <p:nvPicPr>
          <p:cNvPr id="7" name="Graphic 6">
            <a:extLst>
              <a:ext uri="{FF2B5EF4-FFF2-40B4-BE49-F238E27FC236}">
                <a16:creationId xmlns:a16="http://schemas.microsoft.com/office/drawing/2014/main" id="{095C0529-C37D-4EAE-9125-72DD3583923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928276" y="2907173"/>
            <a:ext cx="6440194" cy="1819098"/>
          </a:xfrm>
          <a:prstGeom prst="rect">
            <a:avLst/>
          </a:prstGeom>
        </p:spPr>
      </p:pic>
      <p:pic>
        <p:nvPicPr>
          <p:cNvPr id="8" name="Graphic 7">
            <a:extLst>
              <a:ext uri="{FF2B5EF4-FFF2-40B4-BE49-F238E27FC236}">
                <a16:creationId xmlns:a16="http://schemas.microsoft.com/office/drawing/2014/main" id="{FF772604-C9F8-4845-9574-5F0B10E9330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928276" y="4370148"/>
            <a:ext cx="6425524" cy="1819098"/>
          </a:xfrm>
          <a:prstGeom prst="rect">
            <a:avLst/>
          </a:prstGeom>
        </p:spPr>
      </p:pic>
    </p:spTree>
    <p:extLst>
      <p:ext uri="{BB962C8B-B14F-4D97-AF65-F5344CB8AC3E}">
        <p14:creationId xmlns:p14="http://schemas.microsoft.com/office/powerpoint/2010/main" val="491617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screenshot of a computer program&#10;&#10;AI-generated content may be incorrect.">
            <a:extLst>
              <a:ext uri="{FF2B5EF4-FFF2-40B4-BE49-F238E27FC236}">
                <a16:creationId xmlns:a16="http://schemas.microsoft.com/office/drawing/2014/main" id="{34B1E4DE-7355-39D4-7320-A442EC23A4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81250" y="0"/>
            <a:ext cx="7429500" cy="6858000"/>
          </a:xfrm>
          <a:prstGeom prst="rect">
            <a:avLst/>
          </a:prstGeom>
        </p:spPr>
      </p:pic>
    </p:spTree>
    <p:extLst>
      <p:ext uri="{BB962C8B-B14F-4D97-AF65-F5344CB8AC3E}">
        <p14:creationId xmlns:p14="http://schemas.microsoft.com/office/powerpoint/2010/main" val="3903662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47B1C-F1DB-4566-A222-CA65EE0460B6}"/>
              </a:ext>
            </a:extLst>
          </p:cNvPr>
          <p:cNvSpPr>
            <a:spLocks noGrp="1"/>
          </p:cNvSpPr>
          <p:nvPr>
            <p:ph type="title"/>
          </p:nvPr>
        </p:nvSpPr>
        <p:spPr/>
        <p:txBody>
          <a:bodyPr/>
          <a:lstStyle/>
          <a:p>
            <a:pPr marR="0" rtl="0"/>
            <a:r>
              <a:rPr lang="en-US" b="0" i="1" u="none" strike="noStrike" baseline="0">
                <a:latin typeface="TeXGyrePagella-Italic" panose="02000603020200000004" pitchFamily="50" charset="0"/>
              </a:rPr>
              <a:t>Genetic Algorithms: Chromosomes</a:t>
            </a:r>
            <a:endParaRPr lang="en-US" b="0" i="0" u="none" strike="noStrike" baseline="0">
              <a:latin typeface="TeXGyrePagella-Regular" panose="02000603020200000003" pitchFamily="50" charset="0"/>
            </a:endParaRPr>
          </a:p>
        </p:txBody>
      </p:sp>
      <p:sp>
        <p:nvSpPr>
          <p:cNvPr id="3" name="Text Placeholder 2">
            <a:extLst>
              <a:ext uri="{FF2B5EF4-FFF2-40B4-BE49-F238E27FC236}">
                <a16:creationId xmlns:a16="http://schemas.microsoft.com/office/drawing/2014/main" id="{72A63990-3C01-46AA-B65E-D435FE311225}"/>
              </a:ext>
            </a:extLst>
          </p:cNvPr>
          <p:cNvSpPr>
            <a:spLocks noGrp="1"/>
          </p:cNvSpPr>
          <p:nvPr>
            <p:ph type="body" idx="1"/>
          </p:nvPr>
        </p:nvSpPr>
        <p:spPr/>
        <p:txBody>
          <a:bodyPr/>
          <a:lstStyle/>
          <a:p>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Simplest representation is the </a:t>
            </a:r>
            <a:r>
              <a:rPr lang="en-US">
                <a:latin typeface="TeXGyrePagella-Italic" panose="02000603020200000004" pitchFamily="50" charset="0"/>
                <a:ea typeface="TeXGyrePagella-Italic" panose="02000603020200000004" pitchFamily="50" charset="0"/>
                <a:cs typeface="TeXGyrePagella-Italic" panose="02000603020200000004" pitchFamily="50" charset="0"/>
              </a:rPr>
              <a:t>binary string chromosome</a:t>
            </a:r>
          </a:p>
          <a:p>
            <a:endParaRPr lang="en-US">
              <a:latin typeface="TeXGyrePagella-Regular" panose="02000603020200000003" pitchFamily="50" charset="0"/>
              <a:ea typeface="TeXGyrePagella-Regular" panose="02000603020200000003" pitchFamily="50" charset="0"/>
              <a:cs typeface="TeXGyrePagella-Regular" panose="02000603020200000003" pitchFamily="50" charset="0"/>
            </a:endParaRPr>
          </a:p>
          <a:p>
            <a:endParaRPr lang="en-US">
              <a:latin typeface="TeXGyrePagella-Regular" panose="02000603020200000003" pitchFamily="50" charset="0"/>
              <a:ea typeface="TeXGyrePagella-Regular" panose="02000603020200000003" pitchFamily="50" charset="0"/>
              <a:cs typeface="TeXGyrePagella-Regular" panose="02000603020200000003" pitchFamily="50" charset="0"/>
            </a:endParaRPr>
          </a:p>
          <a:p>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Chromosomes are more commonly represented as </a:t>
            </a:r>
            <a:r>
              <a:rPr lang="en-US">
                <a:latin typeface="TeXGyrePagella-Italic" panose="02000603020200000004" pitchFamily="50" charset="0"/>
                <a:ea typeface="TeXGyrePagella-Italic" panose="02000603020200000004" pitchFamily="50" charset="0"/>
                <a:cs typeface="TeXGyrePagella-Italic" panose="02000603020200000004" pitchFamily="50" charset="0"/>
              </a:rPr>
              <a:t>real-valued chromosomes </a:t>
            </a:r>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which are simply real-valued vectors</a:t>
            </a:r>
          </a:p>
          <a:p>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Typically initialized randomly</a:t>
            </a:r>
          </a:p>
        </p:txBody>
      </p:sp>
      <p:pic>
        <p:nvPicPr>
          <p:cNvPr id="4" name="Graphic 3">
            <a:extLst>
              <a:ext uri="{FF2B5EF4-FFF2-40B4-BE49-F238E27FC236}">
                <a16:creationId xmlns:a16="http://schemas.microsoft.com/office/drawing/2014/main" id="{3B9882B9-25A7-4999-960D-DF64AAB19A1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514454" y="2704822"/>
            <a:ext cx="9163092" cy="224097"/>
          </a:xfrm>
          <a:prstGeom prst="rect">
            <a:avLst/>
          </a:prstGeom>
        </p:spPr>
      </p:pic>
    </p:spTree>
    <p:extLst>
      <p:ext uri="{BB962C8B-B14F-4D97-AF65-F5344CB8AC3E}">
        <p14:creationId xmlns:p14="http://schemas.microsoft.com/office/powerpoint/2010/main" val="34407283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47B1C-F1DB-4566-A222-CA65EE0460B6}"/>
              </a:ext>
            </a:extLst>
          </p:cNvPr>
          <p:cNvSpPr>
            <a:spLocks noGrp="1"/>
          </p:cNvSpPr>
          <p:nvPr>
            <p:ph type="title"/>
          </p:nvPr>
        </p:nvSpPr>
        <p:spPr/>
        <p:txBody>
          <a:bodyPr/>
          <a:lstStyle/>
          <a:p>
            <a:pPr marR="0" rtl="0"/>
            <a:r>
              <a:rPr lang="en-US" b="0" i="1" u="none" strike="noStrike" baseline="0">
                <a:latin typeface="TeXGyrePagella-Italic" panose="02000603020200000004" pitchFamily="50" charset="0"/>
              </a:rPr>
              <a:t>Genetic Algorithms: Crossover</a:t>
            </a:r>
            <a:endParaRPr lang="en-US" b="0" i="0" u="none" strike="noStrike" baseline="0">
              <a:latin typeface="TeXGyrePagella-Regular" panose="02000603020200000003" pitchFamily="50" charset="0"/>
            </a:endParaRPr>
          </a:p>
        </p:txBody>
      </p:sp>
      <p:sp>
        <p:nvSpPr>
          <p:cNvPr id="3" name="Text Placeholder 2">
            <a:extLst>
              <a:ext uri="{FF2B5EF4-FFF2-40B4-BE49-F238E27FC236}">
                <a16:creationId xmlns:a16="http://schemas.microsoft.com/office/drawing/2014/main" id="{72A63990-3C01-46AA-B65E-D435FE311225}"/>
              </a:ext>
            </a:extLst>
          </p:cNvPr>
          <p:cNvSpPr>
            <a:spLocks noGrp="1"/>
          </p:cNvSpPr>
          <p:nvPr>
            <p:ph type="body" idx="1"/>
          </p:nvPr>
        </p:nvSpPr>
        <p:spPr/>
        <p:txBody>
          <a:bodyPr vert="horz" lIns="91440" tIns="45720" rIns="91440" bIns="45720" rtlCol="0" anchor="t">
            <a:normAutofit/>
          </a:bodyPr>
          <a:lstStyle/>
          <a:p>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Combines the chromosomes of the parents to form children</a:t>
            </a:r>
          </a:p>
          <a:p>
            <a:r>
              <a:rPr lang="en-US">
                <a:latin typeface="TeXGyrePagella-Italic" panose="02000603020200000004" pitchFamily="50" charset="0"/>
                <a:ea typeface="TeXGyrePagella-Italic" panose="02000603020200000004" pitchFamily="50" charset="0"/>
                <a:cs typeface="TeXGyrePagella-Italic" panose="02000603020200000004" pitchFamily="50" charset="0"/>
              </a:rPr>
              <a:t>Single-point crossover</a:t>
            </a:r>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 swap occurs after single </a:t>
            </a:r>
            <a:r>
              <a:rPr lang="en-US">
                <a:latin typeface="TeXGyrePagella-Italic" panose="02000603020200000004" pitchFamily="50" charset="0"/>
                <a:ea typeface="TeXGyrePagella-Italic" panose="02000603020200000004" pitchFamily="50" charset="0"/>
                <a:cs typeface="TeXGyrePagella-Italic" panose="02000603020200000004" pitchFamily="50" charset="0"/>
              </a:rPr>
              <a:t>crossover point</a:t>
            </a:r>
          </a:p>
          <a:p>
            <a:endParaRPr lang="en-US">
              <a:latin typeface="TeXGyrePagella-Italic" panose="02000603020200000004" pitchFamily="50" charset="0"/>
              <a:ea typeface="TeXGyrePagella-Italic" panose="02000603020200000004" pitchFamily="50" charset="0"/>
              <a:cs typeface="TeXGyrePagella-Italic" panose="02000603020200000004" pitchFamily="50" charset="0"/>
            </a:endParaRPr>
          </a:p>
          <a:p>
            <a:endParaRPr lang="en-US">
              <a:latin typeface="TeXGyrePagella-Italic" panose="02000603020200000004" pitchFamily="50" charset="0"/>
              <a:ea typeface="TeXGyrePagella-Italic" panose="02000603020200000004" pitchFamily="50" charset="0"/>
              <a:cs typeface="TeXGyrePagella-Italic" panose="02000603020200000004" pitchFamily="50" charset="0"/>
            </a:endParaRPr>
          </a:p>
          <a:p>
            <a:r>
              <a:rPr lang="en-US">
                <a:latin typeface="TeXGyrePagella-Italic" panose="02000603020200000004" pitchFamily="50" charset="0"/>
                <a:ea typeface="TeXGyrePagella-Italic" panose="02000603020200000004" pitchFamily="50" charset="0"/>
                <a:cs typeface="TeXGyrePagella-Italic" panose="02000603020200000004" pitchFamily="50" charset="0"/>
              </a:rPr>
              <a:t>Two-point crossover</a:t>
            </a:r>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 two crossover points</a:t>
            </a:r>
          </a:p>
          <a:p>
            <a:endParaRPr lang="en-US">
              <a:latin typeface="TeXGyrePagella-Regular" panose="02000603020200000003" pitchFamily="50" charset="0"/>
              <a:ea typeface="TeXGyrePagella-Regular" panose="02000603020200000003" pitchFamily="50" charset="0"/>
              <a:cs typeface="TeXGyrePagella-Regular" panose="02000603020200000003" pitchFamily="50" charset="0"/>
            </a:endParaRPr>
          </a:p>
          <a:p>
            <a:endParaRPr lang="en-US">
              <a:latin typeface="TeXGyrePagella-Regular" panose="02000603020200000003" pitchFamily="50" charset="0"/>
              <a:ea typeface="TeXGyrePagella-Regular" panose="02000603020200000003" pitchFamily="50" charset="0"/>
              <a:cs typeface="TeXGyrePagella-Regular" panose="02000603020200000003" pitchFamily="50" charset="0"/>
            </a:endParaRPr>
          </a:p>
          <a:p>
            <a:r>
              <a:rPr lang="en-US">
                <a:latin typeface="TeXGyrePagella-Italic"/>
                <a:ea typeface="TeXGyrePagella-Regular" panose="02000603020200000003" pitchFamily="50" charset="0"/>
                <a:cs typeface="TeXGyrePagella-Regular" panose="02000603020200000003" pitchFamily="50" charset="0"/>
              </a:rPr>
              <a:t>Uniform crossover</a:t>
            </a:r>
            <a:r>
              <a:rPr lang="en-US">
                <a:latin typeface="TeXGyrePagella-Regular"/>
                <a:ea typeface="TeXGyrePagella-Regular" panose="02000603020200000003" pitchFamily="50" charset="0"/>
                <a:cs typeface="TeXGyrePagella-Regular" panose="02000603020200000003" pitchFamily="50" charset="0"/>
              </a:rPr>
              <a:t>: each bit has 50% chance of crossover</a:t>
            </a:r>
          </a:p>
        </p:txBody>
      </p:sp>
      <p:pic>
        <p:nvPicPr>
          <p:cNvPr id="8" name="Graphic 7">
            <a:extLst>
              <a:ext uri="{FF2B5EF4-FFF2-40B4-BE49-F238E27FC236}">
                <a16:creationId xmlns:a16="http://schemas.microsoft.com/office/drawing/2014/main" id="{EEDC02FE-95CC-4439-B779-0CCBC6AEE4F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921442" y="2870386"/>
            <a:ext cx="5999921" cy="1117227"/>
          </a:xfrm>
          <a:prstGeom prst="rect">
            <a:avLst/>
          </a:prstGeom>
        </p:spPr>
      </p:pic>
      <p:pic>
        <p:nvPicPr>
          <p:cNvPr id="10" name="Graphic 9">
            <a:extLst>
              <a:ext uri="{FF2B5EF4-FFF2-40B4-BE49-F238E27FC236}">
                <a16:creationId xmlns:a16="http://schemas.microsoft.com/office/drawing/2014/main" id="{E23D4D93-4C9B-49B3-99DB-AFA21026E27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921440" y="4296128"/>
            <a:ext cx="5999923" cy="1117227"/>
          </a:xfrm>
          <a:prstGeom prst="rect">
            <a:avLst/>
          </a:prstGeom>
        </p:spPr>
      </p:pic>
      <p:pic>
        <p:nvPicPr>
          <p:cNvPr id="12" name="Graphic 11">
            <a:extLst>
              <a:ext uri="{FF2B5EF4-FFF2-40B4-BE49-F238E27FC236}">
                <a16:creationId xmlns:a16="http://schemas.microsoft.com/office/drawing/2014/main" id="{300AC4AF-06A1-40ED-9E07-192FED0304C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921439" y="5821182"/>
            <a:ext cx="6055583" cy="821332"/>
          </a:xfrm>
          <a:prstGeom prst="rect">
            <a:avLst/>
          </a:prstGeom>
        </p:spPr>
      </p:pic>
      <p:sp>
        <p:nvSpPr>
          <p:cNvPr id="4" name="Slide Number Placeholder 3">
            <a:extLst>
              <a:ext uri="{FF2B5EF4-FFF2-40B4-BE49-F238E27FC236}">
                <a16:creationId xmlns:a16="http://schemas.microsoft.com/office/drawing/2014/main" id="{B18BC03D-DAAD-4633-B464-A278DBE62A13}"/>
              </a:ext>
            </a:extLst>
          </p:cNvPr>
          <p:cNvSpPr>
            <a:spLocks noGrp="1"/>
          </p:cNvSpPr>
          <p:nvPr>
            <p:ph type="sldNum" sz="quarter" idx="12"/>
          </p:nvPr>
        </p:nvSpPr>
        <p:spPr/>
        <p:txBody>
          <a:bodyPr/>
          <a:lstStyle/>
          <a:p>
            <a:fld id="{5A1B4C69-69FC-4DE3-9130-497A7C9ADE60}" type="slidenum">
              <a:rPr lang="en-US" smtClean="0"/>
              <a:t>11</a:t>
            </a:fld>
            <a:endParaRPr lang="en-US"/>
          </a:p>
        </p:txBody>
      </p:sp>
    </p:spTree>
    <p:extLst>
      <p:ext uri="{BB962C8B-B14F-4D97-AF65-F5344CB8AC3E}">
        <p14:creationId xmlns:p14="http://schemas.microsoft.com/office/powerpoint/2010/main" val="13314017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B576102-0EAB-F979-41AF-15A573619016}"/>
              </a:ext>
            </a:extLst>
          </p:cNvPr>
          <p:cNvSpPr>
            <a:spLocks noGrp="1"/>
          </p:cNvSpPr>
          <p:nvPr>
            <p:ph type="sldNum" sz="quarter" idx="12"/>
          </p:nvPr>
        </p:nvSpPr>
        <p:spPr/>
        <p:txBody>
          <a:bodyPr/>
          <a:lstStyle/>
          <a:p>
            <a:fld id="{5A1B4C69-69FC-4DE3-9130-497A7C9ADE60}" type="slidenum">
              <a:rPr lang="en-US" smtClean="0"/>
              <a:t>12</a:t>
            </a:fld>
            <a:endParaRPr lang="en-US"/>
          </a:p>
        </p:txBody>
      </p:sp>
      <p:pic>
        <p:nvPicPr>
          <p:cNvPr id="5" name="Picture 4">
            <a:extLst>
              <a:ext uri="{FF2B5EF4-FFF2-40B4-BE49-F238E27FC236}">
                <a16:creationId xmlns:a16="http://schemas.microsoft.com/office/drawing/2014/main" id="{01CB7ABD-9CD1-658D-0CC5-5D1B588559DD}"/>
              </a:ext>
            </a:extLst>
          </p:cNvPr>
          <p:cNvPicPr>
            <a:picLocks noChangeAspect="1"/>
          </p:cNvPicPr>
          <p:nvPr/>
        </p:nvPicPr>
        <p:blipFill>
          <a:blip r:embed="rId2"/>
          <a:stretch>
            <a:fillRect/>
          </a:stretch>
        </p:blipFill>
        <p:spPr>
          <a:xfrm>
            <a:off x="2429835" y="0"/>
            <a:ext cx="7332329" cy="6858000"/>
          </a:xfrm>
          <a:prstGeom prst="rect">
            <a:avLst/>
          </a:prstGeom>
        </p:spPr>
      </p:pic>
    </p:spTree>
    <p:extLst>
      <p:ext uri="{BB962C8B-B14F-4D97-AF65-F5344CB8AC3E}">
        <p14:creationId xmlns:p14="http://schemas.microsoft.com/office/powerpoint/2010/main" val="6310667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47B1C-F1DB-4566-A222-CA65EE0460B6}"/>
              </a:ext>
            </a:extLst>
          </p:cNvPr>
          <p:cNvSpPr>
            <a:spLocks noGrp="1"/>
          </p:cNvSpPr>
          <p:nvPr>
            <p:ph type="title"/>
          </p:nvPr>
        </p:nvSpPr>
        <p:spPr/>
        <p:txBody>
          <a:bodyPr/>
          <a:lstStyle/>
          <a:p>
            <a:pPr marR="0" rtl="0"/>
            <a:r>
              <a:rPr lang="en-US" b="0" i="1" u="none" strike="noStrike" baseline="0">
                <a:latin typeface="TeXGyrePagella-Italic" panose="02000603020200000004" pitchFamily="50" charset="0"/>
              </a:rPr>
              <a:t>Genetic Algorithms: Mutation</a:t>
            </a:r>
            <a:endParaRPr lang="en-US" b="0" i="0" u="none" strike="noStrike" baseline="0">
              <a:latin typeface="TeXGyrePagella-Regular" panose="02000603020200000003" pitchFamily="50" charset="0"/>
            </a:endParaRPr>
          </a:p>
        </p:txBody>
      </p:sp>
      <p:sp>
        <p:nvSpPr>
          <p:cNvPr id="3" name="Text Placeholder 2">
            <a:extLst>
              <a:ext uri="{FF2B5EF4-FFF2-40B4-BE49-F238E27FC236}">
                <a16:creationId xmlns:a16="http://schemas.microsoft.com/office/drawing/2014/main" id="{72A63990-3C01-46AA-B65E-D435FE311225}"/>
              </a:ext>
            </a:extLst>
          </p:cNvPr>
          <p:cNvSpPr>
            <a:spLocks noGrp="1"/>
          </p:cNvSpPr>
          <p:nvPr>
            <p:ph type="body" idx="1"/>
          </p:nvPr>
        </p:nvSpPr>
        <p:spPr/>
        <p:txBody>
          <a:bodyPr/>
          <a:lstStyle/>
          <a:p>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Mutation supports exploration of new areas of design space</a:t>
            </a:r>
          </a:p>
          <a:p>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Each bit or real-valued element can has a probability of being flipped or modified by noise</a:t>
            </a:r>
          </a:p>
          <a:p>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The probability of an element mutating is called </a:t>
            </a:r>
            <a:r>
              <a:rPr lang="en-US">
                <a:latin typeface="TeXGyrePagella-Italic" panose="02000603020200000004" pitchFamily="50" charset="0"/>
                <a:ea typeface="TeXGyrePagella-Italic" panose="02000603020200000004" pitchFamily="50" charset="0"/>
                <a:cs typeface="TeXGyrePagella-Italic" panose="02000603020200000004" pitchFamily="50" charset="0"/>
              </a:rPr>
              <a:t>mutation rate</a:t>
            </a:r>
          </a:p>
        </p:txBody>
      </p:sp>
      <p:pic>
        <p:nvPicPr>
          <p:cNvPr id="7" name="Graphic 6">
            <a:extLst>
              <a:ext uri="{FF2B5EF4-FFF2-40B4-BE49-F238E27FC236}">
                <a16:creationId xmlns:a16="http://schemas.microsoft.com/office/drawing/2014/main" id="{7D27962A-8AB2-4E87-A615-8012CF20021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81161" y="4307367"/>
            <a:ext cx="10323850" cy="853030"/>
          </a:xfrm>
          <a:prstGeom prst="rect">
            <a:avLst/>
          </a:prstGeom>
        </p:spPr>
      </p:pic>
      <p:sp>
        <p:nvSpPr>
          <p:cNvPr id="4" name="Slide Number Placeholder 3">
            <a:extLst>
              <a:ext uri="{FF2B5EF4-FFF2-40B4-BE49-F238E27FC236}">
                <a16:creationId xmlns:a16="http://schemas.microsoft.com/office/drawing/2014/main" id="{4B2979F5-BB3F-4743-B730-B0B3C9945C18}"/>
              </a:ext>
            </a:extLst>
          </p:cNvPr>
          <p:cNvSpPr>
            <a:spLocks noGrp="1"/>
          </p:cNvSpPr>
          <p:nvPr>
            <p:ph type="sldNum" sz="quarter" idx="12"/>
          </p:nvPr>
        </p:nvSpPr>
        <p:spPr/>
        <p:txBody>
          <a:bodyPr/>
          <a:lstStyle/>
          <a:p>
            <a:fld id="{5A1B4C69-69FC-4DE3-9130-497A7C9ADE60}" type="slidenum">
              <a:rPr lang="en-US" smtClean="0"/>
              <a:t>13</a:t>
            </a:fld>
            <a:endParaRPr lang="en-US"/>
          </a:p>
        </p:txBody>
      </p:sp>
    </p:spTree>
    <p:extLst>
      <p:ext uri="{BB962C8B-B14F-4D97-AF65-F5344CB8AC3E}">
        <p14:creationId xmlns:p14="http://schemas.microsoft.com/office/powerpoint/2010/main" val="30468982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D6D63F5-E094-21EC-2D89-893E4AC89C1A}"/>
              </a:ext>
            </a:extLst>
          </p:cNvPr>
          <p:cNvPicPr>
            <a:picLocks noChangeAspect="1"/>
          </p:cNvPicPr>
          <p:nvPr/>
        </p:nvPicPr>
        <p:blipFill>
          <a:blip r:embed="rId2"/>
          <a:stretch>
            <a:fillRect/>
          </a:stretch>
        </p:blipFill>
        <p:spPr>
          <a:xfrm>
            <a:off x="643467" y="1357036"/>
            <a:ext cx="10905066" cy="4143926"/>
          </a:xfrm>
          <a:prstGeom prst="rect">
            <a:avLst/>
          </a:prstGeom>
        </p:spPr>
      </p:pic>
      <p:sp>
        <p:nvSpPr>
          <p:cNvPr id="2" name="Slide Number Placeholder 1">
            <a:extLst>
              <a:ext uri="{FF2B5EF4-FFF2-40B4-BE49-F238E27FC236}">
                <a16:creationId xmlns:a16="http://schemas.microsoft.com/office/drawing/2014/main" id="{A670F75A-B988-D363-C287-E7182B530224}"/>
              </a:ext>
            </a:extLst>
          </p:cNvPr>
          <p:cNvSpPr>
            <a:spLocks noGrp="1"/>
          </p:cNvSpPr>
          <p:nvPr>
            <p:ph type="sldNum" sz="quarter" idx="12"/>
          </p:nvPr>
        </p:nvSpPr>
        <p:spPr>
          <a:xfrm>
            <a:off x="8610600" y="6356350"/>
            <a:ext cx="2743200" cy="365125"/>
          </a:xfrm>
        </p:spPr>
        <p:txBody>
          <a:bodyPr>
            <a:normAutofit/>
          </a:bodyPr>
          <a:lstStyle/>
          <a:p>
            <a:pPr>
              <a:spcAft>
                <a:spcPts val="600"/>
              </a:spcAft>
            </a:pPr>
            <a:fld id="{273A85BE-9DD1-40FA-B588-5DB3D2EB661C}" type="slidenum">
              <a:rPr lang="en-US" smtClean="0"/>
              <a:pPr>
                <a:spcAft>
                  <a:spcPts val="600"/>
                </a:spcAft>
              </a:pPr>
              <a:t>14</a:t>
            </a:fld>
            <a:endParaRPr lang="en-US"/>
          </a:p>
        </p:txBody>
      </p:sp>
    </p:spTree>
    <p:extLst>
      <p:ext uri="{BB962C8B-B14F-4D97-AF65-F5344CB8AC3E}">
        <p14:creationId xmlns:p14="http://schemas.microsoft.com/office/powerpoint/2010/main" val="40369041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47B1C-F1DB-4566-A222-CA65EE0460B6}"/>
              </a:ext>
            </a:extLst>
          </p:cNvPr>
          <p:cNvSpPr>
            <a:spLocks noGrp="1"/>
          </p:cNvSpPr>
          <p:nvPr>
            <p:ph type="title"/>
          </p:nvPr>
        </p:nvSpPr>
        <p:spPr/>
        <p:txBody>
          <a:bodyPr/>
          <a:lstStyle/>
          <a:p>
            <a:pPr marR="0" rtl="0"/>
            <a:r>
              <a:rPr lang="en-US" b="0" i="1" u="none" strike="noStrike" baseline="0">
                <a:latin typeface="TeXGyrePagella-Italic" panose="02000603020200000004" pitchFamily="50" charset="0"/>
              </a:rPr>
              <a:t>Genetic Algorithms</a:t>
            </a:r>
            <a:endParaRPr lang="en-US" b="0" i="0" u="none" strike="noStrike" baseline="0">
              <a:latin typeface="TeXGyrePagella-Regular" panose="02000603020200000003" pitchFamily="50" charset="0"/>
            </a:endParaRPr>
          </a:p>
        </p:txBody>
      </p:sp>
      <p:sp>
        <p:nvSpPr>
          <p:cNvPr id="3" name="Text Placeholder 2">
            <a:extLst>
              <a:ext uri="{FF2B5EF4-FFF2-40B4-BE49-F238E27FC236}">
                <a16:creationId xmlns:a16="http://schemas.microsoft.com/office/drawing/2014/main" id="{72A63990-3C01-46AA-B65E-D435FE311225}"/>
              </a:ext>
            </a:extLst>
          </p:cNvPr>
          <p:cNvSpPr>
            <a:spLocks noGrp="1"/>
          </p:cNvSpPr>
          <p:nvPr>
            <p:ph type="body" idx="1"/>
          </p:nvPr>
        </p:nvSpPr>
        <p:spPr/>
        <p:txBody>
          <a:bodyPr/>
          <a:lstStyle/>
          <a:p>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Genetic algorithm with truncation selection, single point crossover, and Gaussian mutation applied to </a:t>
            </a:r>
            <a:r>
              <a:rPr lang="en-US" err="1">
                <a:latin typeface="TeXGyrePagella-Regular" panose="02000603020200000003" pitchFamily="50" charset="0"/>
                <a:ea typeface="TeXGyrePagella-Regular" panose="02000603020200000003" pitchFamily="50" charset="0"/>
                <a:cs typeface="TeXGyrePagella-Regular" panose="02000603020200000003" pitchFamily="50" charset="0"/>
              </a:rPr>
              <a:t>Michalewicz</a:t>
            </a:r>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 function</a:t>
            </a:r>
          </a:p>
        </p:txBody>
      </p:sp>
      <p:pic>
        <p:nvPicPr>
          <p:cNvPr id="18" name="Graphic 17">
            <a:extLst>
              <a:ext uri="{FF2B5EF4-FFF2-40B4-BE49-F238E27FC236}">
                <a16:creationId xmlns:a16="http://schemas.microsoft.com/office/drawing/2014/main" id="{5DC0B84A-143A-4CCF-9162-073418EC2AE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02216" y="3595085"/>
            <a:ext cx="10911424" cy="2848986"/>
          </a:xfrm>
          <a:prstGeom prst="rect">
            <a:avLst/>
          </a:prstGeom>
        </p:spPr>
      </p:pic>
      <p:sp>
        <p:nvSpPr>
          <p:cNvPr id="4" name="Slide Number Placeholder 3">
            <a:extLst>
              <a:ext uri="{FF2B5EF4-FFF2-40B4-BE49-F238E27FC236}">
                <a16:creationId xmlns:a16="http://schemas.microsoft.com/office/drawing/2014/main" id="{4860BCF7-1DA9-4CC0-A8B6-DD60AB2825A9}"/>
              </a:ext>
            </a:extLst>
          </p:cNvPr>
          <p:cNvSpPr>
            <a:spLocks noGrp="1"/>
          </p:cNvSpPr>
          <p:nvPr>
            <p:ph type="sldNum" sz="quarter" idx="12"/>
          </p:nvPr>
        </p:nvSpPr>
        <p:spPr/>
        <p:txBody>
          <a:bodyPr/>
          <a:lstStyle/>
          <a:p>
            <a:fld id="{5A1B4C69-69FC-4DE3-9130-497A7C9ADE60}" type="slidenum">
              <a:rPr lang="en-US" smtClean="0"/>
              <a:t>15</a:t>
            </a:fld>
            <a:endParaRPr lang="en-US"/>
          </a:p>
        </p:txBody>
      </p:sp>
    </p:spTree>
    <p:extLst>
      <p:ext uri="{BB962C8B-B14F-4D97-AF65-F5344CB8AC3E}">
        <p14:creationId xmlns:p14="http://schemas.microsoft.com/office/powerpoint/2010/main" val="30699213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9734763-5D32-F066-0698-9B248053235F}"/>
              </a:ext>
            </a:extLst>
          </p:cNvPr>
          <p:cNvPicPr>
            <a:picLocks noChangeAspect="1"/>
          </p:cNvPicPr>
          <p:nvPr/>
        </p:nvPicPr>
        <p:blipFill>
          <a:blip r:embed="rId2"/>
          <a:stretch>
            <a:fillRect/>
          </a:stretch>
        </p:blipFill>
        <p:spPr>
          <a:xfrm>
            <a:off x="1434018" y="643466"/>
            <a:ext cx="9323963" cy="5571067"/>
          </a:xfrm>
          <a:prstGeom prst="rect">
            <a:avLst/>
          </a:prstGeom>
        </p:spPr>
      </p:pic>
      <p:sp>
        <p:nvSpPr>
          <p:cNvPr id="2" name="Slide Number Placeholder 1">
            <a:extLst>
              <a:ext uri="{FF2B5EF4-FFF2-40B4-BE49-F238E27FC236}">
                <a16:creationId xmlns:a16="http://schemas.microsoft.com/office/drawing/2014/main" id="{1E78687E-3522-4C90-1057-71B8744A6DA2}"/>
              </a:ext>
            </a:extLst>
          </p:cNvPr>
          <p:cNvSpPr>
            <a:spLocks noGrp="1"/>
          </p:cNvSpPr>
          <p:nvPr>
            <p:ph type="sldNum" sz="quarter" idx="12"/>
          </p:nvPr>
        </p:nvSpPr>
        <p:spPr>
          <a:xfrm>
            <a:off x="8610600" y="6356350"/>
            <a:ext cx="2743200" cy="365125"/>
          </a:xfrm>
        </p:spPr>
        <p:txBody>
          <a:bodyPr>
            <a:normAutofit/>
          </a:bodyPr>
          <a:lstStyle/>
          <a:p>
            <a:pPr>
              <a:spcAft>
                <a:spcPts val="600"/>
              </a:spcAft>
            </a:pPr>
            <a:fld id="{273A85BE-9DD1-40FA-B588-5DB3D2EB661C}" type="slidenum">
              <a:rPr lang="en-US" smtClean="0"/>
              <a:pPr>
                <a:spcAft>
                  <a:spcPts val="600"/>
                </a:spcAft>
              </a:pPr>
              <a:t>16</a:t>
            </a:fld>
            <a:endParaRPr lang="en-US"/>
          </a:p>
        </p:txBody>
      </p:sp>
    </p:spTree>
    <p:extLst>
      <p:ext uri="{BB962C8B-B14F-4D97-AF65-F5344CB8AC3E}">
        <p14:creationId xmlns:p14="http://schemas.microsoft.com/office/powerpoint/2010/main" val="20810557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E031D-151E-4633-9FD0-187F1841721A}"/>
              </a:ext>
            </a:extLst>
          </p:cNvPr>
          <p:cNvSpPr>
            <a:spLocks noGrp="1"/>
          </p:cNvSpPr>
          <p:nvPr>
            <p:ph type="title"/>
          </p:nvPr>
        </p:nvSpPr>
        <p:spPr/>
        <p:txBody>
          <a:bodyPr/>
          <a:lstStyle/>
          <a:p>
            <a:pPr marR="0" rtl="0"/>
            <a:r>
              <a:rPr lang="en-US" b="0" i="1" u="none" strike="noStrike" baseline="0">
                <a:latin typeface="TeXGyrePagella-Italic" panose="02000603020200000004" pitchFamily="50" charset="0"/>
              </a:rPr>
              <a:t>Differential Evolution</a:t>
            </a:r>
            <a:endParaRPr lang="en-US" b="0" i="0" u="none" strike="noStrike" baseline="0">
              <a:latin typeface="TeXGyrePagella-Regular" panose="02000603020200000003" pitchFamily="50" charset="0"/>
            </a:endParaRPr>
          </a:p>
        </p:txBody>
      </p:sp>
      <p:sp>
        <p:nvSpPr>
          <p:cNvPr id="3" name="Text Placeholder 2">
            <a:extLst>
              <a:ext uri="{FF2B5EF4-FFF2-40B4-BE49-F238E27FC236}">
                <a16:creationId xmlns:a16="http://schemas.microsoft.com/office/drawing/2014/main" id="{59DDE795-01F5-477D-9DBB-00A571C2953E}"/>
              </a:ext>
            </a:extLst>
          </p:cNvPr>
          <p:cNvSpPr>
            <a:spLocks noGrp="1"/>
          </p:cNvSpPr>
          <p:nvPr>
            <p:ph type="body" idx="1"/>
          </p:nvPr>
        </p:nvSpPr>
        <p:spPr/>
        <p:txBody>
          <a:bodyPr/>
          <a:lstStyle/>
          <a:p>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Improves each individual </a:t>
            </a:r>
            <a:r>
              <a:rPr lang="en-US" b="1">
                <a:latin typeface="TeXGyrePagella-Regular" panose="02000603020200000003" pitchFamily="50" charset="0"/>
                <a:ea typeface="TeXGyrePagella-Regular" panose="02000603020200000003" pitchFamily="50" charset="0"/>
                <a:cs typeface="TeXGyrePagella-Regular" panose="02000603020200000003" pitchFamily="50" charset="0"/>
              </a:rPr>
              <a:t>x</a:t>
            </a:r>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 by recombining other individuals according to a simple formula</a:t>
            </a:r>
          </a:p>
          <a:p>
            <a:pPr marL="514350" indent="-514350">
              <a:buFont typeface="+mj-lt"/>
              <a:buAutoNum type="arabicPeriod"/>
            </a:pPr>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Choose three random, distinct individuals </a:t>
            </a:r>
            <a:r>
              <a:rPr lang="en-US" b="1">
                <a:latin typeface="TeXGyrePagella-Regular" panose="02000603020200000003" pitchFamily="50" charset="0"/>
                <a:ea typeface="TeXGyrePagella-Regular" panose="02000603020200000003" pitchFamily="50" charset="0"/>
                <a:cs typeface="TeXGyrePagella-Regular" panose="02000603020200000003" pitchFamily="50" charset="0"/>
              </a:rPr>
              <a:t>a</a:t>
            </a:r>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 </a:t>
            </a:r>
            <a:r>
              <a:rPr lang="en-US" b="1">
                <a:latin typeface="TeXGyrePagella-Regular" panose="02000603020200000003" pitchFamily="50" charset="0"/>
                <a:ea typeface="TeXGyrePagella-Regular" panose="02000603020200000003" pitchFamily="50" charset="0"/>
                <a:cs typeface="TeXGyrePagella-Regular" panose="02000603020200000003" pitchFamily="50" charset="0"/>
              </a:rPr>
              <a:t>b</a:t>
            </a:r>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 and </a:t>
            </a:r>
            <a:r>
              <a:rPr lang="en-US" b="1">
                <a:latin typeface="TeXGyrePagella-Regular" panose="02000603020200000003" pitchFamily="50" charset="0"/>
                <a:ea typeface="TeXGyrePagella-Regular" panose="02000603020200000003" pitchFamily="50" charset="0"/>
                <a:cs typeface="TeXGyrePagella-Regular" panose="02000603020200000003" pitchFamily="50" charset="0"/>
              </a:rPr>
              <a:t>c</a:t>
            </a:r>
          </a:p>
          <a:p>
            <a:pPr marL="514350" indent="-514350">
              <a:buFont typeface="+mj-lt"/>
              <a:buAutoNum type="arabicPeriod"/>
            </a:pPr>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Construct interim design </a:t>
            </a:r>
            <a:r>
              <a:rPr lang="en-US" b="1">
                <a:latin typeface="TeXGyrePagella-Regular" panose="02000603020200000003" pitchFamily="50" charset="0"/>
                <a:ea typeface="TeXGyrePagella-Regular" panose="02000603020200000003" pitchFamily="50" charset="0"/>
                <a:cs typeface="TeXGyrePagella-Regular" panose="02000603020200000003" pitchFamily="50" charset="0"/>
              </a:rPr>
              <a:t>z</a:t>
            </a:r>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 = </a:t>
            </a:r>
            <a:r>
              <a:rPr lang="en-US" b="1">
                <a:latin typeface="TeXGyrePagella-Regular" panose="02000603020200000003" pitchFamily="50" charset="0"/>
                <a:ea typeface="TeXGyrePagella-Regular" panose="02000603020200000003" pitchFamily="50" charset="0"/>
                <a:cs typeface="TeXGyrePagella-Regular" panose="02000603020200000003" pitchFamily="50" charset="0"/>
              </a:rPr>
              <a:t>a</a:t>
            </a:r>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 + </a:t>
            </a:r>
            <a:r>
              <a:rPr lang="en-US">
                <a:latin typeface="TeXGyrePagella-Italic" panose="02000603020200000004" pitchFamily="50" charset="0"/>
                <a:ea typeface="TeXGyrePagella-Italic" panose="02000603020200000004" pitchFamily="50" charset="0"/>
                <a:cs typeface="TeXGyrePagella-Italic" panose="02000603020200000004" pitchFamily="50" charset="0"/>
              </a:rPr>
              <a:t>w</a:t>
            </a:r>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a:t>
            </a:r>
            <a:r>
              <a:rPr lang="en-US" b="1">
                <a:latin typeface="TeXGyrePagella-Regular" panose="02000603020200000003" pitchFamily="50" charset="0"/>
                <a:ea typeface="TeXGyrePagella-Regular" panose="02000603020200000003" pitchFamily="50" charset="0"/>
                <a:cs typeface="TeXGyrePagella-Regular" panose="02000603020200000003" pitchFamily="50" charset="0"/>
              </a:rPr>
              <a:t>b </a:t>
            </a:r>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 </a:t>
            </a:r>
            <a:r>
              <a:rPr lang="en-US" b="1">
                <a:latin typeface="TeXGyrePagella-Regular" panose="02000603020200000003" pitchFamily="50" charset="0"/>
                <a:ea typeface="TeXGyrePagella-Regular" panose="02000603020200000003" pitchFamily="50" charset="0"/>
                <a:cs typeface="TeXGyrePagella-Regular" panose="02000603020200000003" pitchFamily="50" charset="0"/>
              </a:rPr>
              <a:t>c</a:t>
            </a:r>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a:t>
            </a:r>
          </a:p>
          <a:p>
            <a:pPr marL="514350" indent="-514350">
              <a:buFont typeface="+mj-lt"/>
              <a:buAutoNum type="arabicPeriod"/>
            </a:pPr>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Choose a random dimension to optimize in</a:t>
            </a:r>
          </a:p>
          <a:p>
            <a:pPr marL="514350" indent="-514350">
              <a:buFont typeface="+mj-lt"/>
              <a:buAutoNum type="arabicPeriod"/>
            </a:pPr>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Construct candidate </a:t>
            </a:r>
            <a:r>
              <a:rPr lang="en-US" b="1">
                <a:latin typeface="TeXGyrePagella-Regular" panose="02000603020200000003" pitchFamily="50" charset="0"/>
                <a:ea typeface="TeXGyrePagella-Regular" panose="02000603020200000003" pitchFamily="50" charset="0"/>
                <a:cs typeface="TeXGyrePagella-Regular" panose="02000603020200000003" pitchFamily="50" charset="0"/>
              </a:rPr>
              <a:t>x</a:t>
            </a:r>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 via binary crossover of </a:t>
            </a:r>
            <a:r>
              <a:rPr lang="en-US" b="1">
                <a:latin typeface="TeXGyrePagella-Regular" panose="02000603020200000003" pitchFamily="50" charset="0"/>
                <a:ea typeface="TeXGyrePagella-Regular" panose="02000603020200000003" pitchFamily="50" charset="0"/>
                <a:cs typeface="TeXGyrePagella-Regular" panose="02000603020200000003" pitchFamily="50" charset="0"/>
              </a:rPr>
              <a:t>x</a:t>
            </a:r>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 and </a:t>
            </a:r>
            <a:r>
              <a:rPr lang="en-US" b="1">
                <a:latin typeface="TeXGyrePagella-Regular" panose="02000603020200000003" pitchFamily="50" charset="0"/>
                <a:ea typeface="TeXGyrePagella-Regular" panose="02000603020200000003" pitchFamily="50" charset="0"/>
                <a:cs typeface="TeXGyrePagella-Regular" panose="02000603020200000003" pitchFamily="50" charset="0"/>
              </a:rPr>
              <a:t>z</a:t>
            </a:r>
          </a:p>
          <a:p>
            <a:pPr marL="514350" indent="-514350">
              <a:buFont typeface="+mj-lt"/>
              <a:buAutoNum type="arabicPeriod"/>
            </a:pPr>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Insert better design between </a:t>
            </a:r>
            <a:r>
              <a:rPr lang="en-US" b="1">
                <a:latin typeface="TeXGyrePagella-Regular" panose="02000603020200000003" pitchFamily="50" charset="0"/>
                <a:ea typeface="TeXGyrePagella-Regular" panose="02000603020200000003" pitchFamily="50" charset="0"/>
                <a:cs typeface="TeXGyrePagella-Regular" panose="02000603020200000003" pitchFamily="50" charset="0"/>
              </a:rPr>
              <a:t>x</a:t>
            </a:r>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 and </a:t>
            </a:r>
            <a:r>
              <a:rPr lang="en-US" b="1">
                <a:latin typeface="TeXGyrePagella-Regular" panose="02000603020200000003" pitchFamily="50" charset="0"/>
                <a:ea typeface="TeXGyrePagella-Regular" panose="02000603020200000003" pitchFamily="50" charset="0"/>
                <a:cs typeface="TeXGyrePagella-Regular" panose="02000603020200000003" pitchFamily="50" charset="0"/>
              </a:rPr>
              <a:t>x</a:t>
            </a:r>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 into next generation</a:t>
            </a:r>
          </a:p>
        </p:txBody>
      </p:sp>
      <p:sp>
        <p:nvSpPr>
          <p:cNvPr id="4" name="Slide Number Placeholder 3">
            <a:extLst>
              <a:ext uri="{FF2B5EF4-FFF2-40B4-BE49-F238E27FC236}">
                <a16:creationId xmlns:a16="http://schemas.microsoft.com/office/drawing/2014/main" id="{B0B4F382-E4D5-4DBA-8895-497CD91D6394}"/>
              </a:ext>
            </a:extLst>
          </p:cNvPr>
          <p:cNvSpPr>
            <a:spLocks noGrp="1"/>
          </p:cNvSpPr>
          <p:nvPr>
            <p:ph type="sldNum" sz="quarter" idx="12"/>
          </p:nvPr>
        </p:nvSpPr>
        <p:spPr/>
        <p:txBody>
          <a:bodyPr/>
          <a:lstStyle/>
          <a:p>
            <a:fld id="{5A1B4C69-69FC-4DE3-9130-497A7C9ADE60}" type="slidenum">
              <a:rPr lang="en-US" smtClean="0"/>
              <a:t>17</a:t>
            </a:fld>
            <a:endParaRPr lang="en-US"/>
          </a:p>
        </p:txBody>
      </p:sp>
    </p:spTree>
    <p:extLst>
      <p:ext uri="{BB962C8B-B14F-4D97-AF65-F5344CB8AC3E}">
        <p14:creationId xmlns:p14="http://schemas.microsoft.com/office/powerpoint/2010/main" val="4374292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5EBF2E41-D73C-0C85-6D10-288EAA339A06}"/>
              </a:ext>
            </a:extLst>
          </p:cNvPr>
          <p:cNvPicPr>
            <a:picLocks noChangeAspect="1"/>
          </p:cNvPicPr>
          <p:nvPr/>
        </p:nvPicPr>
        <p:blipFill>
          <a:blip r:embed="rId2"/>
          <a:srcRect b="5081"/>
          <a:stretch>
            <a:fillRect/>
          </a:stretch>
        </p:blipFill>
        <p:spPr>
          <a:xfrm>
            <a:off x="20" y="1282"/>
            <a:ext cx="12191980" cy="6856718"/>
          </a:xfrm>
          <a:prstGeom prst="rect">
            <a:avLst/>
          </a:prstGeom>
        </p:spPr>
      </p:pic>
      <p:sp>
        <p:nvSpPr>
          <p:cNvPr id="2" name="Slide Number Placeholder 1">
            <a:extLst>
              <a:ext uri="{FF2B5EF4-FFF2-40B4-BE49-F238E27FC236}">
                <a16:creationId xmlns:a16="http://schemas.microsoft.com/office/drawing/2014/main" id="{7FB39F05-B911-B1EF-8539-281EF570BFE4}"/>
              </a:ext>
            </a:extLst>
          </p:cNvPr>
          <p:cNvSpPr>
            <a:spLocks noGrp="1"/>
          </p:cNvSpPr>
          <p:nvPr>
            <p:ph type="sldNum" sz="quarter" idx="12"/>
          </p:nvPr>
        </p:nvSpPr>
        <p:spPr>
          <a:xfrm>
            <a:off x="8610600" y="6356350"/>
            <a:ext cx="2743200" cy="365125"/>
          </a:xfrm>
        </p:spPr>
        <p:txBody>
          <a:bodyPr>
            <a:normAutofit/>
          </a:bodyPr>
          <a:lstStyle/>
          <a:p>
            <a:pPr>
              <a:spcAft>
                <a:spcPts val="600"/>
              </a:spcAft>
            </a:pPr>
            <a:fld id="{273A85BE-9DD1-40FA-B588-5DB3D2EB661C}" type="slidenum">
              <a:rPr lang="en-US">
                <a:solidFill>
                  <a:srgbClr val="FFFFFF"/>
                </a:solidFill>
              </a:rPr>
              <a:pPr>
                <a:spcAft>
                  <a:spcPts val="600"/>
                </a:spcAft>
              </a:pPr>
              <a:t>18</a:t>
            </a:fld>
            <a:endParaRPr lang="en-US">
              <a:solidFill>
                <a:srgbClr val="FFFFFF"/>
              </a:solidFill>
            </a:endParaRPr>
          </a:p>
        </p:txBody>
      </p:sp>
    </p:spTree>
    <p:extLst>
      <p:ext uri="{BB962C8B-B14F-4D97-AF65-F5344CB8AC3E}">
        <p14:creationId xmlns:p14="http://schemas.microsoft.com/office/powerpoint/2010/main" val="3437380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E031D-151E-4633-9FD0-187F1841721A}"/>
              </a:ext>
            </a:extLst>
          </p:cNvPr>
          <p:cNvSpPr>
            <a:spLocks noGrp="1"/>
          </p:cNvSpPr>
          <p:nvPr>
            <p:ph type="title"/>
          </p:nvPr>
        </p:nvSpPr>
        <p:spPr/>
        <p:txBody>
          <a:bodyPr/>
          <a:lstStyle/>
          <a:p>
            <a:pPr marR="0" rtl="0"/>
            <a:r>
              <a:rPr lang="en-US" b="0" i="1" u="none" strike="noStrike" baseline="0">
                <a:latin typeface="TeXGyrePagella-Italic" panose="02000603020200000004" pitchFamily="50" charset="0"/>
              </a:rPr>
              <a:t>Differential Evolution</a:t>
            </a:r>
            <a:endParaRPr lang="en-US" b="0" i="0" u="none" strike="noStrike" baseline="0">
              <a:latin typeface="TeXGyrePagella-Regular" panose="02000603020200000003" pitchFamily="50" charset="0"/>
            </a:endParaRPr>
          </a:p>
        </p:txBody>
      </p:sp>
      <p:pic>
        <p:nvPicPr>
          <p:cNvPr id="7" name="Graphic 6">
            <a:extLst>
              <a:ext uri="{FF2B5EF4-FFF2-40B4-BE49-F238E27FC236}">
                <a16:creationId xmlns:a16="http://schemas.microsoft.com/office/drawing/2014/main" id="{B6FCE0F6-41B3-4D45-B46F-830266F950C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82541" y="1428295"/>
            <a:ext cx="10222064" cy="5192736"/>
          </a:xfrm>
          <a:prstGeom prst="rect">
            <a:avLst/>
          </a:prstGeom>
        </p:spPr>
      </p:pic>
      <p:sp>
        <p:nvSpPr>
          <p:cNvPr id="3" name="Slide Number Placeholder 2">
            <a:extLst>
              <a:ext uri="{FF2B5EF4-FFF2-40B4-BE49-F238E27FC236}">
                <a16:creationId xmlns:a16="http://schemas.microsoft.com/office/drawing/2014/main" id="{B040CE70-7D2E-460F-BAA1-00B21DE9C9A8}"/>
              </a:ext>
            </a:extLst>
          </p:cNvPr>
          <p:cNvSpPr>
            <a:spLocks noGrp="1"/>
          </p:cNvSpPr>
          <p:nvPr>
            <p:ph type="sldNum" sz="quarter" idx="12"/>
          </p:nvPr>
        </p:nvSpPr>
        <p:spPr/>
        <p:txBody>
          <a:bodyPr/>
          <a:lstStyle/>
          <a:p>
            <a:fld id="{5A1B4C69-69FC-4DE3-9130-497A7C9ADE60}" type="slidenum">
              <a:rPr lang="en-US" smtClean="0"/>
              <a:t>19</a:t>
            </a:fld>
            <a:endParaRPr lang="en-US"/>
          </a:p>
        </p:txBody>
      </p:sp>
    </p:spTree>
    <p:extLst>
      <p:ext uri="{BB962C8B-B14F-4D97-AF65-F5344CB8AC3E}">
        <p14:creationId xmlns:p14="http://schemas.microsoft.com/office/powerpoint/2010/main" val="23728747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8FBC06-4817-4307-AAC0-0F3984A7A56F}"/>
              </a:ext>
            </a:extLst>
          </p:cNvPr>
          <p:cNvSpPr>
            <a:spLocks noGrp="1"/>
          </p:cNvSpPr>
          <p:nvPr>
            <p:ph type="title"/>
          </p:nvPr>
        </p:nvSpPr>
        <p:spPr/>
        <p:txBody>
          <a:bodyPr/>
          <a:lstStyle/>
          <a:p>
            <a:pPr marR="0" rtl="0"/>
            <a:r>
              <a:rPr lang="en-US" b="0" i="1" u="none" strike="noStrike" baseline="0">
                <a:latin typeface="TeXGyrePagella-Italic" panose="02000603020200000004" pitchFamily="50" charset="0"/>
              </a:rPr>
              <a:t>Particle Swarm Optimization</a:t>
            </a:r>
            <a:endParaRPr lang="en-US" b="0" i="0" u="none" strike="noStrike" baseline="0">
              <a:latin typeface="TeXGyrePagella-Regular" panose="02000603020200000003" pitchFamily="50" charset="0"/>
            </a:endParaRPr>
          </a:p>
        </p:txBody>
      </p:sp>
      <p:sp>
        <p:nvSpPr>
          <p:cNvPr id="3" name="Text Placeholder 2">
            <a:extLst>
              <a:ext uri="{FF2B5EF4-FFF2-40B4-BE49-F238E27FC236}">
                <a16:creationId xmlns:a16="http://schemas.microsoft.com/office/drawing/2014/main" id="{D4805DB4-3E3E-47E1-9480-331ABB45EA6E}"/>
              </a:ext>
            </a:extLst>
          </p:cNvPr>
          <p:cNvSpPr>
            <a:spLocks noGrp="1"/>
          </p:cNvSpPr>
          <p:nvPr>
            <p:ph type="body" idx="1"/>
          </p:nvPr>
        </p:nvSpPr>
        <p:spPr/>
        <p:txBody>
          <a:bodyPr/>
          <a:lstStyle/>
          <a:p>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Each individual, or </a:t>
            </a:r>
            <a:r>
              <a:rPr lang="en-US">
                <a:latin typeface="TeXGyrePagella-Italic" panose="02000603020200000004" pitchFamily="50" charset="0"/>
                <a:ea typeface="TeXGyrePagella-Italic" panose="02000603020200000004" pitchFamily="50" charset="0"/>
                <a:cs typeface="TeXGyrePagella-Italic" panose="02000603020200000004" pitchFamily="50" charset="0"/>
              </a:rPr>
              <a:t>particle</a:t>
            </a:r>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 tracks the following</a:t>
            </a:r>
          </a:p>
          <a:p>
            <a:pPr lvl="1"/>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Current position</a:t>
            </a:r>
          </a:p>
          <a:p>
            <a:pPr lvl="1"/>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Current velocity</a:t>
            </a:r>
          </a:p>
          <a:p>
            <a:pPr lvl="1"/>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Best position seen so far by the particle</a:t>
            </a:r>
          </a:p>
          <a:p>
            <a:pPr lvl="1"/>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Best position seen so far by any particle</a:t>
            </a:r>
          </a:p>
          <a:p>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At each iteration, these factors produce “force” and “momentum” effects to determine each particle’s movement</a:t>
            </a:r>
          </a:p>
        </p:txBody>
      </p:sp>
      <p:pic>
        <p:nvPicPr>
          <p:cNvPr id="5" name="Graphic 4">
            <a:extLst>
              <a:ext uri="{FF2B5EF4-FFF2-40B4-BE49-F238E27FC236}">
                <a16:creationId xmlns:a16="http://schemas.microsoft.com/office/drawing/2014/main" id="{4DAA526B-402D-4641-9ACE-695ECC749E0C}"/>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3043" t="13450" r="25193" b="76115"/>
          <a:stretch/>
        </p:blipFill>
        <p:spPr>
          <a:xfrm>
            <a:off x="2450887" y="4793199"/>
            <a:ext cx="7290226" cy="1901799"/>
          </a:xfrm>
          <a:prstGeom prst="rect">
            <a:avLst/>
          </a:prstGeom>
        </p:spPr>
      </p:pic>
      <p:sp>
        <p:nvSpPr>
          <p:cNvPr id="4" name="Slide Number Placeholder 3">
            <a:extLst>
              <a:ext uri="{FF2B5EF4-FFF2-40B4-BE49-F238E27FC236}">
                <a16:creationId xmlns:a16="http://schemas.microsoft.com/office/drawing/2014/main" id="{538E5C4C-B16B-4C3E-A347-CC8D1D37F831}"/>
              </a:ext>
            </a:extLst>
          </p:cNvPr>
          <p:cNvSpPr>
            <a:spLocks noGrp="1"/>
          </p:cNvSpPr>
          <p:nvPr>
            <p:ph type="sldNum" sz="quarter" idx="12"/>
          </p:nvPr>
        </p:nvSpPr>
        <p:spPr/>
        <p:txBody>
          <a:bodyPr/>
          <a:lstStyle/>
          <a:p>
            <a:fld id="{5A1B4C69-69FC-4DE3-9130-497A7C9ADE60}" type="slidenum">
              <a:rPr lang="en-US" smtClean="0"/>
              <a:t>20</a:t>
            </a:fld>
            <a:endParaRPr lang="en-US"/>
          </a:p>
        </p:txBody>
      </p:sp>
    </p:spTree>
    <p:extLst>
      <p:ext uri="{BB962C8B-B14F-4D97-AF65-F5344CB8AC3E}">
        <p14:creationId xmlns:p14="http://schemas.microsoft.com/office/powerpoint/2010/main" val="6128155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D318833-CF66-2905-3862-87B2F8AC256E}"/>
              </a:ext>
            </a:extLst>
          </p:cNvPr>
          <p:cNvSpPr>
            <a:spLocks noGrp="1"/>
          </p:cNvSpPr>
          <p:nvPr>
            <p:ph type="sldNum" sz="quarter" idx="12"/>
          </p:nvPr>
        </p:nvSpPr>
        <p:spPr/>
        <p:txBody>
          <a:bodyPr/>
          <a:lstStyle/>
          <a:p>
            <a:fld id="{273A85BE-9DD1-40FA-B588-5DB3D2EB661C}" type="slidenum">
              <a:rPr lang="en-US" smtClean="0"/>
              <a:t>21</a:t>
            </a:fld>
            <a:endParaRPr lang="en-US"/>
          </a:p>
        </p:txBody>
      </p:sp>
      <p:pic>
        <p:nvPicPr>
          <p:cNvPr id="4" name="Picture 3">
            <a:extLst>
              <a:ext uri="{FF2B5EF4-FFF2-40B4-BE49-F238E27FC236}">
                <a16:creationId xmlns:a16="http://schemas.microsoft.com/office/drawing/2014/main" id="{AC4334D7-224B-DF61-A4FA-4E7DA53C1225}"/>
              </a:ext>
            </a:extLst>
          </p:cNvPr>
          <p:cNvPicPr>
            <a:picLocks noChangeAspect="1"/>
          </p:cNvPicPr>
          <p:nvPr/>
        </p:nvPicPr>
        <p:blipFill>
          <a:blip r:embed="rId2"/>
          <a:stretch>
            <a:fillRect/>
          </a:stretch>
        </p:blipFill>
        <p:spPr>
          <a:xfrm>
            <a:off x="2209800" y="777178"/>
            <a:ext cx="7772400" cy="5303643"/>
          </a:xfrm>
          <a:prstGeom prst="rect">
            <a:avLst/>
          </a:prstGeom>
        </p:spPr>
      </p:pic>
    </p:spTree>
    <p:extLst>
      <p:ext uri="{BB962C8B-B14F-4D97-AF65-F5344CB8AC3E}">
        <p14:creationId xmlns:p14="http://schemas.microsoft.com/office/powerpoint/2010/main" val="40086478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25E2831-1E90-E736-B30B-E678C36B8D3D}"/>
              </a:ext>
            </a:extLst>
          </p:cNvPr>
          <p:cNvSpPr>
            <a:spLocks noGrp="1"/>
          </p:cNvSpPr>
          <p:nvPr>
            <p:ph type="sldNum" sz="quarter" idx="12"/>
          </p:nvPr>
        </p:nvSpPr>
        <p:spPr/>
        <p:txBody>
          <a:bodyPr/>
          <a:lstStyle/>
          <a:p>
            <a:fld id="{273A85BE-9DD1-40FA-B588-5DB3D2EB661C}" type="slidenum">
              <a:rPr lang="en-US" smtClean="0"/>
              <a:t>22</a:t>
            </a:fld>
            <a:endParaRPr lang="en-US"/>
          </a:p>
        </p:txBody>
      </p:sp>
      <p:pic>
        <p:nvPicPr>
          <p:cNvPr id="3" name="Picture 2">
            <a:extLst>
              <a:ext uri="{FF2B5EF4-FFF2-40B4-BE49-F238E27FC236}">
                <a16:creationId xmlns:a16="http://schemas.microsoft.com/office/drawing/2014/main" id="{1AE2D1C0-A2BA-D010-6DBC-04C0A02291BC}"/>
              </a:ext>
            </a:extLst>
          </p:cNvPr>
          <p:cNvPicPr>
            <a:picLocks noChangeAspect="1"/>
          </p:cNvPicPr>
          <p:nvPr/>
        </p:nvPicPr>
        <p:blipFill>
          <a:blip r:embed="rId2"/>
          <a:stretch>
            <a:fillRect/>
          </a:stretch>
        </p:blipFill>
        <p:spPr>
          <a:xfrm>
            <a:off x="2209800" y="1771727"/>
            <a:ext cx="7772400" cy="3314545"/>
          </a:xfrm>
          <a:prstGeom prst="rect">
            <a:avLst/>
          </a:prstGeom>
        </p:spPr>
      </p:pic>
    </p:spTree>
    <p:extLst>
      <p:ext uri="{BB962C8B-B14F-4D97-AF65-F5344CB8AC3E}">
        <p14:creationId xmlns:p14="http://schemas.microsoft.com/office/powerpoint/2010/main" val="15221647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8FBC06-4817-4307-AAC0-0F3984A7A56F}"/>
              </a:ext>
            </a:extLst>
          </p:cNvPr>
          <p:cNvSpPr>
            <a:spLocks noGrp="1"/>
          </p:cNvSpPr>
          <p:nvPr>
            <p:ph type="title"/>
          </p:nvPr>
        </p:nvSpPr>
        <p:spPr/>
        <p:txBody>
          <a:bodyPr/>
          <a:lstStyle/>
          <a:p>
            <a:pPr marR="0" rtl="0"/>
            <a:r>
              <a:rPr lang="en-US" b="0" i="1" u="none" strike="noStrike" baseline="0">
                <a:latin typeface="TeXGyrePagella-Italic" panose="02000603020200000004" pitchFamily="50" charset="0"/>
              </a:rPr>
              <a:t>Particle Swarm Optimization</a:t>
            </a:r>
            <a:endParaRPr lang="en-US" b="0" i="0" u="none" strike="noStrike" baseline="0">
              <a:latin typeface="TeXGyrePagella-Regular" panose="02000603020200000003" pitchFamily="50" charset="0"/>
            </a:endParaRPr>
          </a:p>
        </p:txBody>
      </p:sp>
      <p:sp>
        <p:nvSpPr>
          <p:cNvPr id="5" name="Text Placeholder 4">
            <a:extLst>
              <a:ext uri="{FF2B5EF4-FFF2-40B4-BE49-F238E27FC236}">
                <a16:creationId xmlns:a16="http://schemas.microsoft.com/office/drawing/2014/main" id="{BE799E98-9975-4A04-BAFE-646DFD57816F}"/>
              </a:ext>
            </a:extLst>
          </p:cNvPr>
          <p:cNvSpPr>
            <a:spLocks noGrp="1"/>
          </p:cNvSpPr>
          <p:nvPr>
            <p:ph type="body" idx="1"/>
          </p:nvPr>
        </p:nvSpPr>
        <p:spPr/>
        <p:txBody>
          <a:bodyPr/>
          <a:lstStyle/>
          <a:p>
            <a:endParaRPr lang="en-US"/>
          </a:p>
        </p:txBody>
      </p:sp>
      <p:pic>
        <p:nvPicPr>
          <p:cNvPr id="6" name="Graphic 5">
            <a:extLst>
              <a:ext uri="{FF2B5EF4-FFF2-40B4-BE49-F238E27FC236}">
                <a16:creationId xmlns:a16="http://schemas.microsoft.com/office/drawing/2014/main" id="{424DAF19-7AD9-4BBC-8A84-8CE13AA2727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2751" y="1408923"/>
            <a:ext cx="10166498" cy="4924397"/>
          </a:xfrm>
          <a:prstGeom prst="rect">
            <a:avLst/>
          </a:prstGeom>
        </p:spPr>
      </p:pic>
      <p:sp>
        <p:nvSpPr>
          <p:cNvPr id="3" name="Slide Number Placeholder 2">
            <a:extLst>
              <a:ext uri="{FF2B5EF4-FFF2-40B4-BE49-F238E27FC236}">
                <a16:creationId xmlns:a16="http://schemas.microsoft.com/office/drawing/2014/main" id="{0C171539-D135-41F4-A445-A8488ADCF088}"/>
              </a:ext>
            </a:extLst>
          </p:cNvPr>
          <p:cNvSpPr>
            <a:spLocks noGrp="1"/>
          </p:cNvSpPr>
          <p:nvPr>
            <p:ph type="sldNum" sz="quarter" idx="12"/>
          </p:nvPr>
        </p:nvSpPr>
        <p:spPr/>
        <p:txBody>
          <a:bodyPr/>
          <a:lstStyle/>
          <a:p>
            <a:fld id="{5A1B4C69-69FC-4DE3-9130-497A7C9ADE60}" type="slidenum">
              <a:rPr lang="en-US" smtClean="0"/>
              <a:t>23</a:t>
            </a:fld>
            <a:endParaRPr lang="en-US"/>
          </a:p>
        </p:txBody>
      </p:sp>
    </p:spTree>
    <p:extLst>
      <p:ext uri="{BB962C8B-B14F-4D97-AF65-F5344CB8AC3E}">
        <p14:creationId xmlns:p14="http://schemas.microsoft.com/office/powerpoint/2010/main" val="10375847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5ADAE-D5AE-4E42-A6F1-EA53DC486C76}"/>
              </a:ext>
            </a:extLst>
          </p:cNvPr>
          <p:cNvSpPr>
            <a:spLocks noGrp="1"/>
          </p:cNvSpPr>
          <p:nvPr>
            <p:ph type="title"/>
          </p:nvPr>
        </p:nvSpPr>
        <p:spPr/>
        <p:txBody>
          <a:bodyPr/>
          <a:lstStyle/>
          <a:p>
            <a:pPr marR="0" rtl="0"/>
            <a:r>
              <a:rPr lang="en-US" b="0" i="1" u="none" strike="noStrike" baseline="0">
                <a:latin typeface="TeXGyrePagella-Italic" panose="02000603020200000004" pitchFamily="50" charset="0"/>
              </a:rPr>
              <a:t>Hybrid Methods</a:t>
            </a:r>
            <a:endParaRPr lang="en-US" b="0" i="0" u="none" strike="noStrike" baseline="0">
              <a:latin typeface="TeXGyrePagella-Regular" panose="02000603020200000003" pitchFamily="50" charset="0"/>
            </a:endParaRPr>
          </a:p>
        </p:txBody>
      </p:sp>
      <p:sp>
        <p:nvSpPr>
          <p:cNvPr id="3" name="Text Placeholder 2">
            <a:extLst>
              <a:ext uri="{FF2B5EF4-FFF2-40B4-BE49-F238E27FC236}">
                <a16:creationId xmlns:a16="http://schemas.microsoft.com/office/drawing/2014/main" id="{AC4BACC5-8A4F-4FE8-9F06-D92D9E6120CB}"/>
              </a:ext>
            </a:extLst>
          </p:cNvPr>
          <p:cNvSpPr>
            <a:spLocks noGrp="1"/>
          </p:cNvSpPr>
          <p:nvPr>
            <p:ph type="body" idx="1"/>
          </p:nvPr>
        </p:nvSpPr>
        <p:spPr/>
        <p:txBody>
          <a:bodyPr/>
          <a:lstStyle/>
          <a:p>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Generally, population methods are good at finding the best regions in design space, but do not perform as well as descent methods near the minimizer</a:t>
            </a:r>
          </a:p>
          <a:p>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Hybrid methods try to leverage the strength of both methods</a:t>
            </a:r>
          </a:p>
          <a:p>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Two hybrid approaches</a:t>
            </a:r>
          </a:p>
          <a:p>
            <a:pPr lvl="1"/>
            <a:r>
              <a:rPr lang="en-US">
                <a:latin typeface="TeXGyrePagella-Italic" panose="02000603020200000004" pitchFamily="50" charset="0"/>
                <a:ea typeface="TeXGyrePagella-Italic" panose="02000603020200000004" pitchFamily="50" charset="0"/>
                <a:cs typeface="TeXGyrePagella-Italic" panose="02000603020200000004" pitchFamily="50" charset="0"/>
              </a:rPr>
              <a:t>Lamarckian learning</a:t>
            </a:r>
          </a:p>
          <a:p>
            <a:pPr lvl="1"/>
            <a:r>
              <a:rPr lang="en-US">
                <a:latin typeface="TeXGyrePagella-Italic" panose="02000603020200000004" pitchFamily="50" charset="0"/>
                <a:ea typeface="TeXGyrePagella-Italic" panose="02000603020200000004" pitchFamily="50" charset="0"/>
                <a:cs typeface="TeXGyrePagella-Italic" panose="02000603020200000004" pitchFamily="50" charset="0"/>
              </a:rPr>
              <a:t>Baldwinian learning</a:t>
            </a:r>
          </a:p>
        </p:txBody>
      </p:sp>
      <p:sp>
        <p:nvSpPr>
          <p:cNvPr id="4" name="Slide Number Placeholder 3">
            <a:extLst>
              <a:ext uri="{FF2B5EF4-FFF2-40B4-BE49-F238E27FC236}">
                <a16:creationId xmlns:a16="http://schemas.microsoft.com/office/drawing/2014/main" id="{E87773A7-19DA-44F2-8F20-73D328CBF40F}"/>
              </a:ext>
            </a:extLst>
          </p:cNvPr>
          <p:cNvSpPr>
            <a:spLocks noGrp="1"/>
          </p:cNvSpPr>
          <p:nvPr>
            <p:ph type="sldNum" sz="quarter" idx="12"/>
          </p:nvPr>
        </p:nvSpPr>
        <p:spPr/>
        <p:txBody>
          <a:bodyPr/>
          <a:lstStyle/>
          <a:p>
            <a:fld id="{5A1B4C69-69FC-4DE3-9130-497A7C9ADE60}" type="slidenum">
              <a:rPr lang="en-US" smtClean="0"/>
              <a:t>24</a:t>
            </a:fld>
            <a:endParaRPr lang="en-US"/>
          </a:p>
        </p:txBody>
      </p:sp>
    </p:spTree>
    <p:extLst>
      <p:ext uri="{BB962C8B-B14F-4D97-AF65-F5344CB8AC3E}">
        <p14:creationId xmlns:p14="http://schemas.microsoft.com/office/powerpoint/2010/main" val="28438704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5ADAE-D5AE-4E42-A6F1-EA53DC486C76}"/>
              </a:ext>
            </a:extLst>
          </p:cNvPr>
          <p:cNvSpPr>
            <a:spLocks noGrp="1"/>
          </p:cNvSpPr>
          <p:nvPr>
            <p:ph type="title"/>
          </p:nvPr>
        </p:nvSpPr>
        <p:spPr/>
        <p:txBody>
          <a:bodyPr/>
          <a:lstStyle/>
          <a:p>
            <a:pPr marR="0" rtl="0"/>
            <a:r>
              <a:rPr lang="en-US" b="0" i="1" u="none" strike="noStrike" baseline="0">
                <a:latin typeface="TeXGyrePagella-Italic" panose="02000603020200000004" pitchFamily="50" charset="0"/>
              </a:rPr>
              <a:t>Summary</a:t>
            </a:r>
            <a:endParaRPr lang="en-US" b="0" i="0" u="none" strike="noStrike" baseline="0">
              <a:latin typeface="TeXGyrePagella-Regular" panose="02000603020200000003" pitchFamily="50" charset="0"/>
            </a:endParaRPr>
          </a:p>
        </p:txBody>
      </p:sp>
      <p:sp>
        <p:nvSpPr>
          <p:cNvPr id="3" name="Text Placeholder 2">
            <a:extLst>
              <a:ext uri="{FF2B5EF4-FFF2-40B4-BE49-F238E27FC236}">
                <a16:creationId xmlns:a16="http://schemas.microsoft.com/office/drawing/2014/main" id="{AC4BACC5-8A4F-4FE8-9F06-D92D9E6120CB}"/>
              </a:ext>
            </a:extLst>
          </p:cNvPr>
          <p:cNvSpPr>
            <a:spLocks noGrp="1"/>
          </p:cNvSpPr>
          <p:nvPr>
            <p:ph type="body" idx="1"/>
          </p:nvPr>
        </p:nvSpPr>
        <p:spPr>
          <a:xfrm>
            <a:off x="838200" y="1825624"/>
            <a:ext cx="10515600" cy="7071885"/>
          </a:xfrm>
        </p:spPr>
        <p:txBody>
          <a:bodyPr>
            <a:normAutofit/>
          </a:bodyPr>
          <a:lstStyle/>
          <a:p>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Population methods use a collection of individuals in the design space to guide progression toward an optimum</a:t>
            </a:r>
          </a:p>
          <a:p>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Genetic algorithms leverage selection, crossover, and mutations to produce better subsequent generations</a:t>
            </a:r>
          </a:p>
          <a:p>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Differential evolution, particle swarm optimization, the firefly algorithm, and cuckoo search include rules and mechanisms for attracting design points to the best individuals in the population while maintaining suitable state space exploration</a:t>
            </a:r>
          </a:p>
          <a:p>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Population methods can be extended with local search approaches to improve convergence</a:t>
            </a:r>
          </a:p>
        </p:txBody>
      </p:sp>
      <p:sp>
        <p:nvSpPr>
          <p:cNvPr id="4" name="Slide Number Placeholder 3">
            <a:extLst>
              <a:ext uri="{FF2B5EF4-FFF2-40B4-BE49-F238E27FC236}">
                <a16:creationId xmlns:a16="http://schemas.microsoft.com/office/drawing/2014/main" id="{948F9CBC-476A-4E83-A1FD-A54F66972FCA}"/>
              </a:ext>
            </a:extLst>
          </p:cNvPr>
          <p:cNvSpPr>
            <a:spLocks noGrp="1"/>
          </p:cNvSpPr>
          <p:nvPr>
            <p:ph type="sldNum" sz="quarter" idx="12"/>
          </p:nvPr>
        </p:nvSpPr>
        <p:spPr/>
        <p:txBody>
          <a:bodyPr/>
          <a:lstStyle/>
          <a:p>
            <a:fld id="{5A1B4C69-69FC-4DE3-9130-497A7C9ADE60}" type="slidenum">
              <a:rPr lang="en-US" smtClean="0"/>
              <a:t>25</a:t>
            </a:fld>
            <a:endParaRPr lang="en-US"/>
          </a:p>
        </p:txBody>
      </p:sp>
    </p:spTree>
    <p:extLst>
      <p:ext uri="{BB962C8B-B14F-4D97-AF65-F5344CB8AC3E}">
        <p14:creationId xmlns:p14="http://schemas.microsoft.com/office/powerpoint/2010/main" val="6450416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562</Words>
  <Application>Microsoft Macintosh PowerPoint</Application>
  <PresentationFormat>Widescreen</PresentationFormat>
  <Paragraphs>96</Paragraphs>
  <Slides>25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Calibri</vt:lpstr>
      <vt:lpstr>Calibri Light</vt:lpstr>
      <vt:lpstr>TeXGyrePagella-Italic</vt:lpstr>
      <vt:lpstr>TeXGyrePagella-Regular</vt:lpstr>
      <vt:lpstr>Office Theme</vt:lpstr>
      <vt:lpstr>Population Methods</vt:lpstr>
      <vt:lpstr>Population Methods</vt:lpstr>
      <vt:lpstr>PowerPoint Presentation</vt:lpstr>
      <vt:lpstr>Initialization</vt:lpstr>
      <vt:lpstr>Genetic Algorithms</vt:lpstr>
      <vt:lpstr>PowerPoint Presentation</vt:lpstr>
      <vt:lpstr>Genetic Algorithms: Selection</vt:lpstr>
      <vt:lpstr>Genetic Algorithms: Selection</vt:lpstr>
      <vt:lpstr>PowerPoint Presentation</vt:lpstr>
      <vt:lpstr>Genetic Algorithms: Chromosomes</vt:lpstr>
      <vt:lpstr>Genetic Algorithms: Crossover</vt:lpstr>
      <vt:lpstr>PowerPoint Presentation</vt:lpstr>
      <vt:lpstr>Genetic Algorithms: Mutation</vt:lpstr>
      <vt:lpstr>PowerPoint Presentation</vt:lpstr>
      <vt:lpstr>Genetic Algorithms</vt:lpstr>
      <vt:lpstr>PowerPoint Presentation</vt:lpstr>
      <vt:lpstr>Differential Evolution</vt:lpstr>
      <vt:lpstr>PowerPoint Presentation</vt:lpstr>
      <vt:lpstr>Differential Evolution</vt:lpstr>
      <vt:lpstr>Particle Swarm Optimization</vt:lpstr>
      <vt:lpstr>PowerPoint Presentation</vt:lpstr>
      <vt:lpstr>PowerPoint Presentation</vt:lpstr>
      <vt:lpstr>Particle Swarm Optimization</vt:lpstr>
      <vt:lpstr>Hybrid Methods</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Local Descent</dc:title>
  <dc:creator>M Gobbs</dc:creator>
  <cp:lastModifiedBy>Rodica Ioana Lung</cp:lastModifiedBy>
  <cp:revision>1</cp:revision>
  <cp:lastPrinted>2019-04-14T05:30:34Z</cp:lastPrinted>
  <dcterms:created xsi:type="dcterms:W3CDTF">2019-02-03T01:23:24Z</dcterms:created>
  <dcterms:modified xsi:type="dcterms:W3CDTF">2026-08-31T11:22:54Z</dcterms:modified>
</cp:coreProperties>
</file>