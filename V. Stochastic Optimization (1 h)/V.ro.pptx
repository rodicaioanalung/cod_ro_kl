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76" r:id="rId5"/>
    <p:sldId id="264" r:id="rId6"/>
    <p:sldId id="275" r:id="rId7"/>
    <p:sldId id="277" r:id="rId8"/>
    <p:sldId id="259" r:id="rId9"/>
    <p:sldId id="278" r:id="rId10"/>
    <p:sldId id="260" r:id="rId11"/>
    <p:sldId id="271" r:id="rId12"/>
    <p:sldId id="279" r:id="rId13"/>
    <p:sldId id="273" r:id="rId14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undo custSel delSld modSld">
      <pc:chgData name="Rodica Ioana Lung" userId="64ee56e8d7162e1e" providerId="LiveId" clId="{FBA19D0F-677B-56B8-863E-85AFCD084619}" dt="2026-08-31T11:05:55.975" v="90" actId="2696"/>
      <pc:docMkLst>
        <pc:docMk/>
      </pc:docMkLst>
      <pc:sldChg chg="delSp mod">
        <pc:chgData name="Rodica Ioana Lung" userId="64ee56e8d7162e1e" providerId="LiveId" clId="{FBA19D0F-677B-56B8-863E-85AFCD084619}" dt="2026-08-31T10:59:26.183" v="8" actId="478"/>
        <pc:sldMkLst>
          <pc:docMk/>
          <pc:sldMk cId="4243174414" sldId="257"/>
        </pc:sldMkLst>
        <pc:grpChg chg="del">
          <ac:chgData name="Rodica Ioana Lung" userId="64ee56e8d7162e1e" providerId="LiveId" clId="{FBA19D0F-677B-56B8-863E-85AFCD084619}" dt="2026-08-31T10:59:24.263" v="7" actId="478"/>
          <ac:grpSpMkLst>
            <pc:docMk/>
            <pc:sldMk cId="4243174414" sldId="257"/>
            <ac:grpSpMk id="14" creationId="{9B446942-D580-5B72-DC55-44A44DFD5FF2}"/>
          </ac:grpSpMkLst>
        </pc:grpChg>
        <pc:grpChg chg="del">
          <ac:chgData name="Rodica Ioana Lung" userId="64ee56e8d7162e1e" providerId="LiveId" clId="{FBA19D0F-677B-56B8-863E-85AFCD084619}" dt="2026-08-31T10:59:21.921" v="6" actId="478"/>
          <ac:grpSpMkLst>
            <pc:docMk/>
            <pc:sldMk cId="4243174414" sldId="257"/>
            <ac:grpSpMk id="28" creationId="{E98F2E5D-AF73-4865-20F8-B1B7EFB46D68}"/>
          </ac:grpSpMkLst>
        </pc:grpChg>
        <pc:inkChg chg="del">
          <ac:chgData name="Rodica Ioana Lung" userId="64ee56e8d7162e1e" providerId="LiveId" clId="{FBA19D0F-677B-56B8-863E-85AFCD084619}" dt="2026-08-31T10:59:19.497" v="5" actId="478"/>
          <ac:inkMkLst>
            <pc:docMk/>
            <pc:sldMk cId="4243174414" sldId="257"/>
            <ac:inkMk id="7" creationId="{88CFE573-4D33-B6A5-1A28-8429640AA7EB}"/>
          </ac:inkMkLst>
        </pc:inkChg>
        <pc:inkChg chg="del">
          <ac:chgData name="Rodica Ioana Lung" userId="64ee56e8d7162e1e" providerId="LiveId" clId="{FBA19D0F-677B-56B8-863E-85AFCD084619}" dt="2026-08-31T10:59:26.183" v="8" actId="478"/>
          <ac:inkMkLst>
            <pc:docMk/>
            <pc:sldMk cId="4243174414" sldId="257"/>
            <ac:inkMk id="29" creationId="{B6D7D482-3D2D-61A5-64EE-B226C5E3331D}"/>
          </ac:inkMkLst>
        </pc:inkChg>
      </pc:sldChg>
      <pc:sldChg chg="delSp mod">
        <pc:chgData name="Rodica Ioana Lung" userId="64ee56e8d7162e1e" providerId="LiveId" clId="{FBA19D0F-677B-56B8-863E-85AFCD084619}" dt="2026-08-31T11:01:25.890" v="45" actId="478"/>
        <pc:sldMkLst>
          <pc:docMk/>
          <pc:sldMk cId="3039104276" sldId="259"/>
        </pc:sldMkLst>
        <pc:grpChg chg="del">
          <ac:chgData name="Rodica Ioana Lung" userId="64ee56e8d7162e1e" providerId="LiveId" clId="{FBA19D0F-677B-56B8-863E-85AFCD084619}" dt="2026-08-31T11:01:12.471" v="40" actId="478"/>
          <ac:grpSpMkLst>
            <pc:docMk/>
            <pc:sldMk cId="3039104276" sldId="259"/>
            <ac:grpSpMk id="21" creationId="{7078F87A-5C2A-59C0-10D7-1C61B9FA2AE8}"/>
          </ac:grpSpMkLst>
        </pc:grpChg>
        <pc:grpChg chg="del">
          <ac:chgData name="Rodica Ioana Lung" userId="64ee56e8d7162e1e" providerId="LiveId" clId="{FBA19D0F-677B-56B8-863E-85AFCD084619}" dt="2026-08-31T11:01:15.950" v="42" actId="478"/>
          <ac:grpSpMkLst>
            <pc:docMk/>
            <pc:sldMk cId="3039104276" sldId="259"/>
            <ac:grpSpMk id="24" creationId="{8FD09417-C93C-0FEC-619A-2C1EB95896E6}"/>
          </ac:grpSpMkLst>
        </pc:grpChg>
        <pc:grpChg chg="del">
          <ac:chgData name="Rodica Ioana Lung" userId="64ee56e8d7162e1e" providerId="LiveId" clId="{FBA19D0F-677B-56B8-863E-85AFCD084619}" dt="2026-08-31T11:01:25.890" v="45" actId="478"/>
          <ac:grpSpMkLst>
            <pc:docMk/>
            <pc:sldMk cId="3039104276" sldId="259"/>
            <ac:grpSpMk id="32" creationId="{B9037883-853F-9733-A62C-AEC23EED6997}"/>
          </ac:grpSpMkLst>
        </pc:grpChg>
        <pc:grpChg chg="del">
          <ac:chgData name="Rodica Ioana Lung" userId="64ee56e8d7162e1e" providerId="LiveId" clId="{FBA19D0F-677B-56B8-863E-85AFCD084619}" dt="2026-08-31T11:01:25.890" v="45" actId="478"/>
          <ac:grpSpMkLst>
            <pc:docMk/>
            <pc:sldMk cId="3039104276" sldId="259"/>
            <ac:grpSpMk id="33" creationId="{8560A8F9-B3FC-7646-CFDE-3FE7A30F6302}"/>
          </ac:grpSpMkLst>
        </pc:grpChg>
        <pc:grpChg chg="del">
          <ac:chgData name="Rodica Ioana Lung" userId="64ee56e8d7162e1e" providerId="LiveId" clId="{FBA19D0F-677B-56B8-863E-85AFCD084619}" dt="2026-08-31T11:01:19.980" v="44" actId="478"/>
          <ac:grpSpMkLst>
            <pc:docMk/>
            <pc:sldMk cId="3039104276" sldId="259"/>
            <ac:grpSpMk id="54" creationId="{D479B398-AB22-B3C7-9104-253762E5A158}"/>
          </ac:grpSpMkLst>
        </pc:grpChg>
        <pc:inkChg chg="del">
          <ac:chgData name="Rodica Ioana Lung" userId="64ee56e8d7162e1e" providerId="LiveId" clId="{FBA19D0F-677B-56B8-863E-85AFCD084619}" dt="2026-08-31T11:01:25.890" v="45" actId="478"/>
          <ac:inkMkLst>
            <pc:docMk/>
            <pc:sldMk cId="3039104276" sldId="259"/>
            <ac:inkMk id="34" creationId="{0AB337CD-1D8C-256E-E124-5BA46239B1B5}"/>
          </ac:inkMkLst>
        </pc:inkChg>
        <pc:inkChg chg="del">
          <ac:chgData name="Rodica Ioana Lung" userId="64ee56e8d7162e1e" providerId="LiveId" clId="{FBA19D0F-677B-56B8-863E-85AFCD084619}" dt="2026-08-31T11:01:17.650" v="43" actId="478"/>
          <ac:inkMkLst>
            <pc:docMk/>
            <pc:sldMk cId="3039104276" sldId="259"/>
            <ac:inkMk id="35" creationId="{84223EEF-F591-A8C2-290B-039D66E20A91}"/>
          </ac:inkMkLst>
        </pc:inkChg>
        <pc:inkChg chg="del">
          <ac:chgData name="Rodica Ioana Lung" userId="64ee56e8d7162e1e" providerId="LiveId" clId="{FBA19D0F-677B-56B8-863E-85AFCD084619}" dt="2026-08-31T11:01:19.980" v="44" actId="478"/>
          <ac:inkMkLst>
            <pc:docMk/>
            <pc:sldMk cId="3039104276" sldId="259"/>
            <ac:inkMk id="53" creationId="{00545368-240B-2BDA-E146-E142A68915CB}"/>
          </ac:inkMkLst>
        </pc:inkChg>
        <pc:inkChg chg="del">
          <ac:chgData name="Rodica Ioana Lung" userId="64ee56e8d7162e1e" providerId="LiveId" clId="{FBA19D0F-677B-56B8-863E-85AFCD084619}" dt="2026-08-31T11:01:14.282" v="41" actId="478"/>
          <ac:inkMkLst>
            <pc:docMk/>
            <pc:sldMk cId="3039104276" sldId="259"/>
            <ac:inkMk id="55" creationId="{0119EC41-C7CC-9171-E1B6-D52AC84BEEFA}"/>
          </ac:inkMkLst>
        </pc:inkChg>
      </pc:sldChg>
      <pc:sldChg chg="delSp modSp mod">
        <pc:chgData name="Rodica Ioana Lung" userId="64ee56e8d7162e1e" providerId="LiveId" clId="{FBA19D0F-677B-56B8-863E-85AFCD084619}" dt="2026-08-31T11:03:25.957" v="64" actId="478"/>
        <pc:sldMkLst>
          <pc:docMk/>
          <pc:sldMk cId="2438933652" sldId="260"/>
        </pc:sldMkLst>
        <pc:spChg chg="mod">
          <ac:chgData name="Rodica Ioana Lung" userId="64ee56e8d7162e1e" providerId="LiveId" clId="{FBA19D0F-677B-56B8-863E-85AFCD084619}" dt="2026-08-31T11:03:16.014" v="59" actId="1076"/>
          <ac:spMkLst>
            <pc:docMk/>
            <pc:sldMk cId="2438933652" sldId="260"/>
            <ac:spMk id="2" creationId="{5C4B2180-AA37-47DA-B27F-33D5E14B6C1C}"/>
          </ac:spMkLst>
        </pc:spChg>
        <pc:grpChg chg="del">
          <ac:chgData name="Rodica Ioana Lung" userId="64ee56e8d7162e1e" providerId="LiveId" clId="{FBA19D0F-677B-56B8-863E-85AFCD084619}" dt="2026-08-31T11:03:20.282" v="61" actId="478"/>
          <ac:grpSpMkLst>
            <pc:docMk/>
            <pc:sldMk cId="2438933652" sldId="260"/>
            <ac:grpSpMk id="9" creationId="{AFC33733-FB9F-E621-1BA6-D71522F0733F}"/>
          </ac:grpSpMkLst>
        </pc:grpChg>
        <pc:grpChg chg="del">
          <ac:chgData name="Rodica Ioana Lung" userId="64ee56e8d7162e1e" providerId="LiveId" clId="{FBA19D0F-677B-56B8-863E-85AFCD084619}" dt="2026-08-31T11:03:21.663" v="62" actId="478"/>
          <ac:grpSpMkLst>
            <pc:docMk/>
            <pc:sldMk cId="2438933652" sldId="260"/>
            <ac:grpSpMk id="13" creationId="{00BCFF61-C125-2C11-C8BF-8FD840D6D656}"/>
          </ac:grpSpMkLst>
        </pc:grpChg>
        <pc:grpChg chg="del">
          <ac:chgData name="Rodica Ioana Lung" userId="64ee56e8d7162e1e" providerId="LiveId" clId="{FBA19D0F-677B-56B8-863E-85AFCD084619}" dt="2026-08-31T11:03:18.648" v="60" actId="478"/>
          <ac:grpSpMkLst>
            <pc:docMk/>
            <pc:sldMk cId="2438933652" sldId="260"/>
            <ac:grpSpMk id="32" creationId="{B8674A75-F354-741A-6BC7-8185AEFF5A42}"/>
          </ac:grpSpMkLst>
        </pc:grpChg>
        <pc:inkChg chg="del">
          <ac:chgData name="Rodica Ioana Lung" userId="64ee56e8d7162e1e" providerId="LiveId" clId="{FBA19D0F-677B-56B8-863E-85AFCD084619}" dt="2026-08-31T11:03:11.198" v="57" actId="478"/>
          <ac:inkMkLst>
            <pc:docMk/>
            <pc:sldMk cId="2438933652" sldId="260"/>
            <ac:inkMk id="5" creationId="{625B4F05-4482-B38B-5074-52A16D565FA2}"/>
          </ac:inkMkLst>
        </pc:inkChg>
        <pc:inkChg chg="del">
          <ac:chgData name="Rodica Ioana Lung" userId="64ee56e8d7162e1e" providerId="LiveId" clId="{FBA19D0F-677B-56B8-863E-85AFCD084619}" dt="2026-08-31T11:03:22.759" v="63" actId="478"/>
          <ac:inkMkLst>
            <pc:docMk/>
            <pc:sldMk cId="2438933652" sldId="260"/>
            <ac:inkMk id="6" creationId="{DE23D874-E7EC-3DB3-8FB6-AA7A8049C436}"/>
          </ac:inkMkLst>
        </pc:inkChg>
        <pc:inkChg chg="del">
          <ac:chgData name="Rodica Ioana Lung" userId="64ee56e8d7162e1e" providerId="LiveId" clId="{FBA19D0F-677B-56B8-863E-85AFCD084619}" dt="2026-08-31T11:03:25.957" v="64" actId="478"/>
          <ac:inkMkLst>
            <pc:docMk/>
            <pc:sldMk cId="2438933652" sldId="260"/>
            <ac:inkMk id="14" creationId="{506EFD3E-07B4-54A8-FAAE-3898A0089985}"/>
          </ac:inkMkLst>
        </pc:inkChg>
      </pc:sldChg>
      <pc:sldChg chg="delSp modSp mod">
        <pc:chgData name="Rodica Ioana Lung" userId="64ee56e8d7162e1e" providerId="LiveId" clId="{FBA19D0F-677B-56B8-863E-85AFCD084619}" dt="2026-08-31T11:00:19.252" v="26" actId="478"/>
        <pc:sldMkLst>
          <pc:docMk/>
          <pc:sldMk cId="272481279" sldId="264"/>
        </pc:sldMkLst>
        <pc:grpChg chg="del">
          <ac:chgData name="Rodica Ioana Lung" userId="64ee56e8d7162e1e" providerId="LiveId" clId="{FBA19D0F-677B-56B8-863E-85AFCD084619}" dt="2026-08-31T11:00:04.214" v="19" actId="478"/>
          <ac:grpSpMkLst>
            <pc:docMk/>
            <pc:sldMk cId="272481279" sldId="264"/>
            <ac:grpSpMk id="25" creationId="{EFBBBBC3-E9BE-C9EF-6103-AF7F70452B1B}"/>
          </ac:grpSpMkLst>
        </pc:grpChg>
        <pc:grpChg chg="del">
          <ac:chgData name="Rodica Ioana Lung" userId="64ee56e8d7162e1e" providerId="LiveId" clId="{FBA19D0F-677B-56B8-863E-85AFCD084619}" dt="2026-08-31T11:00:09.199" v="21" actId="478"/>
          <ac:grpSpMkLst>
            <pc:docMk/>
            <pc:sldMk cId="272481279" sldId="264"/>
            <ac:grpSpMk id="28" creationId="{9D250F30-CBC6-79E9-9948-0543DB979797}"/>
          </ac:grpSpMkLst>
        </pc:grpChg>
        <pc:grpChg chg="del mod">
          <ac:chgData name="Rodica Ioana Lung" userId="64ee56e8d7162e1e" providerId="LiveId" clId="{FBA19D0F-677B-56B8-863E-85AFCD084619}" dt="2026-08-31T11:00:00.062" v="17" actId="478"/>
          <ac:grpSpMkLst>
            <pc:docMk/>
            <pc:sldMk cId="272481279" sldId="264"/>
            <ac:grpSpMk id="32" creationId="{FA267CB0-FC3D-224A-E6A8-CA15DA0643D1}"/>
          </ac:grpSpMkLst>
        </pc:grpChg>
        <pc:grpChg chg="del">
          <ac:chgData name="Rodica Ioana Lung" userId="64ee56e8d7162e1e" providerId="LiveId" clId="{FBA19D0F-677B-56B8-863E-85AFCD084619}" dt="2026-08-31T11:00:02.610" v="18" actId="478"/>
          <ac:grpSpMkLst>
            <pc:docMk/>
            <pc:sldMk cId="272481279" sldId="264"/>
            <ac:grpSpMk id="45" creationId="{B7B7C079-CF00-A733-33DA-662270063121}"/>
          </ac:grpSpMkLst>
        </pc:grpChg>
        <pc:grpChg chg="del">
          <ac:chgData name="Rodica Ioana Lung" userId="64ee56e8d7162e1e" providerId="LiveId" clId="{FBA19D0F-677B-56B8-863E-85AFCD084619}" dt="2026-08-31T11:00:19.252" v="26" actId="478"/>
          <ac:grpSpMkLst>
            <pc:docMk/>
            <pc:sldMk cId="272481279" sldId="264"/>
            <ac:grpSpMk id="64" creationId="{9BFFCFE8-FAAC-5520-0F3A-EC5A5A600D6D}"/>
          </ac:grpSpMkLst>
        </pc:grpChg>
        <pc:grpChg chg="del">
          <ac:chgData name="Rodica Ioana Lung" userId="64ee56e8d7162e1e" providerId="LiveId" clId="{FBA19D0F-677B-56B8-863E-85AFCD084619}" dt="2026-08-31T10:59:47.166" v="11" actId="478"/>
          <ac:grpSpMkLst>
            <pc:docMk/>
            <pc:sldMk cId="272481279" sldId="264"/>
            <ac:grpSpMk id="69" creationId="{51F77647-8694-80AD-2FA1-324A284D409C}"/>
          </ac:grpSpMkLst>
        </pc:grpChg>
        <pc:grpChg chg="del">
          <ac:chgData name="Rodica Ioana Lung" userId="64ee56e8d7162e1e" providerId="LiveId" clId="{FBA19D0F-677B-56B8-863E-85AFCD084619}" dt="2026-08-31T11:00:18.094" v="25" actId="478"/>
          <ac:grpSpMkLst>
            <pc:docMk/>
            <pc:sldMk cId="272481279" sldId="264"/>
            <ac:grpSpMk id="73" creationId="{62245AB7-6E7B-1260-DB63-C8AB302C6A3F}"/>
          </ac:grpSpMkLst>
        </pc:grpChg>
        <pc:grpChg chg="del">
          <ac:chgData name="Rodica Ioana Lung" userId="64ee56e8d7162e1e" providerId="LiveId" clId="{FBA19D0F-677B-56B8-863E-85AFCD084619}" dt="2026-08-31T11:00:09.199" v="21" actId="478"/>
          <ac:grpSpMkLst>
            <pc:docMk/>
            <pc:sldMk cId="272481279" sldId="264"/>
            <ac:grpSpMk id="76" creationId="{F69064AE-A949-0995-EBE3-FBF0165B7FA1}"/>
          </ac:grpSpMkLst>
        </pc:grpChg>
        <pc:grpChg chg="del">
          <ac:chgData name="Rodica Ioana Lung" userId="64ee56e8d7162e1e" providerId="LiveId" clId="{FBA19D0F-677B-56B8-863E-85AFCD084619}" dt="2026-08-31T10:59:56.680" v="15" actId="478"/>
          <ac:grpSpMkLst>
            <pc:docMk/>
            <pc:sldMk cId="272481279" sldId="264"/>
            <ac:grpSpMk id="81" creationId="{2EDF42B5-C65B-415F-FA64-A36F20F0527C}"/>
          </ac:grpSpMkLst>
        </pc:grpChg>
        <pc:inkChg chg="del">
          <ac:chgData name="Rodica Ioana Lung" userId="64ee56e8d7162e1e" providerId="LiveId" clId="{FBA19D0F-677B-56B8-863E-85AFCD084619}" dt="2026-08-31T10:59:49.214" v="12" actId="478"/>
          <ac:inkMkLst>
            <pc:docMk/>
            <pc:sldMk cId="272481279" sldId="264"/>
            <ac:inkMk id="5" creationId="{0979D7FA-BAAA-86F7-7C3B-28278D449FAF}"/>
          </ac:inkMkLst>
        </pc:inkChg>
        <pc:inkChg chg="del">
          <ac:chgData name="Rodica Ioana Lung" userId="64ee56e8d7162e1e" providerId="LiveId" clId="{FBA19D0F-677B-56B8-863E-85AFCD084619}" dt="2026-08-31T10:59:56.680" v="15" actId="478"/>
          <ac:inkMkLst>
            <pc:docMk/>
            <pc:sldMk cId="272481279" sldId="264"/>
            <ac:inkMk id="6" creationId="{7110540E-5285-F345-C2BE-6263D1CAC86A}"/>
          </ac:inkMkLst>
        </pc:inkChg>
        <pc:inkChg chg="del">
          <ac:chgData name="Rodica Ioana Lung" userId="64ee56e8d7162e1e" providerId="LiveId" clId="{FBA19D0F-677B-56B8-863E-85AFCD084619}" dt="2026-08-31T10:59:56.680" v="15" actId="478"/>
          <ac:inkMkLst>
            <pc:docMk/>
            <pc:sldMk cId="272481279" sldId="264"/>
            <ac:inkMk id="7" creationId="{B743E279-186F-E9A3-5609-EB7E370AF256}"/>
          </ac:inkMkLst>
        </pc:inkChg>
        <pc:inkChg chg="del">
          <ac:chgData name="Rodica Ioana Lung" userId="64ee56e8d7162e1e" providerId="LiveId" clId="{FBA19D0F-677B-56B8-863E-85AFCD084619}" dt="2026-08-31T10:59:51.560" v="13" actId="478"/>
          <ac:inkMkLst>
            <pc:docMk/>
            <pc:sldMk cId="272481279" sldId="264"/>
            <ac:inkMk id="8" creationId="{F5984EAF-140F-0DD2-6E91-AA1AD1517456}"/>
          </ac:inkMkLst>
        </pc:inkChg>
        <pc:inkChg chg="del">
          <ac:chgData name="Rodica Ioana Lung" userId="64ee56e8d7162e1e" providerId="LiveId" clId="{FBA19D0F-677B-56B8-863E-85AFCD084619}" dt="2026-08-31T10:59:56.680" v="15" actId="478"/>
          <ac:inkMkLst>
            <pc:docMk/>
            <pc:sldMk cId="272481279" sldId="264"/>
            <ac:inkMk id="9" creationId="{BE0B58A8-665C-7E1F-D118-37B82FA19CDA}"/>
          </ac:inkMkLst>
        </pc:inkChg>
        <pc:inkChg chg="del">
          <ac:chgData name="Rodica Ioana Lung" userId="64ee56e8d7162e1e" providerId="LiveId" clId="{FBA19D0F-677B-56B8-863E-85AFCD084619}" dt="2026-08-31T10:59:53.102" v="14" actId="478"/>
          <ac:inkMkLst>
            <pc:docMk/>
            <pc:sldMk cId="272481279" sldId="264"/>
            <ac:inkMk id="10" creationId="{3B120F7C-AE1F-A8AF-651D-C4AF04367B31}"/>
          </ac:inkMkLst>
        </pc:inkChg>
        <pc:inkChg chg="del">
          <ac:chgData name="Rodica Ioana Lung" userId="64ee56e8d7162e1e" providerId="LiveId" clId="{FBA19D0F-677B-56B8-863E-85AFCD084619}" dt="2026-08-31T11:00:05.868" v="20" actId="478"/>
          <ac:inkMkLst>
            <pc:docMk/>
            <pc:sldMk cId="272481279" sldId="264"/>
            <ac:inkMk id="11" creationId="{1BE394CC-78BE-E925-7134-C77FB4D8FDDC}"/>
          </ac:inkMkLst>
        </pc:inkChg>
        <pc:inkChg chg="del">
          <ac:chgData name="Rodica Ioana Lung" userId="64ee56e8d7162e1e" providerId="LiveId" clId="{FBA19D0F-677B-56B8-863E-85AFCD084619}" dt="2026-08-31T11:00:09.199" v="21" actId="478"/>
          <ac:inkMkLst>
            <pc:docMk/>
            <pc:sldMk cId="272481279" sldId="264"/>
            <ac:inkMk id="12" creationId="{DBE5C878-FADA-2652-4F8F-186DD409E403}"/>
          </ac:inkMkLst>
        </pc:inkChg>
        <pc:inkChg chg="del">
          <ac:chgData name="Rodica Ioana Lung" userId="64ee56e8d7162e1e" providerId="LiveId" clId="{FBA19D0F-677B-56B8-863E-85AFCD084619}" dt="2026-08-31T11:00:09.199" v="21" actId="478"/>
          <ac:inkMkLst>
            <pc:docMk/>
            <pc:sldMk cId="272481279" sldId="264"/>
            <ac:inkMk id="13" creationId="{B95C2431-3146-E878-922A-4CD4879C3792}"/>
          </ac:inkMkLst>
        </pc:inkChg>
        <pc:inkChg chg="del">
          <ac:chgData name="Rodica Ioana Lung" userId="64ee56e8d7162e1e" providerId="LiveId" clId="{FBA19D0F-677B-56B8-863E-85AFCD084619}" dt="2026-08-31T11:00:16.355" v="24" actId="478"/>
          <ac:inkMkLst>
            <pc:docMk/>
            <pc:sldMk cId="272481279" sldId="264"/>
            <ac:inkMk id="65" creationId="{DFACAC8B-BD04-99A3-209B-5FB914504EFF}"/>
          </ac:inkMkLst>
        </pc:inkChg>
        <pc:inkChg chg="del">
          <ac:chgData name="Rodica Ioana Lung" userId="64ee56e8d7162e1e" providerId="LiveId" clId="{FBA19D0F-677B-56B8-863E-85AFCD084619}" dt="2026-08-31T10:59:56.680" v="15" actId="478"/>
          <ac:inkMkLst>
            <pc:docMk/>
            <pc:sldMk cId="272481279" sldId="264"/>
            <ac:inkMk id="66" creationId="{A53C4E88-EA0B-4E02-4D84-61B9EB34FF09}"/>
          </ac:inkMkLst>
        </pc:inkChg>
        <pc:inkChg chg="del">
          <ac:chgData name="Rodica Ioana Lung" userId="64ee56e8d7162e1e" providerId="LiveId" clId="{FBA19D0F-677B-56B8-863E-85AFCD084619}" dt="2026-08-31T11:00:15.438" v="23" actId="478"/>
          <ac:inkMkLst>
            <pc:docMk/>
            <pc:sldMk cId="272481279" sldId="264"/>
            <ac:inkMk id="70" creationId="{62689CDF-3E2C-3AEB-E6C3-88175AFFB2FB}"/>
          </ac:inkMkLst>
        </pc:inkChg>
        <pc:inkChg chg="del">
          <ac:chgData name="Rodica Ioana Lung" userId="64ee56e8d7162e1e" providerId="LiveId" clId="{FBA19D0F-677B-56B8-863E-85AFCD084619}" dt="2026-08-31T11:00:14.325" v="22" actId="478"/>
          <ac:inkMkLst>
            <pc:docMk/>
            <pc:sldMk cId="272481279" sldId="264"/>
            <ac:inkMk id="82" creationId="{906940D8-235F-E126-B9B4-7BD0FEAE025C}"/>
          </ac:inkMkLst>
        </pc:inkChg>
      </pc:sldChg>
      <pc:sldChg chg="delSp del mod">
        <pc:chgData name="Rodica Ioana Lung" userId="64ee56e8d7162e1e" providerId="LiveId" clId="{FBA19D0F-677B-56B8-863E-85AFCD084619}" dt="2026-08-31T11:03:04.919" v="54" actId="2696"/>
        <pc:sldMkLst>
          <pc:docMk/>
          <pc:sldMk cId="1231036354" sldId="266"/>
        </pc:sldMkLst>
        <pc:grpChg chg="del">
          <ac:chgData name="Rodica Ioana Lung" userId="64ee56e8d7162e1e" providerId="LiveId" clId="{FBA19D0F-677B-56B8-863E-85AFCD084619}" dt="2026-08-31T11:02:50.571" v="50" actId="478"/>
          <ac:grpSpMkLst>
            <pc:docMk/>
            <pc:sldMk cId="1231036354" sldId="266"/>
            <ac:grpSpMk id="32" creationId="{B4BFAE6B-E078-C8BE-E13D-589F873B67FE}"/>
          </ac:grpSpMkLst>
        </pc:grpChg>
        <pc:inkChg chg="del">
          <ac:chgData name="Rodica Ioana Lung" userId="64ee56e8d7162e1e" providerId="LiveId" clId="{FBA19D0F-677B-56B8-863E-85AFCD084619}" dt="2026-08-31T11:02:41.624" v="47" actId="478"/>
          <ac:inkMkLst>
            <pc:docMk/>
            <pc:sldMk cId="1231036354" sldId="266"/>
            <ac:inkMk id="5" creationId="{BF74753A-5A93-2E1A-F516-01BB187720F5}"/>
          </ac:inkMkLst>
        </pc:inkChg>
        <pc:inkChg chg="del">
          <ac:chgData name="Rodica Ioana Lung" userId="64ee56e8d7162e1e" providerId="LiveId" clId="{FBA19D0F-677B-56B8-863E-85AFCD084619}" dt="2026-08-31T11:02:45.290" v="49" actId="478"/>
          <ac:inkMkLst>
            <pc:docMk/>
            <pc:sldMk cId="1231036354" sldId="266"/>
            <ac:inkMk id="6" creationId="{430110D7-EE0C-0282-2ADD-F811D219C7D7}"/>
          </ac:inkMkLst>
        </pc:inkChg>
        <pc:inkChg chg="del">
          <ac:chgData name="Rodica Ioana Lung" userId="64ee56e8d7162e1e" providerId="LiveId" clId="{FBA19D0F-677B-56B8-863E-85AFCD084619}" dt="2026-08-31T11:02:52.412" v="51" actId="478"/>
          <ac:inkMkLst>
            <pc:docMk/>
            <pc:sldMk cId="1231036354" sldId="266"/>
            <ac:inkMk id="11" creationId="{F47CC3DC-C9B9-307C-ADAF-591C3C78DC39}"/>
          </ac:inkMkLst>
        </pc:inkChg>
        <pc:inkChg chg="del">
          <ac:chgData name="Rodica Ioana Lung" userId="64ee56e8d7162e1e" providerId="LiveId" clId="{FBA19D0F-677B-56B8-863E-85AFCD084619}" dt="2026-08-31T11:02:54.025" v="52" actId="478"/>
          <ac:inkMkLst>
            <pc:docMk/>
            <pc:sldMk cId="1231036354" sldId="266"/>
            <ac:inkMk id="12" creationId="{D257464A-BD45-D2A2-163C-913631F01BA4}"/>
          </ac:inkMkLst>
        </pc:inkChg>
        <pc:inkChg chg="del">
          <ac:chgData name="Rodica Ioana Lung" userId="64ee56e8d7162e1e" providerId="LiveId" clId="{FBA19D0F-677B-56B8-863E-85AFCD084619}" dt="2026-08-31T11:02:50.571" v="50" actId="478"/>
          <ac:inkMkLst>
            <pc:docMk/>
            <pc:sldMk cId="1231036354" sldId="266"/>
            <ac:inkMk id="15" creationId="{68C0E38F-5B8C-DFA3-2CD1-C2FF6201F85C}"/>
          </ac:inkMkLst>
        </pc:inkChg>
        <pc:inkChg chg="del">
          <ac:chgData name="Rodica Ioana Lung" userId="64ee56e8d7162e1e" providerId="LiveId" clId="{FBA19D0F-677B-56B8-863E-85AFCD084619}" dt="2026-08-31T11:02:44.202" v="48" actId="478"/>
          <ac:inkMkLst>
            <pc:docMk/>
            <pc:sldMk cId="1231036354" sldId="266"/>
            <ac:inkMk id="17" creationId="{2ED65F78-1CAA-9E6F-F343-E3308F4A696B}"/>
          </ac:inkMkLst>
        </pc:inkChg>
        <pc:inkChg chg="del">
          <ac:chgData name="Rodica Ioana Lung" userId="64ee56e8d7162e1e" providerId="LiveId" clId="{FBA19D0F-677B-56B8-863E-85AFCD084619}" dt="2026-08-31T11:02:55.750" v="53" actId="478"/>
          <ac:inkMkLst>
            <pc:docMk/>
            <pc:sldMk cId="1231036354" sldId="266"/>
            <ac:inkMk id="19" creationId="{E298459F-74E0-6CB8-49E7-4DD22588DF69}"/>
          </ac:inkMkLst>
        </pc:inkChg>
      </pc:sldChg>
      <pc:sldChg chg="del">
        <pc:chgData name="Rodica Ioana Lung" userId="64ee56e8d7162e1e" providerId="LiveId" clId="{FBA19D0F-677B-56B8-863E-85AFCD084619}" dt="2026-08-31T11:03:06.613" v="55" actId="2696"/>
        <pc:sldMkLst>
          <pc:docMk/>
          <pc:sldMk cId="782530994" sldId="268"/>
        </pc:sldMkLst>
      </pc:sldChg>
      <pc:sldChg chg="delSp mod">
        <pc:chgData name="Rodica Ioana Lung" userId="64ee56e8d7162e1e" providerId="LiveId" clId="{FBA19D0F-677B-56B8-863E-85AFCD084619}" dt="2026-08-31T11:04:13.053" v="79" actId="478"/>
        <pc:sldMkLst>
          <pc:docMk/>
          <pc:sldMk cId="2739362072" sldId="271"/>
        </pc:sldMkLst>
        <pc:grpChg chg="del">
          <ac:chgData name="Rodica Ioana Lung" userId="64ee56e8d7162e1e" providerId="LiveId" clId="{FBA19D0F-677B-56B8-863E-85AFCD084619}" dt="2026-08-31T11:03:36.016" v="67" actId="478"/>
          <ac:grpSpMkLst>
            <pc:docMk/>
            <pc:sldMk cId="2739362072" sldId="271"/>
            <ac:grpSpMk id="13" creationId="{8FC59795-4E1F-64D2-4608-B6AA23322FE0}"/>
          </ac:grpSpMkLst>
        </pc:grpChg>
        <pc:grpChg chg="del">
          <ac:chgData name="Rodica Ioana Lung" userId="64ee56e8d7162e1e" providerId="LiveId" clId="{FBA19D0F-677B-56B8-863E-85AFCD084619}" dt="2026-08-31T11:03:42.203" v="70" actId="478"/>
          <ac:grpSpMkLst>
            <pc:docMk/>
            <pc:sldMk cId="2739362072" sldId="271"/>
            <ac:grpSpMk id="20" creationId="{AF91781A-FA3F-B432-7A49-5B883D232174}"/>
          </ac:grpSpMkLst>
        </pc:grpChg>
        <pc:grpChg chg="del">
          <ac:chgData name="Rodica Ioana Lung" userId="64ee56e8d7162e1e" providerId="LiveId" clId="{FBA19D0F-677B-56B8-863E-85AFCD084619}" dt="2026-08-31T11:03:47.330" v="72" actId="478"/>
          <ac:grpSpMkLst>
            <pc:docMk/>
            <pc:sldMk cId="2739362072" sldId="271"/>
            <ac:grpSpMk id="27" creationId="{4632D94E-6ED5-D590-8BEB-0A6024291AEA}"/>
          </ac:grpSpMkLst>
        </pc:grpChg>
        <pc:grpChg chg="del">
          <ac:chgData name="Rodica Ioana Lung" userId="64ee56e8d7162e1e" providerId="LiveId" clId="{FBA19D0F-677B-56B8-863E-85AFCD084619}" dt="2026-08-31T11:04:01.478" v="74" actId="478"/>
          <ac:grpSpMkLst>
            <pc:docMk/>
            <pc:sldMk cId="2739362072" sldId="271"/>
            <ac:grpSpMk id="38" creationId="{DE82BFA1-7CA1-B970-F1D0-1A3F7D25B991}"/>
          </ac:grpSpMkLst>
        </pc:grpChg>
        <pc:grpChg chg="del">
          <ac:chgData name="Rodica Ioana Lung" userId="64ee56e8d7162e1e" providerId="LiveId" clId="{FBA19D0F-677B-56B8-863E-85AFCD084619}" dt="2026-08-31T11:04:09.192" v="77" actId="478"/>
          <ac:grpSpMkLst>
            <pc:docMk/>
            <pc:sldMk cId="2739362072" sldId="271"/>
            <ac:grpSpMk id="47" creationId="{51E194D1-530B-5B74-7EF0-E75FC6E1B91F}"/>
          </ac:grpSpMkLst>
        </pc:grpChg>
        <pc:grpChg chg="del">
          <ac:chgData name="Rodica Ioana Lung" userId="64ee56e8d7162e1e" providerId="LiveId" clId="{FBA19D0F-677B-56B8-863E-85AFCD084619}" dt="2026-08-31T11:04:09.192" v="77" actId="478"/>
          <ac:grpSpMkLst>
            <pc:docMk/>
            <pc:sldMk cId="2739362072" sldId="271"/>
            <ac:grpSpMk id="50" creationId="{05D51EC7-D2FB-1AD8-7B68-D217A3673C95}"/>
          </ac:grpSpMkLst>
        </pc:grpChg>
        <pc:grpChg chg="del">
          <ac:chgData name="Rodica Ioana Lung" userId="64ee56e8d7162e1e" providerId="LiveId" clId="{FBA19D0F-677B-56B8-863E-85AFCD084619}" dt="2026-08-31T11:03:58.601" v="73" actId="478"/>
          <ac:grpSpMkLst>
            <pc:docMk/>
            <pc:sldMk cId="2739362072" sldId="271"/>
            <ac:grpSpMk id="56" creationId="{90B4567B-692D-5007-33A9-2002CACC4DE6}"/>
          </ac:grpSpMkLst>
        </pc:grpChg>
        <pc:grpChg chg="del">
          <ac:chgData name="Rodica Ioana Lung" userId="64ee56e8d7162e1e" providerId="LiveId" clId="{FBA19D0F-677B-56B8-863E-85AFCD084619}" dt="2026-08-31T11:04:04.019" v="75" actId="478"/>
          <ac:grpSpMkLst>
            <pc:docMk/>
            <pc:sldMk cId="2739362072" sldId="271"/>
            <ac:grpSpMk id="62" creationId="{B770651B-6A1E-4665-B0F6-0D74DAE4C1AD}"/>
          </ac:grpSpMkLst>
        </pc:grpChg>
        <pc:grpChg chg="del">
          <ac:chgData name="Rodica Ioana Lung" userId="64ee56e8d7162e1e" providerId="LiveId" clId="{FBA19D0F-677B-56B8-863E-85AFCD084619}" dt="2026-08-31T11:04:11.383" v="78" actId="478"/>
          <ac:grpSpMkLst>
            <pc:docMk/>
            <pc:sldMk cId="2739362072" sldId="271"/>
            <ac:grpSpMk id="72" creationId="{E0D46D6C-B427-0ECB-ED7A-4D3A1790461D}"/>
          </ac:grpSpMkLst>
        </pc:grpChg>
        <pc:grpChg chg="del">
          <ac:chgData name="Rodica Ioana Lung" userId="64ee56e8d7162e1e" providerId="LiveId" clId="{FBA19D0F-677B-56B8-863E-85AFCD084619}" dt="2026-08-31T11:03:58.601" v="73" actId="478"/>
          <ac:grpSpMkLst>
            <pc:docMk/>
            <pc:sldMk cId="2739362072" sldId="271"/>
            <ac:grpSpMk id="74" creationId="{BB15BFC4-BFD6-4081-7B62-73DA7DCD0B52}"/>
          </ac:grpSpMkLst>
        </pc:grpChg>
        <pc:inkChg chg="del">
          <ac:chgData name="Rodica Ioana Lung" userId="64ee56e8d7162e1e" providerId="LiveId" clId="{FBA19D0F-677B-56B8-863E-85AFCD084619}" dt="2026-08-31T11:03:34.162" v="66" actId="478"/>
          <ac:inkMkLst>
            <pc:docMk/>
            <pc:sldMk cId="2739362072" sldId="271"/>
            <ac:inkMk id="4" creationId="{5CC005CD-AE51-AC4B-C3ED-92EEEC5BE334}"/>
          </ac:inkMkLst>
        </pc:inkChg>
        <pc:inkChg chg="del">
          <ac:chgData name="Rodica Ioana Lung" userId="64ee56e8d7162e1e" providerId="LiveId" clId="{FBA19D0F-677B-56B8-863E-85AFCD084619}" dt="2026-08-31T11:03:38.651" v="68" actId="478"/>
          <ac:inkMkLst>
            <pc:docMk/>
            <pc:sldMk cId="2739362072" sldId="271"/>
            <ac:inkMk id="6" creationId="{F5897C9D-95BF-F2F5-7B30-A2AE2001538D}"/>
          </ac:inkMkLst>
        </pc:inkChg>
        <pc:inkChg chg="del">
          <ac:chgData name="Rodica Ioana Lung" userId="64ee56e8d7162e1e" providerId="LiveId" clId="{FBA19D0F-677B-56B8-863E-85AFCD084619}" dt="2026-08-31T11:03:40.699" v="69" actId="478"/>
          <ac:inkMkLst>
            <pc:docMk/>
            <pc:sldMk cId="2739362072" sldId="271"/>
            <ac:inkMk id="12" creationId="{6F89E408-0C4F-5981-9A8D-ECF39970DD03}"/>
          </ac:inkMkLst>
        </pc:inkChg>
        <pc:inkChg chg="del">
          <ac:chgData name="Rodica Ioana Lung" userId="64ee56e8d7162e1e" providerId="LiveId" clId="{FBA19D0F-677B-56B8-863E-85AFCD084619}" dt="2026-08-31T11:03:45.618" v="71" actId="478"/>
          <ac:inkMkLst>
            <pc:docMk/>
            <pc:sldMk cId="2739362072" sldId="271"/>
            <ac:inkMk id="14" creationId="{7F0D9DAD-D8C8-7825-87FC-7FFB01C9E233}"/>
          </ac:inkMkLst>
        </pc:inkChg>
        <pc:inkChg chg="del">
          <ac:chgData name="Rodica Ioana Lung" userId="64ee56e8d7162e1e" providerId="LiveId" clId="{FBA19D0F-677B-56B8-863E-85AFCD084619}" dt="2026-08-31T11:03:58.601" v="73" actId="478"/>
          <ac:inkMkLst>
            <pc:docMk/>
            <pc:sldMk cId="2739362072" sldId="271"/>
            <ac:inkMk id="28" creationId="{99C8A1C7-E982-056F-BCE0-8E69441492DC}"/>
          </ac:inkMkLst>
        </pc:inkChg>
        <pc:inkChg chg="del">
          <ac:chgData name="Rodica Ioana Lung" userId="64ee56e8d7162e1e" providerId="LiveId" clId="{FBA19D0F-677B-56B8-863E-85AFCD084619}" dt="2026-08-31T11:04:05.485" v="76" actId="478"/>
          <ac:inkMkLst>
            <pc:docMk/>
            <pc:sldMk cId="2739362072" sldId="271"/>
            <ac:inkMk id="60" creationId="{0E8B474C-F163-C72E-3F1D-092E916A84E3}"/>
          </ac:inkMkLst>
        </pc:inkChg>
        <pc:inkChg chg="del">
          <ac:chgData name="Rodica Ioana Lung" userId="64ee56e8d7162e1e" providerId="LiveId" clId="{FBA19D0F-677B-56B8-863E-85AFCD084619}" dt="2026-08-31T11:03:58.601" v="73" actId="478"/>
          <ac:inkMkLst>
            <pc:docMk/>
            <pc:sldMk cId="2739362072" sldId="271"/>
            <ac:inkMk id="66" creationId="{97814DCB-527B-288A-3EEE-A23FAA80EDC6}"/>
          </ac:inkMkLst>
        </pc:inkChg>
        <pc:inkChg chg="del">
          <ac:chgData name="Rodica Ioana Lung" userId="64ee56e8d7162e1e" providerId="LiveId" clId="{FBA19D0F-677B-56B8-863E-85AFCD084619}" dt="2026-08-31T11:03:58.601" v="73" actId="478"/>
          <ac:inkMkLst>
            <pc:docMk/>
            <pc:sldMk cId="2739362072" sldId="271"/>
            <ac:inkMk id="68" creationId="{86DD3F70-2334-ED08-F52B-5E826AFBDA7A}"/>
          </ac:inkMkLst>
        </pc:inkChg>
        <pc:inkChg chg="del">
          <ac:chgData name="Rodica Ioana Lung" userId="64ee56e8d7162e1e" providerId="LiveId" clId="{FBA19D0F-677B-56B8-863E-85AFCD084619}" dt="2026-08-31T11:04:13.053" v="79" actId="478"/>
          <ac:inkMkLst>
            <pc:docMk/>
            <pc:sldMk cId="2739362072" sldId="271"/>
            <ac:inkMk id="75" creationId="{0F941C6D-8041-DE2A-C7CB-7F205F6392EC}"/>
          </ac:inkMkLst>
        </pc:inkChg>
      </pc:sldChg>
      <pc:sldChg chg="delSp del mod">
        <pc:chgData name="Rodica Ioana Lung" userId="64ee56e8d7162e1e" providerId="LiveId" clId="{FBA19D0F-677B-56B8-863E-85AFCD084619}" dt="2026-08-31T11:05:55.975" v="90" actId="2696"/>
        <pc:sldMkLst>
          <pc:docMk/>
          <pc:sldMk cId="406988760" sldId="274"/>
        </pc:sldMkLst>
        <pc:grpChg chg="del">
          <ac:chgData name="Rodica Ioana Lung" userId="64ee56e8d7162e1e" providerId="LiveId" clId="{FBA19D0F-677B-56B8-863E-85AFCD084619}" dt="2026-08-31T11:05:49.878" v="88" actId="478"/>
          <ac:grpSpMkLst>
            <pc:docMk/>
            <pc:sldMk cId="406988760" sldId="274"/>
            <ac:grpSpMk id="8" creationId="{1F7837DD-6844-384F-822A-35FB1099274E}"/>
          </ac:grpSpMkLst>
        </pc:grpChg>
        <pc:inkChg chg="del">
          <ac:chgData name="Rodica Ioana Lung" userId="64ee56e8d7162e1e" providerId="LiveId" clId="{FBA19D0F-677B-56B8-863E-85AFCD084619}" dt="2026-08-31T11:05:48.080" v="87" actId="478"/>
          <ac:inkMkLst>
            <pc:docMk/>
            <pc:sldMk cId="406988760" sldId="274"/>
            <ac:inkMk id="5" creationId="{C0A95D84-6F7A-5500-F2FF-F7E5830E36E6}"/>
          </ac:inkMkLst>
        </pc:inkChg>
        <pc:inkChg chg="del">
          <ac:chgData name="Rodica Ioana Lung" userId="64ee56e8d7162e1e" providerId="LiveId" clId="{FBA19D0F-677B-56B8-863E-85AFCD084619}" dt="2026-08-31T11:05:54.429" v="89" actId="478"/>
          <ac:inkMkLst>
            <pc:docMk/>
            <pc:sldMk cId="406988760" sldId="274"/>
            <ac:inkMk id="9" creationId="{85A44CBF-1071-F79F-9040-7E1DFB5DBA06}"/>
          </ac:inkMkLst>
        </pc:inkChg>
      </pc:sldChg>
      <pc:sldChg chg="delSp modSp mod">
        <pc:chgData name="Rodica Ioana Lung" userId="64ee56e8d7162e1e" providerId="LiveId" clId="{FBA19D0F-677B-56B8-863E-85AFCD084619}" dt="2026-08-31T11:01:00.200" v="38" actId="478"/>
        <pc:sldMkLst>
          <pc:docMk/>
          <pc:sldMk cId="1383000642" sldId="275"/>
        </pc:sldMkLst>
        <pc:spChg chg="mod">
          <ac:chgData name="Rodica Ioana Lung" userId="64ee56e8d7162e1e" providerId="LiveId" clId="{FBA19D0F-677B-56B8-863E-85AFCD084619}" dt="2026-08-31T11:00:39.755" v="31" actId="1076"/>
          <ac:spMkLst>
            <pc:docMk/>
            <pc:sldMk cId="1383000642" sldId="275"/>
            <ac:spMk id="2" creationId="{7BB29ABE-FDD0-4804-BE81-EE1403E4CB79}"/>
          </ac:spMkLst>
        </pc:s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14" creationId="{433B10E8-06ED-8620-0DF5-3D7B732EB630}"/>
          </ac:grpSpMkLst>
        </pc:gr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17" creationId="{E71E3323-3351-8C83-519C-B0553EECCA8E}"/>
          </ac:grpSpMkLst>
        </pc:gr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26" creationId="{5B2D9166-C500-7525-CE24-C84F42C73AE2}"/>
          </ac:grpSpMkLst>
        </pc:gr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32" creationId="{B929F8EC-1735-D68A-1E00-DCC3E1BE6469}"/>
          </ac:grpSpMkLst>
        </pc:gr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36" creationId="{B14AA65E-09ED-A48D-354E-EEC59DA2E2BD}"/>
          </ac:grpSpMkLst>
        </pc:grpChg>
        <pc:grpChg chg="del">
          <ac:chgData name="Rodica Ioana Lung" userId="64ee56e8d7162e1e" providerId="LiveId" clId="{FBA19D0F-677B-56B8-863E-85AFCD084619}" dt="2026-08-31T11:00:42.851" v="32" actId="478"/>
          <ac:grpSpMkLst>
            <pc:docMk/>
            <pc:sldMk cId="1383000642" sldId="275"/>
            <ac:grpSpMk id="43" creationId="{AA1032BD-3D8C-226C-3E14-4D9A540B3666}"/>
          </ac:grpSpMkLst>
        </pc:grpChg>
        <pc:grpChg chg="del">
          <ac:chgData name="Rodica Ioana Lung" userId="64ee56e8d7162e1e" providerId="LiveId" clId="{FBA19D0F-677B-56B8-863E-85AFCD084619}" dt="2026-08-31T11:01:00.200" v="38" actId="478"/>
          <ac:grpSpMkLst>
            <pc:docMk/>
            <pc:sldMk cId="1383000642" sldId="275"/>
            <ac:grpSpMk id="64" creationId="{CC41E1D9-B73D-F8F2-C974-958C36932834}"/>
          </ac:grpSpMkLst>
        </pc:grpChg>
        <pc:grpChg chg="del">
          <ac:chgData name="Rodica Ioana Lung" userId="64ee56e8d7162e1e" providerId="LiveId" clId="{FBA19D0F-677B-56B8-863E-85AFCD084619}" dt="2026-08-31T11:00:52.392" v="35" actId="478"/>
          <ac:grpSpMkLst>
            <pc:docMk/>
            <pc:sldMk cId="1383000642" sldId="275"/>
            <ac:grpSpMk id="66" creationId="{DE028243-140C-526D-F418-966E477200B5}"/>
          </ac:grpSpMkLst>
        </pc:grpChg>
        <pc:grpChg chg="del">
          <ac:chgData name="Rodica Ioana Lung" userId="64ee56e8d7162e1e" providerId="LiveId" clId="{FBA19D0F-677B-56B8-863E-85AFCD084619}" dt="2026-08-31T11:00:55.234" v="36" actId="478"/>
          <ac:grpSpMkLst>
            <pc:docMk/>
            <pc:sldMk cId="1383000642" sldId="275"/>
            <ac:grpSpMk id="67" creationId="{E3F96FA5-D3FC-7EBB-85AF-F4BB93FC66A1}"/>
          </ac:grpSpMkLst>
        </pc:grpChg>
        <pc:grpChg chg="del">
          <ac:chgData name="Rodica Ioana Lung" userId="64ee56e8d7162e1e" providerId="LiveId" clId="{FBA19D0F-677B-56B8-863E-85AFCD084619}" dt="2026-08-31T11:00:52.392" v="35" actId="478"/>
          <ac:grpSpMkLst>
            <pc:docMk/>
            <pc:sldMk cId="1383000642" sldId="275"/>
            <ac:grpSpMk id="68" creationId="{D856FA01-FE15-FA0A-8A30-5400F01C1895}"/>
          </ac:grpSpMkLst>
        </pc:grpChg>
        <pc:grpChg chg="del">
          <ac:chgData name="Rodica Ioana Lung" userId="64ee56e8d7162e1e" providerId="LiveId" clId="{FBA19D0F-677B-56B8-863E-85AFCD084619}" dt="2026-08-31T11:00:52.392" v="35" actId="478"/>
          <ac:grpSpMkLst>
            <pc:docMk/>
            <pc:sldMk cId="1383000642" sldId="275"/>
            <ac:grpSpMk id="72" creationId="{E8A170AC-19C5-A81F-33E2-BC574A8FF6D1}"/>
          </ac:grpSpMkLst>
        </pc:grpChg>
        <pc:grpChg chg="del">
          <ac:chgData name="Rodica Ioana Lung" userId="64ee56e8d7162e1e" providerId="LiveId" clId="{FBA19D0F-677B-56B8-863E-85AFCD084619}" dt="2026-08-31T11:00:57.748" v="37" actId="478"/>
          <ac:grpSpMkLst>
            <pc:docMk/>
            <pc:sldMk cId="1383000642" sldId="275"/>
            <ac:grpSpMk id="75" creationId="{C96FD8E5-4824-9014-905A-BAAA5EFBBE61}"/>
          </ac:grpSpMkLst>
        </pc:grpChg>
        <pc:grpChg chg="del">
          <ac:chgData name="Rodica Ioana Lung" userId="64ee56e8d7162e1e" providerId="LiveId" clId="{FBA19D0F-677B-56B8-863E-85AFCD084619}" dt="2026-08-31T11:00:52.392" v="35" actId="478"/>
          <ac:grpSpMkLst>
            <pc:docMk/>
            <pc:sldMk cId="1383000642" sldId="275"/>
            <ac:grpSpMk id="79" creationId="{CACA4297-548B-331A-C643-85EE9FE3E85F}"/>
          </ac:grpSpMkLst>
        </pc:grpChg>
        <pc:grpChg chg="del">
          <ac:chgData name="Rodica Ioana Lung" userId="64ee56e8d7162e1e" providerId="LiveId" clId="{FBA19D0F-677B-56B8-863E-85AFCD084619}" dt="2026-08-31T11:00:35.050" v="28" actId="478"/>
          <ac:grpSpMkLst>
            <pc:docMk/>
            <pc:sldMk cId="1383000642" sldId="275"/>
            <ac:grpSpMk id="98" creationId="{09E9F7A4-0E56-1A8D-62BA-A4BC02DA291C}"/>
          </ac:grpSpMkLst>
        </pc:grpChg>
        <pc:grpChg chg="del">
          <ac:chgData name="Rodica Ioana Lung" userId="64ee56e8d7162e1e" providerId="LiveId" clId="{FBA19D0F-677B-56B8-863E-85AFCD084619}" dt="2026-08-31T11:00:35.050" v="28" actId="478"/>
          <ac:grpSpMkLst>
            <pc:docMk/>
            <pc:sldMk cId="1383000642" sldId="275"/>
            <ac:grpSpMk id="101" creationId="{6732D5C2-ECA6-79AE-E73F-C051A236CB01}"/>
          </ac:grpSpMkLst>
        </pc:grpChg>
        <pc:grpChg chg="del">
          <ac:chgData name="Rodica Ioana Lung" userId="64ee56e8d7162e1e" providerId="LiveId" clId="{FBA19D0F-677B-56B8-863E-85AFCD084619}" dt="2026-08-31T11:00:45.085" v="33" actId="478"/>
          <ac:grpSpMkLst>
            <pc:docMk/>
            <pc:sldMk cId="1383000642" sldId="275"/>
            <ac:grpSpMk id="129" creationId="{A3AFDBE8-2A9E-408F-EF40-3A69CE8C496E}"/>
          </ac:grpSpMkLst>
        </pc:grpChg>
        <pc:inkChg chg="del">
          <ac:chgData name="Rodica Ioana Lung" userId="64ee56e8d7162e1e" providerId="LiveId" clId="{FBA19D0F-677B-56B8-863E-85AFCD084619}" dt="2026-08-31T11:00:42.851" v="32" actId="478"/>
          <ac:inkMkLst>
            <pc:docMk/>
            <pc:sldMk cId="1383000642" sldId="275"/>
            <ac:inkMk id="37" creationId="{62DC3D83-BEFE-2C26-7079-BEEC6D31D93C}"/>
          </ac:inkMkLst>
        </pc:inkChg>
        <pc:inkChg chg="del">
          <ac:chgData name="Rodica Ioana Lung" userId="64ee56e8d7162e1e" providerId="LiveId" clId="{FBA19D0F-677B-56B8-863E-85AFCD084619}" dt="2026-08-31T11:00:42.851" v="32" actId="478"/>
          <ac:inkMkLst>
            <pc:docMk/>
            <pc:sldMk cId="1383000642" sldId="275"/>
            <ac:inkMk id="38" creationId="{85A06FED-B1D4-855B-B9AE-F79DD12B983B}"/>
          </ac:inkMkLst>
        </pc:inkChg>
        <pc:inkChg chg="del">
          <ac:chgData name="Rodica Ioana Lung" userId="64ee56e8d7162e1e" providerId="LiveId" clId="{FBA19D0F-677B-56B8-863E-85AFCD084619}" dt="2026-08-31T11:00:52.392" v="35" actId="478"/>
          <ac:inkMkLst>
            <pc:docMk/>
            <pc:sldMk cId="1383000642" sldId="275"/>
            <ac:inkMk id="76" creationId="{BFD65C72-FD02-D6B7-2FC8-1B04310FA352}"/>
          </ac:inkMkLst>
        </pc:inkChg>
        <pc:inkChg chg="del">
          <ac:chgData name="Rodica Ioana Lung" userId="64ee56e8d7162e1e" providerId="LiveId" clId="{FBA19D0F-677B-56B8-863E-85AFCD084619}" dt="2026-08-31T11:00:52.392" v="35" actId="478"/>
          <ac:inkMkLst>
            <pc:docMk/>
            <pc:sldMk cId="1383000642" sldId="275"/>
            <ac:inkMk id="80" creationId="{958A1E85-405A-48A8-1516-5310343921D8}"/>
          </ac:inkMkLst>
        </pc:inkChg>
        <pc:inkChg chg="del">
          <ac:chgData name="Rodica Ioana Lung" userId="64ee56e8d7162e1e" providerId="LiveId" clId="{FBA19D0F-677B-56B8-863E-85AFCD084619}" dt="2026-08-31T11:00:31.598" v="27" actId="478"/>
          <ac:inkMkLst>
            <pc:docMk/>
            <pc:sldMk cId="1383000642" sldId="275"/>
            <ac:inkMk id="81" creationId="{B51981C8-2B47-9D4F-4F32-6069C1E01FCD}"/>
          </ac:inkMkLst>
        </pc:inkChg>
        <pc:inkChg chg="del">
          <ac:chgData name="Rodica Ioana Lung" userId="64ee56e8d7162e1e" providerId="LiveId" clId="{FBA19D0F-677B-56B8-863E-85AFCD084619}" dt="2026-08-31T11:00:35.050" v="28" actId="478"/>
          <ac:inkMkLst>
            <pc:docMk/>
            <pc:sldMk cId="1383000642" sldId="275"/>
            <ac:inkMk id="82" creationId="{9A98D8F3-A566-3E80-FE80-5F2EB8EFE75F}"/>
          </ac:inkMkLst>
        </pc:inkChg>
        <pc:inkChg chg="del">
          <ac:chgData name="Rodica Ioana Lung" userId="64ee56e8d7162e1e" providerId="LiveId" clId="{FBA19D0F-677B-56B8-863E-85AFCD084619}" dt="2026-08-31T11:00:35.050" v="28" actId="478"/>
          <ac:inkMkLst>
            <pc:docMk/>
            <pc:sldMk cId="1383000642" sldId="275"/>
            <ac:inkMk id="102" creationId="{3C725F0D-346E-A5D1-0848-8841947D3538}"/>
          </ac:inkMkLst>
        </pc:inkChg>
        <pc:inkChg chg="del">
          <ac:chgData name="Rodica Ioana Lung" userId="64ee56e8d7162e1e" providerId="LiveId" clId="{FBA19D0F-677B-56B8-863E-85AFCD084619}" dt="2026-08-31T11:00:35.050" v="28" actId="478"/>
          <ac:inkMkLst>
            <pc:docMk/>
            <pc:sldMk cId="1383000642" sldId="275"/>
            <ac:inkMk id="103" creationId="{128CCE9B-24DA-79EE-0277-7BA28D6F8005}"/>
          </ac:inkMkLst>
        </pc:inkChg>
        <pc:inkChg chg="del">
          <ac:chgData name="Rodica Ioana Lung" userId="64ee56e8d7162e1e" providerId="LiveId" clId="{FBA19D0F-677B-56B8-863E-85AFCD084619}" dt="2026-08-31T11:00:46.823" v="34" actId="478"/>
          <ac:inkMkLst>
            <pc:docMk/>
            <pc:sldMk cId="1383000642" sldId="275"/>
            <ac:inkMk id="107" creationId="{33C69069-18E0-2558-2B0E-6CC67F3969B7}"/>
          </ac:inkMkLst>
        </pc:inkChg>
        <pc:inkChg chg="del">
          <ac:chgData name="Rodica Ioana Lung" userId="64ee56e8d7162e1e" providerId="LiveId" clId="{FBA19D0F-677B-56B8-863E-85AFCD084619}" dt="2026-08-31T11:00:52.392" v="35" actId="478"/>
          <ac:inkMkLst>
            <pc:docMk/>
            <pc:sldMk cId="1383000642" sldId="275"/>
            <ac:inkMk id="112" creationId="{E1C21FB1-235B-5FE3-09C5-EA1FCC7E33E4}"/>
          </ac:inkMkLst>
        </pc:inkChg>
        <pc:inkChg chg="del">
          <ac:chgData name="Rodica Ioana Lung" userId="64ee56e8d7162e1e" providerId="LiveId" clId="{FBA19D0F-677B-56B8-863E-85AFCD084619}" dt="2026-08-31T11:00:36.626" v="29" actId="478"/>
          <ac:inkMkLst>
            <pc:docMk/>
            <pc:sldMk cId="1383000642" sldId="275"/>
            <ac:inkMk id="130" creationId="{7E5D944A-DB36-4744-DB4D-81134DC0D6C9}"/>
          </ac:inkMkLst>
        </pc:inkChg>
      </pc:sldChg>
      <pc:sldChg chg="delSp mod">
        <pc:chgData name="Rodica Ioana Lung" userId="64ee56e8d7162e1e" providerId="LiveId" clId="{FBA19D0F-677B-56B8-863E-85AFCD084619}" dt="2026-08-31T10:59:40.870" v="10" actId="478"/>
        <pc:sldMkLst>
          <pc:docMk/>
          <pc:sldMk cId="2828318054" sldId="276"/>
        </pc:sldMkLst>
        <pc:spChg chg="del">
          <ac:chgData name="Rodica Ioana Lung" userId="64ee56e8d7162e1e" providerId="LiveId" clId="{FBA19D0F-677B-56B8-863E-85AFCD084619}" dt="2026-08-31T10:59:40.870" v="10" actId="478"/>
          <ac:spMkLst>
            <pc:docMk/>
            <pc:sldMk cId="2828318054" sldId="276"/>
            <ac:spMk id="2" creationId="{20CB487B-2FD1-C3D9-4B72-9BE6375929CD}"/>
          </ac:spMkLst>
        </pc:spChg>
        <pc:grpChg chg="del">
          <ac:chgData name="Rodica Ioana Lung" userId="64ee56e8d7162e1e" providerId="LiveId" clId="{FBA19D0F-677B-56B8-863E-85AFCD084619}" dt="2026-08-31T10:59:40.870" v="10" actId="478"/>
          <ac:grpSpMkLst>
            <pc:docMk/>
            <pc:sldMk cId="2828318054" sldId="276"/>
            <ac:grpSpMk id="8" creationId="{F999F399-7D3E-3E5D-4A15-7FB80E36198F}"/>
          </ac:grpSpMkLst>
        </pc:grpChg>
        <pc:grpChg chg="del">
          <ac:chgData name="Rodica Ioana Lung" userId="64ee56e8d7162e1e" providerId="LiveId" clId="{FBA19D0F-677B-56B8-863E-85AFCD084619}" dt="2026-08-31T10:59:40.870" v="10" actId="478"/>
          <ac:grpSpMkLst>
            <pc:docMk/>
            <pc:sldMk cId="2828318054" sldId="276"/>
            <ac:grpSpMk id="15" creationId="{391E2868-F497-2265-F4B4-9C73B1982E56}"/>
          </ac:grpSpMkLst>
        </pc:grpChg>
        <pc:grpChg chg="del">
          <ac:chgData name="Rodica Ioana Lung" userId="64ee56e8d7162e1e" providerId="LiveId" clId="{FBA19D0F-677B-56B8-863E-85AFCD084619}" dt="2026-08-31T10:59:40.870" v="10" actId="478"/>
          <ac:grpSpMkLst>
            <pc:docMk/>
            <pc:sldMk cId="2828318054" sldId="276"/>
            <ac:grpSpMk id="23" creationId="{17FBB443-8C5E-A1EE-BCCC-564607C8FF82}"/>
          </ac:grpSpMkLst>
        </pc:grp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9" creationId="{14FE166D-DFB1-8D10-7962-D15DD7D02AD6}"/>
          </ac:inkMkLst>
        </pc:ink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10" creationId="{FC473C4E-3A37-97F1-C702-8F01FBAF3B70}"/>
          </ac:inkMkLst>
        </pc:ink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11" creationId="{88D273A4-9839-2BE2-72AA-E97C6F631E84}"/>
          </ac:inkMkLst>
        </pc:ink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16" creationId="{8EEC4A59-1C1E-643F-129F-4ECD8077BD53}"/>
          </ac:inkMkLst>
        </pc:ink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17" creationId="{142FFFB5-7D7C-99B2-6FAA-70851EB0F64B}"/>
          </ac:inkMkLst>
        </pc:inkChg>
        <pc:inkChg chg="del">
          <ac:chgData name="Rodica Ioana Lung" userId="64ee56e8d7162e1e" providerId="LiveId" clId="{FBA19D0F-677B-56B8-863E-85AFCD084619}" dt="2026-08-31T10:59:40.870" v="10" actId="478"/>
          <ac:inkMkLst>
            <pc:docMk/>
            <pc:sldMk cId="2828318054" sldId="276"/>
            <ac:inkMk id="18" creationId="{D825A608-8E19-6ED4-8286-1C972D9DC8F5}"/>
          </ac:inkMkLst>
        </pc:inkChg>
      </pc:sldChg>
      <pc:sldChg chg="delSp mod">
        <pc:chgData name="Rodica Ioana Lung" userId="64ee56e8d7162e1e" providerId="LiveId" clId="{FBA19D0F-677B-56B8-863E-85AFCD084619}" dt="2026-08-31T11:01:08.128" v="39" actId="478"/>
        <pc:sldMkLst>
          <pc:docMk/>
          <pc:sldMk cId="824407860" sldId="277"/>
        </pc:sldMkLst>
        <pc:spChg chg="del">
          <ac:chgData name="Rodica Ioana Lung" userId="64ee56e8d7162e1e" providerId="LiveId" clId="{FBA19D0F-677B-56B8-863E-85AFCD084619}" dt="2026-08-31T11:01:08.128" v="39" actId="478"/>
          <ac:spMkLst>
            <pc:docMk/>
            <pc:sldMk cId="824407860" sldId="277"/>
            <ac:spMk id="2" creationId="{6147D22F-0597-3CB4-BC56-F39B9D60B5BA}"/>
          </ac:spMkLst>
        </pc:s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20" creationId="{73A0C902-FFC8-A3DF-D209-6B7B823AB528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32" creationId="{9A056509-2A61-EC37-9F4C-5D9E48246FEA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37" creationId="{A421E1F6-E371-5A30-E865-A6A8F64234E0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38" creationId="{2EC5A433-0EA4-E8AD-CDEF-BE1829DF3FBE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54" creationId="{D4714AF8-A7A6-604E-9F45-37FBA7DF0E69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55" creationId="{0979492B-1A57-376E-F717-D59D4060B4FB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58" creationId="{F8B88F8B-E33F-35BF-65C6-CF1FD8067E78}"/>
          </ac:grpSpMkLst>
        </pc:grpChg>
        <pc:grpChg chg="del">
          <ac:chgData name="Rodica Ioana Lung" userId="64ee56e8d7162e1e" providerId="LiveId" clId="{FBA19D0F-677B-56B8-863E-85AFCD084619}" dt="2026-08-31T11:01:08.128" v="39" actId="478"/>
          <ac:grpSpMkLst>
            <pc:docMk/>
            <pc:sldMk cId="824407860" sldId="277"/>
            <ac:grpSpMk id="73" creationId="{991DAB51-979C-37A6-9842-F0A8367C7D44}"/>
          </ac:grpSpMkLst>
        </pc:grpChg>
        <pc:inkChg chg="del">
          <ac:chgData name="Rodica Ioana Lung" userId="64ee56e8d7162e1e" providerId="LiveId" clId="{FBA19D0F-677B-56B8-863E-85AFCD084619}" dt="2026-08-31T11:01:08.128" v="39" actId="478"/>
          <ac:inkMkLst>
            <pc:docMk/>
            <pc:sldMk cId="824407860" sldId="277"/>
            <ac:inkMk id="81" creationId="{057B1BDE-AE0D-A013-4A1B-6C6626FD3DDA}"/>
          </ac:inkMkLst>
        </pc:inkChg>
      </pc:sldChg>
      <pc:sldChg chg="delSp mod">
        <pc:chgData name="Rodica Ioana Lung" userId="64ee56e8d7162e1e" providerId="LiveId" clId="{FBA19D0F-677B-56B8-863E-85AFCD084619}" dt="2026-08-31T11:01:47.774" v="46" actId="478"/>
        <pc:sldMkLst>
          <pc:docMk/>
          <pc:sldMk cId="457945749" sldId="278"/>
        </pc:sldMkLst>
        <pc:spChg chg="del">
          <ac:chgData name="Rodica Ioana Lung" userId="64ee56e8d7162e1e" providerId="LiveId" clId="{FBA19D0F-677B-56B8-863E-85AFCD084619}" dt="2026-08-31T11:01:47.774" v="46" actId="478"/>
          <ac:spMkLst>
            <pc:docMk/>
            <pc:sldMk cId="457945749" sldId="278"/>
            <ac:spMk id="2" creationId="{249E4EAD-3A36-2918-CBB4-2CA875A996FB}"/>
          </ac:spMkLst>
        </pc:spChg>
        <pc:grpChg chg="del">
          <ac:chgData name="Rodica Ioana Lung" userId="64ee56e8d7162e1e" providerId="LiveId" clId="{FBA19D0F-677B-56B8-863E-85AFCD084619}" dt="2026-08-31T11:01:47.774" v="46" actId="478"/>
          <ac:grpSpMkLst>
            <pc:docMk/>
            <pc:sldMk cId="457945749" sldId="278"/>
            <ac:grpSpMk id="13" creationId="{CFC61FAA-2892-5134-6248-752FBC61C769}"/>
          </ac:grpSpMkLst>
        </pc:grpChg>
        <pc:grpChg chg="del">
          <ac:chgData name="Rodica Ioana Lung" userId="64ee56e8d7162e1e" providerId="LiveId" clId="{FBA19D0F-677B-56B8-863E-85AFCD084619}" dt="2026-08-31T11:01:47.774" v="46" actId="478"/>
          <ac:grpSpMkLst>
            <pc:docMk/>
            <pc:sldMk cId="457945749" sldId="278"/>
            <ac:grpSpMk id="28" creationId="{947D7FE2-3D03-19B4-0130-E5BE14CC50CF}"/>
          </ac:grpSpMkLst>
        </pc:grpChg>
        <pc:grpChg chg="del">
          <ac:chgData name="Rodica Ioana Lung" userId="64ee56e8d7162e1e" providerId="LiveId" clId="{FBA19D0F-677B-56B8-863E-85AFCD084619}" dt="2026-08-31T11:01:47.774" v="46" actId="478"/>
          <ac:grpSpMkLst>
            <pc:docMk/>
            <pc:sldMk cId="457945749" sldId="278"/>
            <ac:grpSpMk id="34" creationId="{E277AFF5-0026-C739-18DF-3EA3CB3BDF47}"/>
          </ac:grpSpMkLst>
        </pc:grpChg>
        <pc:grpChg chg="del">
          <ac:chgData name="Rodica Ioana Lung" userId="64ee56e8d7162e1e" providerId="LiveId" clId="{FBA19D0F-677B-56B8-863E-85AFCD084619}" dt="2026-08-31T11:01:47.774" v="46" actId="478"/>
          <ac:grpSpMkLst>
            <pc:docMk/>
            <pc:sldMk cId="457945749" sldId="278"/>
            <ac:grpSpMk id="38" creationId="{DBF5B8AD-8E22-81AB-8A0D-47DF64C0AFE5}"/>
          </ac:grpSpMkLst>
        </pc:grpChg>
        <pc:inkChg chg="del">
          <ac:chgData name="Rodica Ioana Lung" userId="64ee56e8d7162e1e" providerId="LiveId" clId="{FBA19D0F-677B-56B8-863E-85AFCD084619}" dt="2026-08-31T11:01:47.774" v="46" actId="478"/>
          <ac:inkMkLst>
            <pc:docMk/>
            <pc:sldMk cId="457945749" sldId="278"/>
            <ac:inkMk id="4" creationId="{A6E2629E-2BC6-48DE-E163-7E3B76EC005B}"/>
          </ac:inkMkLst>
        </pc:inkChg>
        <pc:inkChg chg="del">
          <ac:chgData name="Rodica Ioana Lung" userId="64ee56e8d7162e1e" providerId="LiveId" clId="{FBA19D0F-677B-56B8-863E-85AFCD084619}" dt="2026-08-31T11:01:47.774" v="46" actId="478"/>
          <ac:inkMkLst>
            <pc:docMk/>
            <pc:sldMk cId="457945749" sldId="278"/>
            <ac:inkMk id="10" creationId="{4EB07E63-9434-9B44-DDCD-9F90A01A95A6}"/>
          </ac:inkMkLst>
        </pc:inkChg>
        <pc:inkChg chg="del">
          <ac:chgData name="Rodica Ioana Lung" userId="64ee56e8d7162e1e" providerId="LiveId" clId="{FBA19D0F-677B-56B8-863E-85AFCD084619}" dt="2026-08-31T11:01:47.774" v="46" actId="478"/>
          <ac:inkMkLst>
            <pc:docMk/>
            <pc:sldMk cId="457945749" sldId="278"/>
            <ac:inkMk id="14" creationId="{5B262B36-8324-B049-70D5-8091235E7EB7}"/>
          </ac:inkMkLst>
        </pc:inkChg>
        <pc:inkChg chg="del">
          <ac:chgData name="Rodica Ioana Lung" userId="64ee56e8d7162e1e" providerId="LiveId" clId="{FBA19D0F-677B-56B8-863E-85AFCD084619}" dt="2026-08-31T11:01:47.774" v="46" actId="478"/>
          <ac:inkMkLst>
            <pc:docMk/>
            <pc:sldMk cId="457945749" sldId="278"/>
            <ac:inkMk id="17" creationId="{E14B814E-57C9-7522-6878-1A9E1F6A1F35}"/>
          </ac:inkMkLst>
        </pc:inkChg>
        <pc:inkChg chg="del">
          <ac:chgData name="Rodica Ioana Lung" userId="64ee56e8d7162e1e" providerId="LiveId" clId="{FBA19D0F-677B-56B8-863E-85AFCD084619}" dt="2026-08-31T11:01:47.774" v="46" actId="478"/>
          <ac:inkMkLst>
            <pc:docMk/>
            <pc:sldMk cId="457945749" sldId="278"/>
            <ac:inkMk id="31" creationId="{1E24BB68-3FAB-2141-BA12-8A4038D6E3B8}"/>
          </ac:inkMkLst>
        </pc:inkChg>
      </pc:sldChg>
      <pc:sldChg chg="delSp mod">
        <pc:chgData name="Rodica Ioana Lung" userId="64ee56e8d7162e1e" providerId="LiveId" clId="{FBA19D0F-677B-56B8-863E-85AFCD084619}" dt="2026-08-31T11:04:26.813" v="86" actId="478"/>
        <pc:sldMkLst>
          <pc:docMk/>
          <pc:sldMk cId="1335846464" sldId="279"/>
        </pc:sldMkLst>
        <pc:grpChg chg="del">
          <ac:chgData name="Rodica Ioana Lung" userId="64ee56e8d7162e1e" providerId="LiveId" clId="{FBA19D0F-677B-56B8-863E-85AFCD084619}" dt="2026-08-31T11:04:20.646" v="82" actId="478"/>
          <ac:grpSpMkLst>
            <pc:docMk/>
            <pc:sldMk cId="1335846464" sldId="279"/>
            <ac:grpSpMk id="20" creationId="{02B9C77C-D4B0-1CF6-F532-28CE8AB9FF6D}"/>
          </ac:grpSpMkLst>
        </pc:grpChg>
        <pc:grpChg chg="del">
          <ac:chgData name="Rodica Ioana Lung" userId="64ee56e8d7162e1e" providerId="LiveId" clId="{FBA19D0F-677B-56B8-863E-85AFCD084619}" dt="2026-08-31T11:04:23.670" v="84" actId="478"/>
          <ac:grpSpMkLst>
            <pc:docMk/>
            <pc:sldMk cId="1335846464" sldId="279"/>
            <ac:grpSpMk id="33" creationId="{4BE805E6-99E7-E9DC-20B0-14565098A93B}"/>
          </ac:grpSpMkLst>
        </pc:grpChg>
        <pc:grpChg chg="del">
          <ac:chgData name="Rodica Ioana Lung" userId="64ee56e8d7162e1e" providerId="LiveId" clId="{FBA19D0F-677B-56B8-863E-85AFCD084619}" dt="2026-08-31T11:04:16.275" v="80" actId="478"/>
          <ac:grpSpMkLst>
            <pc:docMk/>
            <pc:sldMk cId="1335846464" sldId="279"/>
            <ac:grpSpMk id="34" creationId="{001C5BBF-85E5-C922-ADCD-FAF1E2D764B0}"/>
          </ac:grpSpMkLst>
        </pc:grpChg>
        <pc:inkChg chg="del">
          <ac:chgData name="Rodica Ioana Lung" userId="64ee56e8d7162e1e" providerId="LiveId" clId="{FBA19D0F-677B-56B8-863E-85AFCD084619}" dt="2026-08-31T11:04:18.271" v="81" actId="478"/>
          <ac:inkMkLst>
            <pc:docMk/>
            <pc:sldMk cId="1335846464" sldId="279"/>
            <ac:inkMk id="21" creationId="{9B38F73E-E852-056B-818F-5F6CFE983907}"/>
          </ac:inkMkLst>
        </pc:inkChg>
        <pc:inkChg chg="del">
          <ac:chgData name="Rodica Ioana Lung" userId="64ee56e8d7162e1e" providerId="LiveId" clId="{FBA19D0F-677B-56B8-863E-85AFCD084619}" dt="2026-08-31T11:04:22.259" v="83" actId="478"/>
          <ac:inkMkLst>
            <pc:docMk/>
            <pc:sldMk cId="1335846464" sldId="279"/>
            <ac:inkMk id="22" creationId="{58D67771-3954-3803-7D17-89F95ED63121}"/>
          </ac:inkMkLst>
        </pc:inkChg>
        <pc:inkChg chg="del">
          <ac:chgData name="Rodica Ioana Lung" userId="64ee56e8d7162e1e" providerId="LiveId" clId="{FBA19D0F-677B-56B8-863E-85AFCD084619}" dt="2026-08-31T11:04:25.117" v="85" actId="478"/>
          <ac:inkMkLst>
            <pc:docMk/>
            <pc:sldMk cId="1335846464" sldId="279"/>
            <ac:inkMk id="23" creationId="{82AF599A-086C-67C1-8781-C426C141C80C}"/>
          </ac:inkMkLst>
        </pc:inkChg>
        <pc:inkChg chg="del">
          <ac:chgData name="Rodica Ioana Lung" userId="64ee56e8d7162e1e" providerId="LiveId" clId="{FBA19D0F-677B-56B8-863E-85AFCD084619}" dt="2026-08-31T11:04:26.813" v="86" actId="478"/>
          <ac:inkMkLst>
            <pc:docMk/>
            <pc:sldMk cId="1335846464" sldId="279"/>
            <ac:inkMk id="24" creationId="{91E0F8E4-5C7F-58DA-E321-470F50EF0DAC}"/>
          </ac:inkMkLst>
        </pc:inkChg>
      </pc:sldChg>
      <pc:sldChg chg="del">
        <pc:chgData name="Rodica Ioana Lung" userId="64ee56e8d7162e1e" providerId="LiveId" clId="{FBA19D0F-677B-56B8-863E-85AFCD084619}" dt="2026-08-31T10:59:33.481" v="9" actId="2696"/>
        <pc:sldMkLst>
          <pc:docMk/>
          <pc:sldMk cId="2171571855" sldId="280"/>
        </pc:sldMkLst>
      </pc:sldChg>
      <pc:sldChg chg="del">
        <pc:chgData name="Rodica Ioana Lung" userId="64ee56e8d7162e1e" providerId="LiveId" clId="{FBA19D0F-677B-56B8-863E-85AFCD084619}" dt="2026-08-31T11:03:07.375" v="56" actId="2696"/>
        <pc:sldMkLst>
          <pc:docMk/>
          <pc:sldMk cId="1296981209" sldId="281"/>
        </pc:sldMkLst>
      </pc:sldChg>
      <pc:sldChg chg="del">
        <pc:chgData name="Rodica Ioana Lung" userId="64ee56e8d7162e1e" providerId="LiveId" clId="{FBA19D0F-677B-56B8-863E-85AFCD084619}" dt="2026-08-31T11:03:29.106" v="65" actId="2696"/>
        <pc:sldMkLst>
          <pc:docMk/>
          <pc:sldMk cId="3644097948" sldId="28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09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1871 0 0,'0'0'0'0'0,"0"0"0"0"0,0-1 0 0 0,0 1 0 0 0,0 0 0 0 0,0 0 0 0 0,0 0 0 0 0,0 0 0 0 0,0-1 0 0 0,0 1 0 0 0,0 0 0 0 0,0 0 0 0 0,0 0 0 0 0,0 0 0 0 0,0-1 0 0 0,0 1 0 0 0,0 0 0 0 0,0 0 0 0 0,0 0 0 0 0,0 0 0 0 0,0-1 0 0 0,0 1 0 0 0,0 0 0 0 0,0 0 0 0 0,0 0 0 0 0,0 0 0 0 0,0 0 0 0 0,1-1 0 0 0,-1 1 0 0 0,0 0 0 0 0,0 0 0 0 0,0 0 0 0 0,0 0 0 0 0,0 0 0 0 0,0 0 0 0 0,1 0 0 0 0,-1 0 0 0 0,0-1 0 0 0,0 1 0 0 0,0 0 0 0 0,0 0 0 0 0,1 0 0 0 0,-1 0 0 0 0,0 0 0 0 0,0 0 0 0 0,0 0 0 0 0,0 0 0 0 0,1 0 0 0 0,-1 0 0 0 0,0 0 0 0 0,0 0 0 0 0,11 7 0 0 0,3 2 0 0 0,-13-10 0 0 0,-2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58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 1759 0 0,'-12'3'0'0'0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49.5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92 1503 0 0,'-1'0'0'0'0,"1"-1"0"0"0,-1 1 0 0 0,0-1 0 0 0,1 1 0 0 0,-1-1 0 0 0,1 1 0 0 0,-1-1 0 0 0,1 0 0 0 0,-1 1 0 0 0,1-1 0 0 0,-1 0 0 0 0,1 1 0 0 0,0-1 0 0 0,-1 0 0 0 0,1 0 0 0 0,0 1 0 0 0,0-1 0 0 0,-1 0 0 0 0,1-1 0 0 0,0 1 0 0 0,3-5 0 0 0,3 2-7 0 0,1 1 0 0 0,-1-1-1 0 0,1 1 1 0 0,0 0-1 0 0,0 1 1 0 0,0 0-1 0 0,0 0 1 0 0,0 0-1 0 0,10 0 1 0 0,38-4 352 0 0,0 3 0 0 0,75 5-1 0 0,-60-2 23 0 0,-1-2-1 0 0,97-16 0 0 0,-51 5 167 0 0,-49 10-77 0 0,-66 3-457 0 0,0 0-1 0 0,0 0 0 0 0,1 0 0 0 0,-1 0 0 0 0,0 0 1 0 0,0 0-1 0 0,0 0 0 0 0,0 0 0 0 0,0 0 0 0 0,1 0 1 0 0,-1 0-1 0 0,0 0 0 0 0,0 1 0 0 0,0-1 0 0 0,0 0 1 0 0,0 0-1 0 0,0 0 0 0 0,0 0 0 0 0,0 0 0 0 0,1 1 1 0 0,-1-1-1 0 0,0 0 0 0 0,0 0 0 0 0,0 0 0 0 0,0 0 0 0 0,0 0 1 0 0,0 1-1 0 0,0-1 0 0 0,0 0 0 0 0,0 0 0 0 0,0 0 1 0 0,0 0-1 0 0,0 1 0 0 0,0-1 0 0 0,0 0 0 0 0,0 0 1 0 0,0 0-1 0 0,0 0 0 0 0,0 0 0 0 0,0 1 0 0 0,0-1 1 0 0,-1 0-1 0 0,1 0 0 0 0,0 0 0 0 0,0 0 0 0 0,0 0 1 0 0,0 1-1 0 0,0-1 0 0 0,-6 12-177 0 0,2-6 62 0 0,2 3-43 0 0,-2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51.6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1 179 1903 0 0,'5'0'14'0'0,"0"0"-1"0"0,0 0 0 0 0,1 0 0 0 0,-1-1 1 0 0,0 1-1 0 0,0-1 0 0 0,0 0 0 0 0,0-1 1 0 0,0 1-1 0 0,0-1 0 0 0,0 0 0 0 0,5-3 1 0 0,-2 1-15 0 0,1 1 0 0 0,-1 0 0 0 0,11-2-1 0 0,18 1 0 0 0,-25 3 36 0 0,1-1 0 0 0,22-5 0 0 0,90-20-1156 0 0,-63 15 1352 0 0,306-70 1570 0 0,-342 77-1560 0 0,35-2-1 0 0,-53 6-218 0 0,-1 1 0 0 0,1 0 0 0 0,0 0 0 0 0,0 1 0 0 0,0 0 0 0 0,-1 1 0 0 0,1 0 1 0 0,0 0-1 0 0,7 3 0 0 0,-14-4-71 0 0,1-1 0 0 0,0 1 1 0 0,-1 0-1 0 0,1 0 0 0 0,0 0 1 0 0,-1 0-1 0 0,1 0 0 0 0,-1 0 1 0 0,0 0-1 0 0,1 0 0 0 0,-1 1 1 0 0,0-1-1 0 0,0 1 0 0 0,0-1 0 0 0,1 1 1 0 0,-2-1-1 0 0,1 1 0 0 0,0 0 1 0 0,0-1-1 0 0,0 1 0 0 0,-1 0 1 0 0,1 0-1 0 0,-1-1 0 0 0,0 1 1 0 0,1 0-1 0 0,-1 0 0 0 0,0 0 1 0 0,0-1-1 0 0,0 1 0 0 0,0 0 1 0 0,0 0-1 0 0,-1 0 0 0 0,0 2 0 0 0,-1 3-88 0 0,-1 0 0 0 0,0 0 0 0 0,0 0-1 0 0,-1-1 1 0 0,0 1 0 0 0,-9 10-1 0 0,1-1 139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52.3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1 131 2047 0 0,'0'0'15'0'0,"0"-1"0"0"0,0 1 0 0 0,0-1-1 0 0,0 0 1 0 0,0 1 0 0 0,0-1 0 0 0,0 0-1 0 0,0 1 1 0 0,0-1 0 0 0,0 0 0 0 0,1 1-1 0 0,-1-1 1 0 0,0 1 0 0 0,0-1 0 0 0,1 0-1 0 0,-1 1 1 0 0,1-1 0 0 0,-1 1 0 0 0,0-1-1 0 0,1 1 1 0 0,-1-1 0 0 0,1 1 0 0 0,-1-1-1 0 0,1 1 1 0 0,-1 0 0 0 0,1-1 0 0 0,-1 1-1 0 0,1 0 1 0 0,-1-1 0 0 0,1 1 0 0 0,0 0-1 0 0,1-1 1 0 0,1 1 54 0 0,0 0 0 0 0,0 0-1 0 0,0 0 1 0 0,0 0 0 0 0,0 0 0 0 0,5 2-1 0 0,20 2 156 0 0,1-1-1 0 0,0-2 0 0 0,0 0 1 0 0,40-6-1 0 0,115-24 352 0 0,-127 18-431 0 0,84-17 265 0 0,-61 10-270 0 0,0 4 0 0 0,86-4 0 0 0,-142 17-191 0 0,1 1 1 0 0,-1 1-1 0 0,42 8 1 0 0,-56-7-179 0 0,0 1 1 0 0,-1 0-1 0 0,0 0 0 0 0,0 0 0 0 0,0 2 1 0 0,0-1-1 0 0,0 1 0 0 0,-1 0 0 0 0,0 0 1 0 0,0 1-1 0 0,14 14 0 0 0,-14-12 203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6:02.7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1 173 2463 0 0,'31'-16'224'0'0,"-11"5"-224"0"0,-9 5 0 0 0,-8 3 0 0 0,0 1 0 0 0,8-2 0 0 0,12-7 0 0 0,16-8 0 0 0,15-4-96 0 0,7-3 96 0 0,1-1 0 0 0,-5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6:03.7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1583 0 0,'11'5'136'0'0,"-4"-4"-136"0"0,0-1 0 0 0,-4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DE2E141F-BAC5-40F1-B358-532684D086E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2B737A4-72B7-45D9-831C-DF1D57257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51E6-A8A9-4CC2-9C64-D9031ED2FCC1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D5FE-290D-485A-B8AB-DE3055B41502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8784-2D53-4180-A1EB-BE7E0B126B1D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7669-3475-4EF7-91D9-70397558B2FA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CC34-4076-4BEE-B96D-58787809CBFD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3F79-F622-4BD3-9E49-960B781145F4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0BB1-7C5C-4A34-8B05-4ADE7522F873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9389-C86A-4E61-A4E3-EE43EE2E1717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250D-7BA1-4B22-9489-F5CCBFA24BF1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D451-8A4F-43D6-8010-1FBE9CC830C1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F6DF-9584-43BE-8A29-92692DA4E8C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0FC8-5AB1-41B5-A6C2-E12007DD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B3D9-C8FA-42C0-9869-56691E1F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A24F-FE26-42AB-B3A0-5A4779A1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88-5772-41EE-A1BB-99CECD4ED67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4DFE-87DE-4850-8ABB-CFB63691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358AD-4E57-4E28-BAE1-3B3D0858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3E4D-67BA-47DF-BCC2-7AB22FD78B3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1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Relationship Id="rId4" Type="http://schemas.openxmlformats.org/officeDocument/2006/relationships/customXml" Target="../ink/ink1.xml"/><Relationship Id="rId22" Type="http://schemas.openxmlformats.org/officeDocument/2006/relationships/customXml" Target="../ink/ink2.xml"/><Relationship Id="rId43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34" Type="http://schemas.openxmlformats.org/officeDocument/2006/relationships/customXml" Target="../ink/ink4.xml"/><Relationship Id="rId89" Type="http://schemas.openxmlformats.org/officeDocument/2006/relationships/image" Target="../media/image434.png"/><Relationship Id="rId33" Type="http://schemas.openxmlformats.org/officeDocument/2006/relationships/image" Target="../media/image406.png"/><Relationship Id="rId38" Type="http://schemas.openxmlformats.org/officeDocument/2006/relationships/customXml" Target="../ink/ink6.xml"/><Relationship Id="rId2" Type="http://schemas.openxmlformats.org/officeDocument/2006/relationships/image" Target="../media/image6.svg"/><Relationship Id="rId91" Type="http://schemas.openxmlformats.org/officeDocument/2006/relationships/image" Target="../media/image43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.xml"/><Relationship Id="rId37" Type="http://schemas.openxmlformats.org/officeDocument/2006/relationships/image" Target="../media/image408.png"/><Relationship Id="rId5" Type="http://schemas.openxmlformats.org/officeDocument/2006/relationships/image" Target="../media/image9.svg"/><Relationship Id="rId36" Type="http://schemas.openxmlformats.org/officeDocument/2006/relationships/customXml" Target="../ink/ink5.xml"/><Relationship Id="rId90" Type="http://schemas.openxmlformats.org/officeDocument/2006/relationships/customXml" Target="../ink/ink7.xml"/><Relationship Id="rId4" Type="http://schemas.openxmlformats.org/officeDocument/2006/relationships/image" Target="../media/image8.svg"/><Relationship Id="rId35" Type="http://schemas.openxmlformats.org/officeDocument/2006/relationships/image" Target="../media/image40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1F78-0381-405D-8980-FF5897752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Stochastic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3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1F78-0381-405D-8980-FF589775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Stochastic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1914-7C50-4E14-B3A6-24D7CEB3B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Employ randomness strategically to help explore design space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Randomness can help escape local minima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Increases chance of searching near the global minimum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Typically rely on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pseudo-random number generators 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to ensure repeatability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204C-6C67-439F-B34C-9A7C518E5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12C8-F74C-4664-B345-E74F5044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Noisy Descent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BF66C-67B9-4912-BC8B-CF783A2F1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Gradient descent with additional random noise term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Step size must meet certain conditions to guarantee convergence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F5BA8CD-445E-4149-A326-638F1C930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49881" y="3164619"/>
            <a:ext cx="3299154" cy="339912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0044F67-2EBF-49D4-8E87-2619CCFEABF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261" t="5324" r="43826" b="83304"/>
          <a:stretch/>
        </p:blipFill>
        <p:spPr>
          <a:xfrm>
            <a:off x="776578" y="3004957"/>
            <a:ext cx="5319422" cy="24379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9B8A7-9F4A-4F1B-9DD6-53ED864E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D8602C-79E9-D68C-8856-66EE4BDE498F}"/>
                  </a:ext>
                </a:extLst>
              </p14:cNvPr>
              <p14:cNvContentPartPr/>
              <p14:nvPr/>
            </p14:nvContentPartPr>
            <p14:xfrm>
              <a:off x="8531479" y="4350582"/>
              <a:ext cx="11520" cy="6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D8602C-79E9-D68C-8856-66EE4BDE49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22189" y="4341582"/>
                <a:ext cx="29729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9D72554-19AD-73A3-7A90-92EAFD591BAD}"/>
                  </a:ext>
                </a:extLst>
              </p14:cNvPr>
              <p14:cNvContentPartPr/>
              <p14:nvPr/>
            </p14:nvContentPartPr>
            <p14:xfrm>
              <a:off x="5401999" y="3711222"/>
              <a:ext cx="4680" cy="1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9D72554-19AD-73A3-7A90-92EAFD591B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92999" y="3702222"/>
                <a:ext cx="223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317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8935E-B5D1-64E0-826D-487404B4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31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Intelligently controls the degree of randomness added to stochastic search methods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Randomness is analogous to temperature in metallurgy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Initially, the randomness added to function evaluations is large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“temperature” is then slowly lowered according to a predetermined “annealing schedule”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94F6-6823-42B3-95BF-3F0CDBCC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Each step must then be “accepted” as the new design point with probability defined by the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Metropolis criterion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helping the algorithm escape local minima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Metropolis criterion probability of acceptance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94F6-6823-42B3-95BF-3F0CDBCC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6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9EECC5-9314-476E-8134-BA7A58F032C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232" t="3357" r="43169" b="86977"/>
          <a:stretch/>
        </p:blipFill>
        <p:spPr>
          <a:xfrm>
            <a:off x="3358115" y="3526279"/>
            <a:ext cx="5146159" cy="210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0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424BB4-34FB-E957-15E4-C616D9778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7"/>
            <a:ext cx="10905066" cy="51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07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Annealing schedules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Logarithmic annealing schedule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Exponential annealing schedule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Fast annealing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E7D170-263C-4F71-912C-D3715B6D29F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261" t="5324" r="44739" b="85507"/>
          <a:stretch/>
        </p:blipFill>
        <p:spPr>
          <a:xfrm>
            <a:off x="1717482" y="3573344"/>
            <a:ext cx="5375082" cy="231011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3E23FF-220C-4826-9D75-BFFF0BEC639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783" t="5324" r="48652" b="85507"/>
          <a:stretch/>
        </p:blipFill>
        <p:spPr>
          <a:xfrm>
            <a:off x="2437075" y="5063223"/>
            <a:ext cx="3935896" cy="245079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765B0E7-9C88-4AA4-AC99-21DCF9A6A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834" y="865149"/>
            <a:ext cx="4333460" cy="542347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54EA2C8-0F71-419E-A766-4E936C161F9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197" t="9930" r="35246" b="78816"/>
          <a:stretch/>
        </p:blipFill>
        <p:spPr>
          <a:xfrm>
            <a:off x="1823761" y="1880452"/>
            <a:ext cx="5647553" cy="30970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027F-1791-49D1-A9D3-93527CCF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8974B4-0989-0F8C-9C85-40084CB64FEB}"/>
                  </a:ext>
                </a:extLst>
              </p14:cNvPr>
              <p14:cNvContentPartPr/>
              <p14:nvPr/>
            </p14:nvContentPartPr>
            <p14:xfrm>
              <a:off x="10218022" y="5001003"/>
              <a:ext cx="291960" cy="33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8974B4-0989-0F8C-9C85-40084CB64F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11902" y="4994816"/>
                <a:ext cx="304200" cy="45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93E2BB2-C330-7048-D309-012438947207}"/>
                  </a:ext>
                </a:extLst>
              </p14:cNvPr>
              <p14:cNvContentPartPr/>
              <p14:nvPr/>
            </p14:nvContentPartPr>
            <p14:xfrm>
              <a:off x="10253662" y="5349483"/>
              <a:ext cx="348840" cy="64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93E2BB2-C330-7048-D309-01243894720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47542" y="5343363"/>
                <a:ext cx="3610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6D94E93-61E8-1989-47C0-26FE263D244A}"/>
                  </a:ext>
                </a:extLst>
              </p14:cNvPr>
              <p14:cNvContentPartPr/>
              <p14:nvPr/>
            </p14:nvContentPartPr>
            <p14:xfrm>
              <a:off x="10233502" y="5794083"/>
              <a:ext cx="431280" cy="4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6D94E93-61E8-1989-47C0-26FE263D244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227382" y="5787916"/>
                <a:ext cx="443520" cy="59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AA274D0-9E5A-1F97-4301-DCC30472326E}"/>
                  </a:ext>
                </a:extLst>
              </p14:cNvPr>
              <p14:cNvContentPartPr/>
              <p14:nvPr/>
            </p14:nvContentPartPr>
            <p14:xfrm>
              <a:off x="6313822" y="4671243"/>
              <a:ext cx="135720" cy="62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AA274D0-9E5A-1F97-4301-DCC30472326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07686" y="4665158"/>
                <a:ext cx="147993" cy="74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84FB9C7-A248-3B8A-672D-A69433EB2A33}"/>
                  </a:ext>
                </a:extLst>
              </p14:cNvPr>
              <p14:cNvContentPartPr/>
              <p14:nvPr/>
            </p14:nvContentPartPr>
            <p14:xfrm>
              <a:off x="7309942" y="4264083"/>
              <a:ext cx="10440" cy="2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84FB9C7-A248-3B8A-672D-A69433EB2A3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03822" y="4257963"/>
                <a:ext cx="22680" cy="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910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F9DD5-7C02-7AB3-C8C6-E2E11741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39" y="643466"/>
            <a:ext cx="57881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4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2180-AA37-47DA-B27F-33D5E14B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Cross-Entropy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51ABD-5A6B-47B3-8FF8-DA9001CC7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931366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Maintains explicit probability distribution over design space often called a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proposal distribution 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Requires choosing a family of parameterized distributions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At each iteration, a set of design points are sampled from the proposal distribution; these are evaluated and ranked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best-performing subset of samples, called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elite samples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are retained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proposal distribution parameters are then updated based on the elite samples, and the next iteration begins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E7E8-50F5-46BD-BE04-35162CCA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2180-AA37-47DA-B27F-33D5E14B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Cross-Entropy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D448F-C7F1-4B04-821A-362C8C976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368" y="4139313"/>
            <a:ext cx="7640885" cy="237703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26EDF0C-B7CA-48C7-AB55-2E23AC3BC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542941"/>
            <a:ext cx="10286316" cy="25585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811E8-D3BE-42D3-9B44-9832114A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6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59D6DFAE-13AE-1A78-D5BB-41A34C753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E01FDB-7665-1BC9-931B-9955C479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46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4124-9E27-4A84-8B13-D71877A0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85EA4-A941-47CB-8125-51210902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576545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Stochastic methods employ random numbers during the optimization process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Simulated annealing uses a temperature that controls random exploration and which is reduced over time to converge on a local minimum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cross-entropy method and evolution strategies maintain proposal distributions from which they sample in order to inform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661D4-86E2-48F5-A947-3C77F461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0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277</Words>
  <Application>Microsoft Macintosh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TeXGyrePagella-Italic</vt:lpstr>
      <vt:lpstr>TeXGyrePagella-Regular</vt:lpstr>
      <vt:lpstr>Office Theme</vt:lpstr>
      <vt:lpstr>Stochastic Methods</vt:lpstr>
      <vt:lpstr>Stochastic Methods</vt:lpstr>
      <vt:lpstr>Noisy Descent</vt:lpstr>
      <vt:lpstr>PowerPoint Presentation</vt:lpstr>
      <vt:lpstr>Simulated Annealing</vt:lpstr>
      <vt:lpstr>Simulated Annealing</vt:lpstr>
      <vt:lpstr>PowerPoint Presentation</vt:lpstr>
      <vt:lpstr>Simulated Annealing</vt:lpstr>
      <vt:lpstr>PowerPoint Presentation</vt:lpstr>
      <vt:lpstr>Cross-Entropy Method</vt:lpstr>
      <vt:lpstr>Cross-Entropy Method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1</cp:revision>
  <dcterms:created xsi:type="dcterms:W3CDTF">2019-02-03T01:23:24Z</dcterms:created>
  <dcterms:modified xsi:type="dcterms:W3CDTF">2026-08-31T11:05:58Z</dcterms:modified>
</cp:coreProperties>
</file>