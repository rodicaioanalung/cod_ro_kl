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7" r:id="rId4"/>
    <p:sldId id="280" r:id="rId5"/>
    <p:sldId id="276" r:id="rId6"/>
    <p:sldId id="264" r:id="rId7"/>
    <p:sldId id="275" r:id="rId8"/>
    <p:sldId id="277" r:id="rId9"/>
    <p:sldId id="259" r:id="rId10"/>
    <p:sldId id="278" r:id="rId11"/>
    <p:sldId id="266" r:id="rId12"/>
    <p:sldId id="268" r:id="rId13"/>
    <p:sldId id="281" r:id="rId14"/>
    <p:sldId id="260" r:id="rId15"/>
    <p:sldId id="282" r:id="rId16"/>
    <p:sldId id="271" r:id="rId17"/>
    <p:sldId id="279" r:id="rId18"/>
    <p:sldId id="273" r:id="rId19"/>
    <p:sldId id="274" r:id="rId20"/>
  </p:sldIdLst>
  <p:sldSz cx="12192000" cy="6858000"/>
  <p:notesSz cx="9388475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B4E715-07C1-4680-87C1-C9F18CD97D47}" v="925" dt="2026-01-12T16:11:16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delSld">
      <pc:chgData name="Rodica Ioana Lung" userId="64ee56e8d7162e1e" providerId="LiveId" clId="{FBA19D0F-677B-56B8-863E-85AFCD084619}" dt="2025-12-27T20:06:11.637" v="4" actId="2696"/>
      <pc:docMkLst>
        <pc:docMk/>
      </pc:docMkLst>
    </pc:docChg>
  </pc:docChgLst>
  <pc:docChgLst>
    <pc:chgData name="Rodica Ioana Lung" userId="64ee56e8d7162e1e" providerId="LiveId" clId="{A46B1FE6-C0E6-5F32-B2F3-CC7480E40A28}"/>
    <pc:docChg chg="custSel addSld modSld">
      <pc:chgData name="Rodica Ioana Lung" userId="64ee56e8d7162e1e" providerId="LiveId" clId="{A46B1FE6-C0E6-5F32-B2F3-CC7480E40A28}" dt="2025-12-30T22:34:43.343" v="17" actId="26606"/>
      <pc:docMkLst>
        <pc:docMk/>
      </pc:docMkLst>
      <pc:sldChg chg="addSp modSp new mod setBg">
        <pc:chgData name="Rodica Ioana Lung" userId="64ee56e8d7162e1e" providerId="LiveId" clId="{A46B1FE6-C0E6-5F32-B2F3-CC7480E40A28}" dt="2025-12-28T22:46:58.574" v="2" actId="26606"/>
        <pc:sldMkLst>
          <pc:docMk/>
          <pc:sldMk cId="2828318054" sldId="276"/>
        </pc:sldMkLst>
        <pc:spChg chg="mod ord">
          <ac:chgData name="Rodica Ioana Lung" userId="64ee56e8d7162e1e" providerId="LiveId" clId="{A46B1FE6-C0E6-5F32-B2F3-CC7480E40A28}" dt="2025-12-28T22:46:58.574" v="2" actId="26606"/>
          <ac:spMkLst>
            <pc:docMk/>
            <pc:sldMk cId="2828318054" sldId="276"/>
            <ac:spMk id="2" creationId="{20CB487B-2FD1-C3D9-4B72-9BE6375929CD}"/>
          </ac:spMkLst>
        </pc:spChg>
        <pc:picChg chg="add mod">
          <ac:chgData name="Rodica Ioana Lung" userId="64ee56e8d7162e1e" providerId="LiveId" clId="{A46B1FE6-C0E6-5F32-B2F3-CC7480E40A28}" dt="2025-12-28T22:46:58.574" v="2" actId="26606"/>
          <ac:picMkLst>
            <pc:docMk/>
            <pc:sldMk cId="2828318054" sldId="276"/>
            <ac:picMk id="3" creationId="{95D8935E-B5D1-64E0-826D-487404B4C3F0}"/>
          </ac:picMkLst>
        </pc:picChg>
      </pc:sldChg>
      <pc:sldChg chg="addSp delSp modSp new mod setBg">
        <pc:chgData name="Rodica Ioana Lung" userId="64ee56e8d7162e1e" providerId="LiveId" clId="{A46B1FE6-C0E6-5F32-B2F3-CC7480E40A28}" dt="2025-12-28T22:48:36.090" v="9" actId="26606"/>
        <pc:sldMkLst>
          <pc:docMk/>
          <pc:sldMk cId="824407860" sldId="277"/>
        </pc:sldMkLst>
        <pc:spChg chg="mod ord">
          <ac:chgData name="Rodica Ioana Lung" userId="64ee56e8d7162e1e" providerId="LiveId" clId="{A46B1FE6-C0E6-5F32-B2F3-CC7480E40A28}" dt="2025-12-28T22:48:36.090" v="9" actId="26606"/>
          <ac:spMkLst>
            <pc:docMk/>
            <pc:sldMk cId="824407860" sldId="277"/>
            <ac:spMk id="2" creationId="{6147D22F-0597-3CB4-BC56-F39B9D60B5BA}"/>
          </ac:spMkLst>
        </pc:spChg>
        <pc:picChg chg="add mod">
          <ac:chgData name="Rodica Ioana Lung" userId="64ee56e8d7162e1e" providerId="LiveId" clId="{A46B1FE6-C0E6-5F32-B2F3-CC7480E40A28}" dt="2025-12-28T22:48:36.090" v="9" actId="26606"/>
          <ac:picMkLst>
            <pc:docMk/>
            <pc:sldMk cId="824407860" sldId="277"/>
            <ac:picMk id="5" creationId="{DC424BB4-34FB-E957-15E4-C616D9778786}"/>
          </ac:picMkLst>
        </pc:picChg>
      </pc:sldChg>
      <pc:sldChg chg="addSp modSp new mod setBg">
        <pc:chgData name="Rodica Ioana Lung" userId="64ee56e8d7162e1e" providerId="LiveId" clId="{A46B1FE6-C0E6-5F32-B2F3-CC7480E40A28}" dt="2025-12-28T22:53:22.527" v="12" actId="26606"/>
        <pc:sldMkLst>
          <pc:docMk/>
          <pc:sldMk cId="457945749" sldId="278"/>
        </pc:sldMkLst>
        <pc:spChg chg="mod ord">
          <ac:chgData name="Rodica Ioana Lung" userId="64ee56e8d7162e1e" providerId="LiveId" clId="{A46B1FE6-C0E6-5F32-B2F3-CC7480E40A28}" dt="2025-12-28T22:53:22.527" v="12" actId="26606"/>
          <ac:spMkLst>
            <pc:docMk/>
            <pc:sldMk cId="457945749" sldId="278"/>
            <ac:spMk id="2" creationId="{249E4EAD-3A36-2918-CBB4-2CA875A996FB}"/>
          </ac:spMkLst>
        </pc:spChg>
        <pc:picChg chg="add mod">
          <ac:chgData name="Rodica Ioana Lung" userId="64ee56e8d7162e1e" providerId="LiveId" clId="{A46B1FE6-C0E6-5F32-B2F3-CC7480E40A28}" dt="2025-12-28T22:53:22.527" v="12" actId="26606"/>
          <ac:picMkLst>
            <pc:docMk/>
            <pc:sldMk cId="457945749" sldId="278"/>
            <ac:picMk id="3" creationId="{CDFF9DD5-7C02-7AB3-C8C6-E2E1174127FA}"/>
          </ac:picMkLst>
        </pc:picChg>
      </pc:sldChg>
      <pc:sldChg chg="addSp modSp new mod setBg">
        <pc:chgData name="Rodica Ioana Lung" userId="64ee56e8d7162e1e" providerId="LiveId" clId="{A46B1FE6-C0E6-5F32-B2F3-CC7480E40A28}" dt="2025-12-30T22:34:43.343" v="17" actId="26606"/>
        <pc:sldMkLst>
          <pc:docMk/>
          <pc:sldMk cId="1335846464" sldId="279"/>
        </pc:sldMkLst>
        <pc:spChg chg="mod ord">
          <ac:chgData name="Rodica Ioana Lung" userId="64ee56e8d7162e1e" providerId="LiveId" clId="{A46B1FE6-C0E6-5F32-B2F3-CC7480E40A28}" dt="2025-12-30T22:34:43.343" v="17" actId="26606"/>
          <ac:spMkLst>
            <pc:docMk/>
            <pc:sldMk cId="1335846464" sldId="279"/>
            <ac:spMk id="2" creationId="{8FE01FDB-7665-1BC9-931B-9955C4796FEE}"/>
          </ac:spMkLst>
        </pc:spChg>
        <pc:picChg chg="add mod">
          <ac:chgData name="Rodica Ioana Lung" userId="64ee56e8d7162e1e" providerId="LiveId" clId="{A46B1FE6-C0E6-5F32-B2F3-CC7480E40A28}" dt="2025-12-30T22:34:43.343" v="17" actId="26606"/>
          <ac:picMkLst>
            <pc:docMk/>
            <pc:sldMk cId="1335846464" sldId="279"/>
            <ac:picMk id="4" creationId="{59D6DFAE-13AE-1A78-D5BB-41A34C753AC8}"/>
          </ac:picMkLst>
        </pc:picChg>
      </pc:sldChg>
    </pc:docChg>
  </pc:docChgLst>
  <pc:docChgLst>
    <pc:chgData name="Rodica Ioana Lung" userId="64ee56e8d7162e1e" providerId="LiveId" clId="{0F6830A5-18AB-4F1B-8BBB-DA235794CEC1}"/>
    <pc:docChg chg="addSld modSld">
      <pc:chgData name="Rodica Ioana Lung" userId="64ee56e8d7162e1e" providerId="LiveId" clId="{0F6830A5-18AB-4F1B-8BBB-DA235794CEC1}" dt="2026-01-12T16:11:16.764" v="927" actId="9405"/>
      <pc:docMkLst>
        <pc:docMk/>
      </pc:docMkLst>
      <pc:sldChg chg="addSp delSp modSp mod">
        <pc:chgData name="Rodica Ioana Lung" userId="64ee56e8d7162e1e" providerId="LiveId" clId="{0F6830A5-18AB-4F1B-8BBB-DA235794CEC1}" dt="2026-01-09T16:36:58.660" v="181" actId="9405"/>
        <pc:sldMkLst>
          <pc:docMk/>
          <pc:sldMk cId="4243174414" sldId="257"/>
        </pc:sldMkLst>
        <pc:grpChg chg="mod">
          <ac:chgData name="Rodica Ioana Lung" userId="64ee56e8d7162e1e" providerId="LiveId" clId="{0F6830A5-18AB-4F1B-8BBB-DA235794CEC1}" dt="2026-01-09T16:28:16.927" v="7"/>
          <ac:grpSpMkLst>
            <pc:docMk/>
            <pc:sldMk cId="4243174414" sldId="257"/>
            <ac:grpSpMk id="14" creationId="{9B446942-D580-5B72-DC55-44A44DFD5FF2}"/>
          </ac:grpSpMkLst>
        </pc:grpChg>
        <pc:grpChg chg="mod">
          <ac:chgData name="Rodica Ioana Lung" userId="64ee56e8d7162e1e" providerId="LiveId" clId="{0F6830A5-18AB-4F1B-8BBB-DA235794CEC1}" dt="2026-01-09T16:36:04.744" v="172"/>
          <ac:grpSpMkLst>
            <pc:docMk/>
            <pc:sldMk cId="4243174414" sldId="257"/>
            <ac:grpSpMk id="28" creationId="{E98F2E5D-AF73-4865-20F8-B1B7EFB46D68}"/>
          </ac:grpSpMkLst>
        </pc:grpChg>
        <pc:inkChg chg="add">
          <ac:chgData name="Rodica Ioana Lung" userId="64ee56e8d7162e1e" providerId="LiveId" clId="{0F6830A5-18AB-4F1B-8BBB-DA235794CEC1}" dt="2026-01-09T16:28:06.744" v="0" actId="9405"/>
          <ac:inkMkLst>
            <pc:docMk/>
            <pc:sldMk cId="4243174414" sldId="257"/>
            <ac:inkMk id="7" creationId="{88CFE573-4D33-B6A5-1A28-8429640AA7EB}"/>
          </ac:inkMkLst>
        </pc:inkChg>
        <pc:inkChg chg="add mod">
          <ac:chgData name="Rodica Ioana Lung" userId="64ee56e8d7162e1e" providerId="LiveId" clId="{0F6830A5-18AB-4F1B-8BBB-DA235794CEC1}" dt="2026-01-09T16:28:16.927" v="7"/>
          <ac:inkMkLst>
            <pc:docMk/>
            <pc:sldMk cId="4243174414" sldId="257"/>
            <ac:inkMk id="8" creationId="{D4C4FC42-2A39-8411-2958-55C2BC581B17}"/>
          </ac:inkMkLst>
        </pc:inkChg>
        <pc:inkChg chg="add mod">
          <ac:chgData name="Rodica Ioana Lung" userId="64ee56e8d7162e1e" providerId="LiveId" clId="{0F6830A5-18AB-4F1B-8BBB-DA235794CEC1}" dt="2026-01-09T16:28:16.927" v="7"/>
          <ac:inkMkLst>
            <pc:docMk/>
            <pc:sldMk cId="4243174414" sldId="257"/>
            <ac:inkMk id="9" creationId="{E1E62DAD-78E1-842F-DE24-A77798016C44}"/>
          </ac:inkMkLst>
        </pc:inkChg>
        <pc:inkChg chg="add mod">
          <ac:chgData name="Rodica Ioana Lung" userId="64ee56e8d7162e1e" providerId="LiveId" clId="{0F6830A5-18AB-4F1B-8BBB-DA235794CEC1}" dt="2026-01-09T16:28:16.927" v="7"/>
          <ac:inkMkLst>
            <pc:docMk/>
            <pc:sldMk cId="4243174414" sldId="257"/>
            <ac:inkMk id="10" creationId="{5809FC78-37D1-389C-1D7A-838E9CBB70E3}"/>
          </ac:inkMkLst>
        </pc:inkChg>
        <pc:inkChg chg="add mod">
          <ac:chgData name="Rodica Ioana Lung" userId="64ee56e8d7162e1e" providerId="LiveId" clId="{0F6830A5-18AB-4F1B-8BBB-DA235794CEC1}" dt="2026-01-09T16:28:16.927" v="7"/>
          <ac:inkMkLst>
            <pc:docMk/>
            <pc:sldMk cId="4243174414" sldId="257"/>
            <ac:inkMk id="11" creationId="{ED21CF34-A775-5011-2612-06B8FE74FC85}"/>
          </ac:inkMkLst>
        </pc:inkChg>
        <pc:inkChg chg="add mod">
          <ac:chgData name="Rodica Ioana Lung" userId="64ee56e8d7162e1e" providerId="LiveId" clId="{0F6830A5-18AB-4F1B-8BBB-DA235794CEC1}" dt="2026-01-09T16:28:16.927" v="7"/>
          <ac:inkMkLst>
            <pc:docMk/>
            <pc:sldMk cId="4243174414" sldId="257"/>
            <ac:inkMk id="12" creationId="{C3379B59-CF52-8EEE-5502-C0519372CFC5}"/>
          </ac:inkMkLst>
        </pc:inkChg>
        <pc:inkChg chg="add mod">
          <ac:chgData name="Rodica Ioana Lung" userId="64ee56e8d7162e1e" providerId="LiveId" clId="{0F6830A5-18AB-4F1B-8BBB-DA235794CEC1}" dt="2026-01-09T16:28:16.927" v="7"/>
          <ac:inkMkLst>
            <pc:docMk/>
            <pc:sldMk cId="4243174414" sldId="257"/>
            <ac:inkMk id="13" creationId="{5AE62CE5-2F19-4D51-FAF2-84C17F724D5D}"/>
          </ac:inkMkLst>
        </pc:inkChg>
        <pc:inkChg chg="add">
          <ac:chgData name="Rodica Ioana Lung" userId="64ee56e8d7162e1e" providerId="LiveId" clId="{0F6830A5-18AB-4F1B-8BBB-DA235794CEC1}" dt="2026-01-09T16:35:09.136" v="159" actId="9405"/>
          <ac:inkMkLst>
            <pc:docMk/>
            <pc:sldMk cId="4243174414" sldId="257"/>
            <ac:inkMk id="15" creationId="{B3D8602C-79E9-D68C-8856-66EE4BDE498F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16" creationId="{D4E04D22-9A97-9C62-5685-78AD0154F18D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17" creationId="{7F5CF981-A109-0CFD-3D59-8F995D66E88D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18" creationId="{5AD6D198-CF76-FCB3-F326-E8991A3BA0F2}"/>
          </ac:inkMkLst>
        </pc:inkChg>
        <pc:inkChg chg="add mod">
          <ac:chgData name="Rodica Ioana Lung" userId="64ee56e8d7162e1e" providerId="LiveId" clId="{0F6830A5-18AB-4F1B-8BBB-DA235794CEC1}" dt="2026-01-09T16:36:01.799" v="170"/>
          <ac:inkMkLst>
            <pc:docMk/>
            <pc:sldMk cId="4243174414" sldId="257"/>
            <ac:inkMk id="19" creationId="{9C1876D1-27C2-2A58-932F-B8601AB19177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20" creationId="{6096F827-2AEE-6EDB-B588-07023DFC3E39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22" creationId="{C01E602C-C24C-56A7-9B9D-B596FCC8F4A3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24" creationId="{FEF7025F-BF31-7D03-6A89-49BF59CB7405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25" creationId="{2BFB823C-7F47-E9FB-2466-5CC046BBC2CF}"/>
          </ac:inkMkLst>
        </pc:inkChg>
        <pc:inkChg chg="add mod">
          <ac:chgData name="Rodica Ioana Lung" userId="64ee56e8d7162e1e" providerId="LiveId" clId="{0F6830A5-18AB-4F1B-8BBB-DA235794CEC1}" dt="2026-01-09T16:36:04.744" v="172"/>
          <ac:inkMkLst>
            <pc:docMk/>
            <pc:sldMk cId="4243174414" sldId="257"/>
            <ac:inkMk id="27" creationId="{B1343733-20A5-B9EE-96A4-9EC49ED481DB}"/>
          </ac:inkMkLst>
        </pc:inkChg>
        <pc:inkChg chg="add">
          <ac:chgData name="Rodica Ioana Lung" userId="64ee56e8d7162e1e" providerId="LiveId" clId="{0F6830A5-18AB-4F1B-8BBB-DA235794CEC1}" dt="2026-01-09T16:36:30.959" v="173" actId="9405"/>
          <ac:inkMkLst>
            <pc:docMk/>
            <pc:sldMk cId="4243174414" sldId="257"/>
            <ac:inkMk id="29" creationId="{B6D7D482-3D2D-61A5-64EE-B226C5E3331D}"/>
          </ac:inkMkLst>
        </pc:inkChg>
        <pc:inkChg chg="add">
          <ac:chgData name="Rodica Ioana Lung" userId="64ee56e8d7162e1e" providerId="LiveId" clId="{0F6830A5-18AB-4F1B-8BBB-DA235794CEC1}" dt="2026-01-09T16:36:58.660" v="181" actId="9405"/>
          <ac:inkMkLst>
            <pc:docMk/>
            <pc:sldMk cId="4243174414" sldId="257"/>
            <ac:inkMk id="30" creationId="{39D72554-19AD-73A3-7A90-92EAFD591BAD}"/>
          </ac:inkMkLst>
        </pc:inkChg>
      </pc:sldChg>
      <pc:sldChg chg="addSp delSp modSp mod">
        <pc:chgData name="Rodica Ioana Lung" userId="64ee56e8d7162e1e" providerId="LiveId" clId="{0F6830A5-18AB-4F1B-8BBB-DA235794CEC1}" dt="2026-01-12T15:46:03.784" v="514" actId="9405"/>
        <pc:sldMkLst>
          <pc:docMk/>
          <pc:sldMk cId="3039104276" sldId="259"/>
        </pc:sldMkLst>
        <pc:grpChg chg="del mod">
          <ac:chgData name="Rodica Ioana Lung" userId="64ee56e8d7162e1e" providerId="LiveId" clId="{0F6830A5-18AB-4F1B-8BBB-DA235794CEC1}" dt="2026-01-12T15:44:16.139" v="471"/>
          <ac:grpSpMkLst>
            <pc:docMk/>
            <pc:sldMk cId="3039104276" sldId="259"/>
            <ac:grpSpMk id="9" creationId="{FBBEFB3A-BEA8-04CB-8B44-2544371D8033}"/>
          </ac:grpSpMkLst>
        </pc:grpChg>
        <pc:grpChg chg="del mod">
          <ac:chgData name="Rodica Ioana Lung" userId="64ee56e8d7162e1e" providerId="LiveId" clId="{0F6830A5-18AB-4F1B-8BBB-DA235794CEC1}" dt="2026-01-12T15:44:17.933" v="474"/>
          <ac:grpSpMkLst>
            <pc:docMk/>
            <pc:sldMk cId="3039104276" sldId="259"/>
            <ac:grpSpMk id="11" creationId="{4D14C5D5-FB12-5E0F-276E-4C3D071166DA}"/>
          </ac:grpSpMkLst>
        </pc:grpChg>
        <pc:grpChg chg="del mod">
          <ac:chgData name="Rodica Ioana Lung" userId="64ee56e8d7162e1e" providerId="LiveId" clId="{0F6830A5-18AB-4F1B-8BBB-DA235794CEC1}" dt="2026-01-12T15:44:20.208" v="479"/>
          <ac:grpSpMkLst>
            <pc:docMk/>
            <pc:sldMk cId="3039104276" sldId="259"/>
            <ac:grpSpMk id="14" creationId="{EBD69A8F-438A-8DE3-7288-6B29EF976B7B}"/>
          </ac:grpSpMkLst>
        </pc:grpChg>
        <pc:grpChg chg="mod">
          <ac:chgData name="Rodica Ioana Lung" userId="64ee56e8d7162e1e" providerId="LiveId" clId="{0F6830A5-18AB-4F1B-8BBB-DA235794CEC1}" dt="2026-01-12T15:44:20.208" v="479"/>
          <ac:grpSpMkLst>
            <pc:docMk/>
            <pc:sldMk cId="3039104276" sldId="259"/>
            <ac:grpSpMk id="21" creationId="{7078F87A-5C2A-59C0-10D7-1C61B9FA2AE8}"/>
          </ac:grpSpMkLst>
        </pc:grpChg>
        <pc:grpChg chg="mod">
          <ac:chgData name="Rodica Ioana Lung" userId="64ee56e8d7162e1e" providerId="LiveId" clId="{0F6830A5-18AB-4F1B-8BBB-DA235794CEC1}" dt="2026-01-12T15:44:39.560" v="482"/>
          <ac:grpSpMkLst>
            <pc:docMk/>
            <pc:sldMk cId="3039104276" sldId="259"/>
            <ac:grpSpMk id="24" creationId="{8FD09417-C93C-0FEC-619A-2C1EB95896E6}"/>
          </ac:grpSpMkLst>
        </pc:grpChg>
        <pc:grpChg chg="mod">
          <ac:chgData name="Rodica Ioana Lung" userId="64ee56e8d7162e1e" providerId="LiveId" clId="{0F6830A5-18AB-4F1B-8BBB-DA235794CEC1}" dt="2026-01-12T15:45:02.824" v="490"/>
          <ac:grpSpMkLst>
            <pc:docMk/>
            <pc:sldMk cId="3039104276" sldId="259"/>
            <ac:grpSpMk id="32" creationId="{B9037883-853F-9733-A62C-AEC23EED6997}"/>
          </ac:grpSpMkLst>
        </pc:grpChg>
        <pc:grpChg chg="mod">
          <ac:chgData name="Rodica Ioana Lung" userId="64ee56e8d7162e1e" providerId="LiveId" clId="{0F6830A5-18AB-4F1B-8BBB-DA235794CEC1}" dt="2026-01-12T15:45:02.824" v="490"/>
          <ac:grpSpMkLst>
            <pc:docMk/>
            <pc:sldMk cId="3039104276" sldId="259"/>
            <ac:grpSpMk id="33" creationId="{8560A8F9-B3FC-7646-CFDE-3FE7A30F6302}"/>
          </ac:grpSpMkLst>
        </pc:grpChg>
        <pc:grpChg chg="mod">
          <ac:chgData name="Rodica Ioana Lung" userId="64ee56e8d7162e1e" providerId="LiveId" clId="{0F6830A5-18AB-4F1B-8BBB-DA235794CEC1}" dt="2026-01-12T15:45:21.509" v="511"/>
          <ac:grpSpMkLst>
            <pc:docMk/>
            <pc:sldMk cId="3039104276" sldId="259"/>
            <ac:grpSpMk id="54" creationId="{D479B398-AB22-B3C7-9104-253762E5A158}"/>
          </ac:grpSpMkLst>
        </pc:grp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7" creationId="{1310B8F3-E9C3-FBF7-0374-612536D70B77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8" creationId="{7819B6ED-4D70-DDA8-D182-5DB7AFBC4ACE}"/>
          </ac:inkMkLst>
        </pc:inkChg>
        <pc:inkChg chg="add mod">
          <ac:chgData name="Rodica Ioana Lung" userId="64ee56e8d7162e1e" providerId="LiveId" clId="{0F6830A5-18AB-4F1B-8BBB-DA235794CEC1}" dt="2026-01-12T15:44:17.933" v="474"/>
          <ac:inkMkLst>
            <pc:docMk/>
            <pc:sldMk cId="3039104276" sldId="259"/>
            <ac:inkMk id="10" creationId="{90C38DC1-F97F-F378-51B5-AA50497A4458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12" creationId="{CDC0012C-1F9B-345C-4208-054B9A490F26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13" creationId="{FAFB5C08-D8D9-1A37-D663-0600F1E20D51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17" creationId="{D2324049-D4FA-1621-E107-5CD47A6A93BC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18" creationId="{7A1E23FB-8C9B-6F35-F31A-A9BA1A606E39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19" creationId="{598959D6-5A4A-4B34-CDC2-DDA2F07C3D72}"/>
          </ac:inkMkLst>
        </pc:inkChg>
        <pc:inkChg chg="add mod">
          <ac:chgData name="Rodica Ioana Lung" userId="64ee56e8d7162e1e" providerId="LiveId" clId="{0F6830A5-18AB-4F1B-8BBB-DA235794CEC1}" dt="2026-01-12T15:44:20.208" v="479"/>
          <ac:inkMkLst>
            <pc:docMk/>
            <pc:sldMk cId="3039104276" sldId="259"/>
            <ac:inkMk id="20" creationId="{A8C0F462-42C5-3131-0F69-64CE7E5DB86A}"/>
          </ac:inkMkLst>
        </pc:inkChg>
        <pc:inkChg chg="add mod">
          <ac:chgData name="Rodica Ioana Lung" userId="64ee56e8d7162e1e" providerId="LiveId" clId="{0F6830A5-18AB-4F1B-8BBB-DA235794CEC1}" dt="2026-01-12T15:44:39.560" v="482"/>
          <ac:inkMkLst>
            <pc:docMk/>
            <pc:sldMk cId="3039104276" sldId="259"/>
            <ac:inkMk id="22" creationId="{64A38609-02AD-C2FF-AFD3-826C15093892}"/>
          </ac:inkMkLst>
        </pc:inkChg>
        <pc:inkChg chg="add mod">
          <ac:chgData name="Rodica Ioana Lung" userId="64ee56e8d7162e1e" providerId="LiveId" clId="{0F6830A5-18AB-4F1B-8BBB-DA235794CEC1}" dt="2026-01-12T15:44:39.560" v="482"/>
          <ac:inkMkLst>
            <pc:docMk/>
            <pc:sldMk cId="3039104276" sldId="259"/>
            <ac:inkMk id="23" creationId="{D894B207-FFFA-0CD1-A9B4-50E3AC274241}"/>
          </ac:inkMkLst>
        </pc:inkChg>
        <pc:inkChg chg="add">
          <ac:chgData name="Rodica Ioana Lung" userId="64ee56e8d7162e1e" providerId="LiveId" clId="{0F6830A5-18AB-4F1B-8BBB-DA235794CEC1}" dt="2026-01-12T15:44:49.517" v="483" actId="9405"/>
          <ac:inkMkLst>
            <pc:docMk/>
            <pc:sldMk cId="3039104276" sldId="259"/>
            <ac:inkMk id="25" creationId="{D48974B4-0989-0F8C-9C85-40084CB64FEB}"/>
          </ac:inkMkLst>
        </pc:inkChg>
        <pc:inkChg chg="add">
          <ac:chgData name="Rodica Ioana Lung" userId="64ee56e8d7162e1e" providerId="LiveId" clId="{0F6830A5-18AB-4F1B-8BBB-DA235794CEC1}" dt="2026-01-12T15:44:51.665" v="484" actId="9405"/>
          <ac:inkMkLst>
            <pc:docMk/>
            <pc:sldMk cId="3039104276" sldId="259"/>
            <ac:inkMk id="26" creationId="{A93E2BB2-C330-7048-D309-012438947207}"/>
          </ac:inkMkLst>
        </pc:inkChg>
        <pc:inkChg chg="add">
          <ac:chgData name="Rodica Ioana Lung" userId="64ee56e8d7162e1e" providerId="LiveId" clId="{0F6830A5-18AB-4F1B-8BBB-DA235794CEC1}" dt="2026-01-12T15:44:52.362" v="485" actId="9405"/>
          <ac:inkMkLst>
            <pc:docMk/>
            <pc:sldMk cId="3039104276" sldId="259"/>
            <ac:inkMk id="27" creationId="{16D94E93-61E8-1989-47C0-26FE263D244A}"/>
          </ac:inkMkLst>
        </pc:inkChg>
        <pc:inkChg chg="add mod">
          <ac:chgData name="Rodica Ioana Lung" userId="64ee56e8d7162e1e" providerId="LiveId" clId="{0F6830A5-18AB-4F1B-8BBB-DA235794CEC1}" dt="2026-01-12T15:45:02.824" v="490"/>
          <ac:inkMkLst>
            <pc:docMk/>
            <pc:sldMk cId="3039104276" sldId="259"/>
            <ac:inkMk id="28" creationId="{B74044E5-FDE3-EB8B-D9A2-C687A0BCBFB6}"/>
          </ac:inkMkLst>
        </pc:inkChg>
        <pc:inkChg chg="add mod">
          <ac:chgData name="Rodica Ioana Lung" userId="64ee56e8d7162e1e" providerId="LiveId" clId="{0F6830A5-18AB-4F1B-8BBB-DA235794CEC1}" dt="2026-01-12T15:45:02.824" v="490"/>
          <ac:inkMkLst>
            <pc:docMk/>
            <pc:sldMk cId="3039104276" sldId="259"/>
            <ac:inkMk id="29" creationId="{6D98A702-7B76-DB26-990C-F030FC66E61F}"/>
          </ac:inkMkLst>
        </pc:inkChg>
        <pc:inkChg chg="add mod">
          <ac:chgData name="Rodica Ioana Lung" userId="64ee56e8d7162e1e" providerId="LiveId" clId="{0F6830A5-18AB-4F1B-8BBB-DA235794CEC1}" dt="2026-01-12T15:45:02.824" v="490"/>
          <ac:inkMkLst>
            <pc:docMk/>
            <pc:sldMk cId="3039104276" sldId="259"/>
            <ac:inkMk id="30" creationId="{4C344166-20C1-1DA7-D4EA-321AA91054A3}"/>
          </ac:inkMkLst>
        </pc:inkChg>
        <pc:inkChg chg="add mod">
          <ac:chgData name="Rodica Ioana Lung" userId="64ee56e8d7162e1e" providerId="LiveId" clId="{0F6830A5-18AB-4F1B-8BBB-DA235794CEC1}" dt="2026-01-12T15:45:02.824" v="490"/>
          <ac:inkMkLst>
            <pc:docMk/>
            <pc:sldMk cId="3039104276" sldId="259"/>
            <ac:inkMk id="31" creationId="{20D619D5-9167-EEA7-0BE4-4DDF04A2F9F4}"/>
          </ac:inkMkLst>
        </pc:inkChg>
        <pc:inkChg chg="add">
          <ac:chgData name="Rodica Ioana Lung" userId="64ee56e8d7162e1e" providerId="LiveId" clId="{0F6830A5-18AB-4F1B-8BBB-DA235794CEC1}" dt="2026-01-12T15:45:03.260" v="491" actId="9405"/>
          <ac:inkMkLst>
            <pc:docMk/>
            <pc:sldMk cId="3039104276" sldId="259"/>
            <ac:inkMk id="34" creationId="{0AB337CD-1D8C-256E-E124-5BA46239B1B5}"/>
          </ac:inkMkLst>
        </pc:inkChg>
        <pc:inkChg chg="add">
          <ac:chgData name="Rodica Ioana Lung" userId="64ee56e8d7162e1e" providerId="LiveId" clId="{0F6830A5-18AB-4F1B-8BBB-DA235794CEC1}" dt="2026-01-12T15:45:13.678" v="492" actId="9405"/>
          <ac:inkMkLst>
            <pc:docMk/>
            <pc:sldMk cId="3039104276" sldId="259"/>
            <ac:inkMk id="35" creationId="{84223EEF-F591-A8C2-290B-039D66E20A91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36" creationId="{930AF4F7-752E-2EDB-0B3D-C9F43996182D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37" creationId="{8CCFC12D-8EDE-BBA7-EA54-2E512F4D9254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38" creationId="{AEA9B49D-B4AC-2738-7BF2-8D2A8DB393CF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39" creationId="{63EECAB4-3617-B349-8D9C-D158923D6668}"/>
          </ac:inkMkLst>
        </pc:inkChg>
        <pc:inkChg chg="add">
          <ac:chgData name="Rodica Ioana Lung" userId="64ee56e8d7162e1e" providerId="LiveId" clId="{0F6830A5-18AB-4F1B-8BBB-DA235794CEC1}" dt="2026-01-12T15:45:16.411" v="497" actId="9405"/>
          <ac:inkMkLst>
            <pc:docMk/>
            <pc:sldMk cId="3039104276" sldId="259"/>
            <ac:inkMk id="40" creationId="{DF9E1F4C-D88D-F647-4C46-AAFB6B7D7482}"/>
          </ac:inkMkLst>
        </pc:inkChg>
        <pc:inkChg chg="add">
          <ac:chgData name="Rodica Ioana Lung" userId="64ee56e8d7162e1e" providerId="LiveId" clId="{0F6830A5-18AB-4F1B-8BBB-DA235794CEC1}" dt="2026-01-12T15:45:16.773" v="498" actId="9405"/>
          <ac:inkMkLst>
            <pc:docMk/>
            <pc:sldMk cId="3039104276" sldId="259"/>
            <ac:inkMk id="41" creationId="{D8181446-7B83-0F5D-4F29-64FCAFDA9953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42" creationId="{6BFBDC8A-5154-4511-942B-E7BB90B25A54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43" creationId="{9E77F5B8-4884-99E8-7EF7-9F8DCCC9B04C}"/>
          </ac:inkMkLst>
        </pc:inkChg>
        <pc:inkChg chg="add">
          <ac:chgData name="Rodica Ioana Lung" userId="64ee56e8d7162e1e" providerId="LiveId" clId="{0F6830A5-18AB-4F1B-8BBB-DA235794CEC1}" dt="2026-01-12T15:45:18.429" v="501" actId="9405"/>
          <ac:inkMkLst>
            <pc:docMk/>
            <pc:sldMk cId="3039104276" sldId="259"/>
            <ac:inkMk id="44" creationId="{0E47D8E4-9B37-7588-CE14-48CC1937489B}"/>
          </ac:inkMkLst>
        </pc:inkChg>
        <pc:inkChg chg="add">
          <ac:chgData name="Rodica Ioana Lung" userId="64ee56e8d7162e1e" providerId="LiveId" clId="{0F6830A5-18AB-4F1B-8BBB-DA235794CEC1}" dt="2026-01-12T15:45:18.586" v="502" actId="9405"/>
          <ac:inkMkLst>
            <pc:docMk/>
            <pc:sldMk cId="3039104276" sldId="259"/>
            <ac:inkMk id="45" creationId="{FE573E15-F582-4096-4DF8-D78E2EC59F01}"/>
          </ac:inkMkLst>
        </pc:inkChg>
        <pc:inkChg chg="add">
          <ac:chgData name="Rodica Ioana Lung" userId="64ee56e8d7162e1e" providerId="LiveId" clId="{0F6830A5-18AB-4F1B-8BBB-DA235794CEC1}" dt="2026-01-12T15:45:18.855" v="503" actId="9405"/>
          <ac:inkMkLst>
            <pc:docMk/>
            <pc:sldMk cId="3039104276" sldId="259"/>
            <ac:inkMk id="46" creationId="{40B83144-9247-831C-238F-20E53943F84B}"/>
          </ac:inkMkLst>
        </pc:inkChg>
        <pc:inkChg chg="add">
          <ac:chgData name="Rodica Ioana Lung" userId="64ee56e8d7162e1e" providerId="LiveId" clId="{0F6830A5-18AB-4F1B-8BBB-DA235794CEC1}" dt="2026-01-12T15:45:19.078" v="504" actId="9405"/>
          <ac:inkMkLst>
            <pc:docMk/>
            <pc:sldMk cId="3039104276" sldId="259"/>
            <ac:inkMk id="47" creationId="{100F4F91-AA00-EC4C-4640-152106C63BB3}"/>
          </ac:inkMkLst>
        </pc:inkChg>
        <pc:inkChg chg="add">
          <ac:chgData name="Rodica Ioana Lung" userId="64ee56e8d7162e1e" providerId="LiveId" clId="{0F6830A5-18AB-4F1B-8BBB-DA235794CEC1}" dt="2026-01-12T15:45:19.256" v="505" actId="9405"/>
          <ac:inkMkLst>
            <pc:docMk/>
            <pc:sldMk cId="3039104276" sldId="259"/>
            <ac:inkMk id="48" creationId="{6926D997-DB38-F45F-9EA1-A267E50D4E84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49" creationId="{7CB8FC12-08F8-CA86-67FD-CFE8E16E406A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50" creationId="{620E07D1-E18F-ABA7-61AB-555E3BA075D5}"/>
          </ac:inkMkLst>
        </pc:inkChg>
        <pc:inkChg chg="add">
          <ac:chgData name="Rodica Ioana Lung" userId="64ee56e8d7162e1e" providerId="LiveId" clId="{0F6830A5-18AB-4F1B-8BBB-DA235794CEC1}" dt="2026-01-12T15:45:20.165" v="508" actId="9405"/>
          <ac:inkMkLst>
            <pc:docMk/>
            <pc:sldMk cId="3039104276" sldId="259"/>
            <ac:inkMk id="51" creationId="{20C51083-957B-0AD6-D811-24B2D6528B65}"/>
          </ac:inkMkLst>
        </pc:inkChg>
        <pc:inkChg chg="add mod">
          <ac:chgData name="Rodica Ioana Lung" userId="64ee56e8d7162e1e" providerId="LiveId" clId="{0F6830A5-18AB-4F1B-8BBB-DA235794CEC1}" dt="2026-01-12T15:45:21.509" v="511"/>
          <ac:inkMkLst>
            <pc:docMk/>
            <pc:sldMk cId="3039104276" sldId="259"/>
            <ac:inkMk id="52" creationId="{C99D6410-E51A-D59E-A7C2-9F5026926749}"/>
          </ac:inkMkLst>
        </pc:inkChg>
        <pc:inkChg chg="add">
          <ac:chgData name="Rodica Ioana Lung" userId="64ee56e8d7162e1e" providerId="LiveId" clId="{0F6830A5-18AB-4F1B-8BBB-DA235794CEC1}" dt="2026-01-12T15:45:20.405" v="510" actId="9405"/>
          <ac:inkMkLst>
            <pc:docMk/>
            <pc:sldMk cId="3039104276" sldId="259"/>
            <ac:inkMk id="53" creationId="{00545368-240B-2BDA-E146-E142A68915CB}"/>
          </ac:inkMkLst>
        </pc:inkChg>
        <pc:inkChg chg="add">
          <ac:chgData name="Rodica Ioana Lung" userId="64ee56e8d7162e1e" providerId="LiveId" clId="{0F6830A5-18AB-4F1B-8BBB-DA235794CEC1}" dt="2026-01-12T15:45:24.713" v="512" actId="9405"/>
          <ac:inkMkLst>
            <pc:docMk/>
            <pc:sldMk cId="3039104276" sldId="259"/>
            <ac:inkMk id="55" creationId="{0119EC41-C7CC-9171-E1B6-D52AC84BEEFA}"/>
          </ac:inkMkLst>
        </pc:inkChg>
        <pc:inkChg chg="add">
          <ac:chgData name="Rodica Ioana Lung" userId="64ee56e8d7162e1e" providerId="LiveId" clId="{0F6830A5-18AB-4F1B-8BBB-DA235794CEC1}" dt="2026-01-12T15:46:02.775" v="513" actId="9405"/>
          <ac:inkMkLst>
            <pc:docMk/>
            <pc:sldMk cId="3039104276" sldId="259"/>
            <ac:inkMk id="56" creationId="{6AA274D0-9E5A-1F97-4301-DCC30472326E}"/>
          </ac:inkMkLst>
        </pc:inkChg>
        <pc:inkChg chg="add">
          <ac:chgData name="Rodica Ioana Lung" userId="64ee56e8d7162e1e" providerId="LiveId" clId="{0F6830A5-18AB-4F1B-8BBB-DA235794CEC1}" dt="2026-01-12T15:46:03.784" v="514" actId="9405"/>
          <ac:inkMkLst>
            <pc:docMk/>
            <pc:sldMk cId="3039104276" sldId="259"/>
            <ac:inkMk id="57" creationId="{D84FB9C7-A248-3B8A-672D-A69433EB2A33}"/>
          </ac:inkMkLst>
        </pc:inkChg>
      </pc:sldChg>
      <pc:sldChg chg="addSp delSp modSp mod">
        <pc:chgData name="Rodica Ioana Lung" userId="64ee56e8d7162e1e" providerId="LiveId" clId="{0F6830A5-18AB-4F1B-8BBB-DA235794CEC1}" dt="2026-01-12T16:00:15.692" v="698"/>
        <pc:sldMkLst>
          <pc:docMk/>
          <pc:sldMk cId="2438933652" sldId="260"/>
        </pc:sldMkLst>
        <pc:grpChg chg="mod">
          <ac:chgData name="Rodica Ioana Lung" userId="64ee56e8d7162e1e" providerId="LiveId" clId="{0F6830A5-18AB-4F1B-8BBB-DA235794CEC1}" dt="2026-01-12T15:59:20.869" v="675"/>
          <ac:grpSpMkLst>
            <pc:docMk/>
            <pc:sldMk cId="2438933652" sldId="260"/>
            <ac:grpSpMk id="9" creationId="{AFC33733-FB9F-E621-1BA6-D71522F0733F}"/>
          </ac:grpSpMkLst>
        </pc:grpChg>
        <pc:grpChg chg="mod">
          <ac:chgData name="Rodica Ioana Lung" userId="64ee56e8d7162e1e" providerId="LiveId" clId="{0F6830A5-18AB-4F1B-8BBB-DA235794CEC1}" dt="2026-01-12T15:59:42.484" v="679"/>
          <ac:grpSpMkLst>
            <pc:docMk/>
            <pc:sldMk cId="2438933652" sldId="260"/>
            <ac:grpSpMk id="13" creationId="{00BCFF61-C125-2C11-C8BF-8FD840D6D656}"/>
          </ac:grpSpMkLst>
        </pc:grpChg>
        <pc:grpChg chg="del mod">
          <ac:chgData name="Rodica Ioana Lung" userId="64ee56e8d7162e1e" providerId="LiveId" clId="{0F6830A5-18AB-4F1B-8BBB-DA235794CEC1}" dt="2026-01-12T16:00:04.845" v="689"/>
          <ac:grpSpMkLst>
            <pc:docMk/>
            <pc:sldMk cId="2438933652" sldId="260"/>
            <ac:grpSpMk id="17" creationId="{A38CF2A1-73BE-DCF1-72D3-33208202E680}"/>
          </ac:grpSpMkLst>
        </pc:grpChg>
        <pc:grpChg chg="del mod">
          <ac:chgData name="Rodica Ioana Lung" userId="64ee56e8d7162e1e" providerId="LiveId" clId="{0F6830A5-18AB-4F1B-8BBB-DA235794CEC1}" dt="2026-01-12T16:00:13.067" v="695"/>
          <ac:grpSpMkLst>
            <pc:docMk/>
            <pc:sldMk cId="2438933652" sldId="260"/>
            <ac:grpSpMk id="23" creationId="{CDF5878B-E1D8-6ECB-B2C8-D220199E2D4F}"/>
          </ac:grpSpMkLst>
        </pc:grpChg>
        <pc:grpChg chg="del mod">
          <ac:chgData name="Rodica Ioana Lung" userId="64ee56e8d7162e1e" providerId="LiveId" clId="{0F6830A5-18AB-4F1B-8BBB-DA235794CEC1}" dt="2026-01-12T16:00:15.692" v="698"/>
          <ac:grpSpMkLst>
            <pc:docMk/>
            <pc:sldMk cId="2438933652" sldId="260"/>
            <ac:grpSpMk id="29" creationId="{F9CD5600-43A8-1700-FE72-730E08245BE2}"/>
          </ac:grpSpMkLst>
        </pc:grpChg>
        <pc:grpChg chg="mod">
          <ac:chgData name="Rodica Ioana Lung" userId="64ee56e8d7162e1e" providerId="LiveId" clId="{0F6830A5-18AB-4F1B-8BBB-DA235794CEC1}" dt="2026-01-12T16:00:15.692" v="698"/>
          <ac:grpSpMkLst>
            <pc:docMk/>
            <pc:sldMk cId="2438933652" sldId="260"/>
            <ac:grpSpMk id="32" creationId="{B8674A75-F354-741A-6BC7-8185AEFF5A42}"/>
          </ac:grpSpMkLst>
        </pc:grpChg>
        <pc:inkChg chg="add">
          <ac:chgData name="Rodica Ioana Lung" userId="64ee56e8d7162e1e" providerId="LiveId" clId="{0F6830A5-18AB-4F1B-8BBB-DA235794CEC1}" dt="2026-01-12T15:59:04.353" v="671" actId="9405"/>
          <ac:inkMkLst>
            <pc:docMk/>
            <pc:sldMk cId="2438933652" sldId="260"/>
            <ac:inkMk id="5" creationId="{625B4F05-4482-B38B-5074-52A16D565FA2}"/>
          </ac:inkMkLst>
        </pc:inkChg>
        <pc:inkChg chg="add">
          <ac:chgData name="Rodica Ioana Lung" userId="64ee56e8d7162e1e" providerId="LiveId" clId="{0F6830A5-18AB-4F1B-8BBB-DA235794CEC1}" dt="2026-01-12T15:59:14.012" v="672" actId="9405"/>
          <ac:inkMkLst>
            <pc:docMk/>
            <pc:sldMk cId="2438933652" sldId="260"/>
            <ac:inkMk id="6" creationId="{DE23D874-E7EC-3DB3-8FB6-AA7A8049C436}"/>
          </ac:inkMkLst>
        </pc:inkChg>
        <pc:inkChg chg="add mod">
          <ac:chgData name="Rodica Ioana Lung" userId="64ee56e8d7162e1e" providerId="LiveId" clId="{0F6830A5-18AB-4F1B-8BBB-DA235794CEC1}" dt="2026-01-12T15:59:20.869" v="675"/>
          <ac:inkMkLst>
            <pc:docMk/>
            <pc:sldMk cId="2438933652" sldId="260"/>
            <ac:inkMk id="7" creationId="{7A2E4C70-2B8D-E999-D06B-2C40A8D620D5}"/>
          </ac:inkMkLst>
        </pc:inkChg>
        <pc:inkChg chg="add mod">
          <ac:chgData name="Rodica Ioana Lung" userId="64ee56e8d7162e1e" providerId="LiveId" clId="{0F6830A5-18AB-4F1B-8BBB-DA235794CEC1}" dt="2026-01-12T15:59:20.869" v="675"/>
          <ac:inkMkLst>
            <pc:docMk/>
            <pc:sldMk cId="2438933652" sldId="260"/>
            <ac:inkMk id="8" creationId="{79399050-B3AB-7EB4-963D-1942FE4EAC88}"/>
          </ac:inkMkLst>
        </pc:inkChg>
        <pc:inkChg chg="add mod">
          <ac:chgData name="Rodica Ioana Lung" userId="64ee56e8d7162e1e" providerId="LiveId" clId="{0F6830A5-18AB-4F1B-8BBB-DA235794CEC1}" dt="2026-01-12T15:59:42.484" v="679"/>
          <ac:inkMkLst>
            <pc:docMk/>
            <pc:sldMk cId="2438933652" sldId="260"/>
            <ac:inkMk id="10" creationId="{4D87D6BE-741D-28D2-F1AA-6ECF1F3CCC43}"/>
          </ac:inkMkLst>
        </pc:inkChg>
        <pc:inkChg chg="add mod">
          <ac:chgData name="Rodica Ioana Lung" userId="64ee56e8d7162e1e" providerId="LiveId" clId="{0F6830A5-18AB-4F1B-8BBB-DA235794CEC1}" dt="2026-01-12T15:59:42.484" v="679"/>
          <ac:inkMkLst>
            <pc:docMk/>
            <pc:sldMk cId="2438933652" sldId="260"/>
            <ac:inkMk id="11" creationId="{A2372D33-C789-0FF2-7AA9-4FC2B07E3F18}"/>
          </ac:inkMkLst>
        </pc:inkChg>
        <pc:inkChg chg="add mod">
          <ac:chgData name="Rodica Ioana Lung" userId="64ee56e8d7162e1e" providerId="LiveId" clId="{0F6830A5-18AB-4F1B-8BBB-DA235794CEC1}" dt="2026-01-12T15:59:42.484" v="679"/>
          <ac:inkMkLst>
            <pc:docMk/>
            <pc:sldMk cId="2438933652" sldId="260"/>
            <ac:inkMk id="12" creationId="{546B8F8B-8064-3291-2552-296936BB72C8}"/>
          </ac:inkMkLst>
        </pc:inkChg>
        <pc:inkChg chg="add">
          <ac:chgData name="Rodica Ioana Lung" userId="64ee56e8d7162e1e" providerId="LiveId" clId="{0F6830A5-18AB-4F1B-8BBB-DA235794CEC1}" dt="2026-01-12T15:59:45.965" v="680" actId="9405"/>
          <ac:inkMkLst>
            <pc:docMk/>
            <pc:sldMk cId="2438933652" sldId="260"/>
            <ac:inkMk id="14" creationId="{506EFD3E-07B4-54A8-FAAE-3898A0089985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15" creationId="{BCAFF909-8627-BA13-F396-78A1B8DFA86D}"/>
          </ac:inkMkLst>
        </pc:inkChg>
        <pc:inkChg chg="add mod">
          <ac:chgData name="Rodica Ioana Lung" userId="64ee56e8d7162e1e" providerId="LiveId" clId="{0F6830A5-18AB-4F1B-8BBB-DA235794CEC1}" dt="2026-01-12T16:00:13.067" v="695"/>
          <ac:inkMkLst>
            <pc:docMk/>
            <pc:sldMk cId="2438933652" sldId="260"/>
            <ac:inkMk id="16" creationId="{1C2E4AF0-C5FC-1A4C-8BE6-3A99B13CDF25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18" creationId="{A6A2A09B-A404-AD2E-AB2E-96354A21AFAB}"/>
          </ac:inkMkLst>
        </pc:inkChg>
        <pc:inkChg chg="add mod">
          <ac:chgData name="Rodica Ioana Lung" userId="64ee56e8d7162e1e" providerId="LiveId" clId="{0F6830A5-18AB-4F1B-8BBB-DA235794CEC1}" dt="2026-01-12T16:00:13.067" v="695"/>
          <ac:inkMkLst>
            <pc:docMk/>
            <pc:sldMk cId="2438933652" sldId="260"/>
            <ac:inkMk id="19" creationId="{CC0E71BF-867E-CCC6-4596-1A662A3C496A}"/>
          </ac:inkMkLst>
        </pc:inkChg>
        <pc:inkChg chg="add mod">
          <ac:chgData name="Rodica Ioana Lung" userId="64ee56e8d7162e1e" providerId="LiveId" clId="{0F6830A5-18AB-4F1B-8BBB-DA235794CEC1}" dt="2026-01-12T16:00:04.845" v="689"/>
          <ac:inkMkLst>
            <pc:docMk/>
            <pc:sldMk cId="2438933652" sldId="260"/>
            <ac:inkMk id="20" creationId="{929C3464-436D-A9A6-5930-2E892ED724D9}"/>
          </ac:inkMkLst>
        </pc:inkChg>
        <pc:inkChg chg="add mod">
          <ac:chgData name="Rodica Ioana Lung" userId="64ee56e8d7162e1e" providerId="LiveId" clId="{0F6830A5-18AB-4F1B-8BBB-DA235794CEC1}" dt="2026-01-12T16:00:13.067" v="695"/>
          <ac:inkMkLst>
            <pc:docMk/>
            <pc:sldMk cId="2438933652" sldId="260"/>
            <ac:inkMk id="21" creationId="{9EAF6796-7539-8323-599E-B424049C09D1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22" creationId="{92655F1C-67DC-E6EF-B657-BD977DEAD2FF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24" creationId="{01C74521-C194-D0EF-BE6F-B6B19C211987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25" creationId="{24D150D7-32E2-0D0F-87C2-4276ACAD5538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26" creationId="{C14495DA-6DDE-DDAE-921D-9811AA9934EB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27" creationId="{502C7B86-10D1-E996-FCC1-A2AFD48B64F5}"/>
          </ac:inkMkLst>
        </pc:inkChg>
        <pc:inkChg chg="add">
          <ac:chgData name="Rodica Ioana Lung" userId="64ee56e8d7162e1e" providerId="LiveId" clId="{0F6830A5-18AB-4F1B-8BBB-DA235794CEC1}" dt="2026-01-12T16:00:12.307" v="694" actId="9405"/>
          <ac:inkMkLst>
            <pc:docMk/>
            <pc:sldMk cId="2438933652" sldId="260"/>
            <ac:inkMk id="28" creationId="{96BC1A75-3A7A-4B01-720C-5C1EBB255A14}"/>
          </ac:inkMkLst>
        </pc:inkChg>
        <pc:inkChg chg="add mod">
          <ac:chgData name="Rodica Ioana Lung" userId="64ee56e8d7162e1e" providerId="LiveId" clId="{0F6830A5-18AB-4F1B-8BBB-DA235794CEC1}" dt="2026-01-12T16:00:15.692" v="698"/>
          <ac:inkMkLst>
            <pc:docMk/>
            <pc:sldMk cId="2438933652" sldId="260"/>
            <ac:inkMk id="30" creationId="{E1212873-04BD-5A9B-426D-2DF43168A7AB}"/>
          </ac:inkMkLst>
        </pc:inkChg>
        <pc:inkChg chg="add">
          <ac:chgData name="Rodica Ioana Lung" userId="64ee56e8d7162e1e" providerId="LiveId" clId="{0F6830A5-18AB-4F1B-8BBB-DA235794CEC1}" dt="2026-01-12T16:00:14.691" v="697" actId="9405"/>
          <ac:inkMkLst>
            <pc:docMk/>
            <pc:sldMk cId="2438933652" sldId="260"/>
            <ac:inkMk id="31" creationId="{6DB1EA2E-7EB9-7146-E197-99799FE32997}"/>
          </ac:inkMkLst>
        </pc:inkChg>
      </pc:sldChg>
      <pc:sldChg chg="addSp delSp modSp mod">
        <pc:chgData name="Rodica Ioana Lung" userId="64ee56e8d7162e1e" providerId="LiveId" clId="{0F6830A5-18AB-4F1B-8BBB-DA235794CEC1}" dt="2026-01-12T15:40:09.019" v="390" actId="9405"/>
        <pc:sldMkLst>
          <pc:docMk/>
          <pc:sldMk cId="272481279" sldId="264"/>
        </pc:sldMkLst>
        <pc:grpChg chg="del mod">
          <ac:chgData name="Rodica Ioana Lung" userId="64ee56e8d7162e1e" providerId="LiveId" clId="{0F6830A5-18AB-4F1B-8BBB-DA235794CEC1}" dt="2026-01-12T15:31:35.363" v="215"/>
          <ac:grpSpMkLst>
            <pc:docMk/>
            <pc:sldMk cId="272481279" sldId="264"/>
            <ac:grpSpMk id="15" creationId="{7179A5D8-80FB-3C17-48A4-074B1D98F749}"/>
          </ac:grpSpMkLst>
        </pc:grpChg>
        <pc:grpChg chg="mod">
          <ac:chgData name="Rodica Ioana Lung" userId="64ee56e8d7162e1e" providerId="LiveId" clId="{0F6830A5-18AB-4F1B-8BBB-DA235794CEC1}" dt="2026-01-12T15:31:35.363" v="215"/>
          <ac:grpSpMkLst>
            <pc:docMk/>
            <pc:sldMk cId="272481279" sldId="264"/>
            <ac:grpSpMk id="25" creationId="{EFBBBBC3-E9BE-C9EF-6103-AF7F70452B1B}"/>
          </ac:grpSpMkLst>
        </pc:grpChg>
        <pc:grpChg chg="mod">
          <ac:chgData name="Rodica Ioana Lung" userId="64ee56e8d7162e1e" providerId="LiveId" clId="{0F6830A5-18AB-4F1B-8BBB-DA235794CEC1}" dt="2026-01-12T15:31:36.581" v="218"/>
          <ac:grpSpMkLst>
            <pc:docMk/>
            <pc:sldMk cId="272481279" sldId="264"/>
            <ac:grpSpMk id="28" creationId="{9D250F30-CBC6-79E9-9948-0543DB979797}"/>
          </ac:grpSpMkLst>
        </pc:grpChg>
        <pc:grpChg chg="mod">
          <ac:chgData name="Rodica Ioana Lung" userId="64ee56e8d7162e1e" providerId="LiveId" clId="{0F6830A5-18AB-4F1B-8BBB-DA235794CEC1}" dt="2026-01-12T15:31:39.347" v="222"/>
          <ac:grpSpMkLst>
            <pc:docMk/>
            <pc:sldMk cId="272481279" sldId="264"/>
            <ac:grpSpMk id="32" creationId="{FA267CB0-FC3D-224A-E6A8-CA15DA0643D1}"/>
          </ac:grpSpMkLst>
        </pc:grpChg>
        <pc:grpChg chg="del mod">
          <ac:chgData name="Rodica Ioana Lung" userId="64ee56e8d7162e1e" providerId="LiveId" clId="{0F6830A5-18AB-4F1B-8BBB-DA235794CEC1}" dt="2026-01-12T15:31:49.600" v="229"/>
          <ac:grpSpMkLst>
            <pc:docMk/>
            <pc:sldMk cId="272481279" sldId="264"/>
            <ac:grpSpMk id="35" creationId="{6F90CBC7-EC08-6304-0DB4-442BAA0A7964}"/>
          </ac:grpSpMkLst>
        </pc:grpChg>
        <pc:grpChg chg="del mod">
          <ac:chgData name="Rodica Ioana Lung" userId="64ee56e8d7162e1e" providerId="LiveId" clId="{0F6830A5-18AB-4F1B-8BBB-DA235794CEC1}" dt="2026-01-12T15:31:50.775" v="231"/>
          <ac:grpSpMkLst>
            <pc:docMk/>
            <pc:sldMk cId="272481279" sldId="264"/>
            <ac:grpSpMk id="39" creationId="{2F72693E-5C96-5C17-48BF-0C4323346B1A}"/>
          </ac:grpSpMkLst>
        </pc:grpChg>
        <pc:grpChg chg="del mod">
          <ac:chgData name="Rodica Ioana Lung" userId="64ee56e8d7162e1e" providerId="LiveId" clId="{0F6830A5-18AB-4F1B-8BBB-DA235794CEC1}" dt="2026-01-12T15:31:54.163" v="235"/>
          <ac:grpSpMkLst>
            <pc:docMk/>
            <pc:sldMk cId="272481279" sldId="264"/>
            <ac:grpSpMk id="41" creationId="{29F393C7-E5DF-6340-62F4-C59088598944}"/>
          </ac:grpSpMkLst>
        </pc:grpChg>
        <pc:grpChg chg="mod">
          <ac:chgData name="Rodica Ioana Lung" userId="64ee56e8d7162e1e" providerId="LiveId" clId="{0F6830A5-18AB-4F1B-8BBB-DA235794CEC1}" dt="2026-01-12T15:31:54.163" v="235"/>
          <ac:grpSpMkLst>
            <pc:docMk/>
            <pc:sldMk cId="272481279" sldId="264"/>
            <ac:grpSpMk id="45" creationId="{B7B7C079-CF00-A733-33DA-662270063121}"/>
          </ac:grpSpMkLst>
        </pc:grpChg>
        <pc:grpChg chg="del mod">
          <ac:chgData name="Rodica Ioana Lung" userId="64ee56e8d7162e1e" providerId="LiveId" clId="{0F6830A5-18AB-4F1B-8BBB-DA235794CEC1}" dt="2026-01-12T15:32:05.677" v="241"/>
          <ac:grpSpMkLst>
            <pc:docMk/>
            <pc:sldMk cId="272481279" sldId="264"/>
            <ac:grpSpMk id="49" creationId="{E04860D1-8363-B3D6-55D6-259F23491A19}"/>
          </ac:grpSpMkLst>
        </pc:grpChg>
        <pc:grpChg chg="del mod">
          <ac:chgData name="Rodica Ioana Lung" userId="64ee56e8d7162e1e" providerId="LiveId" clId="{0F6830A5-18AB-4F1B-8BBB-DA235794CEC1}" dt="2026-01-12T15:32:09.888" v="244"/>
          <ac:grpSpMkLst>
            <pc:docMk/>
            <pc:sldMk cId="272481279" sldId="264"/>
            <ac:grpSpMk id="51" creationId="{1F8A1FEB-8B8C-255B-FDCD-8D60C1F765C3}"/>
          </ac:grpSpMkLst>
        </pc:grpChg>
        <pc:grpChg chg="del mod">
          <ac:chgData name="Rodica Ioana Lung" userId="64ee56e8d7162e1e" providerId="LiveId" clId="{0F6830A5-18AB-4F1B-8BBB-DA235794CEC1}" dt="2026-01-12T15:32:17.346" v="254"/>
          <ac:grpSpMkLst>
            <pc:docMk/>
            <pc:sldMk cId="272481279" sldId="264"/>
            <ac:grpSpMk id="54" creationId="{AF860C56-392A-6361-10C3-FD04F9B0E935}"/>
          </ac:grpSpMkLst>
        </pc:grpChg>
        <pc:grpChg chg="mod">
          <ac:chgData name="Rodica Ioana Lung" userId="64ee56e8d7162e1e" providerId="LiveId" clId="{0F6830A5-18AB-4F1B-8BBB-DA235794CEC1}" dt="2026-01-12T15:32:17.346" v="254"/>
          <ac:grpSpMkLst>
            <pc:docMk/>
            <pc:sldMk cId="272481279" sldId="264"/>
            <ac:grpSpMk id="64" creationId="{9BFFCFE8-FAAC-5520-0F3A-EC5A5A600D6D}"/>
          </ac:grpSpMkLst>
        </pc:grpChg>
        <pc:grpChg chg="mod">
          <ac:chgData name="Rodica Ioana Lung" userId="64ee56e8d7162e1e" providerId="LiveId" clId="{0F6830A5-18AB-4F1B-8BBB-DA235794CEC1}" dt="2026-01-12T15:32:27.307" v="259"/>
          <ac:grpSpMkLst>
            <pc:docMk/>
            <pc:sldMk cId="272481279" sldId="264"/>
            <ac:grpSpMk id="69" creationId="{51F77647-8694-80AD-2FA1-324A284D409C}"/>
          </ac:grpSpMkLst>
        </pc:grpChg>
        <pc:grpChg chg="mod">
          <ac:chgData name="Rodica Ioana Lung" userId="64ee56e8d7162e1e" providerId="LiveId" clId="{0F6830A5-18AB-4F1B-8BBB-DA235794CEC1}" dt="2026-01-12T15:39:28.832" v="381"/>
          <ac:grpSpMkLst>
            <pc:docMk/>
            <pc:sldMk cId="272481279" sldId="264"/>
            <ac:grpSpMk id="73" creationId="{62245AB7-6E7B-1260-DB63-C8AB302C6A3F}"/>
          </ac:grpSpMkLst>
        </pc:grpChg>
        <pc:grpChg chg="mod">
          <ac:chgData name="Rodica Ioana Lung" userId="64ee56e8d7162e1e" providerId="LiveId" clId="{0F6830A5-18AB-4F1B-8BBB-DA235794CEC1}" dt="2026-01-12T15:39:44.097" v="384"/>
          <ac:grpSpMkLst>
            <pc:docMk/>
            <pc:sldMk cId="272481279" sldId="264"/>
            <ac:grpSpMk id="76" creationId="{F69064AE-A949-0995-EBE3-FBF0165B7FA1}"/>
          </ac:grpSpMkLst>
        </pc:grpChg>
        <pc:grpChg chg="mod">
          <ac:chgData name="Rodica Ioana Lung" userId="64ee56e8d7162e1e" providerId="LiveId" clId="{0F6830A5-18AB-4F1B-8BBB-DA235794CEC1}" dt="2026-01-12T15:40:02.059" v="389"/>
          <ac:grpSpMkLst>
            <pc:docMk/>
            <pc:sldMk cId="272481279" sldId="264"/>
            <ac:grpSpMk id="81" creationId="{2EDF42B5-C65B-415F-FA64-A36F20F0527C}"/>
          </ac:grpSpMkLst>
        </pc:grpChg>
        <pc:inkChg chg="add mod">
          <ac:chgData name="Rodica Ioana Lung" userId="64ee56e8d7162e1e" providerId="LiveId" clId="{0F6830A5-18AB-4F1B-8BBB-DA235794CEC1}" dt="2026-01-12T15:31:30.290" v="205"/>
          <ac:inkMkLst>
            <pc:docMk/>
            <pc:sldMk cId="272481279" sldId="264"/>
            <ac:inkMk id="5" creationId="{0979D7FA-BAAA-86F7-7C3B-28278D449FAF}"/>
          </ac:inkMkLst>
        </pc:inkChg>
        <pc:inkChg chg="add mod">
          <ac:chgData name="Rodica Ioana Lung" userId="64ee56e8d7162e1e" providerId="LiveId" clId="{0F6830A5-18AB-4F1B-8BBB-DA235794CEC1}" dt="2026-01-12T15:31:30.290" v="205"/>
          <ac:inkMkLst>
            <pc:docMk/>
            <pc:sldMk cId="272481279" sldId="264"/>
            <ac:inkMk id="6" creationId="{7110540E-5285-F345-C2BE-6263D1CAC86A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7" creationId="{B743E279-186F-E9A3-5609-EB7E370AF256}"/>
          </ac:inkMkLst>
        </pc:inkChg>
        <pc:inkChg chg="add mod">
          <ac:chgData name="Rodica Ioana Lung" userId="64ee56e8d7162e1e" providerId="LiveId" clId="{0F6830A5-18AB-4F1B-8BBB-DA235794CEC1}" dt="2026-01-12T15:31:30.290" v="205"/>
          <ac:inkMkLst>
            <pc:docMk/>
            <pc:sldMk cId="272481279" sldId="264"/>
            <ac:inkMk id="8" creationId="{F5984EAF-140F-0DD2-6E91-AA1AD1517456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9" creationId="{BE0B58A8-665C-7E1F-D118-37B82FA19CDA}"/>
          </ac:inkMkLst>
        </pc:inkChg>
        <pc:inkChg chg="add mod">
          <ac:chgData name="Rodica Ioana Lung" userId="64ee56e8d7162e1e" providerId="LiveId" clId="{0F6830A5-18AB-4F1B-8BBB-DA235794CEC1}" dt="2026-01-12T15:31:30.290" v="205"/>
          <ac:inkMkLst>
            <pc:docMk/>
            <pc:sldMk cId="272481279" sldId="264"/>
            <ac:inkMk id="10" creationId="{3B120F7C-AE1F-A8AF-651D-C4AF04367B31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11" creationId="{1BE394CC-78BE-E925-7134-C77FB4D8FDDC}"/>
          </ac:inkMkLst>
        </pc:inkChg>
        <pc:inkChg chg="add mod">
          <ac:chgData name="Rodica Ioana Lung" userId="64ee56e8d7162e1e" providerId="LiveId" clId="{0F6830A5-18AB-4F1B-8BBB-DA235794CEC1}" dt="2026-01-12T15:31:30.290" v="205"/>
          <ac:inkMkLst>
            <pc:docMk/>
            <pc:sldMk cId="272481279" sldId="264"/>
            <ac:inkMk id="12" creationId="{DBE5C878-FADA-2652-4F8F-186DD409E403}"/>
          </ac:inkMkLst>
        </pc:inkChg>
        <pc:inkChg chg="add mod">
          <ac:chgData name="Rodica Ioana Lung" userId="64ee56e8d7162e1e" providerId="LiveId" clId="{0F6830A5-18AB-4F1B-8BBB-DA235794CEC1}" dt="2026-01-12T15:31:30.290" v="205"/>
          <ac:inkMkLst>
            <pc:docMk/>
            <pc:sldMk cId="272481279" sldId="264"/>
            <ac:inkMk id="13" creationId="{B95C2431-3146-E878-922A-4CD4879C3792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14" creationId="{50F8DE98-EDA7-7CCB-BD39-7FCA67310507}"/>
          </ac:inkMkLst>
        </pc:inkChg>
        <pc:inkChg chg="add">
          <ac:chgData name="Rodica Ioana Lung" userId="64ee56e8d7162e1e" providerId="LiveId" clId="{0F6830A5-18AB-4F1B-8BBB-DA235794CEC1}" dt="2026-01-12T15:31:30.865" v="206" actId="9405"/>
          <ac:inkMkLst>
            <pc:docMk/>
            <pc:sldMk cId="272481279" sldId="264"/>
            <ac:inkMk id="16" creationId="{55A50365-6643-8106-5F94-03F0A932D195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17" creationId="{CAC746FD-EDE1-1B56-504A-469995C0870A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18" creationId="{41A3D5E4-0232-05B0-5B81-DF4618D3889C}"/>
          </ac:inkMkLst>
        </pc:inkChg>
        <pc:inkChg chg="add">
          <ac:chgData name="Rodica Ioana Lung" userId="64ee56e8d7162e1e" providerId="LiveId" clId="{0F6830A5-18AB-4F1B-8BBB-DA235794CEC1}" dt="2026-01-12T15:31:32.258" v="209" actId="9405"/>
          <ac:inkMkLst>
            <pc:docMk/>
            <pc:sldMk cId="272481279" sldId="264"/>
            <ac:inkMk id="19" creationId="{26E48142-FE0F-8E88-FFA2-D27D36C74090}"/>
          </ac:inkMkLst>
        </pc:inkChg>
        <pc:inkChg chg="add">
          <ac:chgData name="Rodica Ioana Lung" userId="64ee56e8d7162e1e" providerId="LiveId" clId="{0F6830A5-18AB-4F1B-8BBB-DA235794CEC1}" dt="2026-01-12T15:31:32.380" v="210" actId="9405"/>
          <ac:inkMkLst>
            <pc:docMk/>
            <pc:sldMk cId="272481279" sldId="264"/>
            <ac:inkMk id="20" creationId="{6A480C61-70B4-ADDD-2EE2-D3C711C31A1F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21" creationId="{1ECE1D2B-DEA1-A7F1-F15B-D677851B0A35}"/>
          </ac:inkMkLst>
        </pc:inkChg>
        <pc:inkChg chg="add mod">
          <ac:chgData name="Rodica Ioana Lung" userId="64ee56e8d7162e1e" providerId="LiveId" clId="{0F6830A5-18AB-4F1B-8BBB-DA235794CEC1}" dt="2026-01-12T15:31:35.363" v="215"/>
          <ac:inkMkLst>
            <pc:docMk/>
            <pc:sldMk cId="272481279" sldId="264"/>
            <ac:inkMk id="22" creationId="{CB4FC4F4-5B07-2ADE-22CD-266AE91DF5FC}"/>
          </ac:inkMkLst>
        </pc:inkChg>
        <pc:inkChg chg="add">
          <ac:chgData name="Rodica Ioana Lung" userId="64ee56e8d7162e1e" providerId="LiveId" clId="{0F6830A5-18AB-4F1B-8BBB-DA235794CEC1}" dt="2026-01-12T15:31:33.799" v="213" actId="9405"/>
          <ac:inkMkLst>
            <pc:docMk/>
            <pc:sldMk cId="272481279" sldId="264"/>
            <ac:inkMk id="23" creationId="{60138138-212F-76A2-E047-7B5B018FE815}"/>
          </ac:inkMkLst>
        </pc:inkChg>
        <pc:inkChg chg="add">
          <ac:chgData name="Rodica Ioana Lung" userId="64ee56e8d7162e1e" providerId="LiveId" clId="{0F6830A5-18AB-4F1B-8BBB-DA235794CEC1}" dt="2026-01-12T15:31:34.351" v="214" actId="9405"/>
          <ac:inkMkLst>
            <pc:docMk/>
            <pc:sldMk cId="272481279" sldId="264"/>
            <ac:inkMk id="24" creationId="{C0341BD7-7D4D-1D5E-740F-F180737C182E}"/>
          </ac:inkMkLst>
        </pc:inkChg>
        <pc:inkChg chg="add mod">
          <ac:chgData name="Rodica Ioana Lung" userId="64ee56e8d7162e1e" providerId="LiveId" clId="{0F6830A5-18AB-4F1B-8BBB-DA235794CEC1}" dt="2026-01-12T15:31:36.581" v="218"/>
          <ac:inkMkLst>
            <pc:docMk/>
            <pc:sldMk cId="272481279" sldId="264"/>
            <ac:inkMk id="26" creationId="{00DA1207-A63B-2759-2516-A1EA40FAD8DA}"/>
          </ac:inkMkLst>
        </pc:inkChg>
        <pc:inkChg chg="add mod">
          <ac:chgData name="Rodica Ioana Lung" userId="64ee56e8d7162e1e" providerId="LiveId" clId="{0F6830A5-18AB-4F1B-8BBB-DA235794CEC1}" dt="2026-01-12T15:31:36.581" v="218"/>
          <ac:inkMkLst>
            <pc:docMk/>
            <pc:sldMk cId="272481279" sldId="264"/>
            <ac:inkMk id="27" creationId="{AD6CA5DB-2ACE-306F-C404-F1C9F84E60F3}"/>
          </ac:inkMkLst>
        </pc:inkChg>
        <pc:inkChg chg="add mod">
          <ac:chgData name="Rodica Ioana Lung" userId="64ee56e8d7162e1e" providerId="LiveId" clId="{0F6830A5-18AB-4F1B-8BBB-DA235794CEC1}" dt="2026-01-12T15:31:39.347" v="222"/>
          <ac:inkMkLst>
            <pc:docMk/>
            <pc:sldMk cId="272481279" sldId="264"/>
            <ac:inkMk id="29" creationId="{07610B2C-AA4D-CCD8-90FF-9FE5125BCB11}"/>
          </ac:inkMkLst>
        </pc:inkChg>
        <pc:inkChg chg="add mod">
          <ac:chgData name="Rodica Ioana Lung" userId="64ee56e8d7162e1e" providerId="LiveId" clId="{0F6830A5-18AB-4F1B-8BBB-DA235794CEC1}" dt="2026-01-12T15:31:39.347" v="222"/>
          <ac:inkMkLst>
            <pc:docMk/>
            <pc:sldMk cId="272481279" sldId="264"/>
            <ac:inkMk id="30" creationId="{71A05B1F-23AD-B6E2-0CAC-6B80EFA14BBA}"/>
          </ac:inkMkLst>
        </pc:inkChg>
        <pc:inkChg chg="add mod">
          <ac:chgData name="Rodica Ioana Lung" userId="64ee56e8d7162e1e" providerId="LiveId" clId="{0F6830A5-18AB-4F1B-8BBB-DA235794CEC1}" dt="2026-01-12T15:31:39.347" v="222"/>
          <ac:inkMkLst>
            <pc:docMk/>
            <pc:sldMk cId="272481279" sldId="264"/>
            <ac:inkMk id="31" creationId="{E0F08520-66E5-463A-ACBC-B1D0E1C599E3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33" creationId="{9F6154F7-0259-9D47-9BCB-5E9453F76FF8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34" creationId="{0EA5EB31-2136-9124-7702-91031E84FFA5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36" creationId="{DB3DE60E-BC98-78FE-E729-85B4E426D555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37" creationId="{D61E8B8B-A38F-FC65-BF02-61D95EA8A572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38" creationId="{0DE8FF00-523A-AA1E-DBE5-84D706CEB918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40" creationId="{34B3B40F-D2C9-DC0C-1870-851D6BA517C3}"/>
          </ac:inkMkLst>
        </pc:inkChg>
        <pc:inkChg chg="add">
          <ac:chgData name="Rodica Ioana Lung" userId="64ee56e8d7162e1e" providerId="LiveId" clId="{0F6830A5-18AB-4F1B-8BBB-DA235794CEC1}" dt="2026-01-12T15:31:51.620" v="232" actId="9405"/>
          <ac:inkMkLst>
            <pc:docMk/>
            <pc:sldMk cId="272481279" sldId="264"/>
            <ac:inkMk id="42" creationId="{D168B0FF-2191-BACB-1298-D4423EDEDBBA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43" creationId="{EE994109-31AE-B0CE-2D21-0818D4C6416C}"/>
          </ac:inkMkLst>
        </pc:inkChg>
        <pc:inkChg chg="add mod">
          <ac:chgData name="Rodica Ioana Lung" userId="64ee56e8d7162e1e" providerId="LiveId" clId="{0F6830A5-18AB-4F1B-8BBB-DA235794CEC1}" dt="2026-01-12T15:31:54.163" v="235"/>
          <ac:inkMkLst>
            <pc:docMk/>
            <pc:sldMk cId="272481279" sldId="264"/>
            <ac:inkMk id="44" creationId="{85277E9D-D7BD-98A3-ADE3-A1DD896A4D15}"/>
          </ac:inkMkLst>
        </pc:inkChg>
        <pc:inkChg chg="add mod">
          <ac:chgData name="Rodica Ioana Lung" userId="64ee56e8d7162e1e" providerId="LiveId" clId="{0F6830A5-18AB-4F1B-8BBB-DA235794CEC1}" dt="2026-01-12T15:32:09.888" v="244"/>
          <ac:inkMkLst>
            <pc:docMk/>
            <pc:sldMk cId="272481279" sldId="264"/>
            <ac:inkMk id="46" creationId="{FB761EAD-FCAD-6400-71D8-F4782A386BE2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47" creationId="{04AFFE6B-6319-6CFD-ADCA-83C6A6901CDE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48" creationId="{01C199E9-5D2A-98A3-43F9-73864894BA67}"/>
          </ac:inkMkLst>
        </pc:inkChg>
        <pc:inkChg chg="add mod">
          <ac:chgData name="Rodica Ioana Lung" userId="64ee56e8d7162e1e" providerId="LiveId" clId="{0F6830A5-18AB-4F1B-8BBB-DA235794CEC1}" dt="2026-01-12T15:32:09.888" v="244"/>
          <ac:inkMkLst>
            <pc:docMk/>
            <pc:sldMk cId="272481279" sldId="264"/>
            <ac:inkMk id="50" creationId="{D1645CF1-49A7-F80D-9491-074C9FBC4AE5}"/>
          </ac:inkMkLst>
        </pc:inkChg>
        <pc:inkChg chg="add mod">
          <ac:chgData name="Rodica Ioana Lung" userId="64ee56e8d7162e1e" providerId="LiveId" clId="{0F6830A5-18AB-4F1B-8BBB-DA235794CEC1}" dt="2026-01-12T15:32:09.888" v="244"/>
          <ac:inkMkLst>
            <pc:docMk/>
            <pc:sldMk cId="272481279" sldId="264"/>
            <ac:inkMk id="52" creationId="{38A27785-F0BB-2B19-AC08-3D4DF4E49D9F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53" creationId="{279E2851-513F-03F6-77BD-7357D1C0E884}"/>
          </ac:inkMkLst>
        </pc:inkChg>
        <pc:inkChg chg="add">
          <ac:chgData name="Rodica Ioana Lung" userId="64ee56e8d7162e1e" providerId="LiveId" clId="{0F6830A5-18AB-4F1B-8BBB-DA235794CEC1}" dt="2026-01-12T15:32:10.881" v="245" actId="9405"/>
          <ac:inkMkLst>
            <pc:docMk/>
            <pc:sldMk cId="272481279" sldId="264"/>
            <ac:inkMk id="55" creationId="{4C241E60-1C6B-6942-F2C8-EC69B78D8764}"/>
          </ac:inkMkLst>
        </pc:inkChg>
        <pc:inkChg chg="add">
          <ac:chgData name="Rodica Ioana Lung" userId="64ee56e8d7162e1e" providerId="LiveId" clId="{0F6830A5-18AB-4F1B-8BBB-DA235794CEC1}" dt="2026-01-12T15:32:11.230" v="246" actId="9405"/>
          <ac:inkMkLst>
            <pc:docMk/>
            <pc:sldMk cId="272481279" sldId="264"/>
            <ac:inkMk id="56" creationId="{4E919C84-FDEF-3E41-E10C-9D5A1A5369B5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57" creationId="{D02E8161-844F-7B10-92DA-4378C2373026}"/>
          </ac:inkMkLst>
        </pc:inkChg>
        <pc:inkChg chg="add">
          <ac:chgData name="Rodica Ioana Lung" userId="64ee56e8d7162e1e" providerId="LiveId" clId="{0F6830A5-18AB-4F1B-8BBB-DA235794CEC1}" dt="2026-01-12T15:32:11.964" v="248" actId="9405"/>
          <ac:inkMkLst>
            <pc:docMk/>
            <pc:sldMk cId="272481279" sldId="264"/>
            <ac:inkMk id="58" creationId="{3177A220-3B7D-1476-CA90-AC549EE99487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59" creationId="{447425EE-EF40-FEBA-A04D-3AE0231703FE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60" creationId="{A3C4C0D7-2970-7769-8F74-2CD3C0F3E851}"/>
          </ac:inkMkLst>
        </pc:inkChg>
        <pc:inkChg chg="add">
          <ac:chgData name="Rodica Ioana Lung" userId="64ee56e8d7162e1e" providerId="LiveId" clId="{0F6830A5-18AB-4F1B-8BBB-DA235794CEC1}" dt="2026-01-12T15:32:14.851" v="251" actId="9405"/>
          <ac:inkMkLst>
            <pc:docMk/>
            <pc:sldMk cId="272481279" sldId="264"/>
            <ac:inkMk id="61" creationId="{4C139A85-9D9B-1184-3C52-C2CC87CAD820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62" creationId="{C40DBE94-E565-11E2-70EC-F60B55ED1C2D}"/>
          </ac:inkMkLst>
        </pc:inkChg>
        <pc:inkChg chg="add mod">
          <ac:chgData name="Rodica Ioana Lung" userId="64ee56e8d7162e1e" providerId="LiveId" clId="{0F6830A5-18AB-4F1B-8BBB-DA235794CEC1}" dt="2026-01-12T15:32:17.346" v="254"/>
          <ac:inkMkLst>
            <pc:docMk/>
            <pc:sldMk cId="272481279" sldId="264"/>
            <ac:inkMk id="63" creationId="{50F494BE-194D-2D98-9944-598751E0EAC6}"/>
          </ac:inkMkLst>
        </pc:inkChg>
        <pc:inkChg chg="add">
          <ac:chgData name="Rodica Ioana Lung" userId="64ee56e8d7162e1e" providerId="LiveId" clId="{0F6830A5-18AB-4F1B-8BBB-DA235794CEC1}" dt="2026-01-12T15:32:18.937" v="255" actId="9405"/>
          <ac:inkMkLst>
            <pc:docMk/>
            <pc:sldMk cId="272481279" sldId="264"/>
            <ac:inkMk id="65" creationId="{DFACAC8B-BD04-99A3-209B-5FB914504EFF}"/>
          </ac:inkMkLst>
        </pc:inkChg>
        <pc:inkChg chg="add">
          <ac:chgData name="Rodica Ioana Lung" userId="64ee56e8d7162e1e" providerId="LiveId" clId="{0F6830A5-18AB-4F1B-8BBB-DA235794CEC1}" dt="2026-01-12T15:32:20.951" v="256" actId="9405"/>
          <ac:inkMkLst>
            <pc:docMk/>
            <pc:sldMk cId="272481279" sldId="264"/>
            <ac:inkMk id="66" creationId="{A53C4E88-EA0B-4E02-4D84-61B9EB34FF09}"/>
          </ac:inkMkLst>
        </pc:inkChg>
        <pc:inkChg chg="add mod">
          <ac:chgData name="Rodica Ioana Lung" userId="64ee56e8d7162e1e" providerId="LiveId" clId="{0F6830A5-18AB-4F1B-8BBB-DA235794CEC1}" dt="2026-01-12T15:32:27.307" v="259"/>
          <ac:inkMkLst>
            <pc:docMk/>
            <pc:sldMk cId="272481279" sldId="264"/>
            <ac:inkMk id="67" creationId="{5914BD50-3964-C119-73E8-57F9D6208B6C}"/>
          </ac:inkMkLst>
        </pc:inkChg>
        <pc:inkChg chg="add mod">
          <ac:chgData name="Rodica Ioana Lung" userId="64ee56e8d7162e1e" providerId="LiveId" clId="{0F6830A5-18AB-4F1B-8BBB-DA235794CEC1}" dt="2026-01-12T15:32:27.307" v="259"/>
          <ac:inkMkLst>
            <pc:docMk/>
            <pc:sldMk cId="272481279" sldId="264"/>
            <ac:inkMk id="68" creationId="{9E8E0AC6-3C21-49F5-B735-4131CA1E9ED9}"/>
          </ac:inkMkLst>
        </pc:inkChg>
        <pc:inkChg chg="add">
          <ac:chgData name="Rodica Ioana Lung" userId="64ee56e8d7162e1e" providerId="LiveId" clId="{0F6830A5-18AB-4F1B-8BBB-DA235794CEC1}" dt="2026-01-12T15:32:30.985" v="260" actId="9405"/>
          <ac:inkMkLst>
            <pc:docMk/>
            <pc:sldMk cId="272481279" sldId="264"/>
            <ac:inkMk id="70" creationId="{62689CDF-3E2C-3AEB-E6C3-88175AFFB2FB}"/>
          </ac:inkMkLst>
        </pc:inkChg>
        <pc:inkChg chg="add mod">
          <ac:chgData name="Rodica Ioana Lung" userId="64ee56e8d7162e1e" providerId="LiveId" clId="{0F6830A5-18AB-4F1B-8BBB-DA235794CEC1}" dt="2026-01-12T15:39:28.832" v="381"/>
          <ac:inkMkLst>
            <pc:docMk/>
            <pc:sldMk cId="272481279" sldId="264"/>
            <ac:inkMk id="71" creationId="{D00CADF6-ABD8-4F92-C0C8-1D60EFAFA413}"/>
          </ac:inkMkLst>
        </pc:inkChg>
        <pc:inkChg chg="add mod">
          <ac:chgData name="Rodica Ioana Lung" userId="64ee56e8d7162e1e" providerId="LiveId" clId="{0F6830A5-18AB-4F1B-8BBB-DA235794CEC1}" dt="2026-01-12T15:39:28.832" v="381"/>
          <ac:inkMkLst>
            <pc:docMk/>
            <pc:sldMk cId="272481279" sldId="264"/>
            <ac:inkMk id="72" creationId="{68F2B515-A515-AF75-E851-65F1109ED1E0}"/>
          </ac:inkMkLst>
        </pc:inkChg>
        <pc:inkChg chg="add mod">
          <ac:chgData name="Rodica Ioana Lung" userId="64ee56e8d7162e1e" providerId="LiveId" clId="{0F6830A5-18AB-4F1B-8BBB-DA235794CEC1}" dt="2026-01-12T15:39:44.097" v="384"/>
          <ac:inkMkLst>
            <pc:docMk/>
            <pc:sldMk cId="272481279" sldId="264"/>
            <ac:inkMk id="74" creationId="{61841CFC-6E52-299F-B381-8CB40D77D948}"/>
          </ac:inkMkLst>
        </pc:inkChg>
        <pc:inkChg chg="add mod">
          <ac:chgData name="Rodica Ioana Lung" userId="64ee56e8d7162e1e" providerId="LiveId" clId="{0F6830A5-18AB-4F1B-8BBB-DA235794CEC1}" dt="2026-01-12T15:39:44.097" v="384"/>
          <ac:inkMkLst>
            <pc:docMk/>
            <pc:sldMk cId="272481279" sldId="264"/>
            <ac:inkMk id="75" creationId="{B0B5B85E-DF2C-9DA6-6EDA-C88160F6C658}"/>
          </ac:inkMkLst>
        </pc:inkChg>
        <pc:inkChg chg="add mod">
          <ac:chgData name="Rodica Ioana Lung" userId="64ee56e8d7162e1e" providerId="LiveId" clId="{0F6830A5-18AB-4F1B-8BBB-DA235794CEC1}" dt="2026-01-12T15:40:02.059" v="389"/>
          <ac:inkMkLst>
            <pc:docMk/>
            <pc:sldMk cId="272481279" sldId="264"/>
            <ac:inkMk id="77" creationId="{43205FE9-1FAD-E6C4-3472-876B41CB2C85}"/>
          </ac:inkMkLst>
        </pc:inkChg>
        <pc:inkChg chg="add mod">
          <ac:chgData name="Rodica Ioana Lung" userId="64ee56e8d7162e1e" providerId="LiveId" clId="{0F6830A5-18AB-4F1B-8BBB-DA235794CEC1}" dt="2026-01-12T15:40:02.059" v="389"/>
          <ac:inkMkLst>
            <pc:docMk/>
            <pc:sldMk cId="272481279" sldId="264"/>
            <ac:inkMk id="78" creationId="{CA187C8D-0598-3435-8CF8-A67A52BDB237}"/>
          </ac:inkMkLst>
        </pc:inkChg>
        <pc:inkChg chg="add mod">
          <ac:chgData name="Rodica Ioana Lung" userId="64ee56e8d7162e1e" providerId="LiveId" clId="{0F6830A5-18AB-4F1B-8BBB-DA235794CEC1}" dt="2026-01-12T15:40:02.059" v="389"/>
          <ac:inkMkLst>
            <pc:docMk/>
            <pc:sldMk cId="272481279" sldId="264"/>
            <ac:inkMk id="79" creationId="{B5CCC347-1E79-068D-56A8-F7700B95D468}"/>
          </ac:inkMkLst>
        </pc:inkChg>
        <pc:inkChg chg="add mod">
          <ac:chgData name="Rodica Ioana Lung" userId="64ee56e8d7162e1e" providerId="LiveId" clId="{0F6830A5-18AB-4F1B-8BBB-DA235794CEC1}" dt="2026-01-12T15:40:02.059" v="389"/>
          <ac:inkMkLst>
            <pc:docMk/>
            <pc:sldMk cId="272481279" sldId="264"/>
            <ac:inkMk id="80" creationId="{40CA9138-0D83-C8E5-CC7A-E999DF23E726}"/>
          </ac:inkMkLst>
        </pc:inkChg>
        <pc:inkChg chg="add">
          <ac:chgData name="Rodica Ioana Lung" userId="64ee56e8d7162e1e" providerId="LiveId" clId="{0F6830A5-18AB-4F1B-8BBB-DA235794CEC1}" dt="2026-01-12T15:40:09.019" v="390" actId="9405"/>
          <ac:inkMkLst>
            <pc:docMk/>
            <pc:sldMk cId="272481279" sldId="264"/>
            <ac:inkMk id="82" creationId="{906940D8-235F-E126-B9B4-7BD0FEAE025C}"/>
          </ac:inkMkLst>
        </pc:inkChg>
      </pc:sldChg>
      <pc:sldChg chg="addSp delSp modSp mod">
        <pc:chgData name="Rodica Ioana Lung" userId="64ee56e8d7162e1e" providerId="LiveId" clId="{0F6830A5-18AB-4F1B-8BBB-DA235794CEC1}" dt="2026-01-12T15:55:11.026" v="578"/>
        <pc:sldMkLst>
          <pc:docMk/>
          <pc:sldMk cId="1231036354" sldId="266"/>
        </pc:sldMkLst>
        <pc:grpChg chg="del mod">
          <ac:chgData name="Rodica Ioana Lung" userId="64ee56e8d7162e1e" providerId="LiveId" clId="{0F6830A5-18AB-4F1B-8BBB-DA235794CEC1}" dt="2026-01-12T15:53:43.812" v="571"/>
          <ac:grpSpMkLst>
            <pc:docMk/>
            <pc:sldMk cId="1231036354" sldId="266"/>
            <ac:grpSpMk id="9" creationId="{2060A1F1-3DDD-1628-481D-F3EB5E4C8C82}"/>
          </ac:grpSpMkLst>
        </pc:grpChg>
        <pc:grpChg chg="del mod">
          <ac:chgData name="Rodica Ioana Lung" userId="64ee56e8d7162e1e" providerId="LiveId" clId="{0F6830A5-18AB-4F1B-8BBB-DA235794CEC1}" dt="2026-01-12T15:53:36.125" v="562"/>
          <ac:grpSpMkLst>
            <pc:docMk/>
            <pc:sldMk cId="1231036354" sldId="266"/>
            <ac:grpSpMk id="14" creationId="{2EF9A907-E364-C728-238C-6543B03B301C}"/>
          </ac:grpSpMkLst>
        </pc:grpChg>
        <pc:grpChg chg="del mod">
          <ac:chgData name="Rodica Ioana Lung" userId="64ee56e8d7162e1e" providerId="LiveId" clId="{0F6830A5-18AB-4F1B-8BBB-DA235794CEC1}" dt="2026-01-12T15:53:43.812" v="571"/>
          <ac:grpSpMkLst>
            <pc:docMk/>
            <pc:sldMk cId="1231036354" sldId="266"/>
            <ac:grpSpMk id="16" creationId="{DCE69116-5E13-342D-147F-1A4DC80047D5}"/>
          </ac:grpSpMkLst>
        </pc:grpChg>
        <pc:grpChg chg="del mod">
          <ac:chgData name="Rodica Ioana Lung" userId="64ee56e8d7162e1e" providerId="LiveId" clId="{0F6830A5-18AB-4F1B-8BBB-DA235794CEC1}" dt="2026-01-12T15:55:11.026" v="578"/>
          <ac:grpSpMkLst>
            <pc:docMk/>
            <pc:sldMk cId="1231036354" sldId="266"/>
            <ac:grpSpMk id="25" creationId="{F091052E-75E2-8F12-73D8-A6AD9C16C7AF}"/>
          </ac:grpSpMkLst>
        </pc:grpChg>
        <pc:grpChg chg="mod">
          <ac:chgData name="Rodica Ioana Lung" userId="64ee56e8d7162e1e" providerId="LiveId" clId="{0F6830A5-18AB-4F1B-8BBB-DA235794CEC1}" dt="2026-01-12T15:55:08.556" v="575"/>
          <ac:grpSpMkLst>
            <pc:docMk/>
            <pc:sldMk cId="1231036354" sldId="266"/>
            <ac:grpSpMk id="29" creationId="{A9AB8214-5FC5-5506-9C75-0191632125A3}"/>
          </ac:grpSpMkLst>
        </pc:grpChg>
        <pc:grpChg chg="mod">
          <ac:chgData name="Rodica Ioana Lung" userId="64ee56e8d7162e1e" providerId="LiveId" clId="{0F6830A5-18AB-4F1B-8BBB-DA235794CEC1}" dt="2026-01-12T15:55:11.026" v="578"/>
          <ac:grpSpMkLst>
            <pc:docMk/>
            <pc:sldMk cId="1231036354" sldId="266"/>
            <ac:grpSpMk id="32" creationId="{B4BFAE6B-E078-C8BE-E13D-589F873B67FE}"/>
          </ac:grpSpMkLst>
        </pc:grpChg>
        <pc:inkChg chg="add">
          <ac:chgData name="Rodica Ioana Lung" userId="64ee56e8d7162e1e" providerId="LiveId" clId="{0F6830A5-18AB-4F1B-8BBB-DA235794CEC1}" dt="2026-01-12T15:53:10.682" v="553" actId="9405"/>
          <ac:inkMkLst>
            <pc:docMk/>
            <pc:sldMk cId="1231036354" sldId="266"/>
            <ac:inkMk id="5" creationId="{BF74753A-5A93-2E1A-F516-01BB187720F5}"/>
          </ac:inkMkLst>
        </pc:inkChg>
        <pc:inkChg chg="add">
          <ac:chgData name="Rodica Ioana Lung" userId="64ee56e8d7162e1e" providerId="LiveId" clId="{0F6830A5-18AB-4F1B-8BBB-DA235794CEC1}" dt="2026-01-12T15:53:13.303" v="554" actId="9405"/>
          <ac:inkMkLst>
            <pc:docMk/>
            <pc:sldMk cId="1231036354" sldId="266"/>
            <ac:inkMk id="6" creationId="{430110D7-EE0C-0282-2ADD-F811D219C7D7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7" creationId="{BE7D5DAE-B6F0-EE9C-495C-1DD3D53668C7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8" creationId="{B0040628-EF7C-309D-88A3-D735D480D626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11" creationId="{F47CC3DC-C9B9-307C-ADAF-591C3C78DC39}"/>
          </ac:inkMkLst>
        </pc:inkChg>
        <pc:inkChg chg="add mod">
          <ac:chgData name="Rodica Ioana Lung" userId="64ee56e8d7162e1e" providerId="LiveId" clId="{0F6830A5-18AB-4F1B-8BBB-DA235794CEC1}" dt="2026-01-12T15:53:36.125" v="562"/>
          <ac:inkMkLst>
            <pc:docMk/>
            <pc:sldMk cId="1231036354" sldId="266"/>
            <ac:inkMk id="12" creationId="{D257464A-BD45-D2A2-163C-913631F01BA4}"/>
          </ac:inkMkLst>
        </pc:inkChg>
        <pc:inkChg chg="add mod">
          <ac:chgData name="Rodica Ioana Lung" userId="64ee56e8d7162e1e" providerId="LiveId" clId="{0F6830A5-18AB-4F1B-8BBB-DA235794CEC1}" dt="2026-01-12T15:53:36.125" v="562"/>
          <ac:inkMkLst>
            <pc:docMk/>
            <pc:sldMk cId="1231036354" sldId="266"/>
            <ac:inkMk id="15" creationId="{68C0E38F-5B8C-DFA3-2CD1-C2FF6201F85C}"/>
          </ac:inkMkLst>
        </pc:inkChg>
        <pc:inkChg chg="add">
          <ac:chgData name="Rodica Ioana Lung" userId="64ee56e8d7162e1e" providerId="LiveId" clId="{0F6830A5-18AB-4F1B-8BBB-DA235794CEC1}" dt="2026-01-12T15:53:39.785" v="563" actId="9405"/>
          <ac:inkMkLst>
            <pc:docMk/>
            <pc:sldMk cId="1231036354" sldId="266"/>
            <ac:inkMk id="17" creationId="{2ED65F78-1CAA-9E6F-F343-E3308F4A696B}"/>
          </ac:inkMkLst>
        </pc:inkChg>
        <pc:inkChg chg="add mod">
          <ac:chgData name="Rodica Ioana Lung" userId="64ee56e8d7162e1e" providerId="LiveId" clId="{0F6830A5-18AB-4F1B-8BBB-DA235794CEC1}" dt="2026-01-12T15:53:43.812" v="571"/>
          <ac:inkMkLst>
            <pc:docMk/>
            <pc:sldMk cId="1231036354" sldId="266"/>
            <ac:inkMk id="18" creationId="{99F37017-38C5-B7E5-0619-172E251F6956}"/>
          </ac:inkMkLst>
        </pc:inkChg>
        <pc:inkChg chg="add">
          <ac:chgData name="Rodica Ioana Lung" userId="64ee56e8d7162e1e" providerId="LiveId" clId="{0F6830A5-18AB-4F1B-8BBB-DA235794CEC1}" dt="2026-01-12T15:53:40.964" v="565" actId="9405"/>
          <ac:inkMkLst>
            <pc:docMk/>
            <pc:sldMk cId="1231036354" sldId="266"/>
            <ac:inkMk id="19" creationId="{E298459F-74E0-6CB8-49E7-4DD22588DF69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20" creationId="{1B1D441D-A231-275A-E68F-ACC6330B79D5}"/>
          </ac:inkMkLst>
        </pc:inkChg>
        <pc:inkChg chg="add">
          <ac:chgData name="Rodica Ioana Lung" userId="64ee56e8d7162e1e" providerId="LiveId" clId="{0F6830A5-18AB-4F1B-8BBB-DA235794CEC1}" dt="2026-01-12T15:53:42.316" v="567" actId="9405"/>
          <ac:inkMkLst>
            <pc:docMk/>
            <pc:sldMk cId="1231036354" sldId="266"/>
            <ac:inkMk id="21" creationId="{0D41BB8F-ABCB-0C01-3E92-D7500483EA7F}"/>
          </ac:inkMkLst>
        </pc:inkChg>
        <pc:inkChg chg="add">
          <ac:chgData name="Rodica Ioana Lung" userId="64ee56e8d7162e1e" providerId="LiveId" clId="{0F6830A5-18AB-4F1B-8BBB-DA235794CEC1}" dt="2026-01-12T15:53:42.534" v="568" actId="9405"/>
          <ac:inkMkLst>
            <pc:docMk/>
            <pc:sldMk cId="1231036354" sldId="266"/>
            <ac:inkMk id="22" creationId="{C69550F7-7ACF-D52A-E3D1-6F5EDA74EA57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23" creationId="{CF2BC865-756A-B29F-C1CE-520C8646AD6A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24" creationId="{ED5E67DA-3E0B-A311-99A4-8E3C6B516164}"/>
          </ac:inkMkLst>
        </pc:inkChg>
        <pc:inkChg chg="add">
          <ac:chgData name="Rodica Ioana Lung" userId="64ee56e8d7162e1e" providerId="LiveId" clId="{0F6830A5-18AB-4F1B-8BBB-DA235794CEC1}" dt="2026-01-12T15:54:24.682" v="572" actId="9405"/>
          <ac:inkMkLst>
            <pc:docMk/>
            <pc:sldMk cId="1231036354" sldId="266"/>
            <ac:inkMk id="26" creationId="{B7D8E50A-C2C1-AB7A-4F82-CA3586DB6E4F}"/>
          </ac:inkMkLst>
        </pc:inkChg>
        <pc:inkChg chg="add mod">
          <ac:chgData name="Rodica Ioana Lung" userId="64ee56e8d7162e1e" providerId="LiveId" clId="{0F6830A5-18AB-4F1B-8BBB-DA235794CEC1}" dt="2026-01-12T15:55:08.556" v="575"/>
          <ac:inkMkLst>
            <pc:docMk/>
            <pc:sldMk cId="1231036354" sldId="266"/>
            <ac:inkMk id="27" creationId="{2C4B1B9B-3BE9-750D-F2CE-9DCDCEB47406}"/>
          </ac:inkMkLst>
        </pc:inkChg>
        <pc:inkChg chg="add mod">
          <ac:chgData name="Rodica Ioana Lung" userId="64ee56e8d7162e1e" providerId="LiveId" clId="{0F6830A5-18AB-4F1B-8BBB-DA235794CEC1}" dt="2026-01-12T15:55:08.556" v="575"/>
          <ac:inkMkLst>
            <pc:docMk/>
            <pc:sldMk cId="1231036354" sldId="266"/>
            <ac:inkMk id="28" creationId="{D7491A74-0AB3-9AC5-642E-51EC8A1FE4EA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30" creationId="{F91BD97E-54C0-98D2-A0E8-8FB99E1234E1}"/>
          </ac:inkMkLst>
        </pc:inkChg>
        <pc:inkChg chg="add mod">
          <ac:chgData name="Rodica Ioana Lung" userId="64ee56e8d7162e1e" providerId="LiveId" clId="{0F6830A5-18AB-4F1B-8BBB-DA235794CEC1}" dt="2026-01-12T15:55:11.026" v="578"/>
          <ac:inkMkLst>
            <pc:docMk/>
            <pc:sldMk cId="1231036354" sldId="266"/>
            <ac:inkMk id="31" creationId="{B6C459D0-C245-A94F-ACA4-DECB2B63AF38}"/>
          </ac:inkMkLst>
        </pc:inkChg>
      </pc:sldChg>
      <pc:sldChg chg="addSp mod">
        <pc:chgData name="Rodica Ioana Lung" userId="64ee56e8d7162e1e" providerId="LiveId" clId="{0F6830A5-18AB-4F1B-8BBB-DA235794CEC1}" dt="2026-01-12T15:55:26.941" v="579" actId="9405"/>
        <pc:sldMkLst>
          <pc:docMk/>
          <pc:sldMk cId="782530994" sldId="268"/>
        </pc:sldMkLst>
        <pc:inkChg chg="add">
          <ac:chgData name="Rodica Ioana Lung" userId="64ee56e8d7162e1e" providerId="LiveId" clId="{0F6830A5-18AB-4F1B-8BBB-DA235794CEC1}" dt="2026-01-12T15:55:26.941" v="579" actId="9405"/>
          <ac:inkMkLst>
            <pc:docMk/>
            <pc:sldMk cId="782530994" sldId="268"/>
            <ac:inkMk id="5" creationId="{074CB344-BAC2-1DBB-31EB-A07FE694DE2B}"/>
          </ac:inkMkLst>
        </pc:inkChg>
      </pc:sldChg>
      <pc:sldChg chg="addSp delSp modSp mod">
        <pc:chgData name="Rodica Ioana Lung" userId="64ee56e8d7162e1e" providerId="LiveId" clId="{0F6830A5-18AB-4F1B-8BBB-DA235794CEC1}" dt="2026-01-12T16:08:11.465" v="892" actId="9405"/>
        <pc:sldMkLst>
          <pc:docMk/>
          <pc:sldMk cId="2739362072" sldId="271"/>
        </pc:sldMkLst>
        <pc:grpChg chg="del mod">
          <ac:chgData name="Rodica Ioana Lung" userId="64ee56e8d7162e1e" providerId="LiveId" clId="{0F6830A5-18AB-4F1B-8BBB-DA235794CEC1}" dt="2026-01-12T16:06:17.620" v="830"/>
          <ac:grpSpMkLst>
            <pc:docMk/>
            <pc:sldMk cId="2739362072" sldId="271"/>
            <ac:grpSpMk id="10" creationId="{F1F6CE8E-B1C1-B3F0-0BCF-7BDA12EC395A}"/>
          </ac:grpSpMkLst>
        </pc:grpChg>
        <pc:grpChg chg="mod">
          <ac:chgData name="Rodica Ioana Lung" userId="64ee56e8d7162e1e" providerId="LiveId" clId="{0F6830A5-18AB-4F1B-8BBB-DA235794CEC1}" dt="2026-01-12T16:06:17.620" v="830"/>
          <ac:grpSpMkLst>
            <pc:docMk/>
            <pc:sldMk cId="2739362072" sldId="271"/>
            <ac:grpSpMk id="13" creationId="{8FC59795-4E1F-64D2-4608-B6AA23322FE0}"/>
          </ac:grpSpMkLst>
        </pc:grpChg>
        <pc:grpChg chg="del mod">
          <ac:chgData name="Rodica Ioana Lung" userId="64ee56e8d7162e1e" providerId="LiveId" clId="{0F6830A5-18AB-4F1B-8BBB-DA235794CEC1}" dt="2026-01-12T16:06:25.432" v="837"/>
          <ac:grpSpMkLst>
            <pc:docMk/>
            <pc:sldMk cId="2739362072" sldId="271"/>
            <ac:grpSpMk id="18" creationId="{AE48DB62-ABA6-D6FA-C2ED-0F0DC2EF2CEE}"/>
          </ac:grpSpMkLst>
        </pc:grpChg>
        <pc:grpChg chg="mod">
          <ac:chgData name="Rodica Ioana Lung" userId="64ee56e8d7162e1e" providerId="LiveId" clId="{0F6830A5-18AB-4F1B-8BBB-DA235794CEC1}" dt="2026-01-12T16:06:25.432" v="837"/>
          <ac:grpSpMkLst>
            <pc:docMk/>
            <pc:sldMk cId="2739362072" sldId="271"/>
            <ac:grpSpMk id="20" creationId="{AF91781A-FA3F-B432-7A49-5B883D232174}"/>
          </ac:grpSpMkLst>
        </pc:grpChg>
        <pc:grpChg chg="mod">
          <ac:chgData name="Rodica Ioana Lung" userId="64ee56e8d7162e1e" providerId="LiveId" clId="{0F6830A5-18AB-4F1B-8BBB-DA235794CEC1}" dt="2026-01-12T16:06:32.554" v="844"/>
          <ac:grpSpMkLst>
            <pc:docMk/>
            <pc:sldMk cId="2739362072" sldId="271"/>
            <ac:grpSpMk id="27" creationId="{4632D94E-6ED5-D590-8BEB-0A6024291AEA}"/>
          </ac:grpSpMkLst>
        </pc:grpChg>
        <pc:grpChg chg="del mod">
          <ac:chgData name="Rodica Ioana Lung" userId="64ee56e8d7162e1e" providerId="LiveId" clId="{0F6830A5-18AB-4F1B-8BBB-DA235794CEC1}" dt="2026-01-12T16:06:54.391" v="855"/>
          <ac:grpSpMkLst>
            <pc:docMk/>
            <pc:sldMk cId="2739362072" sldId="271"/>
            <ac:grpSpMk id="35" creationId="{D4064C23-BD9D-4EB9-B354-1E266BDA7EDE}"/>
          </ac:grpSpMkLst>
        </pc:grpChg>
        <pc:grpChg chg="mod">
          <ac:chgData name="Rodica Ioana Lung" userId="64ee56e8d7162e1e" providerId="LiveId" clId="{0F6830A5-18AB-4F1B-8BBB-DA235794CEC1}" dt="2026-01-12T16:06:54.391" v="855"/>
          <ac:grpSpMkLst>
            <pc:docMk/>
            <pc:sldMk cId="2739362072" sldId="271"/>
            <ac:grpSpMk id="38" creationId="{DE82BFA1-7CA1-B970-F1D0-1A3F7D25B991}"/>
          </ac:grpSpMkLst>
        </pc:grpChg>
        <pc:grpChg chg="del mod">
          <ac:chgData name="Rodica Ioana Lung" userId="64ee56e8d7162e1e" providerId="LiveId" clId="{0F6830A5-18AB-4F1B-8BBB-DA235794CEC1}" dt="2026-01-12T16:07:10.426" v="861"/>
          <ac:grpSpMkLst>
            <pc:docMk/>
            <pc:sldMk cId="2739362072" sldId="271"/>
            <ac:grpSpMk id="41" creationId="{5BEE0410-831E-F4A8-4C56-5B9B2D9FE586}"/>
          </ac:grpSpMkLst>
        </pc:grpChg>
        <pc:grpChg chg="del mod">
          <ac:chgData name="Rodica Ioana Lung" userId="64ee56e8d7162e1e" providerId="LiveId" clId="{0F6830A5-18AB-4F1B-8BBB-DA235794CEC1}" dt="2026-01-12T16:07:12.089" v="864"/>
          <ac:grpSpMkLst>
            <pc:docMk/>
            <pc:sldMk cId="2739362072" sldId="271"/>
            <ac:grpSpMk id="44" creationId="{D7BEE87A-3D95-64CB-814F-56F526FC1577}"/>
          </ac:grpSpMkLst>
        </pc:grpChg>
        <pc:grpChg chg="mod">
          <ac:chgData name="Rodica Ioana Lung" userId="64ee56e8d7162e1e" providerId="LiveId" clId="{0F6830A5-18AB-4F1B-8BBB-DA235794CEC1}" dt="2026-01-12T16:07:12.089" v="864"/>
          <ac:grpSpMkLst>
            <pc:docMk/>
            <pc:sldMk cId="2739362072" sldId="271"/>
            <ac:grpSpMk id="47" creationId="{51E194D1-530B-5B74-7EF0-E75FC6E1B91F}"/>
          </ac:grpSpMkLst>
        </pc:grpChg>
        <pc:grpChg chg="mod">
          <ac:chgData name="Rodica Ioana Lung" userId="64ee56e8d7162e1e" providerId="LiveId" clId="{0F6830A5-18AB-4F1B-8BBB-DA235794CEC1}" dt="2026-01-12T16:07:16.220" v="867"/>
          <ac:grpSpMkLst>
            <pc:docMk/>
            <pc:sldMk cId="2739362072" sldId="271"/>
            <ac:grpSpMk id="50" creationId="{05D51EC7-D2FB-1AD8-7B68-D217A3673C95}"/>
          </ac:grpSpMkLst>
        </pc:grpChg>
        <pc:grpChg chg="del mod">
          <ac:chgData name="Rodica Ioana Lung" userId="64ee56e8d7162e1e" providerId="LiveId" clId="{0F6830A5-18AB-4F1B-8BBB-DA235794CEC1}" dt="2026-01-12T16:07:46.546" v="879"/>
          <ac:grpSpMkLst>
            <pc:docMk/>
            <pc:sldMk cId="2739362072" sldId="271"/>
            <ac:grpSpMk id="53" creationId="{A33821AD-5555-2502-9254-0EDB7B5CE604}"/>
          </ac:grpSpMkLst>
        </pc:grpChg>
        <pc:grpChg chg="mod">
          <ac:chgData name="Rodica Ioana Lung" userId="64ee56e8d7162e1e" providerId="LiveId" clId="{0F6830A5-18AB-4F1B-8BBB-DA235794CEC1}" dt="2026-01-12T16:07:26.882" v="873"/>
          <ac:grpSpMkLst>
            <pc:docMk/>
            <pc:sldMk cId="2739362072" sldId="271"/>
            <ac:grpSpMk id="56" creationId="{90B4567B-692D-5007-33A9-2002CACC4DE6}"/>
          </ac:grpSpMkLst>
        </pc:grpChg>
        <pc:grpChg chg="del mod">
          <ac:chgData name="Rodica Ioana Lung" userId="64ee56e8d7162e1e" providerId="LiveId" clId="{0F6830A5-18AB-4F1B-8BBB-DA235794CEC1}" dt="2026-01-12T16:07:59.414" v="889"/>
          <ac:grpSpMkLst>
            <pc:docMk/>
            <pc:sldMk cId="2739362072" sldId="271"/>
            <ac:grpSpMk id="59" creationId="{D7BAF77D-A053-142B-839F-1F635F84DC38}"/>
          </ac:grpSpMkLst>
        </pc:grpChg>
        <pc:grpChg chg="mod">
          <ac:chgData name="Rodica Ioana Lung" userId="64ee56e8d7162e1e" providerId="LiveId" clId="{0F6830A5-18AB-4F1B-8BBB-DA235794CEC1}" dt="2026-01-12T16:07:46.546" v="879"/>
          <ac:grpSpMkLst>
            <pc:docMk/>
            <pc:sldMk cId="2739362072" sldId="271"/>
            <ac:grpSpMk id="62" creationId="{B770651B-6A1E-4665-B0F6-0D74DAE4C1AD}"/>
          </ac:grpSpMkLst>
        </pc:grpChg>
        <pc:grpChg chg="del mod">
          <ac:chgData name="Rodica Ioana Lung" userId="64ee56e8d7162e1e" providerId="LiveId" clId="{0F6830A5-18AB-4F1B-8BBB-DA235794CEC1}" dt="2026-01-12T16:07:52.739" v="884"/>
          <ac:grpSpMkLst>
            <pc:docMk/>
            <pc:sldMk cId="2739362072" sldId="271"/>
            <ac:grpSpMk id="65" creationId="{98A626B0-15B7-366E-FEE5-137C33564873}"/>
          </ac:grpSpMkLst>
        </pc:grpChg>
        <pc:grpChg chg="del mod">
          <ac:chgData name="Rodica Ioana Lung" userId="64ee56e8d7162e1e" providerId="LiveId" clId="{0F6830A5-18AB-4F1B-8BBB-DA235794CEC1}" dt="2026-01-12T16:07:54.607" v="886"/>
          <ac:grpSpMkLst>
            <pc:docMk/>
            <pc:sldMk cId="2739362072" sldId="271"/>
            <ac:grpSpMk id="67" creationId="{36D23674-1912-C8F0-6026-C983AB49E3DB}"/>
          </ac:grpSpMkLst>
        </pc:grpChg>
        <pc:grpChg chg="del mod">
          <ac:chgData name="Rodica Ioana Lung" userId="64ee56e8d7162e1e" providerId="LiveId" clId="{0F6830A5-18AB-4F1B-8BBB-DA235794CEC1}" dt="2026-01-12T16:08:04.202" v="891"/>
          <ac:grpSpMkLst>
            <pc:docMk/>
            <pc:sldMk cId="2739362072" sldId="271"/>
            <ac:grpSpMk id="69" creationId="{0185589B-182B-BDD7-055E-9A5BF67042D3}"/>
          </ac:grpSpMkLst>
        </pc:grpChg>
        <pc:grpChg chg="mod">
          <ac:chgData name="Rodica Ioana Lung" userId="64ee56e8d7162e1e" providerId="LiveId" clId="{0F6830A5-18AB-4F1B-8BBB-DA235794CEC1}" dt="2026-01-12T16:07:59.414" v="889"/>
          <ac:grpSpMkLst>
            <pc:docMk/>
            <pc:sldMk cId="2739362072" sldId="271"/>
            <ac:grpSpMk id="72" creationId="{E0D46D6C-B427-0ECB-ED7A-4D3A1790461D}"/>
          </ac:grpSpMkLst>
        </pc:grpChg>
        <pc:grpChg chg="mod">
          <ac:chgData name="Rodica Ioana Lung" userId="64ee56e8d7162e1e" providerId="LiveId" clId="{0F6830A5-18AB-4F1B-8BBB-DA235794CEC1}" dt="2026-01-12T16:08:04.202" v="891"/>
          <ac:grpSpMkLst>
            <pc:docMk/>
            <pc:sldMk cId="2739362072" sldId="271"/>
            <ac:grpSpMk id="74" creationId="{BB15BFC4-BFD6-4081-7B62-73DA7DCD0B52}"/>
          </ac:grpSpMkLst>
        </pc:grpChg>
        <pc:inkChg chg="add">
          <ac:chgData name="Rodica Ioana Lung" userId="64ee56e8d7162e1e" providerId="LiveId" clId="{0F6830A5-18AB-4F1B-8BBB-DA235794CEC1}" dt="2026-01-12T16:05:40.622" v="823" actId="9405"/>
          <ac:inkMkLst>
            <pc:docMk/>
            <pc:sldMk cId="2739362072" sldId="271"/>
            <ac:inkMk id="4" creationId="{5CC005CD-AE51-AC4B-C3ED-92EEEC5BE334}"/>
          </ac:inkMkLst>
        </pc:inkChg>
        <pc:inkChg chg="add">
          <ac:chgData name="Rodica Ioana Lung" userId="64ee56e8d7162e1e" providerId="LiveId" clId="{0F6830A5-18AB-4F1B-8BBB-DA235794CEC1}" dt="2026-01-12T16:05:43.579" v="824" actId="9405"/>
          <ac:inkMkLst>
            <pc:docMk/>
            <pc:sldMk cId="2739362072" sldId="271"/>
            <ac:inkMk id="6" creationId="{F5897C9D-95BF-F2F5-7B30-A2AE2001538D}"/>
          </ac:inkMkLst>
        </pc:inkChg>
        <pc:inkChg chg="add mod">
          <ac:chgData name="Rodica Ioana Lung" userId="64ee56e8d7162e1e" providerId="LiveId" clId="{0F6830A5-18AB-4F1B-8BBB-DA235794CEC1}" dt="2026-01-12T16:06:17.620" v="830"/>
          <ac:inkMkLst>
            <pc:docMk/>
            <pc:sldMk cId="2739362072" sldId="271"/>
            <ac:inkMk id="7" creationId="{C05A347F-8FBB-ED7D-8AE6-EF1E2E90EE54}"/>
          </ac:inkMkLst>
        </pc:inkChg>
        <pc:inkChg chg="add mod">
          <ac:chgData name="Rodica Ioana Lung" userId="64ee56e8d7162e1e" providerId="LiveId" clId="{0F6830A5-18AB-4F1B-8BBB-DA235794CEC1}" dt="2026-01-12T16:06:17.620" v="830"/>
          <ac:inkMkLst>
            <pc:docMk/>
            <pc:sldMk cId="2739362072" sldId="271"/>
            <ac:inkMk id="8" creationId="{244345F7-6C11-14AD-0D6F-B75C5B11AE04}"/>
          </ac:inkMkLst>
        </pc:inkChg>
        <pc:inkChg chg="add mod">
          <ac:chgData name="Rodica Ioana Lung" userId="64ee56e8d7162e1e" providerId="LiveId" clId="{0F6830A5-18AB-4F1B-8BBB-DA235794CEC1}" dt="2026-01-12T16:06:17.620" v="830"/>
          <ac:inkMkLst>
            <pc:docMk/>
            <pc:sldMk cId="2739362072" sldId="271"/>
            <ac:inkMk id="11" creationId="{D46AFE22-9282-376F-2718-86EF967124B2}"/>
          </ac:inkMkLst>
        </pc:inkChg>
        <pc:inkChg chg="add">
          <ac:chgData name="Rodica Ioana Lung" userId="64ee56e8d7162e1e" providerId="LiveId" clId="{0F6830A5-18AB-4F1B-8BBB-DA235794CEC1}" dt="2026-01-12T16:06:16.501" v="829" actId="9405"/>
          <ac:inkMkLst>
            <pc:docMk/>
            <pc:sldMk cId="2739362072" sldId="271"/>
            <ac:inkMk id="12" creationId="{6F89E408-0C4F-5981-9A8D-ECF39970DD03}"/>
          </ac:inkMkLst>
        </pc:inkChg>
        <pc:inkChg chg="add">
          <ac:chgData name="Rodica Ioana Lung" userId="64ee56e8d7162e1e" providerId="LiveId" clId="{0F6830A5-18AB-4F1B-8BBB-DA235794CEC1}" dt="2026-01-12T16:06:18.631" v="831" actId="9405"/>
          <ac:inkMkLst>
            <pc:docMk/>
            <pc:sldMk cId="2739362072" sldId="271"/>
            <ac:inkMk id="14" creationId="{7F0D9DAD-D8C8-7825-87FC-7FFB01C9E233}"/>
          </ac:inkMkLst>
        </pc:inkChg>
        <pc:inkChg chg="add mod">
          <ac:chgData name="Rodica Ioana Lung" userId="64ee56e8d7162e1e" providerId="LiveId" clId="{0F6830A5-18AB-4F1B-8BBB-DA235794CEC1}" dt="2026-01-12T16:06:25.432" v="837"/>
          <ac:inkMkLst>
            <pc:docMk/>
            <pc:sldMk cId="2739362072" sldId="271"/>
            <ac:inkMk id="15" creationId="{518651B8-EEDD-2F17-ED62-5FD99D900752}"/>
          </ac:inkMkLst>
        </pc:inkChg>
        <pc:inkChg chg="add mod">
          <ac:chgData name="Rodica Ioana Lung" userId="64ee56e8d7162e1e" providerId="LiveId" clId="{0F6830A5-18AB-4F1B-8BBB-DA235794CEC1}" dt="2026-01-12T16:06:25.432" v="837"/>
          <ac:inkMkLst>
            <pc:docMk/>
            <pc:sldMk cId="2739362072" sldId="271"/>
            <ac:inkMk id="16" creationId="{6485F461-E15E-5438-B84E-82CEEEBFED67}"/>
          </ac:inkMkLst>
        </pc:inkChg>
        <pc:inkChg chg="add mod">
          <ac:chgData name="Rodica Ioana Lung" userId="64ee56e8d7162e1e" providerId="LiveId" clId="{0F6830A5-18AB-4F1B-8BBB-DA235794CEC1}" dt="2026-01-12T16:06:25.432" v="837"/>
          <ac:inkMkLst>
            <pc:docMk/>
            <pc:sldMk cId="2739362072" sldId="271"/>
            <ac:inkMk id="17" creationId="{31A13A4B-37AD-C992-4FE2-53DDC23F94B1}"/>
          </ac:inkMkLst>
        </pc:inkChg>
        <pc:inkChg chg="add mod">
          <ac:chgData name="Rodica Ioana Lung" userId="64ee56e8d7162e1e" providerId="LiveId" clId="{0F6830A5-18AB-4F1B-8BBB-DA235794CEC1}" dt="2026-01-12T16:06:25.432" v="837"/>
          <ac:inkMkLst>
            <pc:docMk/>
            <pc:sldMk cId="2739362072" sldId="271"/>
            <ac:inkMk id="19" creationId="{E00AD5BD-6B73-1F6C-A89A-FBD38794BE4F}"/>
          </ac:inkMkLst>
        </pc:inkChg>
        <pc:inkChg chg="add mod">
          <ac:chgData name="Rodica Ioana Lung" userId="64ee56e8d7162e1e" providerId="LiveId" clId="{0F6830A5-18AB-4F1B-8BBB-DA235794CEC1}" dt="2026-01-12T16:06:32.554" v="844"/>
          <ac:inkMkLst>
            <pc:docMk/>
            <pc:sldMk cId="2739362072" sldId="271"/>
            <ac:inkMk id="21" creationId="{AB93790B-5749-79F6-434F-57C061FD8D13}"/>
          </ac:inkMkLst>
        </pc:inkChg>
        <pc:inkChg chg="add mod">
          <ac:chgData name="Rodica Ioana Lung" userId="64ee56e8d7162e1e" providerId="LiveId" clId="{0F6830A5-18AB-4F1B-8BBB-DA235794CEC1}" dt="2026-01-12T16:06:32.554" v="844"/>
          <ac:inkMkLst>
            <pc:docMk/>
            <pc:sldMk cId="2739362072" sldId="271"/>
            <ac:inkMk id="22" creationId="{1D610AFB-A18B-D850-455D-75F2BF23D94D}"/>
          </ac:inkMkLst>
        </pc:inkChg>
        <pc:inkChg chg="add mod">
          <ac:chgData name="Rodica Ioana Lung" userId="64ee56e8d7162e1e" providerId="LiveId" clId="{0F6830A5-18AB-4F1B-8BBB-DA235794CEC1}" dt="2026-01-12T16:06:32.554" v="844"/>
          <ac:inkMkLst>
            <pc:docMk/>
            <pc:sldMk cId="2739362072" sldId="271"/>
            <ac:inkMk id="23" creationId="{B6462F0E-5A21-43B4-ED34-4F0F712B6763}"/>
          </ac:inkMkLst>
        </pc:inkChg>
        <pc:inkChg chg="add mod">
          <ac:chgData name="Rodica Ioana Lung" userId="64ee56e8d7162e1e" providerId="LiveId" clId="{0F6830A5-18AB-4F1B-8BBB-DA235794CEC1}" dt="2026-01-12T16:06:32.554" v="844"/>
          <ac:inkMkLst>
            <pc:docMk/>
            <pc:sldMk cId="2739362072" sldId="271"/>
            <ac:inkMk id="24" creationId="{562D0B54-11C0-24B4-DE89-5D038E1428DD}"/>
          </ac:inkMkLst>
        </pc:inkChg>
        <pc:inkChg chg="add mod">
          <ac:chgData name="Rodica Ioana Lung" userId="64ee56e8d7162e1e" providerId="LiveId" clId="{0F6830A5-18AB-4F1B-8BBB-DA235794CEC1}" dt="2026-01-12T16:06:32.554" v="844"/>
          <ac:inkMkLst>
            <pc:docMk/>
            <pc:sldMk cId="2739362072" sldId="271"/>
            <ac:inkMk id="25" creationId="{470BDA7D-5A20-C0E5-0EF9-D58511D3ECA9}"/>
          </ac:inkMkLst>
        </pc:inkChg>
        <pc:inkChg chg="add mod">
          <ac:chgData name="Rodica Ioana Lung" userId="64ee56e8d7162e1e" providerId="LiveId" clId="{0F6830A5-18AB-4F1B-8BBB-DA235794CEC1}" dt="2026-01-12T16:06:32.554" v="844"/>
          <ac:inkMkLst>
            <pc:docMk/>
            <pc:sldMk cId="2739362072" sldId="271"/>
            <ac:inkMk id="26" creationId="{4AB75773-A0E2-797A-E3BD-25618F52A0CC}"/>
          </ac:inkMkLst>
        </pc:inkChg>
        <pc:inkChg chg="add">
          <ac:chgData name="Rodica Ioana Lung" userId="64ee56e8d7162e1e" providerId="LiveId" clId="{0F6830A5-18AB-4F1B-8BBB-DA235794CEC1}" dt="2026-01-12T16:06:45.054" v="845" actId="9405"/>
          <ac:inkMkLst>
            <pc:docMk/>
            <pc:sldMk cId="2739362072" sldId="271"/>
            <ac:inkMk id="28" creationId="{99C8A1C7-E982-056F-BCE0-8E69441492DC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29" creationId="{13AD246C-5379-E581-CA97-91BF288CEC4B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0" creationId="{8D7C54A9-2E64-9D61-9202-00477F4F2754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1" creationId="{21E20528-80F0-2755-E8DD-B0787CAB7591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2" creationId="{67A55D98-369D-8A1F-2B18-B4F34F777D02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3" creationId="{C453BF0F-8649-E89C-D3AB-5F2F6810116B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4" creationId="{ED6D3382-3B8C-BD39-B1AF-72ACED12FBA8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6" creationId="{6C284595-910C-0FCB-3E4B-5BC7DEA0B39C}"/>
          </ac:inkMkLst>
        </pc:inkChg>
        <pc:inkChg chg="add mod">
          <ac:chgData name="Rodica Ioana Lung" userId="64ee56e8d7162e1e" providerId="LiveId" clId="{0F6830A5-18AB-4F1B-8BBB-DA235794CEC1}" dt="2026-01-12T16:06:54.391" v="855"/>
          <ac:inkMkLst>
            <pc:docMk/>
            <pc:sldMk cId="2739362072" sldId="271"/>
            <ac:inkMk id="37" creationId="{82B3C309-0857-9BBB-05A7-028CC109707D}"/>
          </ac:inkMkLst>
        </pc:inkChg>
        <pc:inkChg chg="add mod">
          <ac:chgData name="Rodica Ioana Lung" userId="64ee56e8d7162e1e" providerId="LiveId" clId="{0F6830A5-18AB-4F1B-8BBB-DA235794CEC1}" dt="2026-01-12T16:07:12.089" v="864"/>
          <ac:inkMkLst>
            <pc:docMk/>
            <pc:sldMk cId="2739362072" sldId="271"/>
            <ac:inkMk id="39" creationId="{A0CF7AD5-246B-9AFC-ACC9-83F0A0267794}"/>
          </ac:inkMkLst>
        </pc:inkChg>
        <pc:inkChg chg="add mod">
          <ac:chgData name="Rodica Ioana Lung" userId="64ee56e8d7162e1e" providerId="LiveId" clId="{0F6830A5-18AB-4F1B-8BBB-DA235794CEC1}" dt="2026-01-12T16:07:12.089" v="864"/>
          <ac:inkMkLst>
            <pc:docMk/>
            <pc:sldMk cId="2739362072" sldId="271"/>
            <ac:inkMk id="40" creationId="{3A18E2F9-CDEB-F2C6-7E79-721381D823C9}"/>
          </ac:inkMkLst>
        </pc:inkChg>
        <pc:inkChg chg="add mod">
          <ac:chgData name="Rodica Ioana Lung" userId="64ee56e8d7162e1e" providerId="LiveId" clId="{0F6830A5-18AB-4F1B-8BBB-DA235794CEC1}" dt="2026-01-12T16:07:12.089" v="864"/>
          <ac:inkMkLst>
            <pc:docMk/>
            <pc:sldMk cId="2739362072" sldId="271"/>
            <ac:inkMk id="42" creationId="{EC04AB2C-7AA4-6F77-DFFB-F0B3C26D5270}"/>
          </ac:inkMkLst>
        </pc:inkChg>
        <pc:inkChg chg="add mod">
          <ac:chgData name="Rodica Ioana Lung" userId="64ee56e8d7162e1e" providerId="LiveId" clId="{0F6830A5-18AB-4F1B-8BBB-DA235794CEC1}" dt="2026-01-12T16:07:12.089" v="864"/>
          <ac:inkMkLst>
            <pc:docMk/>
            <pc:sldMk cId="2739362072" sldId="271"/>
            <ac:inkMk id="43" creationId="{B3CC6210-750B-E662-A399-4D5571A14B80}"/>
          </ac:inkMkLst>
        </pc:inkChg>
        <pc:inkChg chg="add mod">
          <ac:chgData name="Rodica Ioana Lung" userId="64ee56e8d7162e1e" providerId="LiveId" clId="{0F6830A5-18AB-4F1B-8BBB-DA235794CEC1}" dt="2026-01-12T16:07:12.089" v="864"/>
          <ac:inkMkLst>
            <pc:docMk/>
            <pc:sldMk cId="2739362072" sldId="271"/>
            <ac:inkMk id="45" creationId="{E7DCCBE6-E3EA-E5B0-F6C0-FEF4B176C290}"/>
          </ac:inkMkLst>
        </pc:inkChg>
        <pc:inkChg chg="add mod">
          <ac:chgData name="Rodica Ioana Lung" userId="64ee56e8d7162e1e" providerId="LiveId" clId="{0F6830A5-18AB-4F1B-8BBB-DA235794CEC1}" dt="2026-01-12T16:07:12.089" v="864"/>
          <ac:inkMkLst>
            <pc:docMk/>
            <pc:sldMk cId="2739362072" sldId="271"/>
            <ac:inkMk id="46" creationId="{052AFD0C-0051-3166-863A-A4FBB1F8E25D}"/>
          </ac:inkMkLst>
        </pc:inkChg>
        <pc:inkChg chg="add mod">
          <ac:chgData name="Rodica Ioana Lung" userId="64ee56e8d7162e1e" providerId="LiveId" clId="{0F6830A5-18AB-4F1B-8BBB-DA235794CEC1}" dt="2026-01-12T16:07:16.220" v="867"/>
          <ac:inkMkLst>
            <pc:docMk/>
            <pc:sldMk cId="2739362072" sldId="271"/>
            <ac:inkMk id="48" creationId="{7A3BEF9E-8E9A-084F-8EC9-AB0648425E42}"/>
          </ac:inkMkLst>
        </pc:inkChg>
        <pc:inkChg chg="add mod">
          <ac:chgData name="Rodica Ioana Lung" userId="64ee56e8d7162e1e" providerId="LiveId" clId="{0F6830A5-18AB-4F1B-8BBB-DA235794CEC1}" dt="2026-01-12T16:07:16.220" v="867"/>
          <ac:inkMkLst>
            <pc:docMk/>
            <pc:sldMk cId="2739362072" sldId="271"/>
            <ac:inkMk id="49" creationId="{FBC505F2-D790-2599-D0B7-A856C1D76615}"/>
          </ac:inkMkLst>
        </pc:inkChg>
        <pc:inkChg chg="add mod">
          <ac:chgData name="Rodica Ioana Lung" userId="64ee56e8d7162e1e" providerId="LiveId" clId="{0F6830A5-18AB-4F1B-8BBB-DA235794CEC1}" dt="2026-01-12T16:07:46.546" v="879"/>
          <ac:inkMkLst>
            <pc:docMk/>
            <pc:sldMk cId="2739362072" sldId="271"/>
            <ac:inkMk id="51" creationId="{F8B46AEA-3188-A516-B002-C0CFDFFB465E}"/>
          </ac:inkMkLst>
        </pc:inkChg>
        <pc:inkChg chg="add mod">
          <ac:chgData name="Rodica Ioana Lung" userId="64ee56e8d7162e1e" providerId="LiveId" clId="{0F6830A5-18AB-4F1B-8BBB-DA235794CEC1}" dt="2026-01-12T16:07:46.546" v="879"/>
          <ac:inkMkLst>
            <pc:docMk/>
            <pc:sldMk cId="2739362072" sldId="271"/>
            <ac:inkMk id="52" creationId="{4A1B3339-6B9A-7ED8-E2BE-FA49FFAF0182}"/>
          </ac:inkMkLst>
        </pc:inkChg>
        <pc:inkChg chg="add mod">
          <ac:chgData name="Rodica Ioana Lung" userId="64ee56e8d7162e1e" providerId="LiveId" clId="{0F6830A5-18AB-4F1B-8BBB-DA235794CEC1}" dt="2026-01-12T16:07:26.882" v="873"/>
          <ac:inkMkLst>
            <pc:docMk/>
            <pc:sldMk cId="2739362072" sldId="271"/>
            <ac:inkMk id="54" creationId="{83F44C16-3A24-D11D-DA4F-6C3BAA388BA7}"/>
          </ac:inkMkLst>
        </pc:inkChg>
        <pc:inkChg chg="add mod">
          <ac:chgData name="Rodica Ioana Lung" userId="64ee56e8d7162e1e" providerId="LiveId" clId="{0F6830A5-18AB-4F1B-8BBB-DA235794CEC1}" dt="2026-01-12T16:07:26.882" v="873"/>
          <ac:inkMkLst>
            <pc:docMk/>
            <pc:sldMk cId="2739362072" sldId="271"/>
            <ac:inkMk id="55" creationId="{4B73E03E-1E14-39B7-7566-E7123EB2179E}"/>
          </ac:inkMkLst>
        </pc:inkChg>
        <pc:inkChg chg="add mod">
          <ac:chgData name="Rodica Ioana Lung" userId="64ee56e8d7162e1e" providerId="LiveId" clId="{0F6830A5-18AB-4F1B-8BBB-DA235794CEC1}" dt="2026-01-12T16:07:59.414" v="889"/>
          <ac:inkMkLst>
            <pc:docMk/>
            <pc:sldMk cId="2739362072" sldId="271"/>
            <ac:inkMk id="57" creationId="{1C6739D3-C9B4-B35C-D5F9-E5C96F37E91D}"/>
          </ac:inkMkLst>
        </pc:inkChg>
        <pc:inkChg chg="add mod">
          <ac:chgData name="Rodica Ioana Lung" userId="64ee56e8d7162e1e" providerId="LiveId" clId="{0F6830A5-18AB-4F1B-8BBB-DA235794CEC1}" dt="2026-01-12T16:07:59.414" v="889"/>
          <ac:inkMkLst>
            <pc:docMk/>
            <pc:sldMk cId="2739362072" sldId="271"/>
            <ac:inkMk id="58" creationId="{0C0354C4-FFA7-E0CA-B7B6-292A6BB3C3BB}"/>
          </ac:inkMkLst>
        </pc:inkChg>
        <pc:inkChg chg="add">
          <ac:chgData name="Rodica Ioana Lung" userId="64ee56e8d7162e1e" providerId="LiveId" clId="{0F6830A5-18AB-4F1B-8BBB-DA235794CEC1}" dt="2026-01-12T16:07:36.517" v="877" actId="9405"/>
          <ac:inkMkLst>
            <pc:docMk/>
            <pc:sldMk cId="2739362072" sldId="271"/>
            <ac:inkMk id="60" creationId="{0E8B474C-F163-C72E-3F1D-092E916A84E3}"/>
          </ac:inkMkLst>
        </pc:inkChg>
        <pc:inkChg chg="add mod">
          <ac:chgData name="Rodica Ioana Lung" userId="64ee56e8d7162e1e" providerId="LiveId" clId="{0F6830A5-18AB-4F1B-8BBB-DA235794CEC1}" dt="2026-01-12T16:07:46.546" v="879"/>
          <ac:inkMkLst>
            <pc:docMk/>
            <pc:sldMk cId="2739362072" sldId="271"/>
            <ac:inkMk id="61" creationId="{F69DA1B1-CE36-E838-EBD9-69167B58AFA6}"/>
          </ac:inkMkLst>
        </pc:inkChg>
        <pc:inkChg chg="add mod">
          <ac:chgData name="Rodica Ioana Lung" userId="64ee56e8d7162e1e" providerId="LiveId" clId="{0F6830A5-18AB-4F1B-8BBB-DA235794CEC1}" dt="2026-01-12T16:08:04.202" v="891"/>
          <ac:inkMkLst>
            <pc:docMk/>
            <pc:sldMk cId="2739362072" sldId="271"/>
            <ac:inkMk id="63" creationId="{07382142-DD54-30E8-4A00-4A287AF4545F}"/>
          </ac:inkMkLst>
        </pc:inkChg>
        <pc:inkChg chg="add mod">
          <ac:chgData name="Rodica Ioana Lung" userId="64ee56e8d7162e1e" providerId="LiveId" clId="{0F6830A5-18AB-4F1B-8BBB-DA235794CEC1}" dt="2026-01-12T16:08:04.202" v="891"/>
          <ac:inkMkLst>
            <pc:docMk/>
            <pc:sldMk cId="2739362072" sldId="271"/>
            <ac:inkMk id="64" creationId="{929BF8E3-16F8-F935-5326-3A107BA76BE2}"/>
          </ac:inkMkLst>
        </pc:inkChg>
        <pc:inkChg chg="add mod">
          <ac:chgData name="Rodica Ioana Lung" userId="64ee56e8d7162e1e" providerId="LiveId" clId="{0F6830A5-18AB-4F1B-8BBB-DA235794CEC1}" dt="2026-01-12T16:08:04.202" v="891"/>
          <ac:inkMkLst>
            <pc:docMk/>
            <pc:sldMk cId="2739362072" sldId="271"/>
            <ac:inkMk id="66" creationId="{97814DCB-527B-288A-3EEE-A23FAA80EDC6}"/>
          </ac:inkMkLst>
        </pc:inkChg>
        <pc:inkChg chg="add mod">
          <ac:chgData name="Rodica Ioana Lung" userId="64ee56e8d7162e1e" providerId="LiveId" clId="{0F6830A5-18AB-4F1B-8BBB-DA235794CEC1}" dt="2026-01-12T16:08:04.202" v="891"/>
          <ac:inkMkLst>
            <pc:docMk/>
            <pc:sldMk cId="2739362072" sldId="271"/>
            <ac:inkMk id="68" creationId="{86DD3F70-2334-ED08-F52B-5E826AFBDA7A}"/>
          </ac:inkMkLst>
        </pc:inkChg>
        <pc:inkChg chg="add mod">
          <ac:chgData name="Rodica Ioana Lung" userId="64ee56e8d7162e1e" providerId="LiveId" clId="{0F6830A5-18AB-4F1B-8BBB-DA235794CEC1}" dt="2026-01-12T16:07:59.414" v="889"/>
          <ac:inkMkLst>
            <pc:docMk/>
            <pc:sldMk cId="2739362072" sldId="271"/>
            <ac:inkMk id="70" creationId="{6DAD1A11-133E-001B-153F-2E8D161DB9E5}"/>
          </ac:inkMkLst>
        </pc:inkChg>
        <pc:inkChg chg="add mod">
          <ac:chgData name="Rodica Ioana Lung" userId="64ee56e8d7162e1e" providerId="LiveId" clId="{0F6830A5-18AB-4F1B-8BBB-DA235794CEC1}" dt="2026-01-12T16:07:59.414" v="889"/>
          <ac:inkMkLst>
            <pc:docMk/>
            <pc:sldMk cId="2739362072" sldId="271"/>
            <ac:inkMk id="71" creationId="{99908EDB-A7CD-0283-3319-908F6B6B5461}"/>
          </ac:inkMkLst>
        </pc:inkChg>
        <pc:inkChg chg="add mod">
          <ac:chgData name="Rodica Ioana Lung" userId="64ee56e8d7162e1e" providerId="LiveId" clId="{0F6830A5-18AB-4F1B-8BBB-DA235794CEC1}" dt="2026-01-12T16:08:04.202" v="891"/>
          <ac:inkMkLst>
            <pc:docMk/>
            <pc:sldMk cId="2739362072" sldId="271"/>
            <ac:inkMk id="73" creationId="{97AB34E7-6C2D-8769-FD15-26B7D8738486}"/>
          </ac:inkMkLst>
        </pc:inkChg>
        <pc:inkChg chg="add">
          <ac:chgData name="Rodica Ioana Lung" userId="64ee56e8d7162e1e" providerId="LiveId" clId="{0F6830A5-18AB-4F1B-8BBB-DA235794CEC1}" dt="2026-01-12T16:08:11.465" v="892" actId="9405"/>
          <ac:inkMkLst>
            <pc:docMk/>
            <pc:sldMk cId="2739362072" sldId="271"/>
            <ac:inkMk id="75" creationId="{0F941C6D-8041-DE2A-C7CB-7F205F6392EC}"/>
          </ac:inkMkLst>
        </pc:inkChg>
      </pc:sldChg>
      <pc:sldChg chg="addSp modSp mod">
        <pc:chgData name="Rodica Ioana Lung" userId="64ee56e8d7162e1e" providerId="LiveId" clId="{0F6830A5-18AB-4F1B-8BBB-DA235794CEC1}" dt="2026-01-12T16:11:16.764" v="927" actId="9405"/>
        <pc:sldMkLst>
          <pc:docMk/>
          <pc:sldMk cId="406988760" sldId="274"/>
        </pc:sldMkLst>
        <pc:grpChg chg="mod">
          <ac:chgData name="Rodica Ioana Lung" userId="64ee56e8d7162e1e" providerId="LiveId" clId="{0F6830A5-18AB-4F1B-8BBB-DA235794CEC1}" dt="2026-01-12T16:10:58.921" v="926"/>
          <ac:grpSpMkLst>
            <pc:docMk/>
            <pc:sldMk cId="406988760" sldId="274"/>
            <ac:grpSpMk id="8" creationId="{1F7837DD-6844-384F-822A-35FB1099274E}"/>
          </ac:grpSpMkLst>
        </pc:grpChg>
        <pc:inkChg chg="add">
          <ac:chgData name="Rodica Ioana Lung" userId="64ee56e8d7162e1e" providerId="LiveId" clId="{0F6830A5-18AB-4F1B-8BBB-DA235794CEC1}" dt="2026-01-12T16:10:29.462" v="923" actId="9405"/>
          <ac:inkMkLst>
            <pc:docMk/>
            <pc:sldMk cId="406988760" sldId="274"/>
            <ac:inkMk id="5" creationId="{C0A95D84-6F7A-5500-F2FF-F7E5830E36E6}"/>
          </ac:inkMkLst>
        </pc:inkChg>
        <pc:inkChg chg="add mod">
          <ac:chgData name="Rodica Ioana Lung" userId="64ee56e8d7162e1e" providerId="LiveId" clId="{0F6830A5-18AB-4F1B-8BBB-DA235794CEC1}" dt="2026-01-12T16:10:58.921" v="926"/>
          <ac:inkMkLst>
            <pc:docMk/>
            <pc:sldMk cId="406988760" sldId="274"/>
            <ac:inkMk id="6" creationId="{B05641D1-50E8-EADF-8A9C-7B479F84AC75}"/>
          </ac:inkMkLst>
        </pc:inkChg>
        <pc:inkChg chg="add mod">
          <ac:chgData name="Rodica Ioana Lung" userId="64ee56e8d7162e1e" providerId="LiveId" clId="{0F6830A5-18AB-4F1B-8BBB-DA235794CEC1}" dt="2026-01-12T16:10:58.921" v="926"/>
          <ac:inkMkLst>
            <pc:docMk/>
            <pc:sldMk cId="406988760" sldId="274"/>
            <ac:inkMk id="7" creationId="{E5137562-F2BC-A19A-57BF-890993D256B1}"/>
          </ac:inkMkLst>
        </pc:inkChg>
        <pc:inkChg chg="add">
          <ac:chgData name="Rodica Ioana Lung" userId="64ee56e8d7162e1e" providerId="LiveId" clId="{0F6830A5-18AB-4F1B-8BBB-DA235794CEC1}" dt="2026-01-12T16:11:16.764" v="927" actId="9405"/>
          <ac:inkMkLst>
            <pc:docMk/>
            <pc:sldMk cId="406988760" sldId="274"/>
            <ac:inkMk id="9" creationId="{85A44CBF-1071-F79F-9040-7E1DFB5DBA06}"/>
          </ac:inkMkLst>
        </pc:inkChg>
      </pc:sldChg>
      <pc:sldChg chg="addSp delSp modSp mod">
        <pc:chgData name="Rodica Ioana Lung" userId="64ee56e8d7162e1e" providerId="LiveId" clId="{0F6830A5-18AB-4F1B-8BBB-DA235794CEC1}" dt="2026-01-12T15:42:50.821" v="459" actId="9405"/>
        <pc:sldMkLst>
          <pc:docMk/>
          <pc:sldMk cId="1383000642" sldId="275"/>
        </pc:sldMkLst>
        <pc:grpChg chg="del mod">
          <ac:chgData name="Rodica Ioana Lung" userId="64ee56e8d7162e1e" providerId="LiveId" clId="{0F6830A5-18AB-4F1B-8BBB-DA235794CEC1}" dt="2026-01-12T15:32:56.631" v="271"/>
          <ac:grpSpMkLst>
            <pc:docMk/>
            <pc:sldMk cId="1383000642" sldId="275"/>
            <ac:grpSpMk id="13" creationId="{7A161237-40F9-1EEA-A2DD-73574DA3AAD8}"/>
          </ac:grpSpMkLst>
        </pc:grpChg>
        <pc:grpChg chg="mod">
          <ac:chgData name="Rodica Ioana Lung" userId="64ee56e8d7162e1e" providerId="LiveId" clId="{0F6830A5-18AB-4F1B-8BBB-DA235794CEC1}" dt="2026-01-12T15:32:54.458" v="268"/>
          <ac:grpSpMkLst>
            <pc:docMk/>
            <pc:sldMk cId="1383000642" sldId="275"/>
            <ac:grpSpMk id="14" creationId="{433B10E8-06ED-8620-0DF5-3D7B732EB630}"/>
          </ac:grpSpMkLst>
        </pc:grpChg>
        <pc:grpChg chg="mod">
          <ac:chgData name="Rodica Ioana Lung" userId="64ee56e8d7162e1e" providerId="LiveId" clId="{0F6830A5-18AB-4F1B-8BBB-DA235794CEC1}" dt="2026-01-12T15:32:56.631" v="271"/>
          <ac:grpSpMkLst>
            <pc:docMk/>
            <pc:sldMk cId="1383000642" sldId="275"/>
            <ac:grpSpMk id="17" creationId="{E71E3323-3351-8C83-519C-B0553EECCA8E}"/>
          </ac:grpSpMkLst>
        </pc:grpChg>
        <pc:grpChg chg="del mod">
          <ac:chgData name="Rodica Ioana Lung" userId="64ee56e8d7162e1e" providerId="LiveId" clId="{0F6830A5-18AB-4F1B-8BBB-DA235794CEC1}" dt="2026-01-12T15:33:04.423" v="282"/>
          <ac:grpSpMkLst>
            <pc:docMk/>
            <pc:sldMk cId="1383000642" sldId="275"/>
            <ac:grpSpMk id="25" creationId="{08EF895A-C74D-6A6B-E74B-E7CB4188537B}"/>
          </ac:grpSpMkLst>
        </pc:grpChg>
        <pc:grpChg chg="mod">
          <ac:chgData name="Rodica Ioana Lung" userId="64ee56e8d7162e1e" providerId="LiveId" clId="{0F6830A5-18AB-4F1B-8BBB-DA235794CEC1}" dt="2026-01-12T15:33:02.500" v="279"/>
          <ac:grpSpMkLst>
            <pc:docMk/>
            <pc:sldMk cId="1383000642" sldId="275"/>
            <ac:grpSpMk id="26" creationId="{5B2D9166-C500-7525-CE24-C84F42C73AE2}"/>
          </ac:grpSpMkLst>
        </pc:grpChg>
        <pc:grpChg chg="del mod">
          <ac:chgData name="Rodica Ioana Lung" userId="64ee56e8d7162e1e" providerId="LiveId" clId="{0F6830A5-18AB-4F1B-8BBB-DA235794CEC1}" dt="2026-01-12T15:33:12.766" v="285"/>
          <ac:grpSpMkLst>
            <pc:docMk/>
            <pc:sldMk cId="1383000642" sldId="275"/>
            <ac:grpSpMk id="29" creationId="{92183A2D-809F-D755-21D6-E85B9F3B4197}"/>
          </ac:grpSpMkLst>
        </pc:grpChg>
        <pc:grpChg chg="mod">
          <ac:chgData name="Rodica Ioana Lung" userId="64ee56e8d7162e1e" providerId="LiveId" clId="{0F6830A5-18AB-4F1B-8BBB-DA235794CEC1}" dt="2026-01-12T15:33:12.766" v="285"/>
          <ac:grpSpMkLst>
            <pc:docMk/>
            <pc:sldMk cId="1383000642" sldId="275"/>
            <ac:grpSpMk id="32" creationId="{B929F8EC-1735-D68A-1E00-DCC3E1BE6469}"/>
          </ac:grpSpMkLst>
        </pc:grpChg>
        <pc:grpChg chg="mod">
          <ac:chgData name="Rodica Ioana Lung" userId="64ee56e8d7162e1e" providerId="LiveId" clId="{0F6830A5-18AB-4F1B-8BBB-DA235794CEC1}" dt="2026-01-12T15:33:37.403" v="289"/>
          <ac:grpSpMkLst>
            <pc:docMk/>
            <pc:sldMk cId="1383000642" sldId="275"/>
            <ac:grpSpMk id="36" creationId="{B14AA65E-09ED-A48D-354E-EEC59DA2E2BD}"/>
          </ac:grpSpMkLst>
        </pc:grpChg>
        <pc:grpChg chg="mod">
          <ac:chgData name="Rodica Ioana Lung" userId="64ee56e8d7162e1e" providerId="LiveId" clId="{0F6830A5-18AB-4F1B-8BBB-DA235794CEC1}" dt="2026-01-12T15:33:46.868" v="296"/>
          <ac:grpSpMkLst>
            <pc:docMk/>
            <pc:sldMk cId="1383000642" sldId="275"/>
            <ac:grpSpMk id="43" creationId="{AA1032BD-3D8C-226C-3E14-4D9A540B3666}"/>
          </ac:grpSpMkLst>
        </pc:grpChg>
        <pc:grpChg chg="mod">
          <ac:chgData name="Rodica Ioana Lung" userId="64ee56e8d7162e1e" providerId="LiveId" clId="{0F6830A5-18AB-4F1B-8BBB-DA235794CEC1}" dt="2026-01-12T15:34:19.854" v="317"/>
          <ac:grpSpMkLst>
            <pc:docMk/>
            <pc:sldMk cId="1383000642" sldId="275"/>
            <ac:grpSpMk id="64" creationId="{CC41E1D9-B73D-F8F2-C974-958C36932834}"/>
          </ac:grpSpMkLst>
        </pc:grpChg>
        <pc:grpChg chg="del mod">
          <ac:chgData name="Rodica Ioana Lung" userId="64ee56e8d7162e1e" providerId="LiveId" clId="{0F6830A5-18AB-4F1B-8BBB-DA235794CEC1}" dt="2026-01-12T15:34:25.847" v="324"/>
          <ac:grpSpMkLst>
            <pc:docMk/>
            <pc:sldMk cId="1383000642" sldId="275"/>
            <ac:grpSpMk id="65" creationId="{1ACBA187-54B2-4AA7-F8F7-BFD62B16919D}"/>
          </ac:grpSpMkLst>
        </pc:grpChg>
        <pc:grpChg chg="mod">
          <ac:chgData name="Rodica Ioana Lung" userId="64ee56e8d7162e1e" providerId="LiveId" clId="{0F6830A5-18AB-4F1B-8BBB-DA235794CEC1}" dt="2026-01-12T15:34:19.854" v="317"/>
          <ac:grpSpMkLst>
            <pc:docMk/>
            <pc:sldMk cId="1383000642" sldId="275"/>
            <ac:grpSpMk id="66" creationId="{DE028243-140C-526D-F418-966E477200B5}"/>
          </ac:grpSpMkLst>
        </pc:grpChg>
        <pc:grpChg chg="mod">
          <ac:chgData name="Rodica Ioana Lung" userId="64ee56e8d7162e1e" providerId="LiveId" clId="{0F6830A5-18AB-4F1B-8BBB-DA235794CEC1}" dt="2026-01-12T15:34:19.854" v="317"/>
          <ac:grpSpMkLst>
            <pc:docMk/>
            <pc:sldMk cId="1383000642" sldId="275"/>
            <ac:grpSpMk id="67" creationId="{E3F96FA5-D3FC-7EBB-85AF-F4BB93FC66A1}"/>
          </ac:grpSpMkLst>
        </pc:grpChg>
        <pc:grpChg chg="mod">
          <ac:chgData name="Rodica Ioana Lung" userId="64ee56e8d7162e1e" providerId="LiveId" clId="{0F6830A5-18AB-4F1B-8BBB-DA235794CEC1}" dt="2026-01-12T15:34:19.854" v="317"/>
          <ac:grpSpMkLst>
            <pc:docMk/>
            <pc:sldMk cId="1383000642" sldId="275"/>
            <ac:grpSpMk id="68" creationId="{D856FA01-FE15-FA0A-8A30-5400F01C1895}"/>
          </ac:grpSpMkLst>
        </pc:grpChg>
        <pc:grpChg chg="mod">
          <ac:chgData name="Rodica Ioana Lung" userId="64ee56e8d7162e1e" providerId="LiveId" clId="{0F6830A5-18AB-4F1B-8BBB-DA235794CEC1}" dt="2026-01-12T15:34:23.175" v="321"/>
          <ac:grpSpMkLst>
            <pc:docMk/>
            <pc:sldMk cId="1383000642" sldId="275"/>
            <ac:grpSpMk id="72" creationId="{E8A170AC-19C5-A81F-33E2-BC574A8FF6D1}"/>
          </ac:grpSpMkLst>
        </pc:grpChg>
        <pc:grpChg chg="mod">
          <ac:chgData name="Rodica Ioana Lung" userId="64ee56e8d7162e1e" providerId="LiveId" clId="{0F6830A5-18AB-4F1B-8BBB-DA235794CEC1}" dt="2026-01-12T15:34:25.847" v="324"/>
          <ac:grpSpMkLst>
            <pc:docMk/>
            <pc:sldMk cId="1383000642" sldId="275"/>
            <ac:grpSpMk id="75" creationId="{C96FD8E5-4824-9014-905A-BAAA5EFBBE61}"/>
          </ac:grpSpMkLst>
        </pc:grpChg>
        <pc:grpChg chg="mod">
          <ac:chgData name="Rodica Ioana Lung" userId="64ee56e8d7162e1e" providerId="LiveId" clId="{0F6830A5-18AB-4F1B-8BBB-DA235794CEC1}" dt="2026-01-12T15:34:37.741" v="328"/>
          <ac:grpSpMkLst>
            <pc:docMk/>
            <pc:sldMk cId="1383000642" sldId="275"/>
            <ac:grpSpMk id="79" creationId="{CACA4297-548B-331A-C643-85EE9FE3E85F}"/>
          </ac:grpSpMkLst>
        </pc:grpChg>
        <pc:grpChg chg="del mod">
          <ac:chgData name="Rodica Ioana Lung" userId="64ee56e8d7162e1e" providerId="LiveId" clId="{0F6830A5-18AB-4F1B-8BBB-DA235794CEC1}" dt="2026-01-12T15:35:40.238" v="344"/>
          <ac:grpSpMkLst>
            <pc:docMk/>
            <pc:sldMk cId="1383000642" sldId="275"/>
            <ac:grpSpMk id="89" creationId="{2BB15255-A89B-F2A7-9CEB-AD3A33EA6C96}"/>
          </ac:grpSpMkLst>
        </pc:grpChg>
        <pc:grpChg chg="del mod">
          <ac:chgData name="Rodica Ioana Lung" userId="64ee56e8d7162e1e" providerId="LiveId" clId="{0F6830A5-18AB-4F1B-8BBB-DA235794CEC1}" dt="2026-01-12T15:35:59.299" v="350"/>
          <ac:grpSpMkLst>
            <pc:docMk/>
            <pc:sldMk cId="1383000642" sldId="275"/>
            <ac:grpSpMk id="92" creationId="{158D64F6-28F6-2917-3F09-BA0803C6ABF8}"/>
          </ac:grpSpMkLst>
        </pc:grpChg>
        <pc:grpChg chg="del mod">
          <ac:chgData name="Rodica Ioana Lung" userId="64ee56e8d7162e1e" providerId="LiveId" clId="{0F6830A5-18AB-4F1B-8BBB-DA235794CEC1}" dt="2026-01-12T15:35:59.299" v="350"/>
          <ac:grpSpMkLst>
            <pc:docMk/>
            <pc:sldMk cId="1383000642" sldId="275"/>
            <ac:grpSpMk id="95" creationId="{92C39A15-6573-AD3E-4FEB-0F6EF92FCAA4}"/>
          </ac:grpSpMkLst>
        </pc:grpChg>
        <pc:grpChg chg="mod">
          <ac:chgData name="Rodica Ioana Lung" userId="64ee56e8d7162e1e" providerId="LiveId" clId="{0F6830A5-18AB-4F1B-8BBB-DA235794CEC1}" dt="2026-01-12T15:35:48.888" v="347"/>
          <ac:grpSpMkLst>
            <pc:docMk/>
            <pc:sldMk cId="1383000642" sldId="275"/>
            <ac:grpSpMk id="98" creationId="{09E9F7A4-0E56-1A8D-62BA-A4BC02DA291C}"/>
          </ac:grpSpMkLst>
        </pc:grpChg>
        <pc:grpChg chg="mod">
          <ac:chgData name="Rodica Ioana Lung" userId="64ee56e8d7162e1e" providerId="LiveId" clId="{0F6830A5-18AB-4F1B-8BBB-DA235794CEC1}" dt="2026-01-12T15:35:59.299" v="350"/>
          <ac:grpSpMkLst>
            <pc:docMk/>
            <pc:sldMk cId="1383000642" sldId="275"/>
            <ac:grpSpMk id="101" creationId="{6732D5C2-ECA6-79AE-E73F-C051A236CB01}"/>
          </ac:grpSpMkLst>
        </pc:grpChg>
        <pc:grpChg chg="del mod">
          <ac:chgData name="Rodica Ioana Lung" userId="64ee56e8d7162e1e" providerId="LiveId" clId="{0F6830A5-18AB-4F1B-8BBB-DA235794CEC1}" dt="2026-01-12T15:36:22.425" v="357"/>
          <ac:grpSpMkLst>
            <pc:docMk/>
            <pc:sldMk cId="1383000642" sldId="275"/>
            <ac:grpSpMk id="106" creationId="{2C667928-D567-D3C6-BB43-7A0F53AA41AA}"/>
          </ac:grpSpMkLst>
        </pc:grpChg>
        <pc:grpChg chg="del mod">
          <ac:chgData name="Rodica Ioana Lung" userId="64ee56e8d7162e1e" providerId="LiveId" clId="{0F6830A5-18AB-4F1B-8BBB-DA235794CEC1}" dt="2026-01-12T15:38:25.281" v="360"/>
          <ac:grpSpMkLst>
            <pc:docMk/>
            <pc:sldMk cId="1383000642" sldId="275"/>
            <ac:grpSpMk id="108" creationId="{9DD59AE4-A475-C20F-0330-E29159C7EA6F}"/>
          </ac:grpSpMkLst>
        </pc:grpChg>
        <pc:grpChg chg="del mod">
          <ac:chgData name="Rodica Ioana Lung" userId="64ee56e8d7162e1e" providerId="LiveId" clId="{0F6830A5-18AB-4F1B-8BBB-DA235794CEC1}" dt="2026-01-12T15:38:39.364" v="362"/>
          <ac:grpSpMkLst>
            <pc:docMk/>
            <pc:sldMk cId="1383000642" sldId="275"/>
            <ac:grpSpMk id="111" creationId="{4C7B8D19-8E0B-2C27-1EE6-3A6A7AB6C493}"/>
          </ac:grpSpMkLst>
        </pc:grpChg>
        <pc:grpChg chg="del mod">
          <ac:chgData name="Rodica Ioana Lung" userId="64ee56e8d7162e1e" providerId="LiveId" clId="{0F6830A5-18AB-4F1B-8BBB-DA235794CEC1}" dt="2026-01-12T15:38:57.579" v="376"/>
          <ac:grpSpMkLst>
            <pc:docMk/>
            <pc:sldMk cId="1383000642" sldId="275"/>
            <ac:grpSpMk id="113" creationId="{48639512-72CE-E9B7-5D7E-FD9660951D53}"/>
          </ac:grpSpMkLst>
        </pc:grpChg>
        <pc:grpChg chg="del mod">
          <ac:chgData name="Rodica Ioana Lung" userId="64ee56e8d7162e1e" providerId="LiveId" clId="{0F6830A5-18AB-4F1B-8BBB-DA235794CEC1}" dt="2026-01-12T15:38:57.579" v="376"/>
          <ac:grpSpMkLst>
            <pc:docMk/>
            <pc:sldMk cId="1383000642" sldId="275"/>
            <ac:grpSpMk id="123" creationId="{3A69CDBB-028B-D8A2-6C0F-F8BB1374A11F}"/>
          </ac:grpSpMkLst>
        </pc:grpChg>
        <pc:grpChg chg="del mod">
          <ac:chgData name="Rodica Ioana Lung" userId="64ee56e8d7162e1e" providerId="LiveId" clId="{0F6830A5-18AB-4F1B-8BBB-DA235794CEC1}" dt="2026-01-12T15:38:58.719" v="378"/>
          <ac:grpSpMkLst>
            <pc:docMk/>
            <pc:sldMk cId="1383000642" sldId="275"/>
            <ac:grpSpMk id="127" creationId="{C5BFFCEE-D76C-1577-C1CB-C92253EBAADE}"/>
          </ac:grpSpMkLst>
        </pc:grpChg>
        <pc:grpChg chg="mod">
          <ac:chgData name="Rodica Ioana Lung" userId="64ee56e8d7162e1e" providerId="LiveId" clId="{0F6830A5-18AB-4F1B-8BBB-DA235794CEC1}" dt="2026-01-12T15:38:58.719" v="378"/>
          <ac:grpSpMkLst>
            <pc:docMk/>
            <pc:sldMk cId="1383000642" sldId="275"/>
            <ac:grpSpMk id="129" creationId="{A3AFDBE8-2A9E-408F-EF40-3A69CE8C496E}"/>
          </ac:grpSpMkLst>
        </pc:grpChg>
        <pc:inkChg chg="add mod">
          <ac:chgData name="Rodica Ioana Lung" userId="64ee56e8d7162e1e" providerId="LiveId" clId="{0F6830A5-18AB-4F1B-8BBB-DA235794CEC1}" dt="2026-01-12T15:32:54.458" v="268"/>
          <ac:inkMkLst>
            <pc:docMk/>
            <pc:sldMk cId="1383000642" sldId="275"/>
            <ac:inkMk id="5" creationId="{19B7CDFE-AF3B-D3D6-5FCA-40ED6987917F}"/>
          </ac:inkMkLst>
        </pc:inkChg>
        <pc:inkChg chg="add mod">
          <ac:chgData name="Rodica Ioana Lung" userId="64ee56e8d7162e1e" providerId="LiveId" clId="{0F6830A5-18AB-4F1B-8BBB-DA235794CEC1}" dt="2026-01-12T15:32:54.458" v="268"/>
          <ac:inkMkLst>
            <pc:docMk/>
            <pc:sldMk cId="1383000642" sldId="275"/>
            <ac:inkMk id="7" creationId="{51E79693-05C5-DECE-D1DA-CE6220669820}"/>
          </ac:inkMkLst>
        </pc:inkChg>
        <pc:inkChg chg="add mod">
          <ac:chgData name="Rodica Ioana Lung" userId="64ee56e8d7162e1e" providerId="LiveId" clId="{0F6830A5-18AB-4F1B-8BBB-DA235794CEC1}" dt="2026-01-12T15:32:54.458" v="268"/>
          <ac:inkMkLst>
            <pc:docMk/>
            <pc:sldMk cId="1383000642" sldId="275"/>
            <ac:inkMk id="8" creationId="{F746A139-ABFF-6CEE-4D81-9BC744C36488}"/>
          </ac:inkMkLst>
        </pc:inkChg>
        <pc:inkChg chg="add mod">
          <ac:chgData name="Rodica Ioana Lung" userId="64ee56e8d7162e1e" providerId="LiveId" clId="{0F6830A5-18AB-4F1B-8BBB-DA235794CEC1}" dt="2026-01-12T15:32:54.458" v="268"/>
          <ac:inkMkLst>
            <pc:docMk/>
            <pc:sldMk cId="1383000642" sldId="275"/>
            <ac:inkMk id="9" creationId="{445A7E8A-FD02-C23C-1611-4890D7F1B334}"/>
          </ac:inkMkLst>
        </pc:inkChg>
        <pc:inkChg chg="add mod">
          <ac:chgData name="Rodica Ioana Lung" userId="64ee56e8d7162e1e" providerId="LiveId" clId="{0F6830A5-18AB-4F1B-8BBB-DA235794CEC1}" dt="2026-01-12T15:32:54.458" v="268"/>
          <ac:inkMkLst>
            <pc:docMk/>
            <pc:sldMk cId="1383000642" sldId="275"/>
            <ac:inkMk id="10" creationId="{92C1C3DC-A7FF-291D-79D2-1C182F0F361A}"/>
          </ac:inkMkLst>
        </pc:inkChg>
        <pc:inkChg chg="add mod">
          <ac:chgData name="Rodica Ioana Lung" userId="64ee56e8d7162e1e" providerId="LiveId" clId="{0F6830A5-18AB-4F1B-8BBB-DA235794CEC1}" dt="2026-01-12T15:32:56.631" v="271"/>
          <ac:inkMkLst>
            <pc:docMk/>
            <pc:sldMk cId="1383000642" sldId="275"/>
            <ac:inkMk id="11" creationId="{90F33069-19D4-A8E6-C760-2DAD0F83D6AD}"/>
          </ac:inkMkLst>
        </pc:inkChg>
        <pc:inkChg chg="add mod">
          <ac:chgData name="Rodica Ioana Lung" userId="64ee56e8d7162e1e" providerId="LiveId" clId="{0F6830A5-18AB-4F1B-8BBB-DA235794CEC1}" dt="2026-01-12T15:32:56.631" v="271"/>
          <ac:inkMkLst>
            <pc:docMk/>
            <pc:sldMk cId="1383000642" sldId="275"/>
            <ac:inkMk id="12" creationId="{52A50F24-7ECE-70CC-4164-EE2BECEDE2F9}"/>
          </ac:inkMkLst>
        </pc:inkChg>
        <pc:inkChg chg="add mod">
          <ac:chgData name="Rodica Ioana Lung" userId="64ee56e8d7162e1e" providerId="LiveId" clId="{0F6830A5-18AB-4F1B-8BBB-DA235794CEC1}" dt="2026-01-12T15:32:56.631" v="271"/>
          <ac:inkMkLst>
            <pc:docMk/>
            <pc:sldMk cId="1383000642" sldId="275"/>
            <ac:inkMk id="15" creationId="{FCB96B5A-FD13-8660-6123-1E42C730EF93}"/>
          </ac:inkMkLst>
        </pc:inkChg>
        <pc:inkChg chg="add mod">
          <ac:chgData name="Rodica Ioana Lung" userId="64ee56e8d7162e1e" providerId="LiveId" clId="{0F6830A5-18AB-4F1B-8BBB-DA235794CEC1}" dt="2026-01-12T15:32:56.631" v="271"/>
          <ac:inkMkLst>
            <pc:docMk/>
            <pc:sldMk cId="1383000642" sldId="275"/>
            <ac:inkMk id="16" creationId="{7CC4EE5D-4B9C-B711-2013-B8D0E674BD25}"/>
          </ac:inkMkLst>
        </pc:inkChg>
        <pc:inkChg chg="add mod">
          <ac:chgData name="Rodica Ioana Lung" userId="64ee56e8d7162e1e" providerId="LiveId" clId="{0F6830A5-18AB-4F1B-8BBB-DA235794CEC1}" dt="2026-01-12T15:33:02.500" v="279"/>
          <ac:inkMkLst>
            <pc:docMk/>
            <pc:sldMk cId="1383000642" sldId="275"/>
            <ac:inkMk id="18" creationId="{78704B5E-2A67-2AB3-33DB-88CA05B7881F}"/>
          </ac:inkMkLst>
        </pc:inkChg>
        <pc:inkChg chg="add mod">
          <ac:chgData name="Rodica Ioana Lung" userId="64ee56e8d7162e1e" providerId="LiveId" clId="{0F6830A5-18AB-4F1B-8BBB-DA235794CEC1}" dt="2026-01-12T15:33:02.500" v="279"/>
          <ac:inkMkLst>
            <pc:docMk/>
            <pc:sldMk cId="1383000642" sldId="275"/>
            <ac:inkMk id="19" creationId="{87EC33F4-67D7-BEFA-3B5D-BD542CEF5FB6}"/>
          </ac:inkMkLst>
        </pc:inkChg>
        <pc:inkChg chg="add mod">
          <ac:chgData name="Rodica Ioana Lung" userId="64ee56e8d7162e1e" providerId="LiveId" clId="{0F6830A5-18AB-4F1B-8BBB-DA235794CEC1}" dt="2026-01-12T15:33:02.500" v="279"/>
          <ac:inkMkLst>
            <pc:docMk/>
            <pc:sldMk cId="1383000642" sldId="275"/>
            <ac:inkMk id="20" creationId="{BA37CC6B-9F43-F2E6-2DC4-38A6843C5A3A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21" creationId="{09705361-1AB5-0371-7545-9D09918B6E29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22" creationId="{D63FB903-81D9-27CF-8511-BFED41C24E2F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23" creationId="{AE8FA569-2E18-500D-10DD-189E79FCCEFD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24" creationId="{292F862E-2E78-7399-159C-1D6AD4DD498A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27" creationId="{42376FEC-87CC-2B00-65C0-EE103E344BDF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28" creationId="{11E32CC4-CCF3-66F6-24DD-197975F9D642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30" creationId="{BBF74264-E691-F420-6A3D-C28FC8E2FE28}"/>
          </ac:inkMkLst>
        </pc:inkChg>
        <pc:inkChg chg="add mod">
          <ac:chgData name="Rodica Ioana Lung" userId="64ee56e8d7162e1e" providerId="LiveId" clId="{0F6830A5-18AB-4F1B-8BBB-DA235794CEC1}" dt="2026-01-12T15:33:12.766" v="285"/>
          <ac:inkMkLst>
            <pc:docMk/>
            <pc:sldMk cId="1383000642" sldId="275"/>
            <ac:inkMk id="31" creationId="{83560881-021D-6296-2CCD-E38FCAC23489}"/>
          </ac:inkMkLst>
        </pc:inkChg>
        <pc:inkChg chg="add mod">
          <ac:chgData name="Rodica Ioana Lung" userId="64ee56e8d7162e1e" providerId="LiveId" clId="{0F6830A5-18AB-4F1B-8BBB-DA235794CEC1}" dt="2026-01-12T15:33:37.403" v="289"/>
          <ac:inkMkLst>
            <pc:docMk/>
            <pc:sldMk cId="1383000642" sldId="275"/>
            <ac:inkMk id="33" creationId="{F5591DE3-F6C6-5F7E-37A9-795AAAAA4B3B}"/>
          </ac:inkMkLst>
        </pc:inkChg>
        <pc:inkChg chg="add mod">
          <ac:chgData name="Rodica Ioana Lung" userId="64ee56e8d7162e1e" providerId="LiveId" clId="{0F6830A5-18AB-4F1B-8BBB-DA235794CEC1}" dt="2026-01-12T15:33:37.403" v="289"/>
          <ac:inkMkLst>
            <pc:docMk/>
            <pc:sldMk cId="1383000642" sldId="275"/>
            <ac:inkMk id="34" creationId="{1D909C43-750A-1010-7A1A-9C54645EA122}"/>
          </ac:inkMkLst>
        </pc:inkChg>
        <pc:inkChg chg="add mod">
          <ac:chgData name="Rodica Ioana Lung" userId="64ee56e8d7162e1e" providerId="LiveId" clId="{0F6830A5-18AB-4F1B-8BBB-DA235794CEC1}" dt="2026-01-12T15:33:37.403" v="289"/>
          <ac:inkMkLst>
            <pc:docMk/>
            <pc:sldMk cId="1383000642" sldId="275"/>
            <ac:inkMk id="35" creationId="{E659A506-2F71-F0AE-943E-E906736504D0}"/>
          </ac:inkMkLst>
        </pc:inkChg>
        <pc:inkChg chg="add">
          <ac:chgData name="Rodica Ioana Lung" userId="64ee56e8d7162e1e" providerId="LiveId" clId="{0F6830A5-18AB-4F1B-8BBB-DA235794CEC1}" dt="2026-01-12T15:33:39.741" v="290" actId="9405"/>
          <ac:inkMkLst>
            <pc:docMk/>
            <pc:sldMk cId="1383000642" sldId="275"/>
            <ac:inkMk id="37" creationId="{62DC3D83-BEFE-2C26-7079-BEEC6D31D93C}"/>
          </ac:inkMkLst>
        </pc:inkChg>
        <pc:inkChg chg="add">
          <ac:chgData name="Rodica Ioana Lung" userId="64ee56e8d7162e1e" providerId="LiveId" clId="{0F6830A5-18AB-4F1B-8BBB-DA235794CEC1}" dt="2026-01-12T15:33:43.915" v="291" actId="9405"/>
          <ac:inkMkLst>
            <pc:docMk/>
            <pc:sldMk cId="1383000642" sldId="275"/>
            <ac:inkMk id="38" creationId="{85A06FED-B1D4-855B-B9AE-F79DD12B983B}"/>
          </ac:inkMkLst>
        </pc:inkChg>
        <pc:inkChg chg="add mod">
          <ac:chgData name="Rodica Ioana Lung" userId="64ee56e8d7162e1e" providerId="LiveId" clId="{0F6830A5-18AB-4F1B-8BBB-DA235794CEC1}" dt="2026-01-12T15:33:46.868" v="296"/>
          <ac:inkMkLst>
            <pc:docMk/>
            <pc:sldMk cId="1383000642" sldId="275"/>
            <ac:inkMk id="39" creationId="{AD432751-4135-E110-1965-1A563887830A}"/>
          </ac:inkMkLst>
        </pc:inkChg>
        <pc:inkChg chg="add mod">
          <ac:chgData name="Rodica Ioana Lung" userId="64ee56e8d7162e1e" providerId="LiveId" clId="{0F6830A5-18AB-4F1B-8BBB-DA235794CEC1}" dt="2026-01-12T15:33:46.868" v="296"/>
          <ac:inkMkLst>
            <pc:docMk/>
            <pc:sldMk cId="1383000642" sldId="275"/>
            <ac:inkMk id="40" creationId="{26C735E0-16B0-DD3A-C115-9D2F465C9F22}"/>
          </ac:inkMkLst>
        </pc:inkChg>
        <pc:inkChg chg="add mod">
          <ac:chgData name="Rodica Ioana Lung" userId="64ee56e8d7162e1e" providerId="LiveId" clId="{0F6830A5-18AB-4F1B-8BBB-DA235794CEC1}" dt="2026-01-12T15:33:46.868" v="296"/>
          <ac:inkMkLst>
            <pc:docMk/>
            <pc:sldMk cId="1383000642" sldId="275"/>
            <ac:inkMk id="41" creationId="{63BC6D30-7176-41D3-63F0-C59A5FAE61B3}"/>
          </ac:inkMkLst>
        </pc:inkChg>
        <pc:inkChg chg="add mod">
          <ac:chgData name="Rodica Ioana Lung" userId="64ee56e8d7162e1e" providerId="LiveId" clId="{0F6830A5-18AB-4F1B-8BBB-DA235794CEC1}" dt="2026-01-12T15:33:46.868" v="296"/>
          <ac:inkMkLst>
            <pc:docMk/>
            <pc:sldMk cId="1383000642" sldId="275"/>
            <ac:inkMk id="42" creationId="{40EBE000-AECE-57E4-9F2F-891884DB32F7}"/>
          </ac:inkMkLst>
        </pc:inkChg>
        <pc:inkChg chg="add">
          <ac:chgData name="Rodica Ioana Lung" userId="64ee56e8d7162e1e" providerId="LiveId" clId="{0F6830A5-18AB-4F1B-8BBB-DA235794CEC1}" dt="2026-01-12T15:34:10.390" v="297" actId="9405"/>
          <ac:inkMkLst>
            <pc:docMk/>
            <pc:sldMk cId="1383000642" sldId="275"/>
            <ac:inkMk id="44" creationId="{09249A54-E769-B837-E25C-50EF55F11399}"/>
          </ac:inkMkLst>
        </pc:inkChg>
        <pc:inkChg chg="add mod">
          <ac:chgData name="Rodica Ioana Lung" userId="64ee56e8d7162e1e" providerId="LiveId" clId="{0F6830A5-18AB-4F1B-8BBB-DA235794CEC1}" dt="2026-01-12T15:34:19.854" v="317"/>
          <ac:inkMkLst>
            <pc:docMk/>
            <pc:sldMk cId="1383000642" sldId="275"/>
            <ac:inkMk id="45" creationId="{77135D85-E18C-056F-C2DF-CC2E96D33276}"/>
          </ac:inkMkLst>
        </pc:inkChg>
        <pc:inkChg chg="add">
          <ac:chgData name="Rodica Ioana Lung" userId="64ee56e8d7162e1e" providerId="LiveId" clId="{0F6830A5-18AB-4F1B-8BBB-DA235794CEC1}" dt="2026-01-12T15:34:11.979" v="299" actId="9405"/>
          <ac:inkMkLst>
            <pc:docMk/>
            <pc:sldMk cId="1383000642" sldId="275"/>
            <ac:inkMk id="46" creationId="{BABDF009-44DB-56A4-18CD-9173839DD3E6}"/>
          </ac:inkMkLst>
        </pc:inkChg>
        <pc:inkChg chg="add">
          <ac:chgData name="Rodica Ioana Lung" userId="64ee56e8d7162e1e" providerId="LiveId" clId="{0F6830A5-18AB-4F1B-8BBB-DA235794CEC1}" dt="2026-01-12T15:34:13.269" v="300" actId="9405"/>
          <ac:inkMkLst>
            <pc:docMk/>
            <pc:sldMk cId="1383000642" sldId="275"/>
            <ac:inkMk id="47" creationId="{6F06CCE8-5176-A141-CF2C-4A75BD9FD212}"/>
          </ac:inkMkLst>
        </pc:inkChg>
        <pc:inkChg chg="add">
          <ac:chgData name="Rodica Ioana Lung" userId="64ee56e8d7162e1e" providerId="LiveId" clId="{0F6830A5-18AB-4F1B-8BBB-DA235794CEC1}" dt="2026-01-12T15:34:13.706" v="301" actId="9405"/>
          <ac:inkMkLst>
            <pc:docMk/>
            <pc:sldMk cId="1383000642" sldId="275"/>
            <ac:inkMk id="48" creationId="{4EC21B78-88EF-C3BF-F180-5CC7AC1ADC36}"/>
          </ac:inkMkLst>
        </pc:inkChg>
        <pc:inkChg chg="add">
          <ac:chgData name="Rodica Ioana Lung" userId="64ee56e8d7162e1e" providerId="LiveId" clId="{0F6830A5-18AB-4F1B-8BBB-DA235794CEC1}" dt="2026-01-12T15:34:13.893" v="302" actId="9405"/>
          <ac:inkMkLst>
            <pc:docMk/>
            <pc:sldMk cId="1383000642" sldId="275"/>
            <ac:inkMk id="49" creationId="{A1DD0DD0-705E-80C8-45B4-4C0388C86C9F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50" creationId="{F7298DBE-2424-47FA-CB9D-9F23CAF5FF9C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51" creationId="{4CF630F5-F8F7-A20B-36EB-B3F58F112314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52" creationId="{21CACBFE-682B-AD29-56F7-DCD6D11114C9}"/>
          </ac:inkMkLst>
        </pc:inkChg>
        <pc:inkChg chg="add mod">
          <ac:chgData name="Rodica Ioana Lung" userId="64ee56e8d7162e1e" providerId="LiveId" clId="{0F6830A5-18AB-4F1B-8BBB-DA235794CEC1}" dt="2026-01-12T15:34:19.854" v="317"/>
          <ac:inkMkLst>
            <pc:docMk/>
            <pc:sldMk cId="1383000642" sldId="275"/>
            <ac:inkMk id="53" creationId="{76A797DD-DD2C-E1CF-42B5-FEAF36762C22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54" creationId="{09F9DE9E-C047-B35A-62E8-8392818D2D28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55" creationId="{128520F4-67E8-5F10-27A8-9C63AD6D0462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56" creationId="{06E39A4B-6780-578E-0D93-2E659ECAF608}"/>
          </ac:inkMkLst>
        </pc:inkChg>
        <pc:inkChg chg="add">
          <ac:chgData name="Rodica Ioana Lung" userId="64ee56e8d7162e1e" providerId="LiveId" clId="{0F6830A5-18AB-4F1B-8BBB-DA235794CEC1}" dt="2026-01-12T15:34:17.096" v="310" actId="9405"/>
          <ac:inkMkLst>
            <pc:docMk/>
            <pc:sldMk cId="1383000642" sldId="275"/>
            <ac:inkMk id="57" creationId="{E154A89B-91FF-E0EE-4F9D-FD49A30CD5B2}"/>
          </ac:inkMkLst>
        </pc:inkChg>
        <pc:inkChg chg="add">
          <ac:chgData name="Rodica Ioana Lung" userId="64ee56e8d7162e1e" providerId="LiveId" clId="{0F6830A5-18AB-4F1B-8BBB-DA235794CEC1}" dt="2026-01-12T15:34:17.959" v="311" actId="9405"/>
          <ac:inkMkLst>
            <pc:docMk/>
            <pc:sldMk cId="1383000642" sldId="275"/>
            <ac:inkMk id="58" creationId="{6C33D256-AF0E-FDE1-B113-1291F4ED5B39}"/>
          </ac:inkMkLst>
        </pc:inkChg>
        <pc:inkChg chg="add mod">
          <ac:chgData name="Rodica Ioana Lung" userId="64ee56e8d7162e1e" providerId="LiveId" clId="{0F6830A5-18AB-4F1B-8BBB-DA235794CEC1}" dt="2026-01-12T15:34:19.854" v="317"/>
          <ac:inkMkLst>
            <pc:docMk/>
            <pc:sldMk cId="1383000642" sldId="275"/>
            <ac:inkMk id="59" creationId="{A42AF9A8-04DB-012D-4018-D7E61A91C4D0}"/>
          </ac:inkMkLst>
        </pc:inkChg>
        <pc:inkChg chg="add">
          <ac:chgData name="Rodica Ioana Lung" userId="64ee56e8d7162e1e" providerId="LiveId" clId="{0F6830A5-18AB-4F1B-8BBB-DA235794CEC1}" dt="2026-01-12T15:34:18.311" v="313" actId="9405"/>
          <ac:inkMkLst>
            <pc:docMk/>
            <pc:sldMk cId="1383000642" sldId="275"/>
            <ac:inkMk id="60" creationId="{0204C3F8-CBD5-E774-34A2-1DF3C66F2073}"/>
          </ac:inkMkLst>
        </pc:inkChg>
        <pc:inkChg chg="add">
          <ac:chgData name="Rodica Ioana Lung" userId="64ee56e8d7162e1e" providerId="LiveId" clId="{0F6830A5-18AB-4F1B-8BBB-DA235794CEC1}" dt="2026-01-12T15:34:18.753" v="314" actId="9405"/>
          <ac:inkMkLst>
            <pc:docMk/>
            <pc:sldMk cId="1383000642" sldId="275"/>
            <ac:inkMk id="61" creationId="{69E78D29-5DDA-3E27-0349-1B5E5737F019}"/>
          </ac:inkMkLst>
        </pc:inkChg>
        <pc:inkChg chg="add">
          <ac:chgData name="Rodica Ioana Lung" userId="64ee56e8d7162e1e" providerId="LiveId" clId="{0F6830A5-18AB-4F1B-8BBB-DA235794CEC1}" dt="2026-01-12T15:34:18.941" v="315" actId="9405"/>
          <ac:inkMkLst>
            <pc:docMk/>
            <pc:sldMk cId="1383000642" sldId="275"/>
            <ac:inkMk id="62" creationId="{72CBA59F-F0E9-479E-33DF-8093B2F59E33}"/>
          </ac:inkMkLst>
        </pc:inkChg>
        <pc:inkChg chg="add">
          <ac:chgData name="Rodica Ioana Lung" userId="64ee56e8d7162e1e" providerId="LiveId" clId="{0F6830A5-18AB-4F1B-8BBB-DA235794CEC1}" dt="2026-01-12T15:34:19.248" v="316" actId="9405"/>
          <ac:inkMkLst>
            <pc:docMk/>
            <pc:sldMk cId="1383000642" sldId="275"/>
            <ac:inkMk id="63" creationId="{EACB5B46-9A8B-7A0A-CB2A-14A49B17E68E}"/>
          </ac:inkMkLst>
        </pc:inkChg>
        <pc:inkChg chg="add mod">
          <ac:chgData name="Rodica Ioana Lung" userId="64ee56e8d7162e1e" providerId="LiveId" clId="{0F6830A5-18AB-4F1B-8BBB-DA235794CEC1}" dt="2026-01-12T15:34:23.175" v="321"/>
          <ac:inkMkLst>
            <pc:docMk/>
            <pc:sldMk cId="1383000642" sldId="275"/>
            <ac:inkMk id="69" creationId="{00091535-1CF2-A9E1-0D2F-C894808988D9}"/>
          </ac:inkMkLst>
        </pc:inkChg>
        <pc:inkChg chg="add mod">
          <ac:chgData name="Rodica Ioana Lung" userId="64ee56e8d7162e1e" providerId="LiveId" clId="{0F6830A5-18AB-4F1B-8BBB-DA235794CEC1}" dt="2026-01-12T15:34:23.175" v="321"/>
          <ac:inkMkLst>
            <pc:docMk/>
            <pc:sldMk cId="1383000642" sldId="275"/>
            <ac:inkMk id="70" creationId="{DA6B2B0D-2841-BC97-4D01-CAE435A9BF0A}"/>
          </ac:inkMkLst>
        </pc:inkChg>
        <pc:inkChg chg="add mod">
          <ac:chgData name="Rodica Ioana Lung" userId="64ee56e8d7162e1e" providerId="LiveId" clId="{0F6830A5-18AB-4F1B-8BBB-DA235794CEC1}" dt="2026-01-12T15:34:23.175" v="321"/>
          <ac:inkMkLst>
            <pc:docMk/>
            <pc:sldMk cId="1383000642" sldId="275"/>
            <ac:inkMk id="71" creationId="{3B1A8E5B-86D7-A9EE-AE88-60C0CB02374E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73" creationId="{57E2ABA7-2ED5-783E-AF0B-0D32E0D9029D}"/>
          </ac:inkMkLst>
        </pc:inkChg>
        <pc:inkChg chg="add mod">
          <ac:chgData name="Rodica Ioana Lung" userId="64ee56e8d7162e1e" providerId="LiveId" clId="{0F6830A5-18AB-4F1B-8BBB-DA235794CEC1}" dt="2026-01-12T15:34:25.847" v="324"/>
          <ac:inkMkLst>
            <pc:docMk/>
            <pc:sldMk cId="1383000642" sldId="275"/>
            <ac:inkMk id="74" creationId="{6CEE65CB-D7B2-E115-BD65-68EE8BB4F460}"/>
          </ac:inkMkLst>
        </pc:inkChg>
        <pc:inkChg chg="add">
          <ac:chgData name="Rodica Ioana Lung" userId="64ee56e8d7162e1e" providerId="LiveId" clId="{0F6830A5-18AB-4F1B-8BBB-DA235794CEC1}" dt="2026-01-12T15:34:27.516" v="325" actId="9405"/>
          <ac:inkMkLst>
            <pc:docMk/>
            <pc:sldMk cId="1383000642" sldId="275"/>
            <ac:inkMk id="76" creationId="{BFD65C72-FD02-D6B7-2FC8-1B04310FA352}"/>
          </ac:inkMkLst>
        </pc:inkChg>
        <pc:inkChg chg="add mod">
          <ac:chgData name="Rodica Ioana Lung" userId="64ee56e8d7162e1e" providerId="LiveId" clId="{0F6830A5-18AB-4F1B-8BBB-DA235794CEC1}" dt="2026-01-12T15:34:37.741" v="328"/>
          <ac:inkMkLst>
            <pc:docMk/>
            <pc:sldMk cId="1383000642" sldId="275"/>
            <ac:inkMk id="77" creationId="{C3FF2C4A-00EF-CA08-8FB9-337F794E4043}"/>
          </ac:inkMkLst>
        </pc:inkChg>
        <pc:inkChg chg="add mod">
          <ac:chgData name="Rodica Ioana Lung" userId="64ee56e8d7162e1e" providerId="LiveId" clId="{0F6830A5-18AB-4F1B-8BBB-DA235794CEC1}" dt="2026-01-12T15:34:37.741" v="328"/>
          <ac:inkMkLst>
            <pc:docMk/>
            <pc:sldMk cId="1383000642" sldId="275"/>
            <ac:inkMk id="78" creationId="{E47B861D-5F7A-AFB2-ABCD-FFC01DB6CB17}"/>
          </ac:inkMkLst>
        </pc:inkChg>
        <pc:inkChg chg="add">
          <ac:chgData name="Rodica Ioana Lung" userId="64ee56e8d7162e1e" providerId="LiveId" clId="{0F6830A5-18AB-4F1B-8BBB-DA235794CEC1}" dt="2026-01-12T15:34:40.149" v="329" actId="9405"/>
          <ac:inkMkLst>
            <pc:docMk/>
            <pc:sldMk cId="1383000642" sldId="275"/>
            <ac:inkMk id="80" creationId="{958A1E85-405A-48A8-1516-5310343921D8}"/>
          </ac:inkMkLst>
        </pc:inkChg>
        <pc:inkChg chg="add">
          <ac:chgData name="Rodica Ioana Lung" userId="64ee56e8d7162e1e" providerId="LiveId" clId="{0F6830A5-18AB-4F1B-8BBB-DA235794CEC1}" dt="2026-01-12T15:35:10.259" v="330" actId="9405"/>
          <ac:inkMkLst>
            <pc:docMk/>
            <pc:sldMk cId="1383000642" sldId="275"/>
            <ac:inkMk id="81" creationId="{B51981C8-2B47-9D4F-4F32-6069C1E01FCD}"/>
          </ac:inkMkLst>
        </pc:inkChg>
        <pc:inkChg chg="add">
          <ac:chgData name="Rodica Ioana Lung" userId="64ee56e8d7162e1e" providerId="LiveId" clId="{0F6830A5-18AB-4F1B-8BBB-DA235794CEC1}" dt="2026-01-12T15:35:16.083" v="331" actId="9405"/>
          <ac:inkMkLst>
            <pc:docMk/>
            <pc:sldMk cId="1383000642" sldId="275"/>
            <ac:inkMk id="82" creationId="{9A98D8F3-A566-3E80-FE80-5F2EB8EFE75F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83" creationId="{FE3FDCFE-60BE-04C4-BF80-EA52FA77F2B1}"/>
          </ac:inkMkLst>
        </pc:inkChg>
        <pc:inkChg chg="add mod">
          <ac:chgData name="Rodica Ioana Lung" userId="64ee56e8d7162e1e" providerId="LiveId" clId="{0F6830A5-18AB-4F1B-8BBB-DA235794CEC1}" dt="2026-01-12T15:35:40.238" v="344"/>
          <ac:inkMkLst>
            <pc:docMk/>
            <pc:sldMk cId="1383000642" sldId="275"/>
            <ac:inkMk id="84" creationId="{A7F4D502-3868-279E-EA71-7B3ED0EAA871}"/>
          </ac:inkMkLst>
        </pc:inkChg>
        <pc:inkChg chg="add mod">
          <ac:chgData name="Rodica Ioana Lung" userId="64ee56e8d7162e1e" providerId="LiveId" clId="{0F6830A5-18AB-4F1B-8BBB-DA235794CEC1}" dt="2026-01-12T15:35:40.238" v="344"/>
          <ac:inkMkLst>
            <pc:docMk/>
            <pc:sldMk cId="1383000642" sldId="275"/>
            <ac:inkMk id="85" creationId="{3D1953D9-2463-F51C-C297-CB4217289B60}"/>
          </ac:inkMkLst>
        </pc:inkChg>
        <pc:inkChg chg="add mod">
          <ac:chgData name="Rodica Ioana Lung" userId="64ee56e8d7162e1e" providerId="LiveId" clId="{0F6830A5-18AB-4F1B-8BBB-DA235794CEC1}" dt="2026-01-12T15:35:40.238" v="344"/>
          <ac:inkMkLst>
            <pc:docMk/>
            <pc:sldMk cId="1383000642" sldId="275"/>
            <ac:inkMk id="86" creationId="{B0EAE2CC-E5E1-95FA-2F1A-D45494B8CA4C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87" creationId="{B7C12113-FFE9-66FE-1F2B-75674285B321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88" creationId="{074AFCFD-AFE9-1534-28EC-718E112F56FD}"/>
          </ac:inkMkLst>
        </pc:inkChg>
        <pc:inkChg chg="add mod">
          <ac:chgData name="Rodica Ioana Lung" userId="64ee56e8d7162e1e" providerId="LiveId" clId="{0F6830A5-18AB-4F1B-8BBB-DA235794CEC1}" dt="2026-01-12T15:35:32.231" v="341"/>
          <ac:inkMkLst>
            <pc:docMk/>
            <pc:sldMk cId="1383000642" sldId="275"/>
            <ac:inkMk id="90" creationId="{5BDEED92-FD23-95FC-D2B0-DD004ABF5BF9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91" creationId="{255365A1-7FEE-8632-D768-CB284AD7A84A}"/>
          </ac:inkMkLst>
        </pc:inkChg>
        <pc:inkChg chg="add mod">
          <ac:chgData name="Rodica Ioana Lung" userId="64ee56e8d7162e1e" providerId="LiveId" clId="{0F6830A5-18AB-4F1B-8BBB-DA235794CEC1}" dt="2026-01-12T15:35:40.238" v="344"/>
          <ac:inkMkLst>
            <pc:docMk/>
            <pc:sldMk cId="1383000642" sldId="275"/>
            <ac:inkMk id="93" creationId="{020EB699-957B-671F-BB64-223CA5F69CB3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94" creationId="{D6D3B147-F146-0C6A-B0DF-49E645BBA16B}"/>
          </ac:inkMkLst>
        </pc:inkChg>
        <pc:inkChg chg="add mod">
          <ac:chgData name="Rodica Ioana Lung" userId="64ee56e8d7162e1e" providerId="LiveId" clId="{0F6830A5-18AB-4F1B-8BBB-DA235794CEC1}" dt="2026-01-12T15:35:48.888" v="347"/>
          <ac:inkMkLst>
            <pc:docMk/>
            <pc:sldMk cId="1383000642" sldId="275"/>
            <ac:inkMk id="96" creationId="{DA230FD1-FD89-A7B7-CAF8-4EBFF0342745}"/>
          </ac:inkMkLst>
        </pc:inkChg>
        <pc:inkChg chg="add mod">
          <ac:chgData name="Rodica Ioana Lung" userId="64ee56e8d7162e1e" providerId="LiveId" clId="{0F6830A5-18AB-4F1B-8BBB-DA235794CEC1}" dt="2026-01-12T15:35:48.888" v="347"/>
          <ac:inkMkLst>
            <pc:docMk/>
            <pc:sldMk cId="1383000642" sldId="275"/>
            <ac:inkMk id="97" creationId="{C945947B-E2DF-BAE3-64D2-C141545348CC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99" creationId="{89366805-47B8-CEC1-D1E7-F00CB6681200}"/>
          </ac:inkMkLst>
        </pc:inkChg>
        <pc:inkChg chg="add mod">
          <ac:chgData name="Rodica Ioana Lung" userId="64ee56e8d7162e1e" providerId="LiveId" clId="{0F6830A5-18AB-4F1B-8BBB-DA235794CEC1}" dt="2026-01-12T15:35:59.299" v="350"/>
          <ac:inkMkLst>
            <pc:docMk/>
            <pc:sldMk cId="1383000642" sldId="275"/>
            <ac:inkMk id="100" creationId="{D7F45D7B-E404-C38E-D8E1-FFA91B317D2B}"/>
          </ac:inkMkLst>
        </pc:inkChg>
        <pc:inkChg chg="add">
          <ac:chgData name="Rodica Ioana Lung" userId="64ee56e8d7162e1e" providerId="LiveId" clId="{0F6830A5-18AB-4F1B-8BBB-DA235794CEC1}" dt="2026-01-12T15:36:06.099" v="351" actId="9405"/>
          <ac:inkMkLst>
            <pc:docMk/>
            <pc:sldMk cId="1383000642" sldId="275"/>
            <ac:inkMk id="102" creationId="{3C725F0D-346E-A5D1-0848-8841947D3538}"/>
          </ac:inkMkLst>
        </pc:inkChg>
        <pc:inkChg chg="add">
          <ac:chgData name="Rodica Ioana Lung" userId="64ee56e8d7162e1e" providerId="LiveId" clId="{0F6830A5-18AB-4F1B-8BBB-DA235794CEC1}" dt="2026-01-12T15:36:09.615" v="352" actId="9405"/>
          <ac:inkMkLst>
            <pc:docMk/>
            <pc:sldMk cId="1383000642" sldId="275"/>
            <ac:inkMk id="103" creationId="{128CCE9B-24DA-79EE-0277-7BA28D6F8005}"/>
          </ac:inkMkLst>
        </pc:inkChg>
        <pc:inkChg chg="add mod">
          <ac:chgData name="Rodica Ioana Lung" userId="64ee56e8d7162e1e" providerId="LiveId" clId="{0F6830A5-18AB-4F1B-8BBB-DA235794CEC1}" dt="2026-01-12T15:38:39.364" v="362"/>
          <ac:inkMkLst>
            <pc:docMk/>
            <pc:sldMk cId="1383000642" sldId="275"/>
            <ac:inkMk id="104" creationId="{92A7F507-54E5-E773-2AB0-1FB405A7D501}"/>
          </ac:inkMkLst>
        </pc:inkChg>
        <pc:inkChg chg="add mod">
          <ac:chgData name="Rodica Ioana Lung" userId="64ee56e8d7162e1e" providerId="LiveId" clId="{0F6830A5-18AB-4F1B-8BBB-DA235794CEC1}" dt="2026-01-12T15:38:39.364" v="362"/>
          <ac:inkMkLst>
            <pc:docMk/>
            <pc:sldMk cId="1383000642" sldId="275"/>
            <ac:inkMk id="105" creationId="{C1EAB044-524D-5038-8952-E168B212BC09}"/>
          </ac:inkMkLst>
        </pc:inkChg>
        <pc:inkChg chg="add mod">
          <ac:chgData name="Rodica Ioana Lung" userId="64ee56e8d7162e1e" providerId="LiveId" clId="{0F6830A5-18AB-4F1B-8BBB-DA235794CEC1}" dt="2026-01-12T15:38:25.281" v="360"/>
          <ac:inkMkLst>
            <pc:docMk/>
            <pc:sldMk cId="1383000642" sldId="275"/>
            <ac:inkMk id="107" creationId="{33C69069-18E0-2558-2B0E-6CC67F3969B7}"/>
          </ac:inkMkLst>
        </pc:inkChg>
        <pc:inkChg chg="add mod">
          <ac:chgData name="Rodica Ioana Lung" userId="64ee56e8d7162e1e" providerId="LiveId" clId="{0F6830A5-18AB-4F1B-8BBB-DA235794CEC1}" dt="2026-01-12T15:38:57.579" v="376"/>
          <ac:inkMkLst>
            <pc:docMk/>
            <pc:sldMk cId="1383000642" sldId="275"/>
            <ac:inkMk id="109" creationId="{6960641B-9262-7F50-4E56-4467997B7883}"/>
          </ac:inkMkLst>
        </pc:inkChg>
        <pc:inkChg chg="add mod">
          <ac:chgData name="Rodica Ioana Lung" userId="64ee56e8d7162e1e" providerId="LiveId" clId="{0F6830A5-18AB-4F1B-8BBB-DA235794CEC1}" dt="2026-01-12T15:38:57.579" v="376"/>
          <ac:inkMkLst>
            <pc:docMk/>
            <pc:sldMk cId="1383000642" sldId="275"/>
            <ac:inkMk id="110" creationId="{D67F6A60-0987-9500-B7F4-1B2EF24E7271}"/>
          </ac:inkMkLst>
        </pc:inkChg>
        <pc:inkChg chg="add mod">
          <ac:chgData name="Rodica Ioana Lung" userId="64ee56e8d7162e1e" providerId="LiveId" clId="{0F6830A5-18AB-4F1B-8BBB-DA235794CEC1}" dt="2026-01-12T15:38:39.364" v="362"/>
          <ac:inkMkLst>
            <pc:docMk/>
            <pc:sldMk cId="1383000642" sldId="275"/>
            <ac:inkMk id="112" creationId="{E1C21FB1-235B-5FE3-09C5-EA1FCC7E33E4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14" creationId="{E190062C-15C0-75CB-DB19-AF623B02DE48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15" creationId="{D8A44645-BDCA-6A36-43B2-450AF3773EC5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16" creationId="{5BDAE378-2A8F-CB00-515E-915197AAF538}"/>
          </ac:inkMkLst>
        </pc:inkChg>
        <pc:inkChg chg="add mod">
          <ac:chgData name="Rodica Ioana Lung" userId="64ee56e8d7162e1e" providerId="LiveId" clId="{0F6830A5-18AB-4F1B-8BBB-DA235794CEC1}" dt="2026-01-12T15:38:57.579" v="376"/>
          <ac:inkMkLst>
            <pc:docMk/>
            <pc:sldMk cId="1383000642" sldId="275"/>
            <ac:inkMk id="117" creationId="{608C7EF5-8D5A-40FA-ADB8-C54C29FD2C51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18" creationId="{8AF07073-C1F0-A301-DFB2-CD4150E4A542}"/>
          </ac:inkMkLst>
        </pc:inkChg>
        <pc:inkChg chg="add mod">
          <ac:chgData name="Rodica Ioana Lung" userId="64ee56e8d7162e1e" providerId="LiveId" clId="{0F6830A5-18AB-4F1B-8BBB-DA235794CEC1}" dt="2026-01-12T15:38:49.864" v="372"/>
          <ac:inkMkLst>
            <pc:docMk/>
            <pc:sldMk cId="1383000642" sldId="275"/>
            <ac:inkMk id="119" creationId="{6AF3ADF1-81D4-70FD-58B0-8FA224DF1BD7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20" creationId="{247B7E11-DAA4-CC28-EBEE-1DEE294B9F30}"/>
          </ac:inkMkLst>
        </pc:inkChg>
        <pc:inkChg chg="add mod">
          <ac:chgData name="Rodica Ioana Lung" userId="64ee56e8d7162e1e" providerId="LiveId" clId="{0F6830A5-18AB-4F1B-8BBB-DA235794CEC1}" dt="2026-01-12T15:38:57.579" v="376"/>
          <ac:inkMkLst>
            <pc:docMk/>
            <pc:sldMk cId="1383000642" sldId="275"/>
            <ac:inkMk id="121" creationId="{669098BC-022B-4C29-9A2C-86ED967AC2F9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22" creationId="{E8D13ED7-705D-1483-9081-B9A0B28663EF}"/>
          </ac:inkMkLst>
        </pc:inkChg>
        <pc:inkChg chg="add">
          <ac:chgData name="Rodica Ioana Lung" userId="64ee56e8d7162e1e" providerId="LiveId" clId="{0F6830A5-18AB-4F1B-8BBB-DA235794CEC1}" dt="2026-01-12T15:38:55.498" v="373" actId="9405"/>
          <ac:inkMkLst>
            <pc:docMk/>
            <pc:sldMk cId="1383000642" sldId="275"/>
            <ac:inkMk id="124" creationId="{EDF75819-5E70-00CD-CD8C-E40224B007C4}"/>
          </ac:inkMkLst>
        </pc:inkChg>
        <pc:inkChg chg="add mod">
          <ac:chgData name="Rodica Ioana Lung" userId="64ee56e8d7162e1e" providerId="LiveId" clId="{0F6830A5-18AB-4F1B-8BBB-DA235794CEC1}" dt="2026-01-12T15:38:57.579" v="376"/>
          <ac:inkMkLst>
            <pc:docMk/>
            <pc:sldMk cId="1383000642" sldId="275"/>
            <ac:inkMk id="125" creationId="{003872F3-4117-732F-B8A8-8599AC57DD0B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26" creationId="{FEEAD93D-20FF-0513-CA5D-F384E4357EA4}"/>
          </ac:inkMkLst>
        </pc:inkChg>
        <pc:inkChg chg="add mod">
          <ac:chgData name="Rodica Ioana Lung" userId="64ee56e8d7162e1e" providerId="LiveId" clId="{0F6830A5-18AB-4F1B-8BBB-DA235794CEC1}" dt="2026-01-12T15:38:58.719" v="378"/>
          <ac:inkMkLst>
            <pc:docMk/>
            <pc:sldMk cId="1383000642" sldId="275"/>
            <ac:inkMk id="128" creationId="{648F6F8A-8001-D44E-0BC4-7584F6AD77F4}"/>
          </ac:inkMkLst>
        </pc:inkChg>
        <pc:inkChg chg="add">
          <ac:chgData name="Rodica Ioana Lung" userId="64ee56e8d7162e1e" providerId="LiveId" clId="{0F6830A5-18AB-4F1B-8BBB-DA235794CEC1}" dt="2026-01-12T15:42:50.821" v="459" actId="9405"/>
          <ac:inkMkLst>
            <pc:docMk/>
            <pc:sldMk cId="1383000642" sldId="275"/>
            <ac:inkMk id="130" creationId="{7E5D944A-DB36-4744-DB4D-81134DC0D6C9}"/>
          </ac:inkMkLst>
        </pc:inkChg>
      </pc:sldChg>
      <pc:sldChg chg="addSp delSp modSp mod">
        <pc:chgData name="Rodica Ioana Lung" userId="64ee56e8d7162e1e" providerId="LiveId" clId="{0F6830A5-18AB-4F1B-8BBB-DA235794CEC1}" dt="2026-01-09T16:38:13.298" v="194"/>
        <pc:sldMkLst>
          <pc:docMk/>
          <pc:sldMk cId="2828318054" sldId="276"/>
        </pc:sldMkLst>
        <pc:grpChg chg="mod">
          <ac:chgData name="Rodica Ioana Lung" userId="64ee56e8d7162e1e" providerId="LiveId" clId="{0F6830A5-18AB-4F1B-8BBB-DA235794CEC1}" dt="2026-01-09T16:36:48.643" v="178"/>
          <ac:grpSpMkLst>
            <pc:docMk/>
            <pc:sldMk cId="2828318054" sldId="276"/>
            <ac:grpSpMk id="8" creationId="{F999F399-7D3E-3E5D-4A15-7FB80E36198F}"/>
          </ac:grpSpMkLst>
        </pc:grpChg>
        <pc:grpChg chg="mod">
          <ac:chgData name="Rodica Ioana Lung" userId="64ee56e8d7162e1e" providerId="LiveId" clId="{0F6830A5-18AB-4F1B-8BBB-DA235794CEC1}" dt="2026-01-09T16:37:42.379" v="186"/>
          <ac:grpSpMkLst>
            <pc:docMk/>
            <pc:sldMk cId="2828318054" sldId="276"/>
            <ac:grpSpMk id="15" creationId="{391E2868-F497-2265-F4B4-9C73B1982E56}"/>
          </ac:grpSpMkLst>
        </pc:grpChg>
        <pc:grpChg chg="mod">
          <ac:chgData name="Rodica Ioana Lung" userId="64ee56e8d7162e1e" providerId="LiveId" clId="{0F6830A5-18AB-4F1B-8BBB-DA235794CEC1}" dt="2026-01-09T16:38:13.298" v="194"/>
          <ac:grpSpMkLst>
            <pc:docMk/>
            <pc:sldMk cId="2828318054" sldId="276"/>
            <ac:grpSpMk id="23" creationId="{17FBB443-8C5E-A1EE-BCCC-564607C8FF82}"/>
          </ac:grpSpMkLst>
        </pc:grpChg>
        <pc:inkChg chg="add mod">
          <ac:chgData name="Rodica Ioana Lung" userId="64ee56e8d7162e1e" providerId="LiveId" clId="{0F6830A5-18AB-4F1B-8BBB-DA235794CEC1}" dt="2026-01-09T16:36:48.643" v="178"/>
          <ac:inkMkLst>
            <pc:docMk/>
            <pc:sldMk cId="2828318054" sldId="276"/>
            <ac:inkMk id="4" creationId="{7B100870-7873-4685-04B9-547E9782264B}"/>
          </ac:inkMkLst>
        </pc:inkChg>
        <pc:inkChg chg="add mod">
          <ac:chgData name="Rodica Ioana Lung" userId="64ee56e8d7162e1e" providerId="LiveId" clId="{0F6830A5-18AB-4F1B-8BBB-DA235794CEC1}" dt="2026-01-09T16:36:48.643" v="178"/>
          <ac:inkMkLst>
            <pc:docMk/>
            <pc:sldMk cId="2828318054" sldId="276"/>
            <ac:inkMk id="5" creationId="{B67E0FB7-668A-921F-A824-AC7DD4134DE3}"/>
          </ac:inkMkLst>
        </pc:inkChg>
        <pc:inkChg chg="add mod">
          <ac:chgData name="Rodica Ioana Lung" userId="64ee56e8d7162e1e" providerId="LiveId" clId="{0F6830A5-18AB-4F1B-8BBB-DA235794CEC1}" dt="2026-01-09T16:36:48.643" v="178"/>
          <ac:inkMkLst>
            <pc:docMk/>
            <pc:sldMk cId="2828318054" sldId="276"/>
            <ac:inkMk id="7" creationId="{65A42EDC-EF36-EC8D-146E-066D2A95332D}"/>
          </ac:inkMkLst>
        </pc:inkChg>
        <pc:inkChg chg="add">
          <ac:chgData name="Rodica Ioana Lung" userId="64ee56e8d7162e1e" providerId="LiveId" clId="{0F6830A5-18AB-4F1B-8BBB-DA235794CEC1}" dt="2026-01-09T16:36:53.316" v="179" actId="9405"/>
          <ac:inkMkLst>
            <pc:docMk/>
            <pc:sldMk cId="2828318054" sldId="276"/>
            <ac:inkMk id="9" creationId="{14FE166D-DFB1-8D10-7962-D15DD7D02AD6}"/>
          </ac:inkMkLst>
        </pc:inkChg>
        <pc:inkChg chg="add">
          <ac:chgData name="Rodica Ioana Lung" userId="64ee56e8d7162e1e" providerId="LiveId" clId="{0F6830A5-18AB-4F1B-8BBB-DA235794CEC1}" dt="2026-01-09T16:36:55.730" v="180" actId="9405"/>
          <ac:inkMkLst>
            <pc:docMk/>
            <pc:sldMk cId="2828318054" sldId="276"/>
            <ac:inkMk id="10" creationId="{FC473C4E-3A37-97F1-C702-8F01FBAF3B70}"/>
          </ac:inkMkLst>
        </pc:inkChg>
        <pc:inkChg chg="add">
          <ac:chgData name="Rodica Ioana Lung" userId="64ee56e8d7162e1e" providerId="LiveId" clId="{0F6830A5-18AB-4F1B-8BBB-DA235794CEC1}" dt="2026-01-09T16:37:29.768" v="182" actId="9405"/>
          <ac:inkMkLst>
            <pc:docMk/>
            <pc:sldMk cId="2828318054" sldId="276"/>
            <ac:inkMk id="11" creationId="{88D273A4-9839-2BE2-72AA-E97C6F631E84}"/>
          </ac:inkMkLst>
        </pc:inkChg>
        <pc:inkChg chg="add mod">
          <ac:chgData name="Rodica Ioana Lung" userId="64ee56e8d7162e1e" providerId="LiveId" clId="{0F6830A5-18AB-4F1B-8BBB-DA235794CEC1}" dt="2026-01-09T16:37:42.379" v="186"/>
          <ac:inkMkLst>
            <pc:docMk/>
            <pc:sldMk cId="2828318054" sldId="276"/>
            <ac:inkMk id="12" creationId="{D8197355-B0A4-4552-5BF5-6C0214023374}"/>
          </ac:inkMkLst>
        </pc:inkChg>
        <pc:inkChg chg="add mod">
          <ac:chgData name="Rodica Ioana Lung" userId="64ee56e8d7162e1e" providerId="LiveId" clId="{0F6830A5-18AB-4F1B-8BBB-DA235794CEC1}" dt="2026-01-09T16:37:42.379" v="186"/>
          <ac:inkMkLst>
            <pc:docMk/>
            <pc:sldMk cId="2828318054" sldId="276"/>
            <ac:inkMk id="13" creationId="{EC13A058-D638-E2A8-0754-5015D3983D84}"/>
          </ac:inkMkLst>
        </pc:inkChg>
        <pc:inkChg chg="add mod">
          <ac:chgData name="Rodica Ioana Lung" userId="64ee56e8d7162e1e" providerId="LiveId" clId="{0F6830A5-18AB-4F1B-8BBB-DA235794CEC1}" dt="2026-01-09T16:37:42.379" v="186"/>
          <ac:inkMkLst>
            <pc:docMk/>
            <pc:sldMk cId="2828318054" sldId="276"/>
            <ac:inkMk id="14" creationId="{853E0340-7DB3-07F4-33B5-73582ADDFB76}"/>
          </ac:inkMkLst>
        </pc:inkChg>
        <pc:inkChg chg="add">
          <ac:chgData name="Rodica Ioana Lung" userId="64ee56e8d7162e1e" providerId="LiveId" clId="{0F6830A5-18AB-4F1B-8BBB-DA235794CEC1}" dt="2026-01-09T16:37:51.394" v="187" actId="9405"/>
          <ac:inkMkLst>
            <pc:docMk/>
            <pc:sldMk cId="2828318054" sldId="276"/>
            <ac:inkMk id="16" creationId="{8EEC4A59-1C1E-643F-129F-4ECD8077BD53}"/>
          </ac:inkMkLst>
        </pc:inkChg>
        <pc:inkChg chg="add">
          <ac:chgData name="Rodica Ioana Lung" userId="64ee56e8d7162e1e" providerId="LiveId" clId="{0F6830A5-18AB-4F1B-8BBB-DA235794CEC1}" dt="2026-01-09T16:37:56.327" v="188" actId="9405"/>
          <ac:inkMkLst>
            <pc:docMk/>
            <pc:sldMk cId="2828318054" sldId="276"/>
            <ac:inkMk id="17" creationId="{142FFFB5-7D7C-99B2-6FAA-70851EB0F64B}"/>
          </ac:inkMkLst>
        </pc:inkChg>
        <pc:inkChg chg="add">
          <ac:chgData name="Rodica Ioana Lung" userId="64ee56e8d7162e1e" providerId="LiveId" clId="{0F6830A5-18AB-4F1B-8BBB-DA235794CEC1}" dt="2026-01-09T16:38:00.537" v="189" actId="9405"/>
          <ac:inkMkLst>
            <pc:docMk/>
            <pc:sldMk cId="2828318054" sldId="276"/>
            <ac:inkMk id="18" creationId="{D825A608-8E19-6ED4-8286-1C972D9DC8F5}"/>
          </ac:inkMkLst>
        </pc:inkChg>
        <pc:inkChg chg="add mod">
          <ac:chgData name="Rodica Ioana Lung" userId="64ee56e8d7162e1e" providerId="LiveId" clId="{0F6830A5-18AB-4F1B-8BBB-DA235794CEC1}" dt="2026-01-09T16:38:13.298" v="194"/>
          <ac:inkMkLst>
            <pc:docMk/>
            <pc:sldMk cId="2828318054" sldId="276"/>
            <ac:inkMk id="19" creationId="{88F20671-8EC4-9F86-4492-B8560FEA7178}"/>
          </ac:inkMkLst>
        </pc:inkChg>
        <pc:inkChg chg="add mod">
          <ac:chgData name="Rodica Ioana Lung" userId="64ee56e8d7162e1e" providerId="LiveId" clId="{0F6830A5-18AB-4F1B-8BBB-DA235794CEC1}" dt="2026-01-09T16:38:13.298" v="194"/>
          <ac:inkMkLst>
            <pc:docMk/>
            <pc:sldMk cId="2828318054" sldId="276"/>
            <ac:inkMk id="20" creationId="{F5B4AEBF-79B5-7F99-0273-4FE767ABB305}"/>
          </ac:inkMkLst>
        </pc:inkChg>
        <pc:inkChg chg="add mod">
          <ac:chgData name="Rodica Ioana Lung" userId="64ee56e8d7162e1e" providerId="LiveId" clId="{0F6830A5-18AB-4F1B-8BBB-DA235794CEC1}" dt="2026-01-09T16:38:13.298" v="194"/>
          <ac:inkMkLst>
            <pc:docMk/>
            <pc:sldMk cId="2828318054" sldId="276"/>
            <ac:inkMk id="21" creationId="{6E9DDD2D-5FF7-6E33-2AE0-AA6913B21FB3}"/>
          </ac:inkMkLst>
        </pc:inkChg>
        <pc:inkChg chg="add mod">
          <ac:chgData name="Rodica Ioana Lung" userId="64ee56e8d7162e1e" providerId="LiveId" clId="{0F6830A5-18AB-4F1B-8BBB-DA235794CEC1}" dt="2026-01-09T16:38:13.298" v="194"/>
          <ac:inkMkLst>
            <pc:docMk/>
            <pc:sldMk cId="2828318054" sldId="276"/>
            <ac:inkMk id="22" creationId="{6E66C074-D355-D31A-A800-07282A52AB5A}"/>
          </ac:inkMkLst>
        </pc:inkChg>
      </pc:sldChg>
      <pc:sldChg chg="addSp delSp modSp mod">
        <pc:chgData name="Rodica Ioana Lung" userId="64ee56e8d7162e1e" providerId="LiveId" clId="{0F6830A5-18AB-4F1B-8BBB-DA235794CEC1}" dt="2026-01-12T15:47:34.553" v="517" actId="9405"/>
        <pc:sldMkLst>
          <pc:docMk/>
          <pc:sldMk cId="824407860" sldId="277"/>
        </pc:sldMkLst>
        <pc:grpChg chg="del mod">
          <ac:chgData name="Rodica Ioana Lung" userId="64ee56e8d7162e1e" providerId="LiveId" clId="{0F6830A5-18AB-4F1B-8BBB-DA235794CEC1}" dt="2026-01-12T15:40:37.220" v="407"/>
          <ac:grpSpMkLst>
            <pc:docMk/>
            <pc:sldMk cId="824407860" sldId="277"/>
            <ac:grpSpMk id="7" creationId="{9CB617F2-BF7D-DDD2-D689-5C490B9F824B}"/>
          </ac:grpSpMkLst>
        </pc:grpChg>
        <pc:grpChg chg="mod">
          <ac:chgData name="Rodica Ioana Lung" userId="64ee56e8d7162e1e" providerId="LiveId" clId="{0F6830A5-18AB-4F1B-8BBB-DA235794CEC1}" dt="2026-01-12T15:40:37.220" v="407"/>
          <ac:grpSpMkLst>
            <pc:docMk/>
            <pc:sldMk cId="824407860" sldId="277"/>
            <ac:grpSpMk id="20" creationId="{73A0C902-FFC8-A3DF-D209-6B7B823AB528}"/>
          </ac:grpSpMkLst>
        </pc:grpChg>
        <pc:grpChg chg="mod">
          <ac:chgData name="Rodica Ioana Lung" userId="64ee56e8d7162e1e" providerId="LiveId" clId="{0F6830A5-18AB-4F1B-8BBB-DA235794CEC1}" dt="2026-01-12T15:41:15.679" v="419"/>
          <ac:grpSpMkLst>
            <pc:docMk/>
            <pc:sldMk cId="824407860" sldId="277"/>
            <ac:grpSpMk id="32" creationId="{9A056509-2A61-EC37-9F4C-5D9E48246FEA}"/>
          </ac:grpSpMkLst>
        </pc:grpChg>
        <pc:grpChg chg="mod">
          <ac:chgData name="Rodica Ioana Lung" userId="64ee56e8d7162e1e" providerId="LiveId" clId="{0F6830A5-18AB-4F1B-8BBB-DA235794CEC1}" dt="2026-01-12T15:41:21.717" v="424"/>
          <ac:grpSpMkLst>
            <pc:docMk/>
            <pc:sldMk cId="824407860" sldId="277"/>
            <ac:grpSpMk id="37" creationId="{A421E1F6-E371-5A30-E865-A6A8F64234E0}"/>
          </ac:grpSpMkLst>
        </pc:grpChg>
        <pc:grpChg chg="mod">
          <ac:chgData name="Rodica Ioana Lung" userId="64ee56e8d7162e1e" providerId="LiveId" clId="{0F6830A5-18AB-4F1B-8BBB-DA235794CEC1}" dt="2026-01-12T15:41:21.717" v="424"/>
          <ac:grpSpMkLst>
            <pc:docMk/>
            <pc:sldMk cId="824407860" sldId="277"/>
            <ac:grpSpMk id="38" creationId="{2EC5A433-0EA4-E8AD-CDEF-BE1829DF3FBE}"/>
          </ac:grpSpMkLst>
        </pc:grpChg>
        <pc:grpChg chg="mod">
          <ac:chgData name="Rodica Ioana Lung" userId="64ee56e8d7162e1e" providerId="LiveId" clId="{0F6830A5-18AB-4F1B-8BBB-DA235794CEC1}" dt="2026-01-12T15:41:47.545" v="440"/>
          <ac:grpSpMkLst>
            <pc:docMk/>
            <pc:sldMk cId="824407860" sldId="277"/>
            <ac:grpSpMk id="54" creationId="{D4714AF8-A7A6-604E-9F45-37FBA7DF0E69}"/>
          </ac:grpSpMkLst>
        </pc:grpChg>
        <pc:grpChg chg="mod">
          <ac:chgData name="Rodica Ioana Lung" userId="64ee56e8d7162e1e" providerId="LiveId" clId="{0F6830A5-18AB-4F1B-8BBB-DA235794CEC1}" dt="2026-01-12T15:41:47.545" v="440"/>
          <ac:grpSpMkLst>
            <pc:docMk/>
            <pc:sldMk cId="824407860" sldId="277"/>
            <ac:grpSpMk id="55" creationId="{0979492B-1A57-376E-F717-D59D4060B4FB}"/>
          </ac:grpSpMkLst>
        </pc:grpChg>
        <pc:grpChg chg="mod">
          <ac:chgData name="Rodica Ioana Lung" userId="64ee56e8d7162e1e" providerId="LiveId" clId="{0F6830A5-18AB-4F1B-8BBB-DA235794CEC1}" dt="2026-01-12T15:41:53.112" v="443"/>
          <ac:grpSpMkLst>
            <pc:docMk/>
            <pc:sldMk cId="824407860" sldId="277"/>
            <ac:grpSpMk id="58" creationId="{F8B88F8B-E33F-35BF-65C6-CF1FD8067E78}"/>
          </ac:grpSpMkLst>
        </pc:grpChg>
        <pc:grpChg chg="del mod">
          <ac:chgData name="Rodica Ioana Lung" userId="64ee56e8d7162e1e" providerId="LiveId" clId="{0F6830A5-18AB-4F1B-8BBB-DA235794CEC1}" dt="2026-01-12T15:42:34.068" v="458"/>
          <ac:grpSpMkLst>
            <pc:docMk/>
            <pc:sldMk cId="824407860" sldId="277"/>
            <ac:grpSpMk id="67" creationId="{9BC27182-8045-F3A6-2684-02250FC6086B}"/>
          </ac:grpSpMkLst>
        </pc:grpChg>
        <pc:grpChg chg="mod">
          <ac:chgData name="Rodica Ioana Lung" userId="64ee56e8d7162e1e" providerId="LiveId" clId="{0F6830A5-18AB-4F1B-8BBB-DA235794CEC1}" dt="2026-01-12T15:42:34.068" v="458"/>
          <ac:grpSpMkLst>
            <pc:docMk/>
            <pc:sldMk cId="824407860" sldId="277"/>
            <ac:grpSpMk id="73" creationId="{991DAB51-979C-37A6-9842-F0A8367C7D44}"/>
          </ac:grpSpMkLst>
        </pc:grpChg>
        <pc:inkChg chg="add">
          <ac:chgData name="Rodica Ioana Lung" userId="64ee56e8d7162e1e" providerId="LiveId" clId="{0F6830A5-18AB-4F1B-8BBB-DA235794CEC1}" dt="2026-01-12T15:40:25.566" v="391" actId="9405"/>
          <ac:inkMkLst>
            <pc:docMk/>
            <pc:sldMk cId="824407860" sldId="277"/>
            <ac:inkMk id="3" creationId="{F7200D0C-9078-2C44-9297-2E9260DDDD52}"/>
          </ac:inkMkLst>
        </pc:inkChg>
        <pc:inkChg chg="add mod">
          <ac:chgData name="Rodica Ioana Lung" userId="64ee56e8d7162e1e" providerId="LiveId" clId="{0F6830A5-18AB-4F1B-8BBB-DA235794CEC1}" dt="2026-01-12T15:40:28.121" v="394"/>
          <ac:inkMkLst>
            <pc:docMk/>
            <pc:sldMk cId="824407860" sldId="277"/>
            <ac:inkMk id="4" creationId="{9CD7B0E2-DDD9-D353-21B2-BC2AFB0BB10B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6" creationId="{FB2BFE05-1FAE-E2B2-C010-34076738AE8D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8" creationId="{DA564884-824C-A547-D030-AA1FF4A3E691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9" creationId="{1434E7EC-A1A2-B7A6-1D4E-895A973CAEF7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10" creationId="{65DC605D-8991-2AAE-B2A9-EDEE55A52912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11" creationId="{49C6F4BB-F146-223F-7D21-8CBB29DCC076}"/>
          </ac:inkMkLst>
        </pc:inkChg>
        <pc:inkChg chg="add">
          <ac:chgData name="Rodica Ioana Lung" userId="64ee56e8d7162e1e" providerId="LiveId" clId="{0F6830A5-18AB-4F1B-8BBB-DA235794CEC1}" dt="2026-01-12T15:40:33.660" v="399" actId="9405"/>
          <ac:inkMkLst>
            <pc:docMk/>
            <pc:sldMk cId="824407860" sldId="277"/>
            <ac:inkMk id="12" creationId="{F5B7E707-C600-2A1C-AFE4-0A5B8A730C23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13" creationId="{630B69FD-432F-CD05-DEB2-7B996478DDCE}"/>
          </ac:inkMkLst>
        </pc:inkChg>
        <pc:inkChg chg="add">
          <ac:chgData name="Rodica Ioana Lung" userId="64ee56e8d7162e1e" providerId="LiveId" clId="{0F6830A5-18AB-4F1B-8BBB-DA235794CEC1}" dt="2026-01-12T15:40:34.463" v="401" actId="9405"/>
          <ac:inkMkLst>
            <pc:docMk/>
            <pc:sldMk cId="824407860" sldId="277"/>
            <ac:inkMk id="14" creationId="{D306542B-9314-4F4C-60F0-589809852E4D}"/>
          </ac:inkMkLst>
        </pc:inkChg>
        <pc:inkChg chg="add">
          <ac:chgData name="Rodica Ioana Lung" userId="64ee56e8d7162e1e" providerId="LiveId" clId="{0F6830A5-18AB-4F1B-8BBB-DA235794CEC1}" dt="2026-01-12T15:40:34.881" v="402" actId="9405"/>
          <ac:inkMkLst>
            <pc:docMk/>
            <pc:sldMk cId="824407860" sldId="277"/>
            <ac:inkMk id="15" creationId="{852B88B6-00B8-4DBB-8A5C-1B6E16DF256B}"/>
          </ac:inkMkLst>
        </pc:inkChg>
        <pc:inkChg chg="add">
          <ac:chgData name="Rodica Ioana Lung" userId="64ee56e8d7162e1e" providerId="LiveId" clId="{0F6830A5-18AB-4F1B-8BBB-DA235794CEC1}" dt="2026-01-12T15:40:35.205" v="403" actId="9405"/>
          <ac:inkMkLst>
            <pc:docMk/>
            <pc:sldMk cId="824407860" sldId="277"/>
            <ac:inkMk id="16" creationId="{1B19DD9C-EBAF-9B5B-8B67-021DA14A1991}"/>
          </ac:inkMkLst>
        </pc:inkChg>
        <pc:inkChg chg="add">
          <ac:chgData name="Rodica Ioana Lung" userId="64ee56e8d7162e1e" providerId="LiveId" clId="{0F6830A5-18AB-4F1B-8BBB-DA235794CEC1}" dt="2026-01-12T15:40:35.609" v="404" actId="9405"/>
          <ac:inkMkLst>
            <pc:docMk/>
            <pc:sldMk cId="824407860" sldId="277"/>
            <ac:inkMk id="17" creationId="{7FC0202F-502D-7BB0-B408-7ECE261C06ED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18" creationId="{2939186C-94F5-03A9-172E-1C3345890956}"/>
          </ac:inkMkLst>
        </pc:inkChg>
        <pc:inkChg chg="add mod">
          <ac:chgData name="Rodica Ioana Lung" userId="64ee56e8d7162e1e" providerId="LiveId" clId="{0F6830A5-18AB-4F1B-8BBB-DA235794CEC1}" dt="2026-01-12T15:40:37.220" v="407"/>
          <ac:inkMkLst>
            <pc:docMk/>
            <pc:sldMk cId="824407860" sldId="277"/>
            <ac:inkMk id="19" creationId="{F7FEEB54-B12C-DBFB-6074-695F6D66D956}"/>
          </ac:inkMkLst>
        </pc:inkChg>
        <pc:inkChg chg="add">
          <ac:chgData name="Rodica Ioana Lung" userId="64ee56e8d7162e1e" providerId="LiveId" clId="{0F6830A5-18AB-4F1B-8BBB-DA235794CEC1}" dt="2026-01-12T15:40:50.052" v="408" actId="9405"/>
          <ac:inkMkLst>
            <pc:docMk/>
            <pc:sldMk cId="824407860" sldId="277"/>
            <ac:inkMk id="21" creationId="{FE424BBB-77A2-3312-1236-E1363E6FE33C}"/>
          </ac:inkMkLst>
        </pc:inkChg>
        <pc:inkChg chg="add">
          <ac:chgData name="Rodica Ioana Lung" userId="64ee56e8d7162e1e" providerId="LiveId" clId="{0F6830A5-18AB-4F1B-8BBB-DA235794CEC1}" dt="2026-01-12T15:40:51.708" v="409" actId="9405"/>
          <ac:inkMkLst>
            <pc:docMk/>
            <pc:sldMk cId="824407860" sldId="277"/>
            <ac:inkMk id="22" creationId="{3ED6B8B4-DE5E-1B80-5088-B8D2AD6AD93E}"/>
          </ac:inkMkLst>
        </pc:inkChg>
        <pc:inkChg chg="add">
          <ac:chgData name="Rodica Ioana Lung" userId="64ee56e8d7162e1e" providerId="LiveId" clId="{0F6830A5-18AB-4F1B-8BBB-DA235794CEC1}" dt="2026-01-12T15:40:53.045" v="410" actId="9405"/>
          <ac:inkMkLst>
            <pc:docMk/>
            <pc:sldMk cId="824407860" sldId="277"/>
            <ac:inkMk id="23" creationId="{636D67EA-2B29-92F1-D566-49A1DFEC6C15}"/>
          </ac:inkMkLst>
        </pc:inkChg>
        <pc:inkChg chg="add">
          <ac:chgData name="Rodica Ioana Lung" userId="64ee56e8d7162e1e" providerId="LiveId" clId="{0F6830A5-18AB-4F1B-8BBB-DA235794CEC1}" dt="2026-01-12T15:40:55.876" v="411" actId="9405"/>
          <ac:inkMkLst>
            <pc:docMk/>
            <pc:sldMk cId="824407860" sldId="277"/>
            <ac:inkMk id="24" creationId="{154BA597-A850-B147-5947-CE70E6B90807}"/>
          </ac:inkMkLst>
        </pc:inkChg>
        <pc:inkChg chg="add">
          <ac:chgData name="Rodica Ioana Lung" userId="64ee56e8d7162e1e" providerId="LiveId" clId="{0F6830A5-18AB-4F1B-8BBB-DA235794CEC1}" dt="2026-01-12T15:40:56.377" v="412" actId="9405"/>
          <ac:inkMkLst>
            <pc:docMk/>
            <pc:sldMk cId="824407860" sldId="277"/>
            <ac:inkMk id="25" creationId="{F9B37717-2687-E1FC-2EB3-83BFE34FA7BB}"/>
          </ac:inkMkLst>
        </pc:inkChg>
        <pc:inkChg chg="add">
          <ac:chgData name="Rodica Ioana Lung" userId="64ee56e8d7162e1e" providerId="LiveId" clId="{0F6830A5-18AB-4F1B-8BBB-DA235794CEC1}" dt="2026-01-12T15:40:59.773" v="413" actId="9405"/>
          <ac:inkMkLst>
            <pc:docMk/>
            <pc:sldMk cId="824407860" sldId="277"/>
            <ac:inkMk id="26" creationId="{455478E8-5AAF-4694-18B3-F3303568608D}"/>
          </ac:inkMkLst>
        </pc:inkChg>
        <pc:inkChg chg="add">
          <ac:chgData name="Rodica Ioana Lung" userId="64ee56e8d7162e1e" providerId="LiveId" clId="{0F6830A5-18AB-4F1B-8BBB-DA235794CEC1}" dt="2026-01-12T15:41:04.267" v="414" actId="9405"/>
          <ac:inkMkLst>
            <pc:docMk/>
            <pc:sldMk cId="824407860" sldId="277"/>
            <ac:inkMk id="27" creationId="{003E30E9-0D9F-42CD-01EA-F00B4D91AF99}"/>
          </ac:inkMkLst>
        </pc:inkChg>
        <pc:inkChg chg="add">
          <ac:chgData name="Rodica Ioana Lung" userId="64ee56e8d7162e1e" providerId="LiveId" clId="{0F6830A5-18AB-4F1B-8BBB-DA235794CEC1}" dt="2026-01-12T15:41:04.608" v="415" actId="9405"/>
          <ac:inkMkLst>
            <pc:docMk/>
            <pc:sldMk cId="824407860" sldId="277"/>
            <ac:inkMk id="28" creationId="{4B003033-1140-EA07-6429-9E6ED7E304AC}"/>
          </ac:inkMkLst>
        </pc:inkChg>
        <pc:inkChg chg="add mod">
          <ac:chgData name="Rodica Ioana Lung" userId="64ee56e8d7162e1e" providerId="LiveId" clId="{0F6830A5-18AB-4F1B-8BBB-DA235794CEC1}" dt="2026-01-12T15:41:15.679" v="419"/>
          <ac:inkMkLst>
            <pc:docMk/>
            <pc:sldMk cId="824407860" sldId="277"/>
            <ac:inkMk id="29" creationId="{C9CC6A74-E81B-92D8-D635-645EBDB20446}"/>
          </ac:inkMkLst>
        </pc:inkChg>
        <pc:inkChg chg="add mod">
          <ac:chgData name="Rodica Ioana Lung" userId="64ee56e8d7162e1e" providerId="LiveId" clId="{0F6830A5-18AB-4F1B-8BBB-DA235794CEC1}" dt="2026-01-12T15:41:15.679" v="419"/>
          <ac:inkMkLst>
            <pc:docMk/>
            <pc:sldMk cId="824407860" sldId="277"/>
            <ac:inkMk id="30" creationId="{E2A985FE-A635-ECBA-A0C1-35194D050250}"/>
          </ac:inkMkLst>
        </pc:inkChg>
        <pc:inkChg chg="add">
          <ac:chgData name="Rodica Ioana Lung" userId="64ee56e8d7162e1e" providerId="LiveId" clId="{0F6830A5-18AB-4F1B-8BBB-DA235794CEC1}" dt="2026-01-12T15:41:14.794" v="418" actId="9405"/>
          <ac:inkMkLst>
            <pc:docMk/>
            <pc:sldMk cId="824407860" sldId="277"/>
            <ac:inkMk id="31" creationId="{F9078C30-82EB-07B4-D616-1B5D83D6F1E3}"/>
          </ac:inkMkLst>
        </pc:inkChg>
        <pc:inkChg chg="add mod">
          <ac:chgData name="Rodica Ioana Lung" userId="64ee56e8d7162e1e" providerId="LiveId" clId="{0F6830A5-18AB-4F1B-8BBB-DA235794CEC1}" dt="2026-01-12T15:41:21.717" v="424"/>
          <ac:inkMkLst>
            <pc:docMk/>
            <pc:sldMk cId="824407860" sldId="277"/>
            <ac:inkMk id="33" creationId="{7581894C-6344-80BF-295D-F9568E1FD680}"/>
          </ac:inkMkLst>
        </pc:inkChg>
        <pc:inkChg chg="add mod">
          <ac:chgData name="Rodica Ioana Lung" userId="64ee56e8d7162e1e" providerId="LiveId" clId="{0F6830A5-18AB-4F1B-8BBB-DA235794CEC1}" dt="2026-01-12T15:41:21.717" v="424"/>
          <ac:inkMkLst>
            <pc:docMk/>
            <pc:sldMk cId="824407860" sldId="277"/>
            <ac:inkMk id="34" creationId="{5DB5B966-25AB-26ED-6826-C5E2B6674299}"/>
          </ac:inkMkLst>
        </pc:inkChg>
        <pc:inkChg chg="add mod">
          <ac:chgData name="Rodica Ioana Lung" userId="64ee56e8d7162e1e" providerId="LiveId" clId="{0F6830A5-18AB-4F1B-8BBB-DA235794CEC1}" dt="2026-01-12T15:41:21.717" v="424"/>
          <ac:inkMkLst>
            <pc:docMk/>
            <pc:sldMk cId="824407860" sldId="277"/>
            <ac:inkMk id="35" creationId="{8754F9A4-009E-3ADA-5029-593D48441098}"/>
          </ac:inkMkLst>
        </pc:inkChg>
        <pc:inkChg chg="add mod">
          <ac:chgData name="Rodica Ioana Lung" userId="64ee56e8d7162e1e" providerId="LiveId" clId="{0F6830A5-18AB-4F1B-8BBB-DA235794CEC1}" dt="2026-01-12T15:41:21.717" v="424"/>
          <ac:inkMkLst>
            <pc:docMk/>
            <pc:sldMk cId="824407860" sldId="277"/>
            <ac:inkMk id="36" creationId="{37AD1FC7-6AFC-180E-789D-F6B62C417993}"/>
          </ac:inkMkLst>
        </pc:inkChg>
        <pc:inkChg chg="add">
          <ac:chgData name="Rodica Ioana Lung" userId="64ee56e8d7162e1e" providerId="LiveId" clId="{0F6830A5-18AB-4F1B-8BBB-DA235794CEC1}" dt="2026-01-12T15:41:24.514" v="425" actId="9405"/>
          <ac:inkMkLst>
            <pc:docMk/>
            <pc:sldMk cId="824407860" sldId="277"/>
            <ac:inkMk id="39" creationId="{A0E353E8-4FB0-BF9F-B20C-43F76B49A8F3}"/>
          </ac:inkMkLst>
        </pc:inkChg>
        <pc:inkChg chg="add">
          <ac:chgData name="Rodica Ioana Lung" userId="64ee56e8d7162e1e" providerId="LiveId" clId="{0F6830A5-18AB-4F1B-8BBB-DA235794CEC1}" dt="2026-01-12T15:41:29.789" v="426" actId="9405"/>
          <ac:inkMkLst>
            <pc:docMk/>
            <pc:sldMk cId="824407860" sldId="277"/>
            <ac:inkMk id="40" creationId="{AB2155DC-C368-E200-6D73-A43F718C9BBD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41" creationId="{39900C73-1B76-7B00-C973-5E0C6251546D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42" creationId="{CA98ABEC-1E5C-D6DE-94E9-34ECBCC63420}"/>
          </ac:inkMkLst>
        </pc:inkChg>
        <pc:inkChg chg="add">
          <ac:chgData name="Rodica Ioana Lung" userId="64ee56e8d7162e1e" providerId="LiveId" clId="{0F6830A5-18AB-4F1B-8BBB-DA235794CEC1}" dt="2026-01-12T15:41:41.424" v="429" actId="9405"/>
          <ac:inkMkLst>
            <pc:docMk/>
            <pc:sldMk cId="824407860" sldId="277"/>
            <ac:inkMk id="43" creationId="{D517FB0F-846A-320C-62D8-60F848B6AEB3}"/>
          </ac:inkMkLst>
        </pc:inkChg>
        <pc:inkChg chg="add">
          <ac:chgData name="Rodica Ioana Lung" userId="64ee56e8d7162e1e" providerId="LiveId" clId="{0F6830A5-18AB-4F1B-8BBB-DA235794CEC1}" dt="2026-01-12T15:41:41.570" v="430" actId="9405"/>
          <ac:inkMkLst>
            <pc:docMk/>
            <pc:sldMk cId="824407860" sldId="277"/>
            <ac:inkMk id="44" creationId="{86D265FB-E59C-1E1E-5CB0-CE5B12302BB5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45" creationId="{0548D0DE-3744-3FF6-E017-8CA7FF134C9C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46" creationId="{24D685D5-79D8-8505-16B0-75BEDA956324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47" creationId="{3DEB08BE-FA28-4C77-AB40-DDB8DB8D0C02}"/>
          </ac:inkMkLst>
        </pc:inkChg>
        <pc:inkChg chg="add">
          <ac:chgData name="Rodica Ioana Lung" userId="64ee56e8d7162e1e" providerId="LiveId" clId="{0F6830A5-18AB-4F1B-8BBB-DA235794CEC1}" dt="2026-01-12T15:41:44.738" v="434" actId="9405"/>
          <ac:inkMkLst>
            <pc:docMk/>
            <pc:sldMk cId="824407860" sldId="277"/>
            <ac:inkMk id="48" creationId="{5D7C3333-5247-E132-04A1-AADD883BC1E2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49" creationId="{BD2285C7-2672-FDBC-CE36-DA906EB446CE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50" creationId="{D4C42CD6-E381-B4AC-69A9-65A1C3AA9504}"/>
          </ac:inkMkLst>
        </pc:inkChg>
        <pc:inkChg chg="add mod">
          <ac:chgData name="Rodica Ioana Lung" userId="64ee56e8d7162e1e" providerId="LiveId" clId="{0F6830A5-18AB-4F1B-8BBB-DA235794CEC1}" dt="2026-01-12T15:41:47.545" v="440"/>
          <ac:inkMkLst>
            <pc:docMk/>
            <pc:sldMk cId="824407860" sldId="277"/>
            <ac:inkMk id="51" creationId="{93416246-45BD-BFEE-4C0B-19A0C79B327C}"/>
          </ac:inkMkLst>
        </pc:inkChg>
        <pc:inkChg chg="add">
          <ac:chgData name="Rodica Ioana Lung" userId="64ee56e8d7162e1e" providerId="LiveId" clId="{0F6830A5-18AB-4F1B-8BBB-DA235794CEC1}" dt="2026-01-12T15:41:46.465" v="438" actId="9405"/>
          <ac:inkMkLst>
            <pc:docMk/>
            <pc:sldMk cId="824407860" sldId="277"/>
            <ac:inkMk id="52" creationId="{A00BA3AD-883F-5537-A008-29061D7E7A5A}"/>
          </ac:inkMkLst>
        </pc:inkChg>
        <pc:inkChg chg="add">
          <ac:chgData name="Rodica Ioana Lung" userId="64ee56e8d7162e1e" providerId="LiveId" clId="{0F6830A5-18AB-4F1B-8BBB-DA235794CEC1}" dt="2026-01-12T15:41:46.996" v="439" actId="9405"/>
          <ac:inkMkLst>
            <pc:docMk/>
            <pc:sldMk cId="824407860" sldId="277"/>
            <ac:inkMk id="53" creationId="{CAB5B7CF-774B-D8F9-96FE-B9721FCBF248}"/>
          </ac:inkMkLst>
        </pc:inkChg>
        <pc:inkChg chg="add mod">
          <ac:chgData name="Rodica Ioana Lung" userId="64ee56e8d7162e1e" providerId="LiveId" clId="{0F6830A5-18AB-4F1B-8BBB-DA235794CEC1}" dt="2026-01-12T15:41:53.112" v="443"/>
          <ac:inkMkLst>
            <pc:docMk/>
            <pc:sldMk cId="824407860" sldId="277"/>
            <ac:inkMk id="56" creationId="{7CAB6557-A6F4-DA7A-D89C-45010B06F30C}"/>
          </ac:inkMkLst>
        </pc:inkChg>
        <pc:inkChg chg="add mod">
          <ac:chgData name="Rodica Ioana Lung" userId="64ee56e8d7162e1e" providerId="LiveId" clId="{0F6830A5-18AB-4F1B-8BBB-DA235794CEC1}" dt="2026-01-12T15:41:53.112" v="443"/>
          <ac:inkMkLst>
            <pc:docMk/>
            <pc:sldMk cId="824407860" sldId="277"/>
            <ac:inkMk id="57" creationId="{54AE1792-3520-3872-3DA5-0B0E2EA2ACE5}"/>
          </ac:inkMkLst>
        </pc:inkChg>
        <pc:inkChg chg="add">
          <ac:chgData name="Rodica Ioana Lung" userId="64ee56e8d7162e1e" providerId="LiveId" clId="{0F6830A5-18AB-4F1B-8BBB-DA235794CEC1}" dt="2026-01-12T15:41:57.780" v="444" actId="9405"/>
          <ac:inkMkLst>
            <pc:docMk/>
            <pc:sldMk cId="824407860" sldId="277"/>
            <ac:inkMk id="59" creationId="{324D8DD9-D0A3-3EB2-9ACF-27B6FC7630EB}"/>
          </ac:inkMkLst>
        </pc:inkChg>
        <pc:inkChg chg="add">
          <ac:chgData name="Rodica Ioana Lung" userId="64ee56e8d7162e1e" providerId="LiveId" clId="{0F6830A5-18AB-4F1B-8BBB-DA235794CEC1}" dt="2026-01-12T15:41:58.033" v="445" actId="9405"/>
          <ac:inkMkLst>
            <pc:docMk/>
            <pc:sldMk cId="824407860" sldId="277"/>
            <ac:inkMk id="60" creationId="{F7F1E4BB-1F58-A40F-7FD5-ADF9BECE63E1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61" creationId="{433AAB22-9C0C-2617-C24A-DD54125D1F8B}"/>
          </ac:inkMkLst>
        </pc:inkChg>
        <pc:inkChg chg="add mod">
          <ac:chgData name="Rodica Ioana Lung" userId="64ee56e8d7162e1e" providerId="LiveId" clId="{0F6830A5-18AB-4F1B-8BBB-DA235794CEC1}" dt="2026-01-12T15:42:02.495" v="452"/>
          <ac:inkMkLst>
            <pc:docMk/>
            <pc:sldMk cId="824407860" sldId="277"/>
            <ac:inkMk id="62" creationId="{3933CE92-7761-8B24-937D-DF57C107B672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63" creationId="{7AA9A864-258F-ACA6-4B8A-F7A112806768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64" creationId="{006AE51E-73A4-484B-81D7-53A299471ADB}"/>
          </ac:inkMkLst>
        </pc:inkChg>
        <pc:inkChg chg="add mod">
          <ac:chgData name="Rodica Ioana Lung" userId="64ee56e8d7162e1e" providerId="LiveId" clId="{0F6830A5-18AB-4F1B-8BBB-DA235794CEC1}" dt="2026-01-12T15:42:02.495" v="452"/>
          <ac:inkMkLst>
            <pc:docMk/>
            <pc:sldMk cId="824407860" sldId="277"/>
            <ac:inkMk id="65" creationId="{76A25F7D-5378-7F57-E694-4C3053833694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66" creationId="{984ED385-4302-3445-1E7C-3795AB7B45FE}"/>
          </ac:inkMkLst>
        </pc:inkChg>
        <pc:inkChg chg="add">
          <ac:chgData name="Rodica Ioana Lung" userId="64ee56e8d7162e1e" providerId="LiveId" clId="{0F6830A5-18AB-4F1B-8BBB-DA235794CEC1}" dt="2026-01-12T15:42:32.023" v="453" actId="9405"/>
          <ac:inkMkLst>
            <pc:docMk/>
            <pc:sldMk cId="824407860" sldId="277"/>
            <ac:inkMk id="68" creationId="{52A93AEE-D845-D04E-6084-0B6EB51616DA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69" creationId="{6864B1F8-3B35-C19E-1D32-B33E5AE3FB0F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70" creationId="{A0AD4F66-C863-EF72-7FF4-64C393AAD13E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71" creationId="{0DAF5FC2-C36B-298D-162C-5A3E2B09D6F4}"/>
          </ac:inkMkLst>
        </pc:inkChg>
        <pc:inkChg chg="add mod">
          <ac:chgData name="Rodica Ioana Lung" userId="64ee56e8d7162e1e" providerId="LiveId" clId="{0F6830A5-18AB-4F1B-8BBB-DA235794CEC1}" dt="2026-01-12T15:42:34.068" v="458"/>
          <ac:inkMkLst>
            <pc:docMk/>
            <pc:sldMk cId="824407860" sldId="277"/>
            <ac:inkMk id="72" creationId="{1612E062-AA21-AB22-8A70-04B4E2C463BD}"/>
          </ac:inkMkLst>
        </pc:inkChg>
        <pc:inkChg chg="add">
          <ac:chgData name="Rodica Ioana Lung" userId="64ee56e8d7162e1e" providerId="LiveId" clId="{0F6830A5-18AB-4F1B-8BBB-DA235794CEC1}" dt="2026-01-12T15:42:58.716" v="460" actId="9405"/>
          <ac:inkMkLst>
            <pc:docMk/>
            <pc:sldMk cId="824407860" sldId="277"/>
            <ac:inkMk id="74" creationId="{8557CCB3-BC73-5EC1-27C3-08FD7656703F}"/>
          </ac:inkMkLst>
        </pc:inkChg>
        <pc:inkChg chg="add">
          <ac:chgData name="Rodica Ioana Lung" userId="64ee56e8d7162e1e" providerId="LiveId" clId="{0F6830A5-18AB-4F1B-8BBB-DA235794CEC1}" dt="2026-01-12T15:42:58.963" v="461" actId="9405"/>
          <ac:inkMkLst>
            <pc:docMk/>
            <pc:sldMk cId="824407860" sldId="277"/>
            <ac:inkMk id="75" creationId="{7E8B9C70-F2AA-176B-BB85-C54BE59B1859}"/>
          </ac:inkMkLst>
        </pc:inkChg>
        <pc:inkChg chg="add">
          <ac:chgData name="Rodica Ioana Lung" userId="64ee56e8d7162e1e" providerId="LiveId" clId="{0F6830A5-18AB-4F1B-8BBB-DA235794CEC1}" dt="2026-01-12T15:43:01.363" v="462" actId="9405"/>
          <ac:inkMkLst>
            <pc:docMk/>
            <pc:sldMk cId="824407860" sldId="277"/>
            <ac:inkMk id="76" creationId="{3A87BE53-7A5D-1043-2C39-E1906F6A92FA}"/>
          </ac:inkMkLst>
        </pc:inkChg>
        <pc:inkChg chg="add">
          <ac:chgData name="Rodica Ioana Lung" userId="64ee56e8d7162e1e" providerId="LiveId" clId="{0F6830A5-18AB-4F1B-8BBB-DA235794CEC1}" dt="2026-01-12T15:43:05.195" v="463" actId="9405"/>
          <ac:inkMkLst>
            <pc:docMk/>
            <pc:sldMk cId="824407860" sldId="277"/>
            <ac:inkMk id="77" creationId="{FCA6AB11-58FA-B03C-4441-2A3EDB5F65D6}"/>
          </ac:inkMkLst>
        </pc:inkChg>
        <pc:inkChg chg="add">
          <ac:chgData name="Rodica Ioana Lung" userId="64ee56e8d7162e1e" providerId="LiveId" clId="{0F6830A5-18AB-4F1B-8BBB-DA235794CEC1}" dt="2026-01-12T15:43:07.048" v="464" actId="9405"/>
          <ac:inkMkLst>
            <pc:docMk/>
            <pc:sldMk cId="824407860" sldId="277"/>
            <ac:inkMk id="78" creationId="{ED32815A-AE13-D509-601D-65605974D7CC}"/>
          </ac:inkMkLst>
        </pc:inkChg>
        <pc:inkChg chg="add">
          <ac:chgData name="Rodica Ioana Lung" userId="64ee56e8d7162e1e" providerId="LiveId" clId="{0F6830A5-18AB-4F1B-8BBB-DA235794CEC1}" dt="2026-01-12T15:43:20.525" v="465" actId="9405"/>
          <ac:inkMkLst>
            <pc:docMk/>
            <pc:sldMk cId="824407860" sldId="277"/>
            <ac:inkMk id="79" creationId="{AE78B66C-5E7C-6A15-92CE-12F091777758}"/>
          </ac:inkMkLst>
        </pc:inkChg>
        <pc:inkChg chg="add">
          <ac:chgData name="Rodica Ioana Lung" userId="64ee56e8d7162e1e" providerId="LiveId" clId="{0F6830A5-18AB-4F1B-8BBB-DA235794CEC1}" dt="2026-01-12T15:43:23.561" v="466" actId="9405"/>
          <ac:inkMkLst>
            <pc:docMk/>
            <pc:sldMk cId="824407860" sldId="277"/>
            <ac:inkMk id="80" creationId="{27F2D109-808E-0A0D-A410-2AF68E204A4E}"/>
          </ac:inkMkLst>
        </pc:inkChg>
        <pc:inkChg chg="add">
          <ac:chgData name="Rodica Ioana Lung" userId="64ee56e8d7162e1e" providerId="LiveId" clId="{0F6830A5-18AB-4F1B-8BBB-DA235794CEC1}" dt="2026-01-12T15:47:34.553" v="517" actId="9405"/>
          <ac:inkMkLst>
            <pc:docMk/>
            <pc:sldMk cId="824407860" sldId="277"/>
            <ac:inkMk id="81" creationId="{057B1BDE-AE0D-A013-4A1B-6C6626FD3DDA}"/>
          </ac:inkMkLst>
        </pc:inkChg>
      </pc:sldChg>
      <pc:sldChg chg="addSp delSp modSp mod">
        <pc:chgData name="Rodica Ioana Lung" userId="64ee56e8d7162e1e" providerId="LiveId" clId="{0F6830A5-18AB-4F1B-8BBB-DA235794CEC1}" dt="2026-01-12T15:51:30.874" v="552"/>
        <pc:sldMkLst>
          <pc:docMk/>
          <pc:sldMk cId="457945749" sldId="278"/>
        </pc:sldMkLst>
        <pc:grpChg chg="mod">
          <ac:chgData name="Rodica Ioana Lung" userId="64ee56e8d7162e1e" providerId="LiveId" clId="{0F6830A5-18AB-4F1B-8BBB-DA235794CEC1}" dt="2026-01-12T15:48:21.164" v="525"/>
          <ac:grpSpMkLst>
            <pc:docMk/>
            <pc:sldMk cId="457945749" sldId="278"/>
            <ac:grpSpMk id="13" creationId="{CFC61FAA-2892-5134-6248-752FBC61C769}"/>
          </ac:grpSpMkLst>
        </pc:grpChg>
        <pc:grpChg chg="del mod">
          <ac:chgData name="Rodica Ioana Lung" userId="64ee56e8d7162e1e" providerId="LiveId" clId="{0F6830A5-18AB-4F1B-8BBB-DA235794CEC1}" dt="2026-01-12T15:49:19.768" v="542"/>
          <ac:grpSpMkLst>
            <pc:docMk/>
            <pc:sldMk cId="457945749" sldId="278"/>
            <ac:grpSpMk id="20" creationId="{C0A59C48-58B8-2CD8-FF7D-27C1A5B5390C}"/>
          </ac:grpSpMkLst>
        </pc:grpChg>
        <pc:grpChg chg="del mod">
          <ac:chgData name="Rodica Ioana Lung" userId="64ee56e8d7162e1e" providerId="LiveId" clId="{0F6830A5-18AB-4F1B-8BBB-DA235794CEC1}" dt="2026-01-12T15:49:17.639" v="540"/>
          <ac:grpSpMkLst>
            <pc:docMk/>
            <pc:sldMk cId="457945749" sldId="278"/>
            <ac:grpSpMk id="26" creationId="{35ACDA06-1236-0197-AB70-1C68488C21F3}"/>
          </ac:grpSpMkLst>
        </pc:grpChg>
        <pc:grpChg chg="mod">
          <ac:chgData name="Rodica Ioana Lung" userId="64ee56e8d7162e1e" providerId="LiveId" clId="{0F6830A5-18AB-4F1B-8BBB-DA235794CEC1}" dt="2026-01-12T15:49:17.639" v="540"/>
          <ac:grpSpMkLst>
            <pc:docMk/>
            <pc:sldMk cId="457945749" sldId="278"/>
            <ac:grpSpMk id="28" creationId="{947D7FE2-3D03-19B4-0130-E5BE14CC50CF}"/>
          </ac:grpSpMkLst>
        </pc:grpChg>
        <pc:grpChg chg="del mod">
          <ac:chgData name="Rodica Ioana Lung" userId="64ee56e8d7162e1e" providerId="LiveId" clId="{0F6830A5-18AB-4F1B-8BBB-DA235794CEC1}" dt="2026-01-12T15:49:34.448" v="546"/>
          <ac:grpSpMkLst>
            <pc:docMk/>
            <pc:sldMk cId="457945749" sldId="278"/>
            <ac:grpSpMk id="30" creationId="{12B2455D-D49C-303D-79AB-99A8F1BB44C2}"/>
          </ac:grpSpMkLst>
        </pc:grpChg>
        <pc:grpChg chg="mod">
          <ac:chgData name="Rodica Ioana Lung" userId="64ee56e8d7162e1e" providerId="LiveId" clId="{0F6830A5-18AB-4F1B-8BBB-DA235794CEC1}" dt="2026-01-12T15:49:34.448" v="546"/>
          <ac:grpSpMkLst>
            <pc:docMk/>
            <pc:sldMk cId="457945749" sldId="278"/>
            <ac:grpSpMk id="34" creationId="{E277AFF5-0026-C739-18DF-3EA3CB3BDF47}"/>
          </ac:grpSpMkLst>
        </pc:grpChg>
        <pc:grpChg chg="mod">
          <ac:chgData name="Rodica Ioana Lung" userId="64ee56e8d7162e1e" providerId="LiveId" clId="{0F6830A5-18AB-4F1B-8BBB-DA235794CEC1}" dt="2026-01-12T15:51:30.874" v="552"/>
          <ac:grpSpMkLst>
            <pc:docMk/>
            <pc:sldMk cId="457945749" sldId="278"/>
            <ac:grpSpMk id="38" creationId="{DBF5B8AD-8E22-81AB-8A0D-47DF64C0AFE5}"/>
          </ac:grpSpMkLst>
        </pc:grpChg>
        <pc:inkChg chg="add">
          <ac:chgData name="Rodica Ioana Lung" userId="64ee56e8d7162e1e" providerId="LiveId" clId="{0F6830A5-18AB-4F1B-8BBB-DA235794CEC1}" dt="2026-01-12T15:47:00.784" v="515" actId="9405"/>
          <ac:inkMkLst>
            <pc:docMk/>
            <pc:sldMk cId="457945749" sldId="278"/>
            <ac:inkMk id="4" creationId="{A6E2629E-2BC6-48DE-E163-7E3B76EC005B}"/>
          </ac:inkMkLst>
        </pc:inkChg>
        <pc:inkChg chg="add">
          <ac:chgData name="Rodica Ioana Lung" userId="64ee56e8d7162e1e" providerId="LiveId" clId="{0F6830A5-18AB-4F1B-8BBB-DA235794CEC1}" dt="2026-01-12T15:47:29.727" v="516" actId="9405"/>
          <ac:inkMkLst>
            <pc:docMk/>
            <pc:sldMk cId="457945749" sldId="278"/>
            <ac:inkMk id="5" creationId="{B22D20DB-1D64-1407-9687-693D0831454F}"/>
          </ac:inkMkLst>
        </pc:inkChg>
        <pc:inkChg chg="add">
          <ac:chgData name="Rodica Ioana Lung" userId="64ee56e8d7162e1e" providerId="LiveId" clId="{0F6830A5-18AB-4F1B-8BBB-DA235794CEC1}" dt="2026-01-12T15:47:46.952" v="518" actId="9405"/>
          <ac:inkMkLst>
            <pc:docMk/>
            <pc:sldMk cId="457945749" sldId="278"/>
            <ac:inkMk id="6" creationId="{3C07CCA2-0323-AE3F-1FB0-6654FAA395EA}"/>
          </ac:inkMkLst>
        </pc:inkChg>
        <pc:inkChg chg="add">
          <ac:chgData name="Rodica Ioana Lung" userId="64ee56e8d7162e1e" providerId="LiveId" clId="{0F6830A5-18AB-4F1B-8BBB-DA235794CEC1}" dt="2026-01-12T15:47:51.509" v="519" actId="9405"/>
          <ac:inkMkLst>
            <pc:docMk/>
            <pc:sldMk cId="457945749" sldId="278"/>
            <ac:inkMk id="7" creationId="{D2887FD3-4825-5A91-31E8-074B75B69CFD}"/>
          </ac:inkMkLst>
        </pc:inkChg>
        <pc:inkChg chg="add">
          <ac:chgData name="Rodica Ioana Lung" userId="64ee56e8d7162e1e" providerId="LiveId" clId="{0F6830A5-18AB-4F1B-8BBB-DA235794CEC1}" dt="2026-01-12T15:48:02.764" v="520" actId="9405"/>
          <ac:inkMkLst>
            <pc:docMk/>
            <pc:sldMk cId="457945749" sldId="278"/>
            <ac:inkMk id="8" creationId="{B634DF5C-D789-8D53-A66A-C18E35A49F24}"/>
          </ac:inkMkLst>
        </pc:inkChg>
        <pc:inkChg chg="add">
          <ac:chgData name="Rodica Ioana Lung" userId="64ee56e8d7162e1e" providerId="LiveId" clId="{0F6830A5-18AB-4F1B-8BBB-DA235794CEC1}" dt="2026-01-12T15:48:04.634" v="521" actId="9405"/>
          <ac:inkMkLst>
            <pc:docMk/>
            <pc:sldMk cId="457945749" sldId="278"/>
            <ac:inkMk id="9" creationId="{D829F6DE-D1AC-4BF2-A6AB-B43E972CB642}"/>
          </ac:inkMkLst>
        </pc:inkChg>
        <pc:inkChg chg="add">
          <ac:chgData name="Rodica Ioana Lung" userId="64ee56e8d7162e1e" providerId="LiveId" clId="{0F6830A5-18AB-4F1B-8BBB-DA235794CEC1}" dt="2026-01-12T15:48:14.914" v="522" actId="9405"/>
          <ac:inkMkLst>
            <pc:docMk/>
            <pc:sldMk cId="457945749" sldId="278"/>
            <ac:inkMk id="10" creationId="{4EB07E63-9434-9B44-DDCD-9F90A01A95A6}"/>
          </ac:inkMkLst>
        </pc:inkChg>
        <pc:inkChg chg="add mod">
          <ac:chgData name="Rodica Ioana Lung" userId="64ee56e8d7162e1e" providerId="LiveId" clId="{0F6830A5-18AB-4F1B-8BBB-DA235794CEC1}" dt="2026-01-12T15:48:21.164" v="525"/>
          <ac:inkMkLst>
            <pc:docMk/>
            <pc:sldMk cId="457945749" sldId="278"/>
            <ac:inkMk id="11" creationId="{3C27F341-246E-E725-D08B-C225293B4197}"/>
          </ac:inkMkLst>
        </pc:inkChg>
        <pc:inkChg chg="add mod">
          <ac:chgData name="Rodica Ioana Lung" userId="64ee56e8d7162e1e" providerId="LiveId" clId="{0F6830A5-18AB-4F1B-8BBB-DA235794CEC1}" dt="2026-01-12T15:48:21.164" v="525"/>
          <ac:inkMkLst>
            <pc:docMk/>
            <pc:sldMk cId="457945749" sldId="278"/>
            <ac:inkMk id="12" creationId="{19E0D868-BF60-A906-9BF4-638D3A2ECDAC}"/>
          </ac:inkMkLst>
        </pc:inkChg>
        <pc:inkChg chg="add">
          <ac:chgData name="Rodica Ioana Lung" userId="64ee56e8d7162e1e" providerId="LiveId" clId="{0F6830A5-18AB-4F1B-8BBB-DA235794CEC1}" dt="2026-01-12T15:48:30.297" v="526" actId="9405"/>
          <ac:inkMkLst>
            <pc:docMk/>
            <pc:sldMk cId="457945749" sldId="278"/>
            <ac:inkMk id="14" creationId="{5B262B36-8324-B049-70D5-8091235E7EB7}"/>
          </ac:inkMkLst>
        </pc:inkChg>
        <pc:inkChg chg="add mod">
          <ac:chgData name="Rodica Ioana Lung" userId="64ee56e8d7162e1e" providerId="LiveId" clId="{0F6830A5-18AB-4F1B-8BBB-DA235794CEC1}" dt="2026-01-12T15:49:34.448" v="546"/>
          <ac:inkMkLst>
            <pc:docMk/>
            <pc:sldMk cId="457945749" sldId="278"/>
            <ac:inkMk id="15" creationId="{FC74079F-4592-15F2-BF9A-892E1D545E1E}"/>
          </ac:inkMkLst>
        </pc:inkChg>
        <pc:inkChg chg="add mod">
          <ac:chgData name="Rodica Ioana Lung" userId="64ee56e8d7162e1e" providerId="LiveId" clId="{0F6830A5-18AB-4F1B-8BBB-DA235794CEC1}" dt="2026-01-12T15:49:34.448" v="546"/>
          <ac:inkMkLst>
            <pc:docMk/>
            <pc:sldMk cId="457945749" sldId="278"/>
            <ac:inkMk id="16" creationId="{E2A773A6-5C49-0662-4997-DF4E4149F514}"/>
          </ac:inkMkLst>
        </pc:inkChg>
        <pc:inkChg chg="add mod">
          <ac:chgData name="Rodica Ioana Lung" userId="64ee56e8d7162e1e" providerId="LiveId" clId="{0F6830A5-18AB-4F1B-8BBB-DA235794CEC1}" dt="2026-01-12T15:49:34.448" v="546"/>
          <ac:inkMkLst>
            <pc:docMk/>
            <pc:sldMk cId="457945749" sldId="278"/>
            <ac:inkMk id="17" creationId="{E14B814E-57C9-7522-6878-1A9E1F6A1F35}"/>
          </ac:inkMkLst>
        </pc:inkChg>
        <pc:inkChg chg="add mod">
          <ac:chgData name="Rodica Ioana Lung" userId="64ee56e8d7162e1e" providerId="LiveId" clId="{0F6830A5-18AB-4F1B-8BBB-DA235794CEC1}" dt="2026-01-12T15:49:34.448" v="546"/>
          <ac:inkMkLst>
            <pc:docMk/>
            <pc:sldMk cId="457945749" sldId="278"/>
            <ac:inkMk id="18" creationId="{35F9E978-4468-72C5-7393-D8F25D7C29CD}"/>
          </ac:inkMkLst>
        </pc:inkChg>
        <pc:inkChg chg="add mod">
          <ac:chgData name="Rodica Ioana Lung" userId="64ee56e8d7162e1e" providerId="LiveId" clId="{0F6830A5-18AB-4F1B-8BBB-DA235794CEC1}" dt="2026-01-12T15:49:34.448" v="546"/>
          <ac:inkMkLst>
            <pc:docMk/>
            <pc:sldMk cId="457945749" sldId="278"/>
            <ac:inkMk id="19" creationId="{CB7A441F-A817-33A1-C107-7F394F135775}"/>
          </ac:inkMkLst>
        </pc:inkChg>
        <pc:inkChg chg="add">
          <ac:chgData name="Rodica Ioana Lung" userId="64ee56e8d7162e1e" providerId="LiveId" clId="{0F6830A5-18AB-4F1B-8BBB-DA235794CEC1}" dt="2026-01-12T15:49:03.999" v="533" actId="9405"/>
          <ac:inkMkLst>
            <pc:docMk/>
            <pc:sldMk cId="457945749" sldId="278"/>
            <ac:inkMk id="21" creationId="{5541D6AD-129C-0B30-5DD2-EF7B9147CF51}"/>
          </ac:inkMkLst>
        </pc:inkChg>
        <pc:inkChg chg="add">
          <ac:chgData name="Rodica Ioana Lung" userId="64ee56e8d7162e1e" providerId="LiveId" clId="{0F6830A5-18AB-4F1B-8BBB-DA235794CEC1}" dt="2026-01-12T15:49:08.927" v="534" actId="9405"/>
          <ac:inkMkLst>
            <pc:docMk/>
            <pc:sldMk cId="457945749" sldId="278"/>
            <ac:inkMk id="22" creationId="{B16FB4F6-3F18-21B1-A5AC-84883206FF14}"/>
          </ac:inkMkLst>
        </pc:inkChg>
        <pc:inkChg chg="add mod">
          <ac:chgData name="Rodica Ioana Lung" userId="64ee56e8d7162e1e" providerId="LiveId" clId="{0F6830A5-18AB-4F1B-8BBB-DA235794CEC1}" dt="2026-01-12T15:49:17.639" v="540"/>
          <ac:inkMkLst>
            <pc:docMk/>
            <pc:sldMk cId="457945749" sldId="278"/>
            <ac:inkMk id="23" creationId="{24F7365D-6CC0-89B9-AC78-50E070329FFA}"/>
          </ac:inkMkLst>
        </pc:inkChg>
        <pc:inkChg chg="add mod">
          <ac:chgData name="Rodica Ioana Lung" userId="64ee56e8d7162e1e" providerId="LiveId" clId="{0F6830A5-18AB-4F1B-8BBB-DA235794CEC1}" dt="2026-01-12T15:49:17.639" v="540"/>
          <ac:inkMkLst>
            <pc:docMk/>
            <pc:sldMk cId="457945749" sldId="278"/>
            <ac:inkMk id="24" creationId="{B88AB113-E563-0801-BB50-86A0EDB83038}"/>
          </ac:inkMkLst>
        </pc:inkChg>
        <pc:inkChg chg="add mod">
          <ac:chgData name="Rodica Ioana Lung" userId="64ee56e8d7162e1e" providerId="LiveId" clId="{0F6830A5-18AB-4F1B-8BBB-DA235794CEC1}" dt="2026-01-12T15:49:17.639" v="540"/>
          <ac:inkMkLst>
            <pc:docMk/>
            <pc:sldMk cId="457945749" sldId="278"/>
            <ac:inkMk id="25" creationId="{14C918B3-9E76-58D7-650B-C6F15472658D}"/>
          </ac:inkMkLst>
        </pc:inkChg>
        <pc:inkChg chg="add mod">
          <ac:chgData name="Rodica Ioana Lung" userId="64ee56e8d7162e1e" providerId="LiveId" clId="{0F6830A5-18AB-4F1B-8BBB-DA235794CEC1}" dt="2026-01-12T15:49:17.639" v="540"/>
          <ac:inkMkLst>
            <pc:docMk/>
            <pc:sldMk cId="457945749" sldId="278"/>
            <ac:inkMk id="27" creationId="{544B134B-AEB6-1CF0-E2F0-054AF171A2A4}"/>
          </ac:inkMkLst>
        </pc:inkChg>
        <pc:inkChg chg="add del mod">
          <ac:chgData name="Rodica Ioana Lung" userId="64ee56e8d7162e1e" providerId="LiveId" clId="{0F6830A5-18AB-4F1B-8BBB-DA235794CEC1}" dt="2026-01-12T15:49:35.497" v="548"/>
          <ac:inkMkLst>
            <pc:docMk/>
            <pc:sldMk cId="457945749" sldId="278"/>
            <ac:inkMk id="29" creationId="{8719F1F3-9C7F-7521-82BA-B11839168CCB}"/>
          </ac:inkMkLst>
        </pc:inkChg>
        <pc:inkChg chg="add">
          <ac:chgData name="Rodica Ioana Lung" userId="64ee56e8d7162e1e" providerId="LiveId" clId="{0F6830A5-18AB-4F1B-8BBB-DA235794CEC1}" dt="2026-01-12T15:49:20.821" v="543" actId="9405"/>
          <ac:inkMkLst>
            <pc:docMk/>
            <pc:sldMk cId="457945749" sldId="278"/>
            <ac:inkMk id="31" creationId="{1E24BB68-3FAB-2141-BA12-8A4038D6E3B8}"/>
          </ac:inkMkLst>
        </pc:inkChg>
        <pc:inkChg chg="add del">
          <ac:chgData name="Rodica Ioana Lung" userId="64ee56e8d7162e1e" providerId="LiveId" clId="{0F6830A5-18AB-4F1B-8BBB-DA235794CEC1}" dt="2026-01-12T15:49:35.496" v="547"/>
          <ac:inkMkLst>
            <pc:docMk/>
            <pc:sldMk cId="457945749" sldId="278"/>
            <ac:inkMk id="32" creationId="{994A06B8-1546-3DFB-4AE6-DEB76CCC4CD2}"/>
          </ac:inkMkLst>
        </pc:inkChg>
        <pc:inkChg chg="add mod">
          <ac:chgData name="Rodica Ioana Lung" userId="64ee56e8d7162e1e" providerId="LiveId" clId="{0F6830A5-18AB-4F1B-8BBB-DA235794CEC1}" dt="2026-01-12T15:49:34.448" v="546"/>
          <ac:inkMkLst>
            <pc:docMk/>
            <pc:sldMk cId="457945749" sldId="278"/>
            <ac:inkMk id="33" creationId="{DE6D453E-D718-694D-7192-6246FA5E9AFD}"/>
          </ac:inkMkLst>
        </pc:inkChg>
        <pc:inkChg chg="add">
          <ac:chgData name="Rodica Ioana Lung" userId="64ee56e8d7162e1e" providerId="LiveId" clId="{0F6830A5-18AB-4F1B-8BBB-DA235794CEC1}" dt="2026-01-12T15:51:13.610" v="549" actId="9405"/>
          <ac:inkMkLst>
            <pc:docMk/>
            <pc:sldMk cId="457945749" sldId="278"/>
            <ac:inkMk id="35" creationId="{39467B8F-0B1E-554C-CA25-921ABD4EF75B}"/>
          </ac:inkMkLst>
        </pc:inkChg>
        <pc:inkChg chg="add mod">
          <ac:chgData name="Rodica Ioana Lung" userId="64ee56e8d7162e1e" providerId="LiveId" clId="{0F6830A5-18AB-4F1B-8BBB-DA235794CEC1}" dt="2026-01-12T15:51:30.874" v="552"/>
          <ac:inkMkLst>
            <pc:docMk/>
            <pc:sldMk cId="457945749" sldId="278"/>
            <ac:inkMk id="36" creationId="{9BEDC7B2-70F0-BC7B-74B7-DF978387C0FE}"/>
          </ac:inkMkLst>
        </pc:inkChg>
        <pc:inkChg chg="add mod">
          <ac:chgData name="Rodica Ioana Lung" userId="64ee56e8d7162e1e" providerId="LiveId" clId="{0F6830A5-18AB-4F1B-8BBB-DA235794CEC1}" dt="2026-01-12T15:51:30.874" v="552"/>
          <ac:inkMkLst>
            <pc:docMk/>
            <pc:sldMk cId="457945749" sldId="278"/>
            <ac:inkMk id="37" creationId="{C4AA8508-25E7-A8A4-BC4A-78591DC8865B}"/>
          </ac:inkMkLst>
        </pc:inkChg>
      </pc:sldChg>
      <pc:sldChg chg="addSp delSp modSp mod">
        <pc:chgData name="Rodica Ioana Lung" userId="64ee56e8d7162e1e" providerId="LiveId" clId="{0F6830A5-18AB-4F1B-8BBB-DA235794CEC1}" dt="2026-01-12T16:09:39.957" v="922"/>
        <pc:sldMkLst>
          <pc:docMk/>
          <pc:sldMk cId="1335846464" sldId="279"/>
        </pc:sldMkLst>
        <pc:grpChg chg="del mod">
          <ac:chgData name="Rodica Ioana Lung" userId="64ee56e8d7162e1e" providerId="LiveId" clId="{0F6830A5-18AB-4F1B-8BBB-DA235794CEC1}" dt="2026-01-12T16:08:57.307" v="901"/>
          <ac:grpSpMkLst>
            <pc:docMk/>
            <pc:sldMk cId="1335846464" sldId="279"/>
            <ac:grpSpMk id="8" creationId="{317361F5-D545-14A3-B399-3AE4460D5C69}"/>
          </ac:grpSpMkLst>
        </pc:grpChg>
        <pc:grpChg chg="del mod">
          <ac:chgData name="Rodica Ioana Lung" userId="64ee56e8d7162e1e" providerId="LiveId" clId="{0F6830A5-18AB-4F1B-8BBB-DA235794CEC1}" dt="2026-01-12T16:09:01.671" v="906"/>
          <ac:grpSpMkLst>
            <pc:docMk/>
            <pc:sldMk cId="1335846464" sldId="279"/>
            <ac:grpSpMk id="12" creationId="{C1973BF5-D7F9-C255-783F-37EBE5DF041D}"/>
          </ac:grpSpMkLst>
        </pc:grpChg>
        <pc:grpChg chg="del mod">
          <ac:chgData name="Rodica Ioana Lung" userId="64ee56e8d7162e1e" providerId="LiveId" clId="{0F6830A5-18AB-4F1B-8BBB-DA235794CEC1}" dt="2026-01-12T16:09:04.304" v="909"/>
          <ac:grpSpMkLst>
            <pc:docMk/>
            <pc:sldMk cId="1335846464" sldId="279"/>
            <ac:grpSpMk id="17" creationId="{E022C5F5-13A4-DDD7-2E45-0915D7796E16}"/>
          </ac:grpSpMkLst>
        </pc:grpChg>
        <pc:grpChg chg="mod">
          <ac:chgData name="Rodica Ioana Lung" userId="64ee56e8d7162e1e" providerId="LiveId" clId="{0F6830A5-18AB-4F1B-8BBB-DA235794CEC1}" dt="2026-01-12T16:09:04.304" v="909"/>
          <ac:grpSpMkLst>
            <pc:docMk/>
            <pc:sldMk cId="1335846464" sldId="279"/>
            <ac:grpSpMk id="20" creationId="{02B9C77C-D4B0-1CF6-F532-28CE8AB9FF6D}"/>
          </ac:grpSpMkLst>
        </pc:grpChg>
        <pc:grpChg chg="mod">
          <ac:chgData name="Rodica Ioana Lung" userId="64ee56e8d7162e1e" providerId="LiveId" clId="{0F6830A5-18AB-4F1B-8BBB-DA235794CEC1}" dt="2026-01-12T16:09:39.957" v="922"/>
          <ac:grpSpMkLst>
            <pc:docMk/>
            <pc:sldMk cId="1335846464" sldId="279"/>
            <ac:grpSpMk id="33" creationId="{4BE805E6-99E7-E9DC-20B0-14565098A93B}"/>
          </ac:grpSpMkLst>
        </pc:grpChg>
        <pc:grpChg chg="mod">
          <ac:chgData name="Rodica Ioana Lung" userId="64ee56e8d7162e1e" providerId="LiveId" clId="{0F6830A5-18AB-4F1B-8BBB-DA235794CEC1}" dt="2026-01-12T16:09:39.957" v="922"/>
          <ac:grpSpMkLst>
            <pc:docMk/>
            <pc:sldMk cId="1335846464" sldId="279"/>
            <ac:grpSpMk id="34" creationId="{001C5BBF-85E5-C922-ADCD-FAF1E2D764B0}"/>
          </ac:grpSpMkLst>
        </pc:grp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3" creationId="{38D3DDC9-2237-49B6-FAC6-A731D1668299}"/>
          </ac:inkMkLst>
        </pc:inkChg>
        <pc:inkChg chg="add mod">
          <ac:chgData name="Rodica Ioana Lung" userId="64ee56e8d7162e1e" providerId="LiveId" clId="{0F6830A5-18AB-4F1B-8BBB-DA235794CEC1}" dt="2026-01-12T16:09:01.671" v="906"/>
          <ac:inkMkLst>
            <pc:docMk/>
            <pc:sldMk cId="1335846464" sldId="279"/>
            <ac:inkMk id="5" creationId="{27DF8582-9F20-D3E8-362E-4FC2CB3B70F9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6" creationId="{8EA2E3A1-76A1-06E5-7B03-9483D6612505}"/>
          </ac:inkMkLst>
        </pc:inkChg>
        <pc:inkChg chg="add mod">
          <ac:chgData name="Rodica Ioana Lung" userId="64ee56e8d7162e1e" providerId="LiveId" clId="{0F6830A5-18AB-4F1B-8BBB-DA235794CEC1}" dt="2026-01-12T16:09:01.671" v="906"/>
          <ac:inkMkLst>
            <pc:docMk/>
            <pc:sldMk cId="1335846464" sldId="279"/>
            <ac:inkMk id="7" creationId="{598DE5E0-F591-B376-43B4-CF3BDC776819}"/>
          </ac:inkMkLst>
        </pc:inkChg>
        <pc:inkChg chg="add mod">
          <ac:chgData name="Rodica Ioana Lung" userId="64ee56e8d7162e1e" providerId="LiveId" clId="{0F6830A5-18AB-4F1B-8BBB-DA235794CEC1}" dt="2026-01-12T16:08:57.307" v="901"/>
          <ac:inkMkLst>
            <pc:docMk/>
            <pc:sldMk cId="1335846464" sldId="279"/>
            <ac:inkMk id="9" creationId="{6D1285E1-DF96-A204-7106-AA6E610EC2E4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10" creationId="{8C0805DE-1843-1AAC-A2E0-956515C20A30}"/>
          </ac:inkMkLst>
        </pc:inkChg>
        <pc:inkChg chg="add mod">
          <ac:chgData name="Rodica Ioana Lung" userId="64ee56e8d7162e1e" providerId="LiveId" clId="{0F6830A5-18AB-4F1B-8BBB-DA235794CEC1}" dt="2026-01-12T16:08:57.307" v="901"/>
          <ac:inkMkLst>
            <pc:docMk/>
            <pc:sldMk cId="1335846464" sldId="279"/>
            <ac:inkMk id="11" creationId="{449EB693-0660-CED6-ACD2-743D0CC4855D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13" creationId="{F9E0E2AD-53D4-EB56-AB4C-AFE3AF0F6864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14" creationId="{18868388-5C39-99EF-D723-2BFB58057145}"/>
          </ac:inkMkLst>
        </pc:inkChg>
        <pc:inkChg chg="add mod">
          <ac:chgData name="Rodica Ioana Lung" userId="64ee56e8d7162e1e" providerId="LiveId" clId="{0F6830A5-18AB-4F1B-8BBB-DA235794CEC1}" dt="2026-01-12T16:09:01.671" v="906"/>
          <ac:inkMkLst>
            <pc:docMk/>
            <pc:sldMk cId="1335846464" sldId="279"/>
            <ac:inkMk id="15" creationId="{E5AC3BC9-5EF9-24BF-BD3A-0BCF94EF4D1F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16" creationId="{27E7450F-1D81-BA13-F71C-EC1714DD2AC7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18" creationId="{B3546DED-9E34-36DD-59E5-47E0BE592BC1}"/>
          </ac:inkMkLst>
        </pc:inkChg>
        <pc:inkChg chg="add mod">
          <ac:chgData name="Rodica Ioana Lung" userId="64ee56e8d7162e1e" providerId="LiveId" clId="{0F6830A5-18AB-4F1B-8BBB-DA235794CEC1}" dt="2026-01-12T16:09:04.304" v="909"/>
          <ac:inkMkLst>
            <pc:docMk/>
            <pc:sldMk cId="1335846464" sldId="279"/>
            <ac:inkMk id="19" creationId="{45545FF5-4814-7EE1-0FAC-320C9770BC8C}"/>
          </ac:inkMkLst>
        </pc:inkChg>
        <pc:inkChg chg="add">
          <ac:chgData name="Rodica Ioana Lung" userId="64ee56e8d7162e1e" providerId="LiveId" clId="{0F6830A5-18AB-4F1B-8BBB-DA235794CEC1}" dt="2026-01-12T16:09:06.305" v="910" actId="9405"/>
          <ac:inkMkLst>
            <pc:docMk/>
            <pc:sldMk cId="1335846464" sldId="279"/>
            <ac:inkMk id="21" creationId="{9B38F73E-E852-056B-818F-5F6CFE983907}"/>
          </ac:inkMkLst>
        </pc:inkChg>
        <pc:inkChg chg="add">
          <ac:chgData name="Rodica Ioana Lung" userId="64ee56e8d7162e1e" providerId="LiveId" clId="{0F6830A5-18AB-4F1B-8BBB-DA235794CEC1}" dt="2026-01-12T16:09:25.522" v="911" actId="9405"/>
          <ac:inkMkLst>
            <pc:docMk/>
            <pc:sldMk cId="1335846464" sldId="279"/>
            <ac:inkMk id="22" creationId="{58D67771-3954-3803-7D17-89F95ED63121}"/>
          </ac:inkMkLst>
        </pc:inkChg>
        <pc:inkChg chg="add">
          <ac:chgData name="Rodica Ioana Lung" userId="64ee56e8d7162e1e" providerId="LiveId" clId="{0F6830A5-18AB-4F1B-8BBB-DA235794CEC1}" dt="2026-01-12T16:09:26.547" v="912" actId="9405"/>
          <ac:inkMkLst>
            <pc:docMk/>
            <pc:sldMk cId="1335846464" sldId="279"/>
            <ac:inkMk id="23" creationId="{82AF599A-086C-67C1-8781-C426C141C80C}"/>
          </ac:inkMkLst>
        </pc:inkChg>
        <pc:inkChg chg="add">
          <ac:chgData name="Rodica Ioana Lung" userId="64ee56e8d7162e1e" providerId="LiveId" clId="{0F6830A5-18AB-4F1B-8BBB-DA235794CEC1}" dt="2026-01-12T16:09:27.788" v="913" actId="9405"/>
          <ac:inkMkLst>
            <pc:docMk/>
            <pc:sldMk cId="1335846464" sldId="279"/>
            <ac:inkMk id="24" creationId="{91E0F8E4-5C7F-58DA-E321-470F50EF0DAC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25" creationId="{70028C10-F36D-F194-8192-B28ED47A51E8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26" creationId="{2DA1BC6D-915A-1513-6382-A2F9F880949D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27" creationId="{064151BF-7FFB-8C87-DCD5-EC708BB70C81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28" creationId="{5B282E73-35A6-FC3E-7FCF-B7E6B68D7B29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29" creationId="{49DEC004-EAEA-B053-0388-15406D3E9F56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30" creationId="{71401924-0F7D-158B-DF4C-F4B361CBAA15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31" creationId="{8FB3D0EE-6BC9-5EE6-E060-C2347A307035}"/>
          </ac:inkMkLst>
        </pc:inkChg>
        <pc:inkChg chg="add mod">
          <ac:chgData name="Rodica Ioana Lung" userId="64ee56e8d7162e1e" providerId="LiveId" clId="{0F6830A5-18AB-4F1B-8BBB-DA235794CEC1}" dt="2026-01-12T16:09:39.957" v="922"/>
          <ac:inkMkLst>
            <pc:docMk/>
            <pc:sldMk cId="1335846464" sldId="279"/>
            <ac:inkMk id="32" creationId="{3FBE4A20-B6C6-9BB8-7206-506344000246}"/>
          </ac:inkMkLst>
        </pc:inkChg>
      </pc:sldChg>
      <pc:sldChg chg="addSp delSp modSp new mod">
        <pc:chgData name="Rodica Ioana Lung" userId="64ee56e8d7162e1e" providerId="LiveId" clId="{0F6830A5-18AB-4F1B-8BBB-DA235794CEC1}" dt="2026-01-09T16:32:40.681" v="158"/>
        <pc:sldMkLst>
          <pc:docMk/>
          <pc:sldMk cId="2171571855" sldId="280"/>
        </pc:sldMkLst>
        <pc:grpChg chg="mod">
          <ac:chgData name="Rodica Ioana Lung" userId="64ee56e8d7162e1e" providerId="LiveId" clId="{0F6830A5-18AB-4F1B-8BBB-DA235794CEC1}" dt="2026-01-09T16:30:40.444" v="64"/>
          <ac:grpSpMkLst>
            <pc:docMk/>
            <pc:sldMk cId="2171571855" sldId="280"/>
            <ac:grpSpMk id="59" creationId="{7E454217-B45E-C75F-AFBF-8897C288B4F4}"/>
          </ac:grpSpMkLst>
        </pc:grpChg>
        <pc:grpChg chg="mod">
          <ac:chgData name="Rodica Ioana Lung" userId="64ee56e8d7162e1e" providerId="LiveId" clId="{0F6830A5-18AB-4F1B-8BBB-DA235794CEC1}" dt="2026-01-09T16:31:18.503" v="85"/>
          <ac:grpSpMkLst>
            <pc:docMk/>
            <pc:sldMk cId="2171571855" sldId="280"/>
            <ac:grpSpMk id="80" creationId="{E87CAA22-64E8-43CE-873A-A589EA62EA1D}"/>
          </ac:grpSpMkLst>
        </pc:grpChg>
        <pc:grpChg chg="mod">
          <ac:chgData name="Rodica Ioana Lung" userId="64ee56e8d7162e1e" providerId="LiveId" clId="{0F6830A5-18AB-4F1B-8BBB-DA235794CEC1}" dt="2026-01-09T16:31:57.324" v="108"/>
          <ac:grpSpMkLst>
            <pc:docMk/>
            <pc:sldMk cId="2171571855" sldId="280"/>
            <ac:grpSpMk id="103" creationId="{71F27CCE-3C89-CDB6-DB0A-379E151B3132}"/>
          </ac:grpSpMkLst>
        </pc:grpChg>
        <pc:grpChg chg="mod">
          <ac:chgData name="Rodica Ioana Lung" userId="64ee56e8d7162e1e" providerId="LiveId" clId="{0F6830A5-18AB-4F1B-8BBB-DA235794CEC1}" dt="2026-01-09T16:31:57.324" v="108"/>
          <ac:grpSpMkLst>
            <pc:docMk/>
            <pc:sldMk cId="2171571855" sldId="280"/>
            <ac:grpSpMk id="104" creationId="{65A2EB57-2165-34FB-E309-A62632DF8462}"/>
          </ac:grpSpMkLst>
        </pc:grpChg>
        <pc:grpChg chg="mod">
          <ac:chgData name="Rodica Ioana Lung" userId="64ee56e8d7162e1e" providerId="LiveId" clId="{0F6830A5-18AB-4F1B-8BBB-DA235794CEC1}" dt="2026-01-09T16:32:08.263" v="126"/>
          <ac:grpSpMkLst>
            <pc:docMk/>
            <pc:sldMk cId="2171571855" sldId="280"/>
            <ac:grpSpMk id="122" creationId="{CFDC2BAF-79E1-4357-01F1-14ACBEC41B75}"/>
          </ac:grpSpMkLst>
        </pc:grpChg>
        <pc:grpChg chg="mod">
          <ac:chgData name="Rodica Ioana Lung" userId="64ee56e8d7162e1e" providerId="LiveId" clId="{0F6830A5-18AB-4F1B-8BBB-DA235794CEC1}" dt="2026-01-09T16:32:19.430" v="131"/>
          <ac:grpSpMkLst>
            <pc:docMk/>
            <pc:sldMk cId="2171571855" sldId="280"/>
            <ac:grpSpMk id="127" creationId="{4E929CE3-DDCC-3DC4-CF42-ED9A0DB9F0DD}"/>
          </ac:grpSpMkLst>
        </pc:grpChg>
        <pc:grpChg chg="mod">
          <ac:chgData name="Rodica Ioana Lung" userId="64ee56e8d7162e1e" providerId="LiveId" clId="{0F6830A5-18AB-4F1B-8BBB-DA235794CEC1}" dt="2026-01-09T16:32:34.252" v="144"/>
          <ac:grpSpMkLst>
            <pc:docMk/>
            <pc:sldMk cId="2171571855" sldId="280"/>
            <ac:grpSpMk id="140" creationId="{AC9DD67D-7A38-69DA-A68F-124C1472621C}"/>
          </ac:grpSpMkLst>
        </pc:grpChg>
        <pc:grpChg chg="mod">
          <ac:chgData name="Rodica Ioana Lung" userId="64ee56e8d7162e1e" providerId="LiveId" clId="{0F6830A5-18AB-4F1B-8BBB-DA235794CEC1}" dt="2026-01-09T16:32:40.681" v="158"/>
          <ac:grpSpMkLst>
            <pc:docMk/>
            <pc:sldMk cId="2171571855" sldId="280"/>
            <ac:grpSpMk id="154" creationId="{B410DEFC-3C70-89F5-5AE1-6AA67D141E8F}"/>
          </ac:grpSpMkLst>
        </pc:grpChg>
        <pc:inkChg chg="add mod">
          <ac:chgData name="Rodica Ioana Lung" userId="64ee56e8d7162e1e" providerId="LiveId" clId="{0F6830A5-18AB-4F1B-8BBB-DA235794CEC1}" dt="2026-01-09T16:30:34.252" v="50"/>
          <ac:inkMkLst>
            <pc:docMk/>
            <pc:sldMk cId="2171571855" sldId="280"/>
            <ac:inkMk id="5" creationId="{7D64C96C-79C2-099E-17DD-1B987DA383B9}"/>
          </ac:inkMkLst>
        </pc:inkChg>
        <pc:inkChg chg="add mod">
          <ac:chgData name="Rodica Ioana Lung" userId="64ee56e8d7162e1e" providerId="LiveId" clId="{0F6830A5-18AB-4F1B-8BBB-DA235794CEC1}" dt="2026-01-09T16:29:25.975" v="22"/>
          <ac:inkMkLst>
            <pc:docMk/>
            <pc:sldMk cId="2171571855" sldId="280"/>
            <ac:inkMk id="6" creationId="{9A8CC37A-487F-0C71-C69E-24A5EBECBAC5}"/>
          </ac:inkMkLst>
        </pc:inkChg>
        <pc:inkChg chg="add mod">
          <ac:chgData name="Rodica Ioana Lung" userId="64ee56e8d7162e1e" providerId="LiveId" clId="{0F6830A5-18AB-4F1B-8BBB-DA235794CEC1}" dt="2026-01-09T16:30:34.252" v="50"/>
          <ac:inkMkLst>
            <pc:docMk/>
            <pc:sldMk cId="2171571855" sldId="280"/>
            <ac:inkMk id="7" creationId="{45886410-6948-88FB-380F-5D76240F729E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9" creationId="{EBB7554D-3C17-BB3A-0E9B-DDE12D5F9DD6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10" creationId="{22B5A6BD-ED72-DF38-19DF-C8047089809B}"/>
          </ac:inkMkLst>
        </pc:inkChg>
        <pc:inkChg chg="add mod">
          <ac:chgData name="Rodica Ioana Lung" userId="64ee56e8d7162e1e" providerId="LiveId" clId="{0F6830A5-18AB-4F1B-8BBB-DA235794CEC1}" dt="2026-01-09T16:30:34.252" v="50"/>
          <ac:inkMkLst>
            <pc:docMk/>
            <pc:sldMk cId="2171571855" sldId="280"/>
            <ac:inkMk id="11" creationId="{DF099F5A-C45E-1A14-737C-ECDE208FA291}"/>
          </ac:inkMkLst>
        </pc:inkChg>
        <pc:inkChg chg="add mod">
          <ac:chgData name="Rodica Ioana Lung" userId="64ee56e8d7162e1e" providerId="LiveId" clId="{0F6830A5-18AB-4F1B-8BBB-DA235794CEC1}" dt="2026-01-09T16:29:32.357" v="27"/>
          <ac:inkMkLst>
            <pc:docMk/>
            <pc:sldMk cId="2171571855" sldId="280"/>
            <ac:inkMk id="13" creationId="{9253F2A2-41BE-629B-0F57-BBD4AF2B45B5}"/>
          </ac:inkMkLst>
        </pc:inkChg>
        <pc:inkChg chg="add mod">
          <ac:chgData name="Rodica Ioana Lung" userId="64ee56e8d7162e1e" providerId="LiveId" clId="{0F6830A5-18AB-4F1B-8BBB-DA235794CEC1}" dt="2026-01-09T16:30:34.252" v="50"/>
          <ac:inkMkLst>
            <pc:docMk/>
            <pc:sldMk cId="2171571855" sldId="280"/>
            <ac:inkMk id="15" creationId="{33914593-D9AB-F1E1-D201-A28245C751C5}"/>
          </ac:inkMkLst>
        </pc:inkChg>
        <pc:inkChg chg="add mod">
          <ac:chgData name="Rodica Ioana Lung" userId="64ee56e8d7162e1e" providerId="LiveId" clId="{0F6830A5-18AB-4F1B-8BBB-DA235794CEC1}" dt="2026-01-09T16:29:43.823" v="30"/>
          <ac:inkMkLst>
            <pc:docMk/>
            <pc:sldMk cId="2171571855" sldId="280"/>
            <ac:inkMk id="16" creationId="{096543AB-A4CB-3057-BFAE-4321F1C22480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17" creationId="{1A3A87BE-C877-DD6C-5139-A4E2A5CBB0F2}"/>
          </ac:inkMkLst>
        </pc:inkChg>
        <pc:inkChg chg="add mod">
          <ac:chgData name="Rodica Ioana Lung" userId="64ee56e8d7162e1e" providerId="LiveId" clId="{0F6830A5-18AB-4F1B-8BBB-DA235794CEC1}" dt="2026-01-09T16:29:32.357" v="27"/>
          <ac:inkMkLst>
            <pc:docMk/>
            <pc:sldMk cId="2171571855" sldId="280"/>
            <ac:inkMk id="18" creationId="{C83D4686-DFB4-2DFC-E160-F3EBF8E0B555}"/>
          </ac:inkMkLst>
        </pc:inkChg>
        <pc:inkChg chg="add mod">
          <ac:chgData name="Rodica Ioana Lung" userId="64ee56e8d7162e1e" providerId="LiveId" clId="{0F6830A5-18AB-4F1B-8BBB-DA235794CEC1}" dt="2026-01-09T16:30:31.386" v="48"/>
          <ac:inkMkLst>
            <pc:docMk/>
            <pc:sldMk cId="2171571855" sldId="280"/>
            <ac:inkMk id="20" creationId="{C4FF3D54-1FB1-57BD-9521-CDCF272F9797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21" creationId="{046A1C6B-241C-0BC3-028D-5A7FBDA85402}"/>
          </ac:inkMkLst>
        </pc:inkChg>
        <pc:inkChg chg="add mod">
          <ac:chgData name="Rodica Ioana Lung" userId="64ee56e8d7162e1e" providerId="LiveId" clId="{0F6830A5-18AB-4F1B-8BBB-DA235794CEC1}" dt="2026-01-09T16:29:49.204" v="34"/>
          <ac:inkMkLst>
            <pc:docMk/>
            <pc:sldMk cId="2171571855" sldId="280"/>
            <ac:inkMk id="23" creationId="{E5E8DD64-38B6-2F54-63DA-66C1C85FC7E2}"/>
          </ac:inkMkLst>
        </pc:inkChg>
        <pc:inkChg chg="add">
          <ac:chgData name="Rodica Ioana Lung" userId="64ee56e8d7162e1e" providerId="LiveId" clId="{0F6830A5-18AB-4F1B-8BBB-DA235794CEC1}" dt="2026-01-09T16:29:48.244" v="33" actId="9405"/>
          <ac:inkMkLst>
            <pc:docMk/>
            <pc:sldMk cId="2171571855" sldId="280"/>
            <ac:inkMk id="25" creationId="{2B0660F0-F178-7435-513E-FAD20A0DD8A9}"/>
          </ac:inkMkLst>
        </pc:inkChg>
        <pc:inkChg chg="add mod">
          <ac:chgData name="Rodica Ioana Lung" userId="64ee56e8d7162e1e" providerId="LiveId" clId="{0F6830A5-18AB-4F1B-8BBB-DA235794CEC1}" dt="2026-01-09T16:30:19.982" v="40"/>
          <ac:inkMkLst>
            <pc:docMk/>
            <pc:sldMk cId="2171571855" sldId="280"/>
            <ac:inkMk id="27" creationId="{3D980B39-0B62-957E-E267-7AA1459F5287}"/>
          </ac:inkMkLst>
        </pc:inkChg>
        <pc:inkChg chg="add">
          <ac:chgData name="Rodica Ioana Lung" userId="64ee56e8d7162e1e" providerId="LiveId" clId="{0F6830A5-18AB-4F1B-8BBB-DA235794CEC1}" dt="2026-01-09T16:29:55.243" v="36" actId="9405"/>
          <ac:inkMkLst>
            <pc:docMk/>
            <pc:sldMk cId="2171571855" sldId="280"/>
            <ac:inkMk id="28" creationId="{E132887E-7A1B-666D-6A3E-AAABEF1FAA47}"/>
          </ac:inkMkLst>
        </pc:inkChg>
        <pc:inkChg chg="add mod">
          <ac:chgData name="Rodica Ioana Lung" userId="64ee56e8d7162e1e" providerId="LiveId" clId="{0F6830A5-18AB-4F1B-8BBB-DA235794CEC1}" dt="2026-01-09T16:30:19.982" v="40"/>
          <ac:inkMkLst>
            <pc:docMk/>
            <pc:sldMk cId="2171571855" sldId="280"/>
            <ac:inkMk id="29" creationId="{BDA09D87-9874-001E-8761-2E2D1E3144C7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31" creationId="{3EE5442D-BE28-89E0-84BE-810041E39376}"/>
          </ac:inkMkLst>
        </pc:inkChg>
        <pc:inkChg chg="add">
          <ac:chgData name="Rodica Ioana Lung" userId="64ee56e8d7162e1e" providerId="LiveId" clId="{0F6830A5-18AB-4F1B-8BBB-DA235794CEC1}" dt="2026-01-09T16:30:25.198" v="41" actId="9405"/>
          <ac:inkMkLst>
            <pc:docMk/>
            <pc:sldMk cId="2171571855" sldId="280"/>
            <ac:inkMk id="33" creationId="{6498DE2D-F519-DE4C-E5D4-37B614332F79}"/>
          </ac:inkMkLst>
        </pc:inkChg>
        <pc:inkChg chg="add">
          <ac:chgData name="Rodica Ioana Lung" userId="64ee56e8d7162e1e" providerId="LiveId" clId="{0F6830A5-18AB-4F1B-8BBB-DA235794CEC1}" dt="2026-01-09T16:30:25.915" v="42" actId="9405"/>
          <ac:inkMkLst>
            <pc:docMk/>
            <pc:sldMk cId="2171571855" sldId="280"/>
            <ac:inkMk id="34" creationId="{8BB07F1D-C525-F977-83E3-CEE91505A143}"/>
          </ac:inkMkLst>
        </pc:inkChg>
        <pc:inkChg chg="add mod">
          <ac:chgData name="Rodica Ioana Lung" userId="64ee56e8d7162e1e" providerId="LiveId" clId="{0F6830A5-18AB-4F1B-8BBB-DA235794CEC1}" dt="2026-01-09T16:30:34.252" v="50"/>
          <ac:inkMkLst>
            <pc:docMk/>
            <pc:sldMk cId="2171571855" sldId="280"/>
            <ac:inkMk id="35" creationId="{2A9F1161-3C24-E3FD-553C-6FA000994239}"/>
          </ac:inkMkLst>
        </pc:inkChg>
        <pc:inkChg chg="add">
          <ac:chgData name="Rodica Ioana Lung" userId="64ee56e8d7162e1e" providerId="LiveId" clId="{0F6830A5-18AB-4F1B-8BBB-DA235794CEC1}" dt="2026-01-09T16:30:27.732" v="44" actId="9405"/>
          <ac:inkMkLst>
            <pc:docMk/>
            <pc:sldMk cId="2171571855" sldId="280"/>
            <ac:inkMk id="36" creationId="{FFCB8FC3-CC54-6DE6-C580-3D31B8963BD2}"/>
          </ac:inkMkLst>
        </pc:inkChg>
        <pc:inkChg chg="add">
          <ac:chgData name="Rodica Ioana Lung" userId="64ee56e8d7162e1e" providerId="LiveId" clId="{0F6830A5-18AB-4F1B-8BBB-DA235794CEC1}" dt="2026-01-09T16:30:30.424" v="46" actId="9405"/>
          <ac:inkMkLst>
            <pc:docMk/>
            <pc:sldMk cId="2171571855" sldId="280"/>
            <ac:inkMk id="39" creationId="{9998225B-BE71-570B-79B5-AC2CEABD2CA6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40" creationId="{F341C355-5524-BD04-B19A-3ADB5E408346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42" creationId="{47BA9211-A1B4-6CE9-EE38-1E2695AF88ED}"/>
          </ac:inkMkLst>
        </pc:inkChg>
        <pc:inkChg chg="add">
          <ac:chgData name="Rodica Ioana Lung" userId="64ee56e8d7162e1e" providerId="LiveId" clId="{0F6830A5-18AB-4F1B-8BBB-DA235794CEC1}" dt="2026-01-09T16:30:34.450" v="51" actId="9405"/>
          <ac:inkMkLst>
            <pc:docMk/>
            <pc:sldMk cId="2171571855" sldId="280"/>
            <ac:inkMk id="44" creationId="{9584B875-4BEA-6F9A-AAC1-C848FE9FBE7D}"/>
          </ac:inkMkLst>
        </pc:inkChg>
        <pc:inkChg chg="add">
          <ac:chgData name="Rodica Ioana Lung" userId="64ee56e8d7162e1e" providerId="LiveId" clId="{0F6830A5-18AB-4F1B-8BBB-DA235794CEC1}" dt="2026-01-09T16:30:35.093" v="52" actId="9405"/>
          <ac:inkMkLst>
            <pc:docMk/>
            <pc:sldMk cId="2171571855" sldId="280"/>
            <ac:inkMk id="45" creationId="{4C9B25FB-0278-F302-54C1-DCAFCD542C29}"/>
          </ac:inkMkLst>
        </pc:inkChg>
        <pc:inkChg chg="add">
          <ac:chgData name="Rodica Ioana Lung" userId="64ee56e8d7162e1e" providerId="LiveId" clId="{0F6830A5-18AB-4F1B-8BBB-DA235794CEC1}" dt="2026-01-09T16:30:35.246" v="53" actId="9405"/>
          <ac:inkMkLst>
            <pc:docMk/>
            <pc:sldMk cId="2171571855" sldId="280"/>
            <ac:inkMk id="46" creationId="{93E7605B-E7D3-E572-63FA-57F1AB227F01}"/>
          </ac:inkMkLst>
        </pc:inkChg>
        <pc:inkChg chg="add">
          <ac:chgData name="Rodica Ioana Lung" userId="64ee56e8d7162e1e" providerId="LiveId" clId="{0F6830A5-18AB-4F1B-8BBB-DA235794CEC1}" dt="2026-01-09T16:30:35.395" v="54" actId="9405"/>
          <ac:inkMkLst>
            <pc:docMk/>
            <pc:sldMk cId="2171571855" sldId="280"/>
            <ac:inkMk id="47" creationId="{F2074E67-80D1-63E8-1B3C-F1BC2211536F}"/>
          </ac:inkMkLst>
        </pc:inkChg>
        <pc:inkChg chg="add">
          <ac:chgData name="Rodica Ioana Lung" userId="64ee56e8d7162e1e" providerId="LiveId" clId="{0F6830A5-18AB-4F1B-8BBB-DA235794CEC1}" dt="2026-01-09T16:30:35.544" v="55" actId="9405"/>
          <ac:inkMkLst>
            <pc:docMk/>
            <pc:sldMk cId="2171571855" sldId="280"/>
            <ac:inkMk id="48" creationId="{D8865CD7-40E6-C48C-A57C-0618C4CC966D}"/>
          </ac:inkMkLst>
        </pc:inkChg>
        <pc:inkChg chg="add">
          <ac:chgData name="Rodica Ioana Lung" userId="64ee56e8d7162e1e" providerId="LiveId" clId="{0F6830A5-18AB-4F1B-8BBB-DA235794CEC1}" dt="2026-01-09T16:30:36.324" v="56" actId="9405"/>
          <ac:inkMkLst>
            <pc:docMk/>
            <pc:sldMk cId="2171571855" sldId="280"/>
            <ac:inkMk id="49" creationId="{A135CE56-A1B3-BCA5-5DF2-EF1CB916B39A}"/>
          </ac:inkMkLst>
        </pc:inkChg>
        <pc:inkChg chg="add">
          <ac:chgData name="Rodica Ioana Lung" userId="64ee56e8d7162e1e" providerId="LiveId" clId="{0F6830A5-18AB-4F1B-8BBB-DA235794CEC1}" dt="2026-01-09T16:30:36.509" v="57" actId="9405"/>
          <ac:inkMkLst>
            <pc:docMk/>
            <pc:sldMk cId="2171571855" sldId="280"/>
            <ac:inkMk id="50" creationId="{CDFB6909-7B89-3A49-E05B-6C4DBCECACBC}"/>
          </ac:inkMkLst>
        </pc:inkChg>
        <pc:inkChg chg="add">
          <ac:chgData name="Rodica Ioana Lung" userId="64ee56e8d7162e1e" providerId="LiveId" clId="{0F6830A5-18AB-4F1B-8BBB-DA235794CEC1}" dt="2026-01-09T16:30:36.697" v="58" actId="9405"/>
          <ac:inkMkLst>
            <pc:docMk/>
            <pc:sldMk cId="2171571855" sldId="280"/>
            <ac:inkMk id="51" creationId="{B360ACD9-9C4C-02A0-20E0-D33716B17589}"/>
          </ac:inkMkLst>
        </pc:inkChg>
        <pc:inkChg chg="add mod">
          <ac:chgData name="Rodica Ioana Lung" userId="64ee56e8d7162e1e" providerId="LiveId" clId="{0F6830A5-18AB-4F1B-8BBB-DA235794CEC1}" dt="2026-01-09T16:30:40.444" v="64"/>
          <ac:inkMkLst>
            <pc:docMk/>
            <pc:sldMk cId="2171571855" sldId="280"/>
            <ac:inkMk id="52" creationId="{7A92CCAF-C96B-3552-26DE-1FA61FAEA1FE}"/>
          </ac:inkMkLst>
        </pc:inkChg>
        <pc:inkChg chg="add">
          <ac:chgData name="Rodica Ioana Lung" userId="64ee56e8d7162e1e" providerId="LiveId" clId="{0F6830A5-18AB-4F1B-8BBB-DA235794CEC1}" dt="2026-01-09T16:30:38.062" v="60" actId="9405"/>
          <ac:inkMkLst>
            <pc:docMk/>
            <pc:sldMk cId="2171571855" sldId="280"/>
            <ac:inkMk id="53" creationId="{0A9098B2-D250-1301-6F2A-4994AA04BFA6}"/>
          </ac:inkMkLst>
        </pc:inkChg>
        <pc:inkChg chg="add">
          <ac:chgData name="Rodica Ioana Lung" userId="64ee56e8d7162e1e" providerId="LiveId" clId="{0F6830A5-18AB-4F1B-8BBB-DA235794CEC1}" dt="2026-01-09T16:30:39.381" v="61" actId="9405"/>
          <ac:inkMkLst>
            <pc:docMk/>
            <pc:sldMk cId="2171571855" sldId="280"/>
            <ac:inkMk id="54" creationId="{3261ACD6-0996-D006-1B2B-C8A0D249065B}"/>
          </ac:inkMkLst>
        </pc:inkChg>
        <pc:inkChg chg="add">
          <ac:chgData name="Rodica Ioana Lung" userId="64ee56e8d7162e1e" providerId="LiveId" clId="{0F6830A5-18AB-4F1B-8BBB-DA235794CEC1}" dt="2026-01-09T16:30:39.943" v="63" actId="9405"/>
          <ac:inkMkLst>
            <pc:docMk/>
            <pc:sldMk cId="2171571855" sldId="280"/>
            <ac:inkMk id="58" creationId="{CB65D104-52EA-8FB0-54E0-339C5DDA1C5F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60" creationId="{6DD83AA1-3BC1-099E-3F92-148AE116B9C9}"/>
          </ac:inkMkLst>
        </pc:inkChg>
        <pc:inkChg chg="add mod">
          <ac:chgData name="Rodica Ioana Lung" userId="64ee56e8d7162e1e" providerId="LiveId" clId="{0F6830A5-18AB-4F1B-8BBB-DA235794CEC1}" dt="2026-01-09T16:31:08.843" v="69"/>
          <ac:inkMkLst>
            <pc:docMk/>
            <pc:sldMk cId="2171571855" sldId="280"/>
            <ac:inkMk id="61" creationId="{656CBCBE-7C1B-A5F8-26EA-144FA7B74B43}"/>
          </ac:inkMkLst>
        </pc:inkChg>
        <pc:inkChg chg="add mod">
          <ac:chgData name="Rodica Ioana Lung" userId="64ee56e8d7162e1e" providerId="LiveId" clId="{0F6830A5-18AB-4F1B-8BBB-DA235794CEC1}" dt="2026-01-09T16:31:16.460" v="82"/>
          <ac:inkMkLst>
            <pc:docMk/>
            <pc:sldMk cId="2171571855" sldId="280"/>
            <ac:inkMk id="62" creationId="{AD2D1DBA-F1FB-4BDB-3ED1-4F6D5A7CC281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63" creationId="{3C33F5C2-8295-7136-C370-C99C25A565B1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65" creationId="{BBF0E47C-5919-C1DF-0D0E-1BF769C09E5D}"/>
          </ac:inkMkLst>
        </pc:inkChg>
        <pc:inkChg chg="add">
          <ac:chgData name="Rodica Ioana Lung" userId="64ee56e8d7162e1e" providerId="LiveId" clId="{0F6830A5-18AB-4F1B-8BBB-DA235794CEC1}" dt="2026-01-09T16:31:10.169" v="71" actId="9405"/>
          <ac:inkMkLst>
            <pc:docMk/>
            <pc:sldMk cId="2171571855" sldId="280"/>
            <ac:inkMk id="66" creationId="{F09E83C2-AF8D-E344-5803-CE40BC44E239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67" creationId="{BBA90163-9CE1-F4F1-8F4A-1FDB07CA0362}"/>
          </ac:inkMkLst>
        </pc:inkChg>
        <pc:inkChg chg="add">
          <ac:chgData name="Rodica Ioana Lung" userId="64ee56e8d7162e1e" providerId="LiveId" clId="{0F6830A5-18AB-4F1B-8BBB-DA235794CEC1}" dt="2026-01-09T16:31:11.700" v="73" actId="9405"/>
          <ac:inkMkLst>
            <pc:docMk/>
            <pc:sldMk cId="2171571855" sldId="280"/>
            <ac:inkMk id="68" creationId="{9551FE45-E46C-6AA5-E6D0-BC86FA0E6F1C}"/>
          </ac:inkMkLst>
        </pc:inkChg>
        <pc:inkChg chg="add">
          <ac:chgData name="Rodica Ioana Lung" userId="64ee56e8d7162e1e" providerId="LiveId" clId="{0F6830A5-18AB-4F1B-8BBB-DA235794CEC1}" dt="2026-01-09T16:31:11.824" v="74" actId="9405"/>
          <ac:inkMkLst>
            <pc:docMk/>
            <pc:sldMk cId="2171571855" sldId="280"/>
            <ac:inkMk id="69" creationId="{F48376D5-74AE-5100-48F8-7AA30ED824E4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70" creationId="{FA697542-69F2-D429-44AD-E9AB6C050F45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71" creationId="{40587F6A-60B4-C6E1-1961-815073DC2F98}"/>
          </ac:inkMkLst>
        </pc:inkChg>
        <pc:inkChg chg="add">
          <ac:chgData name="Rodica Ioana Lung" userId="64ee56e8d7162e1e" providerId="LiveId" clId="{0F6830A5-18AB-4F1B-8BBB-DA235794CEC1}" dt="2026-01-09T16:31:13.179" v="77" actId="9405"/>
          <ac:inkMkLst>
            <pc:docMk/>
            <pc:sldMk cId="2171571855" sldId="280"/>
            <ac:inkMk id="72" creationId="{ABF3DE61-AD37-52CF-F84A-8A6D4A1188BC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73" creationId="{F53E8964-20D4-09A1-7AFA-DD90E086D962}"/>
          </ac:inkMkLst>
        </pc:inkChg>
        <pc:inkChg chg="add">
          <ac:chgData name="Rodica Ioana Lung" userId="64ee56e8d7162e1e" providerId="LiveId" clId="{0F6830A5-18AB-4F1B-8BBB-DA235794CEC1}" dt="2026-01-09T16:31:14.087" v="79" actId="9405"/>
          <ac:inkMkLst>
            <pc:docMk/>
            <pc:sldMk cId="2171571855" sldId="280"/>
            <ac:inkMk id="74" creationId="{23CC63F4-5827-5FA1-6F6F-AE0320213AE8}"/>
          </ac:inkMkLst>
        </pc:inkChg>
        <pc:inkChg chg="add">
          <ac:chgData name="Rodica Ioana Lung" userId="64ee56e8d7162e1e" providerId="LiveId" clId="{0F6830A5-18AB-4F1B-8BBB-DA235794CEC1}" dt="2026-01-09T16:31:15.342" v="80" actId="9405"/>
          <ac:inkMkLst>
            <pc:docMk/>
            <pc:sldMk cId="2171571855" sldId="280"/>
            <ac:inkMk id="75" creationId="{F9D5CDA6-FFE9-C2D1-72B3-3212061274F2}"/>
          </ac:inkMkLst>
        </pc:inkChg>
        <pc:inkChg chg="add">
          <ac:chgData name="Rodica Ioana Lung" userId="64ee56e8d7162e1e" providerId="LiveId" clId="{0F6830A5-18AB-4F1B-8BBB-DA235794CEC1}" dt="2026-01-09T16:31:15.776" v="81" actId="9405"/>
          <ac:inkMkLst>
            <pc:docMk/>
            <pc:sldMk cId="2171571855" sldId="280"/>
            <ac:inkMk id="76" creationId="{11A53220-45E7-58CC-3A2C-2F41897D3C92}"/>
          </ac:inkMkLst>
        </pc:inkChg>
        <pc:inkChg chg="add">
          <ac:chgData name="Rodica Ioana Lung" userId="64ee56e8d7162e1e" providerId="LiveId" clId="{0F6830A5-18AB-4F1B-8BBB-DA235794CEC1}" dt="2026-01-09T16:31:17.542" v="83" actId="9405"/>
          <ac:inkMkLst>
            <pc:docMk/>
            <pc:sldMk cId="2171571855" sldId="280"/>
            <ac:inkMk id="78" creationId="{F0953658-0A40-E186-3B17-1C7D063F1F3A}"/>
          </ac:inkMkLst>
        </pc:inkChg>
        <pc:inkChg chg="add mod">
          <ac:chgData name="Rodica Ioana Lung" userId="64ee56e8d7162e1e" providerId="LiveId" clId="{0F6830A5-18AB-4F1B-8BBB-DA235794CEC1}" dt="2026-01-09T16:31:18.503" v="85"/>
          <ac:inkMkLst>
            <pc:docMk/>
            <pc:sldMk cId="2171571855" sldId="280"/>
            <ac:inkMk id="79" creationId="{A8BAFFBD-B606-12A4-F86F-A2F92E049F2D}"/>
          </ac:inkMkLst>
        </pc:inkChg>
        <pc:inkChg chg="add">
          <ac:chgData name="Rodica Ioana Lung" userId="64ee56e8d7162e1e" providerId="LiveId" clId="{0F6830A5-18AB-4F1B-8BBB-DA235794CEC1}" dt="2026-01-09T16:31:24.484" v="86" actId="9405"/>
          <ac:inkMkLst>
            <pc:docMk/>
            <pc:sldMk cId="2171571855" sldId="280"/>
            <ac:inkMk id="81" creationId="{18DD0415-1495-FF98-DA32-4AEB08DB5149}"/>
          </ac:inkMkLst>
        </pc:inkChg>
        <pc:inkChg chg="add mod">
          <ac:chgData name="Rodica Ioana Lung" userId="64ee56e8d7162e1e" providerId="LiveId" clId="{0F6830A5-18AB-4F1B-8BBB-DA235794CEC1}" dt="2026-01-09T16:31:47.994" v="93"/>
          <ac:inkMkLst>
            <pc:docMk/>
            <pc:sldMk cId="2171571855" sldId="280"/>
            <ac:inkMk id="82" creationId="{B3A90E97-759B-C593-BBA9-BA1EDD1AC25C}"/>
          </ac:inkMkLst>
        </pc:inkChg>
        <pc:inkChg chg="add mod">
          <ac:chgData name="Rodica Ioana Lung" userId="64ee56e8d7162e1e" providerId="LiveId" clId="{0F6830A5-18AB-4F1B-8BBB-DA235794CEC1}" dt="2026-01-09T16:31:47.994" v="93"/>
          <ac:inkMkLst>
            <pc:docMk/>
            <pc:sldMk cId="2171571855" sldId="280"/>
            <ac:inkMk id="83" creationId="{5418E9ED-CE47-5A29-5F57-3FD52FB6A72A}"/>
          </ac:inkMkLst>
        </pc:inkChg>
        <pc:inkChg chg="add mod">
          <ac:chgData name="Rodica Ioana Lung" userId="64ee56e8d7162e1e" providerId="LiveId" clId="{0F6830A5-18AB-4F1B-8BBB-DA235794CEC1}" dt="2026-01-09T16:31:47.994" v="93"/>
          <ac:inkMkLst>
            <pc:docMk/>
            <pc:sldMk cId="2171571855" sldId="280"/>
            <ac:inkMk id="84" creationId="{349CEC6F-E40B-4B3C-D1C9-4CCAD131FD67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85" creationId="{C112827E-4C1E-CF70-539A-22F4B940AB04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87" creationId="{D2FF76BE-782E-A7EB-E0F8-B9914E9E90F7}"/>
          </ac:inkMkLst>
        </pc:inkChg>
        <pc:inkChg chg="add">
          <ac:chgData name="Rodica Ioana Lung" userId="64ee56e8d7162e1e" providerId="LiveId" clId="{0F6830A5-18AB-4F1B-8BBB-DA235794CEC1}" dt="2026-01-09T16:31:49.692" v="94" actId="9405"/>
          <ac:inkMkLst>
            <pc:docMk/>
            <pc:sldMk cId="2171571855" sldId="280"/>
            <ac:inkMk id="89" creationId="{E62DF8AC-94B6-8838-2D6F-5D0AE7E9D211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90" creationId="{827257CC-B33E-1EC3-71EE-C608A8F76F88}"/>
          </ac:inkMkLst>
        </pc:inkChg>
        <pc:inkChg chg="add">
          <ac:chgData name="Rodica Ioana Lung" userId="64ee56e8d7162e1e" providerId="LiveId" clId="{0F6830A5-18AB-4F1B-8BBB-DA235794CEC1}" dt="2026-01-09T16:31:51.014" v="96" actId="9405"/>
          <ac:inkMkLst>
            <pc:docMk/>
            <pc:sldMk cId="2171571855" sldId="280"/>
            <ac:inkMk id="91" creationId="{93F3C6BF-57BF-E709-236E-A46C1C788911}"/>
          </ac:inkMkLst>
        </pc:inkChg>
        <pc:inkChg chg="add">
          <ac:chgData name="Rodica Ioana Lung" userId="64ee56e8d7162e1e" providerId="LiveId" clId="{0F6830A5-18AB-4F1B-8BBB-DA235794CEC1}" dt="2026-01-09T16:31:51.412" v="97" actId="9405"/>
          <ac:inkMkLst>
            <pc:docMk/>
            <pc:sldMk cId="2171571855" sldId="280"/>
            <ac:inkMk id="92" creationId="{3C3CCCE9-A9B7-06A7-A8E0-C73E7419D2B5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93" creationId="{E040F9FC-BA63-59D5-B0C2-A4EBEBC526A8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94" creationId="{A82ADC99-58F4-25DA-8135-D6A67E32FB1D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95" creationId="{EADCDE8F-BEA9-F1CA-EE8E-4BC63C9EF1D5}"/>
          </ac:inkMkLst>
        </pc:inkChg>
        <pc:inkChg chg="add">
          <ac:chgData name="Rodica Ioana Lung" userId="64ee56e8d7162e1e" providerId="LiveId" clId="{0F6830A5-18AB-4F1B-8BBB-DA235794CEC1}" dt="2026-01-09T16:31:53.555" v="101" actId="9405"/>
          <ac:inkMkLst>
            <pc:docMk/>
            <pc:sldMk cId="2171571855" sldId="280"/>
            <ac:inkMk id="96" creationId="{6048E990-8621-19B0-14D6-B7241DDBA05F}"/>
          </ac:inkMkLst>
        </pc:inkChg>
        <pc:inkChg chg="add mod">
          <ac:chgData name="Rodica Ioana Lung" userId="64ee56e8d7162e1e" providerId="LiveId" clId="{0F6830A5-18AB-4F1B-8BBB-DA235794CEC1}" dt="2026-01-09T16:31:57.324" v="108"/>
          <ac:inkMkLst>
            <pc:docMk/>
            <pc:sldMk cId="2171571855" sldId="280"/>
            <ac:inkMk id="97" creationId="{A85F5DB4-AD88-FB6B-59B0-B22799F85C51}"/>
          </ac:inkMkLst>
        </pc:inkChg>
        <pc:inkChg chg="add">
          <ac:chgData name="Rodica Ioana Lung" userId="64ee56e8d7162e1e" providerId="LiveId" clId="{0F6830A5-18AB-4F1B-8BBB-DA235794CEC1}" dt="2026-01-09T16:31:54.433" v="103" actId="9405"/>
          <ac:inkMkLst>
            <pc:docMk/>
            <pc:sldMk cId="2171571855" sldId="280"/>
            <ac:inkMk id="98" creationId="{4B442114-AF3D-BE8B-E212-85A175888523}"/>
          </ac:inkMkLst>
        </pc:inkChg>
        <pc:inkChg chg="add">
          <ac:chgData name="Rodica Ioana Lung" userId="64ee56e8d7162e1e" providerId="LiveId" clId="{0F6830A5-18AB-4F1B-8BBB-DA235794CEC1}" dt="2026-01-09T16:31:54.555" v="104" actId="9405"/>
          <ac:inkMkLst>
            <pc:docMk/>
            <pc:sldMk cId="2171571855" sldId="280"/>
            <ac:inkMk id="99" creationId="{B103D98E-D31F-7672-5B0E-E35177CBC88D}"/>
          </ac:inkMkLst>
        </pc:inkChg>
        <pc:inkChg chg="add">
          <ac:chgData name="Rodica Ioana Lung" userId="64ee56e8d7162e1e" providerId="LiveId" clId="{0F6830A5-18AB-4F1B-8BBB-DA235794CEC1}" dt="2026-01-09T16:31:54.974" v="105" actId="9405"/>
          <ac:inkMkLst>
            <pc:docMk/>
            <pc:sldMk cId="2171571855" sldId="280"/>
            <ac:inkMk id="100" creationId="{81248D14-210A-8E97-6766-D1C81C1242B6}"/>
          </ac:inkMkLst>
        </pc:inkChg>
        <pc:inkChg chg="add">
          <ac:chgData name="Rodica Ioana Lung" userId="64ee56e8d7162e1e" providerId="LiveId" clId="{0F6830A5-18AB-4F1B-8BBB-DA235794CEC1}" dt="2026-01-09T16:31:55.752" v="106" actId="9405"/>
          <ac:inkMkLst>
            <pc:docMk/>
            <pc:sldMk cId="2171571855" sldId="280"/>
            <ac:inkMk id="101" creationId="{64F0AA9B-0C9D-86A8-705A-00BB3E33BEA7}"/>
          </ac:inkMkLst>
        </pc:inkChg>
        <pc:inkChg chg="add">
          <ac:chgData name="Rodica Ioana Lung" userId="64ee56e8d7162e1e" providerId="LiveId" clId="{0F6830A5-18AB-4F1B-8BBB-DA235794CEC1}" dt="2026-01-09T16:31:56.402" v="107" actId="9405"/>
          <ac:inkMkLst>
            <pc:docMk/>
            <pc:sldMk cId="2171571855" sldId="280"/>
            <ac:inkMk id="102" creationId="{019B8DB2-DC21-3106-6DA9-26415989D574}"/>
          </ac:inkMkLst>
        </pc:inkChg>
        <pc:inkChg chg="add mod">
          <ac:chgData name="Rodica Ioana Lung" userId="64ee56e8d7162e1e" providerId="LiveId" clId="{0F6830A5-18AB-4F1B-8BBB-DA235794CEC1}" dt="2026-01-09T16:32:01.389" v="115"/>
          <ac:inkMkLst>
            <pc:docMk/>
            <pc:sldMk cId="2171571855" sldId="280"/>
            <ac:inkMk id="105" creationId="{5D1953BC-1295-4AFE-BDA8-0C0D9D54C390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06" creationId="{4B25A465-E85F-15B0-9EB6-48BD8FB1681D}"/>
          </ac:inkMkLst>
        </pc:inkChg>
        <pc:inkChg chg="add mod">
          <ac:chgData name="Rodica Ioana Lung" userId="64ee56e8d7162e1e" providerId="LiveId" clId="{0F6830A5-18AB-4F1B-8BBB-DA235794CEC1}" dt="2026-01-09T16:32:01.389" v="115"/>
          <ac:inkMkLst>
            <pc:docMk/>
            <pc:sldMk cId="2171571855" sldId="280"/>
            <ac:inkMk id="107" creationId="{ACCE4D1E-9D4A-7508-0B40-BC4F45F7E376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08" creationId="{13FD0B7E-D49F-A4DE-ADCD-4FF0571C5B74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09" creationId="{58317437-5FAB-B4D3-5C9D-2B8CF3176910}"/>
          </ac:inkMkLst>
        </pc:inkChg>
        <pc:inkChg chg="add mod">
          <ac:chgData name="Rodica Ioana Lung" userId="64ee56e8d7162e1e" providerId="LiveId" clId="{0F6830A5-18AB-4F1B-8BBB-DA235794CEC1}" dt="2026-01-09T16:32:01.389" v="115"/>
          <ac:inkMkLst>
            <pc:docMk/>
            <pc:sldMk cId="2171571855" sldId="280"/>
            <ac:inkMk id="110" creationId="{CA26DFA3-B7F4-E6B8-3D2D-C6C2FFB9874D}"/>
          </ac:inkMkLst>
        </pc:inkChg>
        <pc:inkChg chg="add">
          <ac:chgData name="Rodica Ioana Lung" userId="64ee56e8d7162e1e" providerId="LiveId" clId="{0F6830A5-18AB-4F1B-8BBB-DA235794CEC1}" dt="2026-01-09T16:32:01.805" v="116" actId="9405"/>
          <ac:inkMkLst>
            <pc:docMk/>
            <pc:sldMk cId="2171571855" sldId="280"/>
            <ac:inkMk id="112" creationId="{0685E704-0FED-6A8E-17F4-EECB5221C92F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13" creationId="{08952665-95FD-6D8C-8153-C87D458B5408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14" creationId="{9AA71713-FFEB-CD1A-FF56-977CB21DF8C0}"/>
          </ac:inkMkLst>
        </pc:inkChg>
        <pc:inkChg chg="add">
          <ac:chgData name="Rodica Ioana Lung" userId="64ee56e8d7162e1e" providerId="LiveId" clId="{0F6830A5-18AB-4F1B-8BBB-DA235794CEC1}" dt="2026-01-09T16:32:03.340" v="119" actId="9405"/>
          <ac:inkMkLst>
            <pc:docMk/>
            <pc:sldMk cId="2171571855" sldId="280"/>
            <ac:inkMk id="115" creationId="{899D2E91-0D50-3911-33A7-58D40DE23157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16" creationId="{5B73ABBF-E255-0FC2-03BA-27C0E1EA17CD}"/>
          </ac:inkMkLst>
        </pc:inkChg>
        <pc:inkChg chg="add">
          <ac:chgData name="Rodica Ioana Lung" userId="64ee56e8d7162e1e" providerId="LiveId" clId="{0F6830A5-18AB-4F1B-8BBB-DA235794CEC1}" dt="2026-01-09T16:32:05.627" v="121" actId="9405"/>
          <ac:inkMkLst>
            <pc:docMk/>
            <pc:sldMk cId="2171571855" sldId="280"/>
            <ac:inkMk id="117" creationId="{27E0EDB1-A7A7-8289-6AE3-40470F0D6B04}"/>
          </ac:inkMkLst>
        </pc:inkChg>
        <pc:inkChg chg="add">
          <ac:chgData name="Rodica Ioana Lung" userId="64ee56e8d7162e1e" providerId="LiveId" clId="{0F6830A5-18AB-4F1B-8BBB-DA235794CEC1}" dt="2026-01-09T16:32:05.784" v="122" actId="9405"/>
          <ac:inkMkLst>
            <pc:docMk/>
            <pc:sldMk cId="2171571855" sldId="280"/>
            <ac:inkMk id="118" creationId="{747582EC-E321-5AEE-EBD1-AE22E3FA42B1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19" creationId="{F254FF7D-BF4B-5DD6-827D-B3A86EFF0046}"/>
          </ac:inkMkLst>
        </pc:inkChg>
        <pc:inkChg chg="add mod">
          <ac:chgData name="Rodica Ioana Lung" userId="64ee56e8d7162e1e" providerId="LiveId" clId="{0F6830A5-18AB-4F1B-8BBB-DA235794CEC1}" dt="2026-01-09T16:32:08.263" v="126"/>
          <ac:inkMkLst>
            <pc:docMk/>
            <pc:sldMk cId="2171571855" sldId="280"/>
            <ac:inkMk id="120" creationId="{5D0B7A87-FEFA-35DC-1924-031CF0C5B475}"/>
          </ac:inkMkLst>
        </pc:inkChg>
        <pc:inkChg chg="add">
          <ac:chgData name="Rodica Ioana Lung" userId="64ee56e8d7162e1e" providerId="LiveId" clId="{0F6830A5-18AB-4F1B-8BBB-DA235794CEC1}" dt="2026-01-09T16:32:07.520" v="125" actId="9405"/>
          <ac:inkMkLst>
            <pc:docMk/>
            <pc:sldMk cId="2171571855" sldId="280"/>
            <ac:inkMk id="121" creationId="{3479DD6A-F6AC-331E-4AEC-89C9E907516F}"/>
          </ac:inkMkLst>
        </pc:inkChg>
        <pc:inkChg chg="add mod">
          <ac:chgData name="Rodica Ioana Lung" userId="64ee56e8d7162e1e" providerId="LiveId" clId="{0F6830A5-18AB-4F1B-8BBB-DA235794CEC1}" dt="2026-01-09T16:32:19.430" v="131"/>
          <ac:inkMkLst>
            <pc:docMk/>
            <pc:sldMk cId="2171571855" sldId="280"/>
            <ac:inkMk id="123" creationId="{5E9095AA-6106-8BC2-D0F6-B8591A200E26}"/>
          </ac:inkMkLst>
        </pc:inkChg>
        <pc:inkChg chg="add mod">
          <ac:chgData name="Rodica Ioana Lung" userId="64ee56e8d7162e1e" providerId="LiveId" clId="{0F6830A5-18AB-4F1B-8BBB-DA235794CEC1}" dt="2026-01-09T16:32:19.430" v="131"/>
          <ac:inkMkLst>
            <pc:docMk/>
            <pc:sldMk cId="2171571855" sldId="280"/>
            <ac:inkMk id="124" creationId="{AC439ED9-B4A8-A656-C2B2-3CDAD3120E35}"/>
          </ac:inkMkLst>
        </pc:inkChg>
        <pc:inkChg chg="add mod">
          <ac:chgData name="Rodica Ioana Lung" userId="64ee56e8d7162e1e" providerId="LiveId" clId="{0F6830A5-18AB-4F1B-8BBB-DA235794CEC1}" dt="2026-01-09T16:32:19.430" v="131"/>
          <ac:inkMkLst>
            <pc:docMk/>
            <pc:sldMk cId="2171571855" sldId="280"/>
            <ac:inkMk id="125" creationId="{6D1024CE-3258-30D4-ED75-8B4884C77505}"/>
          </ac:inkMkLst>
        </pc:inkChg>
        <pc:inkChg chg="add mod">
          <ac:chgData name="Rodica Ioana Lung" userId="64ee56e8d7162e1e" providerId="LiveId" clId="{0F6830A5-18AB-4F1B-8BBB-DA235794CEC1}" dt="2026-01-09T16:32:19.430" v="131"/>
          <ac:inkMkLst>
            <pc:docMk/>
            <pc:sldMk cId="2171571855" sldId="280"/>
            <ac:inkMk id="126" creationId="{ECC393D0-BDBC-4FC6-ACA6-D36CE486CFDD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28" creationId="{A7F32A0E-9E16-D73B-461C-BA3BDCB94AEF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29" creationId="{70C0E48A-5F76-8706-921A-59B9513DD623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30" creationId="{12F4DDB2-380E-08C3-A843-620D25F17EEF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31" creationId="{4341AA6B-E44A-02A7-7411-92B62B7E2768}"/>
          </ac:inkMkLst>
        </pc:inkChg>
        <pc:inkChg chg="add mod">
          <ac:chgData name="Rodica Ioana Lung" userId="64ee56e8d7162e1e" providerId="LiveId" clId="{0F6830A5-18AB-4F1B-8BBB-DA235794CEC1}" dt="2026-01-09T16:32:32.182" v="142"/>
          <ac:inkMkLst>
            <pc:docMk/>
            <pc:sldMk cId="2171571855" sldId="280"/>
            <ac:inkMk id="132" creationId="{F8B64B1D-4044-E836-74B1-F56AD035F9FD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33" creationId="{19694719-7989-91E8-32DF-679EDF18791F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34" creationId="{85299B91-9E8C-146D-ED70-B95C8A63637A}"/>
          </ac:inkMkLst>
        </pc:inkChg>
        <pc:inkChg chg="add mod">
          <ac:chgData name="Rodica Ioana Lung" userId="64ee56e8d7162e1e" providerId="LiveId" clId="{0F6830A5-18AB-4F1B-8BBB-DA235794CEC1}" dt="2026-01-09T16:32:32.182" v="142"/>
          <ac:inkMkLst>
            <pc:docMk/>
            <pc:sldMk cId="2171571855" sldId="280"/>
            <ac:inkMk id="135" creationId="{5742F56E-C345-8FD2-BF47-F7E42E97EE8B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36" creationId="{C2466F1F-A73F-5924-BF8E-7C900056919B}"/>
          </ac:inkMkLst>
        </pc:inkChg>
        <pc:inkChg chg="add mod">
          <ac:chgData name="Rodica Ioana Lung" userId="64ee56e8d7162e1e" providerId="LiveId" clId="{0F6830A5-18AB-4F1B-8BBB-DA235794CEC1}" dt="2026-01-09T16:32:34.252" v="144"/>
          <ac:inkMkLst>
            <pc:docMk/>
            <pc:sldMk cId="2171571855" sldId="280"/>
            <ac:inkMk id="137" creationId="{B50C5255-D2CF-CEF5-CE7F-906406EA8A77}"/>
          </ac:inkMkLst>
        </pc:inkChg>
        <pc:inkChg chg="add">
          <ac:chgData name="Rodica Ioana Lung" userId="64ee56e8d7162e1e" providerId="LiveId" clId="{0F6830A5-18AB-4F1B-8BBB-DA235794CEC1}" dt="2026-01-09T16:32:33.289" v="143" actId="9405"/>
          <ac:inkMkLst>
            <pc:docMk/>
            <pc:sldMk cId="2171571855" sldId="280"/>
            <ac:inkMk id="139" creationId="{9723AC8F-C8BB-E9E0-DB9C-ACD34A3D9F82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1" creationId="{D99D6D40-27CD-DDA0-F41D-138D97CD0A1F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2" creationId="{6B0E73A6-6A99-30E4-9CF3-1A3D8A390BA2}"/>
          </ac:inkMkLst>
        </pc:inkChg>
        <pc:inkChg chg="add mod">
          <ac:chgData name="Rodica Ioana Lung" userId="64ee56e8d7162e1e" providerId="LiveId" clId="{0F6830A5-18AB-4F1B-8BBB-DA235794CEC1}" dt="2026-01-09T16:32:38.760" v="155"/>
          <ac:inkMkLst>
            <pc:docMk/>
            <pc:sldMk cId="2171571855" sldId="280"/>
            <ac:inkMk id="143" creationId="{C2E82C63-DF27-8CC5-832D-680A4717D1A2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4" creationId="{3B10F98D-F9FE-FB8F-4E27-FEFCE59F4CD4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5" creationId="{69FDA56A-1C50-F051-5795-F33F44C1D977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6" creationId="{5EF3DE73-1128-A2E4-1390-A1519A03665E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7" creationId="{2EA43A71-2BF4-2E61-0433-9D3FA7045061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48" creationId="{FFA6B405-C55E-658F-0B08-5A39FD265A51}"/>
          </ac:inkMkLst>
        </pc:inkChg>
        <pc:inkChg chg="add">
          <ac:chgData name="Rodica Ioana Lung" userId="64ee56e8d7162e1e" providerId="LiveId" clId="{0F6830A5-18AB-4F1B-8BBB-DA235794CEC1}" dt="2026-01-09T16:32:37.947" v="153" actId="9405"/>
          <ac:inkMkLst>
            <pc:docMk/>
            <pc:sldMk cId="2171571855" sldId="280"/>
            <ac:inkMk id="149" creationId="{ACF7CB9A-A9F7-193D-60C6-0729B19CC015}"/>
          </ac:inkMkLst>
        </pc:inkChg>
        <pc:inkChg chg="add mod">
          <ac:chgData name="Rodica Ioana Lung" userId="64ee56e8d7162e1e" providerId="LiveId" clId="{0F6830A5-18AB-4F1B-8BBB-DA235794CEC1}" dt="2026-01-09T16:32:38.760" v="155"/>
          <ac:inkMkLst>
            <pc:docMk/>
            <pc:sldMk cId="2171571855" sldId="280"/>
            <ac:inkMk id="150" creationId="{CA6FE7B2-42CC-88CA-52B8-3A0E01577027}"/>
          </ac:inkMkLst>
        </pc:inkChg>
        <pc:inkChg chg="add">
          <ac:chgData name="Rodica Ioana Lung" userId="64ee56e8d7162e1e" providerId="LiveId" clId="{0F6830A5-18AB-4F1B-8BBB-DA235794CEC1}" dt="2026-01-09T16:32:39.231" v="156" actId="9405"/>
          <ac:inkMkLst>
            <pc:docMk/>
            <pc:sldMk cId="2171571855" sldId="280"/>
            <ac:inkMk id="152" creationId="{5DA55943-ABAA-DB3D-4935-1E14B6E03E42}"/>
          </ac:inkMkLst>
        </pc:inkChg>
        <pc:inkChg chg="add mod">
          <ac:chgData name="Rodica Ioana Lung" userId="64ee56e8d7162e1e" providerId="LiveId" clId="{0F6830A5-18AB-4F1B-8BBB-DA235794CEC1}" dt="2026-01-09T16:32:40.681" v="158"/>
          <ac:inkMkLst>
            <pc:docMk/>
            <pc:sldMk cId="2171571855" sldId="280"/>
            <ac:inkMk id="153" creationId="{E7DD4822-DC88-A360-0792-D2D0AF7C1139}"/>
          </ac:inkMkLst>
        </pc:inkChg>
      </pc:sldChg>
      <pc:sldChg chg="addSp delSp modSp new mod">
        <pc:chgData name="Rodica Ioana Lung" userId="64ee56e8d7162e1e" providerId="LiveId" clId="{0F6830A5-18AB-4F1B-8BBB-DA235794CEC1}" dt="2026-01-12T15:57:52.978" v="670"/>
        <pc:sldMkLst>
          <pc:docMk/>
          <pc:sldMk cId="1296981209" sldId="281"/>
        </pc:sldMkLst>
        <pc:grpChg chg="del mod">
          <ac:chgData name="Rodica Ioana Lung" userId="64ee56e8d7162e1e" providerId="LiveId" clId="{0F6830A5-18AB-4F1B-8BBB-DA235794CEC1}" dt="2026-01-12T15:57:14.640" v="651"/>
          <ac:grpSpMkLst>
            <pc:docMk/>
            <pc:sldMk cId="1296981209" sldId="281"/>
            <ac:grpSpMk id="9" creationId="{6718BFC0-CDF1-CE20-3FEC-74E2AFEF4D27}"/>
          </ac:grpSpMkLst>
        </pc:grpChg>
        <pc:grpChg chg="del mod">
          <ac:chgData name="Rodica Ioana Lung" userId="64ee56e8d7162e1e" providerId="LiveId" clId="{0F6830A5-18AB-4F1B-8BBB-DA235794CEC1}" dt="2026-01-12T15:57:14.640" v="651"/>
          <ac:grpSpMkLst>
            <pc:docMk/>
            <pc:sldMk cId="1296981209" sldId="281"/>
            <ac:grpSpMk id="10" creationId="{7E4158FE-783C-1906-9BEC-D2BC11282B4D}"/>
          </ac:grpSpMkLst>
        </pc:grpChg>
        <pc:grpChg chg="del mod">
          <ac:chgData name="Rodica Ioana Lung" userId="64ee56e8d7162e1e" providerId="LiveId" clId="{0F6830A5-18AB-4F1B-8BBB-DA235794CEC1}" dt="2026-01-12T15:56:37.391" v="594"/>
          <ac:grpSpMkLst>
            <pc:docMk/>
            <pc:sldMk cId="1296981209" sldId="281"/>
            <ac:grpSpMk id="13" creationId="{D8DE3B61-FE4E-24D3-B9DA-574C942BA784}"/>
          </ac:grpSpMkLst>
        </pc:grpChg>
        <pc:grpChg chg="del mod">
          <ac:chgData name="Rodica Ioana Lung" userId="64ee56e8d7162e1e" providerId="LiveId" clId="{0F6830A5-18AB-4F1B-8BBB-DA235794CEC1}" dt="2026-01-12T15:57:40.020" v="661"/>
          <ac:grpSpMkLst>
            <pc:docMk/>
            <pc:sldMk cId="1296981209" sldId="281"/>
            <ac:grpSpMk id="17" creationId="{BAC1BB8A-FAED-2DD2-AAE0-79073AD218B7}"/>
          </ac:grpSpMkLst>
        </pc:grpChg>
        <pc:grpChg chg="del mod">
          <ac:chgData name="Rodica Ioana Lung" userId="64ee56e8d7162e1e" providerId="LiveId" clId="{0F6830A5-18AB-4F1B-8BBB-DA235794CEC1}" dt="2026-01-12T15:57:40.020" v="661"/>
          <ac:grpSpMkLst>
            <pc:docMk/>
            <pc:sldMk cId="1296981209" sldId="281"/>
            <ac:grpSpMk id="18" creationId="{33956431-DE1E-239F-73EA-A67DDFA82649}"/>
          </ac:grpSpMkLst>
        </pc:grpChg>
        <pc:grpChg chg="del mod">
          <ac:chgData name="Rodica Ioana Lung" userId="64ee56e8d7162e1e" providerId="LiveId" clId="{0F6830A5-18AB-4F1B-8BBB-DA235794CEC1}" dt="2026-01-12T15:56:47.364" v="610"/>
          <ac:grpSpMkLst>
            <pc:docMk/>
            <pc:sldMk cId="1296981209" sldId="281"/>
            <ac:grpSpMk id="25" creationId="{D8A325EE-46E6-5C2C-B168-153CFD5F856F}"/>
          </ac:grpSpMkLst>
        </pc:grpChg>
        <pc:grpChg chg="del mod">
          <ac:chgData name="Rodica Ioana Lung" userId="64ee56e8d7162e1e" providerId="LiveId" clId="{0F6830A5-18AB-4F1B-8BBB-DA235794CEC1}" dt="2026-01-12T15:57:40.020" v="661"/>
          <ac:grpSpMkLst>
            <pc:docMk/>
            <pc:sldMk cId="1296981209" sldId="281"/>
            <ac:grpSpMk id="26" creationId="{B394D186-B5F7-938A-9374-30A309F9F3B4}"/>
          </ac:grpSpMkLst>
        </pc:grpChg>
        <pc:grpChg chg="del mod">
          <ac:chgData name="Rodica Ioana Lung" userId="64ee56e8d7162e1e" providerId="LiveId" clId="{0F6830A5-18AB-4F1B-8BBB-DA235794CEC1}" dt="2026-01-12T15:56:47.364" v="610"/>
          <ac:grpSpMkLst>
            <pc:docMk/>
            <pc:sldMk cId="1296981209" sldId="281"/>
            <ac:grpSpMk id="31" creationId="{D79CB906-9998-DC81-9DBC-C39AD341DB5B}"/>
          </ac:grpSpMkLst>
        </pc:grpChg>
        <pc:grpChg chg="del mod">
          <ac:chgData name="Rodica Ioana Lung" userId="64ee56e8d7162e1e" providerId="LiveId" clId="{0F6830A5-18AB-4F1B-8BBB-DA235794CEC1}" dt="2026-01-12T15:57:40.020" v="661"/>
          <ac:grpSpMkLst>
            <pc:docMk/>
            <pc:sldMk cId="1296981209" sldId="281"/>
            <ac:grpSpMk id="33" creationId="{81B2BE9F-215C-A519-7596-C250EB0A1D7D}"/>
          </ac:grpSpMkLst>
        </pc:grpChg>
        <pc:grpChg chg="del mod">
          <ac:chgData name="Rodica Ioana Lung" userId="64ee56e8d7162e1e" providerId="LiveId" clId="{0F6830A5-18AB-4F1B-8BBB-DA235794CEC1}" dt="2026-01-12T15:57:16.317" v="654"/>
          <ac:grpSpMkLst>
            <pc:docMk/>
            <pc:sldMk cId="1296981209" sldId="281"/>
            <ac:grpSpMk id="41" creationId="{11AC526E-37A3-7C32-C493-698435FFEB4A}"/>
          </ac:grpSpMkLst>
        </pc:grpChg>
        <pc:grpChg chg="del mod">
          <ac:chgData name="Rodica Ioana Lung" userId="64ee56e8d7162e1e" providerId="LiveId" clId="{0F6830A5-18AB-4F1B-8BBB-DA235794CEC1}" dt="2026-01-12T15:57:16.317" v="654"/>
          <ac:grpSpMkLst>
            <pc:docMk/>
            <pc:sldMk cId="1296981209" sldId="281"/>
            <ac:grpSpMk id="42" creationId="{CCD3F8B7-5151-CEDB-E154-61EC2D567409}"/>
          </ac:grpSpMkLst>
        </pc:grpChg>
        <pc:grpChg chg="del mod">
          <ac:chgData name="Rodica Ioana Lung" userId="64ee56e8d7162e1e" providerId="LiveId" clId="{0F6830A5-18AB-4F1B-8BBB-DA235794CEC1}" dt="2026-01-12T15:57:52.978" v="670"/>
          <ac:grpSpMkLst>
            <pc:docMk/>
            <pc:sldMk cId="1296981209" sldId="281"/>
            <ac:grpSpMk id="46" creationId="{3DE4AC6E-F688-2902-BC2D-D16F98BB8CF5}"/>
          </ac:grpSpMkLst>
        </pc:grpChg>
        <pc:grpChg chg="del mod">
          <ac:chgData name="Rodica Ioana Lung" userId="64ee56e8d7162e1e" providerId="LiveId" clId="{0F6830A5-18AB-4F1B-8BBB-DA235794CEC1}" dt="2026-01-12T15:57:52.978" v="670"/>
          <ac:grpSpMkLst>
            <pc:docMk/>
            <pc:sldMk cId="1296981209" sldId="281"/>
            <ac:grpSpMk id="58" creationId="{66E725A3-94C3-A077-43C0-769CAAA47660}"/>
          </ac:grpSpMkLst>
        </pc:grpChg>
        <pc:grpChg chg="del mod">
          <ac:chgData name="Rodica Ioana Lung" userId="64ee56e8d7162e1e" providerId="LiveId" clId="{0F6830A5-18AB-4F1B-8BBB-DA235794CEC1}" dt="2026-01-12T15:57:52.978" v="670"/>
          <ac:grpSpMkLst>
            <pc:docMk/>
            <pc:sldMk cId="1296981209" sldId="281"/>
            <ac:grpSpMk id="59" creationId="{539C2263-4458-30A3-5292-B32B9C844237}"/>
          </ac:grpSpMkLst>
        </pc:grpChg>
        <pc:grpChg chg="del mod">
          <ac:chgData name="Rodica Ioana Lung" userId="64ee56e8d7162e1e" providerId="LiveId" clId="{0F6830A5-18AB-4F1B-8BBB-DA235794CEC1}" dt="2026-01-12T15:57:35.888" v="657"/>
          <ac:grpSpMkLst>
            <pc:docMk/>
            <pc:sldMk cId="1296981209" sldId="281"/>
            <ac:grpSpMk id="74" creationId="{CE24CEF2-C848-C47C-1C40-DE28CCA2B09E}"/>
          </ac:grpSpMkLst>
        </pc:grpChg>
        <pc:grpChg chg="del mod">
          <ac:chgData name="Rodica Ioana Lung" userId="64ee56e8d7162e1e" providerId="LiveId" clId="{0F6830A5-18AB-4F1B-8BBB-DA235794CEC1}" dt="2026-01-12T15:57:47.455" v="666"/>
          <ac:grpSpMkLst>
            <pc:docMk/>
            <pc:sldMk cId="1296981209" sldId="281"/>
            <ac:grpSpMk id="75" creationId="{F9ABC6A6-360F-D104-15A9-93B973ABD097}"/>
          </ac:grpSpMkLst>
        </pc:grpChg>
        <pc:grpChg chg="mod">
          <ac:chgData name="Rodica Ioana Lung" userId="64ee56e8d7162e1e" providerId="LiveId" clId="{0F6830A5-18AB-4F1B-8BBB-DA235794CEC1}" dt="2026-01-12T15:57:04.894" v="649"/>
          <ac:grpSpMkLst>
            <pc:docMk/>
            <pc:sldMk cId="1296981209" sldId="281"/>
            <ac:grpSpMk id="76" creationId="{41C30636-41DB-5EBD-01B8-AA768A0711DB}"/>
          </ac:grpSpMkLst>
        </pc:grpChg>
        <pc:grpChg chg="del mod">
          <ac:chgData name="Rodica Ioana Lung" userId="64ee56e8d7162e1e" providerId="LiveId" clId="{0F6830A5-18AB-4F1B-8BBB-DA235794CEC1}" dt="2026-01-12T15:57:37.595" v="659"/>
          <ac:grpSpMkLst>
            <pc:docMk/>
            <pc:sldMk cId="1296981209" sldId="281"/>
            <ac:grpSpMk id="78" creationId="{9239BB1A-15D4-FE2D-08B3-7041B7226EE7}"/>
          </ac:grpSpMkLst>
        </pc:grpChg>
        <pc:grpChg chg="mod">
          <ac:chgData name="Rodica Ioana Lung" userId="64ee56e8d7162e1e" providerId="LiveId" clId="{0F6830A5-18AB-4F1B-8BBB-DA235794CEC1}" dt="2026-01-12T15:57:16.317" v="654"/>
          <ac:grpSpMkLst>
            <pc:docMk/>
            <pc:sldMk cId="1296981209" sldId="281"/>
            <ac:grpSpMk id="81" creationId="{B04CFC7C-E260-EA0D-049B-17E4AAA684C6}"/>
          </ac:grpSpMkLst>
        </pc:grpChg>
        <pc:grpChg chg="del mod">
          <ac:chgData name="Rodica Ioana Lung" userId="64ee56e8d7162e1e" providerId="LiveId" clId="{0F6830A5-18AB-4F1B-8BBB-DA235794CEC1}" dt="2026-01-12T15:57:47.455" v="666"/>
          <ac:grpSpMkLst>
            <pc:docMk/>
            <pc:sldMk cId="1296981209" sldId="281"/>
            <ac:grpSpMk id="84" creationId="{A64B7E82-ABFB-B96D-3F06-1C0DC398AF86}"/>
          </ac:grpSpMkLst>
        </pc:grpChg>
        <pc:grpChg chg="mod">
          <ac:chgData name="Rodica Ioana Lung" userId="64ee56e8d7162e1e" providerId="LiveId" clId="{0F6830A5-18AB-4F1B-8BBB-DA235794CEC1}" dt="2026-01-12T15:57:37.595" v="659"/>
          <ac:grpSpMkLst>
            <pc:docMk/>
            <pc:sldMk cId="1296981209" sldId="281"/>
            <ac:grpSpMk id="86" creationId="{18029A16-B964-31F3-028E-F760FB9AE5EE}"/>
          </ac:grpSpMkLst>
        </pc:grpChg>
        <pc:grpChg chg="del mod">
          <ac:chgData name="Rodica Ioana Lung" userId="64ee56e8d7162e1e" providerId="LiveId" clId="{0F6830A5-18AB-4F1B-8BBB-DA235794CEC1}" dt="2026-01-12T15:57:44.855" v="664"/>
          <ac:grpSpMkLst>
            <pc:docMk/>
            <pc:sldMk cId="1296981209" sldId="281"/>
            <ac:grpSpMk id="88" creationId="{7E8741C0-8735-1BBB-41B1-BE7FB18DDF08}"/>
          </ac:grpSpMkLst>
        </pc:grpChg>
        <pc:grpChg chg="del mod">
          <ac:chgData name="Rodica Ioana Lung" userId="64ee56e8d7162e1e" providerId="LiveId" clId="{0F6830A5-18AB-4F1B-8BBB-DA235794CEC1}" dt="2026-01-12T15:57:52.978" v="670"/>
          <ac:grpSpMkLst>
            <pc:docMk/>
            <pc:sldMk cId="1296981209" sldId="281"/>
            <ac:grpSpMk id="91" creationId="{F4E8AF3E-443B-7097-A70E-2E006E4EA949}"/>
          </ac:grpSpMkLst>
        </pc:grpChg>
        <pc:grpChg chg="del mod">
          <ac:chgData name="Rodica Ioana Lung" userId="64ee56e8d7162e1e" providerId="LiveId" clId="{0F6830A5-18AB-4F1B-8BBB-DA235794CEC1}" dt="2026-01-12T15:57:52.978" v="670"/>
          <ac:grpSpMkLst>
            <pc:docMk/>
            <pc:sldMk cId="1296981209" sldId="281"/>
            <ac:grpSpMk id="93" creationId="{2CCCB958-B561-3114-6A8D-907A0EADC9DF}"/>
          </ac:grpSpMkLst>
        </pc:grpChg>
        <pc:grpChg chg="mod">
          <ac:chgData name="Rodica Ioana Lung" userId="64ee56e8d7162e1e" providerId="LiveId" clId="{0F6830A5-18AB-4F1B-8BBB-DA235794CEC1}" dt="2026-01-12T15:57:52.978" v="670"/>
          <ac:grpSpMkLst>
            <pc:docMk/>
            <pc:sldMk cId="1296981209" sldId="281"/>
            <ac:grpSpMk id="97" creationId="{2A2B128A-4E2E-31FC-34B1-CCF086782211}"/>
          </ac:grpSpMkLst>
        </pc:grp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3" creationId="{0EEEE82E-69CE-A457-D23A-FDF697F4FC7D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4" creationId="{6421D756-7B15-855B-9207-44F65916DE79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5" creationId="{E817F10B-AC74-596D-13FD-6A1763D632C9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6" creationId="{F4D327EA-3408-633C-38E8-71C4725CF410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7" creationId="{F36DA7F5-3337-8E7E-F130-04407898C21B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8" creationId="{ABE743C8-86D1-4D84-EA4C-6A6AD5C35BDB}"/>
          </ac:inkMkLst>
        </pc:inkChg>
        <pc:inkChg chg="add mod">
          <ac:chgData name="Rodica Ioana Lung" userId="64ee56e8d7162e1e" providerId="LiveId" clId="{0F6830A5-18AB-4F1B-8BBB-DA235794CEC1}" dt="2026-01-12T15:56:37.391" v="594"/>
          <ac:inkMkLst>
            <pc:docMk/>
            <pc:sldMk cId="1296981209" sldId="281"/>
            <ac:inkMk id="11" creationId="{ED3538F4-00D5-6940-E14F-B7F2A5996807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12" creationId="{51EDE9B6-88E9-1DB2-315E-097A7FB2B682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14" creationId="{19B2C4A8-A266-2270-92D3-8241A9D36F38}"/>
          </ac:inkMkLst>
        </pc:inkChg>
        <pc:inkChg chg="add mod">
          <ac:chgData name="Rodica Ioana Lung" userId="64ee56e8d7162e1e" providerId="LiveId" clId="{0F6830A5-18AB-4F1B-8BBB-DA235794CEC1}" dt="2026-01-12T15:56:37.391" v="594"/>
          <ac:inkMkLst>
            <pc:docMk/>
            <pc:sldMk cId="1296981209" sldId="281"/>
            <ac:inkMk id="15" creationId="{9BFA127B-F13B-67B3-6C0B-DD4554E21592}"/>
          </ac:inkMkLst>
        </pc:inkChg>
        <pc:inkChg chg="add mod">
          <ac:chgData name="Rodica Ioana Lung" userId="64ee56e8d7162e1e" providerId="LiveId" clId="{0F6830A5-18AB-4F1B-8BBB-DA235794CEC1}" dt="2026-01-12T15:57:40.020" v="661"/>
          <ac:inkMkLst>
            <pc:docMk/>
            <pc:sldMk cId="1296981209" sldId="281"/>
            <ac:inkMk id="16" creationId="{D1E771B9-6DC8-20B9-FB3C-DC2F06A275AE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19" creationId="{123B33B8-DE97-348B-32E7-51903EDF64A5}"/>
          </ac:inkMkLst>
        </pc:inkChg>
        <pc:inkChg chg="add mod">
          <ac:chgData name="Rodica Ioana Lung" userId="64ee56e8d7162e1e" providerId="LiveId" clId="{0F6830A5-18AB-4F1B-8BBB-DA235794CEC1}" dt="2026-01-12T15:57:40.020" v="661"/>
          <ac:inkMkLst>
            <pc:docMk/>
            <pc:sldMk cId="1296981209" sldId="281"/>
            <ac:inkMk id="20" creationId="{A90DBA8F-B199-E3D3-4064-B64224415AF7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21" creationId="{C656E7A8-796E-3908-73D4-DB513816C00C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22" creationId="{35DDB3D1-5C51-C4C2-A247-503C5E44443D}"/>
          </ac:inkMkLst>
        </pc:inkChg>
        <pc:inkChg chg="add mod">
          <ac:chgData name="Rodica Ioana Lung" userId="64ee56e8d7162e1e" providerId="LiveId" clId="{0F6830A5-18AB-4F1B-8BBB-DA235794CEC1}" dt="2026-01-12T15:57:40.020" v="661"/>
          <ac:inkMkLst>
            <pc:docMk/>
            <pc:sldMk cId="1296981209" sldId="281"/>
            <ac:inkMk id="23" creationId="{935791ED-49EB-9278-C4CC-C39675DADF7C}"/>
          </ac:inkMkLst>
        </pc:inkChg>
        <pc:inkChg chg="add mod">
          <ac:chgData name="Rodica Ioana Lung" userId="64ee56e8d7162e1e" providerId="LiveId" clId="{0F6830A5-18AB-4F1B-8BBB-DA235794CEC1}" dt="2026-01-12T15:56:47.364" v="610"/>
          <ac:inkMkLst>
            <pc:docMk/>
            <pc:sldMk cId="1296981209" sldId="281"/>
            <ac:inkMk id="24" creationId="{C51A441D-6736-DD38-E470-DE2273ED4514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27" creationId="{035BC709-53A4-FDED-A3FF-4044A211688E}"/>
          </ac:inkMkLst>
        </pc:inkChg>
        <pc:inkChg chg="add mod">
          <ac:chgData name="Rodica Ioana Lung" userId="64ee56e8d7162e1e" providerId="LiveId" clId="{0F6830A5-18AB-4F1B-8BBB-DA235794CEC1}" dt="2026-01-12T15:57:52.978" v="670"/>
          <ac:inkMkLst>
            <pc:docMk/>
            <pc:sldMk cId="1296981209" sldId="281"/>
            <ac:inkMk id="28" creationId="{D57FCCF4-1B2A-7617-B8AF-0DB33BF03E7F}"/>
          </ac:inkMkLst>
        </pc:inkChg>
        <pc:inkChg chg="add del mod">
          <ac:chgData name="Rodica Ioana Lung" userId="64ee56e8d7162e1e" providerId="LiveId" clId="{0F6830A5-18AB-4F1B-8BBB-DA235794CEC1}" dt="2026-01-12T15:56:44.879" v="608"/>
          <ac:inkMkLst>
            <pc:docMk/>
            <pc:sldMk cId="1296981209" sldId="281"/>
            <ac:inkMk id="29" creationId="{86889747-EC73-D6C0-5C5E-0613CA4E44BF}"/>
          </ac:inkMkLst>
        </pc:inkChg>
        <pc:inkChg chg="add del mod">
          <ac:chgData name="Rodica Ioana Lung" userId="64ee56e8d7162e1e" providerId="LiveId" clId="{0F6830A5-18AB-4F1B-8BBB-DA235794CEC1}" dt="2026-01-12T15:56:44.878" v="607"/>
          <ac:inkMkLst>
            <pc:docMk/>
            <pc:sldMk cId="1296981209" sldId="281"/>
            <ac:inkMk id="30" creationId="{975A4F07-0E8B-E7E1-5CC1-E265DAB3127A}"/>
          </ac:inkMkLst>
        </pc:inkChg>
        <pc:inkChg chg="add mod">
          <ac:chgData name="Rodica Ioana Lung" userId="64ee56e8d7162e1e" providerId="LiveId" clId="{0F6830A5-18AB-4F1B-8BBB-DA235794CEC1}" dt="2026-01-12T15:57:40.020" v="661"/>
          <ac:inkMkLst>
            <pc:docMk/>
            <pc:sldMk cId="1296981209" sldId="281"/>
            <ac:inkMk id="32" creationId="{BABE7075-CB93-CBD7-D0A7-8936E69ACB97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34" creationId="{95F7FE46-2446-4466-168A-458AE7EFA9E9}"/>
          </ac:inkMkLst>
        </pc:inkChg>
        <pc:inkChg chg="add mod">
          <ac:chgData name="Rodica Ioana Lung" userId="64ee56e8d7162e1e" providerId="LiveId" clId="{0F6830A5-18AB-4F1B-8BBB-DA235794CEC1}" dt="2026-01-12T15:56:51.363" v="618"/>
          <ac:inkMkLst>
            <pc:docMk/>
            <pc:sldMk cId="1296981209" sldId="281"/>
            <ac:inkMk id="35" creationId="{E08FADE6-93C9-0738-0BBF-A04E42EBDB09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36" creationId="{F2A5932E-37B0-FF37-448D-5AFDF22977CF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37" creationId="{66ACACE4-9678-4811-8E79-6E5675DE5B77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38" creationId="{D149908E-D925-38C0-2F18-8988D12E76CA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39" creationId="{BC46D168-F1C2-D83D-0C5A-473E4768B7F1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40" creationId="{FC5D8496-0A12-2818-E31F-A7CC3486FC37}"/>
          </ac:inkMkLst>
        </pc:inkChg>
        <pc:inkChg chg="add mod">
          <ac:chgData name="Rodica Ioana Lung" userId="64ee56e8d7162e1e" providerId="LiveId" clId="{0F6830A5-18AB-4F1B-8BBB-DA235794CEC1}" dt="2026-01-12T15:56:52.899" v="622"/>
          <ac:inkMkLst>
            <pc:docMk/>
            <pc:sldMk cId="1296981209" sldId="281"/>
            <ac:inkMk id="43" creationId="{8D6DF843-93F5-C070-D1E3-9537D954F63B}"/>
          </ac:inkMkLst>
        </pc:inkChg>
        <pc:inkChg chg="add mod">
          <ac:chgData name="Rodica Ioana Lung" userId="64ee56e8d7162e1e" providerId="LiveId" clId="{0F6830A5-18AB-4F1B-8BBB-DA235794CEC1}" dt="2026-01-12T15:56:52.899" v="622"/>
          <ac:inkMkLst>
            <pc:docMk/>
            <pc:sldMk cId="1296981209" sldId="281"/>
            <ac:inkMk id="44" creationId="{03745AAE-448D-7F75-B38D-844608BBFE01}"/>
          </ac:inkMkLst>
        </pc:inkChg>
        <pc:inkChg chg="add mod">
          <ac:chgData name="Rodica Ioana Lung" userId="64ee56e8d7162e1e" providerId="LiveId" clId="{0F6830A5-18AB-4F1B-8BBB-DA235794CEC1}" dt="2026-01-12T15:56:52.899" v="622"/>
          <ac:inkMkLst>
            <pc:docMk/>
            <pc:sldMk cId="1296981209" sldId="281"/>
            <ac:inkMk id="45" creationId="{0E02333F-3A4C-0ABE-E9A6-E9BC7C106B98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47" creationId="{39D5918D-91C1-3EC6-C5F8-26DE6D29756A}"/>
          </ac:inkMkLst>
        </pc:inkChg>
        <pc:inkChg chg="add">
          <ac:chgData name="Rodica Ioana Lung" userId="64ee56e8d7162e1e" providerId="LiveId" clId="{0F6830A5-18AB-4F1B-8BBB-DA235794CEC1}" dt="2026-01-12T15:56:54.723" v="624" actId="9405"/>
          <ac:inkMkLst>
            <pc:docMk/>
            <pc:sldMk cId="1296981209" sldId="281"/>
            <ac:inkMk id="48" creationId="{28912206-2F11-9633-EFC1-DBD2E11B1E1A}"/>
          </ac:inkMkLst>
        </pc:inkChg>
        <pc:inkChg chg="add">
          <ac:chgData name="Rodica Ioana Lung" userId="64ee56e8d7162e1e" providerId="LiveId" clId="{0F6830A5-18AB-4F1B-8BBB-DA235794CEC1}" dt="2026-01-12T15:56:54.866" v="625" actId="9405"/>
          <ac:inkMkLst>
            <pc:docMk/>
            <pc:sldMk cId="1296981209" sldId="281"/>
            <ac:inkMk id="49" creationId="{9253440F-EA41-1FD5-C02F-14C31D27309A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0" creationId="{E12A0153-CC83-EAB9-3B06-65DCB2888BA0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1" creationId="{A0FF541A-6472-79A3-7624-BD1440FB7614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2" creationId="{F4CDE66F-B22F-2517-EF12-18B369E1F206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3" creationId="{77F537B0-3D31-9BB7-1530-3483F0DABA20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4" creationId="{20FE2B86-8C8F-A091-6400-64672CCFDB86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5" creationId="{739B8F90-B34C-C3D6-F729-4474C83CF11C}"/>
          </ac:inkMkLst>
        </pc:inkChg>
        <pc:inkChg chg="add">
          <ac:chgData name="Rodica Ioana Lung" userId="64ee56e8d7162e1e" providerId="LiveId" clId="{0F6830A5-18AB-4F1B-8BBB-DA235794CEC1}" dt="2026-01-12T15:56:58.071" v="632" actId="9405"/>
          <ac:inkMkLst>
            <pc:docMk/>
            <pc:sldMk cId="1296981209" sldId="281"/>
            <ac:inkMk id="56" creationId="{30158769-ED6A-BE0E-3416-5CDAE72E2896}"/>
          </ac:inkMkLst>
        </pc:inkChg>
        <pc:inkChg chg="add mod">
          <ac:chgData name="Rodica Ioana Lung" userId="64ee56e8d7162e1e" providerId="LiveId" clId="{0F6830A5-18AB-4F1B-8BBB-DA235794CEC1}" dt="2026-01-12T15:56:59.028" v="634"/>
          <ac:inkMkLst>
            <pc:docMk/>
            <pc:sldMk cId="1296981209" sldId="281"/>
            <ac:inkMk id="57" creationId="{9A2D98C0-166A-6E6C-735F-370FEDB2EA2F}"/>
          </ac:inkMkLst>
        </pc:inkChg>
        <pc:inkChg chg="add mod">
          <ac:chgData name="Rodica Ioana Lung" userId="64ee56e8d7162e1e" providerId="LiveId" clId="{0F6830A5-18AB-4F1B-8BBB-DA235794CEC1}" dt="2026-01-12T15:57:04.894" v="649"/>
          <ac:inkMkLst>
            <pc:docMk/>
            <pc:sldMk cId="1296981209" sldId="281"/>
            <ac:inkMk id="60" creationId="{2FD7E47A-E253-AF83-E65C-1302B153CE8E}"/>
          </ac:inkMkLst>
        </pc:inkChg>
        <pc:inkChg chg="add">
          <ac:chgData name="Rodica Ioana Lung" userId="64ee56e8d7162e1e" providerId="LiveId" clId="{0F6830A5-18AB-4F1B-8BBB-DA235794CEC1}" dt="2026-01-12T15:56:59.679" v="636" actId="9405"/>
          <ac:inkMkLst>
            <pc:docMk/>
            <pc:sldMk cId="1296981209" sldId="281"/>
            <ac:inkMk id="61" creationId="{978B0B99-8499-25CB-A15A-DE9CB7B23173}"/>
          </ac:inkMkLst>
        </pc:inkChg>
        <pc:inkChg chg="add mod">
          <ac:chgData name="Rodica Ioana Lung" userId="64ee56e8d7162e1e" providerId="LiveId" clId="{0F6830A5-18AB-4F1B-8BBB-DA235794CEC1}" dt="2026-01-12T15:57:04.894" v="649"/>
          <ac:inkMkLst>
            <pc:docMk/>
            <pc:sldMk cId="1296981209" sldId="281"/>
            <ac:inkMk id="62" creationId="{3B854477-2CB4-9939-627F-61C47E6920C7}"/>
          </ac:inkMkLst>
        </pc:inkChg>
        <pc:inkChg chg="add mod">
          <ac:chgData name="Rodica Ioana Lung" userId="64ee56e8d7162e1e" providerId="LiveId" clId="{0F6830A5-18AB-4F1B-8BBB-DA235794CEC1}" dt="2026-01-12T15:57:04.894" v="649"/>
          <ac:inkMkLst>
            <pc:docMk/>
            <pc:sldMk cId="1296981209" sldId="281"/>
            <ac:inkMk id="63" creationId="{923F70F8-FD61-91CE-6F32-B5D5DB61F139}"/>
          </ac:inkMkLst>
        </pc:inkChg>
        <pc:inkChg chg="add">
          <ac:chgData name="Rodica Ioana Lung" userId="64ee56e8d7162e1e" providerId="LiveId" clId="{0F6830A5-18AB-4F1B-8BBB-DA235794CEC1}" dt="2026-01-12T15:57:00.736" v="639" actId="9405"/>
          <ac:inkMkLst>
            <pc:docMk/>
            <pc:sldMk cId="1296981209" sldId="281"/>
            <ac:inkMk id="64" creationId="{3B837548-41D5-CDFD-608F-EACDB5236939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65" creationId="{FD84D2C4-B6D4-81CC-D485-CCA7F0CCC3DF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66" creationId="{E9188354-2F44-FF7B-67B5-3C024F2ACF60}"/>
          </ac:inkMkLst>
        </pc:inkChg>
        <pc:inkChg chg="add mod">
          <ac:chgData name="Rodica Ioana Lung" userId="64ee56e8d7162e1e" providerId="LiveId" clId="{0F6830A5-18AB-4F1B-8BBB-DA235794CEC1}" dt="2026-01-12T15:57:35.888" v="657"/>
          <ac:inkMkLst>
            <pc:docMk/>
            <pc:sldMk cId="1296981209" sldId="281"/>
            <ac:inkMk id="67" creationId="{74B3774E-6917-4DB2-2C55-75BFB11D3F44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68" creationId="{CCAE9A75-159E-4BBE-8C2B-C33F9603B842}"/>
          </ac:inkMkLst>
        </pc:inkChg>
        <pc:inkChg chg="add mod">
          <ac:chgData name="Rodica Ioana Lung" userId="64ee56e8d7162e1e" providerId="LiveId" clId="{0F6830A5-18AB-4F1B-8BBB-DA235794CEC1}" dt="2026-01-12T15:57:35.888" v="657"/>
          <ac:inkMkLst>
            <pc:docMk/>
            <pc:sldMk cId="1296981209" sldId="281"/>
            <ac:inkMk id="69" creationId="{E36CAFE6-1CF9-843D-6B94-9AF15A55A021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70" creationId="{815E883B-AB58-93C9-55C3-F35229D2D57D}"/>
          </ac:inkMkLst>
        </pc:inkChg>
        <pc:inkChg chg="add">
          <ac:chgData name="Rodica Ioana Lung" userId="64ee56e8d7162e1e" providerId="LiveId" clId="{0F6830A5-18AB-4F1B-8BBB-DA235794CEC1}" dt="2026-01-12T15:57:03.468" v="646" actId="9405"/>
          <ac:inkMkLst>
            <pc:docMk/>
            <pc:sldMk cId="1296981209" sldId="281"/>
            <ac:inkMk id="71" creationId="{89CD2075-5651-9743-9A02-00465029AC5F}"/>
          </ac:inkMkLst>
        </pc:inkChg>
        <pc:inkChg chg="add mod">
          <ac:chgData name="Rodica Ioana Lung" userId="64ee56e8d7162e1e" providerId="LiveId" clId="{0F6830A5-18AB-4F1B-8BBB-DA235794CEC1}" dt="2026-01-12T15:57:52.978" v="670"/>
          <ac:inkMkLst>
            <pc:docMk/>
            <pc:sldMk cId="1296981209" sldId="281"/>
            <ac:inkMk id="72" creationId="{E8DEA8C8-57BA-9650-3AAE-CD23D826ECD9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73" creationId="{8910BA2B-3E2D-D9B4-DACF-C42E890C8298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77" creationId="{CF1F5249-1F31-0C46-4E7F-01D1E0779735}"/>
          </ac:inkMkLst>
        </pc:inkChg>
        <pc:inkChg chg="add mod">
          <ac:chgData name="Rodica Ioana Lung" userId="64ee56e8d7162e1e" providerId="LiveId" clId="{0F6830A5-18AB-4F1B-8BBB-DA235794CEC1}" dt="2026-01-12T15:57:16.317" v="654"/>
          <ac:inkMkLst>
            <pc:docMk/>
            <pc:sldMk cId="1296981209" sldId="281"/>
            <ac:inkMk id="79" creationId="{3C21BB00-8742-081D-4EF3-3AA33B4FE7C3}"/>
          </ac:inkMkLst>
        </pc:inkChg>
        <pc:inkChg chg="add">
          <ac:chgData name="Rodica Ioana Lung" userId="64ee56e8d7162e1e" providerId="LiveId" clId="{0F6830A5-18AB-4F1B-8BBB-DA235794CEC1}" dt="2026-01-12T15:57:15.401" v="653" actId="9405"/>
          <ac:inkMkLst>
            <pc:docMk/>
            <pc:sldMk cId="1296981209" sldId="281"/>
            <ac:inkMk id="80" creationId="{C75159D1-B33C-D168-EBDE-54E6AEEAEDBF}"/>
          </ac:inkMkLst>
        </pc:inkChg>
        <pc:inkChg chg="add mod">
          <ac:chgData name="Rodica Ioana Lung" userId="64ee56e8d7162e1e" providerId="LiveId" clId="{0F6830A5-18AB-4F1B-8BBB-DA235794CEC1}" dt="2026-01-12T15:57:52.978" v="670"/>
          <ac:inkMkLst>
            <pc:docMk/>
            <pc:sldMk cId="1296981209" sldId="281"/>
            <ac:inkMk id="82" creationId="{693358F4-05A3-BB42-D6DD-001F41877B3C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83" creationId="{C98EE396-B3CF-2371-9C62-5A4C230730CF}"/>
          </ac:inkMkLst>
        </pc:inkChg>
        <pc:inkChg chg="add mod">
          <ac:chgData name="Rodica Ioana Lung" userId="64ee56e8d7162e1e" providerId="LiveId" clId="{0F6830A5-18AB-4F1B-8BBB-DA235794CEC1}" dt="2026-01-12T15:57:37.595" v="659"/>
          <ac:inkMkLst>
            <pc:docMk/>
            <pc:sldMk cId="1296981209" sldId="281"/>
            <ac:inkMk id="85" creationId="{DF0A27D7-B68F-1E8A-4FEE-C16157F5BF46}"/>
          </ac:inkMkLst>
        </pc:inkChg>
        <pc:inkChg chg="add">
          <ac:chgData name="Rodica Ioana Lung" userId="64ee56e8d7162e1e" providerId="LiveId" clId="{0F6830A5-18AB-4F1B-8BBB-DA235794CEC1}" dt="2026-01-12T15:57:39.011" v="660" actId="9405"/>
          <ac:inkMkLst>
            <pc:docMk/>
            <pc:sldMk cId="1296981209" sldId="281"/>
            <ac:inkMk id="87" creationId="{F9AD2916-6315-F528-70E7-678E46568BF7}"/>
          </ac:inkMkLst>
        </pc:inkChg>
        <pc:inkChg chg="add mod">
          <ac:chgData name="Rodica Ioana Lung" userId="64ee56e8d7162e1e" providerId="LiveId" clId="{0F6830A5-18AB-4F1B-8BBB-DA235794CEC1}" dt="2026-01-12T15:57:44.855" v="664"/>
          <ac:inkMkLst>
            <pc:docMk/>
            <pc:sldMk cId="1296981209" sldId="281"/>
            <ac:inkMk id="89" creationId="{041AAAD3-778F-9F27-037E-6557E3307E1D}"/>
          </ac:inkMkLst>
        </pc:inkChg>
        <pc:inkChg chg="add">
          <ac:chgData name="Rodica Ioana Lung" userId="64ee56e8d7162e1e" providerId="LiveId" clId="{0F6830A5-18AB-4F1B-8BBB-DA235794CEC1}" dt="2026-01-12T15:57:43.900" v="663" actId="9405"/>
          <ac:inkMkLst>
            <pc:docMk/>
            <pc:sldMk cId="1296981209" sldId="281"/>
            <ac:inkMk id="90" creationId="{9A0D96BA-10C8-DE2B-BAE2-F3B15E9BCE7B}"/>
          </ac:inkMkLst>
        </pc:inkChg>
        <pc:inkChg chg="add mod">
          <ac:chgData name="Rodica Ioana Lung" userId="64ee56e8d7162e1e" providerId="LiveId" clId="{0F6830A5-18AB-4F1B-8BBB-DA235794CEC1}" dt="2026-01-12T15:57:47.455" v="666"/>
          <ac:inkMkLst>
            <pc:docMk/>
            <pc:sldMk cId="1296981209" sldId="281"/>
            <ac:inkMk id="92" creationId="{89BF2880-0B14-67E1-FE96-4CFD20D364BE}"/>
          </ac:inkMkLst>
        </pc:inkChg>
        <pc:inkChg chg="add">
          <ac:chgData name="Rodica Ioana Lung" userId="64ee56e8d7162e1e" providerId="LiveId" clId="{0F6830A5-18AB-4F1B-8BBB-DA235794CEC1}" dt="2026-01-12T15:57:50.879" v="667" actId="9405"/>
          <ac:inkMkLst>
            <pc:docMk/>
            <pc:sldMk cId="1296981209" sldId="281"/>
            <ac:inkMk id="94" creationId="{E1994FAC-00FC-597F-3A1F-392C1C94AB6B}"/>
          </ac:inkMkLst>
        </pc:inkChg>
        <pc:inkChg chg="add">
          <ac:chgData name="Rodica Ioana Lung" userId="64ee56e8d7162e1e" providerId="LiveId" clId="{0F6830A5-18AB-4F1B-8BBB-DA235794CEC1}" dt="2026-01-12T15:57:51.294" v="668" actId="9405"/>
          <ac:inkMkLst>
            <pc:docMk/>
            <pc:sldMk cId="1296981209" sldId="281"/>
            <ac:inkMk id="95" creationId="{F2EC716F-9484-A935-6360-A3DF8990AC30}"/>
          </ac:inkMkLst>
        </pc:inkChg>
        <pc:inkChg chg="add mod">
          <ac:chgData name="Rodica Ioana Lung" userId="64ee56e8d7162e1e" providerId="LiveId" clId="{0F6830A5-18AB-4F1B-8BBB-DA235794CEC1}" dt="2026-01-12T15:57:52.978" v="670"/>
          <ac:inkMkLst>
            <pc:docMk/>
            <pc:sldMk cId="1296981209" sldId="281"/>
            <ac:inkMk id="96" creationId="{EFF5F935-3916-9FFC-8304-A6B88869B57B}"/>
          </ac:inkMkLst>
        </pc:inkChg>
      </pc:sldChg>
      <pc:sldChg chg="addSp delSp modSp new mod">
        <pc:chgData name="Rodica Ioana Lung" userId="64ee56e8d7162e1e" providerId="LiveId" clId="{0F6830A5-18AB-4F1B-8BBB-DA235794CEC1}" dt="2026-01-12T16:05:01.761" v="822"/>
        <pc:sldMkLst>
          <pc:docMk/>
          <pc:sldMk cId="3644097948" sldId="282"/>
        </pc:sldMkLst>
        <pc:grpChg chg="del mod">
          <ac:chgData name="Rodica Ioana Lung" userId="64ee56e8d7162e1e" providerId="LiveId" clId="{0F6830A5-18AB-4F1B-8BBB-DA235794CEC1}" dt="2026-01-12T16:03:21.719" v="750"/>
          <ac:grpSpMkLst>
            <pc:docMk/>
            <pc:sldMk cId="3644097948" sldId="282"/>
            <ac:grpSpMk id="6" creationId="{5AC4252A-16EC-ADC5-3844-DA3C13353F48}"/>
          </ac:grpSpMkLst>
        </pc:grpChg>
        <pc:grpChg chg="del mod">
          <ac:chgData name="Rodica Ioana Lung" userId="64ee56e8d7162e1e" providerId="LiveId" clId="{0F6830A5-18AB-4F1B-8BBB-DA235794CEC1}" dt="2026-01-12T16:03:21.719" v="750"/>
          <ac:grpSpMkLst>
            <pc:docMk/>
            <pc:sldMk cId="3644097948" sldId="282"/>
            <ac:grpSpMk id="9" creationId="{D1B68A30-5746-C8A5-000D-1E59531869E5}"/>
          </ac:grpSpMkLst>
        </pc:grpChg>
        <pc:grpChg chg="del mod">
          <ac:chgData name="Rodica Ioana Lung" userId="64ee56e8d7162e1e" providerId="LiveId" clId="{0F6830A5-18AB-4F1B-8BBB-DA235794CEC1}" dt="2026-01-12T16:02:35.566" v="712"/>
          <ac:grpSpMkLst>
            <pc:docMk/>
            <pc:sldMk cId="3644097948" sldId="282"/>
            <ac:grpSpMk id="13" creationId="{8945AF05-8511-1883-B152-EBFB456BE744}"/>
          </ac:grpSpMkLst>
        </pc:grpChg>
        <pc:grpChg chg="del mod">
          <ac:chgData name="Rodica Ioana Lung" userId="64ee56e8d7162e1e" providerId="LiveId" clId="{0F6830A5-18AB-4F1B-8BBB-DA235794CEC1}" dt="2026-01-12T16:03:21.719" v="750"/>
          <ac:grpSpMkLst>
            <pc:docMk/>
            <pc:sldMk cId="3644097948" sldId="282"/>
            <ac:grpSpMk id="15" creationId="{C644785C-8EE8-7A57-0B33-458E651986F1}"/>
          </ac:grpSpMkLst>
        </pc:grpChg>
        <pc:grpChg chg="del mod">
          <ac:chgData name="Rodica Ioana Lung" userId="64ee56e8d7162e1e" providerId="LiveId" clId="{0F6830A5-18AB-4F1B-8BBB-DA235794CEC1}" dt="2026-01-12T16:03:10.233" v="735"/>
          <ac:grpSpMkLst>
            <pc:docMk/>
            <pc:sldMk cId="3644097948" sldId="282"/>
            <ac:grpSpMk id="29" creationId="{B2B2F099-02CF-8C30-1976-879A726348E1}"/>
          </ac:grpSpMkLst>
        </pc:grpChg>
        <pc:grpChg chg="mod">
          <ac:chgData name="Rodica Ioana Lung" userId="64ee56e8d7162e1e" providerId="LiveId" clId="{0F6830A5-18AB-4F1B-8BBB-DA235794CEC1}" dt="2026-01-12T16:03:10.233" v="735"/>
          <ac:grpSpMkLst>
            <pc:docMk/>
            <pc:sldMk cId="3644097948" sldId="282"/>
            <ac:grpSpMk id="38" creationId="{3F57D982-5CCB-7357-887D-A260AECEE537}"/>
          </ac:grpSpMkLst>
        </pc:grpChg>
        <pc:grpChg chg="mod">
          <ac:chgData name="Rodica Ioana Lung" userId="64ee56e8d7162e1e" providerId="LiveId" clId="{0F6830A5-18AB-4F1B-8BBB-DA235794CEC1}" dt="2026-01-12T16:03:15.500" v="746"/>
          <ac:grpSpMkLst>
            <pc:docMk/>
            <pc:sldMk cId="3644097948" sldId="282"/>
            <ac:grpSpMk id="49" creationId="{AAE2D435-4E21-AB10-6B46-2BDFF17EE52F}"/>
          </ac:grpSpMkLst>
        </pc:grpChg>
        <pc:grpChg chg="mod">
          <ac:chgData name="Rodica Ioana Lung" userId="64ee56e8d7162e1e" providerId="LiveId" clId="{0F6830A5-18AB-4F1B-8BBB-DA235794CEC1}" dt="2026-01-12T16:03:15.500" v="746"/>
          <ac:grpSpMkLst>
            <pc:docMk/>
            <pc:sldMk cId="3644097948" sldId="282"/>
            <ac:grpSpMk id="50" creationId="{B45CA1D8-DE51-C4EC-B024-B0AB70235232}"/>
          </ac:grpSpMkLst>
        </pc:grpChg>
        <pc:grpChg chg="mod">
          <ac:chgData name="Rodica Ioana Lung" userId="64ee56e8d7162e1e" providerId="LiveId" clId="{0F6830A5-18AB-4F1B-8BBB-DA235794CEC1}" dt="2026-01-12T16:03:15.500" v="746"/>
          <ac:grpSpMkLst>
            <pc:docMk/>
            <pc:sldMk cId="3644097948" sldId="282"/>
            <ac:grpSpMk id="51" creationId="{AC5212E7-EA2D-0D3B-E4B7-390C8CDDA4CB}"/>
          </ac:grpSpMkLst>
        </pc:grpChg>
        <pc:grpChg chg="mod">
          <ac:chgData name="Rodica Ioana Lung" userId="64ee56e8d7162e1e" providerId="LiveId" clId="{0F6830A5-18AB-4F1B-8BBB-DA235794CEC1}" dt="2026-01-12T16:03:15.500" v="746"/>
          <ac:grpSpMkLst>
            <pc:docMk/>
            <pc:sldMk cId="3644097948" sldId="282"/>
            <ac:grpSpMk id="52" creationId="{22C17230-1A7F-49DB-5D75-884BB726211B}"/>
          </ac:grpSpMkLst>
        </pc:grpChg>
        <pc:grpChg chg="del mod">
          <ac:chgData name="Rodica Ioana Lung" userId="64ee56e8d7162e1e" providerId="LiveId" clId="{0F6830A5-18AB-4F1B-8BBB-DA235794CEC1}" dt="2026-01-12T16:03:33.868" v="759"/>
          <ac:grpSpMkLst>
            <pc:docMk/>
            <pc:sldMk cId="3644097948" sldId="282"/>
            <ac:grpSpMk id="56" creationId="{45AF9957-C42B-6D15-B278-0B0168AE586E}"/>
          </ac:grpSpMkLst>
        </pc:grpChg>
        <pc:grpChg chg="del mod">
          <ac:chgData name="Rodica Ioana Lung" userId="64ee56e8d7162e1e" providerId="LiveId" clId="{0F6830A5-18AB-4F1B-8BBB-DA235794CEC1}" dt="2026-01-12T16:03:33.868" v="759"/>
          <ac:grpSpMkLst>
            <pc:docMk/>
            <pc:sldMk cId="3644097948" sldId="282"/>
            <ac:grpSpMk id="60" creationId="{E8494497-AB34-1DD4-D7E2-136105BA586A}"/>
          </ac:grpSpMkLst>
        </pc:grpChg>
        <pc:grpChg chg="mod">
          <ac:chgData name="Rodica Ioana Lung" userId="64ee56e8d7162e1e" providerId="LiveId" clId="{0F6830A5-18AB-4F1B-8BBB-DA235794CEC1}" dt="2026-01-12T16:03:33.868" v="759"/>
          <ac:grpSpMkLst>
            <pc:docMk/>
            <pc:sldMk cId="3644097948" sldId="282"/>
            <ac:grpSpMk id="65" creationId="{2AD18248-FC65-E3A0-E25B-62286E8E3B76}"/>
          </ac:grpSpMkLst>
        </pc:grpChg>
        <pc:grpChg chg="mod">
          <ac:chgData name="Rodica Ioana Lung" userId="64ee56e8d7162e1e" providerId="LiveId" clId="{0F6830A5-18AB-4F1B-8BBB-DA235794CEC1}" dt="2026-01-12T16:03:46.460" v="763"/>
          <ac:grpSpMkLst>
            <pc:docMk/>
            <pc:sldMk cId="3644097948" sldId="282"/>
            <ac:grpSpMk id="69" creationId="{CEAED118-387D-0FD1-24DD-302E2752BBBA}"/>
          </ac:grpSpMkLst>
        </pc:grpChg>
        <pc:grpChg chg="del mod">
          <ac:chgData name="Rodica Ioana Lung" userId="64ee56e8d7162e1e" providerId="LiveId" clId="{0F6830A5-18AB-4F1B-8BBB-DA235794CEC1}" dt="2026-01-12T16:04:39.352" v="812"/>
          <ac:grpSpMkLst>
            <pc:docMk/>
            <pc:sldMk cId="3644097948" sldId="282"/>
            <ac:grpSpMk id="91" creationId="{E8002CA2-C054-CF27-B8AD-333F62D5DFAB}"/>
          </ac:grpSpMkLst>
        </pc:grpChg>
        <pc:grpChg chg="del mod">
          <ac:chgData name="Rodica Ioana Lung" userId="64ee56e8d7162e1e" providerId="LiveId" clId="{0F6830A5-18AB-4F1B-8BBB-DA235794CEC1}" dt="2026-01-12T16:04:39.352" v="812"/>
          <ac:grpSpMkLst>
            <pc:docMk/>
            <pc:sldMk cId="3644097948" sldId="282"/>
            <ac:grpSpMk id="92" creationId="{56862B20-5AA3-9C5D-D2FE-F1BCB01B44E0}"/>
          </ac:grpSpMkLst>
        </pc:grpChg>
        <pc:grpChg chg="del mod">
          <ac:chgData name="Rodica Ioana Lung" userId="64ee56e8d7162e1e" providerId="LiveId" clId="{0F6830A5-18AB-4F1B-8BBB-DA235794CEC1}" dt="2026-01-12T16:04:39.352" v="812"/>
          <ac:grpSpMkLst>
            <pc:docMk/>
            <pc:sldMk cId="3644097948" sldId="282"/>
            <ac:grpSpMk id="93" creationId="{4C0F914D-1C7D-A035-23D7-89B8685910A0}"/>
          </ac:grpSpMkLst>
        </pc:grpChg>
        <pc:grpChg chg="del mod">
          <ac:chgData name="Rodica Ioana Lung" userId="64ee56e8d7162e1e" providerId="LiveId" clId="{0F6830A5-18AB-4F1B-8BBB-DA235794CEC1}" dt="2026-01-12T16:04:39.352" v="812"/>
          <ac:grpSpMkLst>
            <pc:docMk/>
            <pc:sldMk cId="3644097948" sldId="282"/>
            <ac:grpSpMk id="94" creationId="{C717B5A4-44E1-E974-3479-60ECF89ABA72}"/>
          </ac:grpSpMkLst>
        </pc:grpChg>
        <pc:grpChg chg="del mod">
          <ac:chgData name="Rodica Ioana Lung" userId="64ee56e8d7162e1e" providerId="LiveId" clId="{0F6830A5-18AB-4F1B-8BBB-DA235794CEC1}" dt="2026-01-12T16:04:07.639" v="785"/>
          <ac:grpSpMkLst>
            <pc:docMk/>
            <pc:sldMk cId="3644097948" sldId="282"/>
            <ac:grpSpMk id="95" creationId="{071CE289-C6EE-F5EF-F87B-35CB8EA91024}"/>
          </ac:grpSpMkLst>
        </pc:grpChg>
        <pc:grpChg chg="del mod">
          <ac:chgData name="Rodica Ioana Lung" userId="64ee56e8d7162e1e" providerId="LiveId" clId="{0F6830A5-18AB-4F1B-8BBB-DA235794CEC1}" dt="2026-01-12T16:04:07.639" v="785"/>
          <ac:grpSpMkLst>
            <pc:docMk/>
            <pc:sldMk cId="3644097948" sldId="282"/>
            <ac:grpSpMk id="96" creationId="{F5F25826-D752-9A29-D427-28FA0D6A9E69}"/>
          </ac:grpSpMkLst>
        </pc:grpChg>
        <pc:grpChg chg="del mod">
          <ac:chgData name="Rodica Ioana Lung" userId="64ee56e8d7162e1e" providerId="LiveId" clId="{0F6830A5-18AB-4F1B-8BBB-DA235794CEC1}" dt="2026-01-12T16:04:07.639" v="785"/>
          <ac:grpSpMkLst>
            <pc:docMk/>
            <pc:sldMk cId="3644097948" sldId="282"/>
            <ac:grpSpMk id="97" creationId="{9F64B536-166C-DACE-2E90-8B868AF4AFD6}"/>
          </ac:grpSpMkLst>
        </pc:grpChg>
        <pc:grpChg chg="del mod">
          <ac:chgData name="Rodica Ioana Lung" userId="64ee56e8d7162e1e" providerId="LiveId" clId="{0F6830A5-18AB-4F1B-8BBB-DA235794CEC1}" dt="2026-01-12T16:04:07.639" v="785"/>
          <ac:grpSpMkLst>
            <pc:docMk/>
            <pc:sldMk cId="3644097948" sldId="282"/>
            <ac:grpSpMk id="98" creationId="{5B09CA6C-3DB9-FA81-6D73-E06A60C54447}"/>
          </ac:grpSpMkLst>
        </pc:grpChg>
        <pc:grpChg chg="del mod">
          <ac:chgData name="Rodica Ioana Lung" userId="64ee56e8d7162e1e" providerId="LiveId" clId="{0F6830A5-18AB-4F1B-8BBB-DA235794CEC1}" dt="2026-01-12T16:04:39.352" v="812"/>
          <ac:grpSpMkLst>
            <pc:docMk/>
            <pc:sldMk cId="3644097948" sldId="282"/>
            <ac:grpSpMk id="99" creationId="{16B6FF77-C4E2-6517-DA80-FF16277C3BBF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24" creationId="{B3A9C02D-72CE-8AB5-06F1-0B6CC07A75C6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25" creationId="{E1BAE0AC-52AD-42D6-FECA-9A40C172E88A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26" creationId="{CBDDBF66-9545-B300-38BE-40B0D2CBDDFA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27" creationId="{6E7CE741-86D2-28F2-02B5-6A14E88F340E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28" creationId="{4542AC7E-039B-54E6-2C85-9D55C206A1B3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29" creationId="{1BA84E39-1BFA-FD87-BC67-B9E0B071712D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30" creationId="{27504FD6-C06C-8882-EC89-3664D01BA1E3}"/>
          </ac:grpSpMkLst>
        </pc:grpChg>
        <pc:grpChg chg="del 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31" creationId="{9C92F256-820E-4A94-A683-64FB757C0CEA}"/>
          </ac:grpSpMkLst>
        </pc:grpChg>
        <pc:grpChg chg="mod">
          <ac:chgData name="Rodica Ioana Lung" userId="64ee56e8d7162e1e" providerId="LiveId" clId="{0F6830A5-18AB-4F1B-8BBB-DA235794CEC1}" dt="2026-01-12T16:04:39.352" v="812"/>
          <ac:grpSpMkLst>
            <pc:docMk/>
            <pc:sldMk cId="3644097948" sldId="282"/>
            <ac:grpSpMk id="133" creationId="{9808D94F-DE24-829B-BB14-80102755A663}"/>
          </ac:grpSpMkLst>
        </pc:grpChg>
        <pc:grpChg chg="mod">
          <ac:chgData name="Rodica Ioana Lung" userId="64ee56e8d7162e1e" providerId="LiveId" clId="{0F6830A5-18AB-4F1B-8BBB-DA235794CEC1}" dt="2026-01-12T16:04:46.137" v="814"/>
          <ac:grpSpMkLst>
            <pc:docMk/>
            <pc:sldMk cId="3644097948" sldId="282"/>
            <ac:grpSpMk id="135" creationId="{6255A07A-D4AA-BA4E-7393-A2B9B36EB201}"/>
          </ac:grpSpMkLst>
        </pc:grpChg>
        <pc:grpChg chg="del mod">
          <ac:chgData name="Rodica Ioana Lung" userId="64ee56e8d7162e1e" providerId="LiveId" clId="{0F6830A5-18AB-4F1B-8BBB-DA235794CEC1}" dt="2026-01-12T16:05:01.761" v="822"/>
          <ac:grpSpMkLst>
            <pc:docMk/>
            <pc:sldMk cId="3644097948" sldId="282"/>
            <ac:grpSpMk id="140" creationId="{32D773D0-1DCC-9B7D-B765-EED14DB0934E}"/>
          </ac:grpSpMkLst>
        </pc:grpChg>
        <pc:grpChg chg="mod">
          <ac:chgData name="Rodica Ioana Lung" userId="64ee56e8d7162e1e" providerId="LiveId" clId="{0F6830A5-18AB-4F1B-8BBB-DA235794CEC1}" dt="2026-01-12T16:05:01.761" v="822"/>
          <ac:grpSpMkLst>
            <pc:docMk/>
            <pc:sldMk cId="3644097948" sldId="282"/>
            <ac:grpSpMk id="143" creationId="{E81B34E2-422E-1F1A-B416-B326B5082C61}"/>
          </ac:grpSpMkLst>
        </pc:grpChg>
        <pc:inkChg chg="add">
          <ac:chgData name="Rodica Ioana Lung" userId="64ee56e8d7162e1e" providerId="LiveId" clId="{0F6830A5-18AB-4F1B-8BBB-DA235794CEC1}" dt="2026-01-12T16:02:22.621" v="700" actId="9405"/>
          <ac:inkMkLst>
            <pc:docMk/>
            <pc:sldMk cId="3644097948" sldId="282"/>
            <ac:inkMk id="3" creationId="{AF8BC51C-F8DA-AE4F-FF2B-543DB21194DD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4" creationId="{1CC39D6D-2F5F-9925-687E-E675B3CCC601}"/>
          </ac:inkMkLst>
        </pc:inkChg>
        <pc:inkChg chg="add mod">
          <ac:chgData name="Rodica Ioana Lung" userId="64ee56e8d7162e1e" providerId="LiveId" clId="{0F6830A5-18AB-4F1B-8BBB-DA235794CEC1}" dt="2026-01-12T16:03:21.719" v="750"/>
          <ac:inkMkLst>
            <pc:docMk/>
            <pc:sldMk cId="3644097948" sldId="282"/>
            <ac:inkMk id="5" creationId="{6AF3EE1E-7748-030C-DB4A-3EB7EBA546A0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7" creationId="{2647B5DE-8929-764B-80EA-7BCA5A1E5F15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8" creationId="{1AABC931-6A69-60A0-EFDB-CB96158D3737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10" creationId="{523E87D4-B973-5494-B10C-44061BC1D660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11" creationId="{97B4DFAC-4361-83ED-27AB-1C3F14DC6B80}"/>
          </ac:inkMkLst>
        </pc:inkChg>
        <pc:inkChg chg="add mod">
          <ac:chgData name="Rodica Ioana Lung" userId="64ee56e8d7162e1e" providerId="LiveId" clId="{0F6830A5-18AB-4F1B-8BBB-DA235794CEC1}" dt="2026-01-12T16:03:21.719" v="750"/>
          <ac:inkMkLst>
            <pc:docMk/>
            <pc:sldMk cId="3644097948" sldId="282"/>
            <ac:inkMk id="12" creationId="{6BFD33E7-94B9-1063-9F0D-13CC247850F7}"/>
          </ac:inkMkLst>
        </pc:inkChg>
        <pc:inkChg chg="add mod">
          <ac:chgData name="Rodica Ioana Lung" userId="64ee56e8d7162e1e" providerId="LiveId" clId="{0F6830A5-18AB-4F1B-8BBB-DA235794CEC1}" dt="2026-01-12T16:03:21.719" v="750"/>
          <ac:inkMkLst>
            <pc:docMk/>
            <pc:sldMk cId="3644097948" sldId="282"/>
            <ac:inkMk id="14" creationId="{395125CF-D019-84E0-00F2-14D9D150522C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16" creationId="{00482196-F84F-223B-B8F7-07D5277C5454}"/>
          </ac:inkMkLst>
        </pc:inkChg>
        <pc:inkChg chg="add mod">
          <ac:chgData name="Rodica Ioana Lung" userId="64ee56e8d7162e1e" providerId="LiveId" clId="{0F6830A5-18AB-4F1B-8BBB-DA235794CEC1}" dt="2026-01-12T16:03:07.458" v="726"/>
          <ac:inkMkLst>
            <pc:docMk/>
            <pc:sldMk cId="3644097948" sldId="282"/>
            <ac:inkMk id="17" creationId="{290C8612-185A-6F09-9A69-2B5D7143A76E}"/>
          </ac:inkMkLst>
        </pc:inkChg>
        <pc:inkChg chg="add">
          <ac:chgData name="Rodica Ioana Lung" userId="64ee56e8d7162e1e" providerId="LiveId" clId="{0F6830A5-18AB-4F1B-8BBB-DA235794CEC1}" dt="2026-01-12T16:03:03.682" v="715" actId="9405"/>
          <ac:inkMkLst>
            <pc:docMk/>
            <pc:sldMk cId="3644097948" sldId="282"/>
            <ac:inkMk id="18" creationId="{6BE479DC-F176-8526-ADD7-4720C0A1B8F3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19" creationId="{68689738-1443-A726-58E4-FAC269F74A1E}"/>
          </ac:inkMkLst>
        </pc:inkChg>
        <pc:inkChg chg="add mod">
          <ac:chgData name="Rodica Ioana Lung" userId="64ee56e8d7162e1e" providerId="LiveId" clId="{0F6830A5-18AB-4F1B-8BBB-DA235794CEC1}" dt="2026-01-12T16:03:07.458" v="726"/>
          <ac:inkMkLst>
            <pc:docMk/>
            <pc:sldMk cId="3644097948" sldId="282"/>
            <ac:inkMk id="20" creationId="{D732EBA9-E27A-3516-2BB0-2BF27DDAD439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21" creationId="{A1DD2890-2E57-9D7C-A451-8069111787F3}"/>
          </ac:inkMkLst>
        </pc:inkChg>
        <pc:inkChg chg="add">
          <ac:chgData name="Rodica Ioana Lung" userId="64ee56e8d7162e1e" providerId="LiveId" clId="{0F6830A5-18AB-4F1B-8BBB-DA235794CEC1}" dt="2026-01-12T16:03:04.812" v="719" actId="9405"/>
          <ac:inkMkLst>
            <pc:docMk/>
            <pc:sldMk cId="3644097948" sldId="282"/>
            <ac:inkMk id="22" creationId="{00D8B942-1C30-2D9C-2FA4-EEEF07645D3F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23" creationId="{C1F9B6F9-5FFD-60FE-2BE8-898D4DA59143}"/>
          </ac:inkMkLst>
        </pc:inkChg>
        <pc:inkChg chg="add">
          <ac:chgData name="Rodica Ioana Lung" userId="64ee56e8d7162e1e" providerId="LiveId" clId="{0F6830A5-18AB-4F1B-8BBB-DA235794CEC1}" dt="2026-01-12T16:03:05.397" v="721" actId="9405"/>
          <ac:inkMkLst>
            <pc:docMk/>
            <pc:sldMk cId="3644097948" sldId="282"/>
            <ac:inkMk id="24" creationId="{4B7F9744-1EE5-AB79-5D3A-C4C405AF5725}"/>
          </ac:inkMkLst>
        </pc:inkChg>
        <pc:inkChg chg="add mod">
          <ac:chgData name="Rodica Ioana Lung" userId="64ee56e8d7162e1e" providerId="LiveId" clId="{0F6830A5-18AB-4F1B-8BBB-DA235794CEC1}" dt="2026-01-12T16:03:07.458" v="726"/>
          <ac:inkMkLst>
            <pc:docMk/>
            <pc:sldMk cId="3644097948" sldId="282"/>
            <ac:inkMk id="25" creationId="{5F91DFBA-AAB3-2705-B6EF-5E86E76D3082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26" creationId="{4C4C3840-EA04-59A2-FC1F-9B91451C424E}"/>
          </ac:inkMkLst>
        </pc:inkChg>
        <pc:inkChg chg="add mod">
          <ac:chgData name="Rodica Ioana Lung" userId="64ee56e8d7162e1e" providerId="LiveId" clId="{0F6830A5-18AB-4F1B-8BBB-DA235794CEC1}" dt="2026-01-12T16:03:07.458" v="726"/>
          <ac:inkMkLst>
            <pc:docMk/>
            <pc:sldMk cId="3644097948" sldId="282"/>
            <ac:inkMk id="27" creationId="{84A21B44-5C57-912F-26F7-CED81D85DABC}"/>
          </ac:inkMkLst>
        </pc:inkChg>
        <pc:inkChg chg="add">
          <ac:chgData name="Rodica Ioana Lung" userId="64ee56e8d7162e1e" providerId="LiveId" clId="{0F6830A5-18AB-4F1B-8BBB-DA235794CEC1}" dt="2026-01-12T16:03:06.549" v="725" actId="9405"/>
          <ac:inkMkLst>
            <pc:docMk/>
            <pc:sldMk cId="3644097948" sldId="282"/>
            <ac:inkMk id="28" creationId="{8E2E4307-B490-F650-FD18-11A11B8A7B3C}"/>
          </ac:inkMkLst>
        </pc:inkChg>
        <pc:inkChg chg="add">
          <ac:chgData name="Rodica Ioana Lung" userId="64ee56e8d7162e1e" providerId="LiveId" clId="{0F6830A5-18AB-4F1B-8BBB-DA235794CEC1}" dt="2026-01-12T16:03:07.751" v="727" actId="9405"/>
          <ac:inkMkLst>
            <pc:docMk/>
            <pc:sldMk cId="3644097948" sldId="282"/>
            <ac:inkMk id="30" creationId="{7D0EF20C-E8E3-8B92-FB05-426BD24C8EBF}"/>
          </ac:inkMkLst>
        </pc:inkChg>
        <pc:inkChg chg="add">
          <ac:chgData name="Rodica Ioana Lung" userId="64ee56e8d7162e1e" providerId="LiveId" clId="{0F6830A5-18AB-4F1B-8BBB-DA235794CEC1}" dt="2026-01-12T16:03:07.982" v="728" actId="9405"/>
          <ac:inkMkLst>
            <pc:docMk/>
            <pc:sldMk cId="3644097948" sldId="282"/>
            <ac:inkMk id="31" creationId="{C3960200-B059-578E-48B7-38E022EA7C0E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32" creationId="{DECE485E-CAB7-D63F-9409-F26AEB675F4C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33" creationId="{545BA8C6-CC74-3EF0-F3E1-12CAD9EF12EA}"/>
          </ac:inkMkLst>
        </pc:inkChg>
        <pc:inkChg chg="add">
          <ac:chgData name="Rodica Ioana Lung" userId="64ee56e8d7162e1e" providerId="LiveId" clId="{0F6830A5-18AB-4F1B-8BBB-DA235794CEC1}" dt="2026-01-12T16:03:08.794" v="731" actId="9405"/>
          <ac:inkMkLst>
            <pc:docMk/>
            <pc:sldMk cId="3644097948" sldId="282"/>
            <ac:inkMk id="34" creationId="{9417AF58-4A48-182A-7DF0-1DD6B62B1531}"/>
          </ac:inkMkLst>
        </pc:inkChg>
        <pc:inkChg chg="add mod">
          <ac:chgData name="Rodica Ioana Lung" userId="64ee56e8d7162e1e" providerId="LiveId" clId="{0F6830A5-18AB-4F1B-8BBB-DA235794CEC1}" dt="2026-01-12T16:03:10.233" v="735"/>
          <ac:inkMkLst>
            <pc:docMk/>
            <pc:sldMk cId="3644097948" sldId="282"/>
            <ac:inkMk id="35" creationId="{C66736B6-165F-D271-96B4-9F925231D129}"/>
          </ac:inkMkLst>
        </pc:inkChg>
        <pc:inkChg chg="add">
          <ac:chgData name="Rodica Ioana Lung" userId="64ee56e8d7162e1e" providerId="LiveId" clId="{0F6830A5-18AB-4F1B-8BBB-DA235794CEC1}" dt="2026-01-12T16:03:09.523" v="733" actId="9405"/>
          <ac:inkMkLst>
            <pc:docMk/>
            <pc:sldMk cId="3644097948" sldId="282"/>
            <ac:inkMk id="36" creationId="{1720406C-7FE9-EC95-3371-CD3B29F6B133}"/>
          </ac:inkMkLst>
        </pc:inkChg>
        <pc:inkChg chg="add">
          <ac:chgData name="Rodica Ioana Lung" userId="64ee56e8d7162e1e" providerId="LiveId" clId="{0F6830A5-18AB-4F1B-8BBB-DA235794CEC1}" dt="2026-01-12T16:03:09.679" v="734" actId="9405"/>
          <ac:inkMkLst>
            <pc:docMk/>
            <pc:sldMk cId="3644097948" sldId="282"/>
            <ac:inkMk id="37" creationId="{CE798E63-2EBE-B673-897A-828AA9199B20}"/>
          </ac:inkMkLst>
        </pc:inkChg>
        <pc:inkChg chg="add mod">
          <ac:chgData name="Rodica Ioana Lung" userId="64ee56e8d7162e1e" providerId="LiveId" clId="{0F6830A5-18AB-4F1B-8BBB-DA235794CEC1}" dt="2026-01-12T16:03:15.500" v="746"/>
          <ac:inkMkLst>
            <pc:docMk/>
            <pc:sldMk cId="3644097948" sldId="282"/>
            <ac:inkMk id="39" creationId="{A3BD66AB-226B-63EC-1CFA-2604FC7D75F5}"/>
          </ac:inkMkLst>
        </pc:inkChg>
        <pc:inkChg chg="add mod">
          <ac:chgData name="Rodica Ioana Lung" userId="64ee56e8d7162e1e" providerId="LiveId" clId="{0F6830A5-18AB-4F1B-8BBB-DA235794CEC1}" dt="2026-01-12T16:03:15.500" v="746"/>
          <ac:inkMkLst>
            <pc:docMk/>
            <pc:sldMk cId="3644097948" sldId="282"/>
            <ac:inkMk id="40" creationId="{DF252BCC-7C5D-AA09-0A64-F67A36AE368F}"/>
          </ac:inkMkLst>
        </pc:inkChg>
        <pc:inkChg chg="add mod">
          <ac:chgData name="Rodica Ioana Lung" userId="64ee56e8d7162e1e" providerId="LiveId" clId="{0F6830A5-18AB-4F1B-8BBB-DA235794CEC1}" dt="2026-01-12T16:03:15.500" v="746"/>
          <ac:inkMkLst>
            <pc:docMk/>
            <pc:sldMk cId="3644097948" sldId="282"/>
            <ac:inkMk id="41" creationId="{45304BF5-902E-6536-E15F-A968E7B27A90}"/>
          </ac:inkMkLst>
        </pc:inkChg>
        <pc:inkChg chg="add mod">
          <ac:chgData name="Rodica Ioana Lung" userId="64ee56e8d7162e1e" providerId="LiveId" clId="{0F6830A5-18AB-4F1B-8BBB-DA235794CEC1}" dt="2026-01-12T16:03:15.500" v="746"/>
          <ac:inkMkLst>
            <pc:docMk/>
            <pc:sldMk cId="3644097948" sldId="282"/>
            <ac:inkMk id="42" creationId="{B98AD711-901E-237A-20D5-790E12325807}"/>
          </ac:inkMkLst>
        </pc:inkChg>
        <pc:inkChg chg="add mod">
          <ac:chgData name="Rodica Ioana Lung" userId="64ee56e8d7162e1e" providerId="LiveId" clId="{0F6830A5-18AB-4F1B-8BBB-DA235794CEC1}" dt="2026-01-12T16:03:15.500" v="746"/>
          <ac:inkMkLst>
            <pc:docMk/>
            <pc:sldMk cId="3644097948" sldId="282"/>
            <ac:inkMk id="43" creationId="{00B9C4C0-3CD6-82DF-4AA3-501EC0FE8E9A}"/>
          </ac:inkMkLst>
        </pc:inkChg>
        <pc:inkChg chg="add">
          <ac:chgData name="Rodica Ioana Lung" userId="64ee56e8d7162e1e" providerId="LiveId" clId="{0F6830A5-18AB-4F1B-8BBB-DA235794CEC1}" dt="2026-01-12T16:03:13.266" v="741" actId="9405"/>
          <ac:inkMkLst>
            <pc:docMk/>
            <pc:sldMk cId="3644097948" sldId="282"/>
            <ac:inkMk id="44" creationId="{2B4715F9-B81A-92C6-FDC5-209FB16D1DBC}"/>
          </ac:inkMkLst>
        </pc:inkChg>
        <pc:inkChg chg="add">
          <ac:chgData name="Rodica Ioana Lung" userId="64ee56e8d7162e1e" providerId="LiveId" clId="{0F6830A5-18AB-4F1B-8BBB-DA235794CEC1}" dt="2026-01-12T16:03:13.863" v="742" actId="9405"/>
          <ac:inkMkLst>
            <pc:docMk/>
            <pc:sldMk cId="3644097948" sldId="282"/>
            <ac:inkMk id="45" creationId="{5D7ACD86-C815-615C-F22F-469B219798E3}"/>
          </ac:inkMkLst>
        </pc:inkChg>
        <pc:inkChg chg="add mod">
          <ac:chgData name="Rodica Ioana Lung" userId="64ee56e8d7162e1e" providerId="LiveId" clId="{0F6830A5-18AB-4F1B-8BBB-DA235794CEC1}" dt="2026-01-12T16:03:15.500" v="746"/>
          <ac:inkMkLst>
            <pc:docMk/>
            <pc:sldMk cId="3644097948" sldId="282"/>
            <ac:inkMk id="46" creationId="{11C34B40-AABA-A321-A5DC-CA2063F77D45}"/>
          </ac:inkMkLst>
        </pc:inkChg>
        <pc:inkChg chg="add">
          <ac:chgData name="Rodica Ioana Lung" userId="64ee56e8d7162e1e" providerId="LiveId" clId="{0F6830A5-18AB-4F1B-8BBB-DA235794CEC1}" dt="2026-01-12T16:03:14.679" v="744" actId="9405"/>
          <ac:inkMkLst>
            <pc:docMk/>
            <pc:sldMk cId="3644097948" sldId="282"/>
            <ac:inkMk id="47" creationId="{0BE421C3-E271-F928-0DD8-645999D4261F}"/>
          </ac:inkMkLst>
        </pc:inkChg>
        <pc:inkChg chg="add">
          <ac:chgData name="Rodica Ioana Lung" userId="64ee56e8d7162e1e" providerId="LiveId" clId="{0F6830A5-18AB-4F1B-8BBB-DA235794CEC1}" dt="2026-01-12T16:03:14.881" v="745" actId="9405"/>
          <ac:inkMkLst>
            <pc:docMk/>
            <pc:sldMk cId="3644097948" sldId="282"/>
            <ac:inkMk id="48" creationId="{46F0C0B6-D381-D54A-058A-FB924D5279D1}"/>
          </ac:inkMkLst>
        </pc:inkChg>
        <pc:inkChg chg="add mod">
          <ac:chgData name="Rodica Ioana Lung" userId="64ee56e8d7162e1e" providerId="LiveId" clId="{0F6830A5-18AB-4F1B-8BBB-DA235794CEC1}" dt="2026-01-12T16:03:21.719" v="750"/>
          <ac:inkMkLst>
            <pc:docMk/>
            <pc:sldMk cId="3644097948" sldId="282"/>
            <ac:inkMk id="53" creationId="{E47138A9-B276-F8C1-648B-DAB2BD1D62F2}"/>
          </ac:inkMkLst>
        </pc:inkChg>
        <pc:inkChg chg="add">
          <ac:chgData name="Rodica Ioana Lung" userId="64ee56e8d7162e1e" providerId="LiveId" clId="{0F6830A5-18AB-4F1B-8BBB-DA235794CEC1}" dt="2026-01-12T16:03:20.617" v="748" actId="9405"/>
          <ac:inkMkLst>
            <pc:docMk/>
            <pc:sldMk cId="3644097948" sldId="282"/>
            <ac:inkMk id="54" creationId="{4BDBC0EE-DA8E-1FAC-0991-AA20A3C69941}"/>
          </ac:inkMkLst>
        </pc:inkChg>
        <pc:inkChg chg="add mod">
          <ac:chgData name="Rodica Ioana Lung" userId="64ee56e8d7162e1e" providerId="LiveId" clId="{0F6830A5-18AB-4F1B-8BBB-DA235794CEC1}" dt="2026-01-12T16:03:21.719" v="750"/>
          <ac:inkMkLst>
            <pc:docMk/>
            <pc:sldMk cId="3644097948" sldId="282"/>
            <ac:inkMk id="55" creationId="{F6BD01F0-C0FA-86C6-9254-F90C16E33AC6}"/>
          </ac:inkMkLst>
        </pc:inkChg>
        <pc:inkChg chg="add">
          <ac:chgData name="Rodica Ioana Lung" userId="64ee56e8d7162e1e" providerId="LiveId" clId="{0F6830A5-18AB-4F1B-8BBB-DA235794CEC1}" dt="2026-01-12T16:03:22.149" v="751" actId="9405"/>
          <ac:inkMkLst>
            <pc:docMk/>
            <pc:sldMk cId="3644097948" sldId="282"/>
            <ac:inkMk id="57" creationId="{29CE8D69-52E9-AF3C-3FC2-87A9D98C7F63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58" creationId="{EB9D1B56-E19D-66A1-BAB3-0BB0E5AAE741}"/>
          </ac:inkMkLst>
        </pc:inkChg>
        <pc:inkChg chg="add mod">
          <ac:chgData name="Rodica Ioana Lung" userId="64ee56e8d7162e1e" providerId="LiveId" clId="{0F6830A5-18AB-4F1B-8BBB-DA235794CEC1}" dt="2026-01-12T16:03:25.662" v="754"/>
          <ac:inkMkLst>
            <pc:docMk/>
            <pc:sldMk cId="3644097948" sldId="282"/>
            <ac:inkMk id="59" creationId="{CE42006A-FB98-AAAB-3C26-25B21B589050}"/>
          </ac:inkMkLst>
        </pc:inkChg>
        <pc:inkChg chg="add">
          <ac:chgData name="Rodica Ioana Lung" userId="64ee56e8d7162e1e" providerId="LiveId" clId="{0F6830A5-18AB-4F1B-8BBB-DA235794CEC1}" dt="2026-01-12T16:03:31.901" v="755" actId="9405"/>
          <ac:inkMkLst>
            <pc:docMk/>
            <pc:sldMk cId="3644097948" sldId="282"/>
            <ac:inkMk id="61" creationId="{A05CE0E7-8FD2-7952-A773-3469D9AF65E7}"/>
          </ac:inkMkLst>
        </pc:inkChg>
        <pc:inkChg chg="add">
          <ac:chgData name="Rodica Ioana Lung" userId="64ee56e8d7162e1e" providerId="LiveId" clId="{0F6830A5-18AB-4F1B-8BBB-DA235794CEC1}" dt="2026-01-12T16:03:32.042" v="756" actId="9405"/>
          <ac:inkMkLst>
            <pc:docMk/>
            <pc:sldMk cId="3644097948" sldId="282"/>
            <ac:inkMk id="62" creationId="{5ABDAFE2-E62E-E4ED-4568-AC66E4F4A750}"/>
          </ac:inkMkLst>
        </pc:inkChg>
        <pc:inkChg chg="add mod">
          <ac:chgData name="Rodica Ioana Lung" userId="64ee56e8d7162e1e" providerId="LiveId" clId="{0F6830A5-18AB-4F1B-8BBB-DA235794CEC1}" dt="2026-01-12T16:03:33.868" v="759"/>
          <ac:inkMkLst>
            <pc:docMk/>
            <pc:sldMk cId="3644097948" sldId="282"/>
            <ac:inkMk id="63" creationId="{5CA27667-1A1D-7C66-C49E-812E74AB2A55}"/>
          </ac:inkMkLst>
        </pc:inkChg>
        <pc:inkChg chg="add">
          <ac:chgData name="Rodica Ioana Lung" userId="64ee56e8d7162e1e" providerId="LiveId" clId="{0F6830A5-18AB-4F1B-8BBB-DA235794CEC1}" dt="2026-01-12T16:03:33.248" v="758" actId="9405"/>
          <ac:inkMkLst>
            <pc:docMk/>
            <pc:sldMk cId="3644097948" sldId="282"/>
            <ac:inkMk id="64" creationId="{52A804E0-733A-E870-DBDC-ED51255774DC}"/>
          </ac:inkMkLst>
        </pc:inkChg>
        <pc:inkChg chg="add">
          <ac:chgData name="Rodica Ioana Lung" userId="64ee56e8d7162e1e" providerId="LiveId" clId="{0F6830A5-18AB-4F1B-8BBB-DA235794CEC1}" dt="2026-01-12T16:03:34.587" v="760" actId="9405"/>
          <ac:inkMkLst>
            <pc:docMk/>
            <pc:sldMk cId="3644097948" sldId="282"/>
            <ac:inkMk id="66" creationId="{C7ADA5D6-1184-4CB4-6AD1-B596207823B6}"/>
          </ac:inkMkLst>
        </pc:inkChg>
        <pc:inkChg chg="add mod">
          <ac:chgData name="Rodica Ioana Lung" userId="64ee56e8d7162e1e" providerId="LiveId" clId="{0F6830A5-18AB-4F1B-8BBB-DA235794CEC1}" dt="2026-01-12T16:03:46.460" v="763"/>
          <ac:inkMkLst>
            <pc:docMk/>
            <pc:sldMk cId="3644097948" sldId="282"/>
            <ac:inkMk id="67" creationId="{32781876-B951-99A9-F57F-7405E426ABFC}"/>
          </ac:inkMkLst>
        </pc:inkChg>
        <pc:inkChg chg="add mod">
          <ac:chgData name="Rodica Ioana Lung" userId="64ee56e8d7162e1e" providerId="LiveId" clId="{0F6830A5-18AB-4F1B-8BBB-DA235794CEC1}" dt="2026-01-12T16:03:46.460" v="763"/>
          <ac:inkMkLst>
            <pc:docMk/>
            <pc:sldMk cId="3644097948" sldId="282"/>
            <ac:inkMk id="68" creationId="{649E0709-4EB7-B6AF-E4F5-E2E5E2D6CB6C}"/>
          </ac:inkMkLst>
        </pc:inkChg>
        <pc:inkChg chg="add">
          <ac:chgData name="Rodica Ioana Lung" userId="64ee56e8d7162e1e" providerId="LiveId" clId="{0F6830A5-18AB-4F1B-8BBB-DA235794CEC1}" dt="2026-01-12T16:03:59.503" v="764" actId="9405"/>
          <ac:inkMkLst>
            <pc:docMk/>
            <pc:sldMk cId="3644097948" sldId="282"/>
            <ac:inkMk id="70" creationId="{8370F02C-B5ED-B708-DA84-B56C07259AFB}"/>
          </ac:inkMkLst>
        </pc:inkChg>
        <pc:inkChg chg="add">
          <ac:chgData name="Rodica Ioana Lung" userId="64ee56e8d7162e1e" providerId="LiveId" clId="{0F6830A5-18AB-4F1B-8BBB-DA235794CEC1}" dt="2026-01-12T16:03:59.706" v="765" actId="9405"/>
          <ac:inkMkLst>
            <pc:docMk/>
            <pc:sldMk cId="3644097948" sldId="282"/>
            <ac:inkMk id="71" creationId="{5C521746-AF43-FDB8-F647-095749359E74}"/>
          </ac:inkMkLst>
        </pc:inkChg>
        <pc:inkChg chg="add mod">
          <ac:chgData name="Rodica Ioana Lung" userId="64ee56e8d7162e1e" providerId="LiveId" clId="{0F6830A5-18AB-4F1B-8BBB-DA235794CEC1}" dt="2026-01-12T16:04:39.352" v="812"/>
          <ac:inkMkLst>
            <pc:docMk/>
            <pc:sldMk cId="3644097948" sldId="282"/>
            <ac:inkMk id="72" creationId="{1B35E475-EDFB-BDC6-3101-05EE30EF38A7}"/>
          </ac:inkMkLst>
        </pc:inkChg>
        <pc:inkChg chg="add">
          <ac:chgData name="Rodica Ioana Lung" userId="64ee56e8d7162e1e" providerId="LiveId" clId="{0F6830A5-18AB-4F1B-8BBB-DA235794CEC1}" dt="2026-01-12T16:04:00.478" v="767" actId="9405"/>
          <ac:inkMkLst>
            <pc:docMk/>
            <pc:sldMk cId="3644097948" sldId="282"/>
            <ac:inkMk id="73" creationId="{379D8D45-3DC6-D3C5-4643-32AE1D386120}"/>
          </ac:inkMkLst>
        </pc:inkChg>
        <pc:inkChg chg="add mod">
          <ac:chgData name="Rodica Ioana Lung" userId="64ee56e8d7162e1e" providerId="LiveId" clId="{0F6830A5-18AB-4F1B-8BBB-DA235794CEC1}" dt="2026-01-12T16:04:39.352" v="812"/>
          <ac:inkMkLst>
            <pc:docMk/>
            <pc:sldMk cId="3644097948" sldId="282"/>
            <ac:inkMk id="74" creationId="{4237B4D0-D80D-0391-C261-E401BDF6A574}"/>
          </ac:inkMkLst>
        </pc:inkChg>
        <pc:inkChg chg="add mod">
          <ac:chgData name="Rodica Ioana Lung" userId="64ee56e8d7162e1e" providerId="LiveId" clId="{0F6830A5-18AB-4F1B-8BBB-DA235794CEC1}" dt="2026-01-12T16:04:39.352" v="812"/>
          <ac:inkMkLst>
            <pc:docMk/>
            <pc:sldMk cId="3644097948" sldId="282"/>
            <ac:inkMk id="75" creationId="{B3D44A43-031E-06F5-DC12-6CD67DD14057}"/>
          </ac:inkMkLst>
        </pc:inkChg>
        <pc:inkChg chg="add">
          <ac:chgData name="Rodica Ioana Lung" userId="64ee56e8d7162e1e" providerId="LiveId" clId="{0F6830A5-18AB-4F1B-8BBB-DA235794CEC1}" dt="2026-01-12T16:04:01.211" v="770" actId="9405"/>
          <ac:inkMkLst>
            <pc:docMk/>
            <pc:sldMk cId="3644097948" sldId="282"/>
            <ac:inkMk id="76" creationId="{C74A0D59-7D0C-8174-F014-DEA82FC22DC0}"/>
          </ac:inkMkLst>
        </pc:inkChg>
        <pc:inkChg chg="add">
          <ac:chgData name="Rodica Ioana Lung" userId="64ee56e8d7162e1e" providerId="LiveId" clId="{0F6830A5-18AB-4F1B-8BBB-DA235794CEC1}" dt="2026-01-12T16:04:01.541" v="771" actId="9405"/>
          <ac:inkMkLst>
            <pc:docMk/>
            <pc:sldMk cId="3644097948" sldId="282"/>
            <ac:inkMk id="77" creationId="{4AE0946B-6BC9-2F80-1581-9EFC2EFF78CE}"/>
          </ac:inkMkLst>
        </pc:inkChg>
        <pc:inkChg chg="add">
          <ac:chgData name="Rodica Ioana Lung" userId="64ee56e8d7162e1e" providerId="LiveId" clId="{0F6830A5-18AB-4F1B-8BBB-DA235794CEC1}" dt="2026-01-12T16:04:01.912" v="772" actId="9405"/>
          <ac:inkMkLst>
            <pc:docMk/>
            <pc:sldMk cId="3644097948" sldId="282"/>
            <ac:inkMk id="78" creationId="{7EF57146-6830-F420-5A80-68FC029E85E8}"/>
          </ac:inkMkLst>
        </pc:inkChg>
        <pc:inkChg chg="add">
          <ac:chgData name="Rodica Ioana Lung" userId="64ee56e8d7162e1e" providerId="LiveId" clId="{0F6830A5-18AB-4F1B-8BBB-DA235794CEC1}" dt="2026-01-12T16:04:02.243" v="773" actId="9405"/>
          <ac:inkMkLst>
            <pc:docMk/>
            <pc:sldMk cId="3644097948" sldId="282"/>
            <ac:inkMk id="79" creationId="{6EFF71C5-75B1-D48D-DE0D-9EF46A0CE04D}"/>
          </ac:inkMkLst>
        </pc:inkChg>
        <pc:inkChg chg="add">
          <ac:chgData name="Rodica Ioana Lung" userId="64ee56e8d7162e1e" providerId="LiveId" clId="{0F6830A5-18AB-4F1B-8BBB-DA235794CEC1}" dt="2026-01-12T16:04:02.655" v="774" actId="9405"/>
          <ac:inkMkLst>
            <pc:docMk/>
            <pc:sldMk cId="3644097948" sldId="282"/>
            <ac:inkMk id="80" creationId="{D03EDCDF-1821-7A8A-A070-D66D15B087B6}"/>
          </ac:inkMkLst>
        </pc:inkChg>
        <pc:inkChg chg="add">
          <ac:chgData name="Rodica Ioana Lung" userId="64ee56e8d7162e1e" providerId="LiveId" clId="{0F6830A5-18AB-4F1B-8BBB-DA235794CEC1}" dt="2026-01-12T16:04:02.824" v="775" actId="9405"/>
          <ac:inkMkLst>
            <pc:docMk/>
            <pc:sldMk cId="3644097948" sldId="282"/>
            <ac:inkMk id="81" creationId="{3B491527-B990-7D38-C19E-CE6F33B9E035}"/>
          </ac:inkMkLst>
        </pc:inkChg>
        <pc:inkChg chg="add">
          <ac:chgData name="Rodica Ioana Lung" userId="64ee56e8d7162e1e" providerId="LiveId" clId="{0F6830A5-18AB-4F1B-8BBB-DA235794CEC1}" dt="2026-01-12T16:04:03.635" v="776" actId="9405"/>
          <ac:inkMkLst>
            <pc:docMk/>
            <pc:sldMk cId="3644097948" sldId="282"/>
            <ac:inkMk id="82" creationId="{7765615D-15CF-A8E5-6C85-9F2CCFE9F5E5}"/>
          </ac:inkMkLst>
        </pc:inkChg>
        <pc:inkChg chg="add">
          <ac:chgData name="Rodica Ioana Lung" userId="64ee56e8d7162e1e" providerId="LiveId" clId="{0F6830A5-18AB-4F1B-8BBB-DA235794CEC1}" dt="2026-01-12T16:04:03.743" v="777" actId="9405"/>
          <ac:inkMkLst>
            <pc:docMk/>
            <pc:sldMk cId="3644097948" sldId="282"/>
            <ac:inkMk id="83" creationId="{A51CAC4B-4C43-7682-36B7-8D3BA8B22FF1}"/>
          </ac:inkMkLst>
        </pc:inkChg>
        <pc:inkChg chg="add">
          <ac:chgData name="Rodica Ioana Lung" userId="64ee56e8d7162e1e" providerId="LiveId" clId="{0F6830A5-18AB-4F1B-8BBB-DA235794CEC1}" dt="2026-01-12T16:04:04.379" v="778" actId="9405"/>
          <ac:inkMkLst>
            <pc:docMk/>
            <pc:sldMk cId="3644097948" sldId="282"/>
            <ac:inkMk id="84" creationId="{FF70B116-6B1E-5690-2A73-0B68E84899F6}"/>
          </ac:inkMkLst>
        </pc:inkChg>
        <pc:inkChg chg="add">
          <ac:chgData name="Rodica Ioana Lung" userId="64ee56e8d7162e1e" providerId="LiveId" clId="{0F6830A5-18AB-4F1B-8BBB-DA235794CEC1}" dt="2026-01-12T16:04:04.568" v="779" actId="9405"/>
          <ac:inkMkLst>
            <pc:docMk/>
            <pc:sldMk cId="3644097948" sldId="282"/>
            <ac:inkMk id="85" creationId="{56FF58D0-8FE0-6550-0C2F-DC61B3B01863}"/>
          </ac:inkMkLst>
        </pc:inkChg>
        <pc:inkChg chg="add">
          <ac:chgData name="Rodica Ioana Lung" userId="64ee56e8d7162e1e" providerId="LiveId" clId="{0F6830A5-18AB-4F1B-8BBB-DA235794CEC1}" dt="2026-01-12T16:04:05.279" v="780" actId="9405"/>
          <ac:inkMkLst>
            <pc:docMk/>
            <pc:sldMk cId="3644097948" sldId="282"/>
            <ac:inkMk id="86" creationId="{CB7803E3-042E-6075-5FBB-80BAE5684A02}"/>
          </ac:inkMkLst>
        </pc:inkChg>
        <pc:inkChg chg="add">
          <ac:chgData name="Rodica Ioana Lung" userId="64ee56e8d7162e1e" providerId="LiveId" clId="{0F6830A5-18AB-4F1B-8BBB-DA235794CEC1}" dt="2026-01-12T16:04:06.101" v="781" actId="9405"/>
          <ac:inkMkLst>
            <pc:docMk/>
            <pc:sldMk cId="3644097948" sldId="282"/>
            <ac:inkMk id="87" creationId="{A8458E26-0984-E856-B4AD-7358EB65E379}"/>
          </ac:inkMkLst>
        </pc:inkChg>
        <pc:inkChg chg="add">
          <ac:chgData name="Rodica Ioana Lung" userId="64ee56e8d7162e1e" providerId="LiveId" clId="{0F6830A5-18AB-4F1B-8BBB-DA235794CEC1}" dt="2026-01-12T16:04:06.289" v="782" actId="9405"/>
          <ac:inkMkLst>
            <pc:docMk/>
            <pc:sldMk cId="3644097948" sldId="282"/>
            <ac:inkMk id="88" creationId="{775E025A-79F5-6D16-31C2-F3AC81FFFFAA}"/>
          </ac:inkMkLst>
        </pc:inkChg>
        <pc:inkChg chg="add mod">
          <ac:chgData name="Rodica Ioana Lung" userId="64ee56e8d7162e1e" providerId="LiveId" clId="{0F6830A5-18AB-4F1B-8BBB-DA235794CEC1}" dt="2026-01-12T16:04:39.352" v="812"/>
          <ac:inkMkLst>
            <pc:docMk/>
            <pc:sldMk cId="3644097948" sldId="282"/>
            <ac:inkMk id="89" creationId="{6A438F6F-E721-34F2-E92A-A8408053AF17}"/>
          </ac:inkMkLst>
        </pc:inkChg>
        <pc:inkChg chg="add">
          <ac:chgData name="Rodica Ioana Lung" userId="64ee56e8d7162e1e" providerId="LiveId" clId="{0F6830A5-18AB-4F1B-8BBB-DA235794CEC1}" dt="2026-01-12T16:04:07.029" v="784" actId="9405"/>
          <ac:inkMkLst>
            <pc:docMk/>
            <pc:sldMk cId="3644097948" sldId="282"/>
            <ac:inkMk id="90" creationId="{20FDF8D6-DC2D-D670-DB45-1FF0C9E01414}"/>
          </ac:inkMkLst>
        </pc:inkChg>
        <pc:inkChg chg="add">
          <ac:chgData name="Rodica Ioana Lung" userId="64ee56e8d7162e1e" providerId="LiveId" clId="{0F6830A5-18AB-4F1B-8BBB-DA235794CEC1}" dt="2026-01-12T16:04:08.171" v="786" actId="9405"/>
          <ac:inkMkLst>
            <pc:docMk/>
            <pc:sldMk cId="3644097948" sldId="282"/>
            <ac:inkMk id="100" creationId="{3839E23F-C71C-D546-4F4A-EFA39094EB7C}"/>
          </ac:inkMkLst>
        </pc:inkChg>
        <pc:inkChg chg="add">
          <ac:chgData name="Rodica Ioana Lung" userId="64ee56e8d7162e1e" providerId="LiveId" clId="{0F6830A5-18AB-4F1B-8BBB-DA235794CEC1}" dt="2026-01-12T16:04:13.453" v="787" actId="9405"/>
          <ac:inkMkLst>
            <pc:docMk/>
            <pc:sldMk cId="3644097948" sldId="282"/>
            <ac:inkMk id="101" creationId="{2D204487-DF35-8DC7-03F1-0CC8BE4C022A}"/>
          </ac:inkMkLst>
        </pc:inkChg>
        <pc:inkChg chg="add">
          <ac:chgData name="Rodica Ioana Lung" userId="64ee56e8d7162e1e" providerId="LiveId" clId="{0F6830A5-18AB-4F1B-8BBB-DA235794CEC1}" dt="2026-01-12T16:04:13.644" v="788" actId="9405"/>
          <ac:inkMkLst>
            <pc:docMk/>
            <pc:sldMk cId="3644097948" sldId="282"/>
            <ac:inkMk id="102" creationId="{361F6B02-8677-E36A-C366-2A1AC80947D7}"/>
          </ac:inkMkLst>
        </pc:inkChg>
        <pc:inkChg chg="add">
          <ac:chgData name="Rodica Ioana Lung" userId="64ee56e8d7162e1e" providerId="LiveId" clId="{0F6830A5-18AB-4F1B-8BBB-DA235794CEC1}" dt="2026-01-12T16:04:13.795" v="789" actId="9405"/>
          <ac:inkMkLst>
            <pc:docMk/>
            <pc:sldMk cId="3644097948" sldId="282"/>
            <ac:inkMk id="103" creationId="{5A528E9F-5C80-490C-7DB6-4A84AD3D3727}"/>
          </ac:inkMkLst>
        </pc:inkChg>
        <pc:inkChg chg="add">
          <ac:chgData name="Rodica Ioana Lung" userId="64ee56e8d7162e1e" providerId="LiveId" clId="{0F6830A5-18AB-4F1B-8BBB-DA235794CEC1}" dt="2026-01-12T16:04:14.149" v="790" actId="9405"/>
          <ac:inkMkLst>
            <pc:docMk/>
            <pc:sldMk cId="3644097948" sldId="282"/>
            <ac:inkMk id="104" creationId="{300972D9-7F51-3189-AE1D-3CCF31FFDAD0}"/>
          </ac:inkMkLst>
        </pc:inkChg>
        <pc:inkChg chg="add">
          <ac:chgData name="Rodica Ioana Lung" userId="64ee56e8d7162e1e" providerId="LiveId" clId="{0F6830A5-18AB-4F1B-8BBB-DA235794CEC1}" dt="2026-01-12T16:04:14.289" v="791" actId="9405"/>
          <ac:inkMkLst>
            <pc:docMk/>
            <pc:sldMk cId="3644097948" sldId="282"/>
            <ac:inkMk id="105" creationId="{D68E6602-9CF2-65A2-8306-1B38047C810F}"/>
          </ac:inkMkLst>
        </pc:inkChg>
        <pc:inkChg chg="add">
          <ac:chgData name="Rodica Ioana Lung" userId="64ee56e8d7162e1e" providerId="LiveId" clId="{0F6830A5-18AB-4F1B-8BBB-DA235794CEC1}" dt="2026-01-12T16:04:14.460" v="792" actId="9405"/>
          <ac:inkMkLst>
            <pc:docMk/>
            <pc:sldMk cId="3644097948" sldId="282"/>
            <ac:inkMk id="106" creationId="{3BEA7371-427F-CCA9-82C5-5A7A97530F4D}"/>
          </ac:inkMkLst>
        </pc:inkChg>
        <pc:inkChg chg="add">
          <ac:chgData name="Rodica Ioana Lung" userId="64ee56e8d7162e1e" providerId="LiveId" clId="{0F6830A5-18AB-4F1B-8BBB-DA235794CEC1}" dt="2026-01-12T16:04:15.064" v="793" actId="9405"/>
          <ac:inkMkLst>
            <pc:docMk/>
            <pc:sldMk cId="3644097948" sldId="282"/>
            <ac:inkMk id="107" creationId="{322A6C36-DDA9-C476-1691-D614ECB56AF6}"/>
          </ac:inkMkLst>
        </pc:inkChg>
        <pc:inkChg chg="add">
          <ac:chgData name="Rodica Ioana Lung" userId="64ee56e8d7162e1e" providerId="LiveId" clId="{0F6830A5-18AB-4F1B-8BBB-DA235794CEC1}" dt="2026-01-12T16:04:15.252" v="794" actId="9405"/>
          <ac:inkMkLst>
            <pc:docMk/>
            <pc:sldMk cId="3644097948" sldId="282"/>
            <ac:inkMk id="108" creationId="{337E202E-3906-D7F6-B9A2-8AF48CD2C4E9}"/>
          </ac:inkMkLst>
        </pc:inkChg>
        <pc:inkChg chg="add">
          <ac:chgData name="Rodica Ioana Lung" userId="64ee56e8d7162e1e" providerId="LiveId" clId="{0F6830A5-18AB-4F1B-8BBB-DA235794CEC1}" dt="2026-01-12T16:04:15.856" v="795" actId="9405"/>
          <ac:inkMkLst>
            <pc:docMk/>
            <pc:sldMk cId="3644097948" sldId="282"/>
            <ac:inkMk id="109" creationId="{EEA59B90-5C8B-E379-942D-74B98F13F32E}"/>
          </ac:inkMkLst>
        </pc:inkChg>
        <pc:inkChg chg="add">
          <ac:chgData name="Rodica Ioana Lung" userId="64ee56e8d7162e1e" providerId="LiveId" clId="{0F6830A5-18AB-4F1B-8BBB-DA235794CEC1}" dt="2026-01-12T16:04:16.404" v="796" actId="9405"/>
          <ac:inkMkLst>
            <pc:docMk/>
            <pc:sldMk cId="3644097948" sldId="282"/>
            <ac:inkMk id="110" creationId="{DF5A4192-02FB-14AC-6EE7-000B12531888}"/>
          </ac:inkMkLst>
        </pc:inkChg>
        <pc:inkChg chg="add">
          <ac:chgData name="Rodica Ioana Lung" userId="64ee56e8d7162e1e" providerId="LiveId" clId="{0F6830A5-18AB-4F1B-8BBB-DA235794CEC1}" dt="2026-01-12T16:04:16.930" v="797" actId="9405"/>
          <ac:inkMkLst>
            <pc:docMk/>
            <pc:sldMk cId="3644097948" sldId="282"/>
            <ac:inkMk id="111" creationId="{D8D8E396-7826-7BB9-4630-49D515A4C624}"/>
          </ac:inkMkLst>
        </pc:inkChg>
        <pc:inkChg chg="add">
          <ac:chgData name="Rodica Ioana Lung" userId="64ee56e8d7162e1e" providerId="LiveId" clId="{0F6830A5-18AB-4F1B-8BBB-DA235794CEC1}" dt="2026-01-12T16:04:17.062" v="798" actId="9405"/>
          <ac:inkMkLst>
            <pc:docMk/>
            <pc:sldMk cId="3644097948" sldId="282"/>
            <ac:inkMk id="112" creationId="{3670A5AD-FA74-254E-46CA-C6165E18E45E}"/>
          </ac:inkMkLst>
        </pc:inkChg>
        <pc:inkChg chg="add">
          <ac:chgData name="Rodica Ioana Lung" userId="64ee56e8d7162e1e" providerId="LiveId" clId="{0F6830A5-18AB-4F1B-8BBB-DA235794CEC1}" dt="2026-01-12T16:04:17.687" v="799" actId="9405"/>
          <ac:inkMkLst>
            <pc:docMk/>
            <pc:sldMk cId="3644097948" sldId="282"/>
            <ac:inkMk id="113" creationId="{8B539354-A4FD-32F3-CA5D-68DAF93EAA3C}"/>
          </ac:inkMkLst>
        </pc:inkChg>
        <pc:inkChg chg="add mod">
          <ac:chgData name="Rodica Ioana Lung" userId="64ee56e8d7162e1e" providerId="LiveId" clId="{0F6830A5-18AB-4F1B-8BBB-DA235794CEC1}" dt="2026-01-12T16:04:46.137" v="814"/>
          <ac:inkMkLst>
            <pc:docMk/>
            <pc:sldMk cId="3644097948" sldId="282"/>
            <ac:inkMk id="114" creationId="{6F412BF8-193F-8236-BAAA-30426430147A}"/>
          </ac:inkMkLst>
        </pc:inkChg>
        <pc:inkChg chg="add">
          <ac:chgData name="Rodica Ioana Lung" userId="64ee56e8d7162e1e" providerId="LiveId" clId="{0F6830A5-18AB-4F1B-8BBB-DA235794CEC1}" dt="2026-01-12T16:04:19.043" v="801" actId="9405"/>
          <ac:inkMkLst>
            <pc:docMk/>
            <pc:sldMk cId="3644097948" sldId="282"/>
            <ac:inkMk id="115" creationId="{7EDE0DA0-8F7F-53C8-D9CA-0BE58FEE645A}"/>
          </ac:inkMkLst>
        </pc:inkChg>
        <pc:inkChg chg="add mod">
          <ac:chgData name="Rodica Ioana Lung" userId="64ee56e8d7162e1e" providerId="LiveId" clId="{0F6830A5-18AB-4F1B-8BBB-DA235794CEC1}" dt="2026-01-12T16:04:23.413" v="810"/>
          <ac:inkMkLst>
            <pc:docMk/>
            <pc:sldMk cId="3644097948" sldId="282"/>
            <ac:inkMk id="116" creationId="{4BEC7F98-590A-CC01-9B87-EAC1CC1EA537}"/>
          </ac:inkMkLst>
        </pc:inkChg>
        <pc:inkChg chg="add">
          <ac:chgData name="Rodica Ioana Lung" userId="64ee56e8d7162e1e" providerId="LiveId" clId="{0F6830A5-18AB-4F1B-8BBB-DA235794CEC1}" dt="2026-01-12T16:04:19.878" v="803" actId="9405"/>
          <ac:inkMkLst>
            <pc:docMk/>
            <pc:sldMk cId="3644097948" sldId="282"/>
            <ac:inkMk id="117" creationId="{60CB47AB-EF66-EDA3-185F-5DFDC182FF7A}"/>
          </ac:inkMkLst>
        </pc:inkChg>
        <pc:inkChg chg="add">
          <ac:chgData name="Rodica Ioana Lung" userId="64ee56e8d7162e1e" providerId="LiveId" clId="{0F6830A5-18AB-4F1B-8BBB-DA235794CEC1}" dt="2026-01-12T16:04:20.041" v="804" actId="9405"/>
          <ac:inkMkLst>
            <pc:docMk/>
            <pc:sldMk cId="3644097948" sldId="282"/>
            <ac:inkMk id="118" creationId="{FA324D3C-9407-94B6-17E8-CB4B99583D7D}"/>
          </ac:inkMkLst>
        </pc:inkChg>
        <pc:inkChg chg="add">
          <ac:chgData name="Rodica Ioana Lung" userId="64ee56e8d7162e1e" providerId="LiveId" clId="{0F6830A5-18AB-4F1B-8BBB-DA235794CEC1}" dt="2026-01-12T16:04:20.905" v="805" actId="9405"/>
          <ac:inkMkLst>
            <pc:docMk/>
            <pc:sldMk cId="3644097948" sldId="282"/>
            <ac:inkMk id="119" creationId="{19AC2005-A8E6-83D3-9E7F-A78D25508141}"/>
          </ac:inkMkLst>
        </pc:inkChg>
        <pc:inkChg chg="add">
          <ac:chgData name="Rodica Ioana Lung" userId="64ee56e8d7162e1e" providerId="LiveId" clId="{0F6830A5-18AB-4F1B-8BBB-DA235794CEC1}" dt="2026-01-12T16:04:21.695" v="806" actId="9405"/>
          <ac:inkMkLst>
            <pc:docMk/>
            <pc:sldMk cId="3644097948" sldId="282"/>
            <ac:inkMk id="120" creationId="{E8ED95CB-D273-3B8E-8520-D93C6630EDAB}"/>
          </ac:inkMkLst>
        </pc:inkChg>
        <pc:inkChg chg="add">
          <ac:chgData name="Rodica Ioana Lung" userId="64ee56e8d7162e1e" providerId="LiveId" clId="{0F6830A5-18AB-4F1B-8BBB-DA235794CEC1}" dt="2026-01-12T16:04:21.863" v="807" actId="9405"/>
          <ac:inkMkLst>
            <pc:docMk/>
            <pc:sldMk cId="3644097948" sldId="282"/>
            <ac:inkMk id="121" creationId="{64688D36-927E-371D-E01C-22A43A4E7A4A}"/>
          </ac:inkMkLst>
        </pc:inkChg>
        <pc:inkChg chg="add mod">
          <ac:chgData name="Rodica Ioana Lung" userId="64ee56e8d7162e1e" providerId="LiveId" clId="{0F6830A5-18AB-4F1B-8BBB-DA235794CEC1}" dt="2026-01-12T16:04:23.413" v="810"/>
          <ac:inkMkLst>
            <pc:docMk/>
            <pc:sldMk cId="3644097948" sldId="282"/>
            <ac:inkMk id="122" creationId="{E16DF7AE-CB8A-B4C1-91C8-BB6180E45544}"/>
          </ac:inkMkLst>
        </pc:inkChg>
        <pc:inkChg chg="add">
          <ac:chgData name="Rodica Ioana Lung" userId="64ee56e8d7162e1e" providerId="LiveId" clId="{0F6830A5-18AB-4F1B-8BBB-DA235794CEC1}" dt="2026-01-12T16:04:22.799" v="809" actId="9405"/>
          <ac:inkMkLst>
            <pc:docMk/>
            <pc:sldMk cId="3644097948" sldId="282"/>
            <ac:inkMk id="123" creationId="{F15D798E-80F4-743D-18A7-F0649437B37E}"/>
          </ac:inkMkLst>
        </pc:inkChg>
        <pc:inkChg chg="add">
          <ac:chgData name="Rodica Ioana Lung" userId="64ee56e8d7162e1e" providerId="LiveId" clId="{0F6830A5-18AB-4F1B-8BBB-DA235794CEC1}" dt="2026-01-12T16:04:38.401" v="811" actId="9405"/>
          <ac:inkMkLst>
            <pc:docMk/>
            <pc:sldMk cId="3644097948" sldId="282"/>
            <ac:inkMk id="132" creationId="{1BA3775D-492D-5C2B-652F-586A45899BF8}"/>
          </ac:inkMkLst>
        </pc:inkChg>
        <pc:inkChg chg="add">
          <ac:chgData name="Rodica Ioana Lung" userId="64ee56e8d7162e1e" providerId="LiveId" clId="{0F6830A5-18AB-4F1B-8BBB-DA235794CEC1}" dt="2026-01-12T16:04:45.602" v="813" actId="9405"/>
          <ac:inkMkLst>
            <pc:docMk/>
            <pc:sldMk cId="3644097948" sldId="282"/>
            <ac:inkMk id="134" creationId="{75DBA932-08AD-9643-93DE-3CCDEAF76881}"/>
          </ac:inkMkLst>
        </pc:inkChg>
        <pc:inkChg chg="add">
          <ac:chgData name="Rodica Ioana Lung" userId="64ee56e8d7162e1e" providerId="LiveId" clId="{0F6830A5-18AB-4F1B-8BBB-DA235794CEC1}" dt="2026-01-12T16:04:51.150" v="815" actId="9405"/>
          <ac:inkMkLst>
            <pc:docMk/>
            <pc:sldMk cId="3644097948" sldId="282"/>
            <ac:inkMk id="136" creationId="{8F0D0182-A487-2948-C451-BE77893B5273}"/>
          </ac:inkMkLst>
        </pc:inkChg>
        <pc:inkChg chg="add">
          <ac:chgData name="Rodica Ioana Lung" userId="64ee56e8d7162e1e" providerId="LiveId" clId="{0F6830A5-18AB-4F1B-8BBB-DA235794CEC1}" dt="2026-01-12T16:04:54.555" v="816" actId="9405"/>
          <ac:inkMkLst>
            <pc:docMk/>
            <pc:sldMk cId="3644097948" sldId="282"/>
            <ac:inkMk id="137" creationId="{A3343A1A-5BC6-953C-BEC7-D9954B220424}"/>
          </ac:inkMkLst>
        </pc:inkChg>
        <pc:inkChg chg="add mod">
          <ac:chgData name="Rodica Ioana Lung" userId="64ee56e8d7162e1e" providerId="LiveId" clId="{0F6830A5-18AB-4F1B-8BBB-DA235794CEC1}" dt="2026-01-12T16:05:01.761" v="822"/>
          <ac:inkMkLst>
            <pc:docMk/>
            <pc:sldMk cId="3644097948" sldId="282"/>
            <ac:inkMk id="138" creationId="{C930FE8D-5D35-130C-7196-56CE4DA104BB}"/>
          </ac:inkMkLst>
        </pc:inkChg>
        <pc:inkChg chg="add mod">
          <ac:chgData name="Rodica Ioana Lung" userId="64ee56e8d7162e1e" providerId="LiveId" clId="{0F6830A5-18AB-4F1B-8BBB-DA235794CEC1}" dt="2026-01-12T16:05:01.761" v="822"/>
          <ac:inkMkLst>
            <pc:docMk/>
            <pc:sldMk cId="3644097948" sldId="282"/>
            <ac:inkMk id="139" creationId="{56AE1FFC-63A5-0CB8-E047-4E19609D4541}"/>
          </ac:inkMkLst>
        </pc:inkChg>
        <pc:inkChg chg="add mod">
          <ac:chgData name="Rodica Ioana Lung" userId="64ee56e8d7162e1e" providerId="LiveId" clId="{0F6830A5-18AB-4F1B-8BBB-DA235794CEC1}" dt="2026-01-12T16:05:01.761" v="822"/>
          <ac:inkMkLst>
            <pc:docMk/>
            <pc:sldMk cId="3644097948" sldId="282"/>
            <ac:inkMk id="141" creationId="{4719DEF7-5EFF-67CE-3E30-4D0FF53E2D1A}"/>
          </ac:inkMkLst>
        </pc:inkChg>
        <pc:inkChg chg="add mod">
          <ac:chgData name="Rodica Ioana Lung" userId="64ee56e8d7162e1e" providerId="LiveId" clId="{0F6830A5-18AB-4F1B-8BBB-DA235794CEC1}" dt="2026-01-12T16:05:01.761" v="822"/>
          <ac:inkMkLst>
            <pc:docMk/>
            <pc:sldMk cId="3644097948" sldId="282"/>
            <ac:inkMk id="142" creationId="{E61B19EA-5514-7CB8-0956-2EB9F94F354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06.74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226 20 5983 240009 43256,'-1'-1'536'0'0,"-2"-2"-432"0"0,0 0 40 0 0,-2-1 160 0 0,-3 0 360 0 0,-5 1 512 0 0,-3 2-96 0 0,-2 5-160 0 0,1 6-16 0 0,3 5-8 0 0,3 7-152 0 0,3 6-224 0 0,1 6-104 0 0,1 5-160 0 0,-1 4-40 0 0,1 3-72 0 0,-1 5-72 0 0,-1 7 8 0 0,-1 6 0 0 0,-1 6-8 0 0,1 3-72 0 0,0-5 64 0 0,1-10-64 0 0,1-5 0 0 0,1-4 72 0 0,1-3-72 0 0,2-5 0 0 0,2-4 0 0 0,1-4 0 0 0,4-4 0 0 0,2-4 0 0 0,5-4 0 0 0,5-2 64 0 0,5-5-64 0 0,6-4 0 0 0,7-3 0 0 0,7-3 0 0 0,8-3 0 0 0,7-1 0 0 0,8-2 0 0 0,6 0-64 0 0,6-1 64 0 0,6 1 0 0 0,6 0 0 0 0,7-2 0 0 0,8-1 0 0 0,4 0 72 0 0,9 0-72 0 0,9 1 0 0 0,11 1-80 0 0,4 3 80 0 0,0 0 0 0 0,-1 4 0 0 0,1 0 0 0 0,3 1-72 0 0,3-1 72 0 0,6-2 128 0 0,1-2-64 0 0,2-1-144 0 0,-10 0 80 0 0,-16-1 88 0 0,-2 1 224 0 0,9 1-56 0 0,11 1-128 0 0,8-1-64 0 0,11-1-64 0 0,7-2 0 0 0,7-4 64 0 0,5-3-64 0 0,3-1 0 0 0,1-1 0 0 0,0 0 64 0 0,-17 1 0 0 0,-23 2 16 0 0,-7 5 80 0 0,-3 2-80 0 0,3 2 16 0 0,6-1 0 0 0,8-2-96 0 0,-9-1 0 0 0,-15-2 0 0 0,-1-2 0 0 0,4-5 64 0 0,9-4-64 0 0,9-1 0 527 0,4-1 64-12 3,-1-1 96 7-10,-3 1 152-522 7,-7 4-64 503 4,-7 5-88-503-4,-8 4-80 0 0,-16 3-80 0 0,-19 0 0 0 0,-7 1 0 520-4,2-1 0-520 4,3 2 0 0 0,6 2 0-6 539,3 1 0 6-539,0 0 0 514 2,-10 0 0-514 519,-15 1 0 0-521,-7-2 0 0 0,-10 0 0 0 0,-11 0 0 0 0,-3 1 0 0 0,-1-1 0 0 0,1 1 0 1 513,2-1-88 500-518,-4-1 88-501 5,-5 0-64 0 0,-2-3 64 501 2,-1-2 0-501-2,-2-2 0 0 0,-1-3 96 506 504,-6 0-32-506-504,-6 0-64 0 0,-6-2 0 593-3,-3-1-64 468 1,-4-2 64-1061 2,-3-2 0 521 3,-1-4 0 7-2,-1-1 0-23-7,0-2 0-505 6,1-2 0 0 0,-1 0 0 518 4,-1-1-64-518-4,0 0 64 0 0,0 0 0 525 3,-1-1 0-525-3,0 0 0 513-3,0 1 72-513 3,-1 3 160 0 0,-1 4 216 515 5,-2 6-224-515-5,0 6 208 0 0,-2 8 520 0 0,-3 6-472 0 0,-3 10-160 509-8,-3 7-192-509 8,-4 10 72 511-1,-5 13-56-511 1,-5 13-160 0 0,-2 13-232 0 0,2 2-8312 0 0,7-11-4247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10.44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1934 313 3679 241790 46220,'0'-1'328'0'0,"0"-1"-264"0"0,0-2 112 0 0,0 0 16 0 0,0 0 8 0 0,0-4 640 0 0,-1-4 640 0 0,-2-6-104 0 0,-1-3-184 0 0,-2-4-120 0 0,-3-2-152 0 0,0 2-464 0 0,-1 3-48 0 0,-3 1 376 0 0,-3 1-88 0 0,-2 2-408 0 0,0 3-8 0 0,-3 1 160 0 0,-7 1-160 0 0,-4 2-32 0 0,-6 1-40 0 0,-5 1-24 0 0,-4 3-40 0 0,-4 4 8 0 0,-4 4 8 0 0,-2 6-80 0 0,-4 5-80 0 0,-2 7 0 0 0,-2 6 64 0 0,0 5 0 0 0,-1 3-64 0 0,2 3 64 0 0,3 2 8 0 0,0 2-72 0 0,2 3 0 0 0,0 4 0 0 0,-1 5 64 0 0,0 2 0 0 0,0 4 16 0 0,-1 3 24 0 0,0 8 48 0 0,2 7-16 0 0,4 2-40 0 0,4-3 32 0 0,6-5-32 0 0,6-6 48 0 0,4-3 16 0 0,4-3-80 0 0,4-5 16 0 0,6-6-96 0 0,2-1 96 0 0,1 2 0 0 0,1 3 0 0 0,0 2-16 0 0,2-3 0 0 0,3-7-80 0 0,-1-1 80 0 0,1 0 0 0 0,0 1-16 0 0,1 2 0 0 0,1-3-64 0 0,4-5 72 0 0,2-2 24 0 0,5 3 72 0 0,5 3 40 0 0,3-1-80-496 8,2-4 8 496-8,3-1 96 0 0,2 3-72-489-4,3 4-8 489 4,2 1-8 0 0,1 2-72 0 0,2-1-72-500 2,-3-4 0-43-6,-1-5 0 43 9,0-2 96 500-5,3-1 0 0 0,3-1-24 0 0,4-1-72 0 0,5-2 72 0 0,4-1-8 0 0,4-4-64 0 0,-2-3 0 0 0,-2-6 0 0 0,1-2 64-502 2,4-4 16 502-2,3-3-16 0 0,6-4 0 0 0,4-6 0 0 0,3-4 32 0 0,2-6 32 0 0,4-4-64 0 0,0-5 32 0 0,2-3 0 0 0,-2-3 0 0 0,-6 0 0 0 0,-9 2-96 0 0,-7 0 80-504-1,-7 3-80 504 1,-4 0 80 0 0,-4 1 0 0 0,4-5 80 0 0,4-7-8 0 0,3-8-8 0 0,3-5-72 0 0,2-5-72 0 0,-1-3 0 0 0,0-3 0 0 0,-3 2 64 0 0,-6 5-64 0 0,-1 1 72 0 0,-1-3-72 0 0,1-4 64 0 0,-5 3-64 0 0,-3 5 0 0 0,-4 4 0 0 0,-4 5 0 0 0,-1-4 64 0 0,1-4-64 0 0,-1-5 0 0 0,1-4 0 0 0,0-4 0 0 0,-3 4 0 0 0,-2 5 0 0 0,-1 0 0 0 0,-3-2 0 0 0,-2 2 64 0 0,-2 4-64 0 0,-1-1 0 0 0,-3-3 0 0 0,-1-3 0 0 0,-2-2 0 0 0,-1 0 64 0 0,0 0-64 0 0,1 2 0 0 0,0 0 64 0 0,1 4-64 0 0,-1 3 0 0 0,0 5 0 0 0,-3 6 0 0 0,-4 5 72 0 0,-3 6-72 0 0,-2 6 88 0 0,-3 3-8 0 0,-6 0-16 0 0,-5 1-64 0 0,-6 1 72 0 0,1 2-72 0 0,2 3 0 0 0,0 1 64 0 0,1 2-64 0 0,3-1 0 0 0,2 1 0 0 0,4-3-552 0 0,5 0-8600 0 0,6 2-4511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13.30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92 0 5983 236301 46183,'-1'0'536'0'0,"0"0"-432"0"0,0 0 0 0 0,-1 2 104 0 0,-2 4 376 0 0,-2 5 552 0 0,-1 8-40 0 0,0 6-72 0 0,1 4-512 0 0,3-1-8 0 0,2 4 488 0 0,1 3-48 0 0,2 3-56 0 0,1-1-448 0 0,-2-3-144 0 0,-1 1 240 0 0,-3 3-152 0 0,-4 4-216 0 0,0 3-88 0 0,-2 2-80 0 0,1 2 64 0 0,1-5-64 0 0,2-5 0 0 0,1-3 0 0 0,2-5 0 0 0,0-4 0 0 0,1-2 0 0 0,0-3 0 0 0,0-3 0 0 0,1-2 0 0 0,-1-3 0 0 0,1-2-192 0 0,0-6-264 0 0,2-5 224 0 0,0-9-2648 0 0,1-7 1856 0 0,2-10-2592 0 0,0-4 1272 0 0,0 0-224 0 0,-2 6-703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13.76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184 388 1375 237634 46749,'0'-7'136'0'0,"0"-5"-136"0"0,0-2 0 0 0,0 1 480 0 0,0-1 664 0 0,1-2-560 0 0,0-1 312 0 0,-1-5 1040 0 0,1-2 72 0 0,-2 1 88 0 0,-2 4-216 0 0,-2 5-320 0 0,-4 9-368 0 0,-3 6-512 0 0,-3 8-160 0 0,-3 7-192 0 0,-1 5-80 0 0,-2 3-120 0 0,2 1-64 0 0,0 1 32 0 0,4 0 64 0 0,2-1-32 0 0,4-2 0 0 0,4-4-64 0 0,2-4 0 0 0,2-4 72 0 0,3-4-64 0 0,1-5 0 0 0,2-5 88 0 0,3-6 16 0 0,2-7 32 0 0,2-8 48 0 0,2-6 0 0 0,1-7 0 0 0,0-5-16 0 0,1-4-16 0 0,-2-1-40 0 0,0 1-56 0 0,-1 4 16 0 0,-1 6 16 0 0,-1 7 64 0 0,-1 9 96 0 0,-2 10 40 0 0,1 10 72 0 0,1 11-72 0 0,1 7-232 0 0,0 3 0 0 0,-1 3 0 0 0,2 0-32 0 0,1 4 64 0 0,4 5-80 0 0,2 1 0 0 0,2 1 0 0 0,1-3-80 0 0,1-3 64 0 0,0-4-64 0 0,-1-4-6168 0 0,-3-4-1264 0 0,-4-5-2175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15.07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40 606 9215 234791 46210,'-1'-1'816'0'0,"0"-1"-656"0"0,-2-1 272 0 0,1-2 544 0 0,-4-6 640 0 0,-1-9 888 0 0,-2-8-464 0 0,2-9-712 0 0,3-7-248 0 0,5-4-312 0 0,7-5-216 0 0,5-2-288 0 0,7 0-72 0 0,4 2-96 0 0,2 8-96 0 0,-1 7 0 0 0,1 8 0 0 0,1 7 80 0 0,2 7-16 0 0,-1 10-64 0 0,-2 8 0 0 0,-5 7 0 0 0,-2 10 0 0 0,-2 13 0 0 0,-2 11 0 0 0,-3 9 0 0 0,-3 5 0 0 0,-2 0 64 0 0,-3-3-64 0 0,-3-8 64 0 0,-2-7 16 0 0,-1-10 16 0 0,-1-10 16 0 0,-1-11 40 0 0,1-11-80 0 0,2-10-8 0 0,1-11 0 0 0,2-9-64 0 0,4-10 0 0 0,2-5 0 0 0,3-4 0 0 0,3 1 0 0 0,4 4 0 0 0,1 6 0 0 0,2 8 0 0 0,1 9 0 0 0,2 9 0 0 0,1 9 0 0 0,0 10 0 0 0,0 11 0 0 0,-3 9 0 0 0,-3 10 0 0 0,-5 6 0 0 0,-5 4 0 0 0,-5 1 0 0 0,-2-5 0 0 0,-2-6 0 0 0,2-8 0 0 0,1-9 0 0 0,2-10 0 0 0,4-8 0 0 0,4-10 0 0 0,1-6 0 0 0,2-4 0 0 0,2-4 0 0 0,-1-2 0 0 0,0 2 0 0 0,-1 0 0 0 0,-1 2 0 0 0,-3 5 0 0 0,-1 3 0 0 0,-2 5 0 0 0,-1 7 0 0 0,-3 6 0 0 0,-1 6 0 0 0,-2 8 0 0 0,0 7 0 0 0,0 6 0 0 0,4 3 96 0 0,3 0 32 0 0,5-4 0 0 0,5-6 0 0 0,6-8-64 0 0,4-9-64 0 0,0-7 0 0 0,-1-6 0 0 0,0-7 64 0 0,-1-8 0 0 0,-4-3-64 0 0,-4-1 0 0 0,-4-4 0 0 0,-7-5 0 0 0,-7-3 0 0 0,-10-2 0 0 0,-6 2 0 0 0,-3 5 0 0 0,-6 4 0 0 0,-6 4 0 0 0,-4 6 64 0 0,-5 7 0 0 0,-4 9-144 530 0,-2 10 80-530 0,2 7-64 0 0,7 7 64 0 0,11 1 0 0 0,12 1 0 0 0,14-2 0 0 0,14-6 0 0 0,14-6 0 0 0,13-8 0 0 0,10-7 0 0 0,6-6 0 508-1,-2-2 0-508 1,-6 1 0 0 0,-3 1 0 0 0,-4 3 0 0 0,-1 5 0 0 0,-4 6 0 0 0,-4 6 0 0 0,-4 8 0 518 0,-7 5 0-518 0,-5 6 0 0 0,-7 5 0 516-4,-6 1 0-516 4,-2 1 0 0 0,-2-3 0 0 0,0-5 88 0 0,1-4 56 0 0,1-6-72 0 0,2-5-8 0 0,0-7 0 0 0,0-5-64 0 0,-1-9-224 0 0,0-4-64 0 0,-1-1-23239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15.221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42 51 5983 240156 46305,'-2'-2'264'0'0,"-2"-4"120"0"0,-2-2-384 0 0,0 0 0 0 0,0 2 288 0 0,1 0 392 0 0,0 0-336 0 0,1 1 488 0 0,1 2 1040 0 0,3 3-1056 0 0,6 7-1568 0 0,5 5 344 0 0,0 1-9895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8:16.01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12 550 3223 242738 47443,'-1'2'312'0'0,"0"0"-312"0"0,0 1 1240 0 0,-1-2 1704 0 0,0-2-1440 0 0,0-3 200 0 0,0 0 1808 0 0,2-10-640 0 0,2-9-928 0 0,4-8-392 0 0,3-7-512 0 0,4-1-320 0 0,4-2-448 0 0,3 2-64 0 0,2 4-80 0 0,2 4-64 0 0,2 6 16 0 0,-2 7 0 0 0,-2 6-80 0 0,-1 8 72 0 0,-1 8-72 0 0,-1 10 0 0 0,-2 10 64 0 0,-2 8-64 0 0,-4 8 0 0 0,-4 5 0 0 0,-4 0 0 0 0,-4-3 0 0 0,0-6 0 0 0,-3-5 0 0 0,-1-4 64 0 0,-2-4-64 0 0,-1-7 72 0 0,0-5-8 0 0,-1-7-64 0 0,-1-5 64 0 0,-1-7-64 0 0,-1-3 0 0 0,1-5 0 0 0,2 0 0 0 0,2 1 0 0 0,2 1 0 0 0,2 2 0 0 0,2 0 0 0 0,3-1 0 0 0,1 1 0 0 0,3-1 64 0 0,5 0-64 0 0,5 0 80 0 0,7-2-16 0 0,6 0 0 0 0,5-2 0 0 0,4-1 16 0 0,4 0 0 0 0,1 0-8 0 0,0 0-8 0 0,-1 0 0 0 0,-1-1 8 0 0,-3-1 24 0 0,-5 0-96 0 0,-5 2 96 0 0,-4-1 32 0 0,-1-4-128 0 0,-1-3 0 0 0,-2-1 0 0 0,-4 0 0 0 0,-5 1 0 0 0,-5 2 64 0 0,-9 4 16 0 0,-8 7-80 0 0,-10 9 0 0 0,-8 10 96 0 0,-6 10 0 0 0,-3 8-96 0 0,2 6 0 0 0,3 3 0 0 0,6 2 64 0 0,7 4-64 0 0,7 2 0 0 0,10 2 168 0 0,7 0 96 0 0,9 1 128 0 0,7-1-24 0 0,6-2-48 0 0,5-5-16 0 0,5-5-32 0 0,-1-8-136 0 0,-3-6-40 0 0,-1-6 64 0 0,0-6 32 0 0,2-4 48 0 0,0-4-48 0 0,-1-5-64 0 0,-2-6-64 0 0,-2-4-64 0 0,-2-3 0 0 0,-2-3 0 0 0,-3-2 0 0 0,-3 1 0 0 0,-5 3-376 0 0,-6 5-456 0 0,-5 5-6528 0 0,-5 5-1376 0 0,-1 3-2543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09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 1871 0 0,'0'0'0'0'0,"0"0"0"0"0,0-1 0 0 0,0 1 0 0 0,0 0 0 0 0,0 0 0 0 0,0 0 0 0 0,0 0 0 0 0,0-1 0 0 0,0 1 0 0 0,0 0 0 0 0,0 0 0 0 0,0 0 0 0 0,0 0 0 0 0,0-1 0 0 0,0 1 0 0 0,0 0 0 0 0,0 0 0 0 0,0 0 0 0 0,0 0 0 0 0,0-1 0 0 0,0 1 0 0 0,0 0 0 0 0,0 0 0 0 0,0 0 0 0 0,0 0 0 0 0,0 0 0 0 0,1-1 0 0 0,-1 1 0 0 0,0 0 0 0 0,0 0 0 0 0,0 0 0 0 0,0 0 0 0 0,0 0 0 0 0,0 0 0 0 0,1 0 0 0 0,-1 0 0 0 0,0-1 0 0 0,0 1 0 0 0,0 0 0 0 0,0 0 0 0 0,1 0 0 0 0,-1 0 0 0 0,0 0 0 0 0,0 0 0 0 0,0 0 0 0 0,0 0 0 0 0,1 0 0 0 0,-1 0 0 0 0,0 0 0 0 0,0 0 0 0 0,11 7 0 0 0,3 2 0 0 0,-13-10 0 0 0,-2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17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242 95 1319 0 0,'-24'-7'120'0'0,"9"3"-120"0"0,10 3 0 0 0,3 1 0 0 0,-3 0 0 0 0,-5-4 0 0 0,-10 1 0 0 0,-6-4 0 0 0,-1-2 0 0 0,1 1 0 0 0,4-1 0 0 0,3-2 0 0 0,2 2 0 0 0,6-1 0 0 0,-1-2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18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0 207 1439 0 0,'21'-12'128'0'0,"-10"5"-128"0"0,-4 5 0 0 0,-5 0 0 0 0,0 1 0 0 0,3-3 0 0 0,5-2 0 0 0,9-5 0 0 0,8-4 0 0 0,2-2 0 0 0,3-2 0 0 0,-3 1 0 0 0,0 1 0 0 0,-2 0 0 0 0,-1-2 0 0 0,-1 0 0 0 0,1-1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18.2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1 1 1463 0 0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22.0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146 186 1439 0 0,'-4'-18'5'0'0,"2"4"5"0"0,-1 0 0 0 0,0 0-1 0 0,-1 0 1 0 0,-7-15 0 0 0,11 29-10 0 0,-1-1 1 0 0,1 1-1 0 0,0-1 0 0 0,0 1 1 0 0,-1-1-1 0 0,1 1 0 0 0,0-1 1 0 0,-1 1-1 0 0,1 0 0 0 0,0-1 1 0 0,-1 1-1 0 0,1-1 0 0 0,0 1 1 0 0,-1 0-1 0 0,1 0 0 0 0,-1-1 1 0 0,1 1-1 0 0,-1 0 0 0 0,1 0 1 0 0,-1-1-1 0 0,1 1 0 0 0,-1 0 1 0 0,1 0-1 0 0,-1 0 0 0 0,1 0 1 0 0,-2 0-1 0 0,1 0 0 0 0,0 0 1 0 0,0 0-1 0 0,0 1 0 0 0,0-1 0 0 0,0 1 0 0 0,0-1 0 0 0,0 1 1 0 0,0-1-1 0 0,0 1 0 0 0,1-1 0 0 0,-1 1 0 0 0,-1 1 1 0 0,-4 4-2 0 0,1 0 1 0 0,0 0-1 0 0,-4 8 1 0 0,5-8 0 0 0,-3 6-1 0 0,2-1 0 0 0,0 1-1 0 0,0 0 1 0 0,1 0-1 0 0,0 0 1 0 0,-2 20-1 0 0,6-32 2 0 0,-11 55-39 0 0,3-1 0 0 0,-2 102-1 0 0,10-139 47 0 0,1 0-1 0 0,1 1 0 0 0,1-1 0 0 0,0 0 0 0 0,1 0 1 0 0,1-1-1 0 0,0 1 0 0 0,1-1 0 0 0,1 0 0 0 0,9 15 0 0 0,-10-21-2 0 0,0-1 0 0 0,0-1 0 0 0,0 1 0 0 0,1-1-1 0 0,0-1 1 0 0,1 1 0 0 0,0-1 0 0 0,0 0-1 0 0,0-1 1 0 0,1 0 0 0 0,0 0 0 0 0,0-1 0 0 0,0 0-1 0 0,1-1 1 0 0,0 0 0 0 0,0 0 0 0 0,16 3-1 0 0,-5-4-3 0 0,0 0 0 0 0,0-2 0 0 0,1 0 0 0 0,32-4 0 0 0,85-18 0 0 0,-12 2 0 0 0,124 5 0 0 0,-14 2 0 0 0,270-34 54 0 0,-355 34-45 0 0,160-12-5 0 0,0 18-7 0 0,-155 11 3 0 0,462 8 0 0 0,-296-28 0 0 0,-3-18 0 0 0,-94-3-21 0 0,-133 19 0 0 0,162-10-1 0 0,-139 27 22 0 0,137-8 0 0 0,-222 4 0 0 0,57-14 0 0 0,-86 17 0 0 0,-1 0-1 0 0,1 1 0 0 0,-1-1 1 0 0,0 0-1 0 0,0 0 0 0 0,1 0 0 0 0,-1 0 1 0 0,0 0-1 0 0,0 0 0 0 0,0-1 0 0 0,0 1 1 0 0,0 0-1 0 0,0-1 0 0 0,0 1 1 0 0,0 0-1 0 0,-1-1 0 0 0,1 1 0 0 0,-1-1 1 0 0,1 1-1 0 0,-1-1 0 0 0,1 1 0 0 0,-1-1 1 0 0,0 0-1 0 0,0 1 0 0 0,1-1 1 0 0,-2-2-1 0 0,1-6-9 0 0,0 1 1 0 0,-1-1 0 0 0,-2-10-1 0 0,3 18 7 0 0,-15-70-29 0 0,8 42 17 0 0,1 0 1 0 0,-2-39-1 0 0,11-49 125 0 0,-1 30-24 0 0,-2 86-84 0 0,0 0 0 0 0,-1 0-1 0 0,1 0 1 0 0,0 0 0 0 0,-1 0-1 0 0,0 0 1 0 0,-1-3 0 0 0,2 5-3 0 0,0 0 1 0 0,0-1 0 0 0,-1 1 0 0 0,1 0 0 0 0,0 0 0 0 0,0 0 0 0 0,0-1 0 0 0,0 1 0 0 0,0 0 0 0 0,0 0 0 0 0,-1 0 0 0 0,1 0 0 0 0,0 0 0 0 0,0-1 0 0 0,0 1 0 0 0,0 0-1 0 0,-1 0 1 0 0,1 0 0 0 0,0 0 0 0 0,0 0 0 0 0,0 0 0 0 0,-1 0 0 0 0,1 0 0 0 0,0 0 0 0 0,0 0 0 0 0,0 0 0 0 0,-1 0 0 0 0,1 0 0 0 0,-1 0 0 0 0,1 0 0 0 0,0 1 0 0 0,-1-1 0 0 0,1 1 0 0 0,-1-1 0 0 0,1 0 0 0 0,0 1 0 0 0,-1-1 0 0 0,1 1 0 0 0,0-1 0 0 0,0 1 0 0 0,0 0 0 0 0,-1-1 0 0 0,1 1 0 0 0,0-1 0 0 0,0 1 0 0 0,0 0 0 0 0,-37 190-49 0 0,26-126-30 0 0,8-38 71 0 0,2 1 0 0 0,0-1-1 0 0,2 1 1 0 0,8 49 0 0 0,-5-49 0 0 0,-1 1 0 0 0,-2 0 1 0 0,0-1-1 0 0,-4 33 0 0 0,-9-5 20 0 0,-7 6 48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23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140 47 1351 0 0,'0'44'42'0'0,"1"25"-243"0"0,-3 0 1 0 0,-16 103-1 0 0,8-116 82 0 0,-23 99-107 0 0,26-128 226 0 0,-2 1 1 0 0,-1-1 0 0 0,-19 37 0 0 0,27-60 64 0 0,1-2 11 0 0,0 0-1 0 0,0 1 1 0 0,-1-1 0 0 0,1 0-1 0 0,-1 0 1 0 0,1 0 0 0 0,-5 4-1 0 0,6-6-75 0 0,0 0 0 0 0,0 0 0 0 0,-1 0 0 0 0,1 0 0 0 0,0 0 0 0 0,0 0 0 0 0,-1 0 0 0 0,1 0 0 0 0,0 0 0 0 0,0 0 0 0 0,0 0 0 0 0,-1-1 0 0 0,1 1 0 0 0,0 0 0 0 0,0 0 0 0 0,0 0 0 0 0,-1 0 0 0 0,1 0 0 0 0,0 0 0 0 0,0-1 0 0 0,0 1 0 0 0,0 0 0 0 0,-1 0 0 0 0,1 0 0 0 0,0 0 0 0 0,0-1 0 0 0,0 1 0 0 0,0 0 0 0 0,0 0 0 0 0,0 0 0 0 0,0-1 0 0 0,0 1 0 0 0,0 0 0 0 0,-1 0 0 0 0,1 0 0 0 0,0-1 0 0 0,0 1 0 0 0,0 0 0 0 0,0 0 0 0 0,0-1 0 0 0,0 1 0 0 0,0 0 0 0 0,1 0 0 0 0,-1 0 0 0 0,0-1 0 0 0,0 1 0 0 0,0 0 0 0 0,0 0 0 0 0,0-13 0 0 0,0 13 0 0 0,0-3 0 0 0,9-4 0 0 0,-4 5 0 0 0,0-1 0 0 0,-1 1 0 0 0,1 0 0 0 0,0 0 0 0 0,1 1 0 0 0,-1 0 0 0 0,0 0 0 0 0,0 0 0 0 0,8 0 0 0 0,55 2 0 0 0,-16 0 0 0 0,35-4 108 0 0,265 3 1456 0 0,-224 6-1428 0 0,176-14 0 0 0,-299 8-136 0 0,198-14-8 0 0,-139 13 4 0 0,74 8 0 0 0,350 21 4 0 0,-466-27 1 0 0,153-1 33 0 0,-135-2-24 0 0,0-2 0 0 0,51-11-1 0 0,-89 15-14 0 0,-1 0-1 0 0,0 0 0 0 0,0-1 0 0 0,0 1 1 0 0,1 0-1 0 0,-1-1 0 0 0,0 1 0 0 0,0-1 1 0 0,0 0-1 0 0,0 1 0 0 0,0-1 1 0 0,0 0-1 0 0,0 0 0 0 0,0 1 0 0 0,0-1 1 0 0,0 0-1 0 0,-1 0 0 0 0,1 0 0 0 0,0 0 1 0 0,-1 0-1 0 0,1 0 0 0 0,0 0 0 0 0,0-3 1 0 0,-1 3 0 0 0,0 0 0 0 0,0 0 0 0 0,0 0 0 0 0,0 0 0 0 0,0 0 0 0 0,-1 0 0 0 0,1 0 0 0 0,0 0 0 0 0,-1 0 0 0 0,1 0 0 0 0,0 0 0 0 0,-1 0 0 0 0,1 0 1 0 0,-1 0-1 0 0,0 0 0 0 0,1 0 0 0 0,-1 0 0 0 0,0 0 0 0 0,1 1 0 0 0,-1-1 0 0 0,0 0 0 0 0,0 0 0 0 0,0 1 0 0 0,0-1 0 0 0,0 1 0 0 0,0-1 0 0 0,-1 0 0 0 0,-12-6-19 0 0,12 6 16 0 0,0 0-1 0 0,0 0 0 0 0,0 0 1 0 0,0 0-1 0 0,0-1 0 0 0,0 1 0 0 0,0 0 1 0 0,-3-4-1 0 0,5 4 7 0 0,-1 0-1 0 0,1 0 1 0 0,-1-1 0 0 0,1 1 0 0 0,-1 0-1 0 0,1 0 1 0 0,0-1 0 0 0,-1 1-1 0 0,1 0 1 0 0,0-1 0 0 0,0 1 0 0 0,0 0-1 0 0,0-1 1 0 0,0 1 0 0 0,0 0 0 0 0,0-1-1 0 0,1 1 1 0 0,-1 0 0 0 0,1-3-1 0 0,35-102-67 0 0,-23 72 27 0 0,-2 0 0 0 0,12-59-1 0 0,-20 61 21 0 0,-1 0 0 0 0,-2-1 0 0 0,0 1 0 0 0,-3 0 0 0 0,0 0 0 0 0,-3 1 0 0 0,0-1 0 0 0,-13-37-1 0 0,18 67 24 0 0,-9-24-38 0 0,9 24 35 0 0,1 1 1 0 0,-1-1-1 0 0,0 1 1 0 0,0-1-1 0 0,0 1 0 0 0,0-1 1 0 0,-1 1-1 0 0,1 0 1 0 0,0-1-1 0 0,0 1 1 0 0,-1 0-1 0 0,-2-2 0 0 0,4 3 2 0 0,-1 0 0 0 0,0 0 0 0 0,1 0 1 0 0,-1 0-1 0 0,0 0 0 0 0,1 0 0 0 0,-1 0 0 0 0,0 0 0 0 0,1 0 0 0 0,-1 0 0 0 0,0 0 0 0 0,1 0 0 0 0,-1 0 0 0 0,0 0 0 0 0,1 1 0 0 0,-1-1 0 0 0,0 0 0 0 0,1 0 0 0 0,-1 1 0 0 0,0-1 0 0 0,1 1 0 0 0,-1-1 0 0 0,1 0 0 0 0,-1 1 0 0 0,1-1 0 0 0,-1 1 0 0 0,1-1 0 0 0,-1 2 0 0 0,-13 18-34 0 0,12-17 34 0 0,-18 34-15 0 0,-26 65 0 0 0,-5 44-16 0 0,26-68 11 0 0,3 1 0 0 0,-11 83-1 0 0,30-137 24 0 0,-51 301 229 0 0,35-235-87 0 0,-50 137 1 0 0,22-111-16 0 0,-6-3 1 0 0,-4-2 0 0 0,-76 109-1 0 0,14-48-129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58.5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3041 427 1343 0 0,'15'-26'266'0'0,"-4"7"-618"0"0,13-25 0 0 0,-22 39 363 0 0,0 0-1 0 0,-1 0 1 0 0,1 0-1 0 0,-1 0 1 0 0,0 0-1 0 0,0 0 1 0 0,0 0-1 0 0,-1 0 1 0 0,0 0-1 0 0,0 0 1 0 0,-1-6-1 0 0,1 9 0 0 0,-1-1-1 0 0,0 0 1 0 0,0 1-1 0 0,0-1 0 0 0,-1 1 1 0 0,1-1-1 0 0,-1 1 0 0 0,1 0 1 0 0,-1-1-1 0 0,0 1 0 0 0,0 0 1 0 0,0 0-1 0 0,0 0 0 0 0,0 0 1 0 0,0 1-1 0 0,-1-1 0 0 0,1 0 1 0 0,-1 1-1 0 0,-4-2 1 0 0,-6-3-8 0 0,0 1 1 0 0,-25-5-1 0 0,27 7 6 0 0,-62-19 172 0 0,-108-50 0 0 0,168 66-165 0 0,-29-12 76 0 0,-1 2 0 0 0,0 2 1 0 0,-1 2-1 0 0,0 1 0 0 0,0 3 0 0 0,-73-5 0 0 0,-301 3-247 0 0,266 9 94 0 0,0 7-1 0 0,-211 35 0 0 0,322-33 107 0 0,1 2-1 0 0,-69 26 1 0 0,-70 43 133 0 0,107-46-165 0 0,5-1-59 0 0,2 3 0 0 0,0 2 0 0 0,-106 84-1 0 0,129-86 42 0 0,3 1-1 0 0,1 2 1 0 0,1 2-1 0 0,3 1 1 0 0,1 2-1 0 0,-27 47 1 0 0,36-51-40 0 0,2 2 1 0 0,2 0 0 0 0,-30 88-1 0 0,36-82 22 0 0,3 0 0 0 0,2 1 0 0 0,-5 71 0 0 0,12-61-18 0 0,12 116 0 0 0,-6-145 34 0 0,1-1-1 0 0,1 1 1 0 0,2-1-1 0 0,1-1 1 0 0,1 1-1 0 0,14 25 0 0 0,34 51-57 0 0,142 189-1 0 0,-107-182-52 0 0,-78-96 126 0 0,1 0 0 0 0,1-1-1 0 0,0-1 1 0 0,32 19 0 0 0,-8-11 10 0 0,1-2 1 0 0,1-1-1 0 0,1-3 1 0 0,0-2-1 0 0,69 12 1 0 0,-15-11-7 0 0,151 3 1 0 0,-170-17 128 0 0,0-3 0 0 0,0-3 0 0 0,-1-5 0 0 0,144-36 0 0 0,-96 9 204 0 0,184-82 1 0 0,-234 83-160 0 0,-1-3 1 0 0,-2-3-1 0 0,97-76 0 0 0,68-68 271 0 0,-187 146-378 0 0,-2-2 0 0 0,-1-2 0 0 0,-3-2 0 0 0,-2-2 0 0 0,-2-2 0 0 0,-2-2 0 0 0,-3-1 0 0 0,34-67 0 0 0,43-131-1 0 0,-106 229-42 0 0,-1 0 0 0 0,-1-1 0 0 0,-1 1 0 0 0,0-1 0 0 0,-1-27 1 0 0,-3 15 98 0 0,-2-1 0 0 0,-10-59 0 0 0,7 70-53 0 0,-2 1 0 0 0,0-1 0 0 0,-1 1-1 0 0,-2 0 1 0 0,0 1 0 0 0,-2 0 0 0 0,0 1 0 0 0,-2 0-1 0 0,-1 1 1 0 0,0 1 0 0 0,-2 0 0 0 0,0 1-1 0 0,-27-23 1 0 0,-4 3-101 0 0,-3 2 0 0 0,-72-41 1 0 0,-26-18-37 0 0,135 86-88 0 0,4 3 5 0 0,-1 0 0 0 0,-18-9 0 0 0,25 15 16 0 0,1 0-1 0 0,0 1 1 0 0,-1 0 0 0 0,1 0 0 0 0,0 0-1 0 0,-1 0 1 0 0,0 1 0 0 0,1-1-1 0 0,-1 1 1 0 0,1 0 0 0 0,-1 0 0 0 0,0 0-1 0 0,1 0 1 0 0,-6 2 0 0 0,1 1-108 0 0,-1 0 0 0 0,1 1 0 0 0,0 0 0 0 0,1 0 0 0 0,-1 1 0 0 0,1 0 0 0 0,-8 6 0 0 0,2-1 185 0 0,-26 16 14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5:59.7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1 518 1295 0 0,'38'-53'59'0'0,"-3"-1"0"0"0,52-106-1 0 0,-80 145-58 0 0,2 1 0 0 0,-1 0 0 0 0,2 0 0 0 0,0 1 0 0 0,1 0 0 0 0,0 1 0 0 0,1 0 0 0 0,0 1 0 0 0,27-19 0 0 0,-8 8-3 0 0,-14 12-9 0 0,-1-2-1 0 0,0 0 1 0 0,26-27-1 0 0,-40 33 4 0 0,-6 5 5 0 0,-14 4 5 0 0,7-1 0 0 0,-5-2-1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00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660 152 455 0 0,'2'-5'146'0'0,"0"1"-1"0"0,0-1 0 0 0,-1 0 0 0 0,1 0 0 0 0,-1 0 1 0 0,0 0-1 0 0,-1 0 0 0 0,1-7 0 0 0,-1 12-132 0 0,0 0-1 0 0,0 0 0 0 0,0-1 1 0 0,0 1-1 0 0,0 0 1 0 0,0-1-1 0 0,0 1 0 0 0,0 0 1 0 0,0 0-1 0 0,0-1 1 0 0,-1 1-1 0 0,1 0 0 0 0,0 0 1 0 0,0-1-1 0 0,0 1 1 0 0,0 0-1 0 0,0 0 0 0 0,0 0 1 0 0,-1-1-1 0 0,1 1 1 0 0,0 0-1 0 0,0 0 0 0 0,0 0 1 0 0,-1-1-1 0 0,1 1 1 0 0,0 0-1 0 0,0 0 0 0 0,-1 0 1 0 0,1 0-1 0 0,0 0 1 0 0,0 0-1 0 0,-1 0 0 0 0,1-1 1 0 0,0 1-1 0 0,0 0 1 0 0,-1 0-1 0 0,1 0 0 0 0,0 0 1 0 0,0 0-1 0 0,-1 0 1 0 0,1 0-1 0 0,0 0 0 0 0,0 0 1 0 0,-1 0-1 0 0,1 1 1 0 0,0-1-1 0 0,0 0 0 0 0,-1 0 1 0 0,1 0-1 0 0,0 0 1 0 0,0 0-1 0 0,-1 0 0 0 0,1 0 1 0 0,0 1-1 0 0,0-1 1 0 0,-1 0-1 0 0,1 0 0 0 0,0 0 1 0 0,0 1-1 0 0,0-1 1 0 0,0 0-1 0 0,-1 0 0 0 0,1 0 1 0 0,0 1-1 0 0,-14 15 303 0 0,-12 26 89 0 0,-37 75 0 0 0,-10 53-170 0 0,65-151-184 0 0,-10 30-18 0 0,1 1-1 0 0,-14 76 1 0 0,2 108 193 0 0,26-197-225 0 0,-2 0 0 0 0,-1-1 0 0 0,-2 0 0 0 0,-2 0 0 0 0,-1 0 0 0 0,-1-1 0 0 0,-22 41 0 0 0,24-57 0 0 0,-23 32 0 0 0,28-44 0 0 0,-1 1 0 0 0,-1-1 0 0 0,1 0 0 0 0,-1-1 0 0 0,-1 1 0 0 0,-11 7 0 0 0,18-13 0 0 0,0 0 0 0 0,-1 0 0 0 0,1-1 0 0 0,0 1 0 0 0,-1 0 0 0 0,1-1 0 0 0,0 1 0 0 0,-1-1 0 0 0,1 1 0 0 0,-1-1 0 0 0,1 0 0 0 0,-1 0 0 0 0,1 0 0 0 0,-1 0 0 0 0,0 0 0 0 0,1 0 0 0 0,-1 0 0 0 0,1 0 0 0 0,-1 0 0 0 0,1-1 0 0 0,0 1 0 0 0,-1-1 0 0 0,1 1 0 0 0,-1-1 0 0 0,1 1 0 0 0,0-1 0 0 0,-1 0 0 0 0,1 0 0 0 0,0 0 0 0 0,0 0 0 0 0,-1 0 0 0 0,1 0 0 0 0,0 0 0 0 0,0 0 0 0 0,0 0 0 0 0,0 0 0 0 0,0-1 0 0 0,1 1 0 0 0,-1 0 0 0 0,0-1 0 0 0,1 1 0 0 0,-2-2 0 0 0,0-3 0 0 0,0 1 0 0 0,0-1 0 0 0,0 1 0 0 0,1-1 0 0 0,0 0 0 0 0,0 0 0 0 0,0 0 0 0 0,1 0 0 0 0,0-10 0 0 0,2 5-104 0 0,0 0-1 0 0,1 1 1 0 0,0-1-1 0 0,1 1 1 0 0,0 0-1 0 0,6-12 1 0 0,38-55-1042 0 0,-22 36 910 0 0,-2 4 379 0 0,-3-1 0 0 0,-1-1 0 0 0,-2-1 0 0 0,13-44 0 0 0,7-65-128 0 0,-25 89 102 0 0,40-111 0 0 0,39-36-835 0 0,-70 163 804 0 0,2 2 1 0 0,47-64-1 0 0,-65 99 8 0 0,-1 0-1 0 0,1 0 0 0 0,1 1 0 0 0,-1 0 0 0 0,1 0 0 0 0,0 0 0 0 0,0 1 0 0 0,1 0 0 0 0,0 0 0 0 0,8-3 0 0 0,-15 8-88 0 0,-1-1 0 0 0,0 1 0 0 0,0 0-1 0 0,0 0 1 0 0,1 0 0 0 0,-1 0 0 0 0,0-1-1 0 0,0 1 1 0 0,1 0 0 0 0,-1 0 0 0 0,0 0-1 0 0,0 0 1 0 0,1 0 0 0 0,-1 0 0 0 0,0 0-1 0 0,0 0 1 0 0,1 0 0 0 0,-1 0 0 0 0,0 0-1 0 0,0 0 1 0 0,1 0 0 0 0,-1 0 0 0 0,0 0-1 0 0,0 0 1 0 0,1 0 0 0 0,-1 0 0 0 0,0 0-1 0 0,0 1 1 0 0,1-1 0 0 0,-1 0 0 0 0,0 0-1 0 0,0 0 1 0 0,0 0 0 0 0,1 0 0 0 0,-1 1-1 0 0,0-1 1 0 0,0 0 0 0 0,0 0 0 0 0,0 0-1 0 0,1 1 1 0 0,-1-1 0 0 0,0 0 0 0 0,0 0-1 0 0,0 0 1 0 0,0 1 0 0 0,0-1 0 0 0,0 0-1 0 0,0 0 1 0 0,0 1 0 0 0,1-1 0 0 0,-1 0-1 0 0,0 0 1 0 0,0 1 0 0 0,0-1 0 0 0,0 0-1 0 0,0 0 1 0 0,0 1 0 0 0,-1-1 0 0 0,1 0-1 0 0,0 0 1 0 0,0 1 0 0 0,0-1 0 0 0,0 0-1 0 0,0 0 1 0 0,0 1 0 0 0,0-1 0 0 0,-1 0-1 0 0,-8 18 137 0 0,-21 23 78 0 0,-1-3 0 0 0,-40 39 0 0 0,-79 61 140 0 0,-105 61-231 0 0,212-170-128 0 0,-75 37 0 0 0,115-64 0 0 0,-1-1 0 0 0,1 1 0 0 0,-1-1 0 0 0,1 0 0 0 0,-5 1 0 0 0,7-2 0 0 0,1 0 0 0 0,0 0 0 0 0,-1 0 0 0 0,1 0 0 0 0,-1 0 0 0 0,1 0 0 0 0,0 0 0 0 0,-1 0 0 0 0,1 0 0 0 0,-1 0 0 0 0,1 0 0 0 0,0 0 0 0 0,-1 0 0 0 0,1 0 0 0 0,-1 0 0 0 0,1 0 0 0 0,0-1 0 0 0,-1 1 0 0 0,1 0 0 0 0,0 0 0 0 0,-1 0 0 0 0,1-1 0 0 0,0 1 0 0 0,-1 0 0 0 0,1 0 0 0 0,0-1 0 0 0,-1 1 0 0 0,1 0 0 0 0,0-1 0 0 0,0 1 0 0 0,-1 0 0 0 0,1-1 0 0 0,0 1 0 0 0,0 0 0 0 0,0-1 0 0 0,0 1 0 0 0,-1-1 0 0 0,1 1 0 0 0,0 0 0 0 0,0-1 0 0 0,0 1 0 0 0,0-1 0 0 0,0 1 0 0 0,0 0 0 0 0,0-1 0 0 0,0 1 0 0 0,0-1 0 0 0,0 1 0 0 0,0 0 0 0 0,0-1 0 0 0,1 1 0 0 0,-1-1 0 0 0,0 1 0 0 0,0 0 0 0 0,0-1 0 0 0,0 1 0 0 0,1-1 0 0 0,5-11 0 0 0,0 0 0 0 0,1 0 0 0 0,0 1 0 0 0,0 0 0 0 0,1 1 0 0 0,1-1 0 0 0,13-11 0 0 0,-5 3 0 0 0,143-143 0 0 0,-78 82 0 0 0,-24 17 0 0 0,-42 43 0 0 0,1 1 0 0 0,1 1 0 0 0,1 1 0 0 0,0 0 0 0 0,27-17 0 0 0,-38 29-3 0 0,0 1-1 0 0,0-1 0 0 0,1 2 0 0 0,-1-1 0 0 0,1 1 0 0 0,0 0 1 0 0,17-2-1 0 0,-23 4 2 0 0,1 1 0 0 0,-1 0 0 0 0,1 0 0 0 0,-1 0 0 0 0,1 1 0 0 0,-1-1 0 0 0,1 1 0 0 0,-1 0 0 0 0,1 0 0 0 0,-1 0 0 0 0,0 0 0 0 0,0 1 0 0 0,1-1 1 0 0,-1 1-1 0 0,0 0 0 0 0,0 0 0 0 0,-1 0 0 0 0,1 0 0 0 0,0 0 0 0 0,-1 1 0 0 0,1-1 0 0 0,-1 1 0 0 0,4 5 0 0 0,-1 0-13 0 0,0 0 0 0 0,-1 0 0 0 0,0 0 0 0 0,0 1 0 0 0,-1 0 0 0 0,0 0 0 0 0,-1 0 0 0 0,3 15 0 0 0,-2 7 23 0 0,0 40 0 0 0,-3-41 66 0 0,6 40 0 0 0,15 33-80 0 0,4 21-669 0 0,-19-77 404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04.1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535 49 1295 0 0,'-2'-7'29'0'0,"2"5"-20"0"0,-1 0 0 0 0,1 0 0 0 0,-1 0 0 0 0,1-1 0 0 0,-1 1 0 0 0,-2-4 0 0 0,2 6-9 0 0,1-1 1 0 0,0 1-1 0 0,-1 0 1 0 0,1-1 0 0 0,-1 1-1 0 0,1-1 1 0 0,-1 1-1 0 0,1 0 1 0 0,-1 0 0 0 0,1-1-1 0 0,-1 1 1 0 0,1 0-1 0 0,-1 0 1 0 0,1 0 0 0 0,-1-1-1 0 0,1 1 1 0 0,-1 0-1 0 0,1 0 1 0 0,-1 0 0 0 0,1 0-1 0 0,-1 0 1 0 0,0 0-1 0 0,1 0 1 0 0,-1 0 0 0 0,1 0-1 0 0,-1 1 1 0 0,1-1-1 0 0,-1 0 1 0 0,1 0-1 0 0,-1 0 1 0 0,1 1 0 0 0,-1-1-1 0 0,1 0 1 0 0,-1 1-1 0 0,-6 4 0 0 0,1 0 0 0 0,0 0 0 0 0,0 1 0 0 0,1 0 0 0 0,-1 0 0 0 0,2 0 0 0 0,-1 0 0 0 0,-4 9 0 0 0,-2 0 0 0 0,-14 20 6 0 0,-1-1-1 0 0,-3-1 0 0 0,0-1 1 0 0,-2-1-1 0 0,-1-2 0 0 0,-67 46 1 0 0,52-46-33 0 0,-54 25 0 0 0,81-49 27 0 0,20-5 0 0 0,0 0 0 0 0,0 0 0 0 0,-1 0 0 0 0,1 0 0 0 0,0 0 0 0 0,0 0 0 0 0,0 0 0 0 0,0 0 0 0 0,-1 0 0 0 0,1 0 0 0 0,0 0 0 0 0,0 0 0 0 0,0 0 0 0 0,0 0 0 0 0,-1 0 0 0 0,1 0 0 0 0,0 0 0 0 0,0 0 0 0 0,0 0 0 0 0,0 0 0 0 0,-1-1 0 0 0,1 1 0 0 0,0 0 0 0 0,0 0 0 0 0,0 0 0 0 0,0 0 0 0 0,0 0 0 0 0,0 0 0 0 0,0-1 0 0 0,-1 1 0 0 0,1 0 0 0 0,0 0 0 0 0,6-9 0 0 0,10-6 0 0 0,1 2 0 0 0,32-20 0 0 0,-12 8 0 0 0,25-17 32 0 0,-3-4 0 0 0,-1-2 0 0 0,55-61 0 0 0,-89 82-32 0 0,-12 13 0 0 0,0 0 0 0 0,1 1 0 0 0,1 0 0 0 0,16-12 0 0 0,-29 24 0 0 0,-1 1-1 0 0,1 0 0 0 0,-1-1 0 0 0,0 1 0 0 0,1 0 1 0 0,-1 0-1 0 0,1-1 0 0 0,-1 1 0 0 0,1 0 0 0 0,-1 0 0 0 0,1 0 1 0 0,-1-1-1 0 0,1 1 0 0 0,-1 0 0 0 0,1 0 0 0 0,-1 0 0 0 0,1 0 1 0 0,-1 0-1 0 0,1 0 0 0 0,-1 0 0 0 0,1 0 0 0 0,-1 0 0 0 0,1 0 1 0 0,-1 0-1 0 0,1 1 0 0 0,-1-1 0 0 0,1 0 0 0 0,-1 0 1 0 0,1 1-1 0 0,0-1-3 0 0,-1 1 0 0 0,1 0 1 0 0,-1 0-1 0 0,1 0 0 0 0,-1-1 1 0 0,0 1-1 0 0,1 0 1 0 0,-1 0-1 0 0,0 0 0 0 0,0 0 1 0 0,1 0-1 0 0,-1 0 0 0 0,0-1 1 0 0,0 3-1 0 0,-4 32-77 0 0,4-35 81 0 0,-4 23 5 0 0,-1-2 18 0 0,2-1 1 0 0,-2 31-1 0 0,5-43-18 0 0,1-1 0 0 0,0 1 0 0 0,0-1-1 0 0,0 1 1 0 0,1-1 0 0 0,0 0 0 0 0,0 1 0 0 0,0-1 0 0 0,1 0 0 0 0,6 10-1 0 0,19 28-6 0 0,25 46 5 0 0,-47-78-14 0 0,-1-1 0 0 0,0 1 1 0 0,-1 0-1 0 0,0 1 0 0 0,3 22 0 0 0,-3 2 11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30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3346 179 1551 0 0,'-3'-2'12'0'0,"-1"0"-1"0"0,0 0 0 0 0,0 0 0 0 0,0 0 0 0 0,1 1 0 0 0,-1 0 0 0 0,0 0 0 0 0,-1 0 0 0 0,1 0 0 0 0,0 1 0 0 0,-7-1 0 0 0,1 0-8 0 0,-368-38-3 0 0,-1 25 0 0 0,323 17 0 0 0,-1 3 0 0 0,1 2 0 0 0,-79 21 0 0 0,-160 65 0 0 0,165-50 0 0 0,-374 116-72 0 0,302-110-25 0 0,154-41 87 0 0,0-3 0 0 0,-62 0-1 0 0,55-8 11 0 0,-1-2 0 0 0,-72-15 0 0 0,-106-36 0 0 0,119 26 0 0 0,92 23 13 0 0,15 3-5 0 0,1 1-1 0 0,-1 0 0 0 0,1 0 1 0 0,-1 1-1 0 0,0 0 0 0 0,-8 0 0 0 0,14 2-7 0 0,-1-1 0 0 0,1 1 0 0 0,-1 0 0 0 0,0 1 0 0 0,1-1 0 0 0,0 0 0 0 0,-1 1 0 0 0,1-1 0 0 0,0 1 0 0 0,0 0 0 0 0,0-1 0 0 0,0 1 0 0 0,0 0 0 0 0,0 0 0 0 0,-2 4 0 0 0,-4 5 0 0 0,-10 19 0 0 0,17-29 0 0 0,-10 22-1 0 0,1-1 0 0 0,1 2-1 0 0,1-1 1 0 0,1 1-1 0 0,-7 40 1 0 0,8-22 5 0 0,2 1-1 0 0,2 61 1 0 0,5-62 4 0 0,2 0 0 0 0,2-1 0 0 0,1 0 0 0 0,2 0 0 0 0,2-1 0 0 0,2-1 0 0 0,30 62 0 0 0,-31-74-13 0 0,-1 1-1 0 0,-1 0 1 0 0,-2 1-1 0 0,-1-1 1 0 0,-1 2-1 0 0,-1-1 1 0 0,-2 1-1 0 0,-1 0 1 0 0,-1 34-1 0 0,-5-26 37 0 0,-1 0-1 0 0,-2 0 0 0 0,-13 46 0 0 0,-44 107-80 0 0,27-89 67 0 0,5 1 1 0 0,4 1-1 0 0,-15 127 0 0 0,40-207-62 0 0,1 28-1 0 0,0 5-15 0 0,-8 1 61 0 0,6-43 0 0 0,1 0 0 0 0,0 0 0 0 0,0 19 0 0 0,2-22 11 0 0,1-1 0 0 0,1 0-1 0 0,-1 0 1 0 0,2 0 0 0 0,0 0-1 0 0,0 0 1 0 0,0-1 0 0 0,10 18-1 0 0,-10-22-4 0 0,0-1 0 0 0,1 0-1 0 0,0 1 1 0 0,0-1 0 0 0,0-1-1 0 0,0 1 1 0 0,1-1 0 0 0,0 0-1 0 0,0 0 1 0 0,0 0 0 0 0,1 0-1 0 0,-1-1 1 0 0,1 0 0 0 0,-1 0-1 0 0,1-1 1 0 0,11 4-1 0 0,1-2-5 0 0,1 0 0 0 0,0-2 0 0 0,0 0 0 0 0,0-1 0 0 0,30-2 0 0 0,96-17 0 0 0,-92 9 0 0 0,-18 4 0 0 0,96-12 0 0 0,-108 16 0 0 0,-1 1 0 0 0,0 1 0 0 0,43 6 0 0 0,-56-5 0 0 0,-1 0 0 0 0,1 1-1 0 0,-1 0 1 0 0,0 0 0 0 0,0 1-1 0 0,0 0 1 0 0,0 0 0 0 0,-1 1-1 0 0,0 0 1 0 0,0 0 0 0 0,0 1-1 0 0,-1 0 1 0 0,9 9 0 0 0,-4-1 9 0 0,-1-1 1 0 0,-1 2 0 0 0,0 0-1 0 0,0 0 1 0 0,10 29 0 0 0,-12-27-34 0 0,0-1 0 0 0,1 0 1 0 0,0-1-1 0 0,2 0 0 0 0,-1 0 1 0 0,2-1-1 0 0,0-1 0 0 0,25 25 0 0 0,-10-15 17 0 0,2-1-1 0 0,43 27 0 0 0,-59-42 7 0 0,1 0-1 0 0,1 0 0 0 0,-1-2 0 0 0,1 0 1 0 0,0 0-1 0 0,1-1 0 0 0,-1-1 1 0 0,25 2-1 0 0,-15-4 109 0 0,1-2-1 0 0,0 0 1 0 0,0-1 0 0 0,40-11 0 0 0,94-34-459 0 0,337-163 1287 0 0,-421 172-757 0 0,-2-2 1 0 0,-2-3-1 0 0,122-99 0 0 0,-96 55-76 0 0,-4-5 0 0 0,-4-3 0 0 0,126-178 0 0 0,-172 211-102 0 0,-3-3 0 0 0,-2-1 0 0 0,53-130 0 0 0,-80 165 0 0 0,-2-1 0 0 0,0 0 0 0 0,-3 0 0 0 0,0-1 0 0 0,-2 0 0 0 0,-1 0 0 0 0,-2 0 0 0 0,-2 0 0 0 0,0 0 0 0 0,-3 0 0 0 0,0 0 0 0 0,-2 0 0 0 0,-14-41 0 0 0,3 27 0 0 0,-6-19 0 0 0,21 59 0 0 0,0-1 0 0 0,1 1 0 0 0,0-1 0 0 0,0 1 0 0 0,1-1 0 0 0,1-14 0 0 0,0 15 0 0 0,1 1 0 0 0,0 0 0 0 0,0 1 0 0 0,0-1 0 0 0,1 0 0 0 0,0 1 0 0 0,0-1 0 0 0,0 1 0 0 0,1 0 0 0 0,-1 0 0 0 0,1 0 0 0 0,1 0 0 0 0,-1 1 0 0 0,8-6 0 0 0,6-4 0 0 0,1 0 0 0 0,31-17 0 0 0,236-118-330 0 0,50-29-212 0 0,-286 149 373 0 0,-17 11 47 0 0,-1-1 0 0 0,52-42-1 0 0,-81 58 118 0 0,0 0-1 0 0,0 0 1 0 0,0 0-1 0 0,0 0 1 0 0,-1-1-1 0 0,1 1 1 0 0,-1-1-1 0 0,0 1 1 0 0,0-1-1 0 0,0 0 1 0 0,2-7-1 0 0,-3 9 6 0 0,-1 0-1 0 0,0 1 0 0 0,0-1 0 0 0,0 0 1 0 0,0 0-1 0 0,0 0 0 0 0,-1 0 0 0 0,1 0 0 0 0,0 0 1 0 0,-1 0-1 0 0,0 0 0 0 0,1 1 0 0 0,-1-1 0 0 0,0 0 1 0 0,0 0-1 0 0,0 1 0 0 0,0-1 0 0 0,0 0 1 0 0,0 1-1 0 0,-1-1 0 0 0,1 1 0 0 0,0 0 0 0 0,-1-1 1 0 0,1 1-1 0 0,-1 0 0 0 0,0 0 0 0 0,-1-1 0 0 0,-7-4 11 0 0,0 0 0 0 0,-1 0 0 0 0,1 1 0 0 0,-15-4 0 0 0,-49-12 156 0 0,64 18-131 0 0,-194-40 784 0 0,-51-14-93 0 0,223 47-653 0 0,1-1-1 0 0,0-1 1 0 0,1-2-1 0 0,1-1 1 0 0,-52-36-1 0 0,40 18 51 0 0,-41-43-1 0 0,-33-27 177 0 0,105 96-283 0 0,0 0 1 0 0,-1 0-1 0 0,0 1 0 0 0,-1 1 0 0 0,1 0 0 0 0,-1 0 1 0 0,-18-4-1 0 0,12 5 3 0 0,0 1 0 0 0,0 1 0 0 0,0 1 0 0 0,-30 1 0 0 0,-228 35-19 0 0,191-21 0 0 0,-103 16 0 0 0,-461 63 0 0 0,-114-26-506 0 0,492-44 371 0 0,54-5 104 0 0,0-1 31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58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 1759 0 0,'-12'3'0'0'0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48.2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15 288 0 0,'-12'-14'16010'0'0,"11"27"-15278"0"0,1-1-1 0 0,0 1 0 0 0,1 0 1 0 0,4 21-1 0 0,-3-26-760 0 0,1 0-1 0 0,-1 0 1 0 0,1-1-1 0 0,1 1 1 0 0,-1-1-1 0 0,1 0 1 0 0,1 0-1 0 0,-1 0 1 0 0,7 7-1 0 0,82 85 30 0 0,31 39 0 0 0,-101-110-31 0 0,1-1 0 0 0,1-1-1 0 0,36 29 1 0 0,41 21-5191 0 0,-51-42-727 0 0,2-4 4376 0 0,-36-21 1623 0 0,1-1 0 0 0,0-1 1 0 0,0 0-1 0 0,25 5 0 0 0,45 11-34 0 0,-57-14-2 0 0,0-1-1 0 0,0-2 0 0 0,45 4 1 0 0,-43-11-14 0 0,0 0 0 0 0,0-2 0 0 0,0-2 0 0 0,63-17 0 0 0,-64 15 0 0 0,-1 3 0 0 0,1 0 0 0 0,44 1 0 0 0,39-3-6 0 0,61-21-20 0 0,-110 16 34 0 0,0 2 0 0 0,1 3 0 0 0,90 5 0 0 0,-136 2-8 0 0,0 2 0 0 0,0 0 0 0 0,25 8 0 0 0,61 24 0 0 0,-30-8 0 0 0,-57-21 75 0 0,31 14 1 0 0,-44-16 121 0 0,1 0 1 0 0,-1 0 0 0 0,0 1 0 0 0,0 0 0 0 0,-1 1 0 0 0,12 11 0 0 0,-8-6 981 0 0,0 2-1 0 0,15 24 0 0 0,-21-29 692 0 0,0 0-1 0 0,0 1 0 0 0,3 12 0 0 0,-5-4-1869 0 0,-2-10 0 0 0,8-47 0 0 0,-5 29-72 0 0,1 0 0 0 0,0 1 0 0 0,0-1 0 0 0,1 1 0 0 0,8-14-1 0 0,35-42 268 0 0,-43 60 5 0 0,3-4-1140 0 0,0 1 0 0 0,1 0-1 0 0,0 0 1 0 0,1 1 0 0 0,0 1 0 0 0,19-13 0 0 0,-12 11-1406 0 0,26-10 0 0 0,-1 4 2029 0 0,29-10 343 0 0,-42 14 65 0 0,0 1 1 0 0,1 1 0 0 0,41-6 0 0 0,-38 13 175 0 0,0 1 0 0 0,66 8 0 0 0,-58-3 12 0 0,50-1 0 0 0,-67-5-235 0 0,0-2 0 0 0,-1-1 0 0 0,0 0 0 0 0,35-14 0 0 0,-37 11-20 0 0,0 1 1 0 0,0 1 0 0 0,1 1-1 0 0,0 1 1 0 0,34-2 0 0 0,-29 7 57 0 0,39 7 0 0 0,-40-3-6 0 0,41 0 0 0 0,-43-6-42 0 0,1-1 0 0 0,0-1 0 0 0,-1-1 1 0 0,0-1-1 0 0,0-1 0 0 0,46-18 1 0 0,-60 19-15 0 0,0 0 1 0 0,-1-1 0 0 0,1 0 0 0 0,15-14 0 0 0,31-35 178 0 0,7-6-70 0 0,-9 20-105 0 0,20-16 16 0 0,-72 55 252 0 0,-1 0 0 0 0,1 0 1 0 0,0 0-1 0 0,-1 0 0 0 0,0-1 1 0 0,1 1-1 0 0,-1 0 0 0 0,0-1 0 0 0,0 1 1 0 0,1-5-1 0 0,-2 7-240 0 0,1-1 1 0 0,-1 1-1 0 0,0-1 0 0 0,0 0 0 0 0,0 1 1 0 0,0-1-1 0 0,0 1 0 0 0,0-1 0 0 0,0 0 0 0 0,0 1 1 0 0,0-1-1 0 0,0 1 0 0 0,0-1 0 0 0,-1 0 1 0 0,1 1-1 0 0,0-1 0 0 0,0 1 0 0 0,-1-1 1 0 0,1 1-1 0 0,0-1 0 0 0,0 1 0 0 0,-1-1 0 0 0,1 1 1 0 0,-1-1-1 0 0,1 1 0 0 0,0-1 0 0 0,-1 1 1 0 0,1 0-1 0 0,-1-1 0 0 0,1 1 0 0 0,-1 0 1 0 0,1-1-1 0 0,-1 1 0 0 0,1 0 0 0 0,-1 0 0 0 0,0-1 1 0 0,1 1-1 0 0,-1 0 0 0 0,1 0 0 0 0,-1 0 1 0 0,0 0-1 0 0,1 0 0 0 0,-1 0 0 0 0,1 0 1 0 0,-1 0-1 0 0,0 0 0 0 0,1 0 0 0 0,-1 0 0 0 0,1 0 1 0 0,-1 0-1 0 0,0 1 0 0 0,-9 0-3380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5.4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237 88 1380 0 0,'-28'-37'13306'0'0,"20"28"-12063"0"0,0 0 1 0 0,0 1 0 0 0,-16-12-1 0 0,23 20-1243 0 0,1-1 0 0 0,-1 1 0 0 0,0-1 0 0 0,0 1 0 0 0,0-1 0 0 0,1 1 0 0 0,-1 0 0 0 0,0 0 0 0 0,0-1 0 0 0,0 1 0 0 0,0 0 0 0 0,1 0 0 0 0,-1 0 0 0 0,0 0 0 0 0,0 0 0 0 0,0 0 0 0 0,0 0 0 0 0,0 0 0 0 0,0 0 0 0 0,1 0 0 0 0,-1 1 0 0 0,0-1 0 0 0,0 0 0 0 0,0 0 0 0 0,0 1 0 0 0,1-1 0 0 0,-1 1 0 0 0,0-1 0 0 0,0 1 0 0 0,1-1 0 0 0,-1 1 0 0 0,0-1 0 0 0,1 1 0 0 0,-1 0 0 0 0,1-1 0 0 0,-1 1 0 0 0,1 0 0 0 0,-1 0 0 0 0,-3 5 0 0 0,1 0 0 0 0,0-1 0 0 0,0 1 0 0 0,-3 7 0 0 0,4-6 0 0 0,-6 13 0 0 0,2-1 0 0 0,0 1 0 0 0,2-1 0 0 0,0 2 0 0 0,1-1 0 0 0,0 39 0 0 0,3-33 0 0 0,2 1 0 0 0,0-1 0 0 0,2 1 0 0 0,14 46 0 0 0,-15-61 0 0 0,2 1 0 0 0,-1-2 0 0 0,2 1 0 0 0,-1 0 0 0 0,2-1 0 0 0,13 19 0 0 0,-18-27 0 0 0,1 1 0 0 0,0-1 0 0 0,0 0 0 0 0,1 0 0 0 0,-1 0 0 0 0,0 0 0 0 0,1-1 0 0 0,0 0 0 0 0,-1 1 0 0 0,1-1 0 0 0,0 0 0 0 0,0-1 0 0 0,0 1 0 0 0,1-1 0 0 0,-1 0 0 0 0,0 0 0 0 0,1 0 0 0 0,-1 0 0 0 0,0-1 0 0 0,1 0 0 0 0,-1 0 0 0 0,0 0 0 0 0,7-1 0 0 0,-2-1-37 0 0,-1 0 0 0 0,1-1 0 0 0,-1 0-1 0 0,1-1 1 0 0,-1 0 0 0 0,0 0 0 0 0,-1-1 0 0 0,1 0 0 0 0,-1 0-1 0 0,0-1 1 0 0,0 1 0 0 0,0-2 0 0 0,-1 1 0 0 0,9-13-1 0 0,-9 12-368 0 0,0-1-1 0 0,-1 0 1 0 0,0-1-1 0 0,-1 1 1 0 0,0-1 0 0 0,0 0-1 0 0,-1 0 1 0 0,0 0-1 0 0,0-1 1 0 0,-1 1-1 0 0,0-1 1 0 0,-1 1-1 0 0,0-16 1 0 0,-2 9 241 0 0,-1 0 1 0 0,0 0 0 0 0,-1 1 0 0 0,-1-1-1 0 0,-1 1 1 0 0,0-1 0 0 0,-1 1 0 0 0,-15-27-1 0 0,11 26 198 0 0,0 0 0 0 0,-1 1-1 0 0,-1 0 1 0 0,0 1-1 0 0,-1 0 1 0 0,-1 1 0 0 0,-19-16-1 0 0,29 26-26 0 0,0 1-1 0 0,0-1 1 0 0,0 1-1 0 0,0 0 1 0 0,0 0-1 0 0,0 0 1 0 0,0 1-1 0 0,-1-1 1 0 0,1 1-1 0 0,0 0 1 0 0,-1 1 0 0 0,1-1-1 0 0,-1 1 1 0 0,-8 0-1 0 0,7 1 0 0 0,-1 0-1 0 0,1 0 1 0 0,0 0 0 0 0,0 1-1 0 0,1 0 1 0 0,-1 1-1 0 0,0-1 1 0 0,1 1 0 0 0,-11 7-1 0 0,6-2-4 0 0,0 0 0 0 0,0 1 0 0 0,1 0 0 0 0,0 1 0 0 0,0 0 0 0 0,1 0 0 0 0,1 1 0 0 0,0 0 1 0 0,-11 21-1 0 0,15-23-858 0 0,-1 0 0 0 0,1 1 0 0 0,-2 13 0 0 0,1 5-2966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0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69 264 3456 0 0,'-13'2'880'0'0,"8"-1"-278"0"0,-1-1 1 0 0,1 1-1 0 0,0-1 0 0 0,-1 0 0 0 0,1-1 0 0 0,-18-7 6602 0 0,23 7-6856 0 0,0 0-144 0 0,0 1 1 0 0,-1-1-1 0 0,1 1 1 0 0,0-1-1 0 0,0 0 1 0 0,0 1-1 0 0,0-1 1 0 0,0 1-1 0 0,0-1 1 0 0,1 0-1 0 0,-1 1 1 0 0,0-1-1 0 0,0 1 1 0 0,0-1-1 0 0,1 0 1 0 0,0-1-131 0 0,-1 1 0 0 0,1-1 0 0 0,0 1 0 0 0,0-1 0 0 0,1 1 0 0 0,-1 0-1 0 0,0-1 1 0 0,0 1 0 0 0,1 0 0 0 0,-1 0 0 0 0,2-1 0 0 0,6-2-73 0 0,-1 0 1 0 0,1 1-1 0 0,0 0 0 0 0,0 1 0 0 0,16-2 0 0 0,49-3-55 0 0,-53 6-23 0 0,402-11-7234 0 0,2 17 1803 0 0,-18 0 5911 0 0,1014 12-395 0 0,-1313-15-16 0 0,490-8 5 0 0,-1-20 27 0 0,-514 22-12 0 0,184-9 27 0 0,405-17 37 0 0,2 17 140 0 0,23 24 16 0 0,261-1-72 0 0,205-27 37 0 0,-438 5-70 0 0,86 7 64 0 0,239-4 260 0 0,-76-24-29 0 0,-924 31-400 0 0,542-31 121 0 0,-329 22-114 0 0,99-8-38 0 0,-230 11-1653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2.3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6354 2072 0 0,'-19'-8'14674'0'0,"14"4"-15123"0"0,6 3 570 0 0,-1 1 0 0 0,0 0 0 0 0,1-1 0 0 0,-1 1 0 0 0,0-1 0 0 0,1 1 0 0 0,-1 0 0 0 0,0 0 0 0 0,1-1 0 0 0,-1 1 0 0 0,0 0 0 0 0,1 0 0 0 0,-1-1 0 0 0,1 1 0 0 0,-1 0 0 0 0,1 0 0 0 0,-1 0 0 0 0,1 0 0 0 0,-1-1 0 0 0,0 1 0 0 0,1 0 0 0 0,-1 0 0 0 0,1 0 0 0 0,13-2 338 0 0,5 3-459 0 0,-1 1 0 0 0,36 8 0 0 0,-32-5 0 0 0,32 3 0 0 0,-33-7 0 0 0,1-1 0 0 0,-1-1 0 0 0,1-1 0 0 0,31-7 0 0 0,-15 0 0 0 0,58-24 0 0 0,128-43-1435 0 0,3-2-4168 0 0,-171 56 3926 0 0,-2-2-1 0 0,52-33 1 0 0,-8-3 1683 0 0,69-41 34 0 0,176-124 315 0 0,-21-33 470 0 0,235-261 215 0 0,-284 242-787 0 0,70-74-34 0 0,-159 151-195 0 0,75-82 22 0 0,80-144-7 0 0,-235 288-35 0 0,289-458 92 0 0,-367 551-89 0 0,230-390 191 0 0,18 13 111 0 0,-230 358-299 0 0,167-229 58 0 0,20 15-25 0 0,167-113-43 0 0,-320 320 0 0 0,4 4 0 0 0,178-111 0 0 0,-151 115 22 0 0,226-94 0 0 0,-232 121-29 0 0,2 6 1 0 0,1 3-1 0 0,1 6 1 0 0,123-10 0 0 0,-157 26 1 0 0,1 3 1 0 0,-1 3-1 0 0,0 3 1 0 0,80 15 0 0 0,-94-7 0 0 0,0 2 0 0 0,-1 2 1 0 0,0 4-1 0 0,-1 1 0 0 0,74 41 1 0 0,-5 12 3 0 0,155 119 0 0 0,-66-10-37 0 0,-18 17-8 0 0,-33-19 19 0 0,-53-57-1 0 0,141 171 21 0 0,-105-118 7 0 0,476 508-33 0 0,-128-194 32 0 0,24-27 0 0 0,57 28 0 0 0,-334-283 0 0 0,25 28 0 0 0,86 73 0 0 0,-319-282 0 0 0,496 403 18 0 0,14-22 0 0 0,-105-118 108 0 0,-293-204-53 0 0,171 72 0 0 0,103 7 33 0 0,15-46-87 0 0,-54-46 58 0 0,184 41-829 0 0,-532-108-3074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3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 2764 0 0,'11'-5'8329'0'0,"-9"4"-7840"0"0,16-1 4248 0 0,-18 2-4658 0 0,18-2 613 0 0,1 1 1 0 0,-1 1-1 0 0,0 1 1 0 0,34 6 0 0 0,70 22-963 0 0,-10-1 339 0 0,-32-15-220 0 0,100 4-1 0 0,82-14-3133 0 0,64 1-3639 0 0,-186 2 6880 0 0,-53 1 110 0 0,123 1 725 0 0,-203-8-483 0 0,0-1 1 0 0,-1 0 0 0 0,1 0-1 0 0,0 0 1 0 0,-1-1-1 0 0,0 0 1 0 0,1-1 0 0 0,-1 1-1 0 0,0-1 1 0 0,10-7-1 0 0,-6 1-2288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3.8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1152 0 0,'1'63'2706'0'0,"1"-19"-495"0"0,0-20-2211 0 0,-1-14 2850 0 0,1 1-2850 0 0,1 16 1151 0 0,3 32-2040 0 0,0 33 889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4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69 1 2304 0 0,'-18'267'9485'0'0,"19"-154"-11218"0"0,0-91 1640 0 0,1 235-4992 0 0,-5-188 2936 0 0,-20 118 0 0 0,11-139 2149 0 0,-4 1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4.2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1 460 0 0,'3'268'3670'0'0,"-16"-1"-2254"0"0,12-244-1952 0 0,-3 45 130 0 0,-1 284 896 0 0,5-341-596 0 0,1 0 1 0 0,0 0 0 0 0,1 0 0 0 0,1-1 0 0 0,5 17-1 0 0,0-10-1516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29.8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14 285 460 0 0,'-14'10'16751'0'0,"80"-17"-15462"0"0,68-14 1 0 0,1-2-2222 0 0,10 5-3621 0 0,183 2 1 0 0,-71 24 359 0 0,129 16 3126 0 0,184 7 1406 0 0,737-45-339 0 0,565-57 0 0 0,-662-21 224 0 0,-633 20-170 0 0,-469 57-134 0 0,-67 9-455 0 0,-26 4-983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30.2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376 21 1612 0 0,'9'-20'10517'0'0,"-4"22"-9078"0"0,32 15 3797 0 0,-8-4-5022 0 0,0 1 0 0 0,-1 1 0 0 0,34 24 0 0 0,-44-25-214 0 0,29 30 0 0 0,-43-40 0 0 0,1 1 0 0 0,-2 0 0 0 0,1-1 0 0 0,0 1 0 0 0,-1 1 0 0 0,0-1 0 0 0,-1 0 0 0 0,1 1 0 0 0,-1 0 0 0 0,0-1 0 0 0,0 1 0 0 0,1 7 0 0 0,-3-10 1 0 0,0 0-1 0 0,0 0 1 0 0,-1 1 0 0 0,1-1-1 0 0,-1 0 1 0 0,1 0-1 0 0,-1 0 1 0 0,0 0-1 0 0,0 0 1 0 0,-1 0 0 0 0,1 0-1 0 0,-1 0 1 0 0,1-1-1 0 0,-1 1 1 0 0,0 0-1 0 0,0-1 1 0 0,0 0 0 0 0,0 1-1 0 0,0-1 1 0 0,-6 4-1 0 0,-4 3-81 0 0,-1 0 1 0 0,1-1-1 0 0,-17 7 0 0 0,20-10-64 0 0,-475 228-6575 0 0,394-196 2309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30.9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423 16 1380 0 0,'-25'-16'20560'0'0,"14"22"-22840"0"0,-8 7 2280 0 0,0 1 0 0 0,0 0 0 0 0,-17 20 0 0 0,14-14 0 0 0,-19 19-1360 0 0,2 2 0 0 0,2 1-1 0 0,1 2 1 0 0,-49 80 0 0 0,80-115 840 0 0,0 0 0 0 0,1 0 0 0 0,0 0 0 0 0,0 0 0 0 0,1 1 0 0 0,0 0 0 0 0,-1 12 0 0 0,3-19 678 0 0,1 0 0 0 0,-1 0 0 0 0,1 0 0 0 0,0 0 0 0 0,0-1 1 0 0,0 1-1 0 0,1 0 0 0 0,-1 0 0 0 0,1 0 0 0 0,0 0 0 0 0,0 0 0 0 0,0 0 0 0 0,0-1 0 0 0,0 1 0 0 0,0 0 0 0 0,1-1 0 0 0,-1 1 1 0 0,1-1-1 0 0,0 0 0 0 0,0 1 0 0 0,0-1 0 0 0,0 0 0 0 0,0 0 0 0 0,0 0 0 0 0,0 0 0 0 0,1-1 0 0 0,-1 1 0 0 0,6 2 0 0 0,4 1 629 0 0,0 0-1 0 0,0-1 1 0 0,1-1-1 0 0,-1 0 0 0 0,18 2 1 0 0,68 0 903 0 0,-86-4-1722 0 0,89-3-74 0 0,-46 0-181 0 0,-13 1-1496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31.8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372 245 3456 0 0,'-9'4'9710'0'0,"7"-3"-8963"0"0,-8 10 2731 0 0,-2 15-1528 0 0,9-20-1920 0 0,1 1 0 0 0,0 0 0 0 0,0 1 1 0 0,1-1-1 0 0,0 0 0 0 0,0 0 0 0 0,1 1 0 0 0,0-1 0 0 0,0 0 0 0 0,2 8 1 0 0,2 8-36 0 0,13 41 1 0 0,-11-46 3 0 0,-1 1 0 0 0,0 1 0 0 0,1 21 0 0 0,-6-38 1 0 0,0 0 0 0 0,0 0 0 0 0,0-1 0 0 0,0 1 0 0 0,0 0 0 0 0,-1 0 0 0 0,0 0 0 0 0,1 0 0 0 0,-1-1 0 0 0,0 1 0 0 0,0 0 0 0 0,-1-1 0 0 0,1 1 0 0 0,-3 3 0 0 0,3-5 0 0 0,1 0 0 0 0,-1-1 0 0 0,0 1 0 0 0,0 0 0 0 0,0 0 0 0 0,0-1 0 0 0,0 1 0 0 0,0-1 0 0 0,0 1 0 0 0,0-1 0 0 0,0 1 0 0 0,-1-1 0 0 0,1 1 0 0 0,0-1 0 0 0,0 0 0 0 0,0 0 0 0 0,0 0 0 0 0,-1 0 0 0 0,1 0 0 0 0,0 0 0 0 0,0 0 0 0 0,0 0 0 0 0,-1 0 0 0 0,1 0 0 0 0,0-1 0 0 0,0 1 0 0 0,0 0 0 0 0,0-1 0 0 0,0 1 0 0 0,0-1 0 0 0,-1 1 0 0 0,1-1 0 0 0,0 0 0 0 0,0 1 0 0 0,1-1 0 0 0,-2-1 0 0 0,-28-21-277 0 0,1-2-1 0 0,-33-37 0 0 0,7 7-2165 0 0,-23-28-3519 0 0,68 71 5677 0 0,1 0 0 0 0,0-1 0 0 0,1 0 0 0 0,1 0 0 0 0,-9-20 0 0 0,15 29 285 0 0,0 0 0 0 0,-1 1 0 0 0,1-1 0 0 0,1 0 0 0 0,-1 1 0 0 0,1-1 0 0 0,-1 0 0 0 0,1 0 0 0 0,0 0 0 0 0,0 0 0 0 0,1 1 0 0 0,-1-1 1 0 0,1 0-1 0 0,0 0 0 0 0,0 1 0 0 0,0-1 0 0 0,0 0 0 0 0,4-5 0 0 0,-2 5 74 0 0,0 0-1 0 0,0 0 1 0 0,0 0-1 0 0,1 0 1 0 0,-1 0-1 0 0,1 1 1 0 0,0 0 0 0 0,0 0-1 0 0,0 0 1 0 0,0 0-1 0 0,1 1 1 0 0,-1 0 0 0 0,8-3-1 0 0,50-17-100 0 0,115-24 0 0 0,-16 18 191 0 0,-144 24-7 0 0,26-10 0 0 0,11-2 501 0 0,-18 11 3498 0 0,-30 6-3781 0 0,0 2-652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42.3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27 460 0 0,'5'-25'15058'0'0,"-2"23"-15566"0"0,-2 4 963 0 0,0 0 0 0 0,0 0-1 0 0,0 0 1 0 0,0 0 0 0 0,-1 0-1 0 0,1 0 1 0 0,-1 0 0 0 0,1 0 0 0 0,-1 0-1 0 0,0 4 1 0 0,0-5-807 0 0,23 276-205 0 0,-17-1-4045 0 0,-2-55-314 0 0,8-77 176 0 0,-7-106 3034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43.2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6 2764 0 0,'-18'-6'12069'0'0,"17"7"-11813"0"0,-1 1 174 0 0,0-1-1 0 0,0 1 1 0 0,0 0-1 0 0,0 0 0 0 0,1-1 1 0 0,-1 1-1 0 0,0 0 1 0 0,-1 3-1 0 0,-1 4-342 0 0,0 0-1 0 0,1 0 1 0 0,0 0 0 0 0,1 0-1 0 0,0 0 1 0 0,0 0 0 0 0,1 1-1 0 0,0 8 1 0 0,4 80-255 0 0,-1-65 159 0 0,15 187-2468 0 0,-12-150 605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44.1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0 1152 0 0,'-10'27'16231'0'0,"10"-21"-17209"0"0,0 10 1661 0 0,1-1 0 0 0,0 1 0 0 0,1 0-1 0 0,9 29 1 0 0,-6-24-765 0 0,4 37-1 0 0,-7-29 70 0 0,-2 1 0 0 0,-8 55-1 0 0,-18 58-1322 0 0,18-107 576 0 0,-20 98-1961 0 0,17-89 1898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54.2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276 262 1380 0 0,'-22'17'14214'0'0,"21"-13"-13503"0"0,-7 13 3010 0 0,4-2-4087 0 0,1-3 366 0 0,1 1 0 0 0,1-1 0 0 0,0 1 0 0 0,2 17 0 0 0,8 52 0 0 0,-1-9 0 0 0,-7-63 0 0 0,1 66 0 0 0,-2-67 0 0 0,-1 1 0 0 0,0-1 0 0 0,-1 1 0 0 0,0-1 0 0 0,-5 17 0 0 0,6-25 0 0 0,1 1 0 0 0,-1-1 0 0 0,1 0 0 0 0,-1 0 0 0 0,1 0 0 0 0,-1 1 0 0 0,0-1 0 0 0,0 0 0 0 0,1 0 0 0 0,-1 0 0 0 0,0 0 0 0 0,0 0 0 0 0,0 0 0 0 0,0 0 0 0 0,0 0 0 0 0,0-1 0 0 0,-1 1 0 0 0,1 0 0 0 0,0-1 0 0 0,-2 1 0 0 0,2 0 0 0 0,0-1 0 0 0,-1 0 0 0 0,1 0 0 0 0,-1 0 0 0 0,1 0 0 0 0,0-1 0 0 0,-1 1 0 0 0,1 0 0 0 0,0 0 0 0 0,-1-1 0 0 0,1 1 0 0 0,0-1 0 0 0,-1 1 0 0 0,1-1 0 0 0,0 0 0 0 0,-2-1 0 0 0,-4-4 0 0 0,-1 0 0 0 0,1-1 0 0 0,1 0 0 0 0,-10-12 0 0 0,9 10 0 0 0,-5-6 12 0 0,1 0 0 0 0,1-1 0 0 0,0-1 0 0 0,1 1 0 0 0,1-1 0 0 0,-8-24 0 0 0,1-6-529 0 0,-10-58 0 0 0,19 79-66 0 0,-1-7-1478 0 0,0-1 0 0 0,2 1 0 0 0,2-1 1 0 0,0-36-1 0 0,4 68 2137 0 0,-1-1-1 0 0,0 0 1 0 0,1 0-1 0 0,0 0 1 0 0,-1 0-1 0 0,1 1 1 0 0,0-1-1 0 0,1 0 1 0 0,-1 1 0 0 0,0-1-1 0 0,1 1 1 0 0,-1-1-1 0 0,1 1 1 0 0,0-1-1 0 0,0 1 1 0 0,0 0-1 0 0,0 0 1 0 0,0 0 0 0 0,0 0-1 0 0,1 1 1 0 0,-1-1-1 0 0,1 1 1 0 0,-1-1-1 0 0,1 1 1 0 0,-1 0-1 0 0,1 0 1 0 0,4-2 0 0 0,7 0 805 0 0,0 0 1 0 0,0 1-1 0 0,1 0 1 0 0,20 1 0 0 0,-9 0 222 0 0,20-4-3249 0 0,-1-1-1 0 0,81-22 1 0 0,-35-1 1867 0 0,-59 21-1990 0 0,-19 7-510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29:55.2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318 237 460 0 0,'-43'12'20550'0'0,"43"-9"-20113"0"0,1 13-2224 0 0,9 19 1787 0 0,2 10 0 0 0,10 57 0 0 0,-21-88 0 0 0,1 0 0 0 0,-1 0 0 0 0,-1 0 0 0 0,-1 1 0 0 0,0-1 0 0 0,-1 0 0 0 0,0 0 0 0 0,-7 21 0 0 0,7-30 0 0 0,0 1 0 0 0,0-1 0 0 0,0 0 0 0 0,-5 6 0 0 0,7-10 0 0 0,0-1 0 0 0,0 1 0 0 0,-1 0 0 0 0,1-1 0 0 0,-1 1 0 0 0,1-1 0 0 0,-1 1 0 0 0,1 0 0 0 0,-1-1 0 0 0,1 1 0 0 0,-1-1 0 0 0,1 1 0 0 0,-1-1 0 0 0,0 0 0 0 0,1 1 0 0 0,-1-1 0 0 0,0 0 0 0 0,1 1 0 0 0,-1-1 0 0 0,0 0 0 0 0,1 0 0 0 0,-1 1 0 0 0,0-1 0 0 0,0 0 0 0 0,1 0 0 0 0,-1 0 0 0 0,0 0 0 0 0,0 0 0 0 0,1 0 0 0 0,-1 0 0 0 0,0 0 0 0 0,0 0 0 0 0,1-1 0 0 0,-1 1 0 0 0,0 0 0 0 0,1 0 0 0 0,-1-1 0 0 0,0 1 0 0 0,1 0 0 0 0,-1-1 0 0 0,0 1 0 0 0,0-2 0 0 0,-14-12 0 0 0,1 0 0 0 0,1-2 0 0 0,-16-23 0 0 0,-16-20 0 0 0,27 38 0 0 0,-49-57 0 0 0,57 65 0 0 0,0-1 0 0 0,1 0 0 0 0,-14-31 0 0 0,20 38 0 0 0,1 0 0 0 0,0 1 0 0 0,0-1 0 0 0,1 0 0 0 0,-1-1 0 0 0,2 1 0 0 0,-1 0 0 0 0,1 0 0 0 0,0 0 0 0 0,1 0 0 0 0,1-14 0 0 0,-1 17 0 0 0,1-1 0 0 0,-1 1 0 0 0,1 0 0 0 0,-1 0 0 0 0,1-1 0 0 0,0 1 0 0 0,1 0 0 0 0,-1 1 0 0 0,1-1 0 0 0,0 0 0 0 0,0 1 0 0 0,0-1 0 0 0,0 1 0 0 0,0 0 0 0 0,1 0 0 0 0,-1 0 0 0 0,1 1 0 0 0,0-1 0 0 0,6-2 0 0 0,90-31-373 0 0,-21 9 205 0 0,63-39-9391 0 0,-139 65 9241 0 0,0-1 1 0 0,0 1-1 0 0,1 0 0 0 0,-1 1 1 0 0,0-1-1 0 0,0 0 1 0 0,1 1-1 0 0,-1 0 0 0 0,6 0 1 0 0,-1 1-2423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18.2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 15 488 0 0,'-13'-14'18190'0'0,"10"17"-18128"0"0,0 1-1 0 0,-1-1 0 0 0,1 1 1 0 0,0 0-1 0 0,1 0 1 0 0,-1 0-1 0 0,1 0 0 0 0,0 0 1 0 0,0 1-1 0 0,0-1 0 0 0,0 1 1 0 0,1-1-1 0 0,0 1 0 0 0,0-1 1 0 0,-1 9-1 0 0,2 4-60 0 0,0 0-1 0 0,2 0 1 0 0,5 30-1 0 0,18 50-7 0 0,-6-28-136 0 0,21 116-3877 0 0,-28-114 1381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19.3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91 11 2072 0 0,'-3'-1'367'0'0,"1"-1"0"0"0,-1 1 0 0 0,1 0 0 0 0,-1 0 0 0 0,0-1 0 0 0,1 2 0 0 0,-1-1 0 0 0,-5-1 0 0 0,7 2-17 0 0,-1 0 0 0 0,1 1 0 0 0,0-1 0 0 0,0 0 0 0 0,0 1 0 0 0,-1-1 0 0 0,1 1 0 0 0,0-1 0 0 0,0 1 0 0 0,0-1 0 0 0,0 1 0 0 0,0 0 0 0 0,0-1-1 0 0,0 1 1 0 0,0 0 0 0 0,0 0 0 0 0,0 0 0 0 0,0 0 0 0 0,1 0 0 0 0,-1 0 0 0 0,0 0 0 0 0,0 2 0 0 0,-4 4 664 0 0,1 1 0 0 0,1-1-1 0 0,-1 1 1 0 0,-2 11 0 0 0,2-6-272 0 0,-3 29 0 0 0,2 71-1699 0 0,5-93 1056 0 0,9 340-3936 0 0,-1-139 960 0 0,-8-111 1850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25.1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75 203 1612 0 0,'-20'-18'9098'0'0,"12"11"-7059"0"0,0-1 0 0 0,0 1 0 0 0,-6-10 0 0 0,12 14-1978 0 0,0 0 0 0 0,0 0 1 0 0,0-1-1 0 0,1 1 0 0 0,-1-1 0 0 0,1 1 0 0 0,0-1 0 0 0,0 1 0 0 0,0-1 0 0 0,0 0 0 0 0,1 0 0 0 0,-1-6 0 0 0,2 7-61 0 0,-1-1 0 0 0,1 1 0 0 0,0-1 0 0 0,0 1 0 0 0,0 0 0 0 0,1-1 0 0 0,-1 1 0 0 0,1 0 0 0 0,-1 0 0 0 0,1 0 0 0 0,0 0 0 0 0,0 0 0 0 0,1 0 0 0 0,-1 1 0 0 0,1-1 0 0 0,-1 1 0 0 0,1 0 0 0 0,0-1 0 0 0,0 1 0 0 0,-1 0 0 0 0,5-1 0 0 0,1-2 0 0 0,-1 1 0 0 0,1 0 0 0 0,1 1 0 0 0,-1 0 0 0 0,0 0 0 0 0,1 1 0 0 0,11-3 0 0 0,-17 5 0 0 0,0 0 0 0 0,0 0 0 0 0,0 0 0 0 0,0 0 0 0 0,0 0 0 0 0,0 0 0 0 0,0 1 0 0 0,0-1 0 0 0,0 1 0 0 0,-1 0 0 0 0,1 0 0 0 0,0 0 0 0 0,0 0 0 0 0,-1 1 0 0 0,1-1 0 0 0,-1 1 0 0 0,1 0 0 0 0,-1-1 0 0 0,0 1 0 0 0,1 0 0 0 0,-1 0 0 0 0,3 4 0 0 0,-3-2 0 0 0,1 0 0 0 0,-1-1 0 0 0,0 1 0 0 0,0 0 0 0 0,-1 0 0 0 0,1 0 0 0 0,-1 0 0 0 0,0 0 0 0 0,0 1 0 0 0,0-1 0 0 0,-1 0 0 0 0,1 0 0 0 0,-1 1 0 0 0,0-1 0 0 0,-1 6 0 0 0,-2 7-489 0 0,-1 1 0 0 0,-1-1 0 0 0,-1 0 0 0 0,0 0 0 0 0,-1-1 0 0 0,-10 17 0 0 0,-17 44-6026 0 0,29-65 6368 0 0,2 1 0 0 0,-1-1-1 0 0,2 1 1 0 0,0-1-1 0 0,-1 21 1 0 0,3-32 181 0 0,0 1 0 0 0,0-1 0 0 0,0 0 0 0 0,0 1 0 0 0,0-1 0 0 0,0 0 0 0 0,1 1 0 0 0,-1-1 1 0 0,0 0-1 0 0,1 0 0 0 0,-1 1 0 0 0,1-1 0 0 0,0 0 0 0 0,-1 0 0 0 0,1 0 0 0 0,0 0 0 0 0,0 0 0 0 0,-1 0 0 0 0,1 0 1 0 0,0 0-1 0 0,0 0 0 0 0,0 0 0 0 0,0-1 0 0 0,0 1 0 0 0,1 0 0 0 0,-1 0 0 0 0,0-1 0 0 0,0 1 0 0 0,0-1 1 0 0,1 1-1 0 0,-1-1 0 0 0,0 0 0 0 0,0 1 0 0 0,1-1 0 0 0,0 0 0 0 0,6 0 1106 0 0,-1 1 1 0 0,1-2-1 0 0,-1 1 0 0 0,15-4 1 0 0,-12 3 167 0 0,28-4 1337 0 0,-18 3-2838 0 0,0-1 0 0 0,21-6-1 0 0,-33 6-358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25.9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242 285 920 0 0,'-5'-14'19722'0'0,"4"11"-21126"0"0,1 2 1410 0 0,0 1 0 0 0,0 0 0 0 0,0 0 0 0 0,0 0 1 0 0,0 0-1 0 0,0 0 0 0 0,0 0 0 0 0,0 0 0 0 0,0 0 0 0 0,0 0 1 0 0,0 0-1 0 0,0-1 0 0 0,0 1 0 0 0,0 0 0 0 0,0 0 0 0 0,1 0 1 0 0,-1 0-1 0 0,0 0 0 0 0,0 0 0 0 0,0 0 0 0 0,0 0 0 0 0,0 0 1 0 0,0 0-1 0 0,0 0 0 0 0,0 0 0 0 0,0 0 0 0 0,0 0 0 0 0,1 0 1 0 0,-1 0-1 0 0,0 0 0 0 0,0 0 0 0 0,0 0 0 0 0,0 0 0 0 0,0 0 1 0 0,0 0-1 0 0,0 0 0 0 0,0 0 0 0 0,0 0 0 0 0,1 0 0 0 0,-1 0 0 0 0,0 0 1 0 0,0 0-1 0 0,0 0 0 0 0,0 0 0 0 0,0 0 0 0 0,0 0 0 0 0,0 0 1 0 0,0 0-1 0 0,0 0 0 0 0,0 0 0 0 0,0 0 0 0 0,1 0 0 0 0,-1 0 1 0 0,0 0-1 0 0,0 0 0 0 0,0 1 0 0 0,2-1-1 0 0,-1 1-1 0 0,1-1 1 0 0,-1 1-1 0 0,1-1 1 0 0,-1 1-1 0 0,1 0 1 0 0,-1 0-1 0 0,1 0 1 0 0,-1 0-1 0 0,0 0 1 0 0,0 0-1 0 0,1 0 1 0 0,-1 0-1 0 0,0 0 1 0 0,0 1-1 0 0,1 1 1 0 0,2 3-6 0 0,-1-1 0 0 0,-1 1-1 0 0,1 0 1 0 0,1 6 0 0 0,7 26 1 0 0,9 64 0 0 0,-9-37 0 0 0,-11-64 3 0 0,6 39-1643 0 0,-5-36 1114 0 0,-1-1 0 0 0,0 1 1 0 0,0-1-1 0 0,-1 0 0 0 0,1 1 1 0 0,-1-1-1 0 0,0 0 0 0 0,0 1 1 0 0,-2 4-1 0 0,3-7 661 0 0,-1-1-1 0 0,1 1 1 0 0,-1-1-1 0 0,1 1 1 0 0,-1-1-1 0 0,1 1 1 0 0,-1-1-1 0 0,1 1 1 0 0,-1-1-1 0 0,1 0 1 0 0,-1 1-1 0 0,0-1 1 0 0,1 0-1 0 0,-1 0 1 0 0,0 1-1 0 0,1-1 1 0 0,-1 0-1 0 0,0 0 1 0 0,1 0-1 0 0,-1 0 1 0 0,0 0-1 0 0,1 0 1 0 0,-1 0-1 0 0,0 0 1 0 0,1 0-1 0 0,-1 0 1 0 0,0 0-1 0 0,0 0 1 0 0,1-1-1 0 0,-1 1 1 0 0,1 0-1 0 0,-1-1 1 0 0,0 1-1 0 0,1 0 1 0 0,-2-1-1 0 0,-21-14 1918 0 0,6 0-2525 0 0,0-1-1 0 0,2-1 0 0 0,0 0 1 0 0,-20-30-1 0 0,-43-84-6165 0 0,27 44 5942 0 0,38 67 551 0 0,-12-20 691 0 0,23 37-502 0 0,1 0-1 0 0,0 0 1 0 0,0 0 0 0 0,0 0 0 0 0,0 0 0 0 0,0 0-1 0 0,1 0 1 0 0,-1 0 0 0 0,1 0 0 0 0,0 0-1 0 0,0-6 1 0 0,1 8 109 0 0,-1-1 0 0 0,1 0 0 0 0,-1 1 0 0 0,1-1 0 0 0,0 1-1 0 0,0-1 1 0 0,0 1 0 0 0,0-1 0 0 0,0 1 0 0 0,0 0 0 0 0,0 0 0 0 0,0-1 0 0 0,0 1 0 0 0,1 0 0 0 0,-1 0-1 0 0,0 0 1 0 0,1 0 0 0 0,-1 0 0 0 0,1 1 0 0 0,-1-1 0 0 0,3-1 0 0 0,5-1-21 0 0,-1 0 1 0 0,17-2-1 0 0,-18 3 144 0 0,33-7-570 0 0,5 0 238 0 0,53-19 1 0 0,-91 25-287 0 0,131-51-3391 0 0,-106 41 3742 0 0,-29 12 33 0 0,-1 0-1 0 0,1 1 1 0 0,-1-1 0 0 0,1 1 0 0 0,-1-1 0 0 0,1 1 0 0 0,0 0 0 0 0,-1 0-1 0 0,1 0 1 0 0,-1 1 0 0 0,4 0 0 0 0,-6-1 46 0 0,1 0 1 0 0,-1 0-1 0 0,1 0 0 0 0,-1 1 0 0 0,0-1 0 0 0,1 0 1 0 0,-1 1-1 0 0,0-1 0 0 0,1 0 0 0 0,-1 1 0 0 0,0-1 1 0 0,1 1-1 0 0,-1-1 0 0 0,0 0 0 0 0,0 1 1 0 0,1-1-1 0 0,-1 1 0 0 0,0-1 0 0 0,0 1 0 0 0,0 0 1 0 0,-1 5-2714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27.2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223 379 1840 0 0,'12'-32'18886'0'0,"-10"27"-19952"0"0,-2 4 1066 0 0,0 1 0 0 0,0-1 0 0 0,0 1 0 0 0,0-1 0 0 0,0 1 0 0 0,1-1 0 0 0,-1 1 0 0 0,0-1 0 0 0,0 1 0 0 0,0-1 0 0 0,0 1 0 0 0,1 0 0 0 0,-1-1 0 0 0,0 1 0 0 0,1-1 0 0 0,-1 1 0 0 0,0 0 0 0 0,1-1 0 0 0,-1 1 0 0 0,0 0 0 0 0,1-1 0 0 0,-1 1 0 0 0,0 0 0 0 0,1 0 0 0 0,-1-1 0 0 0,2 1 0 0 0,-2 0 0 0 0,1 1 0 0 0,-1-1 0 0 0,0 1 0 0 0,1-1 0 0 0,-1 0 0 0 0,1 1 0 0 0,-1 0 0 0 0,0-1 0 0 0,1 1 0 0 0,-1-1 0 0 0,0 1 0 0 0,0-1 0 0 0,1 1 0 0 0,-1 0 0 0 0,0-1 0 0 0,0 2 0 0 0,6 28 0 0 0,6 71-5304 0 0,0-9-522 0 0,-9-29 6312 0 0,-3-55-553 0 0,1-5 114 0 0,-1 0 1 0 0,0-1 0 0 0,0 1-1 0 0,0-1 1 0 0,-1 1 0 0 0,1-1-1 0 0,0 1 1 0 0,-1 0 0 0 0,0-1-1 0 0,0 0 1 0 0,-1 5 0 0 0,2-7-32 0 0,-1 0 0 0 0,1 0 1 0 0,0 0-1 0 0,-1 0 1 0 0,1 0-1 0 0,0 1 0 0 0,-1-1 1 0 0,1 0-1 0 0,-1 0 1 0 0,1 0-1 0 0,0 0 1 0 0,-1 0-1 0 0,1 0 0 0 0,0 0 1 0 0,-1 0-1 0 0,1 0 1 0 0,0-1-1 0 0,-1 1 0 0 0,1 0 1 0 0,0 0-1 0 0,-1 0 1 0 0,1 0-1 0 0,0 0 0 0 0,-1-1 1 0 0,1 1-1 0 0,0 0 1 0 0,-1 0-1 0 0,1 0 0 0 0,0-1 1 0 0,0 1-1 0 0,-1 0 1 0 0,1 0-1 0 0,0-1 0 0 0,-13-11-107 0 0,11 10 578 0 0,-76-84-270 0 0,24 26-1032 0 0,41 44 722 0 0,0 0 0 0 0,1-1 0 0 0,-15-31 0 0 0,7 14 906 0 0,10 18-1248 0 0,6 10 1247 0 0,0 0 1 0 0,1 0 0 0 0,-1 0 0 0 0,-2-11 0 0 0,5 14-456 0 0,0 1 0 0 0,1-1 0 0 0,-1 0 1 0 0,1 0-1 0 0,0 0 0 0 0,0 1 0 0 0,0-1 0 0 0,0 0 0 0 0,1 0 0 0 0,-1 0 1 0 0,1 1-1 0 0,0-1 0 0 0,-1 0 0 0 0,1 0 0 0 0,2-2 0 0 0,2-5-585 0 0,1 1 1 0 0,0 0-1 0 0,0 0 0 0 0,1 1 1 0 0,0 0-1 0 0,1 0 0 0 0,0 1 0 0 0,0-1 1 0 0,0 2-1 0 0,1-1 0 0 0,11-5 0 0 0,15-8-3321 0 0,60-24 0 0 0,-87 40 3230 0 0,218-87 525 0 0,-219 88-206 0 0,-4 1 0 0 0,1 1 0 0 0,-1-1 0 0 0,1 1 0 0 0,7-2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27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1 119 1612 0 0,'14'-23'10394'0'0,"-10"21"-9847"0"0,29-16 6815 0 0,-23 14-7673 0 0,26-14 342 0 0,58-20-1 0 0,-83 34-30 0 0,0 1-1 0 0,0 0 1 0 0,1 1-1 0 0,-1 0 1 0 0,1 1-1 0 0,0 0 1 0 0,-1 1-1 0 0,1 0 1 0 0,23 4-1 0 0,-32-3 1 0 0,0 0 0 0 0,1-1 0 0 0,-1 1 0 0 0,0 1 0 0 0,0-1 0 0 0,0 0 0 0 0,0 1 0 0 0,0-1 0 0 0,-1 1 0 0 0,1 0 0 0 0,0 0 0 0 0,-1 0 0 0 0,1 0 0 0 0,-1 1 0 0 0,0-1 0 0 0,0 1 0 0 0,0-1 0 0 0,0 1 0 0 0,0 0 0 0 0,-1 0 0 0 0,1 0 0 0 0,-1 0 0 0 0,1 0 0 0 0,-1 0 0 0 0,0 0 0 0 0,-1 0 0 0 0,1 0 0 0 0,0 0 0 0 0,-1 1 0 0 0,1 4 0 0 0,-2 8 0 0 0,0 0 0 0 0,0-1 0 0 0,-1 1 0 0 0,-1 0 0 0 0,-6 15 0 0 0,4-7 0 0 0,3-17 0 0 0,1 1 0 0 0,-1-1 0 0 0,2 0 0 0 0,-1 1 0 0 0,1-1 0 0 0,0 1 0 0 0,1-1 0 0 0,2 12 0 0 0,-2-16 0 0 0,0 1 0 0 0,0-1 0 0 0,0 1 0 0 0,1-1 0 0 0,-1 0 0 0 0,1 1 0 0 0,0-1 0 0 0,0 0 0 0 0,0 0 0 0 0,0 0 0 0 0,1-1 0 0 0,-1 1 0 0 0,1-1 0 0 0,0 1 0 0 0,0-1 0 0 0,0 0 0 0 0,0 0 0 0 0,0 0 0 0 0,5 2 0 0 0,-3-1 0 0 0,0-1 0 0 0,1 0 0 0 0,-1 0 0 0 0,1 0 0 0 0,0-1 0 0 0,-1 0 0 0 0,1 0 0 0 0,0 0 0 0 0,0-1 0 0 0,0 0 0 0 0,-1 0 0 0 0,1-1 0 0 0,0 1 0 0 0,0-1 0 0 0,0 0 0 0 0,-1-1 0 0 0,1 1 0 0 0,-1-1 0 0 0,1 0 0 0 0,-1-1 0 0 0,0 1 0 0 0,1-1 0 0 0,-1 0 0 0 0,-1 0 0 0 0,1-1 0 0 0,0 0 0 0 0,-1 1 0 0 0,0-2 0 0 0,0 1 0 0 0,0 0 0 0 0,0-1 0 0 0,3-5 0 0 0,-3 4-11 0 0,1-2 0 0 0,-1 1 0 0 0,-1 0 0 0 0,1-1 0 0 0,2-10 0 0 0,-5 11 77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0.4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99 72 1152 0 0,'0'-2'752'0'0,"-1"0"1"0"0,1 0-1 0 0,-1 0 1 0 0,0 0-1 0 0,1 0 1 0 0,-1 0-1 0 0,0 0 1 0 0,0 0-1 0 0,0 1 1 0 0,-2-3 752 0 0,0 0-752 0 0,-21-21 5665 0 0,17 18-5552 0 0,-8-5 600 0 0,15 12-1467 0 0,0 0 0 0 0,0 0 0 0 0,0 0 0 0 0,0 0 0 0 0,0 0 0 0 0,0 0 0 0 0,0 0 0 0 0,0 0 0 0 0,0 0 0 0 0,0 0 1 0 0,0 0-1 0 0,-1-1 0 0 0,1 1 0 0 0,0 0 0 0 0,0 0 0 0 0,0 0 0 0 0,0 0 0 0 0,0 0 0 0 0,0 0 0 0 0,0 0 0 0 0,0 0 0 0 0,-1 0 1 0 0,1 0-1 0 0,0 0 0 0 0,0 0 0 0 0,0 0 0 0 0,0 0 0 0 0,0 0 0 0 0,0 0 0 0 0,0 0 0 0 0,0 1 0 0 0,0-1 0 0 0,-1 0 0 0 0,1 0 0 0 0,0 0 1 0 0,0 0-1 0 0,0 0 0 0 0,0 0 0 0 0,0 0 0 0 0,0 0 0 0 0,0 0 0 0 0,0 0 0 0 0,0 0 0 0 0,0 1 0 0 0,3 9 18 0 0,22 33-269 0 0,-18-33-394 0 0,-1 0-1 0 0,0 1 1 0 0,-1-1-1 0 0,0 1 0 0 0,-1 0 1 0 0,5 18-1 0 0,-7-17-303 0 0,-1 0-1 0 0,0 0 1 0 0,0-1-1 0 0,-2 1 0 0 0,1 0 1 0 0,-5 22-1 0 0,-24 69-935 0 0,18-70 2021 0 0,-9 47 0 0 0,-4 142-11 0 0,8-50-104 0 0,15-167-15 0 0,-1 9 57 0 0,0-1 0 0 0,2 0 0 0 0,0 28 0 0 0,1-38-69 0 0,-1 1 0 0 0,1 0 0 0 0,0 0 0 0 0,0-1 0 0 0,1 1 0 0 0,-1 0 0 0 0,1-1 0 0 0,-1 1 0 0 0,1-1 0 0 0,0 0 0 0 0,1 1 0 0 0,-1-1 0 0 0,0 0 0 0 0,1 0 0 0 0,0-1 0 0 0,0 1 0 0 0,-1 0 0 0 0,6 2 0 0 0,9 6 81 0 0,0-2 0 0 0,0 0 0 0 0,1-1 0 0 0,0 0 0 0 0,1-2 0 0 0,-1 0 0 0 0,1-1 1 0 0,29 4-1 0 0,-13-6-270 0 0,-1-1 1 0 0,1-2 0 0 0,67-8 0 0 0,-36 2 194 0 0,0 2 0 0 0,99 7 1 0 0,241 18 0 0 0,-86 9-49 0 0,-28-1-268 0 0,50-21-87 0 0,0-32 282 0 0,118-28 122 0 0,-122 9-3 0 0,-65 7 55 0 0,501-59 141 0 0,-280 29-187 0 0,-64 7-6 0 0,-315 44-9 0 0,626-60 139 0 0,-226 70-132 0 0,0 25 11 0 0,-303-7-9 0 0,108 5 0 0 0,380 14 0 0 0,164-34 0 0 0,-189-1 0 0 0,-630 4 157 0 0,0-2 1 0 0,-1-1-1 0 0,1-3 1 0 0,-1-1-1 0 0,0-3 1 0 0,74-23-1 0 0,-103 27-498 0 0,-1 0 1647 0 0,0 1 0 0 0,23-13 0 0 0,-37 16-1238 0 0,1 1 1 0 0,0 0-1 0 0,-1-1 1 0 0,1 1-1 0 0,-1 0 0 0 0,1-1 1 0 0,-1 1-1 0 0,1-1 1 0 0,-1 1-1 0 0,0-1 1 0 0,1 1-1 0 0,-1-1 0 0 0,0 1 1 0 0,1-1-1 0 0,-1 0 1 0 0,0 1-1 0 0,1-1 1 0 0,-1 1-1 0 0,0-1 0 0 0,0 0 1 0 0,0 1-1 0 0,0-1 1 0 0,0-1-1 0 0,-1-1 834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0.6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80 1840 0 0,'4'-34'1951'0'0,"-2"27"773"0"0,0-1 0 0 0,0 1 0 0 0,1-1 0 0 0,4-8 0 0 0,-14 54-475 0 0,0 8-2981 0 0,1 1 0 0 0,0 87-1 0 0,8-95-2334 0 0,13 74-1 0 0,-6-66 1725 0 0,-2 6-2802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3.2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24 103 688 0 0,'-5'-19'11551'0'0,"-3"2"-5317"0"0,6 13-6026 0 0,1-1 0 0 0,0 1 0 0 0,0-1 1 0 0,0 0-1 0 0,1-8 0 0 0,-3-13-270 0 0,2 23 62 0 0,1 2 0 0 0,0 3 0 0 0,1 22 0 0 0,7 110-1474 0 0,23 182-10937 0 0,-26-280 9924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4.4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106 111 920 0 0,'-26'-61'14545'0'0,"8"22"-10285"0"0,18 36-4325 0 0,0 3 63 0 0,-1 0-1 0 0,1-1 1 0 0,0 1-1 0 0,0 0 0 0 0,0-1 1 0 0,0 1-1 0 0,0 0 1 0 0,0-1-1 0 0,0 1 1 0 0,-1 0-1 0 0,1-1 1 0 0,0 1-1 0 0,0 0 0 0 0,-1-1 1 0 0,1 1-1 0 0,0 0 1 0 0,0 0-1 0 0,-1-1 1 0 0,1 1-1 0 0,0 0 1 0 0,0 0-1 0 0,-1-1 1 0 0,1 1-1 0 0,0 0 0 0 0,-1 0 1 0 0,0 0-1 0 0,-1 9-164 0 0,3 20-758 0 0,-1-27 637 0 0,1 35-1645 0 0,-3-1 1 0 0,-6 44-1 0 0,2-36 352 0 0,-27 267-4321 0 0,27-243 4132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5.0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53 19 1380 0 0,'-15'-18'8756'0'0,"15"18"-8632"0"0,-2 3 1163 0 0,0 1 0 0 0,0 0 0 0 0,0-1 0 0 0,1 1 0 0 0,-2 4 0 0 0,-5 38 305 0 0,6-29-1506 0 0,-6 51 18 0 0,0 133 0 0 0,23 69-5261 0 0,-14-256 4484 0 0,15 152-2747 0 0,-12-134 2111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5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0 1152 0 0,'-5'17'1737'0'0,"-11"43"1472"0"0,11-18 2448 0 0,6 153 1403 0 0,3-143-8939 0 0,19 90 0 0 0,-20-132 1000 0 0,0-1 0 0 0,8 18 0 0 0,-2-9-430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6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1152 0 0,'14'-30'15354'0'0,"-7"23"-13819"0"0,6-3 84 0 0,-13 10-1619 0 0,1 0 0 0 0,0 0 0 0 0,0 0 0 0 0,0 0 0 0 0,-1 0 0 0 0,1 0 0 0 0,0 0 0 0 0,0 0 0 0 0,0 1 0 0 0,0-1 0 0 0,-1 0 0 0 0,1 0 0 0 0,0 1 0 0 0,0-1 0 0 0,-1 0 0 0 0,1 1 0 0 0,0-1 0 0 0,-1 1 0 0 0,1-1 0 0 0,0 1 0 0 0,-1-1 0 0 0,1 1 0 0 0,-1 0 0 0 0,1-1 0 0 0,-1 1 0 0 0,1 0 0 0 0,-1-1 0 0 0,1 2 0 0 0,12 22 0 0 0,-13-23 0 0 0,3 8 0 0 0,0 0 0 0 0,0 1 0 0 0,-1-1 0 0 0,1 16 0 0 0,-3-22 0 0 0,4 25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6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1 920 0 0,'1'1'223'0'0,"15"98"13555"0"0,3 50-9039 0 0,-16-118-4739 0 0,1-1 0 0 0,1 0 0 0 0,2 0 0 0 0,1-1 0 0 0,18 44 0 0 0,-14-49 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6.6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1 3456 0 0,'-9'4'1973'0'0,"3"-1"-1726"0"0,0 0 1 0 0,0 0-1 0 0,-7 6 1 0 0,11-8-15 0 0,1 0 0 0 0,0 0 0 0 0,0 0 0 0 0,0 0 1 0 0,0 0-1 0 0,0 1 0 0 0,0-1 0 0 0,0 0 1 0 0,0 1-1 0 0,0-1 0 0 0,1 1 0 0 0,-1-1 0 0 0,0 1 1 0 0,1-1-1 0 0,-1 1 0 0 0,1-1 0 0 0,0 1 0 0 0,-1-1 1 0 0,1 3-1 0 0,-1 54 4984 0 0,2 54-2182 0 0,4-58-3309 0 0,18 83 0 0 0,-15-104-910 0 0,1 0 0 0 0,2-1 0 0 0,25 51 0 0 0,-2-19-1849 0 0,-20-39 2161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7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9 1152 0 0,'-49'6'18482'0'0,"68"-11"-18456"0"0,-2 2-26 0 0,0 0 0 0 0,34-1 0 0 0,-44 4 0 0 0,0 1 0 0 0,0-1 0 0 0,0 1 0 0 0,0 0 0 0 0,0 1 0 0 0,0-1 0 0 0,-1 1 0 0 0,1 1 0 0 0,-1-1 0 0 0,8 5 0 0 0,-12-6 0 0 0,0 0 0 0 0,0 0 0 0 0,0 1 0 0 0,0-1 0 0 0,0 1 0 0 0,-1-1 0 0 0,1 1 0 0 0,0 0 0 0 0,-1 0 0 0 0,1 0 0 0 0,-1 0 0 0 0,0 0 0 0 0,0 0 0 0 0,1 0 0 0 0,-1 0 0 0 0,-1 1 0 0 0,1-1 0 0 0,0 0 0 0 0,0 0 0 0 0,-1 1 0 0 0,0-1 0 0 0,1 1 0 0 0,-1-1 0 0 0,0 0 0 0 0,0 1 0 0 0,0-1 0 0 0,0 1 0 0 0,-1-1 0 0 0,1 0 0 0 0,-1 1 0 0 0,1-1 0 0 0,-1 0 0 0 0,0 1 0 0 0,-1 2 0 0 0,-1 1 0 0 0,-1 0 0 0 0,1-1 0 0 0,-1 1 0 0 0,0-1 0 0 0,0 0 0 0 0,0 0 0 0 0,-1 0 0 0 0,1-1 0 0 0,-1 1 0 0 0,-1-1 0 0 0,-7 5 0 0 0,1-2 0 0 0,2 0 0 0 0,0-1 0 0 0,0-1 0 0 0,-1 0 0 0 0,0 0 0 0 0,0-1 0 0 0,-17 5 0 0 0,27-9 0 0 0,0 0 0 0 0,1 0 0 0 0,-1 0 0 0 0,0 1 0 0 0,0-1 0 0 0,0 0 0 0 0,1 0 0 0 0,-1 1 0 0 0,0-1 0 0 0,1 1 0 0 0,-1-1 0 0 0,0 1 0 0 0,0 0 0 0 0,1 2 0 0 0,7-3 0 0 0,11-2 0 0 0,1 0 0 0 0,-1 2 0 0 0,0 0 0 0 0,0 1 0 0 0,1 1 0 0 0,-1 1 0 0 0,-1 0 0 0 0,1 1 0 0 0,0 1 0 0 0,18 9 0 0 0,-32-13-118 0 0,-1 1 0 0 0,0 0 0 0 0,0 0-1 0 0,0 0 1 0 0,0 0 0 0 0,0 1 0 0 0,0-1 0 0 0,-1 1 0 0 0,5 5-1 0 0,-6-7 0 0 0,-1 0 1 0 0,1 0-1 0 0,0 0 0 0 0,-1 0 0 0 0,1 0 0 0 0,-1 1 0 0 0,1-1 0 0 0,-1 0 0 0 0,0 0 1 0 0,0 1-1 0 0,1-1 0 0 0,-1 0 0 0 0,0 0 0 0 0,0 1 0 0 0,0-1 0 0 0,0 0 0 0 0,0 0 1 0 0,-1 1-1 0 0,1-1 0 0 0,0 0 0 0 0,-1 0 0 0 0,1 1 0 0 0,-1-1 0 0 0,1 0 0 0 0,-1 0 1 0 0,1 0-1 0 0,-1 0 0 0 0,0 0 0 0 0,1 0 0 0 0,-1 0 0 0 0,-2 2 0 0 0,-2 2-739 0 0,-1 0 0 0 0,0 0 0 0 0,0 0 0 0 0,-1 0-1 0 0,-11 5 1 0 0,-39 16-1156 0 0,36-17 2103 0 0,-115 41-57 0 0,122-46-716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8.0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217 152 3916 0 0,'-3'-1'8589'0'0,"1"10"-5029"0"0,2 13-523 0 0,3-7-2885 0 0,1 1 1 0 0,0 0-1 0 0,10 22 1 0 0,7 27-222 0 0,-19-59 71 0 0,-1 1 1 0 0,0-1-1 0 0,0 1 0 0 0,-1 0 0 0 0,0-1 0 0 0,0 1 0 0 0,-2 12 0 0 0,2-19-35 0 0,0 1 1 0 0,0 0-1 0 0,0 0 0 0 0,0 0 0 0 0,-1 0 1 0 0,1 0-1 0 0,0-1 0 0 0,-1 1 0 0 0,1 0 0 0 0,0 0 1 0 0,-1 0-1 0 0,1-1 0 0 0,-1 1 0 0 0,1 0 0 0 0,-1-1 1 0 0,0 1-1 0 0,1 0 0 0 0,-1-1 0 0 0,-1 2 1 0 0,1-2-90 0 0,1 0 0 0 0,-1 0 1 0 0,1 0-1 0 0,-1 0 1 0 0,0 0-1 0 0,1 0 0 0 0,-1 0 1 0 0,0 0-1 0 0,1 0 1 0 0,-1 0-1 0 0,0 0 0 0 0,1 0 1 0 0,-1-1-1 0 0,1 1 1 0 0,-1 0-1 0 0,0 0 0 0 0,1-1 1 0 0,-1 1-1 0 0,1 0 1 0 0,-2-2-1 0 0,-2-2-820 0 0,-1 0 1 0 0,1-1-1 0 0,-1 0 1 0 0,-3-7-1 0 0,4 8 887 0 0,-36-49-1835 0 0,-58-101 0 0 0,86 133 1883 0 0,-1-3 59 0 0,1 0 0 0 0,1 0 0 0 0,-10-31 0 0 0,21 55-22 0 0,0-1 1 0 0,0 1-1 0 0,0-1 0 0 0,-1 0 0 0 0,1 1 1 0 0,0-1-1 0 0,0 0 0 0 0,0 1 0 0 0,0-1 0 0 0,0 1 1 0 0,0-1-1 0 0,0 0 0 0 0,0 1 0 0 0,1-1 1 0 0,-1 0-1 0 0,0 1 0 0 0,0-1 0 0 0,1 1 0 0 0,-1-1 1 0 0,0 1-1 0 0,0-1 0 0 0,1 1 0 0 0,-1-1 1 0 0,1 1-1 0 0,-1-1 0 0 0,0 1 0 0 0,1-1 0 0 0,-1 1 1 0 0,1-1-1 0 0,-1 1 0 0 0,1 0 0 0 0,-1-1 1 0 0,1 1-1 0 0,-1 0 0 0 0,1-1 0 0 0,0 1 0 0 0,-1 0 1 0 0,1 0-1 0 0,-1 0 0 0 0,1 0 0 0 0,0-1 1 0 0,-1 1-1 0 0,1 0 0 0 0,0 0 0 0 0,0 0 0 0 0,5 0 327 0 0,1 0-1 0 0,-1 0 0 0 0,12 3 1 0 0,-5-2 262 0 0,192 0-2968 0 0,-198-2 2061 0 0,27 1-3015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5.3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 1152 0 0,'-13'124'13885'0'0,"11"-72"-11498"0"0,1-1-1642 0 0,2-1 1 0 0,13 89-1 0 0,-11-118-745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5.5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 2072 0 0,'-5'17'1073'0'0,"2"-10"349"0"0,-1-2-1422 0 0,3 2 2295 0 0,1-2-2295 0 0,3 13 6238 0 0,-1-2-6238 0 0,1 2 3378 0 0,2 5-3378 0 0,0-1 3182 0 0,0-2-3390 0 0,4 0 416 0 0,1 1-484 0 0,-5-4 552 0 0,-3 0-340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9.3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216 240 2304 0 0,'11'0'20184'0'0,"-8"5"-21381"0"0,0 3-434 0 0,0-1 1631 0 0,-1-1 0 0 0,0 1 0 0 0,-1 0 0 0 0,1 0 0 0 0,-1 0 0 0 0,0 10 0 0 0,1 3 0 0 0,26 253 0 0 0,-28-272 0 0 0,0-1 0 0 0,0 0 0 0 0,0 0 0 0 0,0 1 0 0 0,0-1 0 0 0,1 0 0 0 0,-1 0 0 0 0,0 1 0 0 0,0-1 0 0 0,0 0 0 0 0,0 1 0 0 0,0-1 0 0 0,0 0 0 0 0,0 0 0 0 0,-1 1 0 0 0,1-1 0 0 0,0 0 0 0 0,0 1 0 0 0,0-1 0 0 0,0 0 0 0 0,0 0 0 0 0,0 1 0 0 0,0-1 0 0 0,-1 0 0 0 0,1 0 0 0 0,0 1 0 0 0,0-1 0 0 0,0 0 0 0 0,-1 1 0 0 0,-6-6 0 0 0,-13-19 0 0 0,15 17 0 0 0,-39-44 47 0 0,17 22-356 0 0,2-2 0 0 0,-32-50 0 0 0,42 57-1402 0 0,1-1 0 0 0,2 0 1 0 0,0-1-1 0 0,2 0 0 0 0,-9-32 1 0 0,13 16 2011 0 0,6 40-307 0 0,0-1 0 0 0,0 1-1 0 0,0 0 1 0 0,0-1 0 0 0,1 1 0 0 0,-1 0 0 0 0,0-1 0 0 0,1 1 0 0 0,0 0 0 0 0,0 0 0 0 0,-1 0-1 0 0,1-1 1 0 0,0 1 0 0 0,1 0 0 0 0,1-3 0 0 0,9 1 4836 0 0,12 4-3105 0 0,-15 0-1626 0 0,11 0-124 0 0,-1-2 0 0 0,0 0 0 0 0,1-1 0 0 0,33-11 0 0 0,70-32-1588 0 0,-9 2-4886 0 0,-97 40 4512 0 0,-2 4-274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0:39.9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9 114 2072 0 0,'-1'0'158'0'0,"1"-1"1"0"0,-1 1 0 0 0,0-1-1 0 0,1 1 1 0 0,-1-1-1 0 0,1 1 1 0 0,-1-1 0 0 0,1 1-1 0 0,-1-1 1 0 0,1 0 0 0 0,-1 1-1 0 0,1-1 1 0 0,0 0-1 0 0,-1 1 1 0 0,1-1 0 0 0,0 0-1 0 0,0 0 1 0 0,0 1 0 0 0,-1-1-1 0 0,1 0 1 0 0,0 0-1 0 0,0 1 1 0 0,0-2 0 0 0,0 0 593 0 0,1 0 1 0 0,4-10 4515 0 0,-3 7-4515 0 0,18-17 6144 0 0,-8 12-7595 0 0,-4 4 704 0 0,-1 1 0 0 0,1 0 0 0 0,1 1 1 0 0,-1 0-1 0 0,1 0 0 0 0,0 1 0 0 0,0 0 0 0 0,0 0 0 0 0,17-2 0 0 0,-19 4-6 0 0,0 0-1 0 0,0 1 1 0 0,0 0 0 0 0,0 0-1 0 0,0 1 1 0 0,0-1 0 0 0,0 2-1 0 0,0-1 1 0 0,0 1 0 0 0,0 0-1 0 0,-1 0 1 0 0,1 1 0 0 0,11 6-1 0 0,-16-8 2 0 0,0 0-1 0 0,-1 0 1 0 0,1 0-1 0 0,0 0 1 0 0,-1 1-1 0 0,1-1 1 0 0,-1 1-1 0 0,0-1 1 0 0,1 1-1 0 0,-1-1 1 0 0,0 1-1 0 0,0 0 1 0 0,0 0-1 0 0,0 0 0 0 0,0 0 1 0 0,0-1-1 0 0,-1 1 1 0 0,1 0-1 0 0,0 4 1 0 0,-1-3-3 0 0,0-1 0 0 0,0 1 1 0 0,-1 0-1 0 0,1-1 0 0 0,-1 1 0 0 0,1-1 1 0 0,-1 1-1 0 0,0-1 0 0 0,0 1 1 0 0,0-1-1 0 0,-1 0 0 0 0,1 0 0 0 0,-3 4 1 0 0,-3 2 3 0 0,1 0 0 0 0,-2-1 0 0 0,1 0 0 0 0,-1 0 0 0 0,0 0 0 0 0,-15 8 0 0 0,23-15-2 0 0,0 0 0 0 0,0 0 0 0 0,0 0 0 0 0,0 0 0 0 0,0 0 0 0 0,0 0 0 0 0,0 0 0 0 0,0 0 0 0 0,0 0 0 0 0,1 0 0 0 0,-1 0 0 0 0,0 0 0 0 0,0 0 0 0 0,0 0 0 0 0,0 0 0 0 0,0 0 0 0 0,0 0 0 0 0,0 0 0 0 0,0 0 0 0 0,0 0 0 0 0,0 0 0 0 0,0 0 0 0 0,0 0 0 0 0,0 0 0 0 0,1 0 0 0 0,-1 0 0 0 0,0 0 0 0 0,0 0 0 0 0,0 0 0 0 0,0 0 0 0 0,0 1 0 0 0,0-1 0 0 0,0 0 0 0 0,0 0 0 0 0,0 0 0 0 0,0 0 0 0 0,0 0 0 0 0,0 0 0 0 0,0 0 0 0 0,0 0 0 0 0,0 0 0 0 0,0 0 0 0 0,0 0 0 0 0,0 0 0 0 0,0 1 0 0 0,0-1 0 0 0,0 0 0 0 0,0 0 0 0 0,0 0 0 0 0,0 0 0 0 0,0 0 0 0 0,0 0 0 0 0,0 0 0 0 0,0 0 0 0 0,0 0 0 0 0,0 0 0 0 0,0 0 0 0 0,0 1 0 0 0,0-1 0 0 0,0 0 0 0 0,0 0 0 0 0,14 1 0 0 0,17-2 0 0 0,-21 1-484 0 0,0 0-1 0 0,1 1 1 0 0,-1 0-1 0 0,-1 0 1 0 0,1 1-1 0 0,0 1 0 0 0,0 0 1 0 0,-1 0-1 0 0,1 1 1 0 0,17 9-1 0 0,-24-11 282 0 0,1 0 0 0 0,-1 0 0 0 0,0 0 0 0 0,1 1 0 0 0,-1-1 0 0 0,0 1 0 0 0,0 0 0 0 0,-1 0 0 0 0,1 0 0 0 0,-1 1 0 0 0,1-1 0 0 0,-1 0 0 0 0,0 1 0 0 0,0 0 0 0 0,-1-1 0 0 0,1 1 0 0 0,-1 0 0 0 0,0 0 0 0 0,0 0 0 0 0,0 0 0 0 0,0 0 0 0 0,-1 0 0 0 0,1 0 0 0 0,-1 0 0 0 0,0 0 0 0 0,0 0 0 0 0,-1 0 0 0 0,1 1 0 0 0,-3 5 0 0 0,1-2 278 0 0,-1-1 0 0 0,0 1-1 0 0,-1-1 1 0 0,0 0 0 0 0,0 0-1 0 0,0-1 1 0 0,-1 1-1 0 0,0-1 1 0 0,0 0 0 0 0,-1 0-1 0 0,0-1 1 0 0,-9 8 0 0 0,2-3-431 0 0,-1-1 0 0 0,0 0 0 0 0,0-1 0 0 0,-1-1 0 0 0,-17 7 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05.8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248 400 2532 0 0,'0'-6'908'0'0,"4"-18"1757"0"0,4-16 4957 0 0,0-23-3377 0 0,-4 36-2959 0 0,-2 6-1177 0 0,0 0 1 0 0,-1 0-1 0 0,-3-39 0 0 0,2 53-110 0 0,-1 1-1 0 0,0 0 0 0 0,-1 0 0 0 0,1 0 0 0 0,-1 0 0 0 0,0 0 0 0 0,-1 0 0 0 0,1 1 0 0 0,-1-1 0 0 0,0 1 0 0 0,-1-1 0 0 0,1 1 0 0 0,-1 0 0 0 0,0 1 0 0 0,0-1 0 0 0,-1 1 0 0 0,-7-7 0 0 0,10 10 2 0 0,-1-1 0 0 0,1 1 0 0 0,-1 0 0 0 0,1 0 0 0 0,-1 0 0 0 0,0 0 0 0 0,1 0 0 0 0,-1 0 0 0 0,0 1 0 0 0,0-1 0 0 0,0 1 0 0 0,1 0 0 0 0,-1 0 0 0 0,0 0 0 0 0,0 0 0 0 0,0 0 0 0 0,0 1 0 0 0,1-1 0 0 0,-1 1 0 0 0,0 0 0 0 0,0 0 0 0 0,1 0 0 0 0,-1 0 0 0 0,1 0 0 0 0,-1 1 0 0 0,1-1 0 0 0,-1 1 0 0 0,1-1 0 0 0,0 1 0 0 0,-3 3 0 0 0,-3 2 0 0 0,1 0 0 0 0,0 1 0 0 0,0 0 0 0 0,1 1 0 0 0,0 0 0 0 0,-9 18 0 0 0,2 1-523 0 0,1 0 0 0 0,2 1-1 0 0,1 1 1 0 0,-9 54 0 0 0,10-23-1810 0 0,-1 87 0 0 0,9-105 1846 0 0,2 1 1 0 0,2 0 0 0 0,12 54-1 0 0,-9-69 285 0 0,1-1 0 0 0,1 0 0 0 0,1-1 0 0 0,2 0 0 0 0,27 48 0 0 0,-32-65 263 0 0,0-1 1 0 0,0 0-1 0 0,1-1 1 0 0,0 1-1 0 0,0-2 1 0 0,1 1-1 0 0,0-1 1 0 0,0 0-1 0 0,1-1 1 0 0,15 8-1 0 0,-20-12-19 0 0,1 0 0 0 0,-1 0-1 0 0,1 0 1 0 0,0 0 0 0 0,0-1-1 0 0,0 0 1 0 0,-1 0 0 0 0,1-1-1 0 0,10 0 1 0 0,-11 0-36 0 0,-1-1 0 0 0,0 0 0 0 0,1 0 0 0 0,-1 0 0 0 0,0-1-1 0 0,0 1 1 0 0,0-1 0 0 0,0 0 0 0 0,0 0 0 0 0,0 0 0 0 0,-1-1 0 0 0,1 1 0 0 0,-1-1-1 0 0,5-4 1 0 0,-4 2 9 0 0,-1 1 1 0 0,0-1-1 0 0,1 1 0 0 0,-2-1 0 0 0,1 0 0 0 0,0 0 0 0 0,-1-1 0 0 0,0 1 1 0 0,0 0-1 0 0,-1-1 0 0 0,1 1 0 0 0,-1-1 0 0 0,0 1 0 0 0,-1-1 0 0 0,0 1 1 0 0,1-1-1 0 0,-2 0 0 0 0,1 1 0 0 0,-1-1 0 0 0,-1-8 0 0 0,-2-1 16 0 0,0 0-1 0 0,0 1 0 0 0,-1-1 0 0 0,-1 1 1 0 0,-1 1-1 0 0,-12-21 0 0 0,-7-1 7949 0 0,34 44-7940 0 0,1-1 0 0 0,1 0 0 0 0,-1 0 1 0 0,1-1-1 0 0,1-1 0 0 0,-1 0 0 0 0,1 0 0 0 0,0-1 0 0 0,0 0 0 0 0,1-1 0 0 0,0-1 0 0 0,-1 1 0 0 0,1-2 0 0 0,15 2 0 0 0,-3-2 125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07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145 224 2764 0 0,'11'-83'12932'0'0,"-10"40"-8980"0"0,-2 34-3948 0 0,0 1 0 0 0,-3-15 0 0 0,4 22-4 0 0,0 0 0 0 0,-1 0 0 0 0,1 0 0 0 0,0 1 0 0 0,0-1 0 0 0,-1 0 0 0 0,1 0 0 0 0,-1 0 0 0 0,1 0 0 0 0,0 0 0 0 0,-1 0 0 0 0,0 0 0 0 0,1 1 0 0 0,-1-1 0 0 0,0 0 0 0 0,1 1 0 0 0,-1-1 0 0 0,0 0 0 0 0,1 1 0 0 0,-1-1 0 0 0,0 1 0 0 0,-1-2 0 0 0,1 2 0 0 0,0 0 0 0 0,0 0 0 0 0,0 1 0 0 0,0-1 0 0 0,0 0 0 0 0,0 0 0 0 0,1 0 0 0 0,-1 1 0 0 0,0-1 0 0 0,0 0 0 0 0,0 1 0 0 0,0-1 0 0 0,1 0 0 0 0,-1 1 0 0 0,0-1 0 0 0,0 1 0 0 0,1 0 0 0 0,-1-1 0 0 0,0 2 0 0 0,-5 4 0 0 0,0 1 0 0 0,1 0 0 0 0,-9 13 0 0 0,12-17 0 0 0,-12 21-378 0 0,1 1 0 0 0,1 0 0 0 0,-13 38-1 0 0,19-45-547 0 0,1 0 0 0 0,1 0 0 0 0,1 1 0 0 0,0 0 0 0 0,0 37 0 0 0,3-50 707 0 0,1 0-1 0 0,0 0 0 0 0,0 0 1 0 0,0 0-1 0 0,1 0 1 0 0,-1 0-1 0 0,1 0 1 0 0,1-1-1 0 0,-1 1 1 0 0,1-1-1 0 0,0 1 0 0 0,6 7 1 0 0,-7-11 245 0 0,0 1 0 0 0,0-1 0 0 0,0 0 0 0 0,1 0 0 0 0,-1 0-1 0 0,1-1 1 0 0,-1 1 0 0 0,1-1 0 0 0,-1 1 0 0 0,1-1 0 0 0,0 0 0 0 0,0 0 0 0 0,0 0 0 0 0,0 0 0 0 0,-1 0 0 0 0,1-1 0 0 0,0 0 0 0 0,0 1 0 0 0,0-1 0 0 0,0 0 0 0 0,0 0-1 0 0,0-1 1 0 0,0 1 0 0 0,0 0 0 0 0,0-1 0 0 0,0 0 0 0 0,4-1 0 0 0,-1 0 53 0 0,0-1-1 0 0,0 1 1 0 0,0-1-1 0 0,-1-1 1 0 0,1 1-1 0 0,-1-1 1 0 0,0 0-1 0 0,0 0 1 0 0,0 0 0 0 0,-1-1-1 0 0,1 1 1 0 0,-1-1-1 0 0,0 0 1 0 0,0-1-1 0 0,-1 1 1 0 0,0-1-1 0 0,0 1 1 0 0,0-1-1 0 0,2-8 1 0 0,-2 5 557 0 0,0-1-1 0 0,-1 1 1 0 0,0-1-1 0 0,-1 0 1 0 0,0 0-1 0 0,-1 0 1 0 0,1 0-1 0 0,-2 0 1 0 0,0 0-1 0 0,0 0 1 0 0,-5-17-1 0 0,1 13-635 0 0,2 12 0 0 0,0 10 0 0 0,2 5-4 0 0,1-1-1 0 0,0 0 1 0 0,1 1-1 0 0,0-1 1 0 0,1 1-1 0 0,0-1 1 0 0,6 16-1 0 0,-5-19-456 0 0,0 0 0 0 0,1 0 0 0 0,0 0 0 0 0,1 0 0 0 0,-1 0-1 0 0,2-1 1 0 0,-1 0 0 0 0,1 0 0 0 0,13 13 0 0 0,-16-19 367 0 0,-1 0 0 0 0,0 0 0 0 0,1-1 0 0 0,-1 1 0 0 0,1 0 0 0 0,0-1 1 0 0,0 1-1 0 0,-1-1 0 0 0,1 0 0 0 0,0 0 0 0 0,0 0 0 0 0,0-1 0 0 0,0 1 0 0 0,0 0 1 0 0,0-1-1 0 0,1 0 0 0 0,-1 0 0 0 0,0 0 0 0 0,0 0 0 0 0,0-1 0 0 0,0 1 0 0 0,0-1 0 0 0,0 1 1 0 0,0-1-1 0 0,0 0 0 0 0,0 0 0 0 0,4-3 0 0 0,-2 1-43 0 0,0 0 0 0 0,-1 0 0 0 0,1-1 0 0 0,-1 1 1 0 0,1-1-1 0 0,-1 0 0 0 0,0-1 0 0 0,0 1 0 0 0,-1-1 0 0 0,0 1 0 0 0,1-1 0 0 0,-2 0 0 0 0,6-11 1 0 0,-1-5 414 0 0,-2-1-1 0 0,0 0 1 0 0,-1 0 0 0 0,-1 0 0 0 0,1-31 0 0 0,-1 14 105 0 0,-3 38-188 0 0,0-1 0 0 0,0 1 0 0 0,8-10 4539 0 0,-3 20-2911 0 0,31 124-2394 0 0,-34-127 14 0 0,1 1 1 0 0,-1-1-1 0 0,1 1 1 0 0,1-1-1 0 0,-1 0 1 0 0,1 0-1 0 0,0 0 1 0 0,0-1-1 0 0,10 10 1 0 0,-12-13 428 0 0,-1 0 0 0 0,1-1-1 0 0,0 1 1 0 0,0-1 0 0 0,1 0 0 0 0,-1 0 0 0 0,0 0-1 0 0,0 0 1 0 0,1 0 0 0 0,-1 0 0 0 0,0 0 0 0 0,1-1 0 0 0,-1 1-1 0 0,0-1 1 0 0,1 0 0 0 0,4 0 0 0 0,-5 0 424 0 0,1 0 0 0 0,-1-1 1 0 0,1 0-1 0 0,-1 1 0 0 0,1-1 0 0 0,-1 0 0 0 0,1-1 1 0 0,-1 1-1 0 0,0 0 0 0 0,0 0 0 0 0,4-4 0 0 0,-1 1-296 0 0,-1 0 0 0 0,0-1 0 0 0,0 0 0 0 0,0 1 0 0 0,-1-1 0 0 0,1-1 0 0 0,-1 1 0 0 0,0 0 0 0 0,-1-1 0 0 0,4-10 0 0 0,1-5-1244 0 0,5-36 0 0 0,-10 47 473 0 0,1-9 496 0 0,-2 0-1 0 0,0-26 1 0 0,-1 35 269 0 0,-5 26 86 0 0,3 9-44 0 0,1 37 0 0 0,2-52-36 0 0,0 0 0 0 0,0 0 0 0 0,1 0 0 0 0,0 0 0 0 0,1 0 0 0 0,6 14 0 0 0,-8-21 0 0 0,0-1 0 0 0,1 1 0 0 0,-1-1 0 0 0,1 1 0 0 0,0-1 0 0 0,0 0 0 0 0,0 1 0 0 0,0-1 0 0 0,0 0 0 0 0,0 0 0 0 0,0-1 0 0 0,1 1 0 0 0,-1 0 0 0 0,1-1 0 0 0,-1 1 0 0 0,1-1 0 0 0,0 0 0 0 0,-1 0 0 0 0,1 0 0 0 0,0 0 0 0 0,0-1 0 0 0,0 1 0 0 0,0-1 0 0 0,0 1 0 0 0,0-1 0 0 0,0 0 0 0 0,0 0 0 0 0,-1 0 0 0 0,1-1 0 0 0,0 1 0 0 0,0-1 0 0 0,4-1 0 0 0,-2 1 0 0 0,0-1 0 0 0,0 0 0 0 0,0 0 0 0 0,0-1 0 0 0,0 1 0 0 0,0-1 0 0 0,-1 0 0 0 0,1 0 0 0 0,-1 0 0 0 0,0-1 0 0 0,0 0 0 0 0,0 0 0 0 0,-1 0 0 0 0,1 0 0 0 0,-1 0 0 0 0,0-1 0 0 0,3-5 0 0 0,1-8-1 0 0,-1-1 1 0 0,7-36 0 0 0,-9 36 4 0 0,0 0 0 0 0,1 1-1 0 0,14-31 1 0 0,-17 44 7 0 0,1 0 0 0 0,0 0 0 0 0,0 1 0 0 0,0-1-1 0 0,1 1 1 0 0,0-1 0 0 0,0 1 0 0 0,0 0 0 0 0,0 1 0 0 0,0-1 0 0 0,1 1 0 0 0,0-1-1 0 0,0 1 1 0 0,0 1 0 0 0,0-1 0 0 0,10-3 0 0 0,-12 5-8 0 0,1 0-1 0 0,0 0 1 0 0,-1 0 0 0 0,1 1-1 0 0,0-1 1 0 0,0 1 0 0 0,-1 0-1 0 0,1 0 1 0 0,0 0-1 0 0,0 1 1 0 0,0-1 0 0 0,-1 1-1 0 0,1 0 1 0 0,0 0 0 0 0,-1 0-1 0 0,7 4 1 0 0,-5-3 4 0 0,-1 1 0 0 0,1 1-1 0 0,0-1 1 0 0,-1 1 0 0 0,0 0 0 0 0,0 0 0 0 0,0 0-1 0 0,0 0 1 0 0,-1 1 0 0 0,5 7 0 0 0,-4-5-1 0 0,0 1 1 0 0,0-1 0 0 0,-1 1 0 0 0,1 0-1 0 0,-2 1 1 0 0,1-1 0 0 0,-1 0 0 0 0,-1 1-1 0 0,0-1 1 0 0,0 1 0 0 0,0 0-1 0 0,-1-1 1 0 0,0 1 0 0 0,-3 16 0 0 0,0-15-14 0 0,0 0 1 0 0,-1 0 0 0 0,0 0 0 0 0,0-1 0 0 0,-8 12 0 0 0,8-16 21 0 0,1 0 0 0 0,0 0 1 0 0,-1-1-1 0 0,0 0 1 0 0,0 0-1 0 0,0 0 1 0 0,0 0-1 0 0,-1 0 0 0 0,1-1 1 0 0,-1 0-1 0 0,-8 4 1 0 0,13-7 39 0 0,-1 0 0 0 0,1 1-1 0 0,-1-1 1 0 0,1 0 0 0 0,-1 0 0 0 0,1 0 0 0 0,-1 0 0 0 0,1 1 0 0 0,-1-1 0 0 0,0 0 0 0 0,1 0 0 0 0,-1 0-1 0 0,1 0 1 0 0,-1 0 0 0 0,1 0 0 0 0,-1 0 0 0 0,0-1 0 0 0,1 1 0 0 0,-1 0 0 0 0,1 0 0 0 0,-1 0 0 0 0,1 0-1 0 0,-1-1 1 0 0,1 1 0 0 0,-1 0 0 0 0,1-1 0 0 0,-2 0 0 0 0,2 0 240 0 0,-1 0-1 0 0,0 0 1 0 0,1 0 0 0 0,-1 0-1 0 0,1 0 1 0 0,-1 0 0 0 0,1 0-1 0 0,0 0 1 0 0,-1 0 0 0 0,1-1-1 0 0,0 1 1 0 0,0-2 0 0 0,1-22 3184 0 0,2 13-4194 0 0,2 3 655 0 0,0 1 0 0 0,1 0 0 0 0,0-1 0 0 0,0 2 0 0 0,1-1 0 0 0,0 1 0 0 0,0 0 0 0 0,13-9 0 0 0,-13 11-691 0 0,1-1 0 0 0,-1-1 0 0 0,-1 1 0 0 0,1-1 0 0 0,-1 0 0 0 0,0 0 0 0 0,-1-1 1 0 0,0 0-1 0 0,9-16 0 0 0,-10 9 722 0 0,0-1 1 0 0,0 1-1 0 0,-1 0 1 0 0,-1-1-1 0 0,-1 0 1 0 0,-1-19 0 0 0,0 35 28 0 0,0-1 0 0 0,0 1 0 0 0,0-1 0 0 0,0 0 0 0 0,0 1 0 0 0,0-1 0 0 0,0 1 0 0 0,0-1 0 0 0,0 1 0 0 0,0-1 0 0 0,1 1 0 0 0,-1-1 0 0 0,0 1 0 0 0,0-1 0 0 0,0 1 0 0 0,1-1 0 0 0,-1 1 0 0 0,0-1 0 0 0,1 1 0 0 0,-1-1 0 0 0,0 1 0 0 0,1-1 0 0 0,-1 1 0 0 0,1 0 0 0 0,-1-1 0 0 0,0 1 0 0 0,1 0 0 0 0,-1-1 0 0 0,1 1 0 0 0,0-1 0 0 0,0 1 0 0 0,0 0 0 0 0,1 0 0 0 0,-1 0 0 0 0,0 0 0 0 0,0 1 0 0 0,0-1 0 0 0,0 0 0 0 0,1 0 0 0 0,-1 1 0 0 0,0-1 0 0 0,0 1 0 0 0,0-1 0 0 0,1 2 0 0 0,5 2 0 0 0,0 0 0 0 0,-1 1 0 0 0,7 6 0 0 0,3 4 8 0 0,0 0 0 0 0,-1 2 0 0 0,-1-1 0 0 0,-1 2 0 0 0,0 0 0 0 0,-1 1 0 0 0,10 21 0 0 0,-21-37-7 0 0,1 1 0 0 0,-1 0 1 0 0,1 0-1 0 0,-1 0 0 0 0,0 0 1 0 0,-1 0-1 0 0,1 0 0 0 0,-1 0 1 0 0,1 0-1 0 0,-1 0 1 0 0,-1 0-1 0 0,1 0 0 0 0,0 0 1 0 0,-1 0-1 0 0,0 0 0 0 0,-2 7 1 0 0,1-7 15 0 0,0-1 0 0 0,0 0 0 0 0,0 0 0 0 0,0 0 0 0 0,0 0 0 0 0,-1-1 0 0 0,1 1 1 0 0,-1-1-1 0 0,0 1 0 0 0,1-1 0 0 0,-1 0 0 0 0,0 0 0 0 0,-1 0 0 0 0,1 0 0 0 0,0-1 0 0 0,0 1 1 0 0,-1-1-1 0 0,1 0 0 0 0,-5 1 0 0 0,-17 2 1424 0 0,24-4-1268 0 0,0 0-1 0 0,1 0 0 0 0,-1 0 1 0 0,0 0-1 0 0,1 0 0 0 0,-1 0 1 0 0,0 0-1 0 0,1 0 1 0 0,-1 0-1 0 0,1 0 0 0 0,-1-1 1 0 0,0 1-1 0 0,1 0 0 0 0,-1 0 1 0 0,1-1-1 0 0,-1 1 1 0 0,1 0-1 0 0,-1-1 0 0 0,0 1 1 0 0,1 0-1 0 0,0-1 0 0 0,-1 1 1 0 0,1-1-1 0 0,-1 1 1 0 0,1-1-1 0 0,-1 1 0 0 0,1-1 1 0 0,0 1-1 0 0,-1-1 1 0 0,1 0-1 0 0,0 1 0 0 0,0-1 1 0 0,-1 1-1 0 0,1-1 0 0 0,0 0 1 0 0,0 0-1 0 0,1-2-172 0 0,0 1 0 0 0,0 0 0 0 0,0 0 0 0 0,1 0 0 0 0,-1 0 0 0 0,0 0 0 0 0,1 0 0 0 0,0 0 0 0 0,-1 0 0 0 0,1 0 0 0 0,0 1 0 0 0,0-1 0 0 0,3-1 0 0 0,-2 0 0 0 0,69-49-312 0 0,-5 4-3767 0 0,-64 45 3933 0 0,1 0 0 0 0,-1-1 0 0 0,0 0 0 0 0,0 0 0 0 0,0 0 1 0 0,0 0-1 0 0,-1 0 0 0 0,1-1 0 0 0,-1 1 0 0 0,0-1 0 0 0,-1 1 0 0 0,1-1 0 0 0,-1 0 0 0 0,0 0 0 0 0,0 0 1 0 0,0 0-1 0 0,-1 1 0 0 0,0-1 0 0 0,0 0 0 0 0,0 0 0 0 0,0 0 0 0 0,-1 0 0 0 0,0 0 0 0 0,0 0 0 0 0,-2-5 1 0 0,3 10 154 0 0,0 0 1 0 0,0 0-1 0 0,0-1 1 0 0,0 1-1 0 0,0 0 1 0 0,0 0-1 0 0,0-1 1 0 0,0 1-1 0 0,0 0 1 0 0,0-1-1 0 0,0 1 1 0 0,-1 0-1 0 0,1 0 1 0 0,0 0 0 0 0,0-1-1 0 0,0 1 1 0 0,0 0-1 0 0,-1 0 1 0 0,1 0-1 0 0,0-1 1 0 0,0 1-1 0 0,0 0 1 0 0,-1 0-1 0 0,1 0 1 0 0,0 0-1 0 0,0-1 1 0 0,-1 1-1 0 0,1 0 1 0 0,0 0-1 0 0,0 0 1 0 0,-1 0 0 0 0,1 0-1 0 0,-6 7 731 0 0,-2 13 798 0 0,6-5 589 0 0,-1 24 0 0 0,3-24-2751 0 0,0 0 0 0 0,1 0 0 0 0,6 27 0 0 0,-5-32 44 0 0,1-1 0 0 0,-1 0 0 0 0,2-1 0 0 0,-1 1 0 0 0,1-1 0 0 0,1 1 0 0 0,6 8 0 0 0,-7-12 636 0 0,-1 0-1 0 0,2-1 0 0 0,-1 0 0 0 0,0 1 0 0 0,1-2 0 0 0,0 1 0 0 0,6 4 1 0 0,-9-7-55 0 0,1 1 1 0 0,0-1-1 0 0,0 0 1 0 0,-1 0 0 0 0,1 0-1 0 0,0 0 1 0 0,0-1-1 0 0,0 1 1 0 0,0-1-1 0 0,1 1 1 0 0,-1-1 0 0 0,0 0-1 0 0,0-1 1 0 0,0 1-1 0 0,3-1 1 0 0,1 0-69 0 0,-1-1 0 0 0,0 0 1 0 0,0-1-1 0 0,0 1 0 0 0,-1-1 0 0 0,9-5 1 0 0,6-6-432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07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36 3224 0 0,'-17'-13'830'0'0,"9"4"926"0"0,-1 2-1724 0 0,-4 0 5311 0 0,9 7-5063 0 0,-16 0 7915 0 0,10 2-8195 0 0,3 3 0 0 0,5 0 0 0 0,2 4 0 0 0,5-1 0 0 0,2 3 0 0 0,5-1 0 0 0,2 0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08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117 183 460 0 0,'1'-32'11056'0'0,"-1"-20"-3588"0"0,0 41-7356 0 0,-1 1 1 0 0,0 0 0 0 0,-1 1 0 0 0,0-1-1 0 0,-5-16 1 0 0,7 25-113 0 0,-1 0 0 0 0,1 0 0 0 0,-1-1 0 0 0,1 1 0 0 0,-1 0 0 0 0,1 0 0 0 0,-1 0 0 0 0,0-1 0 0 0,0 1 0 0 0,1 0 0 0 0,-1 0 0 0 0,0 0 0 0 0,0 0 0 0 0,0 0 0 0 0,0 1 0 0 0,0-1 0 0 0,0 0 0 0 0,-1 0 0 0 0,1 1 0 0 0,0-1 0 0 0,0 1 0 0 0,-2-1 0 0 0,2 1 0 0 0,0 0 0 0 0,-1 0 0 0 0,1 0 0 0 0,0 0 0 0 0,-1 0 0 0 0,1 1 0 0 0,0-1 0 0 0,0 0 0 0 0,-1 1 0 0 0,1-1 0 0 0,0 1 0 0 0,0 0 0 0 0,0-1 0 0 0,0 1 0 0 0,0 0 0 0 0,0 0 0 0 0,-2 1 0 0 0,-2 3 0 0 0,1 0 0 0 0,-1 0 0 0 0,1 0 0 0 0,1 1 0 0 0,-1-1 0 0 0,1 1 0 0 0,-4 10 0 0 0,1 0-266 0 0,1 0 0 0 0,1 0 0 0 0,0 1 0 0 0,-2 28 0 0 0,5-38-134 0 0,1 0-1 0 0,0 0 1 0 0,0 0-1 0 0,1 0 0 0 0,0 0 1 0 0,0 0-1 0 0,1 0 1 0 0,-1 0-1 0 0,1-1 1 0 0,1 1-1 0 0,-1-1 0 0 0,1 1 1 0 0,8 10-1 0 0,-10-14 330 0 0,0-1-1 0 0,1 0 0 0 0,-1-1 1 0 0,1 1-1 0 0,0 0 0 0 0,0 0 1 0 0,-1-1-1 0 0,1 1 0 0 0,0-1 1 0 0,0 1-1 0 0,0-1 0 0 0,1 0 1 0 0,-1 0-1 0 0,0 0 0 0 0,0 0 1 0 0,1 0-1 0 0,-1-1 0 0 0,0 1 1 0 0,1-1-1 0 0,-1 1 0 0 0,1-1 1 0 0,-1 0-1 0 0,1 0 0 0 0,-1 0 1 0 0,1 0-1 0 0,-1-1 1 0 0,0 1-1 0 0,1-1 0 0 0,4-1 1 0 0,-3 0 99 0 0,0 0 1 0 0,0 0 0 0 0,0 0-1 0 0,0-1 1 0 0,-1 0 0 0 0,1 0 0 0 0,-1 0-1 0 0,0 0 1 0 0,1-1 0 0 0,-1 1 0 0 0,-1-1-1 0 0,1 0 1 0 0,-1 0 0 0 0,5-8 0 0 0,-3 1 352 0 0,1 0 0 0 0,-2-1 0 0 0,0 1 0 0 0,2-16 0 0 0,4-48 4830 0 0,-8 63-3939 0 0,2-1-1032 0 0,-3 13-239 0 0,0 0 1 0 0,0 0 0 0 0,0 0-1 0 0,1 0 1 0 0,-1 0 0 0 0,0 0 0 0 0,0 0-1 0 0,0 0 1 0 0,1 1 0 0 0,-1-1-1 0 0,0 0 1 0 0,0 0 0 0 0,0 0 0 0 0,0 0-1 0 0,1 0 1 0 0,-1 1 0 0 0,0-1-1 0 0,0 0 1 0 0,0 0 0 0 0,0 0 0 0 0,0 0-1 0 0,0 1 1 0 0,0-1 0 0 0,1 0-1 0 0,-1 0 1 0 0,0 0 0 0 0,0 1 0 0 0,0-1-1 0 0,0 0 1 0 0,0 0 0 0 0,0 1-1 0 0,7 27-48 0 0,-6-24 68 0 0,2 9-232 0 0,1-1 1 0 0,0 1-1 0 0,1 0 0 0 0,1-1 1 0 0,0 0-1 0 0,0-1 0 0 0,9 13 0 0 0,-11-19-156 0 0,-1-1 0 0 0,1 0 1 0 0,0 0-1 0 0,0 0 0 0 0,0 0 0 0 0,1-1 0 0 0,-1 0 0 0 0,9 5 0 0 0,-10-7 124 0 0,1 1 0 0 0,-1-1 0 0 0,1 0 0 0 0,0 0 0 0 0,0 0 0 0 0,-1 0-1 0 0,1-1 1 0 0,0 1 0 0 0,0-1 0 0 0,0 0 0 0 0,0 0 0 0 0,-1-1 0 0 0,8 0 0 0 0,-7-1 247 0 0,1 1 1 0 0,0-1 0 0 0,-1 0-1 0 0,0 0 1 0 0,1-1-1 0 0,-1 1 1 0 0,0-1-1 0 0,0 0 1 0 0,0 0-1 0 0,-1 0 1 0 0,1-1 0 0 0,-1 1-1 0 0,0-1 1 0 0,0 0-1 0 0,0 0 1 0 0,0 0-1 0 0,-1 0 1 0 0,1 0-1 0 0,-1-1 1 0 0,3-8 0 0 0,-1 1 119 0 0,0-1 1 0 0,0 0-1 0 0,-2 0 1 0 0,1 0-1 0 0,-2-1 1 0 0,1-18 0 0 0,-4 23 389 0 0,1 28 1787 0 0,1-4-2514 0 0,2 0 0 0 0,0 1 0 0 0,1-1 0 0 0,0-1 0 0 0,1 1 0 0 0,9 21 0 0 0,-10-30 104 0 0,0-1 0 0 0,0 1 1 0 0,0-1-1 0 0,1 0 0 0 0,0 0 1 0 0,0 0-1 0 0,0-1 0 0 0,0 1 1 0 0,1-1-1 0 0,0 0 0 0 0,0 0 0 0 0,0-1 1 0 0,0 1-1 0 0,1-1 0 0 0,-1 0 1 0 0,1-1-1 0 0,0 1 0 0 0,11 2 1 0 0,-12-4 108 0 0,0 0 0 0 0,-1 0 1 0 0,1 0-1 0 0,0-1 1 0 0,0 0-1 0 0,0 0 0 0 0,0 0 1 0 0,0-1-1 0 0,0 1 1 0 0,0-1-1 0 0,0 0 0 0 0,0-1 1 0 0,0 1-1 0 0,-1-1 1 0 0,1 0-1 0 0,-1 0 0 0 0,1-1 1 0 0,-1 1-1 0 0,0-1 1 0 0,0 0-1 0 0,0 0 1 0 0,5-5-1 0 0,-4 2 1 0 0,1 0 1 0 0,-1-1-1 0 0,0 0 0 0 0,0 0 1 0 0,0 0-1 0 0,-1-1 0 0 0,0 1 1 0 0,-1-1-1 0 0,0 0 0 0 0,0 0 1 0 0,-1 0-1 0 0,2-11 0 0 0,-1 2 13 0 0,-1 0-1 0 0,0-20 1 0 0,-2 31-11 0 0,0 0 0 0 0,-1 0 1 0 0,0-1-1 0 0,0 1 0 0 0,0 0 1 0 0,0 0-1 0 0,-1 0 0 0 0,0 0 0 0 0,-4-7 1 0 0,6 12 14 0 0,-1 1 0 0 0,1 0 1 0 0,0-1-1 0 0,0 1 1 0 0,-1-1-1 0 0,1 1 1 0 0,0 0-1 0 0,0-1 0 0 0,-1 1 1 0 0,1-1-1 0 0,0 1 1 0 0,-1 0-1 0 0,1 0 1 0 0,0-1-1 0 0,-1 1 0 0 0,1 0 1 0 0,-1-1-1 0 0,1 1 1 0 0,-1 0-1 0 0,1 0 0 0 0,-1 0 1 0 0,1 0 19 0 0,-1 0 0 0 0,1 0-1 0 0,0 0 1 0 0,0 0 0 0 0,-1 0 0 0 0,1 1 0 0 0,0-1 0 0 0,-1 0 0 0 0,1 0 0 0 0,0 0-1 0 0,0 0 1 0 0,-1 1 0 0 0,1-1 0 0 0,0 0 0 0 0,0 0 0 0 0,0 1 0 0 0,0-1-1 0 0,-1 0 1 0 0,1 1 0 0 0,0-1 0 0 0,0 0 0 0 0,0 1 0 0 0,-4 20 1027 0 0,4-11-1138 0 0,1 1 0 0 0,0-1 0 0 0,0 1 0 0 0,1-1 0 0 0,1 1 0 0 0,0-1 0 0 0,0 0 0 0 0,1 0 0 0 0,0 0 0 0 0,8 13 0 0 0,-9-19 23 0 0,0 0 1 0 0,0 1-1 0 0,0-1 1 0 0,0 0 0 0 0,1-1-1 0 0,-1 1 1 0 0,1 0-1 0 0,0-1 1 0 0,1 0-1 0 0,-1 0 1 0 0,0 0 0 0 0,1-1-1 0 0,-1 1 1 0 0,1-1-1 0 0,0 0 1 0 0,0-1-1 0 0,0 1 1 0 0,0-1 0 0 0,0 0-1 0 0,0 0 1 0 0,0 0-1 0 0,0-1 1 0 0,7 0 0 0 0,-1-1 49 0 0,-1 0 0 0 0,1-1 0 0 0,-1 0 0 0 0,0-1 0 0 0,0 0 0 0 0,0-1 1 0 0,0 0-1 0 0,-1 0 0 0 0,1-1 0 0 0,-1 0 0 0 0,0-1 0 0 0,9-7 1 0 0,-8 6-835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0.0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9 768 2764 0 0,'-2'-5'1063'0'0,"0"-1"0"0"0,1 1 0 0 0,0 0 0 0 0,0-1-1 0 0,0 1 1 0 0,1-1 0 0 0,0 1 0 0 0,0-1 0 0 0,0-6 0 0 0,1-5 608 0 0,-1-9 525 0 0,8-49-1 0 0,-5 61-2160 0 0,0 0-1 0 0,0 0 0 0 0,2 0 0 0 0,0 0 0 0 0,7-14 0 0 0,-11 27-34 0 0,-1 0 0 0 0,1 0 0 0 0,-1 0 0 0 0,1 0 0 0 0,0 0 0 0 0,-1 0 0 0 0,1 0 0 0 0,0 0 0 0 0,0 0 0 0 0,-1 0 0 0 0,1 0 0 0 0,0 1 0 0 0,0-1 0 0 0,0 0 0 0 0,0 1 0 0 0,0-1 0 0 0,0 0 0 0 0,1 1 0 0 0,0-1 0 0 0,-1 1 0 0 0,0 0 0 0 0,-1 0 0 0 0,1 0 0 0 0,0 0 0 0 0,0 1 0 0 0,-1-1 0 0 0,1 0 0 0 0,0 0 0 0 0,0 1 0 0 0,-1-1 0 0 0,1 0 0 0 0,0 1 0 0 0,-1-1 0 0 0,1 1 0 0 0,-1-1 0 0 0,1 1 0 0 0,0-1 0 0 0,-1 1 0 0 0,1-1 0 0 0,-1 1 0 0 0,1 1 0 0 0,3 3 0 0 0,-1 0 0 0 0,0 1 0 0 0,-1 0 0 0 0,1-1 0 0 0,2 12 0 0 0,23 122-653 0 0,-22-100-1599 0 0,2-1 1 0 0,1 0-1 0 0,27 71 1 0 0,-34-104 2188 0 0,0-1 1 0 0,1 1 0 0 0,0 0-1 0 0,0-1 1 0 0,0 0 0 0 0,0 1 0 0 0,1-1-1 0 0,0 0 1 0 0,0-1 0 0 0,8 7-1 0 0,-11-9 69 0 0,1 0-1 0 0,0 0 0 0 0,0 0 0 0 0,0 0 0 0 0,0-1 1 0 0,0 1-1 0 0,0 0 0 0 0,0-1 0 0 0,1 0 0 0 0,-1 1 1 0 0,0-1-1 0 0,0 0 0 0 0,0 0 0 0 0,0 0 0 0 0,0-1 1 0 0,1 1-1 0 0,-1 0 0 0 0,0-1 0 0 0,0 1 1 0 0,0-1-1 0 0,0 0 0 0 0,0 0 0 0 0,0 0 0 0 0,0 0 1 0 0,0 0-1 0 0,-1 0 0 0 0,1 0 0 0 0,0-1 0 0 0,2-1 1 0 0,1-2 61 0 0,-1 0 1 0 0,0 0 0 0 0,0 0 0 0 0,0-1-1 0 0,0 1 1 0 0,-1-1 0 0 0,0 0 0 0 0,0 0-1 0 0,-1 0 1 0 0,0 0 0 0 0,0-1 0 0 0,0 1 0 0 0,1-13-1 0 0,-1 3 195 0 0,0-1-1 0 0,-2 1 1 0 0,0-1-1 0 0,-3-23 1 0 0,-2 10-40 0 0,-1-1-1 0 0,-13-41 1 0 0,25 102 6401 0 0,8 17-5979 0 0,-3-20-1098 0 0,1-1 0 0 0,1 0-1 0 0,28 39 1 0 0,-22-39-1291 0 0,1-1 0 0 0,0-1 0 0 0,29 24 0 0 0,-41-41 1657 0 0,0-1 0 0 0,0 1-1 0 0,1-2 1 0 0,0 1 0 0 0,13 5 0 0 0,-19-10 173 0 0,0 0-1 0 0,-1 0 1 0 0,1 0-1 0 0,0 0 0 0 0,0-1 1 0 0,0 1-1 0 0,0-1 1 0 0,0 0-1 0 0,0 0 1 0 0,4 0-1 0 0,-5-1 56 0 0,0 1 0 0 0,-1 0-1 0 0,1-1 1 0 0,-1 0 0 0 0,0 1 0 0 0,1-1-1 0 0,-1 0 1 0 0,0 0 0 0 0,1 1 0 0 0,-1-1-1 0 0,0 0 1 0 0,0-1 0 0 0,1 1 0 0 0,-1 0-1 0 0,0 0 1 0 0,0 0 0 0 0,-1-1 0 0 0,1 1-1 0 0,0 0 1 0 0,0-1 0 0 0,0-1 0 0 0,1-2 220 0 0,0 0 0 0 0,-1-1 0 0 0,0 0 0 0 0,0 1 0 0 0,0-1-1 0 0,-1 1 1 0 0,1-1 0 0 0,-1 0 0 0 0,-1 0 0 0 0,1 1 0 0 0,-1-1 0 0 0,0 1 0 0 0,-3-10 0 0 0,-2-6-266 0 0,-2 1 1 0 0,-10-22-1 0 0,9 23-94 0 0,-62-121 0 0 0,70 139 0 0 0,3 7 0 0 0,4 9 0 0 0,-3-10 3 0 0,1 0 0 0 0,-1 0 0 0 0,1 0 1 0 0,0-1-1 0 0,0 0 0 0 0,1 0 0 0 0,-1 0 0 0 0,1 0 0 0 0,0-1 0 0 0,0 1 0 0 0,0-1 0 0 0,0-1 0 0 0,0 1 0 0 0,1-1 0 0 0,0 0 0 0 0,-1 0 1 0 0,1 0-1 0 0,10 1 0 0 0,-9-2-384 0 0,0 0 1 0 0,0-1 0 0 0,0 0-1 0 0,0 0 1 0 0,0 0-1 0 0,0-1 1 0 0,0 0 0 0 0,0 0-1 0 0,0-1 1 0 0,0 0-1 0 0,0 0 1 0 0,-1-1 0 0 0,1 1-1 0 0,-1-2 1 0 0,10-5 0 0 0,-13 6 142 0 0,0 1 0 0 0,0-1 1 0 0,0 0-1 0 0,-1 0 1 0 0,1 0-1 0 0,-1 0 1 0 0,0-1-1 0 0,0 1 0 0 0,0-1 1 0 0,0 1-1 0 0,-1-1 1 0 0,1 1-1 0 0,-1-1 1 0 0,0 0-1 0 0,1-7 0 0 0,0-5 6 0 0,-1 0-1 0 0,-1-26 0 0 0,-1 17-289 0 0,-13-209-503 0 0,3 94 1155 0 0,2 58 226 0 0,7 72-210 0 0,0 1 0 0 0,0 0 0 0 0,-1 0 0 0 0,-1 0 0 0 0,1 0 0 0 0,-9-13 0 0 0,11 21-111 0 0,1 0 0 0 0,0 0 0 0 0,-1 1 0 0 0,1-1-1 0 0,-1 0 1 0 0,1 1 0 0 0,-1-1 0 0 0,1 1 0 0 0,-1-1 0 0 0,1 0-1 0 0,-1 1 1 0 0,0-1 0 0 0,1 1 0 0 0,-1-1 0 0 0,0 1 0 0 0,1 0-1 0 0,-1-1 1 0 0,0 1 0 0 0,1 0 0 0 0,-1-1 0 0 0,0 1 0 0 0,-1 0-1 0 0,2 0 59 0 0,-1 0-1 0 0,0 0 0 0 0,1 1 0 0 0,-1-1 0 0 0,1 1 1 0 0,-1-1-1 0 0,1 0 0 0 0,0 1 0 0 0,-1-1 0 0 0,1 1 1 0 0,-1-1-1 0 0,1 1 0 0 0,0-1 0 0 0,-1 1 0 0 0,1-1 0 0 0,0 1 1 0 0,0-1-1 0 0,-1 1 0 0 0,1 0 0 0 0,0-1 0 0 0,0 2 1 0 0,-2 3 457 0 0,1 1 0 0 0,0 0 0 0 0,1 0 0 0 0,-1 9 0 0 0,3 8 408 0 0,8 41-1 0 0,26 65-4260 0 0,-17-65 1002 0 0,74 287 1936 0 0,-54-193 1204 0 0,-39-158-801 0 0,8 21-330 0 0,-8-20 300 0 0,0 0 1 0 0,0 0-1 0 0,0-1 0 0 0,1 1 1 0 0,-1 0-1 0 0,0-1 0 0 0,1 1 1 0 0,-1 0-1 0 0,0-1 0 0 0,1 1 1 0 0,-1-1-1 0 0,1 1 1 0 0,-1-1-1 0 0,1 1 0 0 0,-1-1 1 0 0,1 1-1 0 0,-1-1 0 0 0,1 1 1 0 0,0-1-1 0 0,-1 0 0 0 0,1 1 1 0 0,-1-1-1 0 0,1 0 0 0 0,0 1 1 0 0,0-1-1 0 0,0-1 192 0 0,0 0-1 0 0,0-1 1 0 0,0 1-1 0 0,0 0 1 0 0,-1 0-1 0 0,1-1 1 0 0,-1 1-1 0 0,1-1 1 0 0,-1 1-1 0 0,1 0 1 0 0,-1-1-1 0 0,0 1 1 0 0,0-1-1 0 0,0 1 1 0 0,0-4 0 0 0,1-2 1443 0 0,13-101 2072 0 0,-12 77-3819 0 0,2-1 0 0 0,15-58-1 0 0,-18 86 105 0 0,1 0 0 0 0,0 0 0 0 0,0 0 0 0 0,0 0 0 0 0,0 0 0 0 0,0 1 0 0 0,4-6 0 0 0,-5 9 0 0 0,-1-1 0 0 0,1 1 0 0 0,-1-1 0 0 0,1 1 0 0 0,-1-1 0 0 0,1 1 0 0 0,0-1 0 0 0,-1 1 0 0 0,1 0 0 0 0,-1-1 0 0 0,1 1 0 0 0,0 0 0 0 0,-1 0 0 0 0,1 0 0 0 0,0-1 0 0 0,-1 1 0 0 0,1 0 0 0 0,0 0 0 0 0,0 0 0 0 0,0 0 0 0 0,0 0 0 0 0,0 1 0 0 0,0-1 0 0 0,0 1 0 0 0,0-1 0 0 0,0 1 0 0 0,0 0 0 0 0,0-1 0 0 0,-1 1 0 0 0,1 0 0 0 0,0-1 0 0 0,0 1 0 0 0,-1 0 0 0 0,1 0 0 0 0,-1 0 0 0 0,1-1 0 0 0,-1 1 0 0 0,1 0 0 0 0,0 2 0 0 0,14 30-1169 0 0,11 39 0 0 0,11 25-2721 0 0,-31-85 3548 0 0,1 0 0 0 0,-1-1 0 0 0,2 0 0 0 0,-1 0 0 0 0,19 18 0 0 0,-25-27 342 0 0,1 0 0 0 0,-1-1 1 0 0,1 1-1 0 0,0 0 1 0 0,0-1-1 0 0,0 0 1 0 0,0 1-1 0 0,0-1 0 0 0,0 0 1 0 0,0 0-1 0 0,0 0 1 0 0,0 0-1 0 0,0 0 0 0 0,1-1 1 0 0,-1 1-1 0 0,0-1 1 0 0,1 1-1 0 0,-1-1 1 0 0,0 0-1 0 0,1 0 0 0 0,-1 0 1 0 0,1 0-1 0 0,-1 0 1 0 0,0-1-1 0 0,1 1 1 0 0,-1-1-1 0 0,0 1 0 0 0,0-1 1 0 0,1 0-1 0 0,-1 0 1 0 0,0 0-1 0 0,0 0 0 0 0,0-1 1 0 0,0 1-1 0 0,0 0 1 0 0,0-1-1 0 0,2-2 1 0 0,1-1 0 0 0,0-1 0 0 0,-1 1 1 0 0,1-1-1 0 0,-2 0 0 0 0,1 1 1 0 0,-1-2-1 0 0,1 1 0 0 0,-2 0 1 0 0,1-1-1 0 0,-1 1 0 0 0,3-14 1 0 0,-2-2-2 0 0,-1 1 0 0 0,-1 0 0 0 0,-1-1 0 0 0,-1 1 0 0 0,-5-33 0 0 0,6 55 74 0 0,1 7 1970 0 0,1 1-1 0 0,0-1 1 0 0,5 12-1 0 0,32 54-2043 0 0,-34-66 0 0 0,0 0 0 0 0,1 0 0 0 0,0 0 0 0 0,1-1 0 0 0,0 0 0 0 0,11 10 0 0 0,-15-15-249 0 0,1 0 1 0 0,-1 0-1 0 0,1 0 0 0 0,-1 0 1 0 0,1-1-1 0 0,7 3 0 0 0,-10-4 270 0 0,0 0 0 0 0,0 1-1 0 0,-1-1 1 0 0,1 0 0 0 0,0 0 0 0 0,0 0 0 0 0,0 0-1 0 0,0 0 1 0 0,-1 0 0 0 0,1 0 0 0 0,0 0-1 0 0,0 0 1 0 0,0 0 0 0 0,-1-1 0 0 0,1 1 0 0 0,0 0-1 0 0,0-1 1 0 0,-1 1 0 0 0,1 0 0 0 0,0-1-1 0 0,0 1 1 0 0,-1-1 0 0 0,1 1 0 0 0,0-1 0 0 0,-1 1-1 0 0,1-1 1 0 0,-1 1 0 0 0,1-1 0 0 0,-1 0-1 0 0,1 1 1 0 0,-1-1 0 0 0,1 0 0 0 0,-1 0 0 0 0,0 1-1 0 0,1-1 1 0 0,-1 0 0 0 0,0 0 0 0 0,0 1-1 0 0,1-2 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0.1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94 1612 0 0,'-10'-17'11038'0'0,"8"5"-7421"0"0,2 4-3617 0 0,0-4 3393 0 0,4 3-3393 0 0,1-1 0 0 0,2 3 0 0 0,1 2 0 0 0,2 4 0 0 0,2-3 0 0 0,4 1 0 0 0,-1-2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0.6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13 228 0 0,'7'-13'11690'0'0,"1"29"-7688"0"0,12 30-1 0 0,11 53-4838 0 0,-19-55 1413 0 0,3 5-619 0 0,28 99 134 0 0,-33-106-359 0 0,7 66-1 0 0,-16-94 339 0 0,0 0 0 0 0,-1 0 0 0 0,0 0 0 0 0,-1 0 0 0 0,-1 0-1 0 0,-4 17 1 0 0,6-31-70 0 0,0 1 0 0 0,0-1 0 0 0,0 0 0 0 0,0 0 0 0 0,0 0 0 0 0,0 1 0 0 0,0-1 0 0 0,0 0 0 0 0,0 0 0 0 0,0 0 0 0 0,0 1 0 0 0,0-1 0 0 0,0 0 0 0 0,0 0 0 0 0,0 0 0 0 0,-1 0 0 0 0,1 1 0 0 0,0-1 0 0 0,0 0 0 0 0,0 0 0 0 0,0 0 0 0 0,0 0 0 0 0,-1 1 0 0 0,1-1 0 0 0,0 0 0 0 0,0 0 0 0 0,0 0 0 0 0,0 0 0 0 0,-1 0 0 0 0,1 0 0 0 0,0 0 0 0 0,0 0 0 0 0,0 0 0 0 0,-1 0 0 0 0,1 0 0 0 0,0 0 0 0 0,0 0 0 0 0,0 0 0 0 0,-1 0 0 0 0,1 0 0 0 0,0 0 0 0 0,-8-8 0 0 0,-2-12 0 0 0,6 11-5 0 0,0 0-1 0 0,1-1 1 0 0,0 0 0 0 0,1 1-1 0 0,-2-14 1 0 0,4 21 6 0 0,0-1 1 0 0,-1 0-1 0 0,1 0 1 0 0,1 0-1 0 0,-1 0 0 0 0,0 1 1 0 0,1-1-1 0 0,-1 0 1 0 0,1 0-1 0 0,0 0 0 0 0,0 1 1 0 0,0-1-1 0 0,0 0 1 0 0,0 1-1 0 0,0-1 0 0 0,1 1 1 0 0,0 0-1 0 0,-1-1 1 0 0,1 1-1 0 0,0 0 0 0 0,0 0 1 0 0,4-3-1 0 0,0 0-1 0 0,1 1 0 0 0,0 1 0 0 0,1-1 0 0 0,-1 1 0 0 0,0 0 0 0 0,15-3 0 0 0,49-4 0 0 0,-55 9 0 0 0,1-1 0 0 0,-1-1 0 0 0,0-1 0 0 0,21-6 0 0 0,-35 9 0 0 0,0 0 0 0 0,0-1 0 0 0,0 1 0 0 0,0 0 0 0 0,0-1 0 0 0,-1 1 0 0 0,1-1 0 0 0,-1 0 0 0 0,1 1 0 0 0,-1-1 0 0 0,1 0 0 0 0,-1 0 0 0 0,0 0 0 0 0,0 0 0 0 0,0 0 0 0 0,0 0 0 0 0,0 0 0 0 0,-1-1 0 0 0,1-1 0 0 0,0 1 0 0 0,0 1 0 0 0,-1-1 0 0 0,1 0 0 0 0,-1 0 0 0 0,0 1 0 0 0,0-1 0 0 0,0 0 0 0 0,0 0 0 0 0,-1 1 0 0 0,1-1 0 0 0,-1 0 0 0 0,1 1 0 0 0,-1-1 0 0 0,0 0 0 0 0,-2-2 0 0 0,3 4 0 0 0,0 1 0 0 0,0 0 0 0 0,-1-1 0 0 0,1 1 0 0 0,0 0 0 0 0,-1-1 0 0 0,1 1 0 0 0,0 0 0 0 0,-1-1 0 0 0,1 1 0 0 0,-1 0 0 0 0,1 0 0 0 0,0 0 0 0 0,-1-1 0 0 0,1 1 0 0 0,-1 0 0 0 0,1 0 0 0 0,-1 0 0 0 0,1 0 0 0 0,-1 0 0 0 0,1 0 0 0 0,0 0 0 0 0,-1 0 0 0 0,1 0 0 0 0,-1 0 0 0 0,1 0 0 0 0,-1 0 0 0 0,1 0 0 0 0,-1 0 0 0 0,1 1 0 0 0,0-1 0 0 0,-1 0 0 0 0,1 0 0 0 0,-1 0 0 0 0,1 1 0 0 0,0-1 0 0 0,-1 0 0 0 0,1 0 0 0 0,0 1 0 0 0,-1-1 0 0 0,1 0 0 0 0,0 1 0 0 0,-1-1 0 0 0,1 0 0 0 0,-1 1 0 0 0,-12 17 0 0 0,8-10-38 0 0,1 0 0 0 0,1 0 0 0 0,-1 0 0 0 0,1 0 0 0 0,1 1 0 0 0,0-1 0 0 0,0 1 0 0 0,0-1 0 0 0,1 1 0 0 0,0 0 0 0 0,1 0-1 0 0,1 12 1 0 0,0-11-363 0 0,0 0 0 0 0,1 1 0 0 0,0-1 0 0 0,0 0-1 0 0,2 0 1 0 0,-1 0 0 0 0,1-1 0 0 0,0 1 0 0 0,1-1 0 0 0,7 11-1 0 0,-9-16 242 0 0,0 0-1 0 0,1 0 1 0 0,-1 0-1 0 0,1 0 1 0 0,0-1-1 0 0,0 0 1 0 0,0 0-1 0 0,1 0 1 0 0,-1 0-1 0 0,1 0 1 0 0,-1-1-1 0 0,1 0 1 0 0,0 0-1 0 0,0 0 1 0 0,0-1-1 0 0,0 0 1 0 0,0 0-1 0 0,0 0 1 0 0,7 0-1 0 0,2-1 164 0 0,0 0 0 0 0,0-1-1 0 0,0-1 1 0 0,0 0 0 0 0,25-8-1 0 0,-11 2-148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1.6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19 496 1612 0 0,'-19'-8'16424'0'0,"20"-37"-15882"0"0,1-1-1 0 0,12-69 0 0 0,-13 113-541 0 0,2-17 0 0 0,2 1 0 0 0,0-1 0 0 0,12-27 0 0 0,-14 41 0 0 0,-1 0 0 0 0,1 1 0 0 0,0-1 0 0 0,0 1 0 0 0,1-1 0 0 0,-1 1 0 0 0,7-6 0 0 0,-7 8 0 0 0,-1 0 0 0 0,1 1 0 0 0,-1-1 0 0 0,1 1 0 0 0,0-1 0 0 0,0 1 0 0 0,0 0 0 0 0,0 0 0 0 0,0 0 0 0 0,0 0 0 0 0,0 0 0 0 0,0 1 0 0 0,0 0 0 0 0,4-1 0 0 0,-4 1 0 0 0,0 0 0 0 0,0 1 0 0 0,0-1 0 0 0,0 1 0 0 0,0-1 0 0 0,0 1 0 0 0,0 0 0 0 0,0 0 0 0 0,-1 0 0 0 0,1 1 0 0 0,0-1 0 0 0,-1 1 0 0 0,5 3 0 0 0,-3-2 0 0 0,0 1 0 0 0,-1-1 0 0 0,1 1 0 0 0,-1 0 0 0 0,0 1 0 0 0,0-1 0 0 0,3 7 0 0 0,1 3 0 0 0,-2 1 0 0 0,0-1 0 0 0,0 1 0 0 0,3 20 0 0 0,16 122 0 0 0,-21-144 0 0 0,-2-13 0 0 0,-1 0 0 0 0,0 0 0 0 0,0 0 0 0 0,0 0 0 0 0,1 0 0 0 0,-1 0 0 0 0,0-1 0 0 0,0 1 0 0 0,0 0 0 0 0,0 0 0 0 0,1 0 0 0 0,-1 0 0 0 0,0 0 0 0 0,0 0 0 0 0,0 0 0 0 0,0-1 0 0 0,0 1 0 0 0,1 0 0 0 0,-1 0 0 0 0,0 0 0 0 0,0 0 0 0 0,0-1 0 0 0,0 1 0 0 0,0 0 0 0 0,0 0 0 0 0,0 0 0 0 0,0 0 0 0 0,0-1 0 0 0,0 1 0 0 0,0 0 0 0 0,0 0 0 0 0,0 0 0 0 0,0-1 0 0 0,7-26 0 0 0,-2-16-600 0 0,-1 3-1312 0 0,2 0 0 0 0,2 1 0 0 0,19-62 0 0 0,-26 98 2008 0 0,0 1 0 0 0,1-1 1 0 0,-1 0-1 0 0,1 1 0 0 0,-1-1 1 0 0,1 1-1 0 0,0-1 1 0 0,0 1-1 0 0,0 0 0 0 0,4-4 1 0 0,-6 6-51 0 0,1-1 1 0 0,0 1 0 0 0,-1-1-1 0 0,1 1 1 0 0,0 0 0 0 0,-1 0-1 0 0,1-1 1 0 0,0 1 0 0 0,-1 0 0 0 0,1 0-1 0 0,0 0 1 0 0,-1 0 0 0 0,1 0-1 0 0,0 0 1 0 0,0 0 0 0 0,-1 0-1 0 0,1 0 1 0 0,1 0 0 0 0,-1 1 5 0 0,1-1 1 0 0,-1 1-1 0 0,0 0 1 0 0,0-1-1 0 0,0 1 1 0 0,0 0 0 0 0,0 0-1 0 0,0 0 1 0 0,0 0-1 0 0,0 0 1 0 0,0 0-1 0 0,0 0 1 0 0,1 2-1 0 0,8 15-483 0 0,-1 0 0 0 0,0 1-1 0 0,11 37 1 0 0,3 7-538 0 0,-23-63 969 0 0,4 10 0 0 0,0 0 0 0 0,12 17 0 0 0,-14-25 0 0 0,-1 1 0 0 0,1-1 0 0 0,0 0 0 0 0,-1 0 0 0 0,1 0 0 0 0,0-1 0 0 0,0 1 0 0 0,0 0 0 0 0,1-1 0 0 0,-1 0 0 0 0,0 1 0 0 0,0-1 0 0 0,1 0 0 0 0,-1 0 0 0 0,1 0 0 0 0,-1 0 0 0 0,5 0 0 0 0,-5-1 0 0 0,-1 0 0 0 0,1 0 0 0 0,-1-1 0 0 0,1 1 0 0 0,0 0 0 0 0,-1-1 0 0 0,1 0 0 0 0,-1 1 0 0 0,1-1 0 0 0,-1 0 0 0 0,0 1 0 0 0,1-1 0 0 0,-1 0 0 0 0,0 0 0 0 0,0 0 0 0 0,1 0 0 0 0,-1-1 0 0 0,0 1 0 0 0,0 0 0 0 0,0 0 0 0 0,0-1 0 0 0,0-1 0 0 0,4-5 0 0 0,0 0 0 0 0,5-13 0 0 0,-8 17 0 0 0,5-16 0 0 0,0 1 0 0 0,-1-2 0 0 0,5-38 0 0 0,-1 5 0 0 0,-10 53 47 0 0,0 1 0 0 0,0-1 0 0 0,0 1 1 0 0,0-1-1 0 0,0 1 0 0 0,1-1 1 0 0,-1 0-1 0 0,0 1 0 0 0,0-1 1 0 0,0 1-1 0 0,1-1 0 0 0,-1 1 0 0 0,0-1 1 0 0,1 1-1 0 0,-1 0 0 0 0,0-1 1 0 0,1 1-1 0 0,-1-1 0 0 0,1 1 1 0 0,0-1-1 0 0,-1 1 49 0 0,1 0 0 0 0,-1 0 0 0 0,0 0 0 0 0,1 0 0 0 0,-1 0 0 0 0,0 1 1 0 0,1-1-1 0 0,-1 0 0 0 0,0 0 0 0 0,1 0 0 0 0,-1 0 0 0 0,0 0 0 0 0,1 1 0 0 0,-1-1 1 0 0,0 0-1 0 0,0 0 0 0 0,1 1 0 0 0,-1-1 0 0 0,0 0 0 0 0,0 0 0 0 0,1 1 0 0 0,-1-1 0 0 0,0 1 1 0 0,13 25 4419 0 0,-10-21-4131 0 0,6 17-565 0 0,-1-4 284 0 0,0-1-1 0 0,20 30 1 0 0,-25-43-334 0 0,0 0 0 0 0,0 0 0 0 0,0 0-1 0 0,1-1 1 0 0,-1 1 0 0 0,1-1 0 0 0,-1 0 0 0 0,1 0 0 0 0,0-1-1 0 0,1 1 1 0 0,-1-1 0 0 0,0 0 0 0 0,1 0 0 0 0,-1 0 0 0 0,1-1 0 0 0,6 2-1 0 0,-9-2 39 0 0,0-1 0 0 0,0 0 0 0 0,0 0 0 0 0,-1 0 0 0 0,1 0 0 0 0,0 0 0 0 0,0-1 0 0 0,-1 1 0 0 0,1 0 0 0 0,0-1 0 0 0,-1 1 0 0 0,1-1 0 0 0,0 0 0 0 0,-1 1 0 0 0,1-1 0 0 0,-1 0 0 0 0,1 0 0 0 0,-1 0 0 0 0,2-1 0 0 0,-2 0 182 0 0,1 1 0 0 0,-1 0-1 0 0,0-1 1 0 0,0 1-1 0 0,0-1 1 0 0,0 1 0 0 0,-1-1-1 0 0,1 0 1 0 0,0 1-1 0 0,-1-1 1 0 0,1 0 0 0 0,-1 1-1 0 0,1-1 1 0 0,-1 0-1 0 0,0 0 1 0 0,0 1 0 0 0,0-1-1 0 0,0 0 1 0 0,0 0-1 0 0,0 0 1 0 0,0 1 0 0 0,-1-1-1 0 0,1 0 1 0 0,-1 0-1 0 0,1 1 1 0 0,-1-1 0 0 0,0 1-1 0 0,-1-4 1 0 0,-6-7-19 0 0,-1 0 1 0 0,0 1-1 0 0,-1 0 1 0 0,0 1-1 0 0,-1-1 1 0 0,0 2-1 0 0,-12-9 0 0 0,-14-13 144 0 0,30 25-115 0 0,2 3 0 0 0,1-1 0 0 0,0 1 0 0 0,0-1 0 0 0,1 0 0 0 0,-1 0 0 0 0,1-1 0 0 0,0 1 0 0 0,0-1 0 0 0,-4-8 0 0 0,6 12 0 0 0,1 0 0 0 0,0 0 0 0 0,0 0 0 0 0,0 0 0 0 0,0 0 0 0 0,1 0 0 0 0,-1 0 0 0 0,0 0 0 0 0,0 0 0 0 0,0 0 0 0 0,1 0 0 0 0,-1 0 0 0 0,1 0 0 0 0,-1 0 0 0 0,1 0 0 0 0,-1 0 0 0 0,1 0 0 0 0,0 1 0 0 0,-1-1 0 0 0,1 0 0 0 0,0 0 0 0 0,-1 0 0 0 0,1 1 0 0 0,0-1 0 0 0,0 1 0 0 0,0-1 0 0 0,0 0 0 0 0,0 1 0 0 0,0-1 0 0 0,1 1 0 0 0,5-4 0 0 0,0 1 0 0 0,15-5 0 0 0,-17 7 0 0 0,26-8 0 0 0,-1 2 0 0 0,1 1 0 0 0,1 1 0 0 0,-1 2 0 0 0,0 1 0 0 0,51 4 0 0 0,-76-2 0 0 0,0 1 0 0 0,0 0 0 0 0,0 0 0 0 0,0 0 0 0 0,-1 1 0 0 0,1 0 0 0 0,0 0 0 0 0,-1 1 0 0 0,6 2 0 0 0,-9-3 0 0 0,0-1 0 0 0,1 1 0 0 0,-1 0 0 0 0,0 0 0 0 0,0 0 0 0 0,0 0 0 0 0,0 0 0 0 0,-1 1 0 0 0,1-1 0 0 0,-1 0 0 0 0,1 1 0 0 0,-1-1 0 0 0,0 1 0 0 0,0-1 0 0 0,0 1 0 0 0,0 0 0 0 0,0 0 0 0 0,-1-1 0 0 0,1 1 0 0 0,0 5 0 0 0,-2 9 4 0 0,0-1 1 0 0,-1 1-1 0 0,-1-1 1 0 0,0 0 0 0 0,-1 0-1 0 0,-1 0 1 0 0,-8 19 0 0 0,4-12 23 0 0,2 0 1 0 0,-6 29-1 0 0,12-48 59 0 0,1-1-1 0 0,0 1 1 0 0,0 0-1 0 0,0-1 1 0 0,0 1-1 0 0,1 0 1 0 0,-1-1-1 0 0,2 5 1 0 0,-2-7 20 0 0,0 0 1 0 0,1 0 0 0 0,-1-1 0 0 0,0 1 0 0 0,1 0-1 0 0,-1 0 1 0 0,0-1 0 0 0,1 1 0 0 0,-1 0-1 0 0,1-1 1 0 0,-1 1 0 0 0,1 0 0 0 0,-1-1-1 0 0,1 1 1 0 0,-1-1 0 0 0,1 1 0 0 0,0-1-1 0 0,-1 1 1 0 0,1-1 0 0 0,0 0 0 0 0,0 1 0 0 0,-1-1-1 0 0,1 0 1 0 0,0 1 0 0 0,0-1 0 0 0,-1 0-1 0 0,1 0 1 0 0,0 0 0 0 0,0 0 0 0 0,0 0-1 0 0,-1 0 1 0 0,1 0 0 0 0,0 0 0 0 0,0 0-1 0 0,0 0 1 0 0,-1 0 0 0 0,1 0 0 0 0,0-1 0 0 0,0 1-1 0 0,-1 0 1 0 0,1-1 0 0 0,0 1 0 0 0,1-1-1 0 0,4-2 94 0 0,0-1 1 0 0,-1 0-1 0 0,1-1 0 0 0,-1 1 0 0 0,1-1 0 0 0,-1 0 0 0 0,-1-1 0 0 0,1 1 0 0 0,-1-1 0 0 0,0 1 0 0 0,4-9 1 0 0,4-3-310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1.8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76 5296 0 0,'-19'-14'1125'0'0,"11"7"545"0"0,-4-5 681 0 0,3-5 4543 0 0,9 10-4570 0 0,2 1-2324 0 0,3 1 0 0 0,4-1 0 0 0,1 5 0 0 0,3 2-448 0 0,1 6 896 0 0,1 5-1040 0 0,1 7 1184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2.3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0 293 1612 0 0,'4'4'9189'0'0,"2"-20"-5666"0"0,11-27 1450 0 0,13-26-3971 0 0,-22 53-1130 0 0,1 0 0 0 0,1 0 1 0 0,0 1-1 0 0,21-25 0 0 0,-26 35 128 0 0,-1 0 0 0 0,2 1 0 0 0,-1 0 0 0 0,0 0 0 0 0,1 0 0 0 0,0 0 0 0 0,0 1 0 0 0,0 0 0 0 0,0 0 0 0 0,0 1 0 0 0,1 0 0 0 0,7-2 0 0 0,-11 3 0 0 0,0 1 0 0 0,0-1 0 0 0,0 1 0 0 0,0 0 0 0 0,1 0 0 0 0,-1 1 0 0 0,0-1 0 0 0,0 1 0 0 0,0-1 0 0 0,0 1 0 0 0,0 0 0 0 0,0 0 0 0 0,0 0 0 0 0,0 1 0 0 0,0-1 0 0 0,0 1 0 0 0,0-1 0 0 0,-1 1 0 0 0,1 0 0 0 0,-1 0 0 0 0,1 0 0 0 0,-1 0 0 0 0,0 1 0 0 0,0-1 0 0 0,0 1 0 0 0,0-1 0 0 0,2 5 0 0 0,0 0 0 0 0,-1 1 0 0 0,1-1 0 0 0,-2 1 0 0 0,1 0 0 0 0,-1 0 0 0 0,0 0 0 0 0,1 14 0 0 0,-1-4 0 0 0,-2 1 0 0 0,-1 24 0 0 0,0-30-235 0 0,-1 1 0 0 0,-1 0 0 0 0,0-1-1 0 0,-6 15 1 0 0,4-14-606 0 0,-1 0 0 0 0,0-1 0 0 0,-1 0 0 0 0,-1 0 0 0 0,0 0 0 0 0,-15 17-1 0 0,14-23 112 0 0,8-13 761 0 0,9-14 605 0 0,150-220-1250 0 0,-97 154 443 0 0,-57 80 216 0 0,0 0 0 0 0,0 0 1 0 0,-1 0-1 0 0,0-1 1 0 0,0 1-1 0 0,3-11 0 0 0,-6 16-36 0 0,0 1 0 0 0,0 0 0 0 0,0 0 0 0 0,0 0 0 0 0,0 0 0 0 0,0 0 0 0 0,1 0 0 0 0,-1 0 0 0 0,0 0 0 0 0,0 0 0 0 0,0 0 0 0 0,0-1 0 0 0,0 1 0 0 0,0 0 0 0 0,0 0 0 0 0,0 0 0 0 0,0 0 0 0 0,0 0 0 0 0,0 0 0 0 0,0 0 0 0 0,0-1 0 0 0,0 1 0 0 0,0 0 1 0 0,0 0-1 0 0,0 0 0 0 0,0 0 0 0 0,0 0 0 0 0,-1 0 0 0 0,1 0 0 0 0,0 0 0 0 0,0 0 0 0 0,0-1 0 0 0,0 1 0 0 0,0 0 0 0 0,0 0 0 0 0,0 0 0 0 0,0 0 0 0 0,0 0 0 0 0,0 0 0 0 0,0 0 0 0 0,0 0 0 0 0,-1 0 0 0 0,1 0 0 0 0,0 0 0 0 0,0 0 0 0 0,0 0 0 0 0,0 0 0 0 0,0 0 0 0 0,0 0 0 0 0,0 0 0 0 0,0 0 0 0 0,-1 0 0 0 0,1 0 0 0 0,-7 4 1551 0 0,-6 10-898 0 0,10-7-476 0 0,-1 0 1 0 0,1 0 0 0 0,0 0-1 0 0,1 1 1 0 0,0-1-1 0 0,0 1 1 0 0,0-1 0 0 0,1 1-1 0 0,1 0 1 0 0,-1 0-1 0 0,1 0 1 0 0,0-1 0 0 0,1 1-1 0 0,2 12 1 0 0,1 0-869 0 0,1-1 0 0 0,1 1-1 0 0,1-1 1 0 0,13 27 0 0 0,-16-38 509 0 0,0-1-1 0 0,0 0 1 0 0,0 0 0 0 0,1-1 0 0 0,0 1 0 0 0,1-1-1 0 0,0 0 1 0 0,-1 0 0 0 0,2-1 0 0 0,-1 0 0 0 0,1 0-1 0 0,11 7 1 0 0,-12-9 195 0 0,0-1 0 0 0,0 1 0 0 0,0-1-1 0 0,1 0 1 0 0,-1-1 0 0 0,0 1 0 0 0,1-1 0 0 0,-1-1-1 0 0,1 1 1 0 0,0-1 0 0 0,-1 0 0 0 0,1 0 0 0 0,-1-1-1 0 0,1 0 1 0 0,-1 0 0 0 0,9-3 0 0 0,-2-1-39 0 0,-1 0 1 0 0,-1 0 0 0 0,1-1-1 0 0,-1 0 1 0 0,15-12-1 0 0,-22 12-1057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2.9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4376 0 0,'0'4'8850'0'0,"0"11"-4822"0"0,0 4-2877 0 0,2 19-680 0 0,8 199 191 0 0,7 0-5414 0 0,-2-148 2071 0 0,-1-31 4031 0 0,-11-46-536 0 0,-1-8-1326 0 0,-1-3-87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3.1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8 144 1612 0 0,'-1'-7'409'0'0,"-5"-55"6341"0"0,6 54-5253 0 0,0 1 1 0 0,1-1-1 0 0,0 1 1 0 0,0 0-1 0 0,0-1 1 0 0,4-8-1 0 0,-5 15-1483 0 0,0 0 0 0 0,0 1 0 0 0,1-1 0 0 0,-1 0-1 0 0,0 1 1 0 0,1-1 0 0 0,-1 0 0 0 0,0 1 0 0 0,1-1 0 0 0,-1 1 0 0 0,0-1 0 0 0,1 1 0 0 0,-1-1-1 0 0,1 1 1 0 0,-1-1 0 0 0,1 1 0 0 0,0-1 0 0 0,-1 1 0 0 0,1 0 0 0 0,-1-1 0 0 0,1 1-1 0 0,0 0 1 0 0,-1-1 0 0 0,1 1 0 0 0,1 0 0 0 0,-1 0-8 0 0,0 0-1 0 0,0 0 1 0 0,1 0 0 0 0,-1 1 0 0 0,0-1-1 0 0,0 0 1 0 0,0 1 0 0 0,0-1 0 0 0,0 1-1 0 0,0-1 1 0 0,0 1 0 0 0,0 0 0 0 0,0-1-1 0 0,1 2 1 0 0,5 4-24 0 0,-1 1-1 0 0,0 0 1 0 0,7 10 0 0 0,-8-11 51 0 0,42 53-33 0 0,111 155 0 0 0,-127-164 0 0 0,63 90 0 0 0,-91-137 3 0 0,-1 0 0 0 0,1 0 0 0 0,-1-1 0 0 0,1 0 1 0 0,0 1-1 0 0,0-1 0 0 0,0 0 0 0 0,0 0 0 0 0,0 0 0 0 0,5 1 0 0 0,-7-3-12 0 0,0 1-1 0 0,0-1 1 0 0,0 0-1 0 0,-1 0 1 0 0,1 0-1 0 0,0 0 1 0 0,0 0 0 0 0,0 0-1 0 0,0 0 1 0 0,0 0-1 0 0,-1 0 1 0 0,1 0-1 0 0,0 0 1 0 0,0 0 0 0 0,0-1-1 0 0,0 1 1 0 0,-1 0-1 0 0,1 0 1 0 0,1-1-1 0 0,-1 0-36 0 0,0 0-1 0 0,0 0 0 0 0,-1 0 0 0 0,1 0 0 0 0,0 0 0 0 0,-1 0 1 0 0,1 0-1 0 0,0 0 0 0 0,-1-1 0 0 0,1 1 0 0 0,-1 0 0 0 0,0 0 0 0 0,1 0 1 0 0,-1-1-1 0 0,0 1 0 0 0,0 0 0 0 0,0-2 0 0 0,1-7-2431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3.4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1 358 228 0 0,'3'-129'12211'0'0,"3"1"-6422"0"0,-2 60-4357 0 0,-4 66-1432 0 0,0-1 0 0 0,1 1 0 0 0,-1-1 0 0 0,0 0 0 0 0,0 1 0 0 0,0-1 0 0 0,0 1 0 0 0,-1-1 0 0 0,1 1 0 0 0,-2-5 0 0 0,2 7 0 0 0,-1 1 0 0 0,1-1 0 0 0,-1 1 0 0 0,1-1 0 0 0,-1 1 0 0 0,1-1 0 0 0,0 1 0 0 0,-1-1 0 0 0,1 1 0 0 0,0 0 0 0 0,-1-1 0 0 0,1 1 0 0 0,0-1 0 0 0,0 1 0 0 0,0 0 0 0 0,-1-1 0 0 0,1 1 0 0 0,0 0 0 0 0,0-1 0 0 0,0 2 0 0 0,-2 18 0 0 0,1 32-722 0 0,10 84 0 0 0,-1-53-1304 0 0,1 87-2762 0 0,-2-49 4359 0 0,-6-100 233 0 0,0 19 692 0 0,0-37-826 0 0,-1 0 0 0 0,1 0 0 0 0,-1 0 0 0 0,1 0 0 0 0,0 0 1 0 0,0 0-1 0 0,1 0 0 0 0,-1 0 0 0 0,3 4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4.0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 10 3224 0 0,'-2'-1'460'0'0,"1"0"0"0"0,0 0 1 0 0,0 0-1 0 0,0 1 0 0 0,-1-1 0 0 0,1 0 1 0 0,0 1-1 0 0,-1-1 0 0 0,1 1 0 0 0,-1-1 1 0 0,1 1-1 0 0,0-1 0 0 0,-1 1 1 0 0,1 0-1 0 0,-1 0 0 0 0,1 0 0 0 0,-1 0 1 0 0,1 0-1 0 0,-1 0 0 0 0,1 0 1 0 0,-1 1-1 0 0,1-1 0 0 0,-1 0 0 0 0,1 1 1 0 0,0-1-1 0 0,-1 1 0 0 0,1 0 0 0 0,0-1 1 0 0,-1 1-1 0 0,0 1 0 0 0,-18 14 2909 0 0,6 3-4570 0 0,7-5 1202 0 0,1 1-1 0 0,0 0 0 0 0,2 0 1 0 0,-5 18-1 0 0,-6 66-13 0 0,10-62-17 0 0,-5 35-2601 0 0,-3 125 0 0 0,14-172 2300 0 0,0-1 0 0 0,1 0 0 0 0,2 0 0 0 0,0 0 0 0 0,2-1 0 0 0,1 0 0 0 0,0 0 0 0 0,2 0 0 0 0,12 24 0 0 0,-14-36 315 0 0,-1-1 1 0 0,1 0-1 0 0,1 0 0 0 0,0-1 1 0 0,10 10-1 0 0,-11-13 259 0 0,0 0-1 0 0,0-1 1 0 0,8 5 0 0 0,-10-7 475 0 0,0-1 1 0 0,0 1-1 0 0,1-1 1 0 0,-1 0 0 0 0,8 1-1 0 0,-7-2-1706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5.3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83 252 1840 0 0,'-26'-34'17598'0'0,"15"29"-17376"0"0,10 5-222 0 0,1 1 0 0 0,-1-1 0 0 0,0 0 0 0 0,1 0 0 0 0,-1 1 0 0 0,1-1 0 0 0,-1 0 0 0 0,1 1 0 0 0,-1-1 0 0 0,1 1 0 0 0,-1-1 0 0 0,1 1 0 0 0,-1-1 0 0 0,1 1 0 0 0,-1-1 0 0 0,1 1 0 0 0,0-1 0 0 0,-1 1 0 0 0,1-1 0 0 0,0 1 0 0 0,0 0 0 0 0,-1-1 0 0 0,1 1 0 0 0,0 0 0 0 0,0-1 0 0 0,0 1 0 0 0,0 0 0 0 0,0-1 0 0 0,0 2 0 0 0,-2 23 0 0 0,1-20 0 0 0,1 8 0 0 0,0 1 0 0 0,1 0 0 0 0,0-1 0 0 0,5 19 0 0 0,-5-24 0 0 0,2 0 0 0 0,-1 0 0 0 0,1 0 0 0 0,0 0 0 0 0,1-1 0 0 0,0 1 0 0 0,0-1 0 0 0,7 9 0 0 0,-9-14 0 0 0,-1 0 0 0 0,1 0 0 0 0,0 0 0 0 0,0-1 0 0 0,1 1 0 0 0,-1-1 0 0 0,0 1 0 0 0,0-1 0 0 0,1 0 0 0 0,-1 0 0 0 0,1 0 0 0 0,-1 0 0 0 0,1-1 0 0 0,-1 1 0 0 0,1 0 0 0 0,-1-1 0 0 0,1 0 0 0 0,-1 0 0 0 0,1 0 0 0 0,0 0 0 0 0,-1 0 0 0 0,1 0 0 0 0,0-1 0 0 0,-1 1 0 0 0,1-1 0 0 0,-1 0 0 0 0,1 1 0 0 0,3-3 0 0 0,1 0 0 0 0,0-1 0 0 0,0 0 0 0 0,0 0 0 0 0,-1 0 0 0 0,1-1 0 0 0,-1 0 0 0 0,0 0 0 0 0,7-8 0 0 0,-6 4-256 0 0,0-1 1 0 0,0 1-1 0 0,-1-2 0 0 0,-1 1 0 0 0,0 0 1 0 0,0-1-1 0 0,-1 0 0 0 0,0 0 0 0 0,-1 0 1 0 0,0-1-1 0 0,-1 1 0 0 0,0-1 0 0 0,0 0 0 0 0,-2 1 1 0 0,0-23-1 0 0,-1 24 41 0 0,0 0-1 0 0,-1 0 1 0 0,0 0-1 0 0,0 0 1 0 0,-1 0 0 0 0,0 0-1 0 0,-1 1 1 0 0,0 0-1 0 0,0-1 1 0 0,-1 2 0 0 0,0-1-1 0 0,-1 0 1 0 0,0 1-1 0 0,0 0 1 0 0,-1 1 0 0 0,0-1-1 0 0,0 1 1 0 0,-14-10 0 0 0,18 15 231 0 0,0 0 0 0 0,1 1 0 0 0,-1-1 0 0 0,-1 0 0 0 0,1 1 1 0 0,0 0-1 0 0,0 0 0 0 0,0 0 0 0 0,-1 0 0 0 0,1 0 1 0 0,-1 1-1 0 0,1-1 0 0 0,0 1 0 0 0,-1 0 0 0 0,1 0 0 0 0,-1 0 1 0 0,1 1-1 0 0,-1-1 0 0 0,1 1 0 0 0,-7 1 0 0 0,5 1 5 0 0,-1 0-1 0 0,0 0 1 0 0,1 0-1 0 0,-1 1 1 0 0,1 0-1 0 0,0 0 1 0 0,1 0-1 0 0,-1 1 1 0 0,1-1-1 0 0,-6 8 1 0 0,5-4-84 0 0,-1-1-1 0 0,2 1 1 0 0,-1 1-1 0 0,1-1 1 0 0,0 1 0 0 0,1-1-1 0 0,0 1 1 0 0,1 0-1 0 0,0 0 1 0 0,0 0 0 0 0,0 0-1 0 0,1 1 1 0 0,1-1-1 0 0,0 0 1 0 0,0 1 0 0 0,1-1-1 0 0,0 0 1 0 0,0 0-1 0 0,1 0 1 0 0,0 0 0 0 0,1 0-1 0 0,0 0 1 0 0,1 0-1 0 0,-1-1 1 0 0,2 1 0 0 0,-1-1-1 0 0,1 0 1 0 0,0-1-1 0 0,1 1 1 0 0,9 9 0 0 0,-3-4-3589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5.7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 36 3684 0 0,'8'-30'13683'0'0,"-5"28"-12921"0"0,7-1 769 0 0,-9 3-1531 0 0,0 0 0 0 0,-1 1 0 0 0,1-1 0 0 0,0 0 0 0 0,-1 1 0 0 0,1-1 0 0 0,-1 0 0 0 0,1 1 0 0 0,-1-1 0 0 0,1 1 0 0 0,-1-1 0 0 0,1 1 0 0 0,-1-1 0 0 0,1 1 0 0 0,-1-1 0 0 0,0 1 0 0 0,1-1 0 0 0,-1 1 0 0 0,0-1 0 0 0,1 1 0 0 0,-1 0 0 0 0,0-1 0 0 0,0 1 0 0 0,0 0 0 0 0,1-1 0 0 0,-1 1 0 0 0,0 0 0 0 0,2 20 0 0 0,-2-16 0 0 0,-1-1 0 0 0,1 1 0 0 0,-1-1 0 0 0,0 1 0 0 0,-1-1 0 0 0,1 0 0 0 0,-1 1 0 0 0,0-1 0 0 0,0 0 0 0 0,0 0 0 0 0,0 0 0 0 0,-1-1 0 0 0,1 1 0 0 0,-5 3 0 0 0,-5 7 0 0 0,-1-1 0 0 0,-18 13 0 0 0,12-10 0 0 0,0-1-52 0 0,-25 24 160 0 0,40-35-199 0 0,0 1 1 0 0,1-1-1 0 0,-1 1 1 0 0,1-1-1 0 0,0 1 1 0 0,0 0-1 0 0,-4 9 1 0 0,5-6-2934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7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267 302 2304 0 0,'-1'-17'8689'0'0,"0"14"-7726"0"0,1 1 0 0 0,0-1 0 0 0,-1 0 0 0 0,1 0 0 0 0,0 1 0 0 0,1-1 0 0 0,-1 0 0 0 0,1-4 0 0 0,-1 7-963 0 0,0 0 0 0 0,0 0 0 0 0,0 0 0 0 0,0 0 0 0 0,0 0 0 0 0,0-1 0 0 0,0 1 0 0 0,0 0 0 0 0,0 0 0 0 0,0 0 0 0 0,0 0 0 0 0,0 0 0 0 0,0 0 0 0 0,0 0 0 0 0,0 0 0 0 0,0 0 0 0 0,0 0 0 0 0,1 0 0 0 0,-1 0 0 0 0,0 0 0 0 0,0 0 0 0 0,0-1 0 0 0,0 1 0 0 0,0 0 0 0 0,0 0 0 0 0,0 0 0 0 0,0 0 0 0 0,0 0 0 0 0,0 0 0 0 0,0 0 0 0 0,0 0 0 0 0,0 0 0 0 0,0 0 0 0 0,1 0 0 0 0,-1 0 0 0 0,0 0 0 0 0,0 0 0 0 0,0 0 0 0 0,0 0 0 0 0,0 0 0 0 0,0 0 0 0 0,0 0 0 0 0,0 0 0 0 0,0 0 0 0 0,0 0 0 0 0,0 0 0 0 0,0 0 0 0 0,1 0 0 0 0,-1 0 0 0 0,0 0 0 0 0,0 0 0 0 0,0 0 0 0 0,0 1 0 0 0,4 4 0 0 0,0 6 0 0 0,3 14 0 0 0,-1 1 0 0 0,-2-1 0 0 0,0 1 0 0 0,0 38 0 0 0,-5-59 0 0 0,1 1 0 0 0,-1-1 0 0 0,0 0 0 0 0,0 0 0 0 0,-1-1 0 0 0,1 1 0 0 0,-1 0 0 0 0,0 0 0 0 0,-1-1 0 0 0,1 1 0 0 0,-1-1 0 0 0,1 0 0 0 0,-1 0 0 0 0,-1 0 0 0 0,-3 5 0 0 0,4-7 0 0 0,1 1 0 0 0,-1-1 0 0 0,0 0 0 0 0,1 1 0 0 0,-1-1 0 0 0,0-1 0 0 0,0 1 0 0 0,0 0 0 0 0,-1-1 0 0 0,1 1 0 0 0,0-1 0 0 0,-1 0 0 0 0,1 0 0 0 0,-1 0 0 0 0,1-1 0 0 0,-1 1 0 0 0,1-1 0 0 0,-1 0 0 0 0,1 0 0 0 0,-1 0 0 0 0,1 0 0 0 0,-6-2 0 0 0,6 1 0 0 0,0 0 0 0 0,0-1-1 0 0,0 1 1 0 0,0-1 0 0 0,1 0-1 0 0,-1 1 1 0 0,1-1 0 0 0,-1-1-1 0 0,1 1 1 0 0,-1 0 0 0 0,1 0-1 0 0,0-1 1 0 0,0 0 0 0 0,1 1-1 0 0,-4-6 1 0 0,-2-5-362 0 0,1-1 1 0 0,-5-16-1 0 0,3 10-592 0 0,-48-106-6650 0 0,14 44 6650 0 0,39 77 977 0 0,1 1 0 0 0,0-1 1 0 0,0 0-1 0 0,1 1 0 0 0,-1-1 0 0 0,1 0 0 0 0,0 0 0 0 0,0 0 0 0 0,1 0 0 0 0,0 0 0 0 0,0 0 0 0 0,0 0 1 0 0,0 0-1 0 0,2-10 0 0 0,0 9-13 0 0,0-1 0 0 0,1 1 1 0 0,-1 0-1 0 0,1 0 0 0 0,1 0 1 0 0,-1 0-1 0 0,1 1 0 0 0,0-1 1 0 0,0 1-1 0 0,9-9 0 0 0,-6 8-9 0 0,0 0-1 0 0,0 0 1 0 0,1 0-1 0 0,0 1 0 0 0,0 0 1 0 0,0 1-1 0 0,0 0 1 0 0,1 0-1 0 0,-1 1 1 0 0,1 0-1 0 0,0 0 1 0 0,0 1-1 0 0,0 0 0 0 0,17-1 1 0 0,-6 3-1 0 0,1 0-1 0 0,-1 2 1 0 0,1 0 0 0 0,-1 1 0 0 0,33 10 0 0 0,64 19 0 0 0,-116-32 39 0 0,0 0 1 0 0,0 1 0 0 0,0-1-1 0 0,0 0 1 0 0,0 0 0 0 0,-1 0-1 0 0,1 1 1 0 0,0-1 0 0 0,0 0-1 0 0,0 1 1 0 0,-1-1 0 0 0,1 1-1 0 0,0-1 1 0 0,-1 1 0 0 0,1-1 0 0 0,0 1-1 0 0,0 1 1 0 0,-1-2-46 0 0,0 1 0 0 0,0-1-1 0 0,-1 1 1 0 0,1-1 0 0 0,0 0 0 0 0,-1 1 0 0 0,1-1 0 0 0,0 1 0 0 0,-1-1-1 0 0,1 0 1 0 0,0 1 0 0 0,-1-1 0 0 0,1 0 0 0 0,-1 1 0 0 0,1-1-1 0 0,0 0 1 0 0,-1 0 0 0 0,1 1 0 0 0,-1-1 0 0 0,1 0 0 0 0,-1 0 0 0 0,1 0-1 0 0,-1 0 1 0 0,1 0 0 0 0,-1 0 0 0 0,1 0 0 0 0,-1 0 0 0 0,1 0 0 0 0,-1 0-1 0 0,0 0 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17.8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1 100 1840 0 0,'0'-1'532'0'0,"1"-1"-1"0"0,-1 0 1 0 0,1 0 0 0 0,-1 1 0 0 0,1-1 0 0 0,0 1-1 0 0,0-1 1 0 0,0 1 0 0 0,0-1 0 0 0,0 1 0 0 0,0-1 0 0 0,0 1-1 0 0,3-2 1 0 0,20-19 5109 0 0,-19 18-5909 0 0,4-3 1754 0 0,0 0 0 0 0,19-10-1 0 0,-22 14-1340 0 0,1 0 0 0 0,0 0 0 0 0,0 0 0 0 0,0 1 0 0 0,10-2 0 0 0,-13 4-159 0 0,1-1 0 0 0,-1 1 0 0 0,0 0-1 0 0,1 0 1 0 0,-1 0 0 0 0,1 0 0 0 0,-1 1 0 0 0,1 0 0 0 0,-1 0 0 0 0,0 0 0 0 0,0 0 0 0 0,1 1-1 0 0,-1 0 1 0 0,0-1 0 0 0,0 2 0 0 0,0-1 0 0 0,-1 0 0 0 0,1 1 0 0 0,-1 0 0 0 0,1-1-1 0 0,-1 1 1 0 0,5 6 0 0 0,-2-1 14 0 0,0 0 0 0 0,-1 0 0 0 0,0 0 0 0 0,-1 1 0 0 0,0 0 0 0 0,0 0 0 0 0,0 0 0 0 0,-1 0 0 0 0,-1 1 0 0 0,3 13 0 0 0,-1 11 0 0 0,1 55 0 0 0,-5-76 0 0 0,0 50-274 0 0,-2 1-1 0 0,-4-1 1 0 0,-2 0 0 0 0,-25 90-1 0 0,31-144 648 0 0,-5 15 566 0 0,7-22-935 0 0,-1-1 0 0 0,0 0 0 0 0,1 1 0 0 0,-1-1 0 0 0,0 0 0 0 0,0 0 0 0 0,0 1 0 0 0,1-1 0 0 0,-1 0 0 0 0,0 0 0 0 0,-1 0 0 0 0,1 0 0 0 0,0 0 0 0 0,-1 0 0 0 0,-3-3-494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24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151 102 1612 0 0,'0'-5'574'0'0,"0"0"0"0"0,0 0 1 0 0,1 0-1 0 0,0 0 0 0 0,0 1 0 0 0,0-1 1 0 0,0 0-1 0 0,3-5 0 0 0,11-11 5303 0 0,-12 17-4877 0 0,-1 0 1 0 0,0 0-1 0 0,1 1 1 0 0,0-1-1 0 0,0 1 1 0 0,6-7-1 0 0,-9 12-1000 0 0,0-1 0 0 0,0 1 0 0 0,0-1 0 0 0,0 1 0 0 0,-1 0 0 0 0,1-1 0 0 0,0 0 0 0 0,-1 1 0 0 0,0 1 0 0 0,-32 107-66 0 0,-64 237-2721 0 0,73-244-520 0 0,-15 149 0 0 0,37-219 2557 0 0,1 0 1 0 0,1 0 0 0 0,2 0-1 0 0,2 0 1 0 0,7 35 0 0 0,-4-39 728 0 0,2 0 0 0 0,0-1 0 0 0,2 0 0 0 0,1-1 0 0 0,1 0 0 0 0,1-1-1 0 0,1-1 1 0 0,2 0 0 0 0,33 39 0 0 0,21 7-81 0 0,10 11-100 0 0,-71-71 190 0 0,-1 1 0 0 0,-1 0 0 0 0,0 0-1 0 0,-1 0 1 0 0,11 26 0 0 0,-14-25 81 0 0,0 1 1 0 0,-1 0-1 0 0,0 0 1 0 0,-1 1-1 0 0,-1-1 1 0 0,0 0-1 0 0,-2 16 1 0 0,-13 101-282 0 0,10-101 32 0 0,-70 342 175 0 0,-11 98 178 0 0,83-449-170 0 0,1 1-1 0 0,1 0 1 0 0,0-1-1 0 0,2 1 1 0 0,5 23-1 0 0,-3-30 19 0 0,0 0 0 0 0,1-1-1 0 0,0 1 1 0 0,1-1-1 0 0,1 0 1 0 0,0-1 0 0 0,18 25-1 0 0,-19-31 48 0 0,69 103 3474 0 0,-66-94-2524 0 0,-1 0 0 0 0,0 0-1 0 0,-1 1 1 0 0,-1 0 0 0 0,6 26 0 0 0,-6-6 172 0 0,-1 0-1 0 0,-1 75 0 0 0,-15 77-3511 0 0,1-19-1146 0 0,9-93 1338 0 0,3-1 0 0 0,14 91 0 0 0,-9-129 1938 0 0,1 0 0 0 0,2 0 0 0 0,1-1 0 0 0,2 0 1 0 0,2-1-1 0 0,24 43 0 0 0,-25-53 660 0 0,-1 0 1 0 0,-2 1-1 0 0,0 0 1 0 0,-2 1-1 0 0,-1 0 0 0 0,6 42 1 0 0,-4 36-2141 0 0,-8 144-531 0 0,1 20 2292 0 0,2-183-59 0 0,17 94 1 0 0,-9-120-29 0 0,2-1-1 0 0,3-1 1 0 0,28 63 0 0 0,-29-82-20 0 0,-1 0 0 0 0,-3 1 0 0 0,16 72 0 0 0,-14 69 79 0 0,-15 3 254 0 0,-1-80-35 0 0,19 293 762 0 0,-11-341-946 0 0,3 0-1 0 0,2 0 0 0 0,3-1 0 0 0,41 102 0 0 0,-3-43-215 0 0,34 78-334 0 0,12 97 838 0 0,-24-64 1004 0 0,-12-39 1573 0 0,26 95-6422 0 0,-12 28 3757 0 0,-24 6-197 0 0,-37-220-70 0 0,16 127 564 0 0,-10 0 0 0 0,-8 340 1 0 0,-8 203-200 0 0,16-446-2112 0 0,-18-258-1434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37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47 1380 0 0,'-34'-45'16406'0'0,"34"45"-16377"0"0,0-1 0 0 0,0 1 1 0 0,0 0-1 0 0,-1 0 1 0 0,1 0-1 0 0,0 0 1 0 0,0 0-1 0 0,0 0 0 0 0,-1 0 1 0 0,1-1-1 0 0,0 1 1 0 0,0 0-1 0 0,-1 0 1 0 0,1 0-1 0 0,0 0 0 0 0,0 0 1 0 0,-1 0-1 0 0,1 0 1 0 0,0 0-1 0 0,0 0 1 0 0,-1 0-1 0 0,1 0 0 0 0,0 0 1 0 0,0 1-1 0 0,-1-1 1 0 0,1 0-1 0 0,0 0 1 0 0,0 0-1 0 0,0 0 0 0 0,-1 0 1 0 0,1 0-1 0 0,0 0 1 0 0,0 1-1 0 0,0-1 1 0 0,-1 0-1 0 0,1 0 0 0 0,0 0 1 0 0,0 0-1 0 0,0 1 1 0 0,0-1-1 0 0,0 0 1 0 0,-1 0-1 0 0,1 1 0 0 0,0-1 1 0 0,0 0-1 0 0,0 0 1 0 0,0 0-1 0 0,0 1 1 0 0,0-1-1 0 0,0 0 0 0 0,0 0 1 0 0,0 1-1 0 0,0-1 1 0 0,0 0-1 0 0,0 0 1 0 0,0 1-1 0 0,0-1 0 0 0,0 0 1 0 0,0 0-1 0 0,0 1 1 0 0,0-1-1 0 0,1 0 0 0 0,1 20-33 0 0,-2-19 29 0 0,7 30-25 0 0,14 39 0 0 0,2 6 0 0 0,-3 18-66 0 0,2 49-4718 0 0,-18-97 3001 0 0,-2-1-1 0 0,-2 0 1 0 0,-8 61 0 0 0,7-94-250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38.0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10 290 2304 0 0,'-3'-8'1240'0'0,"1"0"0"0"0,1 0 1 0 0,-1-1-1 0 0,1 1 0 0 0,1 0 1 0 0,0-1-1 0 0,0 1 0 0 0,0-1 1 0 0,1 1-1 0 0,2-9 1 0 0,-1 7-994 0 0,1 1 1 0 0,0 0-1 0 0,0 0 1 0 0,1 1-1 0 0,0-1 1 0 0,0 1-1 0 0,1 0 1 0 0,0 0-1 0 0,0 0 1 0 0,1 0-1 0 0,0 1 1 0 0,1 0-1 0 0,0 0 1 0 0,7-5-1 0 0,-2 3-292 0 0,1 2 1 0 0,-1 0-1 0 0,1 0 0 0 0,1 1 0 0 0,-1 1 1 0 0,1 0-1 0 0,0 1 0 0 0,0 1 0 0 0,25-4 0 0 0,-23 6-314 0 0,0 0-1 0 0,0 0 1 0 0,0 1-1 0 0,-1 1 1 0 0,1 1-1 0 0,0 1 1 0 0,0 0-1 0 0,25 8 1 0 0,-32-7-169 0 0,0-1 1 0 0,-1 1 0 0 0,1 1-1 0 0,-1 0 1 0 0,0 0-1 0 0,-1 0 1 0 0,1 1-1 0 0,-1 0 1 0 0,0 1 0 0 0,9 11-1 0 0,-12-14 454 0 0,-1 0 0 0 0,0 1 0 0 0,-1 0 0 0 0,1-1 0 0 0,-1 1 1 0 0,0 0-1 0 0,0 0 0 0 0,0 0 0 0 0,-1 1 0 0 0,0-1 0 0 0,0 0 0 0 0,0 0 0 0 0,-1 1 0 0 0,1-1 0 0 0,-1 1 0 0 0,-1-1 0 0 0,1 0 0 0 0,-1 1 0 0 0,0-1 0 0 0,-1 6 0 0 0,-2-3 82 0 0,1 1 0 0 0,-1-1-1 0 0,0-1 1 0 0,0 1-1 0 0,-1-1 1 0 0,0 1 0 0 0,-1-1-1 0 0,0-1 1 0 0,0 1 0 0 0,0-1-1 0 0,-1 0 1 0 0,1 0 0 0 0,-1-1-1 0 0,-12 7 1 0 0,-6 3 43 0 0,-1-2-1 0 0,0 0 1 0 0,-31 9 0 0 0,32-12 13 0 0,-1-2 1 0 0,-1 0 0 0 0,0-2-1 0 0,1-1 1 0 0,-51 4 0 0 0,52-14-275 0 0,25 5 197 0 0,0 0 1 0 0,-1 0-1 0 0,1 0 1 0 0,0 0-1 0 0,0 0 0 0 0,-1 0 1 0 0,1-1-1 0 0,0 1 1 0 0,-1 0-1 0 0,1 0 1 0 0,0 0-1 0 0,0 0 0 0 0,0-1 1 0 0,-1 1-1 0 0,1 0 1 0 0,0 0-1 0 0,0 0 1 0 0,0-1-1 0 0,-1 1 0 0 0,1 0 1 0 0,0-1-1 0 0,0 1 1 0 0,0 0-1 0 0,0 0 1 0 0,0-1-1 0 0,0 0-14 0 0,0 1 1 0 0,0-1-1 0 0,1 1 1 0 0,-1 0-1 0 0,1-1 0 0 0,-1 1 1 0 0,0-1-1 0 0,1 1 1 0 0,-1 0-1 0 0,1-1 0 0 0,-1 1 1 0 0,1 0-1 0 0,-1-1 1 0 0,1 1-1 0 0,-1 0 0 0 0,1 0 1 0 0,-1-1-1 0 0,1 1 1 0 0,0 0-1 0 0,13-5-2029 0 0,2 0-619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38.5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259 129 3684 0 0,'-3'-5'1558'0'0,"0"-1"0"0"0,0 1 0 0 0,1-1 0 0 0,0 0 0 0 0,0 0 0 0 0,0 0 0 0 0,-1-9 0 0 0,-7-20 3074 0 0,9 32-4756 0 0,0 0-1 0 0,-1 1 1 0 0,1-1-1 0 0,-1 0 1 0 0,0 0 0 0 0,0 1-1 0 0,0-1 1 0 0,-4-4-1 0 0,4 6 125 0 0,0 0 0 0 0,0 0 0 0 0,0 0 0 0 0,0 0 0 0 0,-1 0 0 0 0,1 0 0 0 0,0 1 0 0 0,0-1 0 0 0,-1 1 0 0 0,1-1 0 0 0,0 1 0 0 0,-1 0 0 0 0,1 0 0 0 0,0 0 0 0 0,-1 0 0 0 0,1 0 0 0 0,0 1 0 0 0,-1-1 0 0 0,1 1 0 0 0,0-1 0 0 0,0 1 0 0 0,-1 0 0 0 0,1 0 0 0 0,-4 2 0 0 0,-4 2 0 0 0,0 1 0 0 0,1 0 0 0 0,-16 12 0 0 0,16-10 0 0 0,0 1 0 0 0,0 0 0 0 0,1 0 0 0 0,0 0 0 0 0,1 1 0 0 0,0 1 0 0 0,-11 20 0 0 0,15-24 0 0 0,0 0 0 0 0,0 0 0 0 0,0 0 0 0 0,1 1 0 0 0,0-1 0 0 0,1 1 0 0 0,0-1 0 0 0,0 1 0 0 0,0 0 0 0 0,1 0 0 0 0,0-1 0 0 0,1 1 0 0 0,2 13 0 0 0,-3-18 9 0 0,1 0 1 0 0,0 0-1 0 0,0 0 0 0 0,1 0 1 0 0,-1 0-1 0 0,0 0 0 0 0,1-1 0 0 0,0 1 1 0 0,0 0-1 0 0,0-1 0 0 0,0 1 1 0 0,0-1-1 0 0,0 0 0 0 0,1 0 0 0 0,-1 0 1 0 0,4 2-1 0 0,-2-1-63 0 0,0-1 1 0 0,0-1-1 0 0,0 1 0 0 0,1-1 0 0 0,-1 1 1 0 0,0-1-1 0 0,1-1 0 0 0,-1 1 1 0 0,0 0-1 0 0,8-1 0 0 0,-2-1-386 0 0,0 0 0 0 0,0 0 0 0 0,0-1 0 0 0,0 0 0 0 0,-1-1 0 0 0,1 0-1 0 0,-1 0 1 0 0,1-1 0 0 0,14-9 0 0 0,-19 10 93 0 0,1-1 0 0 0,-1 1 1 0 0,0-1-1 0 0,0 0 0 0 0,-1-1 0 0 0,1 1 0 0 0,-1-1 0 0 0,0 0 0 0 0,0 0 1 0 0,4-8-1 0 0,-6 9 156 0 0,0-1 0 0 0,-1 1 1 0 0,1 0-1 0 0,-1-1 0 0 0,0 1 1 0 0,0 0-1 0 0,-1-1 0 0 0,1 0 0 0 0,-1 1 1 0 0,0-1-1 0 0,0 1 0 0 0,-1-1 1 0 0,1 1-1 0 0,-1-1 0 0 0,-1-5 1 0 0,1 9 192 0 0,1-3 188 0 0,-27-26 11811 0 0,32 47-12494 0 0,0-2 493 0 0,0 1 0 0 0,1-1 0 0 0,1 0 0 0 0,1 0 0 0 0,0-1 0 0 0,18 24 0 0 0,-21-32-6 0 0,1 0 0 0 0,-1 0-1 0 0,1 0 1 0 0,0-1 0 0 0,1 0-1 0 0,9 6 1 0 0,-8-6-1354 0 0,1-1 1 0 0,15 7-1 0 0,-12-8-2172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38.8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22 5296 0 0,'-23'-22'11117'0'0,"31"27"-8627"0"0,8 3-1760 0 0,233 131-747 0 0,-73-63-3257 0 0,-93-47 602 0 0,-44-17 600 0 0,75 35 0 0 0,-101-39-242 0 0,-2 0-786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46.8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2068 0 0,'6'34'14697'0'0,"-1"-27"-14304"0"0,0 0 1 0 0,0 0 0 0 0,0-1-1 0 0,1 0 1 0 0,0 0 0 0 0,0 0-1 0 0,11 8 1 0 0,-13-11-411 0 0,0-1 0 0 0,0 0 0 0 0,0 0 0 0 0,0 0 0 0 0,0 0 1 0 0,0 0-1 0 0,1-1 0 0 0,-1 0 0 0 0,1 0 0 0 0,-1 0 0 0 0,1-1 0 0 0,-1 1 0 0 0,1-1 0 0 0,7 0 0 0 0,4-1 17 0 0,-13 4 0 0 0,-9 4 0 0 0,-4 7 0 0 0,8-12 0 0 0,1 1 0 0 0,-1-1 0 0 0,0 0 0 0 0,0 1 0 0 0,0-1 0 0 0,0 0 0 0 0,0 0 0 0 0,0-1 0 0 0,-5 4 0 0 0,6-6-1 0 0,-1 1 0 0 0,0 0 0 0 0,1-1 0 0 0,-1 1 0 0 0,1-1 0 0 0,-1 1 0 0 0,1-1 0 0 0,-1 0 0 0 0,1 0 0 0 0,-1 1 0 0 0,-2-3 0 0 0,-7-4-558 0 0,-6 1-876 0 0,7 4 1171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49.6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270 309 2992 0 0,'-20'-10'682'0'0,"16"8"642"0"0,0-1-1 0 0,0 1 0 0 0,0-1 1 0 0,-6-6-1 0 0,9 7-595 0 0,-1 0 1 0 0,1 0-1 0 0,-1 0 1 0 0,1-1-1 0 0,-1 1 1 0 0,1 0-1 0 0,0 0 1 0 0,0-1-1 0 0,-1-4 1 0 0,1 4-462 0 0,1 0 0 0 0,0 0 0 0 0,-1 1 1 0 0,1-1-1 0 0,0 0 0 0 0,1-3 0 0 0,0 2-251 0 0,0 1-1 0 0,0-1 1 0 0,0 1 0 0 0,1-1-1 0 0,-1 1 1 0 0,1 0 0 0 0,0 0-1 0 0,0 0 1 0 0,0 0 0 0 0,0 0-1 0 0,1 0 1 0 0,-1 1-1 0 0,1-1 1 0 0,5-3 0 0 0,5-4-33 0 0,28-16 0 0 0,-34 23 30 0 0,48-26-576 0 0,2 3-1 0 0,106-34 0 0 0,-148 55 340 0 0,-3 1-379 0 0,0 0 1 0 0,1 0-1 0 0,0 1 1 0 0,0 1 0 0 0,0 0-1 0 0,13 0 1 0 0,-25 2 531 0 0,-1 0 0 0 0,1 0 0 0 0,-1 0 0 0 0,0 0 0 0 0,1 0 1 0 0,-1 0-1 0 0,0 0 0 0 0,1 0 0 0 0,-1 0 0 0 0,0 0 0 0 0,1 0 1 0 0,-1 0-1 0 0,1 0 0 0 0,-1 1 0 0 0,0-1 0 0 0,1 0 0 0 0,-1 0 1 0 0,0 0-1 0 0,1 0 0 0 0,-1 1 0 0 0,0-1 0 0 0,0 0 0 0 0,1 0 1 0 0,-1 1-1 0 0,0-1 0 0 0,0 0 0 0 0,1 0 0 0 0,-1 1 1 0 0,0-1-1 0 0,0 0 0 0 0,0 1 0 0 0,1-1 0 0 0,-1 0 0 0 0,0 1 1 0 0,0-1-1 0 0,0 1 0 0 0,0 0 41 0 0,0 0 0 0 0,-1 0 0 0 0,1 0 0 0 0,-1 0 0 0 0,1 0 0 0 0,-1 0 0 0 0,1 0 0 0 0,-1 0 0 0 0,0 0 0 0 0,1-1 0 0 0,-1 1 0 0 0,-1 1 0 0 0,-26 20 793 0 0,-128 73 2366 0 0,-7-10-4670 0 0,156-81 1396 0 0,-1 0 251 0 0,-314 153-5311 0 0,308-148 6937 0 0,14-9-1709 0 0,25-4 2148 0 0,-21 3-2026 0 0,173-39 6233 0 0,54-10-4934 0 0,2 18-2735 0 0,-216 31 539 0 0,34 2 1 0 0,-46-1 581 0 0,0 1 0 0 0,0 0 0 0 0,1 0 0 0 0,-1 0 0 0 0,0 1 0 0 0,0 0 0 0 0,0 0 0 0 0,0 0 0 0 0,-1 0 0 0 0,7 5 0 0 0,-10-6 171 0 0,1 1 1 0 0,0-1 0 0 0,-1 1-1 0 0,1 0 1 0 0,-1 0 0 0 0,0 0-1 0 0,1 0 1 0 0,-1 0 0 0 0,0 0-1 0 0,0 0 1 0 0,0 0 0 0 0,-1 0-1 0 0,1 0 1 0 0,0 0-1 0 0,-1 1 1 0 0,0-1 0 0 0,1 0-1 0 0,-1 1 1 0 0,0-1 0 0 0,0 0-1 0 0,0 0 1 0 0,0 1 0 0 0,-1-1-1 0 0,1 0 1 0 0,-1 1 0 0 0,1-1-1 0 0,-1 0 1 0 0,-2 4-1 0 0,0 2 83 0 0,-1 0-1 0 0,0 0 1 0 0,0 0 0 0 0,-1-1-1 0 0,0 0 1 0 0,-8 9-1 0 0,-1-1 554 0 0,0-2 1 0 0,-1 0-1 0 0,-1-1 0 0 0,-30 19 0 0 0,-76 33 290 0 0,79-43-1471 0 0,-3 1-566 0 0,17-9-219 0 0,0 1 0 0 0,-34 25 0 0 0,57-32 1390 0 0,11-5 1427 0 0,15-3 307 0 0,-16 0-1604 0 0,129-22 2126 0 0,65-5-4063 0 0,-158 24 1059 0 0,163-12-4902 0 0,-199 16 5628 0 0,38 1-2455 0 0,-39-1 2368 0 0,-1 1-1 0 0,1-1 0 0 0,-1 1 1 0 0,0-1-1 0 0,1 1 0 0 0,-1 0 0 0 0,0-1 1 0 0,1 1-1 0 0,-1 1 0 0 0,0-1 1 0 0,0 0-1 0 0,0 0 0 0 0,4 3 1 0 0,-6-2 38 0 0,1-1 1 0 0,0 0 0 0 0,0 1 0 0 0,-1-1 0 0 0,1 1 0 0 0,-1-1 0 0 0,1 1 0 0 0,-1-1 0 0 0,0 1 0 0 0,0-1 0 0 0,0 1 0 0 0,1-1 0 0 0,-1 1 0 0 0,-1-1 0 0 0,1 1 0 0 0,0-1 0 0 0,0 1 0 0 0,0-1 0 0 0,-1 1 0 0 0,1-1-1 0 0,-1 1 1 0 0,1-1 0 0 0,-1 0 0 0 0,0 1 0 0 0,0-1 0 0 0,1 0 0 0 0,-1 1 0 0 0,-2 1 0 0 0,-2 5 578 0 0,-2 0 0 0 0,-13 13-1 0 0,20-20-535 0 0,-15 13 1366 0 0,-2 0 0 0 0,1-1 0 0 0,-23 13 1 0 0,-58 27 2458 0 0,95-52-3898 0 0,-14 8 140 0 0,16-9-117 0 0,0 0 1 0 0,-1 1 0 0 0,1-1 0 0 0,0 0 0 0 0,0 0 0 0 0,-1 0 0 0 0,1 1 0 0 0,0-1-1 0 0,0 0 1 0 0,-1 0 0 0 0,1 0 0 0 0,0 1 0 0 0,0-1 0 0 0,0 0 0 0 0,-1 1 0 0 0,1-1-1 0 0,0 0 1 0 0,0 0 0 0 0,0 1 0 0 0,0-1 0 0 0,0 0 0 0 0,0 1 0 0 0,0-1 0 0 0,-1 0-1 0 0,1 1 1 0 0,0-1 0 0 0,0 0 0 0 0,0 1 0 0 0,0-1 0 0 0,0 0 0 0 0,1 1-1 0 0,-1-1 1 0 0,0 0 0 0 0,0 1 0 0 0,0-1 0 0 0,0 0 0 0 0,0 1 0 0 0,0-1 0 0 0,0 0-1 0 0,1 1 1 0 0,-1-1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0.4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1 239 1380 0 0,'11'-44'2399'0'0,"23"-57"12010"0"0,-9 42-12937 0 0,-19 49-1472 0 0,-3 16 0 0 0,-5 21 0 0 0,2-21 0 0 0,-6 72-247 0 0,-2 70-3537 0 0,8-114 1837 0 0,1-1 1 0 0,9 48-1 0 0,-9-72 1859 0 0,1 0 0 0 0,1-1 0 0 0,-1 1 0 0 0,2 0 0 0 0,-1-1 0 0 0,1 0 0 0 0,0 0-1 0 0,1 0 1 0 0,0 0 0 0 0,0-1 0 0 0,10 11 0 0 0,-11-14 102 0 0,0 0-1 0 0,0-1 1 0 0,1 1 0 0 0,-1-1 0 0 0,1 0-1 0 0,0 0 1 0 0,0-1 0 0 0,0 1-1 0 0,1-1 1 0 0,-1 0 0 0 0,0-1 0 0 0,1 1-1 0 0,-1-1 1 0 0,1 0 0 0 0,-1 0-1 0 0,1-1 1 0 0,0 0 0 0 0,-1 0 0 0 0,10-1-1 0 0,-7 0-6 0 0,-1 0 0 0 0,0-1 0 0 0,0 0 1 0 0,0 0-1 0 0,0 0 0 0 0,-1-1 0 0 0,1 0 0 0 0,-1-1 0 0 0,1 1 0 0 0,-1-1 0 0 0,10-8 0 0 0,-8 4 9 0 0,-1 1 1 0 0,0-1 0 0 0,0-1-1 0 0,-1 1 1 0 0,0-1-1 0 0,0 0 1 0 0,5-13-1 0 0,0-2 19 0 0,-2-1 0 0 0,-1-1 0 0 0,-1 0 0 0 0,-1 0 0 0 0,4-41 0 0 0,-5 28 18 0 0,-2 0-1 0 0,-2 0 1 0 0,-8-76 0 0 0,7 112-48 0 0,-1-1 1 0 0,0 0 0 0 0,0 0-1 0 0,0 0 1 0 0,-1 1 0 0 0,-2-7-1 0 0,3 9 9 0 0,1 1 1 0 0,0-1-1 0 0,-1 1 0 0 0,1-1 0 0 0,0 1 0 0 0,-1-1 0 0 0,1 1 0 0 0,-1 0 0 0 0,1-1 0 0 0,-1 1 0 0 0,1-1 0 0 0,-1 1 0 0 0,1 0 0 0 0,-1 0 0 0 0,1-1 0 0 0,-1 1 0 0 0,0 0 0 0 0,1 0 0 0 0,-2-1 0 0 0,1 1 37 0 0,0 1 0 0 0,0-1 0 0 0,1 0 0 0 0,-1 0 0 0 0,0 1 0 0 0,0-1 1 0 0,0 0-1 0 0,1 1 0 0 0,-1-1 0 0 0,0 1 0 0 0,0-1 0 0 0,1 1 0 0 0,-1-1 0 0 0,1 1 0 0 0,-1-1 0 0 0,0 1 0 0 0,1 0 0 0 0,-1-1 0 0 0,0 2 0 0 0,-4 5 327 0 0,1 0-1 0 0,0 1 0 0 0,0-1 1 0 0,0 1-1 0 0,1 0 1 0 0,0 0-1 0 0,1 1 0 0 0,0-1 1 0 0,0 0-1 0 0,-1 9 1 0 0,1 11-1819 0 0,0 49 0 0 0,4-48 956 0 0,0 0-1 0 0,2 0 1 0 0,1 0-1 0 0,15 47 1 0 0,-16-62 498 0 0,1-1 0 0 0,0 0 1 0 0,2 0-1 0 0,-1 0 0 0 0,2-1 1 0 0,-1 0-1 0 0,2 0 0 0 0,-1-1 1 0 0,2 0-1 0 0,-1 0 0 0 0,18 14 1 0 0,-20-20-190 0 0,0-1 0 0 0,0 0 0 0 0,1 0 0 0 0,0 0 0 0 0,-1-1 0 0 0,1 0 0 0 0,16 4 0 0 0,-5-3-2948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1.0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10 245 1152 0 0,'-2'-8'2372'0'0,"0"0"1"0"0,0 0-1 0 0,1 0 1 0 0,0 0-1 0 0,0-10 1 0 0,1 7-1274 0 0,1 0 0 0 0,0 1 0 0 0,5-20 0 0 0,-4 21-1109 0 0,1 0 0 0 0,0 1-1 0 0,0 0 1 0 0,1 0 0 0 0,0 0 0 0 0,0 0-1 0 0,1 1 1 0 0,0-1 0 0 0,0 1 0 0 0,1 0-1 0 0,11-10 1 0 0,-16 15 11 0 0,1 0-1 0 0,0 1 0 0 0,0-1 1 0 0,0 1-1 0 0,0 0 1 0 0,1 0-1 0 0,-1 0 0 0 0,0 0 1 0 0,0 0-1 0 0,1 0 1 0 0,-1 1-1 0 0,0-1 0 0 0,1 1 1 0 0,-1-1-1 0 0,1 1 1 0 0,-1 0-1 0 0,1 0 1 0 0,-1 0-1 0 0,1 0 0 0 0,-1 0 1 0 0,0 1-1 0 0,3 0 1 0 0,-1 0-58 0 0,-1 1 0 0 0,0-1 1 0 0,0 1-1 0 0,0 0 1 0 0,0 0-1 0 0,-1 0 0 0 0,1 0 1 0 0,0 0-1 0 0,-1 1 1 0 0,1-1-1 0 0,-1 1 1 0 0,0 0-1 0 0,0-1 0 0 0,0 1 1 0 0,1 4-1 0 0,3 4-560 0 0,0 1 0 0 0,-2 0 0 0 0,1 0 0 0 0,-2 1 1 0 0,5 23-1 0 0,1 67-4408 0 0,-7-71 4547 0 0,4-9 679 0 0,-6-23-198 0 0,0 1 1 0 0,0-1 0 0 0,0 0-1 0 0,1 1 1 0 0,-1-1 0 0 0,0 0-1 0 0,0 1 1 0 0,1-1-1 0 0,-1 0 1 0 0,0 1 0 0 0,0-1-1 0 0,1 0 1 0 0,-1 1-1 0 0,0-1 1 0 0,1 0 0 0 0,-1 0-1 0 0,0 0 1 0 0,1 1-1 0 0,-1-1 1 0 0,1 0 0 0 0,0 0-9 0 0,-1 0 1 0 0,1 0 0 0 0,-1 0 0 0 0,1-1 0 0 0,-1 1-1 0 0,1 0 1 0 0,-1 0 0 0 0,0 0 0 0 0,1-1 0 0 0,-1 1-1 0 0,1 0 1 0 0,-1-1 0 0 0,0 1 0 0 0,1 0 0 0 0,-1-1-1 0 0,0 1 1 0 0,1 0 0 0 0,-1-1 0 0 0,0 1-1 0 0,1-1 1 0 0,-1 1 0 0 0,0-1 0 0 0,6-10 41 0 0,0 0-1 0 0,-2 0 1 0 0,1 0 0 0 0,-1-1-1 0 0,4-19 1 0 0,7-64-274 0 0,-14 83 170 0 0,1-7 67 0 0,-1 7 1 0 0,1-1 0 0 0,0 1 0 0 0,1 0 0 0 0,4-14 0 0 0,-7 25 25 0 0,0 1 0 0 0,1-1 0 0 0,-1 1 0 0 0,0-1 0 0 0,0 1 0 0 0,0-1 0 0 0,0 1-1 0 0,1-1 1 0 0,-1 1 0 0 0,0-1 0 0 0,1 1 0 0 0,-1 0 0 0 0,0-1 0 0 0,1 1 0 0 0,-1-1 0 0 0,0 1 0 0 0,1 0 0 0 0,-1-1 0 0 0,1 1 0 0 0,-1 0 0 0 0,0 0 0 0 0,1-1 0 0 0,-1 1-1 0 0,1 0 1 0 0,-1 0 0 0 0,2-1 0 0 0,-2 2 53 0 0,1-1 0 0 0,-1 0-1 0 0,1 0 1 0 0,0 1 0 0 0,-1-1-1 0 0,1 1 1 0 0,-1-1 0 0 0,1 0-1 0 0,-1 1 1 0 0,1-1 0 0 0,-1 1 0 0 0,0-1-1 0 0,1 1 1 0 0,-1-1 0 0 0,0 1-1 0 0,1-1 1 0 0,-1 2 0 0 0,11 28 329 0 0,-10-29-477 0 0,6 28 152 0 0,20 59-34 0 0,-24-79 57 0 0,1 0-1 0 0,0-1 1 0 0,0 1-1 0 0,1-1 1 0 0,0 0-1 0 0,1-1 0 0 0,8 11 1 0 0,-11-16-86 0 0,-1 0 0 0 0,0 0 1 0 0,1 0-1 0 0,0 0 0 0 0,-1 0 0 0 0,1 0 1 0 0,0-1-1 0 0,0 1 0 0 0,0-1 1 0 0,0 0-1 0 0,0 0 0 0 0,0 0 0 0 0,0 0 1 0 0,0-1-1 0 0,0 1 0 0 0,0-1 0 0 0,1 1 1 0 0,-1-1-1 0 0,0 0 0 0 0,0-1 0 0 0,0 1 1 0 0,1 0-1 0 0,-1-1 0 0 0,0 0 1 0 0,0 0-1 0 0,5-2 0 0 0,-4 1 244 0 0,0 0 0 0 0,-1 0 0 0 0,0 0 0 0 0,1-1 0 0 0,-1 1 0 0 0,0-1 0 0 0,0 0 0 0 0,0 0 0 0 0,-1 0 0 0 0,1 0 0 0 0,-1 0 0 0 0,0-1 0 0 0,1 1 0 0 0,-2-1 0 0 0,1 0 0 0 0,0 1 0 0 0,-1-1 0 0 0,1 0 0 0 0,-1 0 0 0 0,0 0 0 0 0,0-4 0 0 0,2-31-33 0 0,-3 36-232 0 0,0 1-1 0 0,0 0 1 0 0,-1-1 0 0 0,1 1 0 0 0,0 0-1 0 0,-1 0 1 0 0,1-1 0 0 0,-1 1 0 0 0,0 0-1 0 0,0 0 1 0 0,0 0 0 0 0,0 0 0 0 0,0 0-1 0 0,-2-3 1 0 0,3 5 1 0 0,0 0 0 0 0,0 0 0 0 0,0 0 0 0 0,-1 0 0 0 0,1 0 0 0 0,0 0 0 0 0,0-1 0 0 0,0 1 0 0 0,0 0 0 0 0,0 0 0 0 0,0 0 0 0 0,0 0 0 0 0,0 0 0 0 0,-1 0 0 0 0,1 0 0 0 0,0 0 0 0 0,0 0 0 0 0,0 0 0 0 0,0 0 0 0 0,0 0 0 0 0,0 0 0 0 0,-1 0 0 0 0,1 0 0 0 0,0 0 0 0 0,0 0 0 0 0,0 0 0 0 0,0 0 0 0 0,0 0 0 0 0,0 0 0 0 0,0 0 0 0 0,-1 0 0 0 0,1 0 0 0 0,0 0 0 0 0,0 0 0 0 0,0 0 0 0 0,0 0 0 0 0,0 0 0 0 0,0 0 0 0 0,0 0 0 0 0,-1 0 0 0 0,1 0 0 0 0,0 1 0 0 0,0-1 0 0 0,0 0 0 0 0,0 0 0 0 0,0 0 0 0 0,0 0 0 0 0,-3 9 0 0 0,2 9 0 0 0,2-10 0 0 0,1 0 1 0 0,-1-1-1 0 0,1 1 0 0 0,0-1 0 0 0,1 1 0 0 0,0-1 1 0 0,0 0-1 0 0,1 0 0 0 0,8 13 0 0 0,-10-17-1 0 0,1 0 0 0 0,-1 1-1 0 0,1-1 1 0 0,0 0 0 0 0,0 0 0 0 0,0 0-1 0 0,0-1 1 0 0,1 1 0 0 0,-1-1 0 0 0,1 0-1 0 0,-1 0 1 0 0,1 0 0 0 0,0 0-1 0 0,0-1 1 0 0,0 1 0 0 0,0-1 0 0 0,0 0-1 0 0,0 0 1 0 0,7 0 0 0 0,-7-1-24 0 0,-1 0 1 0 0,1-1-1 0 0,-1 1 0 0 0,1-1 1 0 0,-1 0-1 0 0,0 0 0 0 0,6-2 1 0 0,5-3-471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1.4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39 322 2304 0 0,'-39'-2'12705'0'0,"40"3"-12481"0"0,0 0 219 0 0,0 0 0 0 0,0 0-1 0 0,0 0 1 0 0,1 0 0 0 0,-1 0 0 0 0,0-1-1 0 0,0 1 1 0 0,1 0 0 0 0,2 0-1 0 0,15 6-453 0 0,0 0-1 0 0,0-2 1 0 0,1-1-1 0 0,0 0 0 0 0,26 1 1 0 0,-42-5 16 0 0,-1 0-1 0 0,1 0 1 0 0,-1-1 0 0 0,1 1-1 0 0,-1-1 1 0 0,1 0-1 0 0,-1 0 1 0 0,0 0 0 0 0,1-1-1 0 0,-1 1 1 0 0,0-1 0 0 0,0 0-1 0 0,5-3 1 0 0,-4 1-4 0 0,0 1 1 0 0,0-1-1 0 0,-1-1 0 0 0,1 1 0 0 0,-1 0 1 0 0,0-1-1 0 0,5-9 0 0 0,-1-3-2 0 0,0-1 0 0 0,-1 0 0 0 0,-1 0-1 0 0,2-19 1 0 0,0-1 1 0 0,-2 0 0 0 0,-1-60 0 0 0,-3 82 0 0 0,0 13 0 0 0,0 10 0 0 0,13 203-1668 0 0,7-15-3480 0 0,12 117 2328 0 0,-7-101 2326 0 0,-26-203-2370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1.9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7 276 1152 0 0,'-1'-3'426'0'0,"0"1"0"0"0,0-1 0 0 0,0 0 0 0 0,0 1 0 0 0,0-1 0 0 0,1 0 0 0 0,0 0 0 0 0,-1 0 0 0 0,24-28 10967 0 0,-14 27-10688 0 0,0 0-1 0 0,1 1 1 0 0,0 0 0 0 0,18-3-1 0 0,44-2-1087 0 0,-19 3 524 0 0,-24 1-141 0 0,37-9 0 0 0,-56 10 0 0 0,-1 0 0 0 0,0 0 0 0 0,0-1 0 0 0,0 0 0 0 0,-1-1 0 0 0,1 0 0 0 0,13-11 0 0 0,-12 10 0 0 0,-9 6 0 0 0,-1 0 0 0 0,0 0 0 0 0,0 0 0 0 0,0 0 0 0 0,1 0 0 0 0,-1 0 0 0 0,0 0 0 0 0,0 1 0 0 0,0-1 0 0 0,1 0 0 0 0,-1 0 0 0 0,0 0 0 0 0,0 0 0 0 0,0 0 0 0 0,1 0 0 0 0,-1 0 0 0 0,0 1 0 0 0,0-1 0 0 0,0 0 0 0 0,0 0 0 0 0,1 0 0 0 0,-1 0 0 0 0,0 1 0 0 0,0-1 0 0 0,0 0 0 0 0,0 0 0 0 0,0 0 0 0 0,0 1 0 0 0,2 20 0 0 0,-1-8 0 0 0,0-6-97 0 0,0 0 0 0 0,0 0 0 0 0,1 0 0 0 0,0 0 0 0 0,1 0 0 0 0,-1 0 0 0 0,1 0 0 0 0,1-1 0 0 0,-1 0-1 0 0,1 0 1 0 0,7 9 0 0 0,-8-11-198 0 0,0-1-1 0 0,1 0 1 0 0,-1 0 0 0 0,1 0-1 0 0,-1-1 1 0 0,1 1-1 0 0,0-1 1 0 0,0 0 0 0 0,0 0-1 0 0,0 0 1 0 0,1 0-1 0 0,-1-1 1 0 0,0 0-1 0 0,1 0 1 0 0,-1 0 0 0 0,1 0-1 0 0,-1-1 1 0 0,1 0-1 0 0,6 0 1 0 0,-6 0 154 0 0,1-1-1 0 0,0 0 1 0 0,-1 0 0 0 0,1 0 0 0 0,-1-1-1 0 0,1 0 1 0 0,-1 0 0 0 0,0 0 0 0 0,0 0-1 0 0,0-1 1 0 0,0 0 0 0 0,0 0 0 0 0,-1-1-1 0 0,9-6 1 0 0,-11 7 94 0 0,0 1-1 0 0,0-1 1 0 0,0 0-1 0 0,0 0 1 0 0,0 1 0 0 0,0-1-1 0 0,-1 0 1 0 0,0 0-1 0 0,1-1 1 0 0,-1 1-1 0 0,0 0 1 0 0,-1 0 0 0 0,1-1-1 0 0,-1 1 1 0 0,1 0-1 0 0,-1 0 1 0 0,0-1-1 0 0,0 1 1 0 0,0-1 0 0 0,-1 1-1 0 0,1 0 1 0 0,-1 0-1 0 0,0-1 1 0 0,0 1-1 0 0,0 0 1 0 0,-2-5 0 0 0,-3-2 48 0 0,0-1 1 0 0,0 1-1 0 0,-1-1 1 0 0,0 2-1 0 0,-1-1 1 0 0,0 1-1 0 0,-1 0 1 0 0,0 1-1 0 0,0 0 1 0 0,-1 1-1 0 0,0 0 1 0 0,0 0-1 0 0,0 1 1 0 0,-1 0-1 0 0,0 1 1 0 0,0 0 0 0 0,-1 1-1 0 0,1 0 1 0 0,-1 1-1 0 0,-19-3 1 0 0,26 5-2 0 0,1 0 0 0 0,0 1 0 0 0,0-1 0 0 0,0 1 0 0 0,0 0 0 0 0,-1 0 0 0 0,1 1 0 0 0,0-1 0 0 0,0 1 0 0 0,0 0 0 0 0,-5 1 0 0 0,8-2 0 0 0,1 1 0 0 0,0-1 0 0 0,0 0 0 0 0,0 0 0 0 0,0 0 0 0 0,0 0 0 0 0,0 1 0 0 0,0-1 0 0 0,0 0 0 0 0,0 0 0 0 0,0 0 0 0 0,0 0 0 0 0,0 1 0 0 0,0-1 0 0 0,0 0 0 0 0,0 0 0 0 0,0 0 0 0 0,0 0 0 0 0,0 1 0 0 0,0-1 0 0 0,0 0 0 0 0,0 0 0 0 0,0 0 0 0 0,1 0 0 0 0,-1 0 0 0 0,0 1 0 0 0,0-1 0 0 0,0 0 0 0 0,0 0 0 0 0,0 0 0 0 0,0 0 0 0 0,0 0 0 0 0,1 0 0 0 0,-1 0 0 0 0,0 1 0 0 0,0-1 0 0 0,0 0 0 0 0,0 0 0 0 0,0 0 0 0 0,1 0 0 0 0,-1 0 0 0 0,0 0 0 0 0,0 0 0 0 0,0 0 0 0 0,0 0 0 0 0,1 0 0 0 0,-1 0 0 0 0,0 0 0 0 0,0 0 0 0 0,0 0 0 0 0,0 0 0 0 0,1 0 0 0 0,-1 0 0 0 0,0 0 0 0 0,11 3 0 0 0,121-3 0 0 0,-98-2 0 0 0,1 1 0 0 0,-1 2 0 0 0,48 8 0 0 0,-78-8-2 0 0,0-1 0 0 0,0 1 0 0 0,0 1 0 0 0,0-1 0 0 0,0 1 0 0 0,0-1 0 0 0,-1 1 0 0 0,1 0 0 0 0,-1 0 1 0 0,1 1-1 0 0,-1-1 0 0 0,0 1 0 0 0,1-1 0 0 0,3 6 0 0 0,-5-5 10 0 0,0 0 0 0 0,-1 0 0 0 0,1 0 0 0 0,-1 0 0 0 0,1 1 0 0 0,-1-1 0 0 0,0 0 0 0 0,-1 1-1 0 0,1-1 1 0 0,0 1 0 0 0,-1-1 0 0 0,0 1 0 0 0,0-1 0 0 0,0 1 0 0 0,0-1 0 0 0,0 1 0 0 0,-2 4 0 0 0,-10 40 202 0 0,8-36 220 0 0,1-1 0 0 0,0 2-1 0 0,-1 13 1 0 0,3-25-239 0 0,1 1-1 0 0,0-1 1 0 0,0 1 0 0 0,0 0-1 0 0,1-1 1 0 0,-1 1-1 0 0,0-1 1 0 0,0 1 0 0 0,1-1-1 0 0,-1 1 1 0 0,1-1-1 0 0,0 1 1 0 0,-1-1-1 0 0,1 1 1 0 0,0-1 0 0 0,0 1-1 0 0,0-1 1 0 0,0 0-1 0 0,0 0 1 0 0,1 2 0 0 0,1-1-97 0 0,-1-1 1 0 0,0 0-1 0 0,0 1 1 0 0,1-1 0 0 0,-1 0-1 0 0,1 0 1 0 0,-1 0 0 0 0,1 0-1 0 0,-1-1 1 0 0,1 1-1 0 0,3-1 1 0 0,6 1 257 0 0,-1-1-1 0 0,1 0 1 0 0,-1-1 0 0 0,17-4-1 0 0,-9 2 281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2.5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0 186 1840 0 0,'0'-5'1544'0'0,"0"0"0"0"0,0 0 0 0 0,1 0-1 0 0,-1 0 1 0 0,1 0 0 0 0,0 0 0 0 0,0 0 0 0 0,1 1 0 0 0,2-8 0 0 0,-1 4-835 0 0,1-4-406 0 0,0 0 0 0 0,1 0 0 0 0,0 1 0 0 0,1 0 0 0 0,9-14 0 0 0,-13 22-325 0 0,0 1 0 0 0,1-1 0 0 0,-1 0-1 0 0,0 1 1 0 0,1 0 0 0 0,0 0 0 0 0,0-1 0 0 0,-1 1 0 0 0,1 1-1 0 0,5-3 1 0 0,-5 3 27 0 0,-1 0 0 0 0,0 1 1 0 0,0-1-1 0 0,0 1 0 0 0,0 0 0 0 0,0 0 0 0 0,0 0 0 0 0,0 0 1 0 0,1 0-1 0 0,-1 0 0 0 0,0 0 0 0 0,0 1 0 0 0,0-1 0 0 0,0 1 1 0 0,0-1-1 0 0,0 1 0 0 0,0 0 0 0 0,3 2 0 0 0,-1-1-60 0 0,-1 0 1 0 0,0 1-1 0 0,0-1 0 0 0,0 1 0 0 0,0 0 0 0 0,-1 0 0 0 0,1 0 1 0 0,-1 0-1 0 0,0 0 0 0 0,1 1 0 0 0,-1-1 0 0 0,-1 1 1 0 0,1-1-1 0 0,2 7 0 0 0,0 6-1114 0 0,1 0 0 0 0,1 20 0 0 0,-1-12-473 0 0,-2 1 170 0 0,-3-19 1060 0 0,1 0 0 0 0,0 0-1 0 0,0 1 1 0 0,1-1 0 0 0,-1 0 0 0 0,1 0 0 0 0,5 10 0 0 0,-6-15 417 0 0,-1-1 0 0 0,0 1 1 0 0,1-1-1 0 0,-1 0 0 0 0,1 1 1 0 0,-1-1-1 0 0,0 1 1 0 0,1-1-1 0 0,-1 0 0 0 0,1 0 1 0 0,-1 1-1 0 0,1-1 0 0 0,0 0 1 0 0,-1 0-1 0 0,1 1 0 0 0,-1-1 1 0 0,1 0-1 0 0,-1 0 1 0 0,1 0-1 0 0,-1 0 0 0 0,1 0 1 0 0,0 0-1 0 0,-1 0 0 0 0,1 0 1 0 0,-1 0-1 0 0,1 0 0 0 0,-1 0 1 0 0,1 0-1 0 0,0-1 1 0 0,-1 1-1 0 0,1 0 0 0 0,-1 0 1 0 0,1-1-1 0 0,-1 1 0 0 0,1 0 1 0 0,-1 0-1 0 0,1-1 0 0 0,-1 1 1 0 0,0-1-1 0 0,1 1 1 0 0,-1 0-1 0 0,1-1 0 0 0,-1 1 1 0 0,0-1-1 0 0,1 0 0 0 0,18-24 168 0 0,-18 23-208 0 0,7-13 2 0 0,-1 1 1 0 0,0-1-1 0 0,-2-1 1 0 0,1 1-1 0 0,4-27 1 0 0,-5 20 32 0 0,1 0 1 0 0,10-21-1 0 0,-16 42 6 0 0,0 1 0 0 0,0-1 0 0 0,0 1 0 0 0,0-1 0 0 0,1 1 1 0 0,-1-1-1 0 0,0 1 0 0 0,1-1 0 0 0,-1 1 0 0 0,0-1 0 0 0,1 1 0 0 0,-1-1 0 0 0,1 1 0 0 0,-1-1 0 0 0,0 1 0 0 0,1 0 0 0 0,-1-1 0 0 0,1 1 0 0 0,-1 0 0 0 0,1-1 0 0 0,0 1 0 0 0,0-1 0 0 0,-1 2-1 0 0,1-1-1 0 0,-1 0 0 0 0,1 0 1 0 0,-1 0-1 0 0,1 1 0 0 0,-1-1 1 0 0,0 0-1 0 0,1 0 0 0 0,-1 1 1 0 0,1-1-1 0 0,-1 0 0 0 0,0 1 1 0 0,1-1-1 0 0,-1 0 0 0 0,0 1 1 0 0,0-1-1 0 0,1 1 0 0 0,-1-1 1 0 0,0 1-1 0 0,0-1 0 0 0,1 1 1 0 0,8 30 84 0 0,-8-28-85 0 0,3 15 146 0 0,1 1-1 0 0,13 29 0 0 0,-16-44-158 0 0,0 1-1 0 0,1 0 1 0 0,-1-1-1 0 0,1 1 1 0 0,0-1-1 0 0,0 0 1 0 0,1 0-1 0 0,-1 0 1 0 0,1 0-1 0 0,0-1 0 0 0,0 1 1 0 0,0-1-1 0 0,0 0 1 0 0,9 4-1 0 0,-11-6 16 0 0,0 0 0 0 0,0 0-1 0 0,0-1 1 0 0,0 1 0 0 0,1-1 0 0 0,-1 1-1 0 0,0-1 1 0 0,0 0 0 0 0,0 0 0 0 0,1 0-1 0 0,-1 0 1 0 0,0 0 0 0 0,0 0 0 0 0,1-1-1 0 0,-1 1 1 0 0,0-1 0 0 0,0 1 0 0 0,3-2-1 0 0,-2 0 3 0 0,-1 0 0 0 0,1 1 0 0 0,-1-1 0 0 0,1-1 0 0 0,-1 1 0 0 0,1 0 0 0 0,-1 0 0 0 0,0-1 0 0 0,0 1 0 0 0,0-1 0 0 0,1-3 0 0 0,3-6 179 0 0,-1 0 1 0 0,0 0-1 0 0,-1 0 1 0 0,5-25 0 0 0,-7 27 647 0 0,-1 5-321 0 0,0 0 1 0 0,0 1-1 0 0,0-1 1 0 0,3-5-1 0 0,-4 10-512 0 0,0 0 0 0 0,0 0-1 0 0,0 0 1 0 0,0-1 0 0 0,0 1-1 0 0,0 0 1 0 0,0 0 0 0 0,1 0-1 0 0,-1 0 1 0 0,0 0 0 0 0,0 0-1 0 0,0 0 1 0 0,0 0 0 0 0,0 0-1 0 0,0 0 1 0 0,0 0 0 0 0,0 0-1 0 0,0 0 1 0 0,0 0-1 0 0,0 0 1 0 0,0 0 0 0 0,0 0-1 0 0,1 0 1 0 0,-1 0 0 0 0,0 0-1 0 0,0 0 1 0 0,0 0 0 0 0,0 0-1 0 0,0 0 1 0 0,0 0 0 0 0,0 0-1 0 0,0 0 1 0 0,0 0 0 0 0,0 0-1 0 0,0 0 1 0 0,1 0 0 0 0,-1 0-1 0 0,0 0 1 0 0,0 0 0 0 0,0 0-1 0 0,0 0 1 0 0,0 0 0 0 0,0 0-1 0 0,0 0 1 0 0,0 0-1 0 0,0 0 1 0 0,0 0 0 0 0,0 0-1 0 0,0 0 1 0 0,0 0 0 0 0,0 0-1 0 0,0 1 1 0 0,1-1 0 0 0,-1 0-1 0 0,0 0 1 0 0,4 7 460 0 0,1 10 3518 0 0,-2-3-3788 0 0,1 3-917 0 0,-1 0 1 0 0,2 0-1 0 0,0-1 1 0 0,13 28-1 0 0,-16-40 575 0 0,0-1 0 0 0,0 1-1 0 0,0-1 1 0 0,1 0 0 0 0,0 1 0 0 0,-1-1 0 0 0,1 0-1 0 0,0-1 1 0 0,0 1 0 0 0,0 0 0 0 0,1-1 0 0 0,-1 0-1 0 0,1 0 1 0 0,-1 0 0 0 0,1 0 0 0 0,0 0-1 0 0,0-1 1 0 0,0 1 0 0 0,0-1 0 0 0,0 0 0 0 0,0-1-1 0 0,0 1 1 0 0,0-1 0 0 0,0 1 0 0 0,6-1 0 0 0,4-3 74 0 0,0 1 0 0 0,0-1 0 0 0,-1-1 0 0 0,1-1 0 0 0,-1 0 0 0 0,16-8 0 0 0,-19 8-314 0 0,3-1-3396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3.3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309 506 2304 0 0,'4'-7'2505'0'0,"0"0"1"0"0,0 0 0 0 0,-1 0-1 0 0,5-13 1 0 0,-6 14-1741 0 0,-1-1 1 0 0,1 0-1 0 0,-1 1 0 0 0,-1-1 1 0 0,1-12-1 0 0,-1 15-754 0 0,0-1 1 0 0,-1 1-1 0 0,0-1 0 0 0,0 0 0 0 0,0 1 1 0 0,0 0-1 0 0,-1-1 0 0 0,1 1 0 0 0,-1 0 1 0 0,0 0-1 0 0,-1 0 0 0 0,1 0 0 0 0,-1 0 1 0 0,1 0-1 0 0,-1 0 0 0 0,0 1 0 0 0,-1 0 1 0 0,1 0-1 0 0,-1 0 0 0 0,-6-5 0 0 0,2 3-11 0 0,0 1 0 0 0,0 0 0 0 0,0 0 0 0 0,0 1 0 0 0,-1 0 0 0 0,0 0 0 0 0,1 1 0 0 0,-1 0 0 0 0,0 1 0 0 0,0 0 0 0 0,0 0 0 0 0,0 1 0 0 0,0 0 0 0 0,0 0 0 0 0,0 1 0 0 0,-15 4 0 0 0,17-3 0 0 0,0 0 0 0 0,1 0 0 0 0,-1 1 0 0 0,1 0 0 0 0,-1 0 0 0 0,1 0 0 0 0,0 1 0 0 0,0 0 0 0 0,0 0 0 0 0,1 1 0 0 0,0 0 0 0 0,0 0 0 0 0,0 0 0 0 0,0 0 0 0 0,1 1 0 0 0,-1 0 0 0 0,2 0 0 0 0,-1 0 0 0 0,1 0 0 0 0,0 1 0 0 0,-4 9 0 0 0,5-9 0 0 0,0-1 0 0 0,0 1 0 0 0,1 0 0 0 0,0 0 0 0 0,0 0 0 0 0,1 0 0 0 0,0 0 0 0 0,0 0 0 0 0,0 0 0 0 0,1 0 0 0 0,3 11 0 0 0,-3-13 0 0 0,1 0 0 0 0,0 0 0 0 0,0 0 0 0 0,1 0 0 0 0,-1-1 0 0 0,1 1 0 0 0,0-1 0 0 0,0 0 0 0 0,1 0 0 0 0,-1 0 0 0 0,1 0 0 0 0,0-1 0 0 0,0 0 0 0 0,0 1 0 0 0,0-1 0 0 0,6 3 0 0 0,-3-3-9 0 0,0 1-1 0 0,1-1 0 0 0,-1 0 1 0 0,1-1-1 0 0,-1 0 1 0 0,1 0-1 0 0,0 0 0 0 0,0-1 1 0 0,0 0-1 0 0,0-1 1 0 0,12 0-1 0 0,-10-1 42 0 0,1-1 0 0 0,-1 0 0 0 0,0 0-1 0 0,0-1 1 0 0,0-1 0 0 0,0 1 0 0 0,0-2 0 0 0,10-5 0 0 0,-8 3-174 0 0,-1 0 0 0 0,-1-1 0 0 0,0 0 0 0 0,0 0 0 0 0,0-1 1 0 0,-1 0-1 0 0,0-1 0 0 0,-1 0 0 0 0,0 0 0 0 0,-1-1 0 0 0,0 0 0 0 0,-1 0 0 0 0,0-1 0 0 0,8-20 1 0 0,-8 7-912 0 0,0 1 0 0 0,-2-1 1 0 0,-1 0-1 0 0,-1 0 0 0 0,0-1 1 0 0,-4-33-1 0 0,-1 30 995 0 0,-1 1-1 0 0,-13-52 1 0 0,15 75 95 0 0,1 0 0 0 0,-1 0 1 0 0,0 1-1 0 0,0-1 1 0 0,-1 1-1 0 0,-3-7 0 0 0,6 11 22 0 0,-1-1-1 0 0,1 0 0 0 0,-1 1 0 0 0,0-1 0 0 0,1 1 1 0 0,-1-1-1 0 0,1 0 0 0 0,-1 1 0 0 0,0-1 0 0 0,0 1 0 0 0,1 0 1 0 0,-1-1-1 0 0,0 1 0 0 0,0 0 0 0 0,1-1 0 0 0,-1 1 1 0 0,0 0-1 0 0,0 0 0 0 0,0-1 0 0 0,0 1 0 0 0,1 0 0 0 0,-1 0 1 0 0,0 0-1 0 0,0 0 0 0 0,0 0 0 0 0,0 1 0 0 0,0-1 0 0 0,1 0 1 0 0,-1 0-1 0 0,0 0 0 0 0,0 1 0 0 0,0-1 0 0 0,1 0 1 0 0,-1 1-1 0 0,0-1 0 0 0,0 1 0 0 0,1-1 0 0 0,-1 1 0 0 0,0-1 1 0 0,1 1-1 0 0,-1-1 0 0 0,1 1 0 0 0,-1 0 0 0 0,1-1 1 0 0,-2 2-1 0 0,-2 4 428 0 0,1-1 0 0 0,-1 0 0 0 0,1 1 0 0 0,0 0 1 0 0,0-1-1 0 0,1 1 0 0 0,0 1 0 0 0,0-1 0 0 0,0 0 1 0 0,1 0-1 0 0,-2 13 0 0 0,2 1-243 0 0,0 0-1 0 0,3 32 1 0 0,1-33-816 0 0,0-1-1 0 0,0 1 1 0 0,2-1-1 0 0,1 1 1 0 0,0-2-1 0 0,1 1 0 0 0,15 27 1 0 0,-15-33 156 0 0,1 1 0 0 0,0-2 0 0 0,1 1-1 0 0,0-1 1 0 0,1 0 0 0 0,0-1 0 0 0,0 0 0 0 0,1-1 0 0 0,1 0 0 0 0,19 12 0 0 0,-25-18 417 0 0,-1 0 0 0 0,1-1 0 0 0,0 1 0 0 0,0-1 0 0 0,0-1 0 0 0,0 1 0 0 0,0-1 0 0 0,0 0 0 0 0,0 0 0 0 0,0-1 0 0 0,0 0 0 0 0,10-1 0 0 0,-13 1 0 0 0,1-1 0 0 0,-1 0 0 0 0,0 0 0 0 0,1 0 0 0 0,-1 0 0 0 0,0 0 0 0 0,0-1 0 0 0,0 0 0 0 0,0 1 0 0 0,0-1 0 0 0,-1 0 0 0 0,1 0 0 0 0,0-1 0 0 0,-1 1 0 0 0,0-1 0 0 0,1 1 0 0 0,-1-1 0 0 0,0 0 0 0 0,0 1 0 0 0,-1-1 0 0 0,1 0 0 0 0,-1 0 0 0 0,1-1 0 0 0,0-3 0 0 0,1-1 488 0 0,-1-1 1 0 0,0 1 0 0 0,-1-1 0 0 0,1 0 0 0 0,-1-10 0 0 0,-1 14-124 0 0,0 0-1 0 0,0-1 1 0 0,-1 1-1 0 0,0 0 1 0 0,0-1-1 0 0,0 1 1 0 0,0 0 0 0 0,-1 0-1 0 0,-3-7 1 0 0,4 11-254 0 0,1 0 0 0 0,0 0 1 0 0,-1 0-1 0 0,1 1 0 0 0,-1-1 1 0 0,1 0-1 0 0,-1 0 0 0 0,0 1 1 0 0,1-1-1 0 0,-1 0 0 0 0,0 1 1 0 0,1-1-1 0 0,-1 1 0 0 0,0-1 1 0 0,0 1-1 0 0,1-1 0 0 0,-1 1 1 0 0,-1-1-1 0 0,2 1-87 0 0,-1 0 1 0 0,1 0-1 0 0,-1 0 0 0 0,1 0 1 0 0,-1 1-1 0 0,1-1 0 0 0,-1 0 0 0 0,1 0 1 0 0,-1 0-1 0 0,1 0 0 0 0,-1 1 1 0 0,1-1-1 0 0,-1 0 0 0 0,1 0 0 0 0,-1 1 1 0 0,1-1-1 0 0,0 0 0 0 0,-1 1 1 0 0,1-1-1 0 0,-1 0 0 0 0,1 1 1 0 0,-1 0-1 0 0,0 1-31 0 0,0 0 1 0 0,-1 1 0 0 0,1-1-1 0 0,0 0 1 0 0,0 1 0 0 0,1-1-1 0 0,-1 0 1 0 0,0 1-1 0 0,1-1 1 0 0,-1 1 0 0 0,1 3-1 0 0,0 0-56 0 0,1 0 0 0 0,-1 0-1 0 0,1 0 1 0 0,0 0-1 0 0,1 0 1 0 0,0-1 0 0 0,-1 1-1 0 0,2 0 1 0 0,-1-1 0 0 0,1 0-1 0 0,0 1 1 0 0,0-1 0 0 0,0 0-1 0 0,1 0 1 0 0,0-1 0 0 0,7 8-1 0 0,-6-7-400 0 0,0-1-1 0 0,1 1 0 0 0,0-1 0 0 0,0-1 1 0 0,0 1-1 0 0,0-1 0 0 0,0 0 0 0 0,0-1 1 0 0,1 1-1 0 0,0-1 0 0 0,-1-1 0 0 0,1 1 1 0 0,0-1-1 0 0,9 1 0 0 0,3-2-4448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3.5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33 3224 0 0,'-20'-33'16436'0'0,"26"42"-16436"0"0,15 13 0 0 0,-8-9-36 0 0,-1 1 72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3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93 59 920 0 0,'8'-14'10794'0'0,"-6"10"-9595"0"0,-2 1-431 0 0,1 1 1 0 0,-1 0-1 0 0,0-1 0 0 0,1 1 1 0 0,-1-1-1 0 0,-1-4 0 0 0,1 7-739 0 0,0-1-1 0 0,0 0 1 0 0,0 0-1 0 0,0 1 1 0 0,0-1-1 0 0,0 0 1 0 0,0 0-1 0 0,0 1 1 0 0,-1-1-1 0 0,1 0 1 0 0,0 1-1 0 0,0-1 1 0 0,-1 0-1 0 0,1 1 1 0 0,-1-1 0 0 0,1 0-1 0 0,0 1 1 0 0,-1-1-1 0 0,1 1 1 0 0,-1-1-1 0 0,0 1 1 0 0,1-1-1 0 0,-1 1 1 0 0,1-1-1 0 0,-1 1 1 0 0,0 0-1 0 0,1-1 1 0 0,-1 1-1 0 0,0 0 1 0 0,1-1-1 0 0,-1 1 1 0 0,0 0-1 0 0,0 0 1 0 0,1 0-1 0 0,-1 0 1 0 0,0 0-1 0 0,1-1 1 0 0,-1 1 0 0 0,0 1-1 0 0,0-1 1 0 0,1 0-1 0 0,-1 0 1 0 0,0 0-1 0 0,0 0 1 0 0,1 0-1 0 0,-1 1 1 0 0,-1-1-1 0 0,-3 4-28 0 0,-1-1 0 0 0,0 1 0 0 0,1 0 0 0 0,0 0 0 0 0,0 1 0 0 0,0-1 0 0 0,0 1 0 0 0,1 0 0 0 0,0 1 0 0 0,0-1 0 0 0,0 1 0 0 0,1 0 0 0 0,0-1 0 0 0,0 2 0 0 0,0-1 0 0 0,1 0 0 0 0,0 0 0 0 0,-2 9 0 0 0,4-11 0 0 0,-1 0 0 0 0,1 0 0 0 0,0 0 0 0 0,1-1 0 0 0,-1 1 0 0 0,1 0 0 0 0,-1 0 0 0 0,1 0 0 0 0,0-1 0 0 0,0 1 0 0 0,1 0 0 0 0,-1-1 0 0 0,1 1 0 0 0,0-1 0 0 0,0 0 0 0 0,0 0 0 0 0,0 1 0 0 0,1-1 0 0 0,-1 0 0 0 0,1-1 0 0 0,-1 1 0 0 0,1 0 0 0 0,0-1 0 0 0,0 0 0 0 0,5 3 0 0 0,8 4 0 0 0,0-1 0 0 0,0-1 0 0 0,0 0 0 0 0,23 6 0 0 0,-12-5 0 0 0,-20-5 5 0 0,9 2-13 0 0,24 13 0 0 0,-36-17 8 0 0,-1 1 0 0 0,1 0 0 0 0,-1 1 0 0 0,1-1-1 0 0,-1 0 1 0 0,0 1 0 0 0,0 0 0 0 0,-1 0 0 0 0,1 0-1 0 0,0 0 1 0 0,-1 0 0 0 0,4 6 0 0 0,-6-7 0 0 0,1 0 1 0 0,0 0-1 0 0,-1 0 1 0 0,1 0-1 0 0,-1 0 1 0 0,0 0-1 0 0,0 0 1 0 0,0 1-1 0 0,0-1 1 0 0,0 0-1 0 0,0 0 1 0 0,0 0-1 0 0,-1 0 1 0 0,1 0-1 0 0,-1 0 1 0 0,0 0-1 0 0,1 0 1 0 0,-1 0-1 0 0,0 0 1 0 0,0 0-1 0 0,0 0 0 0 0,-1-1 1 0 0,1 1-1 0 0,0 0 1 0 0,-1-1-1 0 0,1 1 1 0 0,-1-1-1 0 0,1 1 1 0 0,-4 1-1 0 0,-1 2 0 0 0,-1 0 0 0 0,1-1 0 0 0,-1 0 0 0 0,0-1 0 0 0,0 1-1 0 0,-13 3 1 0 0,5-3 12 0 0,1 0-1 0 0,0-1 1 0 0,-28 1 0 0 0,35-4-65 0 0,0 0 1 0 0,0 0 0 0 0,0 0 0 0 0,0-1-1 0 0,0 0 1 0 0,0-1 0 0 0,0 0 0 0 0,0 0-1 0 0,0 0 1 0 0,-6-4 0 0 0,12 5-22 0 0,-1 1 1 0 0,1-1-1 0 0,0 0 1 0 0,0 1-1 0 0,0-1 0 0 0,0 0 1 0 0,0 0-1 0 0,0 0 0 0 0,0 0 1 0 0,0 0-1 0 0,1 0 1 0 0,-1 0-1 0 0,0 0 0 0 0,0 0 1 0 0,1 0-1 0 0,-1 0 1 0 0,1 0-1 0 0,-1 0 0 0 0,1-1 1 0 0,-1 1-1 0 0,1 0 0 0 0,0-2 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4.4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26 2532 0 0,'-5'-26'11508'0'0,"-1"39"-6515"0"0,4 7-4878 0 0,0 0-1 0 0,1 0 0 0 0,1 0 1 0 0,0 1-1 0 0,6 25 1 0 0,25 103-228 0 0,-17-87 166 0 0,22 108-53 0 0,-32-159 0 0 0,-4-11 0 0 0,0 0 0 0 0,0 0 0 0 0,0 0 0 0 0,0 0 0 0 0,1 0 0 0 0,-1 0 0 0 0,0 0 0 0 0,0 1 0 0 0,0-1 0 0 0,0 0 0 0 0,0 0 0 0 0,0 0 0 0 0,1 0 0 0 0,-1 0 0 0 0,0 0 0 0 0,0 0 0 0 0,0 0 0 0 0,0 0 0 0 0,0 0 0 0 0,1 0 0 0 0,-1 0 0 0 0,0 0 0 0 0,0 0 0 0 0,0 0 0 0 0,0 0 0 0 0,0 0 0 0 0,1 0 0 0 0,-1 0 0 0 0,0 0 0 0 0,0 0 0 0 0,0-1 0 0 0,0 1 0 0 0,0 0 0 0 0,0 0 0 0 0,1 0 0 0 0,-1 0 0 0 0,11-17 0 0 0,-7 9 0 0 0,12-16 0 0 0,36-44 0 0 0,-43 58 0 0 0,0 0 0 0 0,1 1 0 0 0,0 0 0 0 0,0 1 0 0 0,1 0 0 0 0,18-10 0 0 0,-26 16-147 0 0,0 1-1 0 0,0 0 0 0 0,1-1 1 0 0,-1 1-1 0 0,0 0 0 0 0,0 1 1 0 0,1-1-1 0 0,-1 1 0 0 0,0-1 0 0 0,1 1 1 0 0,-1 0-1 0 0,0 0 0 0 0,1 0 1 0 0,5 2-1 0 0,-6-1-110 0 0,-1 0 0 0 0,0 0 0 0 0,1 0 0 0 0,-1 0 0 0 0,0 0 0 0 0,0 1 0 0 0,0-1 0 0 0,0 1 0 0 0,0 0 0 0 0,0-1 1 0 0,0 1-1 0 0,-1 0 0 0 0,1 0 0 0 0,-1 0 0 0 0,1 0 0 0 0,-1 1 0 0 0,0-1 0 0 0,1 0 0 0 0,-1 0 0 0 0,0 4 0 0 0,1 0-9 0 0,0 0 0 0 0,-1 0 0 0 0,1 0 0 0 0,-1 0 0 0 0,-1 0 0 0 0,1 1 0 0 0,-2 11 0 0 0,-1 2 467 0 0,-6 23-1 0 0,4-24 267 0 0,-2 22 0 0 0,5-40-312 0 0,1 1 1 0 0,0-1-1 0 0,0 0 1 0 0,0 0-1 0 0,0 1 1 0 0,0-1-1 0 0,0 0 1 0 0,0 1-1 0 0,1-1 1 0 0,-1 0-1 0 0,0 1 1 0 0,1-1 0 0 0,-1 0-1 0 0,1 0 1 0 0,-1 1-1 0 0,1-1 1 0 0,0 0-1 0 0,-1 0 1 0 0,1 0-1 0 0,0 0 1 0 0,1 1-1 0 0,-1-1 35 0 0,0-1 0 0 0,1 1-1 0 0,-1-1 1 0 0,0 1 0 0 0,0-1 0 0 0,1 1 0 0 0,-1-1-1 0 0,0 0 1 0 0,1 0 0 0 0,-1 0 0 0 0,0 0 0 0 0,0 0-1 0 0,1 0 1 0 0,-1 0 0 0 0,0 0 0 0 0,1 0-1 0 0,1-1 1 0 0,3-1 46 0 0,1 0-1 0 0,0-1 0 0 0,-1 0 0 0 0,1 0 1 0 0,-1 0-1 0 0,8-7 0 0 0,-3 2-599 0 0,0-1-1 0 0,0-1 0 0 0,13-15 0 0 0,-14 13-707 0 0,-2 1 0 0 0,0-1 0 0 0,0-1 0 0 0,-1 0 0 0 0,0 0 0 0 0,4-14 0 0 0,-6 18 2112 0 0,-6 24 566 0 0,0 0-2187 0 0,1-2 1505 0 0,1 0 0 0 0,1-1 1 0 0,-1 1-1 0 0,6 16 1 0 0,-6-25-781 0 0,0 1 1 0 0,1-1-1 0 0,-1 0 1 0 0,1 1-1 0 0,0-1 0 0 0,0 0 1 0 0,1 0-1 0 0,-1 0 1 0 0,1-1-1 0 0,0 1 1 0 0,0-1-1 0 0,0 1 1 0 0,0-1-1 0 0,1 0 1 0 0,5 4-1 0 0,-7-6-221 0 0,0-1 0 0 0,0 1 0 0 0,0-1-1 0 0,0 1 1 0 0,0-1 0 0 0,0 0 0 0 0,0 1 0 0 0,0-1-1 0 0,0 0 1 0 0,0 0 0 0 0,0-1 0 0 0,0 1-1 0 0,1 0 1 0 0,-1-1 0 0 0,0 1 0 0 0,0-1 0 0 0,0 0-1 0 0,-1 1 1 0 0,1-1 0 0 0,0 0 0 0 0,0 0 0 0 0,0 0-1 0 0,0-1 1 0 0,-1 1 0 0 0,4-3 0 0 0,4-4 1222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4.5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4 3456 0 0,'-31'-4'16204'0'0,"35"11"-16204"0"0,2-2 0 0 0,3 2 0 0 0,1 1 0 0 0,2 4 0 0 0,2-1 0 0 0,4 0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4.9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 2304 0 0,'33'-5'19966'0'0,"-25"12"-22576"0"0,-3 1 2610 0 0,-1 1 0 0 0,0-1 0 0 0,0 1 0 0 0,-1 0 0 0 0,0 0 0 0 0,-1 0 0 0 0,1 0 0 0 0,0 10 0 0 0,3 79 0 0 0,-6-75 0 0 0,0 45 0 0 0,-17 124 0 0 0,16-183 0 0 0,0 4 0 0 0,2-13 0 0 0,-1 0 0 0 0,1-1 0 0 0,0 1 0 0 0,-1 0 0 0 0,1 0 0 0 0,-1-1 0 0 0,1 1 0 0 0,0 0 0 0 0,-1-1 0 0 0,1 1 0 0 0,-1-1 0 0 0,1 1 0 0 0,-1-1 0 0 0,1 1 0 0 0,-1-1 0 0 0,0 1 0 0 0,1-1 0 0 0,-1 1 0 0 0,0-1 0 0 0,1 0 0 0 0,0 0 2 0 0,23-27-21 0 0,1 1 1 0 0,29-23-1 0 0,-46 44 15 0 0,0-1-1 0 0,1 1 0 0 0,-1 1 1 0 0,1 0-1 0 0,0 0 0 0 0,1 1 1 0 0,-1 0-1 0 0,1 0 0 0 0,-1 1 1 0 0,1 1-1 0 0,0-1 1 0 0,13 0-1 0 0,-20 3-9 0 0,0 0 0 0 0,0 0-1 0 0,0 0 1 0 0,0 0 0 0 0,0 1 0 0 0,0-1 0 0 0,0 1 0 0 0,0 0 0 0 0,0 0-1 0 0,0 0 1 0 0,-1 0 0 0 0,1 0 0 0 0,0 1 0 0 0,-1-1 0 0 0,1 1 0 0 0,4 3-1 0 0,-6-4 28 0 0,0 1-1 0 0,0-1 0 0 0,0 1 0 0 0,0-1 1 0 0,0 1-1 0 0,0 0 0 0 0,0-1 0 0 0,0 1 1 0 0,-1 0-1 0 0,1 0 0 0 0,-1-1 0 0 0,1 1 0 0 0,-1 0 1 0 0,0 0-1 0 0,0 0 0 0 0,1 0 0 0 0,-1-1 1 0 0,-1 1-1 0 0,1 0 0 0 0,0 0 0 0 0,0 0 1 0 0,-1 0-1 0 0,1-1 0 0 0,-1 1 0 0 0,1 0 0 0 0,-1 0 1 0 0,0-1-1 0 0,-1 3 0 0 0,-1 2-146 0 0,-1-1 0 0 0,0 1 0 0 0,0-1 0 0 0,0 0 0 0 0,-1-1 0 0 0,1 1 0 0 0,-1-1 0 0 0,0 0 0 0 0,0 0-1 0 0,-1 0 1 0 0,1-1 0 0 0,-1 0 0 0 0,-10 5 0 0 0,5-4-722 0 0,1 0 0 0 0,-1-1 0 0 0,0 0 0 0 0,0-1 0 0 0,0 0 0 0 0,-1 0-1 0 0,-11-1 1 0 0,22-1 844 0 0,0 0-1 0 0,0 0 0 0 0,1 0 0 0 0,-1 0 1 0 0,0 0-1 0 0,0 0 0 0 0,0 0 0 0 0,1 0 0 0 0,-1 0 1 0 0,0-1-1 0 0,0 1 0 0 0,0 0 0 0 0,1-1 1 0 0,-1 1-1 0 0,0 0 0 0 0,1-1 0 0 0,-1 1 1 0 0,-1-2-1 0 0,2 2-83 0 0,0-1 0 0 0,0 1 1 0 0,0-1-1 0 0,0 1 0 0 0,0-1 1 0 0,0 1-1 0 0,0-1 0 0 0,0 1 1 0 0,1-1-1 0 0,-1 1 0 0 0,0 0 1 0 0,0-1-1 0 0,0 1 0 0 0,1-1 1 0 0,-1 1-1 0 0,0-1 0 0 0,1 1 1 0 0,-1 0-1 0 0,0-1 0 0 0,1 1 1 0 0,-1 0-1 0 0,0-1 0 0 0,1 1 1 0 0,-1 0-1 0 0,0-1 0 0 0,1 1 1 0 0,-1 0-1 0 0,1 0 0 0 0,-1 0 1 0 0,1-1-1 0 0,0 1 0 0 0,9-5-3186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5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6 427 2532 0 0,'-5'-14'13378'0'0,"9"25"-9419"0"0,29 52-4168 0 0,-27-55 209 0 0,0 0 0 0 0,0 0 0 0 0,0 0 0 0 0,1-1 0 0 0,0 0 0 0 0,1 0 0 0 0,-1-1 0 0 0,16 10 0 0 0,-19-13 0 0 0,0-1 0 0 0,0 0 0 0 0,0 0 0 0 0,0 0 0 0 0,0-1 0 0 0,0 1 0 0 0,1-1 0 0 0,-1 0 0 0 0,0 0 0 0 0,1-1 0 0 0,-1 1 0 0 0,0-1 0 0 0,1 0 0 0 0,-1 0 0 0 0,1-1 0 0 0,-1 1 0 0 0,0-1 0 0 0,1 0 0 0 0,-1 0 0 0 0,0 0 0 0 0,1-1 0 0 0,3-1 0 0 0,-5 1-72 0 0,0 0 0 0 0,0 0 0 0 0,-1-1 0 0 0,1 1 0 0 0,-1 0 0 0 0,0-1 0 0 0,0 0 0 0 0,0 1 1 0 0,0-1-1 0 0,0 0 0 0 0,0 0 0 0 0,-1 0 0 0 0,0 0 0 0 0,1-1 0 0 0,-1 1 0 0 0,0 0 0 0 0,-1 0 0 0 0,1-1 0 0 0,0-3 0 0 0,1-8-1514 0 0,-1-1 0 0 0,-2-28 1 0 0,1 39 1165 0 0,-1-10-90 0 0,2 7 250 0 0,-2 0 0 0 0,1-1-1 0 0,-1 1 1 0 0,0 0 0 0 0,-1-1-1 0 0,0 1 1 0 0,-3-8 0 0 0,5 16 260 0 0,0 0 0 0 0,0 0 0 0 0,0 0 0 0 0,0 0 0 0 0,0 0 0 0 0,0-1 0 0 0,0 1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0 0 0,0 0 0 0 0,0 1 0 0 0,0-1 0 0 0,0 0 0 0 0,0 0 0 0 0,0 0 0 0 0,0 0 0 0 0,-2 6 0 0 0,0 7 0 0 0,1-5 7 0 0,1-1 0 0 0,1 0 0 0 0,-1 0 0 0 0,1 0 0 0 0,0 0 0 0 0,1 0 0 0 0,0 0 0 0 0,0 0 0 0 0,0 0 0 0 0,5 9 0 0 0,1-1 16 0 0,1-1 1 0 0,0 0 0 0 0,14 16 0 0 0,-19-25-18 0 0,0-1 1 0 0,0 1 0 0 0,0-1 0 0 0,1 0 0 0 0,0 0-1 0 0,0-1 1 0 0,0 1 0 0 0,0-1 0 0 0,0 0 0 0 0,7 2 0 0 0,-9-4-5 0 0,-1 0 0 0 0,0-1 0 0 0,1 1 0 0 0,-1-1 0 0 0,0 1 0 0 0,1-1 0 0 0,-1 0 0 0 0,1 0 0 0 0,-1 0 0 0 0,1 0 0 0 0,-1 0 0 0 0,0 0 0 0 0,1-1 0 0 0,-1 1 0 0 0,0-1 0 0 0,1 0 0 0 0,-1 0 0 0 0,0 0 0 0 0,0 0 0 0 0,1 0 0 0 0,-1 0 0 0 0,0 0 0 0 0,0-1 0 0 0,0 1 0 0 0,-1-1 1 0 0,1 0-1 0 0,3-3 0 0 0,1-3-51 0 0,-1 0 0 0 0,1-1 0 0 0,-1 1 1 0 0,-1-1-1 0 0,0 0 0 0 0,0 0 1 0 0,-1-1-1 0 0,0 1 0 0 0,-1-1 1 0 0,0 0-1 0 0,2-15 0 0 0,-2-12-389 0 0,-5-67 0 0 0,0 45 299 0 0,-12-148 426 0 0,0 191 6033 0 0,14 32-5738 0 0,1-1 0 0 0,1 0 0 0 0,0 0 1 0 0,1 0-1 0 0,5 21 0 0 0,27 73-107 0 0,-21-70-584 0 0,3 12-1847 0 0,12 62 0 0 0,-25-96 1394 0 0,0 0 1 0 0,-2 0 0 0 0,0 0 0 0 0,-1 0 0 0 0,0 0 0 0 0,-2 1 0 0 0,-5 29-1 0 0,5-43 604 0 0,1 0 0 0 0,0-1 0 0 0,-1 1 0 0 0,0 0 0 0 0,0-1 0 0 0,0 0-1 0 0,0 1 1 0 0,-1-1 0 0 0,-3 4 0 0 0,5-6 61 0 0,0 0 0 0 0,1 0 1 0 0,-1-1-1 0 0,0 1 0 0 0,0-1 0 0 0,1 1 0 0 0,-1 0 0 0 0,0-1 1 0 0,0 1-1 0 0,0-1 0 0 0,0 0 0 0 0,0 1 0 0 0,0-1 1 0 0,1 0-1 0 0,-1 0 0 0 0,0 1 0 0 0,0-1 0 0 0,0 0 0 0 0,0 0 1 0 0,0 0-1 0 0,0 0 0 0 0,0 0 0 0 0,0 0 0 0 0,0 0 0 0 0,0-1 1 0 0,0 1-1 0 0,0 0 0 0 0,0 0 0 0 0,0-1 0 0 0,0 1 1 0 0,0-1-1 0 0,1 1 0 0 0,-1-1 0 0 0,0 1 0 0 0,0-1 0 0 0,0 1 1 0 0,1-1-1 0 0,-1 0 0 0 0,0 0 0 0 0,1 1 0 0 0,-1-1 1 0 0,0 0-1 0 0,0-1 0 0 0,-1-1 86 0 0,0-1 1 0 0,1 1-1 0 0,-1-1 0 0 0,1 1 1 0 0,-1-1-1 0 0,1 0 0 0 0,0 0 1 0 0,1 0-1 0 0,-1 1 0 0 0,1-1 1 0 0,-1 0-1 0 0,1 0 0 0 0,0 0 1 0 0,1 0-1 0 0,-1 0 0 0 0,1 0 1 0 0,-1 0-1 0 0,1 1 0 0 0,3-8 1 0 0,-1 3-229 0 0,0 0 1 0 0,0 0 0 0 0,1 0 0 0 0,1 0 0 0 0,-1 1 0 0 0,1 0-1 0 0,10-12 1 0 0,-9 12 38 0 0,1 2 0 0 0,-1-1 0 0 0,1 1 0 0 0,0 0 0 0 0,0 0 0 0 0,0 1 0 0 0,1 0 0 0 0,0 0 0 0 0,14-4 0 0 0,-16 6 0 0 0,0 1 0 0 0,0-1 0 0 0,0 1 0 0 0,0 1 0 0 0,0-1 0 0 0,0 1 0 0 0,0 0 0 0 0,0 1 0 0 0,0-1 0 0 0,0 1 0 0 0,0 0 0 0 0,0 0 0 0 0,-1 1 0 0 0,11 4 0 0 0,-13-5 0 0 0,0 1 0 0 0,0 0 0 0 0,0 0 1 0 0,0 0-1 0 0,0 0 0 0 0,-1 1 0 0 0,1-1 0 0 0,-1 1 0 0 0,1-1 0 0 0,-1 1 0 0 0,0 0 0 0 0,0 0 0 0 0,0 0 0 0 0,0 0 0 0 0,-1 0 0 0 0,1 1 1 0 0,-1-1-1 0 0,0 0 0 0 0,0 1 0 0 0,0-1 0 0 0,0 1 0 0 0,-1-1 0 0 0,1 1 0 0 0,-1-1 0 0 0,0 1 0 0 0,0 0 0 0 0,-1-1 0 0 0,0 4 1 0 0,0 1-4 0 0,0-1 1 0 0,0 0 0 0 0,-1 0 0 0 0,-1 0-1 0 0,1 0 1 0 0,-1 0 0 0 0,0-1 0 0 0,-1 1-1 0 0,1-1 1 0 0,-1 0 0 0 0,0 0 0 0 0,-10 10 0 0 0,12-14-23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6.4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0 3136 0 0,'-1'16'9105'0'0,"1"-12"-8027"0"0,1 1 0 0 0,1 0-1 0 0,-1 0 1 0 0,3 5 0 0 0,13 19 817 0 0,24 24-2175 0 0,-29-40 602 0 0,94 105-231 0 0,-98-109-89 0 0,2 2-2 0 0,-1 1 0 0 0,13 19 0 0 0,-19-26 0 0 0,0-1 0 0 0,0 1 0 0 0,-1 0 0 0 0,0 1 0 0 0,0-1 0 0 0,0 0 0 0 0,-1 1 0 0 0,0-1 0 0 0,0 1 0 0 0,0 5 0 0 0,-1-10 0 0 0,0 0 0 0 0,0-1 0 0 0,0 1 0 0 0,-1-1 0 0 0,1 1 0 0 0,0 0 0 0 0,-1-1 0 0 0,1 1 0 0 0,0-1 0 0 0,-1 1 0 0 0,1-1 0 0 0,-1 1 0 0 0,1-1 0 0 0,-1 1 0 0 0,1-1 0 0 0,-2 1 0 0 0,2-1 0 0 0,0 0 0 0 0,0 0 0 0 0,-1 0 0 0 0,1 1 0 0 0,0-1 0 0 0,-1 0 0 0 0,1 0 0 0 0,0 0 0 0 0,0 0 0 0 0,-1 0 0 0 0,1 0 0 0 0,0 0 0 0 0,0 0 0 0 0,-1 0 0 0 0,1 0 0 0 0,0 0 0 0 0,0 0 0 0 0,-1-1 0 0 0,1 1 0 0 0,0 0 0 0 0,0 0 0 0 0,-1 0 0 0 0,1 0 0 0 0,0 0 0 0 0,-1-1 0 0 0,-6-11 0 0 0,4 3 0 0 0,1 0 0 0 0,0 0 0 0 0,1-1 0 0 0,0 1 0 0 0,0 0 0 0 0,2-11 0 0 0,0 1-276 0 0,2 0-1 0 0,1-1 0 0 0,0 2 0 0 0,1-1 1 0 0,1 0-1 0 0,1 1 0 0 0,0 0 1 0 0,14-22-1 0 0,-20 37 32 0 0,1 0 0 0 0,0 0 0 0 0,0 0 0 0 0,0 0 0 0 0,0 0 0 0 0,1 0 0 0 0,-1 1 0 0 0,1-1 0 0 0,0 1 1 0 0,0 0-1 0 0,0 0 0 0 0,0 0 0 0 0,0 0 0 0 0,5-2 0 0 0,-5 3 263 0 0,-1 0 1 0 0,1 1-1 0 0,0 0 1 0 0,-1-1-1 0 0,1 1 1 0 0,0 0-1 0 0,-1 0 1 0 0,1 0 0 0 0,-1 1-1 0 0,1-1 1 0 0,0 1-1 0 0,-1-1 1 0 0,1 1-1 0 0,-1 0 1 0 0,1 0-1 0 0,-1 0 1 0 0,1 1-1 0 0,-1-1 1 0 0,0 0-1 0 0,4 3 1 0 0,5 5-78 0 0,0 1 0 0 0,0 0 1 0 0,-1 0-1 0 0,0 1 0 0 0,15 22 1 0 0,-12-14-409 0 0,-1 1 1 0 0,-2 0 0 0 0,10 23 0 0 0,-16-33 479 0 0,-1 1 1 0 0,0-1 0 0 0,0 1-1 0 0,-1 0 1 0 0,-1 0 0 0 0,-3 20 2428 0 0,-2-43 0 0 0,9-10 134 0 0,1 5-2492 0 0,-1 0 0 0 0,2 1 0 0 0,13-25 0 0 0,-17 36-138 0 0,1 0-1 0 0,-1 1 1 0 0,1-1 0 0 0,1 1 0 0 0,-1 0-1 0 0,0 0 1 0 0,1 0 0 0 0,0 1 0 0 0,0 0 0 0 0,0 0-1 0 0,0 0 1 0 0,8-3 0 0 0,-11 6-105 0 0,1 0 1 0 0,-1 0-1 0 0,0 0 0 0 0,1 0 1 0 0,-1 1-1 0 0,0-1 0 0 0,0 0 1 0 0,1 1-1 0 0,-1 0 0 0 0,0-1 1 0 0,0 1-1 0 0,0 0 0 0 0,0 0 1 0 0,0 0-1 0 0,0 1 0 0 0,0-1 1 0 0,3 3-1 0 0,4 4-105 0 0,0 0-1 0 0,8 10 1 0 0,-14-15-362 0 0,6 5 486 0 0,-1 1 0 0 0,1-2 1 0 0,1 1-1 0 0,-1-1 0 0 0,1-1 0 0 0,0 0 1 0 0,1 0-1 0 0,0-1 0 0 0,22 7 1 0 0,-17-7-4 0 0,1-1 0 0 0,0-1 0 0 0,-1-1 0 0 0,1 0 0 0 0,0-1 0 0 0,23-2 0 0 0,-15 0-671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7.8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266 137 688 0 0,'12'-11'8697'0'0,"0"-7"-3577"0"0,4-18-206 0 0,-15 34-4902 0 0,0 0 0 0 0,-1 0 0 0 0,1 0 0 0 0,-1 0 0 0 0,1 0 0 0 0,-1-1 0 0 0,0 1-1 0 0,0 0 1 0 0,0 0 0 0 0,0-1 0 0 0,-1 1 0 0 0,1 0 0 0 0,0 0 0 0 0,-1 0 0 0 0,0 0 0 0 0,1 0 0 0 0,-1 0 0 0 0,0 0 0 0 0,0 0 0 0 0,0 0-1 0 0,-2-3 1 0 0,1 3-13 0 0,0 0 0 0 0,0 0 0 0 0,0 1 0 0 0,0-1-1 0 0,-1 0 1 0 0,1 1 0 0 0,0-1 0 0 0,-1 1 0 0 0,1 0 0 0 0,-1 0-1 0 0,1 0 1 0 0,-1 0 0 0 0,0 0 0 0 0,1 1 0 0 0,-1-1 0 0 0,0 1-1 0 0,-3-1 1 0 0,-8 1 1 0 0,-1-1 0 0 0,1 2 0 0 0,-1 0 0 0 0,1 1 0 0 0,0 0 0 0 0,-1 1 0 0 0,1 1 0 0 0,1 0 0 0 0,-1 1 0 0 0,1 1 0 0 0,-1 0 0 0 0,1 0 0 0 0,-22 16 0 0 0,32-19 0 0 0,0-1 0 0 0,0 1 0 0 0,0 0 0 0 0,1 0 0 0 0,-1 1 0 0 0,1-1 0 0 0,-1 0 0 0 0,1 1 0 0 0,0-1 0 0 0,1 1 0 0 0,-1 0 0 0 0,1 0 0 0 0,-1-1 0 0 0,1 1 0 0 0,0 0 0 0 0,0 0 0 0 0,1 0 0 0 0,-1 0 0 0 0,1 0 0 0 0,0 0 0 0 0,1 7 0 0 0,1 6 0 0 0,1 0 0 0 0,1 0 0 0 0,10 31 0 0 0,1 1 0 0 0,-5 7 0 0 0,-3 0 0 0 0,0 88 0 0 0,-2-24 0 0 0,-3-84 0 0 0,-1 0 0 0 0,-2 0 0 0 0,-11 65 0 0 0,11-96 0 0 0,0 0 0 0 0,1 0 0 0 0,-1 0 0 0 0,1 0 0 0 0,0 0 0 0 0,0 0 0 0 0,1 0 0 0 0,-1 0 0 0 0,3 8 0 0 0,-2-11 0 0 0,0 1 0 0 0,0-1 0 0 0,0 0 0 0 0,0 0 0 0 0,0-1 0 0 0,1 1 0 0 0,-1 0 0 0 0,1 0 0 0 0,-1-1 0 0 0,1 1 0 0 0,0-1 0 0 0,0 1 0 0 0,0-1 0 0 0,-1 0 0 0 0,1 1 0 0 0,0-1 0 0 0,1 0 0 0 0,-1 0 0 0 0,0-1 0 0 0,0 1 0 0 0,0 0 0 0 0,0-1 0 0 0,4 1 0 0 0,4 1 0 0 0,0-1 0 0 0,0-1 0 0 0,0 0 0 0 0,0 0 0 0 0,0-1 0 0 0,19-4 0 0 0,59-19 0 0 0,-82 22 0 0 0,12-4 0 0 0,-1-2 0 0 0,25-13 0 0 0,-36 18 0 0 0,5-3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8.2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66 165 3224 0 0,'-29'-15'16952'0'0,"27"17"-17468"0"0,-1 2 516 0 0,1 1 0 0 0,-1-1 0 0 0,1 1 0 0 0,0 0 0 0 0,1 0 0 0 0,-1 0 0 0 0,1 0 0 0 0,0 0 0 0 0,0 0 0 0 0,0 7 0 0 0,0-3 0 0 0,1 1 0 0 0,0-1 0 0 0,1 1 0 0 0,3 16 0 0 0,-3-20 0 0 0,1 0 0 0 0,0 0 0 0 0,0 0 0 0 0,1 0 0 0 0,-1-1 0 0 0,1 1 0 0 0,1 0 0 0 0,-1-1 0 0 0,1 0 0 0 0,0 0 0 0 0,0 0 0 0 0,0 0 0 0 0,9 6 0 0 0,-9-8 0 0 0,0 0 0 0 0,0-1 0 0 0,1 1 0 0 0,-1-1 0 0 0,1 0 0 0 0,-1 0 0 0 0,1 0 0 0 0,0-1 0 0 0,0 0 0 0 0,0 0 0 0 0,0 0 0 0 0,0 0 0 0 0,0-1 0 0 0,0 0 0 0 0,0 0 0 0 0,0 0 0 0 0,8-2 0 0 0,-5 0-40 0 0,0 1 0 0 0,0-2 0 0 0,0 1-1 0 0,-1-1 1 0 0,1-1 0 0 0,-1 1 0 0 0,0-1 0 0 0,0-1-1 0 0,0 1 1 0 0,-1-1 0 0 0,1 0 0 0 0,-1-1 0 0 0,6-6-1 0 0,-8 7-291 0 0,0 0 0 0 0,0 0 0 0 0,0-1 0 0 0,-1 1 0 0 0,0-1 0 0 0,0 0 0 0 0,0 0 0 0 0,-1 0 0 0 0,0-1 0 0 0,0 1 0 0 0,0 0 0 0 0,-1-1 0 0 0,0 1 0 0 0,0-1 0 0 0,-1 1 0 0 0,0-12 0 0 0,-2 4-212 0 0,1 1 0 0 0,-2-1-1 0 0,0 1 1 0 0,-1 0 0 0 0,0 0 0 0 0,-9-18-1 0 0,9 24 575 0 0,1 0-1 0 0,-2 0 1 0 0,1 0-1 0 0,-1 0 0 0 0,0 1 1 0 0,0-1-1 0 0,-1 1 1 0 0,0 1-1 0 0,0-1 0 0 0,0 1 1 0 0,-15-9-1 0 0,18 12-27 0 0,-1 0-1 0 0,0 0 0 0 0,-1 1 0 0 0,1-1 0 0 0,0 1 1 0 0,0 0-1 0 0,-1 0 0 0 0,1 0 0 0 0,0 1 1 0 0,-1 0-1 0 0,1 0 0 0 0,0 0 0 0 0,-1 0 1 0 0,1 0-1 0 0,-8 3 0 0 0,6-1 2 0 0,0 0-1 0 0,0 0 1 0 0,0 1 0 0 0,0 0-1 0 0,1 0 1 0 0,-1 1 0 0 0,1-1-1 0 0,0 1 1 0 0,0 0 0 0 0,-5 6-1 0 0,3-3 1 0 0,1-1-1 0 0,1 1 1 0 0,-1 1-1 0 0,1-1 0 0 0,1 1 1 0 0,-1 0-1 0 0,1 0 1 0 0,0 0-1 0 0,1 0 0 0 0,0 1 1 0 0,0 0-1 0 0,1-1 0 0 0,0 1 1 0 0,1 0-1 0 0,-1 15 1 0 0,3-17-257 0 0,0-1 0 0 0,0 1 1 0 0,0 0-1 0 0,1-1 1 0 0,0 1-1 0 0,1-1 0 0 0,-1 0 1 0 0,1 1-1 0 0,1-1 0 0 0,-1-1 1 0 0,1 1-1 0 0,0 0 1 0 0,5 5-1 0 0,6 5-2563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8.4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 3916 0 0,'5'-1'1394'0'0,"0"1"0"0"0,0 0 0 0 0,0 0 1 0 0,0 0-1 0 0,0 0 0 0 0,0 1 0 0 0,0 0 1 0 0,8 2-1 0 0,-8-1-952 0 0,0 0-1 0 0,0 0 1 0 0,0 1 0 0 0,0-1 0 0 0,0 1 0 0 0,-1 0 0 0 0,8 7-1 0 0,-9-8-453 0 0,0 1-1 0 0,-1-1 1 0 0,1 1-1 0 0,-1 0 1 0 0,0 0-1 0 0,0 0 1 0 0,0 0-1 0 0,0 0 1 0 0,0 1-1 0 0,-1-1 1 0 0,1 0-1 0 0,-1 1 1 0 0,0-1-1 0 0,0 1 1 0 0,-1-1-1 0 0,1 1 0 0 0,-1 0 1 0 0,1-1-1 0 0,-1 1 1 0 0,0 0-1 0 0,0-1 1 0 0,-1 1-1 0 0,1 0 1 0 0,-1-1-1 0 0,0 1 1 0 0,-2 5-1 0 0,-1 1-8 0 0,-1-1 0 0 0,-1 0 0 0 0,0 0 0 0 0,0 0-1 0 0,0-1 1 0 0,-1 0 0 0 0,-14 13 0 0 0,6-7-825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9.2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48 1612 0 0,'4'-34'15291'0'0,"0"21"-12534"0"0,6 49-2757 0 0,-6-26 0 0 0,0 1 0 0 0,1-1 0 0 0,0 0 0 0 0,1 0 0 0 0,1-1 0 0 0,-1 1 0 0 0,1-1 0 0 0,1-1 0 0 0,0 0 0 0 0,0 0 0 0 0,0 0 0 0 0,1-1 0 0 0,0 0 0 0 0,19 10 0 0 0,-26-15-2 0 0,1-1-1 0 0,0 1 0 0 0,0-1 0 0 0,0 0 1 0 0,0 0-1 0 0,0 0 0 0 0,1 0 1 0 0,-1-1-1 0 0,0 1 0 0 0,0-1 1 0 0,0 0-1 0 0,1 0 0 0 0,-1 0 1 0 0,0 0-1 0 0,0-1 0 0 0,0 1 1 0 0,1-1-1 0 0,-1 0 0 0 0,0 0 0 0 0,0 0 1 0 0,0 0-1 0 0,0 0 0 0 0,0-1 1 0 0,-1 0-1 0 0,1 1 0 0 0,0-1 1 0 0,-1 0-1 0 0,1 0 0 0 0,2-3 1 0 0,3-5-49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1:59.8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65 4376 0 0,'-2'-10'1241'0'0,"-7"-23"3659"0"0,9 31-4465 0 0,-1 1 0 0 0,1 0 1 0 0,-1 0-1 0 0,-7-10 4355 0 0,7 10-4355 0 0,0 0 1 0 0,-1 1-1 0 0,1-1 0 0 0,0 0 1 0 0,-2 0-1 0 0,2 1-435 0 0,1 0 1 0 0,-1 0-1 0 0,0 0 0 0 0,1 0 0 0 0,-1 0 0 0 0,1 1 0 0 0,-1-1 0 0 0,0 0 1 0 0,1 0-1 0 0,-1 0 0 0 0,1 1 0 0 0,-1-1 0 0 0,1 0 0 0 0,-1 1 0 0 0,1-1 1 0 0,-1 0-1 0 0,1 1 0 0 0,-1-1 0 0 0,1 1 0 0 0,0-1 0 0 0,-1 1 1 0 0,1-1-1 0 0,-1 1 0 0 0,1-1 0 0 0,0 1 0 0 0,0-1 0 0 0,-1 1 0 0 0,1-1 1 0 0,0 1-1 0 0,0 0 0 0 0,0-1 0 0 0,0 1 0 0 0,-1-1 0 0 0,1 1 0 0 0,0 0 1 0 0,0-1-1 0 0,0 1 0 0 0,0-1 0 0 0,1 1 0 0 0,-1 0 0 0 0,2 29-63 0 0,-2-28 39 0 0,6 28-1000 0 0,2-1 0 0 0,20 52 0 0 0,-14-40-931 0 0,31 75-2136 0 0,17 54 2864 0 0,-57-161 1451 0 0,-1-13-49 0 0,3-24-79 0 0,-4 14-276 0 0,0 3 892 0 0,2-1 1 0 0,0 1 0 0 0,0 0-1 0 0,1 0 1 0 0,0 0 0 0 0,1 1 0 0 0,0 0-1 0 0,0 0 1 0 0,11-9 0 0 0,-13 14-361 0 0,0 0-1 0 0,1 1 1 0 0,0-1 0 0 0,0 1-1 0 0,0 1 1 0 0,1-1 0 0 0,-1 1-1 0 0,1 0 1 0 0,7-2 0 0 0,-8 3-428 0 0,0 1 0 0 0,0 0-1 0 0,0 0 1 0 0,0 0 0 0 0,1 1 0 0 0,11 1 0 0 0,-13-1 76 0 0,0 1 0 0 0,0 0 0 0 0,0 0 0 0 0,0 1 0 0 0,0 0 0 0 0,-1-1 0 0 0,1 2 0 0 0,-1-1 0 0 0,1 0 0 0 0,-1 1 0 0 0,0 0 0 0 0,0 0 0 0 0,0 0 0 0 0,0 0 0 0 0,-1 1 0 0 0,1 0 0 0 0,5 7 0 0 0,-7-8 0 0 0,0 0 0 0 0,0 1 0 0 0,-1-1 0 0 0,1 0 0 0 0,-1 1 0 0 0,0-1 0 0 0,0 1 0 0 0,0-1 0 0 0,0 1 0 0 0,-1 0 0 0 0,1-1 0 0 0,-1 1 0 0 0,0 0 0 0 0,0-1 0 0 0,-1 1 0 0 0,1 0 0 0 0,-1-1 0 0 0,1 1 0 0 0,-1-1 0 0 0,0 1 0 0 0,0-1 0 0 0,-1 1 0 0 0,1-1 0 0 0,-1 0 0 0 0,-2 5 0 0 0,-1-2 2 0 0,1-1 0 0 0,-1 1 0 0 0,-1-1 0 0 0,1 1 0 0 0,-1-2 0 0 0,0 1 0 0 0,0-1 0 0 0,0 0 0 0 0,0 0 0 0 0,-1 0-1 0 0,1-1 1 0 0,-13 4 0 0 0,2-1-181 0 0,-1 0 0 0 0,0-2 0 0 0,-35 4 0 0 0,41-6 251 0 0,1-2 0 0 0,0 1 0 0 0,0-2 1 0 0,0 1-1 0 0,0-2 0 0 0,0 1 0 0 0,-15-5 0 0 0,14-1-531 0 0,12 7 434 0 0,0 0 1 0 0,0 0 0 0 0,-1 0-1 0 0,1-1 1 0 0,0 1-1 0 0,0 0 1 0 0,-1 0-1 0 0,1 0 1 0 0,0-1-1 0 0,0 1 1 0 0,0 0 0 0 0,-1-1-1 0 0,1 1 1 0 0,0 0-1 0 0,0 0 1 0 0,0-1-1 0 0,0 1 1 0 0,0 0-1 0 0,0-1 1 0 0,0 1-1 0 0,0 0 1 0 0,0-1 0 0 0,0 1-1 0 0,0 0 1 0 0,0-1-1 0 0,0 1 1 0 0,0 0-1 0 0,0 0 1 0 0,0-1-1 0 0,0 1 1 0 0,0 0-1 0 0,0-1 1 0 0,0 1 0 0 0,1 0-1 0 0,-1-1 1 0 0,0 1-1 0 0,0 0 1 0 0,0-1-1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0.4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5 130 3916 0 0,'0'0'460'0'0,"-1"-6"1046"0"0,0 1-1 0 0,0 0 1 0 0,0-1-1 0 0,1 1 1 0 0,0-10 0 0 0,0 14-1317 0 0,0-1 0 0 0,0 1 1 0 0,1 0-1 0 0,-1 0 1 0 0,0 0-1 0 0,1 0 0 0 0,-1-1 1 0 0,1 1-1 0 0,-1 0 1 0 0,1 0-1 0 0,0 0 1 0 0,-1 0-1 0 0,1 0 0 0 0,0 0 1 0 0,0 1-1 0 0,0-1 1 0 0,0 0-1 0 0,-1 0 0 0 0,1 0 1 0 0,0 1-1 0 0,0-1 1 0 0,1 1-1 0 0,-1-1 0 0 0,0 1 1 0 0,0-1-1 0 0,0 1 1 0 0,0-1-1 0 0,0 1 1 0 0,0 0-1 0 0,1 0 0 0 0,-1 0 1 0 0,2-1-1 0 0,10 1-189 0 0,-1 1 0 0 0,1 0 0 0 0,0 0 0 0 0,20 6 0 0 0,13 2 0 0 0,-16-6-107 0 0,1-1-1 0 0,-1-1 1 0 0,1-2-1 0 0,30-5 0 0 0,-41 3-791 0 0,-1 0-1 0 0,0-2 0 0 0,0 0 0 0 0,0-2 0 0 0,-1 0 0 0 0,0 0 0 0 0,23-15 0 0 0,-40 21 1000 0 0,1 0 0 0 0,-1 0-1 0 0,1 0 1 0 0,-1 0-1 0 0,0 0 1 0 0,0-1 0 0 0,0 1-1 0 0,0-1 1 0 0,0 1-1 0 0,1-2 1 0 0,-2 3-37 0 0,0-1 0 0 0,0 1 0 0 0,0 0-1 0 0,1 0 1 0 0,-1 0 0 0 0,0 0 0 0 0,0-1 0 0 0,0 1 0 0 0,0 0 0 0 0,0 0-1 0 0,0 0 1 0 0,0 0 0 0 0,0-1 0 0 0,0 1 0 0 0,0 0 0 0 0,0 0 0 0 0,0 0-1 0 0,0 0 1 0 0,0-1 0 0 0,0 1 0 0 0,0 0 0 0 0,0 0 0 0 0,0 0 0 0 0,-1-1-1 0 0,1 1 1 0 0,0 0 0 0 0,0-1 251 0 0,-1 1-251 0 0,-10 1 3113 0 0,6 1-3068 0 0,0 0 0 0 0,0 1 0 0 0,0-1 0 0 0,0 1 0 0 0,0 0 0 0 0,1 0 0 0 0,-1 1 0 0 0,1-1 0 0 0,0 1 0 0 0,0 0 0 0 0,-4 5 0 0 0,2-2-74 0 0,1 1-1 0 0,0 0 0 0 0,0 0 1 0 0,1 1-1 0 0,0-1 0 0 0,-2 10 1 0 0,-2 9-580 0 0,2-1 0 0 0,1 1 0 0 0,-2 44 1 0 0,5-28-911 0 0,2 1 1 0 0,2-1 0 0 0,1 0 0 0 0,12 50-1 0 0,0-25 1136 0 0,46 121 1 0 0,-44-145 196 0 0,-3-10 304 0 0,-1 1 1 0 0,-2 0 0 0 0,6 38-1 0 0,-16-71 50 0 0,-1-1 0 0 0,1 1 0 0 0,-1-1-1 0 0,0 1 1 0 0,0-1 0 0 0,0 1 0 0 0,0 0 0 0 0,0-1 0 0 0,0 1-1 0 0,-1-1 1 0 0,1 1 0 0 0,0-1 0 0 0,-1 1 0 0 0,1-1 0 0 0,-1 0-1 0 0,1 1 1 0 0,-2 1 0 0 0,0-2 43 0 0,1 0 0 0 0,0 0-1 0 0,0 0 1 0 0,-1-1 0 0 0,1 1 0 0 0,0 0 0 0 0,-1-1-1 0 0,1 1 1 0 0,-1-1 0 0 0,1 0 0 0 0,0 1 0 0 0,-1-1-1 0 0,1 0 1 0 0,-1 0 0 0 0,1 0 0 0 0,-1 0 0 0 0,1 0-1 0 0,-3-1 1 0 0,-106-17-274 0 0,80 12 0 0 0,0 0 0 0 0,-52-1 0 0 0,49 9-211 0 0,22-1-844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1.8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0 183 2764 0 0,'23'-2'19575'0'0,"-1"7"-22254"0"0,-5-1 2679 0 0,26 2 0 0 0,-35-5 0 0 0,0-1 0 0 0,0 0 0 0 0,0-1 0 0 0,0 0 0 0 0,0 0 0 0 0,-1-1 0 0 0,15-4 0 0 0,-13 3 0 0 0,-1-1 0 0 0,0 0 0 0 0,0-1 0 0 0,0 1 0 0 0,-1-1 0 0 0,1-1 0 0 0,-1 0 0 0 0,0 0 0 0 0,-1 0 0 0 0,8-10 0 0 0,-11 14 0 0 0,-1-1 0 0 0,0 0 0 0 0,0 0 0 0 0,0 0 0 0 0,-1 0 0 0 0,1 0 0 0 0,-1-1 0 0 0,0 1 0 0 0,0 0 0 0 0,0-1 0 0 0,0 1 0 0 0,0-1 0 0 0,-1 1 0 0 0,1-1 0 0 0,-1 1 0 0 0,0-1 0 0 0,0 1 0 0 0,0-1 0 0 0,-1 1 0 0 0,1-1 0 0 0,-1 1 0 0 0,0-1 0 0 0,0 1 0 0 0,0 0 0 0 0,-1-1 0 0 0,1 1 0 0 0,-1 0 0 0 0,1 0 0 0 0,-4-3 0 0 0,5 4 0 0 0,-1 1 0 0 0,0-1 0 0 0,-1 1 0 0 0,1 0 0 0 0,0 0 0 0 0,0 0 0 0 0,0-1 0 0 0,-1 1 0 0 0,1 0 0 0 0,0 0 0 0 0,-1 1 0 0 0,1-1 0 0 0,-1 0 0 0 0,0 0 0 0 0,1 1 0 0 0,-1-1 0 0 0,1 1 0 0 0,-1-1 0 0 0,0 1 0 0 0,1 0 0 0 0,-1 0 0 0 0,0 0 0 0 0,1 0 0 0 0,-1 0 0 0 0,0 0 0 0 0,0 0 0 0 0,1 0 0 0 0,-1 1 0 0 0,1-1 0 0 0,-1 1 0 0 0,0-1 0 0 0,1 1 0 0 0,-1 0 0 0 0,1-1 0 0 0,-1 1 0 0 0,-2 2 0 0 0,-1 0 0 0 0,1 0 0 0 0,0 1 0 0 0,0 0 0 0 0,0-1 0 0 0,0 1 0 0 0,0 1 0 0 0,1-1 0 0 0,0 1 0 0 0,0-1 0 0 0,-3 7 0 0 0,2-3-404 0 0,1 1 1 0 0,0-1-1 0 0,1 1 0 0 0,-1 0 1 0 0,2 0-1 0 0,-1 0 0 0 0,1 0 0 0 0,1 0 1 0 0,0 0-1 0 0,0 0 0 0 0,1 0 1 0 0,2 12-1 0 0,-2-15 154 0 0,0-1 0 0 0,1 1 0 0 0,0 0 0 0 0,0-1 0 0 0,0 0 0 0 0,0 1 0 0 0,1-1 1 0 0,0 0-1 0 0,0 0 0 0 0,1-1 0 0 0,-1 1 0 0 0,1-1 0 0 0,0 1 0 0 0,0-1 0 0 0,1-1 0 0 0,-1 1 0 0 0,1 0 0 0 0,-1-1 0 0 0,1 0 1 0 0,7 3-1 0 0,-3-2-172 0 0,1-1 1 0 0,0 0-1 0 0,-1 0 1 0 0,1-1-1 0 0,16 1 1 0 0,-4-2-2430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2.3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287 92 3456 0 0,'-3'-6'675'0'0,"-1"-1"0"0"0,0 1 1 0 0,0 0-1 0 0,-1 1 1 0 0,1-1-1 0 0,-8-5 1 0 0,7 6 726 0 0,0 1 1 0 0,0 1-1 0 0,-1-1 1 0 0,-7-3 0 0 0,5 3-971 0 0,-1 1 1 0 0,1 0 0 0 0,0 0 0 0 0,-1 1 0 0 0,0 0-1 0 0,1 0 1 0 0,-1 1 0 0 0,0 0 0 0 0,0 1 0 0 0,-12 0-1 0 0,17 1-446 0 0,-1-1 0 0 0,0 1 0 0 0,0 1 0 0 0,1-1 0 0 0,-1 0-1 0 0,1 1 1 0 0,-1 0 0 0 0,1 0 0 0 0,-1 0 0 0 0,1 1 0 0 0,0 0 0 0 0,0-1-1 0 0,1 1 1 0 0,-1 1 0 0 0,0-1 0 0 0,1 0 0 0 0,0 1 0 0 0,0 0 0 0 0,0 0-1 0 0,-4 6 1 0 0,4-4 14 0 0,0 1 0 0 0,0-1 0 0 0,0 1 0 0 0,1 0 0 0 0,0 0 0 0 0,0 0 0 0 0,1 0 0 0 0,0 0 0 0 0,0 0 0 0 0,0 0 0 0 0,1 1 0 0 0,0-1 0 0 0,1 0 0 0 0,1 7 0 0 0,-2-10 0 0 0,1 0 0 0 0,0 0 0 0 0,1 0 0 0 0,-1 0 0 0 0,1 0 0 0 0,0-1 0 0 0,0 1 0 0 0,0-1 0 0 0,0 1 0 0 0,0-1 0 0 0,1 0 0 0 0,-1 0 0 0 0,1 0 0 0 0,0 0 0 0 0,0 0 0 0 0,0-1 0 0 0,1 0 0 0 0,-1 1 0 0 0,0-1 0 0 0,1 0 0 0 0,0 0 0 0 0,-1-1 0 0 0,1 1 0 0 0,0-1 0 0 0,0 0 0 0 0,4 1 0 0 0,0-1 66 0 0,0 1-1 0 0,0-2 0 0 0,1 1 1 0 0,10-2-1 0 0,-10 1-526 0 0,-1-2 1 0 0,0 1-1 0 0,1-1 0 0 0,-1 0 1 0 0,0-1-1 0 0,0 0 0 0 0,0 0 1 0 0,0-1-1 0 0,-1 0 0 0 0,1 0 0 0 0,-1 0 1 0 0,10-9-1 0 0,-12 8 708 0 0,0 0 1 0 0,0 0-1 0 0,-1 0 0 0 0,6-8 1 0 0,-10 13-189 0 0,0 0 1 0 0,0-1 0 0 0,0 1-1 0 0,0 0 1 0 0,1-1 0 0 0,-1 1-1 0 0,0 0 1 0 0,0 0-1 0 0,0-1 1 0 0,0 1 0 0 0,1 0-1 0 0,-1 0 1 0 0,0 0 0 0 0,0-1-1 0 0,1 1 1 0 0,-1 0 0 0 0,0 0-1 0 0,0 0 1 0 0,1 0-1 0 0,-1 0 1 0 0,0-1 0 0 0,1 1-1 0 0,-1 0 1 0 0,0 0 0 0 0,1 0-1 0 0,-1 0 1 0 0,0 0 0 0 0,0 0-1 0 0,1 0 1 0 0,0 0-1 0 0,3 8 1624 0 0,1 20-437 0 0,-5-25-1598 0 0,0 3 349 0 0,8 59-2468 0 0,-3 125 1 0 0,-6-170 2036 0 0,-1 0-1 0 0,-1-1 0 0 0,-1 1 1 0 0,0-1-1 0 0,-1 0 1 0 0,-2 0-1 0 0,0-1 0 0 0,0 0 1 0 0,-2 0-1 0 0,-20 31 1 0 0,25-43 466 0 0,0-1 0 0 0,-1 0 1 0 0,1 0-1 0 0,-1 0 0 0 0,-1-1 1 0 0,1 1-1 0 0,-1-1 0 0 0,0-1 1 0 0,1 1-1 0 0,-2-1 0 0 0,1 0 1 0 0,-9 3-1 0 0,11-4-8 0 0,1-2 0 0 0,0 1 0 0 0,-1 0 0 0 0,1-1 0 0 0,0 1 1 0 0,-1-1-1 0 0,1 0 0 0 0,-1 0 0 0 0,1 0 0 0 0,-1-1 0 0 0,1 1 0 0 0,0-1 0 0 0,-1 0 0 0 0,1 0 1 0 0,0 0-1 0 0,0 0 0 0 0,-1 0 0 0 0,1-1 0 0 0,0 0 0 0 0,0 1 0 0 0,0-1 0 0 0,1 0 0 0 0,-1 0 0 0 0,0-1 1 0 0,1 1-1 0 0,-3-4 0 0 0,2 2-132 0 0,0 0-1 0 0,0 0 1 0 0,1 0 0 0 0,-1 0 0 0 0,1 0 0 0 0,-2-7 0 0 0,2 7 413 0 0,1-1 0 0 0,0 0 0 0 0,0 0-1 0 0,0 0 1 0 0,1 1 0 0 0,0-1 0 0 0,0 0 0 0 0,0 0 0 0 0,1-9 0 0 0,0 10-40 0 0,0 0 0 0 0,0 0 0 0 0,0 1 0 0 0,0-1 0 0 0,1 1 0 0 0,0-1 0 0 0,-1 1 0 0 0,1-1 0 0 0,0 1 1 0 0,1 0-1 0 0,-1 0 0 0 0,1 0 0 0 0,-1 0 0 0 0,1 1 0 0 0,0-1 0 0 0,0 0 0 0 0,0 1 0 0 0,0 0 0 0 0,0 0 0 0 0,1 0 0 0 0,-1 0 0 0 0,1 1 0 0 0,5-3 0 0 0,0 2-269 0 0,0 0 0 0 0,0 0-1 0 0,1 1 1 0 0,-1 0 0 0 0,1 1 0 0 0,-1 0-1 0 0,19 2 1 0 0,2 3-26 0 0,33 11 0 0 0,15 3 4 0 0,-72-19 48 0 0,0 1 0 0 0,1-1 0 0 0,8-1 0 0 0,-3-1 10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2.7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60 2072 0 0,'-30'-13'19565'0'0,"30"22"-21542"0"0,1-4 1977 0 0,0-1 0 0 0,0 1 0 0 0,0 0 0 0 0,1 0 0 0 0,0 0 0 0 0,0-1 0 0 0,0 1 0 0 0,0-1 0 0 0,0 0 0 0 0,6 7 0 0 0,3 3 0 0 0,23 24 0 0 0,-26-30 0 0 0,0-1 0 0 0,0-1 0 0 0,1 1 0 0 0,13 7 0 0 0,-17-12 0 0 0,0 1 0 0 0,-1-1 0 0 0,1 0 0 0 0,0-1 0 0 0,0 1 0 0 0,1-1 0 0 0,-1 0 0 0 0,0 0 0 0 0,0 0 0 0 0,11-1 0 0 0,-14 0-2 0 0,1 0-1 0 0,-1-1 1 0 0,0 1-1 0 0,1-1 1 0 0,-1 1 0 0 0,0-1-1 0 0,0 0 1 0 0,0 0-1 0 0,0 0 1 0 0,0 0-1 0 0,0 0 1 0 0,0-1 0 0 0,0 1-1 0 0,0-1 1 0 0,0 1-1 0 0,2-4 1 0 0,-1 2 12 0 0,-1 0 0 0 0,0-1 1 0 0,0 1-1 0 0,0-1 0 0 0,-1 1 1 0 0,1-1-1 0 0,-1 0 0 0 0,0 0 0 0 0,1-4 1 0 0,0-3-139 0 0,-1-1-1 0 0,0 1 1 0 0,-1-1 0 0 0,0 1 0 0 0,-4-22 0 0 0,3 27-124 0 0,0-2-825 0 0,0 0 1 0 0,0 0-1 0 0,-1 0 1 0 0,-1 1-1 0 0,1-1 1 0 0,-6-10-1 0 0,8 18 1098 0 0,0 0 0 0 0,0-1-1 0 0,0 1 1 0 0,0 0 0 0 0,0 0-1 0 0,0 0 1 0 0,0 0 0 0 0,0 0-1 0 0,0 0 1 0 0,0 0 0 0 0,0-1-1 0 0,0 1 1 0 0,0 0-1 0 0,0 0 1 0 0,0 0 0 0 0,0 0-1 0 0,-1 0 1 0 0,1 0 0 0 0,0 0-1 0 0,0 0 1 0 0,0 0 0 0 0,0 0-1 0 0,0 0 1 0 0,0-1 0 0 0,0 1-1 0 0,0 0 1 0 0,0 0 0 0 0,-1 0-1 0 0,1 0 1 0 0,0 0 0 0 0,0 0-1 0 0,0 0 1 0 0,0 0 0 0 0,0 0-1 0 0,0 0 1 0 0,0 0 0 0 0,0 0-1 0 0,-1 0 1 0 0,1 0 0 0 0,0 0-1 0 0,0 0 1 0 0,0 0 0 0 0,0 0-1 0 0,0 0 1 0 0,0 0 0 0 0,0 0-1 0 0,0 0 1 0 0,-1 0 0 0 0,1 0-1 0 0,0 1 1 0 0,0-1 0 0 0,0 0-1 0 0,0 0 1 0 0,-2 8 2415 0 0,2 11 933 0 0,1-7-3276 0 0,2-1 0 0 0,0 1 0 0 0,0-1 0 0 0,1 0 0 0 0,1 0 0 0 0,-1 0 0 0 0,11 15 0 0 0,-11-19-483 0 0,1-1 0 0 0,0 0 0 0 0,0 0 0 0 0,0-1 0 0 0,1 1 0 0 0,0-1 0 0 0,0 0 0 0 0,0-1 0 0 0,1 0 0 0 0,-1 0 1 0 0,1 0-1 0 0,11 4 0 0 0,2-1-3261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3.3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127 505 2072 0 0,'0'-10'870'0'0,"-2"-32"10130"0"0,-4 18-5469 0 0,-2 12-5382 0 0,8 11-147 0 0,-1 1-1 0 0,1-1 0 0 0,-1 1 1 0 0,0 0-1 0 0,1-1 0 0 0,-1 1 1 0 0,1-1-1 0 0,-1 1 0 0 0,0 0 0 0 0,1 0 1 0 0,-1-1-1 0 0,0 1 0 0 0,0 0 1 0 0,1 0-1 0 0,-1 0 0 0 0,0 0 1 0 0,1 0-1 0 0,-1 0 0 0 0,0 0 1 0 0,0 0-1 0 0,1 0 0 0 0,-2 0 1 0 0,0 1-1 0 0,0-1 1 0 0,1 1 0 0 0,-1 0 0 0 0,0 0 0 0 0,1-1 0 0 0,-1 1 0 0 0,0 1 0 0 0,-1 1 0 0 0,-3 2-20 0 0,0 1 1 0 0,0 0 0 0 0,-4 7 0 0 0,9-11 3 0 0,-6 7-304 0 0,0 1 0 0 0,1 0 0 0 0,1 0 0 0 0,-1 0 0 0 0,-4 16 0 0 0,8-23-72 0 0,1 1 0 0 0,0-1 0 0 0,0 1-1 0 0,0 0 1 0 0,1-1 0 0 0,-1 1 0 0 0,1 0 0 0 0,0-1 0 0 0,0 1 0 0 0,0 0 0 0 0,0 0 0 0 0,1-1 0 0 0,0 1-1 0 0,-1 0 1 0 0,1-1 0 0 0,0 1 0 0 0,1-1 0 0 0,-1 1 0 0 0,1-1 0 0 0,3 6 0 0 0,-3-7 371 0 0,0 0 0 0 0,1 0 0 0 0,-1 0 1 0 0,0 0-1 0 0,1 0 0 0 0,0-1 0 0 0,-1 1 1 0 0,1-1-1 0 0,0 0 0 0 0,0 0 0 0 0,0 0 1 0 0,0 0-1 0 0,0 0 0 0 0,0-1 0 0 0,0 1 0 0 0,0-1 1 0 0,0 0-1 0 0,0 1 0 0 0,0-2 0 0 0,0 1 1 0 0,0 0-1 0 0,1-1 0 0 0,3 0 0 0 0,3-2 160 0 0,0 1 0 0 0,-1-1-1 0 0,1-1 1 0 0,-1 0-1 0 0,17-8 1 0 0,-20 7-188 0 0,1 1 0 0 0,-1-1 0 0 0,1 0 0 0 0,-1-1-1 0 0,-1 1 1 0 0,1-1 0 0 0,5-8 0 0 0,-9 11 10 0 0,1 0-1 0 0,-1-1 1 0 0,0 1-1 0 0,0-1 1 0 0,0 0-1 0 0,-1 0 1 0 0,1 0-1 0 0,-1 0 1 0 0,0 0-1 0 0,0 0 1 0 0,0 0-1 0 0,-1 0 1 0 0,1 0 0 0 0,-1 0-1 0 0,-1-7 1 0 0,1 11 37 0 0,0-1 0 0 0,0 1 0 0 0,0 0 1 0 0,0-1-1 0 0,0 1 0 0 0,0-1 0 0 0,0 1 0 0 0,0-1 1 0 0,0 1-1 0 0,-1-1 0 0 0,1 1 0 0 0,0-1 1 0 0,0 1-1 0 0,-1 0 0 0 0,1-1 0 0 0,0 1 0 0 0,-1-1 1 0 0,1 1-1 0 0,0 0 0 0 0,-1-1 0 0 0,1 1 1 0 0,-1 0-1 0 0,1 0 1 0 0,0 0-1 0 0,-1 0 1 0 0,1 0-1 0 0,-1 0 1 0 0,1 0-1 0 0,0 0 1 0 0,-1 0-1 0 0,1 0 1 0 0,0 0-1 0 0,-1 0 1 0 0,1 0-1 0 0,0 0 1 0 0,-1 0-1 0 0,1 0 1 0 0,0 1-1 0 0,-1-1 1 0 0,1 0-1 0 0,0 0 1 0 0,0 0-1 0 0,-1 1 1 0 0,-1 0 0 0 0,1 1 1 0 0,0-1-1 0 0,-1 1 1 0 0,1-1 0 0 0,0 1-1 0 0,0-1 1 0 0,0 1-1 0 0,0 0 1 0 0,-1 2 0 0 0,1-1 5 0 0,0 0 0 0 0,1 0 1 0 0,-1 1-1 0 0,1-1 0 0 0,-1 0 1 0 0,1 1-1 0 0,0-1 1 0 0,0 1-1 0 0,0-1 0 0 0,1 0 1 0 0,-1 1-1 0 0,1-1 0 0 0,0 0 1 0 0,0 1-1 0 0,0-1 1 0 0,0 0-1 0 0,1 0 0 0 0,-1 0 1 0 0,1 0-1 0 0,0 0 0 0 0,-1 0 1 0 0,2-1-1 0 0,-1 1 0 0 0,0-1 1 0 0,0 1-1 0 0,5 3 1 0 0,-4-4 214 0 0,0 0 0 0 0,-1-1 1 0 0,1 1-1 0 0,0-1 1 0 0,0 0-1 0 0,0 0 1 0 0,0 0-1 0 0,0 0 0 0 0,0 0 1 0 0,0-1-1 0 0,0 0 1 0 0,0 1-1 0 0,1-1 1 0 0,-1 0-1 0 0,0 0 0 0 0,0-1 1 0 0,0 1-1 0 0,0-1 1 0 0,4-1-1 0 0,-1 1 256 0 0,0-2 0 0 0,0 1-1 0 0,0-1 1 0 0,-1 1 0 0 0,1-2 0 0 0,-1 1-1 0 0,0 0 1 0 0,0-1 0 0 0,0 0 0 0 0,0-1-1 0 0,4-5 1 0 0,-2 3-595 0 0,-1-2 0 0 0,0 1 0 0 0,-1-1 0 0 0,0 0 0 0 0,0 0 0 0 0,4-12 0 0 0,0-8-2070 0 0,-1-1 0 0 0,-1 0 0 0 0,4-48 0 0 0,1-59 1337 0 0,-12 112 851 0 0,0 0 0 0 0,-2 0 1 0 0,-6-36-1 0 0,8 59 3 0 0,-1 0 0 0 0,1 0 0 0 0,-1 0 1 0 0,1 1-1 0 0,-1-1 0 0 0,1 0 1 0 0,-1 0-1 0 0,0 1 0 0 0,0-1 0 0 0,0 0 1 0 0,0 1-1 0 0,0-1 0 0 0,-1 1 0 0 0,1-1 1 0 0,0 1-1 0 0,-1 0 0 0 0,1 0 0 0 0,0-1 1 0 0,-4 0-1 0 0,4 1 9 0 0,-1 1 0 0 0,0-1-1 0 0,1 1 1 0 0,-1 0 0 0 0,0 0 0 0 0,0 0-1 0 0,1 0 1 0 0,-1 0 0 0 0,0 0 0 0 0,1 0-1 0 0,-1 0 1 0 0,0 1 0 0 0,0-1 0 0 0,1 1 0 0 0,-1-1-1 0 0,1 1 1 0 0,-1 0 0 0 0,1 0 0 0 0,-1 0-1 0 0,1-1 1 0 0,-3 3 0 0 0,-2 2 7 0 0,1 0 1 0 0,-1 0-1 0 0,1 0 1 0 0,0 1-1 0 0,0 0 0 0 0,1 0 1 0 0,0 0-1 0 0,0 0 0 0 0,0 1 1 0 0,1-1-1 0 0,0 1 1 0 0,0 0-1 0 0,1 0 0 0 0,-1 0 1 0 0,-1 12-1 0 0,1 1-68 0 0,0 0-1 0 0,1 0 1 0 0,1 1-1 0 0,3 29 1 0 0,0-26 141 0 0,1-1 1 0 0,1 0-1 0 0,1 0 0 0 0,1 0 1 0 0,0 0-1 0 0,2-1 1 0 0,1 0-1 0 0,13 22 1 0 0,-16-34-70 0 0,0 1-1 0 0,1-1 1 0 0,1 0 0 0 0,-1 0 0 0 0,2-1 0 0 0,-1 0 0 0 0,1 0-1 0 0,1-1 1 0 0,-1-1 0 0 0,1 1 0 0 0,1-2 0 0 0,-1 1-1 0 0,1-1 1 0 0,0-1 0 0 0,1 0 0 0 0,-1-1 0 0 0,14 4 0 0 0,42 4-732 0 0,-48-8-2639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4.0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60 190 4144 0 0,'-18'-23'15182'0'0,"18"23"-15196"0"0,-2 4 62 0 0,0 0-1 0 0,0 1 1 0 0,1-1 0 0 0,0 1 0 0 0,0-1-1 0 0,0 1 1 0 0,0 6 0 0 0,0 37-112 0 0,1-33 94 0 0,4 91-30 0 0,24 132 0 0 0,-27-232 0 0 0,2 24 0 0 0,-3-28 0 0 0,0-1 0 0 0,0 0 0 0 0,0 0 0 0 0,0 0 0 0 0,-1 1 0 0 0,1-1 0 0 0,0 0 0 0 0,0 0 0 0 0,-1 0 0 0 0,1 0 0 0 0,-1 0 0 0 0,1 0 0 0 0,-1 0 0 0 0,1 0 0 0 0,-1 0 0 0 0,0 0 0 0 0,1 0 0 0 0,-1 0 0 0 0,0 0 0 0 0,-1 1 0 0 0,1-2 0 0 0,0 0 0 0 0,1 1 0 0 0,-1-1 0 0 0,0 0 0 0 0,0 0 0 0 0,1 0 0 0 0,-1 0 0 0 0,0 0 0 0 0,0 0 0 0 0,1 0 0 0 0,-1 0 0 0 0,0-1 0 0 0,1 1 0 0 0,-1 0 0 0 0,0 0 0 0 0,1 0 0 0 0,-1-1 0 0 0,0 1 0 0 0,1 0 0 0 0,-1-1 0 0 0,1 1 0 0 0,-1-1 0 0 0,0 1 0 0 0,1-1 0 0 0,-1 1 0 0 0,1-1 0 0 0,-1 1 0 0 0,1-1 0 0 0,0 1 0 0 0,-1-1 0 0 0,1 0 0 0 0,-1 1 0 0 0,1-1 0 0 0,0 0 0 0 0,-1 0 0 0 0,-10-26 0 0 0,4 3-983 0 0,2-1 0 0 0,0 0 0 0 0,2 0 1 0 0,1 0-1 0 0,2-39 0 0 0,9-52-3285 0 0,3 41 4329 0 0,-12 74-60 0 0,26-119 215 0 0,-23 108-191 0 0,1 1-1 0 0,0 0 1 0 0,1 0 0 0 0,0 1-1 0 0,1-1 1 0 0,0 1 0 0 0,0 0-1 0 0,11-12 1 0 0,-14 19-18 0 0,1 0 1 0 0,-1 1-1 0 0,0-1 0 0 0,1 1 1 0 0,0-1-1 0 0,0 1 0 0 0,-1 0 1 0 0,1 0-1 0 0,0 1 1 0 0,0-1-1 0 0,1 1 0 0 0,-1 0 1 0 0,0 0-1 0 0,0 0 0 0 0,1 1 1 0 0,-1-1-1 0 0,0 1 1 0 0,7 1-1 0 0,-8-1 55 0 0,-1 0-1 0 0,1 1 1 0 0,-1-1 0 0 0,1 1 0 0 0,-1 0-1 0 0,0 0 1 0 0,1 0 0 0 0,-1 0 0 0 0,0 0 0 0 0,0 0-1 0 0,1 1 1 0 0,-1-1 0 0 0,0 1 0 0 0,-1-1-1 0 0,1 1 1 0 0,0 0 0 0 0,0-1 0 0 0,-1 1-1 0 0,1 0 1 0 0,-1 0 0 0 0,1 1 0 0 0,-1-1-1 0 0,0 0 1 0 0,0 0 0 0 0,0 1 0 0 0,0-1 0 0 0,0 0-1 0 0,-1 1 1 0 0,1-1 0 0 0,-1 1 0 0 0,0-1-1 0 0,1 5 1 0 0,-1-1 173 0 0,-1 1-1 0 0,1-1 0 0 0,-1 0 1 0 0,0 1-1 0 0,-1-1 1 0 0,1 0-1 0 0,-1 0 1 0 0,0 0-1 0 0,-1 0 0 0 0,1-1 1 0 0,-1 1-1 0 0,-1 0 1 0 0,1-1-1 0 0,-1 0 1 0 0,-7 9-1 0 0,-3 0 667 0 0,-1 0-1 0 0,0-1 1 0 0,-28 19 0 0 0,26-18-1364 0 0,11-9-1622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5.6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4 764 3456 0 0,'-2'-7'1310'0'0,"1"1"1"0"0,1-1-1 0 0,-1 0 0 0 0,1 1 1 0 0,0-1-1 0 0,1 1 1 0 0,0-1-1 0 0,1-7 0 0 0,9-27 4054 0 0,-2 16-6143 0 0,-9 23 605 0 0,4-8 174 0 0,0 1 0 0 0,0-1 0 0 0,1 1 0 0 0,0-1 0 0 0,12-14 0 0 0,-15 21 0 0 0,0 0 0 0 0,1 1 0 0 0,-1-1 0 0 0,1 1 0 0 0,0 0 0 0 0,0 0 0 0 0,0 0 0 0 0,0 0 0 0 0,5-2 0 0 0,-6 3 0 0 0,0 1 0 0 0,0-1 0 0 0,0 1 0 0 0,0-1 0 0 0,1 1 0 0 0,-1 0 0 0 0,0 0 0 0 0,0 0 0 0 0,1 0 0 0 0,-1 0 0 0 0,0 0 0 0 0,0 1 0 0 0,1-1 0 0 0,-1 1 0 0 0,0-1 0 0 0,3 2 0 0 0,-3 0 0 0 0,1-1 0 0 0,0 1 0 0 0,-1 0 0 0 0,1 0 0 0 0,-1 0 0 0 0,1 1 0 0 0,-1-1 0 0 0,0 0 0 0 0,0 1 0 0 0,0 0 0 0 0,0-1 0 0 0,-1 1 0 0 0,1 0 0 0 0,-1 0 0 0 0,1 0 0 0 0,-1 0 0 0 0,0 0 0 0 0,0 0 0 0 0,-1 0 0 0 0,2 5 0 0 0,0 8 0 0 0,0 1 0 0 0,-1 27 0 0 0,-1-34 0 0 0,0 6 16 0 0,1 35-1742 0 0,-1-47 1580 0 0,1-1 0 0 0,-1 1 0 0 0,1-1-1 0 0,0 1 1 0 0,0-1 0 0 0,0 1 0 0 0,0-1 0 0 0,1 0 0 0 0,0 0 0 0 0,-1 0 0 0 0,4 4 0 0 0,-5-6 274 0 0,1-1 0 0 0,0 1 0 0 0,-1 0 0 0 0,1-1 0 0 0,0 1 0 0 0,-1-1 1 0 0,1 1-1 0 0,0-1 0 0 0,0 1 0 0 0,-1-1 0 0 0,1 1 0 0 0,0-1 0 0 0,0 0 0 0 0,0 1 0 0 0,0-1 1 0 0,-1 0-1 0 0,1 0 0 0 0,0 0 0 0 0,0 1 0 0 0,0-1 0 0 0,0 0 0 0 0,0 0 0 0 0,0-1 0 0 0,1 1 0 0 0,0-1-78 0 0,0 1-1 0 0,0-1 0 0 0,0 0 0 0 0,0 0 0 0 0,0 0 0 0 0,0 0 0 0 0,-1-1 0 0 0,1 1 0 0 0,0 0 0 0 0,1-3 0 0 0,2-2-96 0 0,0 1 1 0 0,-1-1-1 0 0,0 0 1 0 0,0 0 0 0 0,4-10-1 0 0,-4 5 47 0 0,0 0 0 0 0,-1-1 0 0 0,0 1 0 0 0,-1-1 0 0 0,0 0 0 0 0,-1 0 0 0 0,0-17 0 0 0,17 54 0 0 0,-12-17-186 0 0,1 0-1 0 0,-1-1 1 0 0,1 0-1 0 0,1 0 1 0 0,0-1-1 0 0,0 1 1 0 0,9 4-1 0 0,-8-6-523 0 0,0 0-1 0 0,0-1 0 0 0,0 0 1 0 0,0 0-1 0 0,1-1 0 0 0,0-1 0 0 0,-1 1 1 0 0,1-2-1 0 0,0 1 0 0 0,0-1 1 0 0,17-1-1 0 0,-25 0 701 0 0,0 0 1 0 0,0 0-1 0 0,1 0 0 0 0,-1-1 1 0 0,0 1-1 0 0,0-1 0 0 0,0 1 1 0 0,0-1-1 0 0,0 0 1 0 0,0 0-1 0 0,0 0 0 0 0,0 0 1 0 0,0 0-1 0 0,0 0 0 0 0,-1 0 1 0 0,1-1-1 0 0,0 1 0 0 0,-1-1 1 0 0,3-2-1 0 0,-3 3 17 0 0,-1-1 1 0 0,1 0-1 0 0,0 1 0 0 0,-1-1 0 0 0,0 0 0 0 0,1 0 0 0 0,-1 0 0 0 0,0 0 1 0 0,0 1-1 0 0,0-1 0 0 0,0 0 0 0 0,0 0 0 0 0,0 0 0 0 0,0 0 1 0 0,-1 0-1 0 0,1 1 0 0 0,-1-1 0 0 0,1 0 0 0 0,-1 0 0 0 0,0 1 0 0 0,1-1 1 0 0,-1 0-1 0 0,-1-1 0 0 0,-8-13 47 0 0,-1-1 1 0 0,0 2-1 0 0,-1-1 0 0 0,-1 2 0 0 0,-24-24 1 0 0,18 22-2 0 0,0 1 0 0 0,-1 1 1 0 0,-1 0-1 0 0,-23-11 1 0 0,42 24-35 0 0,1 0 147 0 0,-1 0-1 0 0,0 0 1 0 0,0 0-1 0 0,0 1 1 0 0,0-1 0 0 0,1 0-1 0 0,-1 1 1 0 0,0-1-1 0 0,0 1 1 0 0,0 0-1 0 0,-4 0 1 0 0,8 1 405 0 0,-1 1 1 0 0,1-1 0 0 0,-1 1-1 0 0,1-1 1 0 0,-1 1 0 0 0,1-1-1 0 0,3 2 1 0 0,2 1-182 0 0,0-1 0 0 0,1 0 0 0 0,0 0-1 0 0,0-1 1 0 0,0 0 0 0 0,0 0 0 0 0,0-1 0 0 0,11 1 0 0 0,25-1-1857 0 0,-3-4-3720 0 0,-30 1 4812 0 0,0 0 0 0 0,1 0 0 0 0,-1-1 0 0 0,0-1 0 0 0,0 0 0 0 0,-1 0 0 0 0,1-1 0 0 0,-1 0 0 0 0,16-12 1 0 0,-14 8 254 0 0,-1 0 0 0 0,0-1 1 0 0,0-1-1 0 0,-1 0 0 0 0,0 0 0 0 0,15-25 1 0 0,-15 19 137 0 0,-1 0 0 0 0,0 0 0 0 0,-2-1 0 0 0,0 0 0 0 0,-1 0 0 0 0,-1 0 0 0 0,0-1 0 0 0,-2 0 0 0 0,0 0 0 0 0,-1 0 1 0 0,-1-38-1 0 0,-2 51-20 0 0,1-7 9 0 0,-2 0 0 0 0,-3-18 0 0 0,4 28-7 0 0,1 0 1 0 0,-1 1 0 0 0,0-1-1 0 0,0 1 1 0 0,0 0 0 0 0,0-1-1 0 0,0 1 1 0 0,-1 0 0 0 0,1 0-1 0 0,0-1 1 0 0,-1 1-1 0 0,0 0 1 0 0,0 0 0 0 0,1 1-1 0 0,-1-1 1 0 0,0 0 0 0 0,0 1-1 0 0,-1-1 1 0 0,-2-1 0 0 0,4 3-2 0 0,0 0 1 0 0,-1-1-1 0 0,1 1 1 0 0,-1 0-1 0 0,1 0 0 0 0,-1 0 1 0 0,1 0-1 0 0,-1 0 1 0 0,1 0-1 0 0,-1 1 1 0 0,1-1-1 0 0,-1 1 1 0 0,1-1-1 0 0,-1 1 1 0 0,1-1-1 0 0,0 1 1 0 0,-1 0-1 0 0,1-1 1 0 0,0 1-1 0 0,-1 0 1 0 0,1 0-1 0 0,0 0 1 0 0,0 0-1 0 0,-2 2 1 0 0,-1 2 32 0 0,0-1 0 0 0,0 1 0 0 0,1 0 1 0 0,-6 10-1 0 0,2 0 310 0 0,1 0 1 0 0,1 0-1 0 0,0 0 0 0 0,1 1 1 0 0,1-1-1 0 0,0 1 0 0 0,1 0 1 0 0,1 0-1 0 0,2 30 1 0 0,2-7-1432 0 0,2 0-1 0 0,18 72 1 0 0,-15-79 979 0 0,2-1-1 0 0,19 42 1 0 0,-24-62 113 0 0,1 0 0 0 0,0-1 0 0 0,0 0 1 0 0,1 0-1 0 0,0 0 0 0 0,1-1 0 0 0,0 0 0 0 0,1 0 1 0 0,18 13-1 0 0,-24-19 21 0 0,0-1 0 0 0,1 0-1 0 0,-1 0 1 0 0,1-1 0 0 0,0 1 0 0 0,-1-1-1 0 0,1 0 1 0 0,0 0 0 0 0,0 0 0 0 0,0 0 0 0 0,0-1-1 0 0,0 1 1 0 0,0-1 0 0 0,7-1 0 0 0,-9 1-10 0 0,0-1 1 0 0,1 1 0 0 0,-1-1-1 0 0,0 0 1 0 0,0 0-1 0 0,0 0 1 0 0,0 0-1 0 0,0 0 1 0 0,0 0-1 0 0,0 0 1 0 0,0-1 0 0 0,-1 1-1 0 0,1-1 1 0 0,0 1-1 0 0,-1-1 1 0 0,1 0-1 0 0,-1 0 1 0 0,0 1 0 0 0,1-1-1 0 0,-1 0 1 0 0,0 0-1 0 0,0 0 1 0 0,0 0-1 0 0,-1-1 1 0 0,1 1 0 0 0,1-4-1 0 0,-1-4 672 0 0,0 1-1 0 0,-1 0 1 0 0,0-1-1 0 0,0 1 1 0 0,-1-1-1 0 0,0 1 1 0 0,-1 0-1 0 0,0 0 1 0 0,-1-1-1 0 0,1 1 1 0 0,-2 1-1 0 0,1-1 1 0 0,-7-10-1 0 0,-3 0-685 0 0,12 18 0 0 0,1 1 0 0 0,-1-1 0 0 0,0 0 0 0 0,1 0 0 0 0,-1 1 0 0 0,0-1 0 0 0,0 0 0 0 0,0 1 0 0 0,1-1 0 0 0,-1 1 0 0 0,0-1 0 0 0,0 1 0 0 0,0-1 0 0 0,0 1 0 0 0,0 0 0 0 0,0-1 0 0 0,0 1 0 0 0,0 0 0 0 0,-1 0 0 0 0,1 0 0 0 0,0 0 0 0 0,1 1 0 0 0,-1-1 0 0 0,1 1 0 0 0,0-1 0 0 0,-1 0 0 0 0,1 1 0 0 0,-1-1 0 0 0,1 1 0 0 0,0-1 0 0 0,-1 1 0 0 0,1-1 0 0 0,0 1 0 0 0,-1 0 0 0 0,1-1 0 0 0,0 1 0 0 0,0-1 0 0 0,0 1 0 0 0,-1 0 0 0 0,1-1 0 0 0,0 1 0 0 0,0-1 0 0 0,0 1 0 0 0,0 0 0 0 0,0-1 0 0 0,0 1 0 0 0,0-1 0 0 0,0 1 0 0 0,1 0 0 0 0,-1-1 0 0 0,0 1 0 0 0,1 0 0 0 0,5 21 0 0 0,-4-15 9 0 0,1-1-1 0 0,0 0 0 0 0,0 0 1 0 0,1 0-1 0 0,0 0 1 0 0,0 0-1 0 0,0-1 0 0 0,1 0 1 0 0,0 0-1 0 0,0 0 1 0 0,6 4-1 0 0,-3-3-606 0 0,0-1-1 0 0,1 1 1 0 0,0-2-1 0 0,-1 1 1 0 0,2-1-1 0 0,-1-1 1 0 0,14 4-1 0 0,-13-4-87 0 0,-1-1 1 0 0,1 0-1 0 0,0-1 0 0 0,1 0 1 0 0,-1-1-1 0 0,0 0 0 0 0,0-1 1 0 0,0 0-1 0 0,0 0 1 0 0,0-1-1 0 0,0 0 0 0 0,0-1 1 0 0,-1 0-1 0 0,1 0 0 0 0,-1-1 1 0 0,11-7-1 0 0,-13 7 380 0 0,-1-1 1 0 0,0 0-1 0 0,-1 0 1 0 0,1 0-1 0 0,-1-1 0 0 0,9-11 1 0 0,-4 0 365 0 0,14-26 1 0 0,-11 24 1111 0 0,-7-7 8919 0 0,-22 37-6404 0 0,15-10-3740 0 0,-19 15 996 0 0,-1 2 0 0 0,-22 25 0 0 0,35-33-881 0 0,0-1 1 0 0,0 2 0 0 0,1-1 0 0 0,0 1 0 0 0,1 0 0 0 0,1 0 0 0 0,-6 13 0 0 0,11-22-87 0 0,-1-1 1 0 0,1 0-1 0 0,-1 1 0 0 0,1-1 1 0 0,-1 0-1 0 0,1 1 0 0 0,0-1 1 0 0,0 1-1 0 0,0-1 0 0 0,-1 1 1 0 0,1-1-1 0 0,1 1 1 0 0,-1-1-1 0 0,0 0 0 0 0,0 1 1 0 0,1-1-1 0 0,-1 1 0 0 0,0-1 1 0 0,1 0-1 0 0,-1 1 0 0 0,1-1 1 0 0,0 0-1 0 0,0 1 0 0 0,-1-1 1 0 0,1 0-1 0 0,0 0 0 0 0,0 0 1 0 0,0 0-1 0 0,0 0 0 0 0,2 2 1 0 0,-1-2-172 0 0,1 0 0 0 0,-1 0 0 0 0,1 0 0 0 0,0 0 1 0 0,-1-1-1 0 0,1 1 0 0 0,0-1 0 0 0,0 1 0 0 0,-1-1 0 0 0,1 0 0 0 0,0 0 0 0 0,0 0 1 0 0,-1-1-1 0 0,1 1 0 0 0,4-1 0 0 0,1-2-417 0 0,1 1 0 0 0,0-1 1 0 0,-1 0-1 0 0,0-1 0 0 0,0 0 0 0 0,0 0 0 0 0,13-10 0 0 0,-12 7 616 0 0,0-1 0 0 0,0 0 0 0 0,-1 0 0 0 0,0-1 0 0 0,-1 0 0 0 0,0 0 0 0 0,0-1 0 0 0,-1 1 0 0 0,7-16 0 0 0,-8 5 2440 0 0,-7 10-877 0 0,2 10-1547 0 0,0 0 1 0 0,0 0-1 0 0,-1-1 0 0 0,1 1 0 0 0,0 0 0 0 0,0 0 0 0 0,0 0 0 0 0,-1 0 0 0 0,1 0 1 0 0,0 0-1 0 0,0-1 0 0 0,-1 1 0 0 0,1 0 0 0 0,0 0 0 0 0,0 0 0 0 0,-1 0 1 0 0,1 0-1 0 0,0 0 0 0 0,0 0 0 0 0,-1 0 0 0 0,1 0 0 0 0,0 0 0 0 0,0 0 0 0 0,-1 0 1 0 0,1 0-1 0 0,0 0 0 0 0,0 1 0 0 0,-1-1 0 0 0,1 0 0 0 0,0 0 0 0 0,0 0 1 0 0,0 0-1 0 0,-1 0 0 0 0,1 1 0 0 0,-2 0 78 0 0,1 0 0 0 0,0 0 0 0 0,0 0 1 0 0,-1 1-1 0 0,1-1 0 0 0,0 0 0 0 0,0 1 0 0 0,0-1 0 0 0,0 1 0 0 0,0 0 1 0 0,1-1-1 0 0,-1 1 0 0 0,0 0 0 0 0,1-1 0 0 0,-1 1 0 0 0,1 0 0 0 0,0 0 1 0 0,-1-1-1 0 0,1 1 0 0 0,0 3 0 0 0,0 1 246 0 0,0 0-1 0 0,0 0 1 0 0,1 0-1 0 0,-1 0 1 0 0,3 7-1 0 0,-2-10-372 0 0,0 1 0 0 0,0 0 0 0 0,1-1-1 0 0,-1 1 1 0 0,1-1 0 0 0,0 1 0 0 0,0-1 0 0 0,0 0-1 0 0,0 0 1 0 0,1 0 0 0 0,0 0 0 0 0,-1 0 0 0 0,1-1-1 0 0,0 1 1 0 0,0-1 0 0 0,0 0 0 0 0,0 1 0 0 0,1-1-1 0 0,-1-1 1 0 0,1 1 0 0 0,-1 0 0 0 0,1-1 0 0 0,3 1-1 0 0,-2-1 38 0 0,0 0-1 0 0,-1-1 0 0 0,1 1 1 0 0,-1-1-1 0 0,1 0 0 0 0,-1 0 0 0 0,1-1 1 0 0,0 0-1 0 0,-1 1 0 0 0,0-1 1 0 0,1-1-1 0 0,-1 1 0 0 0,1-1 0 0 0,-1 0 1 0 0,0 0-1 0 0,0 0 0 0 0,0 0 1 0 0,0-1-1 0 0,4-3 0 0 0,0-2-41 0 0,0 0 0 0 0,-1 0 1 0 0,0-1-1 0 0,0 0 0 0 0,-1-1 0 0 0,0 1 0 0 0,-1-1 0 0 0,0 0 0 0 0,-1-1 0 0 0,7-19 0 0 0,-8 11-645 0 0,0 1 0 0 0,0-1 1 0 0,-2 0-1 0 0,0 0 0 0 0,-4-34 0 0 0,-11-76-2982 0 0,2 69 3516 0 0,-22-70 0 0 0,34 128 150 0 0,-1 0 1 0 0,0 0-1 0 0,0 1 1 0 0,0-1 0 0 0,0 0-1 0 0,0 0 1 0 0,0 0-1 0 0,-1 1 1 0 0,-1-3 0 0 0,3 3 4 0 0,-1 1 0 0 0,1 0 1 0 0,0 0-1 0 0,0 0 0 0 0,-1-1 1 0 0,1 1-1 0 0,0 0 0 0 0,-1 0 1 0 0,1 0-1 0 0,0 0 0 0 0,-1 0 1 0 0,1-1-1 0 0,0 1 0 0 0,-1 0 1 0 0,1 0-1 0 0,0 0 0 0 0,-1 0 1 0 0,1 0-1 0 0,0 0 0 0 0,-1 0 1 0 0,1 0-1 0 0,0 0 0 0 0,-1 0 1 0 0,0 1-1 0 0,1-1 19 0 0,-1 1 0 0 0,1-1-1 0 0,-1 1 1 0 0,0-1 0 0 0,1 1 0 0 0,-1-1 0 0 0,1 1-1 0 0,-1 0 1 0 0,1-1 0 0 0,0 1 0 0 0,-1 0-1 0 0,1-1 1 0 0,-1 1 0 0 0,1 0 0 0 0,0 1 0 0 0,-5 14-1 0 0,1 0 1 0 0,0 0 0 0 0,2 0 0 0 0,0 1 0 0 0,0-1 0 0 0,2 1 0 0 0,0-1 0 0 0,3 21 0 0 0,1-5-296 0 0,2-1 0 0 0,1 1 0 0 0,14 38 1 0 0,-9-36 266 0 0,26 47 0 0 0,-29-63 0 0 0,2 0 0 0 0,0-1 0 0 0,1 0 0 0 0,16 16 0 0 0,-26-30 3 0 0,1-1 1 0 0,0 1 0 0 0,0-1 0 0 0,0 1 0 0 0,0-1-1 0 0,0 0 1 0 0,1 0 0 0 0,-1 0 0 0 0,0-1-1 0 0,1 1 1 0 0,0-1 0 0 0,-1 0 0 0 0,1 1 0 0 0,0-2-1 0 0,0 1 1 0 0,6 0 0 0 0,-7-1 106 0 0,0 0 0 0 0,0-1 0 0 0,0 1 0 0 0,0-1 0 0 0,0 0-1 0 0,0 0 1 0 0,0 0 0 0 0,-1 0 0 0 0,1 0 0 0 0,0-1 0 0 0,-1 1 0 0 0,1-1 0 0 0,-1 0 0 0 0,0 1 0 0 0,1-1 0 0 0,-1 0 0 0 0,0-1 0 0 0,0 1 0 0 0,0 0 0 0 0,0-1-1 0 0,-1 1 1 0 0,3-4 0 0 0,17-40 3652 0 0,-17 37-3324 0 0,0-1 0 0 0,1 1 1 0 0,0 0-1 0 0,0 0 1 0 0,7-9-1 0 0,-12 18-438 0 0,1-1 0 0 0,-1 1 1 0 0,0-1-1 0 0,1 1 0 0 0,-1 0 0 0 0,0-1 0 0 0,1 1 0 0 0,-1-1 0 0 0,0 1 1 0 0,1 0-1 0 0,-1 0 0 0 0,1-1 0 0 0,-1 1 0 0 0,1 0 0 0 0,-1 0 0 0 0,1-1 0 0 0,-1 1 1 0 0,1 0-1 0 0,-1 0 0 0 0,1 0 0 0 0,-1 0 0 0 0,1 0 0 0 0,-1 0 0 0 0,1 0 1 0 0,-1 0-1 0 0,1 0 0 0 0,-1 0 0 0 0,1 0 0 0 0,-1 0 0 0 0,1 0 0 0 0,-1 0 0 0 0,1 0 1 0 0,-1 1-1 0 0,1-1 0 0 0,-1 0 0 0 0,1 0 0 0 0,-1 1 0 0 0,0-1 0 0 0,1 0 1 0 0,-1 0-1 0 0,1 1 0 0 0,-1-1 0 0 0,0 1 0 0 0,1-1 0 0 0,-1 0 0 0 0,0 1 0 0 0,1-1 1 0 0,-1 1-1 0 0,0-1 0 0 0,0 1 0 0 0,1-1 0 0 0,-1 0 0 0 0,0 1 0 0 0,0 0 0 0 0,3 6-12 0 0,0-1-1 0 0,-1 1 0 0 0,2 9 1 0 0,-2-8-86 0 0,5 13-1265 0 0,1-2 0 0 0,1 1-1 0 0,1-1 1 0 0,13 19-1 0 0,-21-35 1278 0 0,-1-1-1 0 0,1 0 0 0 0,0 0 1 0 0,0 1-1 0 0,-1-1 0 0 0,1 0 1 0 0,1-1-1 0 0,-1 1 0 0 0,0 0 1 0 0,0-1-1 0 0,1 1 0 0 0,-1-1 1 0 0,1 1-1 0 0,-1-1 0 0 0,1 0 1 0 0,4 1-1 0 0,2-2-66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5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0 1612 0 0,'-10'5'15331'0'0,"14"-1"-15523"0"0,1 2 3101 0 0,0 1-2953 0 0,3 0 88 0 0,4 0-44 0 0,2 0 0 0 0,1-2 0 0 0,-1-4 0 0 0,1 1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6.1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104 101 1152 0 0,'-2'-17'1145'0'0,"2"11"354"0"0,0 1 0 0 0,-1-1 0 0 0,0 0 1 0 0,0 0-1 0 0,0 1 0 0 0,-1-1 0 0 0,0 1 0 0 0,0-1 0 0 0,0 1 0 0 0,-4-6 1 0 0,1 1-730 0 0,1 3-659 0 0,4 7-111 0 0,0 0 0 0 0,-1 0-1 0 0,1 1 1 0 0,-1-1 0 0 0,1 0-1 0 0,0 0 1 0 0,-1 0 0 0 0,1 0-1 0 0,0 0 1 0 0,-1 1 0 0 0,1-1-1 0 0,0 0 1 0 0,0 0 0 0 0,-1 1-1 0 0,1-1 1 0 0,0 0 0 0 0,0 0-1 0 0,-1 1 1 0 0,1-1 0 0 0,0 0-1 0 0,0 1 1 0 0,0-1 0 0 0,-1 0-1 0 0,1 1 1 0 0,0-1 0 0 0,0 1-1 0 0,-11 19 1 0 0,2 1 0 0 0,0 0 0 0 0,1 1 0 0 0,-8 39 0 0 0,15-59 0 0 0,-4 25 0 0 0,1-1 0 0 0,2 0 0 0 0,0 35 0 0 0,1-39 0 0 0,2-9 0 0 0,-1 1 0 0 0,2-1 0 0 0,0 0 0 0 0,0 0 0 0 0,1-1 0 0 0,1 1 0 0 0,0 0 0 0 0,1-1 0 0 0,10 20 0 0 0,-11-25 0 0 0,0-1 0 0 0,1 1 0 0 0,-1-1 0 0 0,1 0 0 0 0,1 0 0 0 0,-1 0 0 0 0,12 8 0 0 0,-13-11 0 0 0,0-1 0 0 0,1 1 0 0 0,-1-1 0 0 0,1 1 0 0 0,0-1 0 0 0,-1-1 0 0 0,1 1 0 0 0,0-1 0 0 0,0 0 0 0 0,1 0 0 0 0,-1 0 0 0 0,8 0 0 0 0,-8-1 0 0 0,1-1 0 0 0,-1 0 0 0 0,0 1 0 0 0,0-2 0 0 0,0 1 0 0 0,0-1 0 0 0,-1 1 0 0 0,1-1 0 0 0,0 0 0 0 0,-1-1 0 0 0,1 1 0 0 0,-1-1 0 0 0,0 0 0 0 0,0 0 0 0 0,0-1 0 0 0,0 1 0 0 0,0-1 0 0 0,-1 0 0 0 0,0 1 0 0 0,0-2 0 0 0,3-3 0 0 0,-2 1 0 0 0,0 1 0 0 0,-1-1 0 0 0,1 0 0 0 0,-2 0 0 0 0,1 0 0 0 0,-1 0 0 0 0,0-1 0 0 0,0 1 0 0 0,-1 0 0 0 0,0-1 0 0 0,0 0 0 0 0,-1 1 0 0 0,-1-14 0 0 0,-2 12 0 0 0,0 12 0 0 0,-2 15 0 0 0,4-3 0 0 0,1 0 0 0 0,3 21 0 0 0,0 11 0 0 0,-3-43 1 0 0,1-1 0 0 0,0 0 0 0 0,-1 0 0 0 0,1-1 0 0 0,0 1 0 0 0,0 0 0 0 0,1 0 0 0 0,-1 0 0 0 0,1-1 0 0 0,-1 1 0 0 0,1-1 0 0 0,3 5 0 0 0,2 0-55 0 0,0 1 1 0 0,11 9-1 0 0,-16-15-97 0 0,0-1 0 0 0,-1 0-1 0 0,1 0 1 0 0,0 1 0 0 0,-1-1 0 0 0,1 0 0 0 0,0 0 0 0 0,0-1-1 0 0,0 1 1 0 0,0 0 0 0 0,0 0 0 0 0,0-1 0 0 0,0 0 0 0 0,0 1-1 0 0,0-1 1 0 0,0 0 0 0 0,0 0 0 0 0,3 0 0 0 0,-3-1-84 0 0,0 1 0 0 0,0-1-1 0 0,0 0 1 0 0,-1 1 0 0 0,1-1 0 0 0,0 0 0 0 0,0 0 0 0 0,-1-1 0 0 0,1 1 0 0 0,-1 0 0 0 0,1 0 0 0 0,-1-1-1 0 0,1 1 1 0 0,-1-1 0 0 0,2-2 0 0 0,1-2-376 0 0,-1 0-1 0 0,0-1 0 0 0,0 1 1 0 0,0 0-1 0 0,-1-1 1 0 0,0 0-1 0 0,0 0 0 0 0,-1 1 1 0 0,1-12-1 0 0,-2 4-2002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7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20 2764 0 0,'-5'-19'15640'0'0,"5"22"-14436"0"0,57 264-1152 0 0,-42-207-52 0 0,10 51 0 0 0,-21-89 0 0 0,-1 0 0 0 0,-1 0 0 0 0,-2 25 0 0 0,0-42 0 0 0,0 0 0 0 0,-1-1 0 0 0,0 1 0 0 0,0 0 0 0 0,0-1 0 0 0,-1 1 0 0 0,1-1 0 0 0,-5 8 0 0 0,6-11 0 0 0,-1 0 0 0 0,0 0 0 0 0,1 0 0 0 0,-1 0 0 0 0,0 0 0 0 0,0 0 0 0 0,0 0 0 0 0,1 0 0 0 0,-1-1 0 0 0,0 1 0 0 0,0 0 0 0 0,0 0 0 0 0,0-1 0 0 0,0 1 0 0 0,-1-1 0 0 0,1 1 0 0 0,0-1 0 0 0,0 1 0 0 0,0-1 0 0 0,0 0 0 0 0,-1 1 0 0 0,1-1 0 0 0,0 0 0 0 0,0 0 0 0 0,0 0 0 0 0,-1 0 0 0 0,1 0 0 0 0,0 0 0 0 0,0-1 0 0 0,0 1 0 0 0,-1 0 0 0 0,1 0 0 0 0,0-1 0 0 0,0 1 0 0 0,0-1 0 0 0,0 1 0 0 0,0-1 0 0 0,-2 0 0 0 0,2 0 0 0 0,-1-1 0 0 0,1 1 0 0 0,-1 0 0 0 0,1-1 0 0 0,-1 1 0 0 0,1-1 0 0 0,0 1 0 0 0,-1-1 0 0 0,1 0 0 0 0,0 0 0 0 0,0 1 0 0 0,1-1 0 0 0,-1 0 0 0 0,0 0 0 0 0,0 0 0 0 0,1 0 0 0 0,-1 0 0 0 0,1-2 0 0 0,-1 0 0 0 0,1 0 0 0 0,-1 0 0 0 0,1 0 0 0 0,0 0 0 0 0,1 0 0 0 0,-1 0 0 0 0,1 0 0 0 0,0-5 0 0 0,3-1-247 0 0,0 1 0 0 0,1-1 0 0 0,0 1 0 0 0,0 0 0 0 0,1 1 0 0 0,0-1 0 0 0,0 1 0 0 0,1 0 0 0 0,0 1 0 0 0,13-11 0 0 0,-6 6-754 0 0,0 1 0 0 0,2 0 0 0 0,-1 1 0 0 0,1 1 0 0 0,19-8 0 0 0,18-1 570 0 0,-47 16 440 0 0,0 1 1 0 0,0 0-1 0 0,0 0 0 0 0,0 0 0 0 0,0 1 0 0 0,0 0 0 0 0,7 1 1 0 0,-12-1-3 0 0,0 0 0 0 0,0 0 1 0 0,1 0-1 0 0,-1 1 1 0 0,0-1-1 0 0,0 0 0 0 0,0 1 1 0 0,0-1-1 0 0,1 1 1 0 0,-1-1-1 0 0,0 1 0 0 0,0 0 1 0 0,0 0-1 0 0,0-1 1 0 0,0 1-1 0 0,0 0 0 0 0,0 0 1 0 0,-1 0-1 0 0,1 0 1 0 0,0 0-1 0 0,0 0 0 0 0,-1 0 1 0 0,1 0-1 0 0,0 0 1 0 0,-1 0-1 0 0,1 1 0 0 0,-1-1 1 0 0,0 0-1 0 0,1 0 1 0 0,-1 0-1 0 0,0 1 0 0 0,0-1 1 0 0,0 2-1 0 0,0 2 57 0 0,0-1-1 0 0,-1 1 0 0 0,0-1 1 0 0,0 0-1 0 0,0 1 1 0 0,0-1-1 0 0,0 0 0 0 0,-3 5 1 0 0,1-1-3 0 0,1 0 1 0 0,0 0-1 0 0,1 0 1 0 0,-1 0-1 0 0,2 0 1 0 0,-1 0-1 0 0,1 12 1 0 0,0-8-238 0 0,0-1 1 0 0,-4 21 0 0 0,4-30 196 0 0,0-1 0 0 0,-1 0 0 0 0,1 1 0 0 0,0-1 0 0 0,0 1 0 0 0,-1-1 0 0 0,1 0 0 0 0,1 1 0 0 0,-1-1 1 0 0,0 1-1 0 0,0-1 0 0 0,0 0 0 0 0,1 1 0 0 0,-1-1 0 0 0,0 0 0 0 0,1 1 0 0 0,0-1 0 0 0,0 2 0 0 0,0-2 91 0 0,1 0 1 0 0,-1 1-1 0 0,1-1 0 0 0,0 0 0 0 0,-1 0 0 0 0,1 0 0 0 0,0 0 0 0 0,0 0 0 0 0,0 0 0 0 0,0-1 1 0 0,0 1-1 0 0,2 0 0 0 0,2 0 284 0 0,0 0 0 0 0,0 0 1 0 0,0-1-1 0 0,-1 0 1 0 0,1 0-1 0 0,0 0 0 0 0,0-1 1 0 0,0 0-1 0 0,-1 0 1 0 0,11-3-1 0 0,2-3-1010 0 0,32-15 0 0 0,-36 14-7 0 0,-1 0 0 0 0,-1 0 0 0 0,1-1 1 0 0,-1-1-1 0 0,-1 0 0 0 0,0-1 0 0 0,-1 0 0 0 0,17-22 0 0 0,-23 27 622 0 0,0-1-1 0 0,0 0 0 0 0,0 0 1 0 0,-1 0-1 0 0,0 0 0 0 0,-1-1 1 0 0,1 1-1 0 0,-1-1 0 0 0,-1 0 1 0 0,0 0-1 0 0,0 1 1 0 0,0-1-1 0 0,-1 0 0 0 0,-1-8 1 0 0,1 15 50 0 0,0 0-1 0 0,0 0 1 0 0,0 0 0 0 0,0 0 0 0 0,0 0 0 0 0,-1 1 0 0 0,1-1 0 0 0,0 0 0 0 0,-1 0 0 0 0,1 0 0 0 0,0 0 0 0 0,-1 1 0 0 0,1-1 0 0 0,-1 0 0 0 0,1 0 0 0 0,-1 1 0 0 0,1-1 0 0 0,-1 1 0 0 0,-1-2 0 0 0,2 2 49 0 0,-1 0 0 0 0,0 0 0 0 0,1 0 0 0 0,-1 0 0 0 0,1-1 1 0 0,-1 1-1 0 0,1 0 0 0 0,-1 1 0 0 0,0-1 0 0 0,1 0 1 0 0,-1 0-1 0 0,1 0 0 0 0,-1 0 0 0 0,1 0 0 0 0,-1 1 0 0 0,1-1 1 0 0,-1 0-1 0 0,1 0 0 0 0,-1 1 0 0 0,1-1 0 0 0,-1 0 0 0 0,0 1 1 0 0,-2 2 462 0 0,0 0 1 0 0,0 0 0 0 0,1 0 0 0 0,-1 0 0 0 0,0 0-1 0 0,-2 6 1 0 0,-2 5-570 0 0,1 0 0 0 0,1 0 0 0 0,0 0 0 0 0,1 1 1 0 0,0 0-1 0 0,1-1 0 0 0,-1 19 0 0 0,1 108-4862 0 0,6-87 4436 0 0,2 0 1 0 0,3-1-1 0 0,18 69 1 0 0,-9-61 498 0 0,-5-20 35 0 0,-2 1 0 0 0,6 47 1 0 0,-16-84-81 0 0,1 0 1 0 0,-1 0 0 0 0,0 0 0 0 0,-1 0 0 0 0,1-1 0 0 0,-1 1 0 0 0,-2 7 0 0 0,3-11-21 0 0,-1 0 1 0 0,1 1-1 0 0,-1-1 0 0 0,1 0 1 0 0,-1 0-1 0 0,1 0 0 0 0,-1 0 0 0 0,0 1 1 0 0,0-1-1 0 0,0 0 0 0 0,0 0 1 0 0,0-1-1 0 0,0 1 0 0 0,0 0 1 0 0,0 0-1 0 0,0 0 0 0 0,0-1 1 0 0,0 1-1 0 0,0 0 0 0 0,-1-1 1 0 0,1 1-1 0 0,0-1 0 0 0,-1 1 1 0 0,1-1-1 0 0,0 0 0 0 0,-1 0 1 0 0,1 0-1 0 0,0 1 0 0 0,-1-1 1 0 0,1 0-1 0 0,-2-1 0 0 0,-6 0 66 0 0,1 0 0 0 0,0-1 0 0 0,-1-1 1 0 0,1 1-1 0 0,0-1 0 0 0,-14-7 0 0 0,-46-31 164 0 0,47 28 59 0 0,4 2-269 0 0,1-1 1 0 0,0 0-1 0 0,1-1 1 0 0,-21-24-1 0 0,27 27-71 0 0,1 0 1 0 0,1-1 0 0 0,-1 0-1 0 0,2 0 1 0 0,0 0-1 0 0,0-1 1 0 0,1 0-1 0 0,-4-14 1 0 0,7 23 27 0 0,2-1 0 0 0,-1 0 0 0 0,0 0 1 0 0,1 1-1 0 0,-1-1 0 0 0,1 0 0 0 0,0 0 1 0 0,1 0-1 0 0,-1 1 0 0 0,1-1 0 0 0,-1 0 0 0 0,1 0 1 0 0,0 1-1 0 0,0-1 0 0 0,2-3 0 0 0,0 3-37 0 0,-1-1-1 0 0,1 1 1 0 0,0 0-1 0 0,0 0 1 0 0,1 0-1 0 0,-1 1 0 0 0,1-1 1 0 0,0 1-1 0 0,-1 0 1 0 0,6-3-1 0 0,9-4 3 0 0,0 1 0 0 0,0 1 0 0 0,0 1 0 0 0,32-9-1 0 0,-39 13 228 0 0,2 0-437 0 0,-1 0 0 0 0,17-1 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07.5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 75 7140 0 0,'-8'-13'3735'0'0,"4"8"-1801"0"0,4 3-1738 0 0,0 0 16 0 0,-6-13 4932 0 0,2 5-4860 0 0,-1 0 731 0 0,2 1-1015 0 0,-1 4 0 0 0,3 2 0 0 0,-1 3 0 0 0,4 3 0 0 0,-1 6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15.8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1 1432 0 0,'-19'7'3865'0'0,"6"-5"1099"0"0,1-1-1 0 0,-14 1 1 0 0,1 0-5492 0 0,-25 3 528 0 0,51-5 0 0 0,-1 0 0 0 0,0 0 0 0 0,0 0 0 0 0,0 0 0 0 0,0 0 0 0 0,0 0 0 0 0,0 0 0 0 0,1 0 0 0 0,-1 0 0 0 0,0 1 0 0 0,0-1 0 0 0,0 0 0 0 0,0 0 0 0 0,0 0 0 0 0,0 0 0 0 0,0 0 0 0 0,0 0 0 0 0,0 0 0 0 0,1 0 0 0 0,-1 1 0 0 0,0-1 0 0 0,0 0 0 0 0,0 0 0 0 0,0 0 0 0 0,0 0 0 0 0,0 0 0 0 0,0 0 0 0 0,0 1 0 0 0,0-1 0 0 0,0 0 0 0 0,0 0 0 0 0,0 0 0 0 0,0 0 0 0 0,0 0 0 0 0,0 1 0 0 0,0-1 0 0 0,0 0 0 0 0,0 0 0 0 0,0 0 0 0 0,0 0 0 0 0,0 0 0 0 0,0 0 0 0 0,-1 1 0 0 0,1-1 0 0 0,0 0 0 0 0,0 0 0 0 0,0 0 0 0 0,0 0 0 0 0,0 0 0 0 0,0 0 0 0 0,0 0 0 0 0,0 0 0 0 0,0 1 0 0 0,-1-1 0 0 0,1 0 0 0 0,0 0 0 0 0,0 0 0 0 0,0 0 0 0 0,0 0 0 0 0,0 0 0 0 0,0 0 0 0 0,-1 0 0 0 0,1 0 0 0 0,11 6 0 0 0,13 1-742 0 0,0 0-1 0 0,46 6 1 0 0,52-3-2841 0 0,-103-8 3004 0 0,440 2-9205 0 0,-306-6 9541 0 0,537-17 279 0 0,105 0 480 0 0,587 47-394 0 0,-11 0-977 0 0,-750-41-39 0 0,-503 9 625 0 0,-88 3 183 0 0,21 0-167 0 0,-1-2-1 0 0,91-17 1 0 0,-88 4 243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16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0 2532 0 0,'-10'4'8139'0'0,"7"11"-2341"0"0,3-9-6403 0 0,0 3 1488 0 0,1-1 0 0 0,0 1 1 0 0,3 10-1 0 0,18 51-727 0 0,-8-30-70 0 0,12 60-2513 0 0,20 160-1 0 0,-27-135-74 0 0,31 258-1237 0 0,-18-1-978 0 0,-18-200 3923 0 0,9 41 1181 0 0,22-3 346 0 0,-44-217-765 0 0,-1-1 372 0 0,1 1 0 0 0,0 0 0 0 0,0 0 1 0 0,0-1-1 0 0,1 1 0 0 0,1 3 1 0 0,-3-6-279 0 0,0 0 1 0 0,1 1-1 0 0,-1-1 1 0 0,1 1-1 0 0,-1-1 1 0 0,0 0-1 0 0,1 1 1 0 0,-1-1-1 0 0,1 0 1 0 0,-1 1-1 0 0,1-1 1 0 0,-1 0-1 0 0,1 0 1 0 0,0 0-1 0 0,-1 1 1 0 0,1-1-1 0 0,-1 0 1 0 0,1 0-1 0 0,-1 0 1 0 0,1 0-1 0 0,0 0 1 0 0,-1 0-1 0 0,1 0 1 0 0,-1 0-1 0 0,1 0 1 0 0,-1-1-1 0 0,1 1 1 0 0,-1 0-1 0 0,1 0 1 0 0,0 0-1 0 0,-1-1 1 0 0,1 1-1 0 0,-1 0 1 0 0,1 0-1 0 0,-1-1 1 0 0,1 0-1 0 0,3-1 1310 0 0,0 0 0 0 0,0-1 0 0 0,0 0 0 0 0,-1 0 0 0 0,5-4 0 0 0,1-2 766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17.5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1 497 920 0 0,'0'-2'508'0'0,"0"-5"390"0"0,1 0-1 0 0,0 0 1 0 0,3-10 0 0 0,-3 15-394 0 0,0-1 1 0 0,0 1 0 0 0,0-1 0 0 0,0 1-1 0 0,1 0 1 0 0,-1-1 0 0 0,1 1-1 0 0,0 0 1 0 0,0 0 0 0 0,-1 0 0 0 0,1 0-1 0 0,0 1 1 0 0,3-3 0 0 0,23-15 1492 0 0,37-18-1 0 0,36-8-2176 0 0,109-25-3434 0 0,-147 53 1916 0 0,1 3 0 0 0,1 2 0 0 0,0 3 0 0 0,81 0 0 0 0,154 20 1275 0 0,-2 17 436 0 0,141 9-229 0 0,-235-33-380 0 0,261-27 0 0 0,117-46-212 0 0,-361 42 907 0 0,397 5 0 0 0,-427 29 236 0 0,210-5 66 0 0,-330-7-396 0 0,234-21 39 0 0,-217 14-30 0 0,123-33 1 0 0,-159 30 143 0 0,-24 6 164 0 0,0 1-1 0 0,1 1 1 0 0,0 2 0 0 0,45-4-1 0 0,-41 35 13221 0 0,-35-24-12892 0 0,-6 7-145 0 0,-2-1 1 0 0,-18 14 0 0 0,9-7-501 0 0,18-14-8 0 0,1-1 0 0 0,0 0 0 0 0,-1 1 0 0 0,1-1 0 0 0,-1 0 0 0 0,1 1 0 0 0,-1-1 0 0 0,1 0 0 0 0,-1 0 0 0 0,1 1 0 0 0,-1-1 0 0 0,0 0 0 0 0,1 0 0 0 0,-1 0 0 0 0,1 0 0 0 0,-1 0 0 0 0,0 1 0 0 0,1-1 0 0 0,-1 0 0 0 0,1-1 0 0 0,-1 1 0 0 0,1 0 0 0 0,-1 0 0 0 0,0 0 0 0 0,1 0 0 0 0,-1 0 0 0 0,1 0 0 0 0,-1-1 0 0 0,1 1 0 0 0,-1 0 0 0 0,1-1 0 0 0,-1 1 0 0 0,1 0 0 0 0,-1-1 0 0 0,1 1 0 0 0,-1 0 0 0 0,1-1 1 0 0,0 1-1 0 0,-1-1 0 0 0,1 1 0 0 0,-1-1 0 0 0,1 0 0 0 0,-1 1 61 0 0,3 4 2 0 0,2 16-57 0 0,-1-1 1 0 0,1 26-1 0 0,-22 405-4188 0 0,-2-114-4624 0 0,27 49 5569 0 0,-2-315 3343 0 0,4 1 1 0 0,3-1-1 0 0,30 96 1 0 0,-23-109 78 0 0,2-2 1 0 0,3 0-1 0 0,2-1 1 0 0,3-2-1 0 0,37 52 1 0 0,-41-61-1648 0 0,-19-31 580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18.4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60 1380 0 0,'3'-10'15215'0'0,"18"5"-12168"0"0,-7 3-3041 0 0,0 1 0 0 0,23 0 0 0 0,47 6 5 0 0,61 3-58 0 0,-111-8 55 0 0,0-2 0 0 0,42-7 0 0 0,6-9 2 0 0,-47 10-9 0 0,68-8 0 0 0,-81 17 27 0 0,-22-1-30 0 0,0-1-1 0 0,1 1 1 0 0,-1 0 0 0 0,0 0 0 0 0,0 0 0 0 0,0 0 0 0 0,0 1-1 0 0,0-1 1 0 0,1 0 0 0 0,-1 0 0 0 0,0 0 0 0 0,0 0 0 0 0,0 0-1 0 0,0 0 1 0 0,0 0 0 0 0,1 0 0 0 0,-1 0 0 0 0,0 0 0 0 0,0 0-1 0 0,0 0 1 0 0,0 0 0 0 0,0 1 0 0 0,0-1 0 0 0,1 0-1 0 0,-1 0 1 0 0,0 0 0 0 0,0 0 0 0 0,0 0 0 0 0,0 0 0 0 0,0 1-1 0 0,0-1 1 0 0,0 0 0 0 0,0 0 0 0 0,0 0 0 0 0,0 1 0 0 0,-10 4-390 0 0,-4-1-62 0 0,-5-2-6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26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380 232 1663 0 0,'0'0'150'0'0,"15"-5"423"0"0,-7 6-542 0 0,-8 0-32 0 0,2-1-3 0 0,-1 1-1 0 0,1-1 1 0 0,-1 1 0 0 0,0-1-1 0 0,1 1 1 0 0,-1 0-1 0 0,0 0 1 0 0,1 0-1 0 0,-1 0 1 0 0,0 0-1 0 0,0 0 1 0 0,0 0 0 0 0,0 0-1 0 0,0 0 1 0 0,0 1-1 0 0,0-1 1 0 0,0 0-1 0 0,0 1 1 0 0,-1-1-1 0 0,1 0 1 0 0,0 1 0 0 0,-1-1-1 0 0,1 1 1 0 0,-1-1-1 0 0,1 4 1 0 0,2 41-195 0 0,-2 0 0 0 0,-6 52-1 0 0,1-22 302 0 0,1-7-25 0 0,2 180 148 0 0,3-237-269 0 0,-1-10 11 0 0,-1 0-1 0 0,0 0 0 0 0,1 0 0 0 0,-1 0 1 0 0,0 0-1 0 0,0 0 0 0 0,0 0 0 0 0,-1 3 0 0 0,-5-37-200 0 0,-10-88 315 0 0,-9-48-88 0 0,2 73 7 0 0,-13-68 0 0 0,33 142 0 0 0,0 0 0 0 0,2 0 0 0 0,1 0 0 0 0,0 0 0 0 0,6-36 0 0 0,1 36 0 0 0,-7 20 0 0 0,0 1 0 0 0,0 0 0 0 0,0-1 0 0 0,0 1 0 0 0,0 0 0 0 0,1 0 0 0 0,-1-1 0 0 0,0 1 0 0 0,0 0 0 0 0,0 0 0 0 0,1-1 0 0 0,-1 1 0 0 0,0 0 0 0 0,0 0 0 0 0,1-1 0 0 0,-1 1 0 0 0,0 0 0 0 0,0 0 0 0 0,1 0 0 0 0,-1 0 0 0 0,0 0 0 0 0,1-1 0 0 0,0 2 0 0 0,-1-1 0 0 0,0 0 0 0 0,1 0 0 0 0,-1 0 0 0 0,1 1 0 0 0,-1-1 0 0 0,0 0 0 0 0,1 1 0 0 0,-1-1 0 0 0,0 0 0 0 0,1 1 0 0 0,-1-1 0 0 0,0 1 0 0 0,1-1 0 0 0,-1 0 0 0 0,0 1 0 0 0,0-1 0 0 0,0 1 0 0 0,1-1 0 0 0,-1 1 0 0 0,0 0 0 0 0,3 9 10 0 0,-1-1 0 0 0,0 1 0 0 0,0 0 0 0 0,-1 1 0 0 0,0 17 0 0 0,0-4 92 0 0,17 339 516 0 0,3 58 50 0 0,-17-375-668 0 0,-20-228-503 0 0,6 91 270 0 0,-3-24 110 0 0,-5 2 0 0 0,-5 0 0 0 0,-4 1 0 0 0,-48-122-1 0 0,69 219 124 0 0,-10-26-2 0 0,14 38 4 0 0,0-1-1 0 0,0 1 0 0 0,0-1 1 0 0,-1 1-1 0 0,1 0 1 0 0,-1 0-1 0 0,1 0 1 0 0,-5-3-1 0 0,6 5 3 0 0,1 1-1 0 0,-1 0 1 0 0,1 0 0 0 0,-1-1-1 0 0,1 1 1 0 0,-1 0 0 0 0,1 0-1 0 0,-1 0 1 0 0,1 0 0 0 0,-1 0-1 0 0,1 0 1 0 0,-1 0 0 0 0,1 0-1 0 0,-1 0 1 0 0,0 0-1 0 0,1 0 1 0 0,-1 0 0 0 0,1 0-1 0 0,-1 0 1 0 0,1 0 0 0 0,-1 1-1 0 0,1-1 1 0 0,-1 0 0 0 0,1 0-1 0 0,0 0 1 0 0,-1 1 0 0 0,1-1-1 0 0,-1 0 1 0 0,1 1 0 0 0,-1-1-1 0 0,1 1 1 0 0,0-1-1 0 0,-1 0 1 0 0,1 1 0 0 0,0-1-1 0 0,0 1 1 0 0,-1-1 0 0 0,1 1-1 0 0,0-1 1 0 0,0 1 0 0 0,-1 0-1 0 0,-9 25 152 0 0,9-23-112 0 0,-29 97 464 0 0,-21 132 0 0 0,1 158 41 0 0,51-374-777 0 0,-1-16 214 0 0,1 0-1 0 0,-1 0 1 0 0,0 0 0 0 0,0 0 0 0 0,1 0 0 0 0,-1 0-1 0 0,0 0 1 0 0,0 0 0 0 0,0 0 0 0 0,1-1-1 0 0,-1 1 1 0 0,0 0 0 0 0,0 0 0 0 0,0 0 0 0 0,1 0-1 0 0,-1 0 1 0 0,0 0 0 0 0,0-1 0 0 0,0 1 0 0 0,1 0-1 0 0,-1 0 1 0 0,0 0 0 0 0,0-1 0 0 0,0 1 0 0 0,0 0-1 0 0,0 0 1 0 0,0 0 0 0 0,0-1 0 0 0,1 1-1 0 0,-1 0 1 0 0,0 0 0 0 0,0-1 0 0 0,12-28-282 0 0,7-33 255 0 0,11-64-1 0 0,-23 85-24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27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6028 1375 0 0,'-3'3'34'0'0,"1"-1"0"0"0,-1 1 0 0 0,1-1 0 0 0,0 1 0 0 0,0 0 0 0 0,0 0-1 0 0,0 0 1 0 0,1 0 0 0 0,-1 0 0 0 0,1 0 0 0 0,0 1 0 0 0,0-1 0 0 0,0 0-1 0 0,0 1 1 0 0,1-1 0 0 0,-1 0 0 0 0,1 8 0 0 0,-7 253 779 0 0,18 3 237 0 0,-5-151-891 0 0,-5-97-160 0 0,5 69-36 0 0,-4-76 30 0 0,0 0-1 0 0,1-1 0 0 0,0 1 0 0 0,0-1 0 0 0,8 15 0 0 0,-11-25-6 0 0,0 0-1 0 0,1 0 0 0 0,-1 0 1 0 0,1 0-1 0 0,-1 0 1 0 0,1 0-1 0 0,0 0 0 0 0,-1 0 1 0 0,1 0-1 0 0,0 0 1 0 0,0-1-1 0 0,-1 1 0 0 0,1 0 1 0 0,0 0-1 0 0,0-1 1 0 0,0 1-1 0 0,0-1 1 0 0,0 1-1 0 0,0-1 0 0 0,0 1 1 0 0,0-1-1 0 0,0 0 1 0 0,0 1-1 0 0,0-1 0 0 0,1 0 1 0 0,0 0-18 0 0,0 0 0 0 0,-1-1 0 0 0,1 1 0 0 0,-1-1 0 0 0,1 0 0 0 0,-1 1 0 0 0,0-1 0 0 0,1 0 0 0 0,-1 0 0 0 0,0 0 0 0 0,1 1 0 0 0,-1-2 0 0 0,0 1 0 0 0,0 0 0 0 0,1-2 0 0 0,5-4-60 0 0,-2-1 0 0 0,1 0 0 0 0,-1-1 0 0 0,6-12 0 0 0,18-49 67 0 0,23-79 0 0 0,11-78-30 0 0,-60 214 56 0 0,19-78-45 0 0,31-105-11 0 0,-43 168 34 0 0,0 1 0 0 0,2 1 0 0 0,1 0 0 0 0,31-46 0 0 0,-40 66 11 0 0,1 0-1 0 0,0 1 0 0 0,0 0 0 0 0,0 0 1 0 0,0 0-1 0 0,1 0 0 0 0,0 1 0 0 0,0 0 0 0 0,0 0 1 0 0,1 0-1 0 0,-1 1 0 0 0,11-4 0 0 0,-14 6 37 0 0,1 0 1 0 0,0 1-1 0 0,0-1 0 0 0,-1 0 0 0 0,1 1 0 0 0,0 0 0 0 0,0 0 1 0 0,-1 0-1 0 0,1 1 0 0 0,0-1 0 0 0,0 1 0 0 0,-1 0 0 0 0,1 0 1 0 0,0 0-1 0 0,-1 0 0 0 0,1 1 0 0 0,-1 0 0 0 0,1-1 0 0 0,-1 1 0 0 0,0 0 1 0 0,0 1-1 0 0,0-1 0 0 0,0 0 0 0 0,0 1 0 0 0,3 4 0 0 0,2 3 56 0 0,0 1 0 0 0,0 0 0 0 0,-1 1-1 0 0,-1 0 1 0 0,0 0 0 0 0,0 0-1 0 0,-1 1 1 0 0,-1 0 0 0 0,5 19-1 0 0,0 15 252 0 0,4 61-1 0 0,-12-101-330 0 0,2 32-31 0 0,-2 1 0 0 0,-1 0 0 0 0,-2-1 0 0 0,-2 1 0 0 0,-1-1 0 0 0,-2 0 0 0 0,-18 55 0 0 0,24-92 27 0 0,1 0-2 0 0,-1 0 1 0 0,1 0-1 0 0,-1 0 0 0 0,0 0 1 0 0,0 0-1 0 0,1 0 0 0 0,-1 0 1 0 0,0-1-1 0 0,-1 1 1 0 0,1 0-1 0 0,0-1 0 0 0,0 1 1 0 0,-4 2-1 0 0,5-8 2 0 0,0 1 1 0 0,1-1-1 0 0,-1 0 0 0 0,0 1 0 0 0,3-8 0 0 0,61-246-826 0 0,-41 185 402 0 0,49-104 0 0 0,-63 156 410 0 0,26-47-64 0 0,-31 59 72 0 0,1 0 0 0 0,1 1 0 0 0,-1-1 0 0 0,2 1 0 0 0,12-12 0 0 0,-19 18 8 0 0,1 1 0 0 0,0-1 0 0 0,0 0 0 0 0,-1 1 0 0 0,1-1 0 0 0,0 1 0 0 0,0-1 0 0 0,0 1 0 0 0,0-1 0 0 0,0 1 0 0 0,-1-1 0 0 0,1 1 0 0 0,0 0 0 0 0,0 0 0 0 0,0-1 0 0 0,0 1 0 0 0,0 0-1 0 0,0 0 1 0 0,0 0 0 0 0,0 0 0 0 0,0 0 0 0 0,0 0 0 0 0,0 0 0 0 0,0 1 0 0 0,0-1 0 0 0,0 0 0 0 0,0 0 0 0 0,0 1 0 0 0,0-1 0 0 0,0 1 0 0 0,0-1 0 0 0,0 1 0 0 0,-1-1 0 0 0,1 1-1 0 0,0-1 1 0 0,0 1 0 0 0,-1 0 0 0 0,1-1 0 0 0,0 1 0 0 0,-1 0 0 0 0,1 0 0 0 0,0-1 0 0 0,-1 1 0 0 0,1 0 0 0 0,-1 0 0 0 0,1 2 0 0 0,2 3 2 0 0,-1 0 0 0 0,0 0 0 0 0,0 1 1 0 0,0-1-1 0 0,1 11 0 0 0,3 41 237 0 0,-2 93-1 0 0,-15 59 366 0 0,10-199-586 0 0,-20 226 244 0 0,20-233-254 0 0,0 8 10 0 0,0 1-1 0 0,2 17 0 0 0,-1-30-16 0 0,0 0-1 0 0,0 0 0 0 0,0 0 0 0 0,0 1 1 0 0,0-1-1 0 0,0 0 0 0 0,0 0 0 0 0,0 0 1 0 0,0 0-1 0 0,0 0 0 0 0,0 0 0 0 0,0 0 1 0 0,0 1-1 0 0,0-1 0 0 0,0 0 0 0 0,0 0 1 0 0,0 0-1 0 0,0 0 0 0 0,0 0 0 0 0,0 0 0 0 0,0 1 1 0 0,0-1-1 0 0,0 0 0 0 0,0 0 0 0 0,0 0 1 0 0,0 0-1 0 0,0 0 0 0 0,0 0 0 0 0,0 0 1 0 0,1 0-1 0 0,-1 1 0 0 0,0-1 0 0 0,0 0 1 0 0,0 0-1 0 0,0 0 0 0 0,0 0 0 0 0,0 0 1 0 0,0 0-1 0 0,0 0 0 0 0,1 0 0 0 0,-1 0 1 0 0,0 0-1 0 0,0 0 0 0 0,0 0 0 0 0,0 0 0 0 0,4-6 14 0 0,3-11-109 0 0,1-12-294 0 0,-2 0-1 0 0,-1-1 1 0 0,2-50 0 0 0,-11-92-864 0 0,0 129 1126 0 0,-1 0-1 0 0,-13-47 0 0 0,12 65 118 0 0,-2 1 0 0 0,-1-1 1 0 0,-1 1-1 0 0,-23-40 0 0 0,33 62 9 0 0,-2-1 6 0 0,-1 0 0 0 0,1-1 0 0 0,0 1 0 0 0,-1 0 0 0 0,-3-4 1 0 0,5 7 5 0 0,1-1 1 0 0,-1 1 0 0 0,1-1-1 0 0,-1 1 1 0 0,0 0-1 0 0,1-1 1 0 0,-1 1 0 0 0,0 0-1 0 0,1-1 1 0 0,-1 1 0 0 0,0 0-1 0 0,1 0 1 0 0,-1 0-1 0 0,0 0 1 0 0,0 0 0 0 0,1 0-1 0 0,-1 0 1 0 0,0 0 0 0 0,0 0-1 0 0,1 0 1 0 0,-1 0 0 0 0,0 0-1 0 0,0 0 1 0 0,1 0-1 0 0,-1 1 1 0 0,0-1 0 0 0,1 0-1 0 0,-1 1 1 0 0,0-1 0 0 0,1 0-1 0 0,-1 1 1 0 0,1-1 0 0 0,-1 1-1 0 0,0-1 1 0 0,0 1-1 0 0,-3 4 88 0 0,1-1 0 0 0,-1 0 0 0 0,1 1 0 0 0,0 0 0 0 0,0 0-1 0 0,0 0 1 0 0,0 0 0 0 0,-2 8 0 0 0,-13 48 1018 0 0,13-38-788 0 0,-57 243 1480 0 0,10-35-1330 0 0,43-193-400 0 0,6-21-59 0 0,-1 0-1 0 0,-1 0 1 0 0,-1 0-1 0 0,-11 23 0 0 0,17-39-19 0 0,0-1 0 0 0,0 0 1 0 0,0 0-1 0 0,0 0 0 0 0,0 0 0 0 0,0 0 0 0 0,0 0 0 0 0,0 0 0 0 0,0 0 0 0 0,0 0 0 0 0,0 0 0 0 0,0 0 0 0 0,0 0 0 0 0,0 0 0 0 0,0 0 0 0 0,0 0 0 0 0,-1 0 0 0 0,1 0 0 0 0,0 0 0 0 0,0 0 0 0 0,0 0 0 0 0,0 0 0 0 0,0 0 0 0 0,0 0 0 0 0,0 0 0 0 0,0 0 0 0 0,0 0 0 0 0,0 0 0 0 0,0 0 0 0 0,0 0 0 0 0,0 0 0 0 0,0 0 1 0 0,0 0-1 0 0,-1 0 0 0 0,1 0 0 0 0,0 0 0 0 0,0 0 0 0 0,0 0 0 0 0,0 0 0 0 0,0 0 0 0 0,0 0 0 0 0,0 0 0 0 0,0 0 0 0 0,0 0 0 0 0,0 0 0 0 0,0 0 0 0 0,0 0 0 0 0,0 0 0 0 0,0 0 0 0 0,0 0 0 0 0,0 0 0 0 0,0 0 0 0 0,0 0 0 0 0,0 0 0 0 0,0 0 0 0 0,0 0 0 0 0,-1-1 0 0 0,-1-5 15 0 0,-2-8 22 0 0,-2-34-94 0 0,-1-65 0 0 0,3 30-149 0 0,-81-763-1215 0 0,61 635 1268 0 0,12-178 96 0 0,13 231 42 0 0,-31-642 546 0 0,25 730-446 0 0,-29-272 133 0 0,21 254 21 0 0,-45-160 0 0 0,33 168 27 0 0,4-2 0 0 0,3 0-1 0 0,4-2 1 0 0,-3-89-1 0 0,11-46-205 0 0,-3-57-3 0 0,-21-4-590 0 0,-79-196-1108 0 0,83 375 1350 0 0,-153-740-281 0 0,132 609 129 0 0,30 172 156 0 0,-43-102 0 0 0,49 136 40 0 0,-5-11-37 0 0,-1 1 0 0 0,-2 0 0 0 0,-26-37 0 0 0,36 65 465 0 0,9 8-180 0 0,0 0-1 0 0,0 0 1 0 0,-1 1 0 0 0,1-1 0 0 0,0 0 0 0 0,0 0 0 0 0,0 0-1 0 0,0 0 1 0 0,-1 0 0 0 0,1 0 0 0 0,0 0 0 0 0,0 0 0 0 0,0 0-1 0 0,0 0 1 0 0,0 1 0 0 0,-1-1 0 0 0,1 0 0 0 0,0 0 0 0 0,0 0-1 0 0,0 0 1 0 0,0 0 0 0 0,0 1 0 0 0,0-1 0 0 0,0 0 0 0 0,-1 0-1 0 0,1 0 1 0 0,0 1 0 0 0,0-1 0 0 0,0 0 0 0 0,0 0 0 0 0,0 0 0 0 0,0 0-1 0 0,0 1 1 0 0,0 1-3 0 0,0 1 0 0 0,0-1 0 0 0,0 0 0 0 0,0 1 0 0 0,0-1 0 0 0,0 0 0 0 0,2 4-1 0 0,0 0 3 0 0,1 1 0 0 0,0-1 0 0 0,0 0 0 0 0,0 0 0 0 0,1 0 0 0 0,0 0 0 0 0,0-1 0 0 0,1 1 0 0 0,0-1 0 0 0,0 0 0 0 0,0 0 0 0 0,0-1 0 0 0,1 0 0 0 0,-1 0 0 0 0,1 0 0 0 0,0 0 0 0 0,0-1 0 0 0,1 0 0 0 0,-1 0 0 0 0,1-1 0 0 0,-1 0 0 0 0,1 0 0 0 0,0-1 0 0 0,8 2 0 0 0,1-3 0 0 0,-1-3 0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27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 28 1839 0 0,'-4'-1'-29'0'0,"1"-1"0"0"0,-1 0-1 0 0,1 0 1 0 0,0-1 0 0 0,-1 1-1 0 0,1 0 1 0 0,-2-4 0 0 0,-6-1-152 0 0,11 7 189 0 0,0 0-1 0 0,-1 0 0 0 0,1 0 1 0 0,0 0-1 0 0,0 0 0 0 0,-1 0 1 0 0,1 0-1 0 0,0 0 1 0 0,0 0-1 0 0,-1 0 0 0 0,1 0 1 0 0,0 0-1 0 0,0 0 1 0 0,-1 0-1 0 0,1 0 0 0 0,0 0 1 0 0,0 1-1 0 0,-1-1 0 0 0,1 0 1 0 0,0 0-1 0 0,0 0 1 0 0,0 0-1 0 0,-1 1 0 0 0,1-1 1 0 0,0 0-1 0 0,-1 2 45 0 0,0 0 0 0 0,1-1 0 0 0,-1 1 0 0 0,0 0 0 0 0,1 0-1 0 0,-1 0 1 0 0,1-1 0 0 0,0 3 0 0 0,-1 2-128 0 0,-8 53 723 0 0,0 70-1 0 0,2-21-600 0 0,-27 1266 1227 0 0,54-1061-1438 0 0,-9-217-444 0 0,30 117-1 0 0,-40-210 605 0 0,4 18 16 0 0,0 0 0 0 0,2-1 1 0 0,13 29-1 0 0,-15-42 60 0 0,-5-7-70 0 0,0 0-1 0 0,0 0 1 0 0,-1 0-1 0 0,1-1 0 0 0,0 1 1 0 0,0 0-1 0 0,0 0 0 0 0,0 0 1 0 0,0 0-1 0 0,0 0 0 0 0,0 0 1 0 0,0 0-1 0 0,0 0 1 0 0,0 0-1 0 0,0 0 0 0 0,0 0 1 0 0,0 0-1 0 0,0-1 0 0 0,0 1 1 0 0,0 0-1 0 0,0 0 0 0 0,0 0 1 0 0,1 0-1 0 0,-1 0 1 0 0,0 0-1 0 0,0 0 0 0 0,0 0 1 0 0,0 0-1 0 0,0 0 0 0 0,0 0 1 0 0,0 0-1 0 0,0 0 0 0 0,0 0 1 0 0,0 0-1 0 0,0 0 0 0 0,0-1 1 0 0,0 1-1 0 0,0 0 1 0 0,0 0-1 0 0,0 0 0 0 0,0 0 1 0 0,1 0-1 0 0,-1 0 0 0 0,0 0 1 0 0,0 0-1 0 0,0 0 0 0 0,0 0 1 0 0,0 0-1 0 0,0 0 1 0 0,0 0-1 0 0,0 0 0 0 0,0 0 1 0 0,0 0-1 0 0,0 0 0 0 0,0 0 1 0 0,1 0-1 0 0,-1 0 0 0 0,-3-10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28.4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223 243 1375 0 0,'-1'-7'115'0'0,"-1"0"0"0"0,0 1-1 0 0,0-1 1 0 0,0 1 0 0 0,-1-1-1 0 0,0 1 1 0 0,0 0 0 0 0,-1 0-1 0 0,0 1 1 0 0,-7-10 0 0 0,11 15-108 0 0,0-1 0 0 0,-1 1 0 0 0,1 0 1 0 0,0 0-1 0 0,0-1 0 0 0,0 1 0 0 0,-1 0 1 0 0,1 0-1 0 0,0-1 0 0 0,-1 1 0 0 0,1 0 1 0 0,0 0-1 0 0,0 0 0 0 0,-1 0 0 0 0,1 0 1 0 0,0-1-1 0 0,-1 1 0 0 0,1 0 0 0 0,0 0 0 0 0,-1 0 1 0 0,1 0-1 0 0,0 0 0 0 0,-1 0 0 0 0,1 0 1 0 0,0 0-1 0 0,0 0 0 0 0,-1 0 0 0 0,1 0 1 0 0,0 0-1 0 0,-1 1 0 0 0,1-1 0 0 0,0 0 1 0 0,-1 0-1 0 0,1 0 0 0 0,0 0 0 0 0,0 0 0 0 0,-1 1 1 0 0,1-1-1 0 0,0 0 0 0 0,-1 0 0 0 0,1 0 1 0 0,0 1-1 0 0,0-1 0 0 0,0 0 0 0 0,-1 0 1 0 0,1 1-1 0 0,0-1 0 0 0,0 0 0 0 0,0 0 1 0 0,0 1-1 0 0,0-1 0 0 0,-1 0 0 0 0,1 1 0 0 0,0-1 1 0 0,-6 23-92 0 0,5-17 74 0 0,-24 123 24 0 0,-3 7 22 0 0,-8 1-54 0 0,-20 81-38 0 0,53-208 45 0 0,-11 67-54 0 0,13-69 53 0 0,0 0 0 0 0,1 0 1 0 0,0 0-1 0 0,0-1 0 0 0,1 1 0 0 0,0 0 0 0 0,3 13 0 0 0,-4-20 10 0 0,1 0 0 0 0,-1 0 0 0 0,0 0 1 0 0,1-1-1 0 0,-1 1 0 0 0,0 0 0 0 0,1 0 0 0 0,-1 0 0 0 0,1 0 0 0 0,0-1 0 0 0,-1 1 0 0 0,1 0 0 0 0,0 0 0 0 0,1 0 1 0 0,-2 0-1 0 0,1-1 1 0 0,-1 0 0 0 0,0 0 0 0 0,1 0 0 0 0,-1 0 0 0 0,0 0 0 0 0,1 0-1 0 0,-1 0 1 0 0,1 0 0 0 0,-1 0 0 0 0,0 0 0 0 0,1 0 0 0 0,-1 0 0 0 0,1 0-1 0 0,-1 0 1 0 0,0 0 0 0 0,1 0 0 0 0,-1-1 0 0 0,0 1 0 0 0,1 0 0 0 0,-1 0-1 0 0,0 0 1 0 0,1-1 0 0 0,0 1 0 0 0,0-2-21 0 0,1 0-1 0 0,0 0 1 0 0,-1 0-1 0 0,1 0 1 0 0,-1 0-1 0 0,1 0 1 0 0,-1 0 0 0 0,0 0-1 0 0,1-4 1 0 0,5-16-119 0 0,0-1 0 0 0,-2 0-1 0 0,-1 1 1 0 0,2-34 0 0 0,-2-95 201 0 0,-5 109-96 0 0,0-71 111 0 0,-1 21 61 0 0,10-97 0 0 0,-4 160-126 0 0,1-14 4 0 0,-1-1 1 0 0,-3-54-1 0 0,-1 97-14 0 0,0-1 0 0 0,-1 1 0 0 0,1-1 0 0 0,0 1 0 0 0,-1-1 0 0 0,1 1 0 0 0,-1-1 0 0 0,0 1 0 0 0,-1-3 0 0 0,2 4 0 0 0,0-1 0 0 0,0 1 0 0 0,0 0 0 0 0,0 0 0 0 0,0 0 0 0 0,-1 0 0 0 0,1 0 0 0 0,0 0 0 0 0,0-1 0 0 0,0 1 0 0 0,0 0 0 0 0,0 0 0 0 0,-1 0 0 0 0,1 0 0 0 0,0 0 0 0 0,0 0 0 0 0,0 0 0 0 0,0 0 0 0 0,-1 0 0 0 0,1 0 0 0 0,0 0 0 0 0,0 0 0 0 0,0 0 0 0 0,0 0 0 0 0,-1 0 0 0 0,1 0 0 0 0,0 0 0 0 0,0 0 0 0 0,0 0 0 0 0,0 0 0 0 0,-1 0 0 0 0,1 0 0 0 0,0 0 0 0 0,-6 10 0 0 0,0 11-16 0 0,2 0 0 0 0,0 0 0 0 0,1 1 0 0 0,0 36 0 0 0,1-21-2 0 0,1-24 8 0 0,-7 166-77 0 0,8-129 27 0 0,11 79-1 0 0,-11-123 36 0 0,2 1 0 0 0,-1-1 0 0 0,0 0 0 0 0,1-1 0 0 0,0 1 0 0 0,1 0 0 0 0,-1 0 0 0 0,1-1 0 0 0,0 0 0 0 0,1 1 0 0 0,-1-1-1 0 0,1-1 1 0 0,0 1 0 0 0,0 0 0 0 0,5 4 0 0 0,-8-9 30 0 0,0 1 0 0 0,0 0 0 0 0,0-1 0 0 0,0 1 0 0 0,0-1-1 0 0,0 1 1 0 0,0-1 0 0 0,0 0 0 0 0,0 1 0 0 0,0-1 0 0 0,0 0 0 0 0,0 1-1 0 0,0-1 1 0 0,0 0 0 0 0,0 0 0 0 0,0 0 0 0 0,0 0 0 0 0,0 0 0 0 0,0 0 0 0 0,1-1-1 0 0,-1 1 1 0 0,0 0 0 0 0,1-1 0 0 0,-1 0-3 0 0,1 0 1 0 0,-1 0-1 0 0,1 0 0 0 0,-1 0 0 0 0,0 0 1 0 0,1 0-1 0 0,-1-1 0 0 0,0 1 0 0 0,0-1 1 0 0,0 1-1 0 0,0-1 0 0 0,1-2 0 0 0,2-4-3 0 0,-1 0 0 0 0,0 0 0 0 0,-1-1 0 0 0,3-11 0 0 0,-4 10 1 0 0,1-1 0 0 0,-1-13 0 0 0,-2 1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29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104 424 1527 0 0,'-3'1'8'0'0,"0"0"-1"0"0,0 0 0 0 0,0 0 0 0 0,-1-1 0 0 0,1 1 0 0 0,0-1 0 0 0,-1 0 0 0 0,1 0 0 0 0,0 0 0 0 0,-1 0 0 0 0,1-1 0 0 0,-6 0 0 0 0,3-1 3 0 0,0 0 0 0 0,-1 0 0 0 0,1-1 0 0 0,0 0 0 0 0,-8-5 0 0 0,13 7 14 0 0,1 1-1 0 0,-1-1 1 0 0,0 0-1 0 0,0 1 1 0 0,1-1-1 0 0,-1 0 1 0 0,0 0-1 0 0,1 1 1 0 0,-1-1-1 0 0,0 0 1 0 0,1 0-1 0 0,0 0 1 0 0,-1 0-1 0 0,1 0 1 0 0,-1 0-1 0 0,1 0 1 0 0,0 0-1 0 0,0 0 1 0 0,0 0-1 0 0,-1 0 1 0 0,1 0-1 0 0,0 0 1 0 0,0 0-1 0 0,0 0 1 0 0,1 0-1 0 0,-1-1 1 0 0,0 1-1 0 0,0 0 0 0 0,1 0 1 0 0,0-1-1 0 0,1-5 264 0 0,1 1-1 0 0,0-1 0 0 0,7-9 1 0 0,-2 2-46 0 0,3-9 68 0 0,42-74 1354 0 0,-35 68-1633 0 0,42-60 72 0 0,-47 71-84 0 0,1 0 0 0 0,28-25-1 0 0,-41 42-15 0 0,0 0-1 0 0,-1 0 0 0 0,1 1 0 0 0,0-1 0 0 0,0 0 1 0 0,0 1-1 0 0,0-1 0 0 0,-1 1 0 0 0,1-1 0 0 0,0 1 1 0 0,0-1-1 0 0,0 1 0 0 0,0 0 0 0 0,0 0 0 0 0,0-1 1 0 0,2 1-1 0 0,-3 0 1 0 0,1 0-1 0 0,-1 0 1 0 0,1 1 0 0 0,-1-1 0 0 0,0 0 0 0 0,1 0 0 0 0,-1 1-1 0 0,0-1 1 0 0,1 0 0 0 0,-1 0 0 0 0,0 1 0 0 0,0-1-1 0 0,1 0 1 0 0,-1 1 0 0 0,0-1 0 0 0,0 0 0 0 0,1 1 0 0 0,-1-1-1 0 0,0 1 1 0 0,0-1 0 0 0,0 0 0 0 0,0 1 0 0 0,0-1 0 0 0,1 1-1 0 0,-1-1 1 0 0,0 1 0 0 0,0 3 17 0 0,0 1 1 0 0,0-1-1 0 0,0 1 0 0 0,-1-1 0 0 0,-1 9 1 0 0,-2 3 94 0 0,-1 1-15 0 0,2-1 1 0 0,-2 20 0 0 0,4-32-86 0 0,1-1 0 0 0,0 1 0 0 0,0 0 1 0 0,0-1-1 0 0,0 1 0 0 0,1-1 0 0 0,-1 1 0 0 0,1-1 1 0 0,0 1-1 0 0,0-1 0 0 0,0 0 0 0 0,1 1 1 0 0,-1-1-1 0 0,1 0 0 0 0,0 0 0 0 0,2 4 0 0 0,-2-5-14 0 0,0-1 0 0 0,0 1 0 0 0,1-1 0 0 0,-1 1 0 0 0,0-1 0 0 0,0 0 0 0 0,1 1 0 0 0,-1-1 0 0 0,1-1 0 0 0,-1 1 0 0 0,1 0 0 0 0,-1 0 0 0 0,1-1 0 0 0,-1 0 0 0 0,4 1 0 0 0,6-1 0 0 0,0 0 0 0 0,12-1 0 0 0,-7-1 0 0 0,-8 2-4 0 0,1 0 0 0 0,0 0 0 0 0,-1 1 0 0 0,1 1-1 0 0,-1-1 1 0 0,0 1 0 0 0,1 1 0 0 0,-1 0-1 0 0,0 0 1 0 0,0 1 0 0 0,-1 0 0 0 0,1 0 0 0 0,-1 1-1 0 0,0 1 1 0 0,0-1 0 0 0,0 1 0 0 0,-1 0-1 0 0,0 1 1 0 0,0-1 0 0 0,-1 2 0 0 0,0-1 0 0 0,0 1-1 0 0,8 13 1 0 0,34 57-479 0 0,50 85-2277 0 0,-96-159 2637 0 0,-1-1-1 0 0,1 1 0 0 0,-1 0 0 0 0,0 0 0 0 0,1 4 1 0 0,-3 5-223 0 0,1-13 338 0 0,-1 1 0 0 0,1-1 0 0 0,0 0 0 0 0,0 0 0 0 0,-1 1 0 0 0,1-1 0 0 0,0 0 1 0 0,0 0-1 0 0,-1 1 0 0 0,1-1 0 0 0,0 0 0 0 0,-1 0 0 0 0,1 0 0 0 0,0 0 0 0 0,-1 0 0 0 0,1 1 1 0 0,0-1-1 0 0,-1 0 0 0 0,1 0 0 0 0,0 0 0 0 0,-1 0 0 0 0,1 0 0 0 0,-1 0 0 0 0,1 0 0 0 0,0 0 0 0 0,-1 0 1 0 0,1 0-1 0 0,0 0 0 0 0,-1 0 0 0 0,1-1 0 0 0,-1 1 0 0 0,-1-1-7 0 0,0 0 0 0 0,0 0-1 0 0,0-1 1 0 0,0 1 0 0 0,0 0 0 0 0,1-1-1 0 0,-1 0 1 0 0,0 1 0 0 0,1-1 0 0 0,-1 0-1 0 0,1 0 1 0 0,-1 0 0 0 0,1 0 0 0 0,-2-4 0 0 0,1 3 26 0 0,0 0 1 0 0,0 0 0 0 0,0 0-1 0 0,0 0 1 0 0,-3-3-1 0 0,1 4-6 0 0,1-1-1 0 0,-1 0 1 0 0,1-1-1 0 0,0 1 1 0 0,0 0-1 0 0,1-1 1 0 0,-1 0-1 0 0,1 0 1 0 0,-1 1-1 0 0,1-1 1 0 0,1-1-1 0 0,-1 1 1 0 0,0 0-1 0 0,1 0 1 0 0,0-1-1 0 0,-1-5 0 0 0,-1-11-4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29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546 89 919 0 0,'-15'-13'382'0'0,"0"0"0"0"0,-1 1-1 0 0,-1 0 1 0 0,-25-13 0 0 0,38 23-295 0 0,-1 0 0 0 0,0 0 0 0 0,0 0 0 0 0,1 1 0 0 0,-1-1 0 0 0,-1 1 0 0 0,1 0 0 0 0,0 1 0 0 0,0-1 0 0 0,0 1 0 0 0,0 0 0 0 0,0 1 1 0 0,-1-1-1 0 0,1 1 0 0 0,0 0 0 0 0,0 0 0 0 0,0 0 0 0 0,0 1 0 0 0,0 0 0 0 0,1 0 0 0 0,-1 0 0 0 0,-6 5 0 0 0,-1 1-12 0 0,1 1-1 0 0,0 0 1 0 0,1 1-1 0 0,0 0 1 0 0,1 1-1 0 0,-15 21 1 0 0,-42 79-115 0 0,49-80 59 0 0,-110 244 721 0 0,103-207-596 0 0,24-64-144 0 0,6-12 0 0 0,5-12 0 0 0,55-133-137 0 0,14-27-38 0 0,-66 155 202 0 0,1 0 0 0 0,1 1 0 0 0,20-22 0 0 0,-24 33-11 0 0,0 0-1 0 0,1 1 1 0 0,0 0-1 0 0,1 1 1 0 0,0 1-1 0 0,19-11 0 0 0,-30 19-11 0 0,1 1-1 0 0,0-1 0 0 0,-1 0 1 0 0,1 1-1 0 0,0 0 1 0 0,-1 0-1 0 0,1 0 0 0 0,0 0 1 0 0,0 1-1 0 0,0-1 0 0 0,0 1 1 0 0,0 0-1 0 0,4 1 0 0 0,-5-1-1 0 0,-1 1-1 0 0,0-1 0 0 0,0 1 0 0 0,0 0 0 0 0,0 0 0 0 0,0 0 0 0 0,0 0 1 0 0,0 0-1 0 0,0 1 0 0 0,0-1 0 0 0,0 1 0 0 0,0-1 0 0 0,-1 1 1 0 0,1-1-1 0 0,-1 1 0 0 0,1 0 0 0 0,-1 0 0 0 0,0 0 0 0 0,0 0 0 0 0,1 0 1 0 0,-1 0-1 0 0,-1 0 0 0 0,2 4 0 0 0,4 15 78 0 0,-1 0 1 0 0,-1 0-1 0 0,-1 1 0 0 0,0 40 1 0 0,-2-37 47 0 0,1 1 0 0 0,9 49 1 0 0,-9-68-125 0 0,1 1-1 0 0,0 0 1 0 0,0-1 0 0 0,0 0 0 0 0,1 0-1 0 0,7 11 1 0 0,-9-15-8 0 0,0-1 0 0 0,0 1 0 0 0,0-1 0 0 0,0 0 0 0 0,0 0 0 0 0,1 0 0 0 0,-1 0 0 0 0,1 0 0 0 0,-1 0 1 0 0,1-1-1 0 0,0 1 0 0 0,0-1 0 0 0,0 1 0 0 0,0-1 0 0 0,0 0 0 0 0,0-1 0 0 0,0 1 0 0 0,0 0 0 0 0,5 0 0 0 0,-6-1-118 0 0,0 0-1 0 0,-1 0 1 0 0,1 0 0 0 0,0-1 0 0 0,-1 1-1 0 0,1 0 1 0 0,0-1 0 0 0,-1 1 0 0 0,1-1 0 0 0,-1 1-1 0 0,1-1 1 0 0,-1 0 0 0 0,1 1 0 0 0,-1-1-1 0 0,1 0 1 0 0,-1 0 0 0 0,0 0 0 0 0,1 0 0 0 0,-1-1-1 0 0,0 1 1 0 0,0 0 0 0 0,0 0 0 0 0,1-2-1 0 0,3-1-426 0 0,-5 2 636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0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490 249 1463 0 0,'-1'-9'17'0'0,"0"1"0"0"0,-1 0 0 0 0,-1-1 0 0 0,1 1-1 0 0,-1 0 1 0 0,-5-9 0 0 0,3 4-7 0 0,-2-4-16 0 0,0 1 0 0 0,-1 0 0 0 0,0 0 0 0 0,-1 1 0 0 0,-18-22 0 0 0,24 32 5 0 0,-1 1-1 0 0,-1-1 0 0 0,1 1 1 0 0,0 1-1 0 0,-1-1 0 0 0,0 1 0 0 0,0-1 1 0 0,0 1-1 0 0,0 1 0 0 0,-1-1 1 0 0,1 1-1 0 0,-1 0 0 0 0,1 0 0 0 0,-1 1 1 0 0,0-1-1 0 0,0 1 0 0 0,1 0 1 0 0,-1 1-1 0 0,0 0 0 0 0,-10 0 0 0 0,4 2 2 0 0,0 0 0 0 0,0 0 0 0 0,1 2 0 0 0,-1-1 0 0 0,1 1 0 0 0,-1 1 0 0 0,2 0 0 0 0,-12 7 0 0 0,8-3 0 0 0,-1 1 0 0 0,2 0 0 0 0,-1 1 0 0 0,2 0 0 0 0,-14 15 0 0 0,19-18 2 0 0,1 2 0 0 0,0-1 0 0 0,0 0 0 0 0,1 1 0 0 0,0 0 0 0 0,1 0 0 0 0,0 1-1 0 0,0-1 1 0 0,-1 12 0 0 0,-2 9 15 0 0,-3 60 1 0 0,6-4-14 0 0,4-1 0 0 0,14 103-1 0 0,41 169-4 0 0,-37-260 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0.3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0 0 455 0 0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0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1463 0 0,'5'20'64'0'0,"-4"-10"16"0"0,3 1-80 0 0,-3-1 0 0 0,1-2 0 0 0,-2-3 0 0 0,2 4 0 0 0,1 6 0 0 0,2 9 0 0 0,-1 12 0 0 0,1 6 0 0 0,-2 9 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1.4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 5 1631 0 0,'0'-1'1'0'0,"0"1"-1"0"0,0 0 0 0 0,0 0 0 0 0,1 0 1 0 0,-1 0-1 0 0,0-1 0 0 0,0 1 0 0 0,0 0 1 0 0,0 0-1 0 0,0 0 0 0 0,0 0 1 0 0,0 0-1 0 0,0-1 0 0 0,0 1 0 0 0,0 0 1 0 0,1 0-1 0 0,-1 0 0 0 0,0 0 0 0 0,0 0 1 0 0,0 0-1 0 0,0 0 0 0 0,0-1 0 0 0,1 1 1 0 0,-1 0-1 0 0,0 0 0 0 0,0 0 0 0 0,0 0 1 0 0,0 0-1 0 0,1 0 0 0 0,-1 0 0 0 0,0 0 1 0 0,0 0-1 0 0,0 0 0 0 0,0 0 0 0 0,1 0 1 0 0,-1 0-1 0 0,0 0 0 0 0,0 0 0 0 0,0 0 1 0 0,0 0-1 0 0,1 0 0 0 0,-1 0 0 0 0,0 0 1 0 0,0 0-1 0 0,0 0 0 0 0,0 1 0 0 0,0-1 1 0 0,1 0-1 0 0,-1 0 0 0 0,0 0 0 0 0,0 0 1 0 0,0 0-1 0 0,0 0 0 0 0,0 0 0 0 0,0 1 1 0 0,1-1-1 0 0,-1 0 0 0 0,0 0 0 0 0,0 0 1 0 0,4 17 115 0 0,-2 25-9 0 0,-25 180-1164 0 0,10-119 1190 0 0,-15 429 39 0 0,39 3-431 0 0,-7-414 111 0 0,29 598 280 0 0,-5-119 90 0 0,-9 45-127 0 0,8 200-104 0 0,-17-642 9 0 0,12 281 0 0 0,-18-3 0 0 0,-23-261-17 0 0,2-25 220 0 0,17-162 16 0 0,1 0 0 0 0,1-1 1 0 0,1 1-1 0 0,2-1 0 0 0,2 1 0 0 0,15 46 0 0 0,-16-65-219 0 0,-2-11 0 0 0,-3-10 0 0 0,-14-204-35 0 0,7 136 17 0 0,-7-40 7 0 0,4 58 11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3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1069 373 1815 0 0,'-1'-7'16'0'0,"-1"0"0"0"0,1 0 0 0 0,-1 0 0 0 0,0 0 0 0 0,-7-13 0 0 0,-5-13 930 0 0,-2 0 0 0 0,-1 1-1 0 0,-2 1 1 0 0,-26-35 0 0 0,37 56-596 0 0,-1 0 0 0 0,0 0-1 0 0,0 1 1 0 0,-1 0 0 0 0,-1 1 0 0 0,1 0 0 0 0,-1 1 0 0 0,0 0 0 0 0,-1 0 0 0 0,0 1 0 0 0,0 1-1 0 0,0 0 1 0 0,0 1 0 0 0,-1 0 0 0 0,-15-2 0 0 0,-1 2 895 0 0,0 2 0 0 0,0 0 0 0 0,-48 5 0 0 0,49 0-1093 0 0,0 2-1 0 0,0 1 1 0 0,-48 16-1 0 0,54-14-240 0 0,0 1 1 0 0,1 2-1 0 0,0 0 0 0 0,1 1 0 0 0,0 1 1 0 0,1 0-1 0 0,0 2 0 0 0,1 0 0 0 0,1 1 1 0 0,0 1-1 0 0,-26 35 0 0 0,22-21-71 0 0,2 1 0 0 0,1 0-1 0 0,-27 70 1 0 0,30-58-87 0 0,2 1 0 0 0,-14 81 0 0 0,22-85 22 0 0,1 0 1 0 0,2 1 0 0 0,3-1 0 0 0,0 1 0 0 0,3-1-1 0 0,2 0 1 0 0,1 0 0 0 0,2-1 0 0 0,2 0-1 0 0,1-1 1 0 0,25 52 0 0 0,-16-45-158 0 0,2 0 0 0 0,2-2 0 0 0,2-1 0 0 0,45 55 0 0 0,-51-74 157 0 0,0-1-1 0 0,1-1 1 0 0,2-1 0 0 0,0-2-1 0 0,1 0 1 0 0,1-1-1 0 0,1-1 1 0 0,38 17-1 0 0,-34-20-78 0 0,0-1 0 0 0,1-2 0 0 0,1-1 0 0 0,0-1 0 0 0,0-2-1 0 0,1-1 1 0 0,59 2 0 0 0,-53-9-265 0 0,0-1 0 0 0,-1-3 0 0 0,77-18 0 0 0,-87 16 448 0 0,-2-3 0 0 0,0 0 0 0 0,0-1 0 0 0,0-2 0 0 0,-2-1 0 0 0,29-19 0 0 0,-39 21 97 0 0,-1 0-1 0 0,-1 0 1 0 0,0-1-1 0 0,0-1 0 0 0,-1 0 1 0 0,-1-1-1 0 0,-1 0 1 0 0,13-24-1 0 0,-7 6-22 0 0,-1 0 1 0 0,-2-1-1 0 0,12-46 0 0 0,-14 27-21 0 0,-2 0 0 0 0,3-100 0 0 0,-11 118 43 0 0,-1 0-1 0 0,-2-1 0 0 0,-1 1 1 0 0,-2 0-1 0 0,-2 1 0 0 0,-1-1 0 0 0,-1 1 1 0 0,-2 1-1 0 0,-1-1 0 0 0,-2 2 1 0 0,-1 0-1 0 0,-2 1 0 0 0,-24-34 0 0 0,15 30 2 0 0,-1 1 0 0 0,-49-47-1 0 0,-71-48-50 0 0,116 104 50 0 0,-1 2-1 0 0,-57-31 1 0 0,66 43 71 0 0,-1 0 0 0 0,1 2 0 0 0,-2 0 0 0 0,1 2 0 0 0,-29-5 0 0 0,27 8 73 0 0,-1 0 0 0 0,0 2-1 0 0,0 1 1 0 0,0 2-1 0 0,1 0 1 0 0,-1 2-1 0 0,0 0 1 0 0,1 2-1 0 0,0 1 1 0 0,-41 15-1 0 0,34-8 48 0 0,0 1-1 0 0,-36 22 0 0 0,56-27-135 0 0,0 0 0 0 0,1 0 0 0 0,0 1 0 0 0,0 1 0 0 0,1 0 0 0 0,0 0 0 0 0,-14 20 0 0 0,10-7-6 0 0,1 1-1 0 0,1 0 0 0 0,1 0 0 0 0,1 2 0 0 0,2-1 0 0 0,-10 42 0 0 0,-20 171-295 0 0,21-13-274 0 0,17-160 169 0 0,10 97 0 0 0,-1-112 355 0 0,2 1 1 0 0,22 61 0 0 0,-18-63-33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5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428 192 1663 0 0,'2'-1'19'0'0,"0"-1"0"0"0,0 1 0 0 0,0-1 0 0 0,-1 0 0 0 0,1 0 0 0 0,-1 0 0 0 0,2-2 0 0 0,-3 4-19 0 0,17-22 0 0 0,-1-1 0 0 0,-1-1 0 0 0,-1 0 0 0 0,19-49 0 0 0,-33 73 11 0 0,1-1-1 0 0,-1 1 1 0 0,0 0-1 0 0,0-1 0 0 0,0 1 1 0 0,0 0-1 0 0,0-1 1 0 0,0 1-1 0 0,0 0 0 0 0,0-1 1 0 0,0 1-1 0 0,0-1 1 0 0,0 1-1 0 0,0 0 1 0 0,0-1-1 0 0,0 1 0 0 0,0 0 1 0 0,0-1-1 0 0,0 1 1 0 0,0 0-1 0 0,0-1 0 0 0,0 1 1 0 0,-1-1-1 0 0,-6 1 558 0 0,-9 11 433 0 0,6 3-761 0 0,0 1 0 0 0,1 1 0 0 0,1-1 0 0 0,-12 31 0 0 0,12-27-235 0 0,-170 406-161 0 0,-53 218-153 0 0,221-610-145 0 0,1 1 0 0 0,1 0 1 0 0,2 1-1 0 0,-2 50 0 0 0,10-67-176 0 0,-2-18 626 0 0,0 1-1 0 0,0-1 1 0 0,0 0 0 0 0,0 1-1 0 0,0-1 1 0 0,0 0-1 0 0,1 0 1 0 0,-1 1 0 0 0,0-1-1 0 0,0 0 1 0 0,0 0-1 0 0,0 1 1 0 0,0-1 0 0 0,0 0-1 0 0,1 0 1 0 0,-1 1-1 0 0,0-1 1 0 0,0 0 0 0 0,0 0-1 0 0,1 0 1 0 0,-1 0-1 0 0,0 1 1 0 0,0-1 0 0 0,1 0-1 0 0,-1 0 1 0 0,0 0-1 0 0,0 0 1 0 0,1 0 0 0 0,-1 0-1 0 0,0 0 1 0 0,0 1-1 0 0,1-1 1 0 0,-1 0 0 0 0,0 0-1 0 0,1 0 1 0 0,-1 0-1 0 0,0 0 1 0 0,0 0 0 0 0,1 0-1 0 0,-1-1 1 0 0,0 1-1 0 0,1 0 1 0 0,-1 0-1 0 0,0 0 1 0 0,0 0 0 0 0,1 0-1 0 0,-1 0 1 0 0,0 0-1 0 0,0-1 1 0 0,1 1 0 0 0,-1 0-1 0 0,0 0 1 0 0,0 0-1 0 0,0 0 1 0 0,1-1 0 0 0,-1 1-1 0 0,0 0 1 0 0,0-1-1 0 0,13-12 5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5.6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766 1 919 0 0,'-113'286'4047'0'0,"85"-210"-3619"0"0,-20 57-313 0 0,-164 401 367 0 0,157-421-497 0 0,-142 333-207 0 0,181-398 96 0 0,-5 13-1064 0 0,-30 63-1 0 0,49-120 1163 0 0,0 0-1 0 0,0-1 1 0 0,0 1-1 0 0,0-1 1 0 0,-1 1-1 0 0,-5 4 0 0 0,8-8 29 0 0,0 0-1 0 0,0 0 1 0 0,0 0-1 0 0,0 0 1 0 0,0 1-1 0 0,0-1 1 0 0,0 0-1 0 0,-1 0 0 0 0,1 0 1 0 0,0 0-1 0 0,0 0 1 0 0,0 0-1 0 0,0 0 1 0 0,0 0-1 0 0,0 0 0 0 0,-1 0 1 0 0,1 0-1 0 0,0-1 1 0 0,0 1-1 0 0,0 0 1 0 0,0 0-1 0 0,0 0 1 0 0,0 0-1 0 0,0 0 0 0 0,-1 0 1 0 0,1 0-1 0 0,0 0 1 0 0,0 0-1 0 0,0 0 1 0 0,0 0-1 0 0,0 0 1 0 0,0 0-1 0 0,0-1 0 0 0,0 1 1 0 0,0 0-1 0 0,0 0 1 0 0,0 0-1 0 0,0 0 1 0 0,-1 0-1 0 0,1 0 1 0 0,0 0-1 0 0,0-1 0 0 0,0 1 1 0 0,0 0-1 0 0,0 0 1 0 0,0 0-1 0 0,0 0 1 0 0,0 0-1 0 0,0 0 0 0 0,0-1 1 0 0,0 1-1 0 0,0 0 1 0 0,0 0-1 0 0,0 0 1 0 0,0 0-1 0 0,1 0 1 0 0,-1 0-1 0 0,0 0 0 0 0,0-1 1 0 0,0 1-1 0 0,0 0 1 0 0,0 0-1 0 0,0 0 1 0 0,0 0-1 0 0,0 0 0 0 0,2-11-52 0 0,-2 11 53 0 0,3-14-54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5.9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648 23 1895 0 0,'9'-20'22'0'0,"-9"20"-27"0"0,0 0 0 0 0,0 0 1 0 0,0 0-1 0 0,0 0 0 0 0,0-1 0 0 0,0 1 1 0 0,0 0-1 0 0,1 0 0 0 0,-1 0 1 0 0,0 0-1 0 0,0 0 0 0 0,0 0 0 0 0,0 0 1 0 0,0-1-1 0 0,0 1 0 0 0,1 0 0 0 0,-1 0 1 0 0,0 0-1 0 0,0 0 0 0 0,0 0 0 0 0,0 0 1 0 0,0 0-1 0 0,1 0 0 0 0,-1 0 1 0 0,0 0-1 0 0,0 0 0 0 0,0 0 0 0 0,0 0 1 0 0,1 0-1 0 0,-1 0 0 0 0,0 0 0 0 0,0 0 1 0 0,0 0-1 0 0,0 0 0 0 0,1 0 0 0 0,-1 0 1 0 0,0 0-1 0 0,0 0 0 0 0,0 0 1 0 0,0 0-1 0 0,1 1 0 0 0,-1 0 15 0 0,1 0 0 0 0,-1 0 0 0 0,1 0-1 0 0,-1 0 1 0 0,1 1 0 0 0,-1-1 0 0 0,0 0 0 0 0,1 0-1 0 0,-1 1 1 0 0,0 1 0 0 0,1 19 287 0 0,0 0 1 0 0,-2 0-1 0 0,0 0 0 0 0,-7 31 1 0 0,-24 91 763 0 0,32-144-1061 0 0,-28 103 348 0 0,-4-1 1 0 0,-5-2-1 0 0,-81 159 0 0 0,3-58-320 0 0,-23 46 41 0 0,22 10-30 0 0,103-222-276 0 0,2-1-1 0 0,-6 39 0 0 0,16-72 222 0 0,1-1 0 0 0,0 1 1 0 0,0 0-1 0 0,-1 0 0 0 0,1 0 0 0 0,0 0 0 0 0,0 0 0 0 0,0 0 1 0 0,0 0-1 0 0,0 0 0 0 0,1-1 0 0 0,-1 1 0 0 0,0 0 0 0 0,0 0 1 0 0,0 0-1 0 0,1 0 0 0 0,0 1 0 0 0,-1-2 14 0 0,0 0 0 0 0,1 0 0 0 0,-1 0 0 0 0,0 1 0 0 0,1-1 0 0 0,-1 0-1 0 0,1 0 1 0 0,-1 0 0 0 0,0 0 0 0 0,1 0 0 0 0,-1 0 0 0 0,0 0 0 0 0,1 0 0 0 0,-1 0 0 0 0,1 0 0 0 0,-1 0 0 0 0,0 0-1 0 0,1-1 1 0 0,-1 1 0 0 0,0 0 0 0 0,1 0 0 0 0,-1 0 0 0 0,0 0 0 0 0,1 0 0 0 0,-1-1 0 0 0,0 1 0 0 0,1 0 0 0 0,4-4 2 0 0,-1 0 1 0 0,1 1-1 0 0,6-9 1 0 0,27-31-85 0 0,-16 17 30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6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545 43 3223 0 0,'2'-6'125'0'0,"-1"4"-105"0"0,0-1 1 0 0,0 1-1 0 0,0-1 1 0 0,0 1-1 0 0,0-1 1 0 0,1 1-1 0 0,2-3 0 0 0,8 0 114 0 0,-10 4-160 0 0,-1 0-1 0 0,1 0 1 0 0,0 0 0 0 0,0 0 0 0 0,0 0 0 0 0,-1 0 0 0 0,1 0-1 0 0,0 1 1 0 0,0-1 0 0 0,3 1 0 0 0,-4 0 12 0 0,0 0 1 0 0,-1 0-1 0 0,1 0 0 0 0,-1 0 1 0 0,1 0-1 0 0,0 1 0 0 0,-1-1 0 0 0,1 0 1 0 0,-1 0-1 0 0,1 1 0 0 0,-1-1 1 0 0,1 0-1 0 0,-1 1 0 0 0,1-1 1 0 0,-1 1-1 0 0,1-1 0 0 0,-1 1 1 0 0,1-1-1 0 0,-1 1 0 0 0,0-1 1 0 0,1 1-1 0 0,-1-1 0 0 0,0 1 0 0 0,0-1 1 0 0,1 1-1 0 0,-1-1 0 0 0,0 1 1 0 0,0 0-1 0 0,0-1 0 0 0,1 1 1 0 0,-1 0-1 0 0,0-1 0 0 0,0 1 1 0 0,0-1-1 0 0,0 1 0 0 0,0 0 0 0 0,-1 0 1 0 0,1 11 99 0 0,-1 0 0 0 0,-1-1 0 0 0,0 1 0 0 0,0 0 0 0 0,-8 20 0 0 0,1-3 99 0 0,-51 198 575 0 0,-77 258 1237 0 0,101-389-2372 0 0,-53 99-1 0 0,-61 84-899 0 0,71-136 891 0 0,76-138 279 0 0,1-1-25 0 0,0 0 1 0 0,0 0-1 0 0,0 0 0 0 0,-1 0 1 0 0,0-1-1 0 0,-5 6 1 0 0,5-9 116 0 0,2-6 0 0 0,2-10-21 0 0,0 12 16 0 0,0-17 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6.6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575 0 1599 0 0,'-1'13'123'0'0,"0"0"0"0"0,-1-1 0 0 0,-6 20 0 0 0,2-6 59 0 0,-31 137 1704 0 0,-59 162 1 0 0,45-192-1732 0 0,-73 134 1 0 0,-7-7-14 0 0,68-133-306 0 0,57-116-354 0 0,1-1 0 0 0,-2 1 0 0 0,0-1 0 0 0,-14 16 0 0 0,21-26 517 0 0,0 1 1 0 0,-1-1-1 0 0,1 0 0 0 0,0 0 1 0 0,0 1-1 0 0,0-1 1 0 0,-1 0-1 0 0,1 0 1 0 0,0 0-1 0 0,0 1 0 0 0,-1-1 1 0 0,1 0-1 0 0,0 0 1 0 0,0 0-1 0 0,-1 0 1 0 0,1 0-1 0 0,0 0 0 0 0,0 1 1 0 0,-1-1-1 0 0,1 0 1 0 0,0 0-1 0 0,-1 0 1 0 0,1 0-1 0 0,0 0 0 0 0,-1 0 1 0 0,1 0-1 0 0,-2-7-2 0 0,5-15 6 0 0,-2 19-5 0 0,4-21 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6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689 73 919 0 0,'4'-5'73'0'0,"0"-1"0"0"0,0 1 0 0 0,0 0 0 0 0,0 0 0 0 0,1 1 0 0 0,0-1 0 0 0,7-5 0 0 0,-9 8-13 0 0,4-3 1 0 0,-1 1 1 0 0,1 0-1 0 0,12-6 1 0 0,-18 9-56 0 0,0 1-1 0 0,0 0 1 0 0,0-1 0 0 0,0 1-1 0 0,0 0 1 0 0,0 0 0 0 0,0 0-1 0 0,0-1 1 0 0,0 1 0 0 0,1 0 0 0 0,-1 1-1 0 0,0-1 1 0 0,0 0 0 0 0,0 0-1 0 0,2 1 1 0 0,-3-1-1 0 0,1 1 0 0 0,-1-1 1 0 0,1 1-1 0 0,0-1 0 0 0,-1 1 1 0 0,1 0-1 0 0,-1-1 0 0 0,1 1 0 0 0,-1-1 1 0 0,0 1-1 0 0,1 0 0 0 0,-1 0 0 0 0,0-1 1 0 0,1 1-1 0 0,-1 0 0 0 0,0 0 0 0 0,0-1 1 0 0,0 1-1 0 0,1 0 0 0 0,-1 0 0 0 0,0 0 1 0 0,0-1-1 0 0,0 1 0 0 0,-1 1 0 0 0,1 7 30 0 0,-1-1 0 0 0,0 1 0 0 0,-1-1 0 0 0,0 1-1 0 0,-1-1 1 0 0,-4 11 0 0 0,-25 48 419 0 0,29-60-392 0 0,-238 445 2054 0 0,-97 107-1960 0 0,336-556-167 0 0,-106 181 20 0 0,97-163-161 0 0,2 1-1 0 0,1 0 1 0 0,0 0 0 0 0,2 1-1 0 0,0 0 1 0 0,2 0-1 0 0,-2 25 1 0 0,5-45-61 0 0,1 0 0 0 0,0-1 0 0 0,1 1-1 0 0,-1 0 1 0 0,0-1 0 0 0,1 1 0 0 0,-1-1 0 0 0,1 1 0 0 0,0 0-1 0 0,2 3 1 0 0,-3-5 188 0 0,0-1 0 0 0,1 1-1 0 0,-1-1 1 0 0,1 1-1 0 0,-1-1 1 0 0,0 1 0 0 0,1-1-1 0 0,-1 0 1 0 0,1 1 0 0 0,-1-1-1 0 0,1 0 1 0 0,-1 1-1 0 0,1-1 1 0 0,-1 0 0 0 0,1 0-1 0 0,-1 1 1 0 0,1-1 0 0 0,-1 0-1 0 0,1 0 1 0 0,-1 0-1 0 0,2 0 1 0 0,-1 0 39 0 0,0 0 0 0 0,0 0 0 0 0,0-1 0 0 0,0 1 0 0 0,0 0 0 0 0,1-1 0 0 0,-1 1 0 0 0,0-1 0 0 0,0 1 0 0 0,0-1 0 0 0,0 1 0 0 0,0-1 0 0 0,0 0 0 0 0,1-1 0 0 0,9-10-4 0 0,1-6-10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7.3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791 0 1743 0 0,'-11'17'104'0'0,"0"-1"0"0"0,0 2 0 0 0,-11 26 0 0 0,10-19 184 0 0,-38 85 616 0 0,5 2 0 0 0,-31 120-1 0 0,-179 477-323 0 0,141-452-549 0 0,-16-9-242 0 0,128-245 186 0 0,-2 6-90 0 0,-1-1 0 0 0,-1 0 0 0 0,1 0 0 0 0,-2-1-1 0 0,-7 9 1 0 0,14-16 79 0 0,0 0-1 0 0,-1 1 1 0 0,1-1 0 0 0,0 0-1 0 0,0 0 1 0 0,-1 1 0 0 0,1-1-1 0 0,0 0 1 0 0,0 0 0 0 0,-1 0-1 0 0,1 1 1 0 0,0-1 0 0 0,0 0-1 0 0,-1 0 1 0 0,1 0 0 0 0,0 0-1 0 0,-1 0 1 0 0,1 0 0 0 0,0 1-1 0 0,-1-1 1 0 0,1 0 0 0 0,0 0-1 0 0,-1 0 1 0 0,1 0 0 0 0,0 0 0 0 0,-1 0-1 0 0,1 0 1 0 0,0 0 0 0 0,-1-1-1 0 0,0-8-686 0 0,6-14-129 0 0,4 3 666 0 0,2-1 1 0 0,0 1-1 0 0,1 1 1 0 0,18-22-1 0 0,-30 40 184 0 0,22-27 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7.6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958 44 5527 0 0,'16'-35'568'0'0,"-16"35"-562"0"0,1 0 0 0 0,-1 0 0 0 0,0-1 0 0 0,0 1 0 0 0,0 0 0 0 0,0 0 0 0 0,0-1 0 0 0,0 1-1 0 0,0 0 1 0 0,0 0 0 0 0,0-1 0 0 0,0 1 0 0 0,0 0 0 0 0,0 0 0 0 0,0-1 0 0 0,0 1 0 0 0,0 0-1 0 0,-1 0 1 0 0,1-1 0 0 0,0 1 0 0 0,0 0 0 0 0,0 0 0 0 0,0-1 0 0 0,0 1 0 0 0,0 0 0 0 0,-1 0 0 0 0,1 0-1 0 0,0-1 1 0 0,0 1 0 0 0,0 0 0 0 0,-1 0 0 0 0,1 0 0 0 0,0 0 0 0 0,0 0 0 0 0,-1-1 0 0 0,1 1-1 0 0,0 0 1 0 0,0 0 0 0 0,-1 0 0 0 0,1 0 0 0 0,0 0 0 0 0,0 0 0 0 0,-1 0 0 0 0,1 0 0 0 0,0 0 0 0 0,0 0-1 0 0,-1 0 1 0 0,1 0 0 0 0,0 0 0 0 0,-1 0 0 0 0,1 0 0 0 0,0 0 0 0 0,0 0 0 0 0,-1 0 0 0 0,1 0-1 0 0,0 1 1 0 0,0-1 0 0 0,-1 0 0 0 0,-1 0-34 0 0,0 1 0 0 0,0-1 0 0 0,0 1 0 0 0,0 0 0 0 0,0 0 0 0 0,0 0 0 0 0,0 0 0 0 0,-3 2 0 0 0,-13 12-212 0 0,0 2 0 0 0,2 0 0 0 0,-27 34 0 0 0,-35 65-18 0 0,-83 176 1047 0 0,20 11-154 0 0,-35 68-318 0 0,19-80-298 0 0,75-139-123 0 0,75-141 26 0 0,-3 9-46 0 0,-17 39 0 0 0,25-54-87 0 0,1 0 0 0 0,-1 0 0 0 0,1 0 0 0 0,0 1 0 0 0,0-1 0 0 0,0 1 0 0 0,1-1 0 0 0,0 0 0 0 0,0 1 0 0 0,0-1 0 0 0,1 1 0 0 0,0-1 0 0 0,2 8 0 0 0,-3-11 117 0 0,1-1 1 0 0,0 1-1 0 0,0 0 1 0 0,-1 0-1 0 0,1 0 0 0 0,0-1 1 0 0,1 1-1 0 0,-1 0 1 0 0,0-1-1 0 0,0 1 1 0 0,1-1-1 0 0,-1 1 1 0 0,1-1-1 0 0,-1 0 0 0 0,1 0 1 0 0,-1 0-1 0 0,1 0 1 0 0,0 0-1 0 0,0 0 1 0 0,-1 0-1 0 0,1 0 1 0 0,0-1-1 0 0,4 2 0 0 0,9-3 94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7.9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531 79 1407 0 0,'9'-18'24'0'0,"-7"11"-5"0"0,1 0-1 0 0,1 1 1 0 0,-1-1 0 0 0,1 1 0 0 0,9-11-1 0 0,-13 16 0 0 0,1 0-1 0 0,0 0 1 0 0,0 1-1 0 0,-1-1 0 0 0,1 0 1 0 0,0 1-1 0 0,0-1 0 0 0,0 0 1 0 0,0 1-1 0 0,0-1 0 0 0,0 1 1 0 0,0-1-1 0 0,0 1 0 0 0,0 0 1 0 0,0-1-1 0 0,0 1 1 0 0,0 0-1 0 0,1 0 0 0 0,-1 0 1 0 0,0 0-1 0 0,0 0 0 0 0,0 0 1 0 0,0 0-1 0 0,0 0 0 0 0,0 0 1 0 0,0 1-1 0 0,0-1 0 0 0,0 0 1 0 0,0 1-1 0 0,0-1 1 0 0,0 1-1 0 0,0-1 0 0 0,0 1 1 0 0,0-1-1 0 0,0 1 0 0 0,0 0 1 0 0,0-1-1 0 0,0 1 0 0 0,0 0 1 0 0,-1 0-1 0 0,1 0 0 0 0,0 0 1 0 0,-1-1-1 0 0,1 1 0 0 0,-1 0 1 0 0,1 0-1 0 0,-1 0 1 0 0,1 0-1 0 0,-1 0 0 0 0,0 1 1 0 0,1-1-1 0 0,-1 0 0 0 0,0 0 1 0 0,0 0-1 0 0,0 0 0 0 0,0 0 1 0 0,0 0-1 0 0,0 2 0 0 0,-2 10 127 0 0,0-1 0 0 0,-1 1-1 0 0,-1-1 1 0 0,0 0 0 0 0,-1 0-1 0 0,-8 16 1 0 0,5-10 36 0 0,-183 343 1721 0 0,39-82-933 0 0,-34 160-705 0 0,177-413-290 0 0,0-4-428 0 0,2 1-1 0 0,0 0 1 0 0,-4 30 0 0 0,11-52 303 0 0,0 1 0 0 0,0-1 0 0 0,0 1 0 0 0,0-1 0 0 0,0 1 0 0 0,0-1-1 0 0,0 1 1 0 0,0 0 0 0 0,1-1 0 0 0,-1 0 0 0 0,1 1 0 0 0,0 1 0 0 0,-1-3 103 0 0,1 1 1 0 0,-1-1-1 0 0,0 0 0 0 0,1 1 0 0 0,-1-1 1 0 0,1 0-1 0 0,-1 1 0 0 0,0-1 0 0 0,1 0 0 0 0,-1 0 1 0 0,1 0-1 0 0,-1 1 0 0 0,1-1 0 0 0,-1 0 1 0 0,1 0-1 0 0,-1 0 0 0 0,1 0 0 0 0,-1 0 0 0 0,1 0 1 0 0,-1 0-1 0 0,1 0 0 0 0,-1 0 0 0 0,1 0 1 0 0,-1 0-1 0 0,1 0 0 0 0,-1 0 0 0 0,1 0 0 0 0,-1 0 1 0 0,1-1-1 0 0,-1 1 0 0 0,1 0 0 0 0,-1 0 1 0 0,1-1-1 0 0,-1 1 0 0 0,1 0 0 0 0,-1-1 0 0 0,13-8 17 0 0,1-7 32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8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36 5527 0 0,'2'-7'103'0'0,"-2"5"-65"0"0,1 0 0 0 0,-1-1 1 0 0,1 1-1 0 0,0 0 0 0 0,0 0 1 0 0,0 0-1 0 0,0 0 0 0 0,0 0 0 0 0,0 0 1 0 0,1 1-1 0 0,-1-1 0 0 0,3-2 0 0 0,-4 4-25 0 0,1 1 1 0 0,0-1-1 0 0,-1 1 0 0 0,1 0 0 0 0,0-1 0 0 0,-1 1 0 0 0,1 0 0 0 0,-1-1 0 0 0,1 1 0 0 0,-1 0 0 0 0,1 0 0 0 0,-1-1 0 0 0,0 1 0 0 0,1 0 0 0 0,-1 0 0 0 0,0 0 1 0 0,0-1-1 0 0,1 2 0 0 0,-1-1 18 0 0,4 11 78 0 0,0 0 0 0 0,0 0 0 0 0,-1 0 0 0 0,-1 0 0 0 0,0 0 0 0 0,-1 1 0 0 0,0 16 0 0 0,-2-10-119 0 0,-1 0-1 0 0,-1-1 1 0 0,-1 1-1 0 0,0-1 1 0 0,-2 1-1 0 0,-7 17 1 0 0,-1-3-198 0 0,-2-1 0 0 0,-25 39 0 0 0,-60 71-271 0 0,58-92 479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39.2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309 267 919 0 0,'0'-2'128'0'0,"1"0"-1"0"0,-1 0 0 0 0,0 0 0 0 0,1 0 0 0 0,0 0 0 0 0,-1 1 1 0 0,1-1-1 0 0,0 0 0 0 0,0 0 0 0 0,0 0 0 0 0,0 1 0 0 0,2-3 1 0 0,19-21 1785 0 0,-17 20-1302 0 0,0 0 0 0 0,-1 0 0 0 0,5-7 0 0 0,-7 8-366 0 0,0 1 1 0 0,-1-1-1 0 0,0 1 1 0 0,0-1-1 0 0,0 0 1 0 0,0 1-1 0 0,0-1 0 0 0,-1 0 1 0 0,0 0-1 0 0,0 1 1 0 0,0-1-1 0 0,0 0 0 0 0,0 0 1 0 0,-1 1-1 0 0,0-1 1 0 0,1 0-1 0 0,-1 1 1 0 0,-1-1-1 0 0,1 0 0 0 0,-1 1 1 0 0,1 0-1 0 0,-1-1 1 0 0,0 1-1 0 0,-3-4 0 0 0,-1-1-92 0 0,1 0 0 0 0,-1 1-1 0 0,-1 0 1 0 0,1 0 0 0 0,-1 1-1 0 0,0 0 1 0 0,-1 0 0 0 0,-14-8-1 0 0,15 10-99 0 0,0 0-1 0 0,-1 1 1 0 0,0 0-1 0 0,0 0 0 0 0,0 1 1 0 0,0 0-1 0 0,0 0 1 0 0,0 1-1 0 0,0 0 1 0 0,-1 1-1 0 0,-13 0 0 0 0,15 1-5 0 0,1 0-1 0 0,0 0 0 0 0,0 1 0 0 0,0 0 0 0 0,0 0 1 0 0,1 0-1 0 0,-1 1 0 0 0,0 0 0 0 0,1 0 1 0 0,0 0-1 0 0,0 1 0 0 0,0-1 0 0 0,0 1 0 0 0,0 0 1 0 0,1 1-1 0 0,-6 6 0 0 0,1 2-24 0 0,0 0 0 0 0,1 1 1 0 0,0 0-1 0 0,1 1 0 0 0,0-1 0 0 0,2 1 0 0 0,-1 1 0 0 0,2-1 1 0 0,0 1-1 0 0,1 0 0 0 0,1-1 0 0 0,0 1 0 0 0,1 1 1 0 0,1-1-1 0 0,0 0 0 0 0,4 26 0 0 0,-3-36-22 0 0,1-1 0 0 0,-1 1 0 0 0,1-1 0 0 0,0 0 0 0 0,1 1 0 0 0,-1-1 0 0 0,1 0 0 0 0,0 0 0 0 0,0 0 0 0 0,1-1 0 0 0,-1 1 0 0 0,1-1 0 0 0,0 0 0 0 0,0 0 0 0 0,0 0 0 0 0,1-1 0 0 0,0 1 0 0 0,9 5 0 0 0,-8-6 0 0 0,1-1 0 0 0,-1 0 0 0 0,1 1 0 0 0,-1-2 0 0 0,1 1 0 0 0,0-1 0 0 0,-1 0 0 0 0,1-1 0 0 0,0 1 0 0 0,0-1 0 0 0,-1-1 0 0 0,1 1 0 0 0,0-1 0 0 0,0 0 0 0 0,11-4 0 0 0,-6 1 17 0 0,0-1 1 0 0,0 0-1 0 0,0-1 0 0 0,-1-1 0 0 0,0 1 0 0 0,0-2 0 0 0,0 1 0 0 0,-1-2 1 0 0,-1 1-1 0 0,1-1 0 0 0,15-20 0 0 0,-13 12 162 0 0,-1 0-1 0 0,0 0 1 0 0,-1-1-1 0 0,-1 0 1 0 0,-1-1 0 0 0,11-37-1 0 0,-14 46 404 0 0,-4 11-568 0 0,-1-1 1 0 0,0 0-1 0 0,0 0 0 0 0,1 0 1 0 0,-1 0-1 0 0,0 0 0 0 0,0 0 1 0 0,0 0-1 0 0,1 1 0 0 0,-1-1 1 0 0,0 0-1 0 0,0 0 0 0 0,0 0 1 0 0,0 0-1 0 0,1 1 0 0 0,-1-1 1 0 0,0 0-1 0 0,0 0 0 0 0,0 0 1 0 0,0 1-1 0 0,0-1 0 0 0,0 0 1 0 0,0 0-1 0 0,1 1 0 0 0,-1-1 1 0 0,0 0-1 0 0,0 1 0 0 0,6 28 418 0 0,-5-19-319 0 0,6 16 159 0 0,-3-8-15 0 0,0 1 0 0 0,2-2 0 0 0,13 32 0 0 0,-17-44-225 0 0,1-1 0 0 0,-1 1 0 0 0,1-1 1 0 0,1 1-1 0 0,-1-1 0 0 0,0 0 0 0 0,1-1 1 0 0,0 1-1 0 0,0 0 0 0 0,0-1 0 0 0,0 0 1 0 0,1 0-1 0 0,-1 0 0 0 0,1-1 0 0 0,0 0 0 0 0,0 1 1 0 0,0-2-1 0 0,6 3 0 0 0,-2-3 5 0 0,0 1-1 0 0,0-2 1 0 0,0 1 0 0 0,0-1-1 0 0,0-1 1 0 0,0 1 0 0 0,-1-2-1 0 0,1 1 1 0 0,0-1-1 0 0,0 0 1 0 0,-1-1 0 0 0,16-7-1 0 0,7-5 43 0 0,56-37 0 0 0,-79 47-82 0 0,88-60-1137 0 0,-36 16-3427 0 0,-42 32-1445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2:40.1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16 3223 0 0,'8'-16'3964'0'0,"-9"28"-960"0"0,-8 136-179 0 0,9-119-2791 0 0,2 0 1 0 0,0 0-1 0 0,9 39 1 0 0,-4-38 7 0 0,29 142 2020 0 0,-35-161-1955 0 0,0-3 175 0 0,2-19-103 0 0,1-13-10 0 0,1 1 0 0 0,1-1 1 0 0,1 1-1 0 0,2 0 0 0 0,0 1 0 0 0,1 0 0 0 0,1 0 1 0 0,1 1-1 0 0,1 0 0 0 0,24-28 0 0 0,-30 41-122 0 0,1 1 0 0 0,0 0 0 0 0,0 0 0 0 0,0 1 0 0 0,1 0 0 0 0,0 0-1 0 0,1 1 1 0 0,-1 0 0 0 0,1 1 0 0 0,0 0 0 0 0,0 1 0 0 0,20-5 0 0 0,-24 7-42 0 0,0 0 1 0 0,1 1-1 0 0,-1-1 1 0 0,0 1-1 0 0,1 1 0 0 0,-1-1 1 0 0,0 1-1 0 0,0 0 1 0 0,0 1-1 0 0,7 2 1 0 0,-8-3-7 0 0,-1 1 0 0 0,1 1 0 0 0,-1-1 0 0 0,0 1 0 0 0,0-1 0 0 0,0 1 0 0 0,0 1 1 0 0,-1-1-1 0 0,1 0 0 0 0,-1 1 0 0 0,0 0 0 0 0,0-1 0 0 0,0 1 0 0 0,3 6 0 0 0,-3-4 1 0 0,0 0 0 0 0,-1 0 0 0 0,0-1 0 0 0,1 1 0 0 0,-2 1 0 0 0,1-1 0 0 0,-1 0 0 0 0,0 0 0 0 0,0 1 0 0 0,-1-1 0 0 0,0 0 0 0 0,0 1 0 0 0,0-1 0 0 0,-1 0 0 0 0,0 1 0 0 0,0-1 0 0 0,-3 6 0 0 0,1-3 0 0 0,0-1 0 0 0,-1 0 0 0 0,0-1 0 0 0,0 1 0 0 0,-1-1 0 0 0,0 0 0 0 0,0 0 0 0 0,-1 0 0 0 0,0-1 0 0 0,0 1 0 0 0,-13 9 0 0 0,-1-3 19 0 0,-1 0-1 0 0,0-1 0 0 0,-1-2 0 0 0,0 0 1 0 0,-1-1-1 0 0,-30 7 0 0 0,39-12 39 0 0,1 0 0 0 0,-1-1-1 0 0,0-1 1 0 0,0 0 0 0 0,-25 0-1 0 0,35-3-230 0 0,0 1-1 0 0,0-1 1 0 0,0-1-1 0 0,0 1 1 0 0,1 0-1 0 0,-1-1 1 0 0,-6-3-1 0 0,0-2-6065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42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27 171 1319 0 0,'-7'-14'80'0'0,"4"11"-71"0"0,1-1 1 0 0,-1 1-1 0 0,1-1 1 0 0,0 0-1 0 0,1 0 0 0 0,-1 0 1 0 0,1 0-1 0 0,-1 0 0 0 0,0-6 1 0 0,2 9-10 0 0,1 0 1 0 0,-1 0-1 0 0,0 0 1 0 0,1-1 0 0 0,-1 1-1 0 0,1 0 1 0 0,-1 0-1 0 0,1 1 1 0 0,-1-1-1 0 0,1 0 1 0 0,-1 0-1 0 0,1 0 1 0 0,0 0 0 0 0,0 0-1 0 0,-1 1 1 0 0,1-1-1 0 0,0 0 1 0 0,0 1-1 0 0,0-1 1 0 0,2 0 0 0 0,22-12-3 0 0,-19 11 2 0 0,39-17 0 0 0,1 1 0 0 0,91-20 0 0 0,-127 37 3 0 0,0-1 0 0 0,0 2 0 0 0,0-1 0 0 0,0 1 0 0 0,0 1 0 0 0,0 0 0 0 0,0 0 0 0 0,0 1 0 0 0,0 0 0 0 0,19 8-1 0 0,-7-1 6 0 0,0 2 0 0 0,0 1 0 0 0,26 18 0 0 0,-41-27-8 0 0,-6-4 0 0 0,12 20 0 0 0,-13-19 0 0 0,0 0 0 0 0,0 0 0 0 0,0 1 0 0 0,1-1 0 0 0,-1 0 0 0 0,0 1 0 0 0,0-1 0 0 0,1 0 0 0 0,-1 0 0 0 0,0 1 0 0 0,0-1 0 0 0,1 0 0 0 0,-1 0 0 0 0,0 0 0 0 0,1 1 0 0 0,-1-1 0 0 0,0 0 0 0 0,1 0 0 0 0,-1 0 0 0 0,0 0 0 0 0,1 0 0 0 0,-1 0 0 0 0,0 0 0 0 0,1 0 0 0 0,-1 0 0 0 0,0 0 0 0 0,1 0 0 0 0,-1 0 0 0 0,0 0 0 0 0,1 0 0 0 0,-1 0 0 0 0,0 0 0 0 0,1 0 0 0 0,-1 0 0 0 0,0 0 0 0 0,1 0 0 0 0,-1-1 0 0 0,0 1 0 0 0,1 0 0 0 0,-1 0 0 0 0,0 0 0 0 0,0-1 0 0 0,1 1 0 0 0,-1-1 0 0 0,6-6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42.6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1239 0 0,'2'1'10'0'0,"0"1"0"0"0,0-1-1 0 0,0 0 1 0 0,0 1-1 0 0,0-1 1 0 0,-1 1-1 0 0,1 0 1 0 0,0 0 0 0 0,-1 0-1 0 0,3 3 1 0 0,2 2-4 0 0,2 2 57 0 0,1 0-1 0 0,1 0 1 0 0,-1-1-1 0 0,1 0 1 0 0,1-1-1 0 0,0 0 1 0 0,0-1-1 0 0,0 0 0 0 0,0-1 1 0 0,1 0-1 0 0,0-1 1 0 0,0 0-1 0 0,0-1 1 0 0,1 0-1 0 0,-1-1 1 0 0,1-1-1 0 0,17 1 0 0 0,25-5 61 0 0,91-15 0 0 0,-63 5 33 0 0,-77 12-145 0 0,-4 0 8 0 0,0 1-1 0 0,1 0 1 0 0,-1-1 0 0 0,1 1-1 0 0,-1 0 1 0 0,1 0 0 0 0,-1 0-1 0 0,1 0 1 0 0,-1 1-1 0 0,0-1 1 0 0,1 1 0 0 0,-1-1-1 0 0,5 3 1 0 0,-7-3-16 0 0,0 0-1 0 0,0 1 1 0 0,1-1 0 0 0,-1 0 0 0 0,0 0-1 0 0,0 1 1 0 0,0-1 0 0 0,0 0 0 0 0,0 1 0 0 0,0-1-1 0 0,0 0 1 0 0,0 1 0 0 0,0-1 0 0 0,0 0 0 0 0,0 1-1 0 0,0-1 1 0 0,0 0 0 0 0,0 1 0 0 0,0-1-1 0 0,0 0 1 0 0,0 1 0 0 0,0-1 0 0 0,0 0 0 0 0,0 1-1 0 0,-1-1 1 0 0,1 0 0 0 0,0 1 0 0 0,0-1-1 0 0,0 0 1 0 0,-1 0 0 0 0,1 1 0 0 0,0-1 0 0 0,0 0-1 0 0,-1 1 1 0 0,-10 11 37 0 0,8-9-39 0 0,-258 265-36 0 0,155-161-12 0 0,18-17-7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47.6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1214 471 1495 0 0,'3'-11'24'0'0,"-1"0"0"0"0,0 0-1 0 0,-1 0 1 0 0,0-16-1 0 0,0 11-13 0 0,0-11-37 0 0,-1 1 0 0 0,-1-1 0 0 0,-1 1 0 0 0,-6-31-1 0 0,6 51 26 0 0,0 0 0 0 0,0 0 0 0 0,-1 1-1 0 0,0-1 1 0 0,0 1 0 0 0,0 0-1 0 0,-1 0 1 0 0,1 0 0 0 0,-1 0-1 0 0,-1 1 1 0 0,1-1 0 0 0,0 1 0 0 0,-6-4-1 0 0,-3-2 11 0 0,-1 1 0 0 0,0 0 0 0 0,-24-11 0 0 0,-19-4-8 0 0,-101-28 0 0 0,133 45 0 0 0,-1 2 0 0 0,0 1 0 0 0,0 1 0 0 0,0 1 0 0 0,-1 2 0 0 0,1 0 0 0 0,0 2 0 0 0,0 0 0 0 0,0 2 0 0 0,0 1 0 0 0,0 1 0 0 0,-28 11 0 0 0,16-1-9 0 0,0 2 0 0 0,-38 24-1 0 0,-5 2-26 0 0,54-31 36 0 0,1 2 0 0 0,1 0 0 0 0,1 2 0 0 0,0 0 0 0 0,1 2 0 0 0,1 0 0 0 0,-22 26 0 0 0,37-37 4 0 0,1 0-1 0 0,0 0 0 0 0,1 1 0 0 0,0-1 0 0 0,0 1 0 0 0,1 1 0 0 0,0-1 0 0 0,-4 13 0 0 0,7-16 3 0 0,0 0 0 0 0,0 0 0 0 0,1 0 0 0 0,-1 1 0 0 0,1-1 0 0 0,0 0 0 0 0,1 0 0 0 0,0 0 0 0 0,0 0 0 0 0,0 0 0 0 0,1 0 0 0 0,-1 0 0 0 0,2 0 0 0 0,3 9 0 0 0,11 16-15 0 0,1-1 1 0 0,1-1-1 0 0,1 0 1 0 0,32 34-1 0 0,-46-57 7 0 0,1 0 1 0 0,0 0-1 0 0,0-1 0 0 0,0 0 0 0 0,13 7 0 0 0,43 17 2 0 0,-15-8-64 0 0,19 15 64 0 0,-41-20 0 0 0,1-2 0 0 0,1-1 0 0 0,50 17 0 0 0,-63-27 3 0 0,1-1 0 0 0,-1 0 0 0 0,0-1 0 0 0,1 0-1 0 0,-1-2 1 0 0,1 1 0 0 0,16-5 0 0 0,106-26-9 0 0,-127 28-11 0 0,16-5 30 0 0,0-3 0 0 0,-1 0 0 0 0,0-1 0 0 0,39-26-1 0 0,58-49-12 0 0,-63 41 0 0 0,-38 30 13 0 0,-1-2 0 0 0,-1 0 0 0 0,-1-1 0 0 0,23-30-1 0 0,-35 40-12 0 0,0-1 0 0 0,-1 0 0 0 0,-1 1 0 0 0,0-2 0 0 0,0 1 0 0 0,-1-1 0 0 0,0 1 0 0 0,-1-1 0 0 0,0 0 0 0 0,-1 0 0 0 0,2-20-1 0 0,-4 22 0 0 0,0-1 0 0 0,0 0 0 0 0,-1 1-1 0 0,-1-1 1 0 0,1 1 0 0 0,-1 0 0 0 0,-1-1-1 0 0,0 1 1 0 0,0 0 0 0 0,-1 0 0 0 0,0 1-1 0 0,-1-1 1 0 0,1 1 0 0 0,-8-9-1 0 0,6 9-3 0 0,0 1 0 0 0,0 0 0 0 0,-1 1 0 0 0,1-1 0 0 0,-2 1 0 0 0,1 1 0 0 0,-1-1 0 0 0,1 1 0 0 0,-2 1 0 0 0,1-1 0 0 0,0 1 0 0 0,-10-3 0 0 0,12 6 5 0 0,0-1 1 0 0,0 1-1 0 0,0 0 0 0 0,0 0 1 0 0,0 0-1 0 0,0 1 0 0 0,-1 0 0 0 0,1 0 1 0 0,0 1-1 0 0,0 0 0 0 0,0 0 0 0 0,0 0 1 0 0,0 1-1 0 0,0 0 0 0 0,0 0 0 0 0,0 0 1 0 0,1 1-1 0 0,-1 0 0 0 0,-5 4 0 0 0,-3 3 0 0 0,-22 20 0 0 0,4 1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53.3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0 0 1551 0 0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6:55.7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1 160 1463 0 0,'0'-9'77'0'0,"0"6"-72"0"0,0 1 0 0 0,0 0 0 0 0,1 0 0 0 0,-1 0 1 0 0,0 0-1 0 0,1-1 0 0 0,-1 1 0 0 0,1 0 0 0 0,1-2 0 0 0,2-6-14 0 0,3-5-30 0 0,-6 15 38 0 0,-1-1 0 0 0,1 1 0 0 0,-1 0 0 0 0,1-1 0 0 0,0 1 1 0 0,-1 0-1 0 0,1 0 0 0 0,0-1 0 0 0,0 1 0 0 0,-1 0 0 0 0,1 0 0 0 0,0 0 0 0 0,-1 0 0 0 0,1 0 0 0 0,0 0 0 0 0,0 0 0 0 0,-1 0 0 0 0,1 0 0 0 0,0 0 0 0 0,-1 0 0 0 0,1 1 0 0 0,0-1 0 0 0,0 0 0 0 0,0 1 0 0 0,105 41 65 0 0,8 8-64 0 0,-73-31 6 0 0,86 28-1 0 0,-109-43-1 0 0,0-1 1 0 0,0 0-1 0 0,0-2 0 0 0,0 0 1 0 0,0-1-1 0 0,0-1 0 0 0,24-4 1 0 0,123-34 13 0 0,-61 8-18 0 0,62-17 0 0 0,-141 43 0 0 0,1 1 0 0 0,1 1 0 0 0,-1 1 0 0 0,43 2 0 0 0,183 38 0 0 0,-88-10 0 0 0,-87-21 0 0 0,78-2 0 0 0,-86-5 0 0 0,120 15 0 0 0,-159-9 0 0 0,85 11 0 0 0,-91-15 0 0 0,-1-1 0 0 0,46-3 0 0 0,234-57 0 0 0,-79 11 0 0 0,-100 36 0 0 0,-31 5 0 0 0,367-80 0 0 0,-291 57 32 0 0,-132 26-21 0 0,1 2 0 0 0,60 4-1 0 0,237 48 44 0 0,-310-44-62 0 0,-1 1 0 0 0,0 0-1 0 0,32 17 1 0 0,66 40-12 0 0,-106-55 19 0 0,-7-4 1 0 0,1-1 0 0 0,-1 0 0 0 0,1 0 0 0 0,0-1 0 0 0,0-1 0 0 0,0 1 0 0 0,16 0 0 0 0,4-1 0 0 0,38-3 0 0 0,-64 1 0 0 0,21 1 0 0 0,-24-1 0 0 0,0 0 0 0 0,0 0 0 0 0,0 0 0 0 0,0 0 0 0 0,1 1 0 0 0,-1-1 0 0 0,0 1 0 0 0,0-1 0 0 0,0 0 0 0 0,0 1 0 0 0,0 0 0 0 0,0-1 0 0 0,-1 1 0 0 0,1 0 0 0 0,0-1 0 0 0,0 1 0 0 0,0 0 0 0 0,0 1 0 0 0,2 7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7:29.7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478 86 1375 0 0,'1'-1'85'0'0,"0"-1"0"0"0,-1 1-1 0 0,1-1 1 0 0,-1 1 0 0 0,0-1-1 0 0,1 1 1 0 0,-1-1 0 0 0,0 1-1 0 0,0-1 1 0 0,0 0-1 0 0,0 1 1 0 0,0-1 0 0 0,0 1-1 0 0,0-1 1 0 0,0 1 0 0 0,-1-1-1 0 0,1 1 1 0 0,-1-1 0 0 0,1 1-1 0 0,-1-1 1 0 0,1 1 0 0 0,-1-1-1 0 0,0 1 1 0 0,0 0-1 0 0,0 0 1 0 0,0-1 0 0 0,0 1-1 0 0,0 0 1 0 0,0 0 0 0 0,0 0-1 0 0,0 0 1 0 0,0 0 0 0 0,-1 0-1 0 0,1 0 1 0 0,0 0-1 0 0,-1 1 1 0 0,1-1 0 0 0,-1 0-1 0 0,1 1 1 0 0,-1-1 0 0 0,1 1-1 0 0,-1 0 1 0 0,1-1 0 0 0,-1 1-1 0 0,1 0 1 0 0,-1 0-1 0 0,-3 0 1 0 0,-33 2 639 0 0,25-1-625 0 0,0-1-1 0 0,0 0 1 0 0,0 0 0 0 0,-21-5-1 0 0,-8-6-222 0 0,26 6-341 0 0,1 1 0 0 0,-1 1 0 0 0,0 0 0 0 0,-24-1 0 0 0,22 5 80 0 0,1 0 0 0 0,-1 1 0 0 0,0 1 0 0 0,0 0 0 0 0,-30 12-1 0 0,43-13 414 0 0,1-1 90 0 0,-1 1-1 0 0,1-1 1 0 0,-1 0 0 0 0,-8 1-1 0 0,14-2 38 0 0,1 1-1 0 0,-1-1 0 0 0,0 1 1 0 0,0-1-1 0 0,0 1 0 0 0,-1-1 0 0 0,1 1 1 0 0,0 0-1 0 0,0-1 0 0 0,0 1 1 0 0,0 0-1 0 0,-1 0 0 0 0,1 0 0 0 0,0 0 1 0 0,-1-1-1 0 0,1 1 0 0 0,0 0 1 0 0,0 2-1 0 0,9 17 726 0 0,-10-19-974 0 0,5 10 636 0 0,0 0 0 0 0,-1 0 0 0 0,4 22 0 0 0,-8-31-479 0 0,1 0 1 0 0,-1-1-1 0 0,0 1 1 0 0,0 0-1 0 0,0 0 1 0 0,-1 0-1 0 0,1 0 1 0 0,-1 3-1 0 0,1-4-44 0 0,-1 0 1 0 0,1-1-1 0 0,0 1 1 0 0,0 0-1 0 0,-1 0 1 0 0,1 0-1 0 0,0 0 0 0 0,0-1 1 0 0,0 1-1 0 0,0 0 1 0 0,0 0-1 0 0,0 0 0 0 0,1 0 1 0 0,-1-1-1 0 0,0 1 1 0 0,0 0-1 0 0,0 0 0 0 0,1 0 1 0 0,-1-1-1 0 0,1 1 1 0 0,-1 0-1 0 0,0 0 0 0 0,1-1 1 0 0,-1 1-1 0 0,1 0 1 0 0,0-1-1 0 0,-1 1 1 0 0,1 0-1 0 0,-1-1 0 0 0,1 1 1 0 0,0-1-1 0 0,0 1 1 0 0,-1-1-1 0 0,2 1 0 0 0,7 4-665 0 0,4-2-2588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7:40.3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0 715 6911 0 0,'0'0'528'0'0,"14"-15"904"0"0,24-32 1021 0 0,41-69-1 0 0,-51 73-1942 0 0,-12 17-221 0 0,-2-1 0 0 0,0 0-1 0 0,-2-1 1 0 0,-1 0 0 0 0,-1 0 0 0 0,-1-1 0 0 0,-2-1 0 0 0,-1 0 0 0 0,-1 1-1 0 0,1-55 1 0 0,-4 49-128 0 0,-1 16-9 0 0,0 0-1 0 0,-3-30 1 0 0,-1 43 107 0 0,0 11-107 0 0,-1 9-24 0 0,-3 44 6 0 0,1 100 0 0 0,0 14-79 0 0,-5-90 16 0 0,-3 38-156 0 0,13-102-1353 0 0,3 32-1 0 0,0-38-4428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7:40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625 86 6447 0 0,'7'-74'2278'0'0,"-7"73"-2164"0"0,-1-10 1094 0 0,-4 16-95 0 0,-6 15-187 0 0,-36 122 346 0 0,26-72-1017 0 0,-37 115 313 0 0,-56 166 391 0 0,-25-8-710 0 0,120-304-244 0 0,-160 359 0 0 0,142-294-5 0 0,37-104-4 0 0,0 0 0 0 0,0 0 0 0 0,0 0 0 0 0,0 0 1 0 0,0 0-1 0 0,0 0 0 0 0,0 0 0 0 0,0 0 0 0 0,0 0 0 0 0,0 0 0 0 0,0 0 0 0 0,1 0 0 0 0,-1 0 0 0 0,0 0 0 0 0,0 0 0 0 0,0 0 0 0 0,0 0 0 0 0,0 0 0 0 0,0 0 0 0 0,0 0 0 0 0,0 0 0 0 0,0 0 1 0 0,0 0-1 0 0,0 0 0 0 0,0 0 0 0 0,0 0 0 0 0,0 0 0 0 0,0 0 0 0 0,0 0 0 0 0,0 0 0 0 0,0 0 0 0 0,0 0 0 0 0,0 0 0 0 0,1 0 0 0 0,-1 0 0 0 0,0 0 0 0 0,0 0 0 0 0,0 0 0 0 0,0 0 0 0 0,0 0 0 0 0,0 0 1 0 0,0 0-1 0 0,0 0 0 0 0,0 1 0 0 0,0-1 0 0 0,0 0 0 0 0,0 0 0 0 0,7-8-566 0 0,8-12-1721 0 0,-7 7-2283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7:41.4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 35 2759 0 0,'0'-3'224'0'0,"0"1"-1"0"0,-1-1 0 0 0,1 1 0 0 0,0-1 0 0 0,-1 1 1 0 0,0 0-1 0 0,0-1 0 0 0,0 1 0 0 0,-1-3 0 0 0,1 4-148 0 0,1 1 0 0 0,0-1-1 0 0,0 1 1 0 0,-1-1-1 0 0,1 1 1 0 0,-1-1 0 0 0,1 1-1 0 0,0 0 1 0 0,-1-1 0 0 0,1 1-1 0 0,-1 0 1 0 0,1-1-1 0 0,-1 1 1 0 0,1 0 0 0 0,-1 0-1 0 0,1-1 1 0 0,-1 1-1 0 0,1 0 1 0 0,-1 0 0 0 0,1 0-1 0 0,-1 0 1 0 0,0-1-1 0 0,1 1 1 0 0,-1 0 0 0 0,1 0-1 0 0,-1 0 1 0 0,1 0 0 0 0,-1 0-1 0 0,1 1 1 0 0,-1-1-1 0 0,0 0 1 0 0,1 0 0 0 0,-1 0-1 0 0,1 0 1 0 0,-1 1-1 0 0,1-1 1 0 0,-1 0 0 0 0,1 0-1 0 0,-1 1 1 0 0,1-1-1 0 0,-1 1 1 0 0,1-1 0 0 0,0 0-1 0 0,-1 1 1 0 0,1-1 0 0 0,-1 1-1 0 0,1-1 1 0 0,-1 1-1 0 0,-2 3 198 0 0,0 0 1 0 0,-1 1-1 0 0,1-1 0 0 0,0 0 0 0 0,1 1 0 0 0,-1 0 0 0 0,-2 8 0 0 0,-10 40 692 0 0,10-34-575 0 0,-16 75 416 0 0,5 1-1 0 0,-8 143 1 0 0,23-206-688 0 0,-1 2 161 0 0,-1 0-1 0 0,-9 46 1 0 0,60-215-1008 0 0,22-26-531 0 0,-55 128 1220 0 0,-7 15 44 0 0,33-76 89 0 0,60-100-1 0 0,-80 167 136 0 0,-20 25-172 0 0,0 1 0 0 0,1 0 1 0 0,-1-1-1 0 0,1 1 1 0 0,-1 0-1 0 0,1 0 0 0 0,-1 0 1 0 0,1 0-1 0 0,-1 0 1 0 0,1 1-1 0 0,0-1 0 0 0,-1 0 1 0 0,1 1-1 0 0,0-1 0 0 0,0 1 1 0 0,2-1-1 0 0,-4 1-29 0 0,1 0-1 0 0,-1 0 1 0 0,1 1-1 0 0,-1-1 0 0 0,1 0 1 0 0,-1 0-1 0 0,1 0 1 0 0,-1 0-1 0 0,1 0 1 0 0,-1 0-1 0 0,1 1 0 0 0,-1-1 1 0 0,1 0-1 0 0,-1 0 1 0 0,0 1-1 0 0,1-1 1 0 0,-1 0-1 0 0,1 1 1 0 0,-1-1-1 0 0,0 1 0 0 0,1-1 1 0 0,-1 0-1 0 0,0 1 1 0 0,1-1-1 0 0,-1 1 1 0 0,0 0-1 0 0,1 0 21 0 0,-1 1 0 0 0,1-1-1 0 0,-1 1 1 0 0,0-1 0 0 0,0 1 0 0 0,1-1-1 0 0,-1 1 1 0 0,-1 3 0 0 0,1 1 19 0 0,-1 0 1 0 0,-1 0-1 0 0,-2 9 0 0 0,-5 7-97 0 0,0 0-1 0 0,-2-1 0 0 0,0-1 0 0 0,-2 0 1 0 0,-27 35-1 0 0,21-32-20 0 0,-1-2-1 0 0,-1 0 0 0 0,-1-2 1 0 0,-33 24-1 0 0,14-19 54 0 0,71-28 0 0 0,-16 0 10 0 0,1 0 1 0 0,-1 1-1 0 0,1 1 0 0 0,0 0 0 0 0,-1 1 0 0 0,1 0 0 0 0,0 2 0 0 0,0-1 1 0 0,-1 2-1 0 0,1 0 0 0 0,0 1 0 0 0,-1 0 0 0 0,0 1 0 0 0,0 1 0 0 0,0 0 1 0 0,0 1-1 0 0,-1 0 0 0 0,0 1 0 0 0,0 0 0 0 0,-1 2 0 0 0,0-1 0 0 0,21 20 1 0 0,-12-6 256 0 0,-12-13-41 0 0,0 1 0 0 0,1-1 0 0 0,15 10 1 0 0,-23-17-147 0 0,1 0 0 0 0,0 0 0 0 0,0-1 0 0 0,0 1 1 0 0,0-1-1 0 0,0 0 0 0 0,0 0 0 0 0,0 0 0 0 0,1 0 1 0 0,-1-1-1 0 0,0 1 0 0 0,0-1 0 0 0,1 0 0 0 0,-1 0 1 0 0,0 0-1 0 0,1 0 0 0 0,-1-1 0 0 0,5-1 1 0 0,1-1 93 0 0,0 0 1 0 0,0-1 0 0 0,0 0-1 0 0,-1-1 1 0 0,1 0 0 0 0,-1 0-1 0 0,0-1 1 0 0,-1 0 0 0 0,0 0 0 0 0,9-10-1 0 0,4-7 319 0 0,31-49 0 0 0,-24 32-298 0 0,-5 12-1649 0 0,-10 15-5820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7:51.3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93 373 1343 0 0,'-10'5'0'0'0,"0"-2"0"0"0,-15 5 0 0 0,21-8 0 0 0,1 1 0 0 0,-1 0 0 0 0,0-1 0 0 0,1 0 0 0 0,-1 0 0 0 0,1 0 0 0 0,-1 0 0 0 0,0-1 0 0 0,-6-1 0 0 0,10 2 0 0 0,-1 0 0 0 0,1 0 0 0 0,0 0 0 0 0,0 0 0 0 0,0 0 0 0 0,0 0 0 0 0,-1 0 0 0 0,1 0 0 0 0,0 0 0 0 0,0 0 0 0 0,0-1 0 0 0,0 1 0 0 0,-1 0 0 0 0,1 0 0 0 0,0 0 0 0 0,0 0 0 0 0,0 0 0 0 0,0-1 0 0 0,0 1 0 0 0,0 0 0 0 0,-1 0 0 0 0,1 0 0 0 0,0 0 0 0 0,0-1 0 0 0,0 1 0 0 0,0 0 0 0 0,0 0 0 0 0,0 0 0 0 0,0-1 0 0 0,0 1 0 0 0,0 0 0 0 0,0 0 0 0 0,0 0 0 0 0,0-1 0 0 0,0 1 0 0 0,0 0 0 0 0,0 0 0 0 0,0 0 0 0 0,0-1 0 0 0,0 1 0 0 0,0 0 0 0 0,0 0 0 0 0,0 0 0 0 0,1 0 0 0 0,-1-1 0 0 0,0 1 0 0 0,11-15 0 0 0,-10 14 0 0 0,11-13 0 0 0,0 1 0 0 0,0 1 0 0 0,1 0 0 0 0,20-13 0 0 0,10 2 0 0 0,0 2 0 0 0,53-18 0 0 0,-6 3 0 0 0,24-7 0 0 0,-23 10 0 0 0,-41 12 0 0 0,70-26 0 0 0,-101 41 0 0 0,1 0 0 0 0,-1 2 0 0 0,1 0 0 0 0,26-1 0 0 0,-39 5 3 0 0,1 0-1 0 0,-1 0 1 0 0,1 1-1 0 0,-1 0 1 0 0,0 1-1 0 0,0 0 1 0 0,0 0-1 0 0,0 0 1 0 0,0 1-1 0 0,0 0 1 0 0,0 0-1 0 0,9 6 0 0 0,-7-2 2 0 0,0 0 0 0 0,0 1 0 0 0,-1 0 0 0 0,0 0 0 0 0,0 1 0 0 0,0 0 0 0 0,6 12 0 0 0,-7-10-4 0 0,1 1 0 0 0,0-1 0 0 0,1-1 0 0 0,0 0 0 0 0,0 0 0 0 0,1-1 0 0 0,0 0 0 0 0,1-1 0 0 0,0 0 0 0 0,0 0 0 0 0,1-1 0 0 0,20 8 0 0 0,-16-8-5 0 0,1-1 0 0 0,0-1-1 0 0,0 0 1 0 0,0-1 0 0 0,1-1-1 0 0,-1-1 1 0 0,1 0 0 0 0,0-1-1 0 0,-1-1 1 0 0,1-1 0 0 0,35-6-1 0 0,-18-1 6 0 0,-5 1 0 0 0,56-5 0 0 0,-76 11 0 0 0,0 1 0 0 0,0 0 0 0 0,0 1 0 0 0,0 0 0 0 0,0 1 0 0 0,0 0 0 0 0,0 1 0 0 0,-1 0 0 0 0,17 7 0 0 0,6 6 0 0 0,-14-7 0 0 0,-1 0 0 0 0,1-1 0 0 0,1-1 0 0 0,0-1 0 0 0,0 0 0 0 0,24 3 0 0 0,-16-7 0 0 0,-1-1 0 0 0,1-1 0 0 0,-1-2 0 0 0,1-1 0 0 0,29-6 0 0 0,131-41 0 0 0,-18 3 0 0 0,11 18 0 0 0,-145 26 0 0 0,1 2 0 0 0,-1 1 0 0 0,40 6 0 0 0,-64-5 0 0 0,0 1 0 0 0,-1 1 0 0 0,1 0 0 0 0,-1 0 0 0 0,0 1 0 0 0,0 0 0 0 0,0 1 0 0 0,0 0 0 0 0,-1 0 0 0 0,0 1 0 0 0,0 1 0 0 0,0-1 0 0 0,-1 1 0 0 0,0 1 0 0 0,0-1 0 0 0,-1 1 0 0 0,0 1 0 0 0,-1 0 0 0 0,1-1 0 0 0,-2 2 0 0 0,1-1 0 0 0,-1 1 0 0 0,-1 0 0 0 0,0 0 0 0 0,0 0 0 0 0,-1 0 0 0 0,0 1 0 0 0,-1 0 0 0 0,2 17 0 0 0,-4-16 4 0 0,0 0 0 0 0,-1 0-1 0 0,-5 23 1 0 0,-16 44 69 0 0,22-79-73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7:56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38 1295 0 0,'0'-1'5'0'0,"-1"1"-1"0"0,1 0 1 0 0,0 0-1 0 0,-1-1 1 0 0,1 1-1 0 0,-1 0 1 0 0,1-1-1 0 0,0 1 1 0 0,-1 0-1 0 0,1-1 1 0 0,0 1-1 0 0,0-1 0 0 0,-1 1 1 0 0,1 0-1 0 0,0-1 1 0 0,0 1-1 0 0,-1-1 1 0 0,1 1-1 0 0,0-1 1 0 0,0 1-1 0 0,0-1 1 0 0,0 1-1 0 0,0-1 1 0 0,0 0-1 0 0,0 1-4 0 0,3-7 0 0 0,-1 5 3 0 0,0 0-1 0 0,-1 1 0 0 0,1-1 0 0 0,0 1 1 0 0,0-1-1 0 0,0 1 0 0 0,0 0 0 0 0,1 0 0 0 0,-1 0 1 0 0,0 0-1 0 0,1 0 0 0 0,-1 0 0 0 0,0 0 0 0 0,1 1 1 0 0,-1 0-1 0 0,1-1 0 0 0,-1 1 0 0 0,1 0 0 0 0,-1 0 1 0 0,0 0-1 0 0,1 0 0 0 0,-1 1 0 0 0,1-1 0 0 0,-1 1 1 0 0,1-1-1 0 0,-1 1 0 0 0,0 0 0 0 0,3 1 0 0 0,-4-1-2 0 0,1 0 0 0 0,0 1 0 0 0,0-1 0 0 0,0 0 0 0 0,0 0 0 0 0,0 1 0 0 0,1-1 0 0 0,-1-1 0 0 0,0 1 0 0 0,0 0 0 0 0,1-1 0 0 0,-1 1 0 0 0,1-1 0 0 0,-1 1 0 0 0,0-1 0 0 0,1 0 0 0 0,-1 0 0 0 0,1 0 0 0 0,-1-1 0 0 0,0 1 0 0 0,3-1 0 0 0,63-13 0 0 0,-66 14 0 0 0,1 0 0 0 0,-1 0 0 0 0,1 1 0 0 0,-1-1 0 0 0,0 0 0 0 0,1 1 0 0 0,-1-1 0 0 0,1 1 0 0 0,-1 0 0 0 0,0 0 0 0 0,0 0 0 0 0,0 0 0 0 0,1 0 0 0 0,1 2 0 0 0,-2-1 0 0 0,1-1 0 0 0,0 0 0 0 0,-1 1 0 0 0,1-1 0 0 0,0 0 0 0 0,-1 0 0 0 0,1-1 0 0 0,0 1 0 0 0,6 0 0 0 0,-7 0 0 0 0,1-1 0 0 0,-1 1 0 0 0,0-1 0 0 0,1 1 0 0 0,-1 0 0 0 0,0 0 0 0 0,0 0 0 0 0,1 0 0 0 0,-1 0 0 0 0,0 1 0 0 0,3 1 0 0 0,-3-1 0 0 0,1 0 0 0 0,-1 0 0 0 0,1-1 0 0 0,-1 0 0 0 0,1 1 0 0 0,0-1 0 0 0,0 0 0 0 0,5 1 0 0 0,24 1-15 0 0,-1-3 0 0 0,32-2 0 0 0,5 0-4 0 0,-36 0 19 0 0,-1-1 0 0 0,43-10 0 0 0,36-3 0 0 0,-94 16 0 0 0,32 3 0 0 0,2 1 0 0 0,-16-4 0 0 0,92-4 0 0 0,-105 3 0 0 0,0 1 0 0 0,1 2 0 0 0,-1 0 0 0 0,35 7 0 0 0,-20-2 0 0 0,-20-6 0 0 0,0 0 0 0 0,0-1 0 0 0,0-1 0 0 0,0 0 0 0 0,24-6 0 0 0,6 0 0 0 0,-28 5 4 0 0,-8 0 5 0 0,0 1-1 0 0,1 0 1 0 0,-1 1-1 0 0,0 0 1 0 0,1 1-1 0 0,-1-1 1 0 0,18 5-1 0 0,2 4-8 0 0,46 6 0 0 0,-62-13 0 0 0,-1-1 0 0 0,1-1 0 0 0,0 0 0 0 0,0-1 0 0 0,25-4 0 0 0,44-20 0 0 0,-23 6 0 0 0,-57 18 0 0 0,0 0 0 0 0,0 1 0 0 0,0-1 0 0 0,0 1 0 0 0,0 0 0 0 0,0 0 0 0 0,0 0 0 0 0,0 0 0 0 0,0 0 0 0 0,4 2 0 0 0,-6-2 0 0 0,0 0 0 0 0,0 1 0 0 0,0-1 0 0 0,0 1 0 0 0,-1-1 0 0 0,1 1 0 0 0,0-1 0 0 0,0 1 0 0 0,0-1 0 0 0,-1 1 0 0 0,1 0 0 0 0,0-1 0 0 0,-1 1 0 0 0,1 0 0 0 0,-1 0 0 0 0,1 0 0 0 0,-1 0 0 0 0,1-1 0 0 0,-1 1 0 0 0,1 0 0 0 0,-1 0 0 0 0,0 0 0 0 0,1 0 0 0 0,-1 0 0 0 0,0 0 0 0 0,0 0 0 0 0,0 0 0 0 0,0 0 0 0 0,0 0 0 0 0,0 0 0 0 0,0 0 0 0 0,0 0 0 0 0,0 0 0 0 0,-1 1 0 0 0,-7 24 0 0 0,3-11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8:00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37 388 1215 0 0,'-1'0'0'0'0,"-1"0"0"0"0,1 0 0 0 0,-1-1 0 0 0,1 1 0 0 0,-1 0 0 0 0,0 0 0 0 0,1 0 0 0 0,-1 1 0 0 0,1-1 0 0 0,-1 0 0 0 0,1 1 0 0 0,-1-1 0 0 0,0 1 0 0 0,1-1 0 0 0,0 1 0 0 0,-1 0 0 0 0,1-1 0 0 0,-1 1 0 0 0,1 0 0 0 0,0 0 0 0 0,0 0 0 0 0,-1 0 0 0 0,-1 2 0 0 0,3-2 0 0 0,1 0 0 0 0,9-3 0 0 0,-3 0 0 0 0,0 1 0 0 0,1 0 0 0 0,-1 0 0 0 0,0 1 0 0 0,1 0 0 0 0,-1 1 0 0 0,1-1 0 0 0,-1 1 0 0 0,8 2 0 0 0,8 3 0 0 0,1-1 0 0 0,0-1 0 0 0,1-2 0 0 0,-1 0 0 0 0,0-2 0 0 0,25-2 0 0 0,146-26 0 0 0,-23 2 0 0 0,39 10 0 0 0,37-3 0 0 0,-127 6 10 0 0,253-17 44 0 0,-156 11-54 0 0,-1-18 0 0 0,-214 37 0 0 0,69-11 16 0 0,2 4 0 0 0,-1 2 0 0 0,123 10 0 0 0,160-2-16 0 0,-330-3 0 0 0,67-2 0 0 0,279-15 0 0 0,-279 7 0 0 0,-1 5 0 0 0,124 7 0 0 0,-186 1 0 0 0,161 4 0 0 0,-164-7 0 0 0,0-2 0 0 0,0-2 0 0 0,0 0 0 0 0,52-16 0 0 0,-26 0 16 0 0,0-1 0 0 0,-2-4 0 0 0,72-44 0 0 0,-114 63-16 0 0,13-9 0 0 0,-21 14 0 0 0,1 1 0 0 0,-1-1 0 0 0,0 0 0 0 0,0 1 0 0 0,1-1 0 0 0,-1 1 0 0 0,0 0 0 0 0,1-1 0 0 0,-1 1 0 0 0,0 0 0 0 0,1 0 0 0 0,-1 0 0 0 0,3 0 0 0 0,-4 0 0 0 0,0 0 0 0 0,1 1 0 0 0,-1-1 0 0 0,0 0 0 0 0,0 1 0 0 0,1-1 0 0 0,-1 0 0 0 0,0 1 0 0 0,0-1 0 0 0,0 0 0 0 0,1 1 0 0 0,-1-1 0 0 0,0 0 0 0 0,0 1 0 0 0,0-1 0 0 0,0 1 0 0 0,0-1 0 0 0,0 0 0 0 0,0 1 0 0 0,0-1 0 0 0,0 0 0 0 0,0 1 0 0 0,0-1 0 0 0,0 1 0 0 0,0-1 0 0 0,0 0 0 0 0,0 1 0 0 0,-1-1 0 0 0,1 1 0 0 0,0-1 0 0 0,0 1 0 0 0,-6 16 0 0 0,4-13 0 0 0,-1 4 0 0 0,0 1 0 0 0,-1-1 0 0 0,0 0 0 0 0,-1-1 0 0 0,0 1 0 0 0,0-1 0 0 0,-1 0 0 0 0,1 0 0 0 0,-1 0 0 0 0,-1-1 0 0 0,1 0 0 0 0,-9 6 0 0 0,-26 16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8:03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109 195 1639 0 0,'-14'3'24'0'0,"1"1"0"0"0,0 0 0 0 0,0 1 0 0 0,0 0 0 0 0,-21 12 0 0 0,27-9-24 0 0,7-7 0 0 0,0-1 0 0 0,-1 0 0 0 0,1 0 0 0 0,0 0 0 0 0,0 1 0 0 0,0-1 0 0 0,0 0 0 0 0,0 0 0 0 0,0 1 0 0 0,0-1 0 0 0,0 0 0 0 0,-1 0 0 0 0,1 1 0 0 0,0-1 0 0 0,0 0 0 0 0,0 0 0 0 0,0 1 0 0 0,0-1 0 0 0,0 0 0 0 0,0 0 0 0 0,1 1 0 0 0,-1-1 0 0 0,0 0 0 0 0,0 0 0 0 0,0 1 0 0 0,0-1 0 0 0,0 0 0 0 0,0 0 0 0 0,0 1 0 0 0,0-1 0 0 0,1 0 0 0 0,-1 0 0 0 0,0 0 0 0 0,0 1 0 0 0,0-1 0 0 0,0 0 0 0 0,1 0 0 0 0,-1 0 0 0 0,0 0 0 0 0,0 1 0 0 0,1-1 0 0 0,-1 0 0 0 0,0 0 0 0 0,0 0 0 0 0,1 0 0 0 0,0 1 0 0 0,7-5 0 0 0,-5 2 0 0 0,6-4-85 0 0,-2 0 135 0 0,2 0 0 0 0,-1 0 0 0 0,1 1 0 0 0,0 1 0 0 0,0 0 1 0 0,16-6-1 0 0,-7 8-393 0 0,-1 0 1 0 0,0 1-1 0 0,27 3 1 0 0,-28-1 425 0 0,0-1 0 0 0,0 0 0 0 0,0-1 0 0 0,27-5 0 0 0,-28 2 41 0 0,0 1 0 0 0,0 0 0 0 0,1 1 0 0 0,0 0 0 0 0,-1 1 0 0 0,27 3 0 0 0,57 14 6 0 0,-62-8-52 0 0,58 4-1 0 0,-13-11-77 0 0,-35-1 0 0 0,64 9 0 0 0,-65-4 0 0 0,0-1 0 0 0,0-2 0 0 0,0-3 0 0 0,78-10 0 0 0,257-72 244 0 0,-307 66-269 0 0,84-8 0 0 0,76 4-87 0 0,-55 7 70 0 0,43 6 42 0 0,1 19 0 0 0,-29-1 0 0 0,193 19 11 0 0,13 8 141 0 0,-177-24 2 0 0,86 0 369 0 0,-240-15-379 0 0,25-1 16 0 0,177 16 0 0 0,-248-10-94 0 0,162 20-29 0 0,-135-19-58 0 0,87-5-1 0 0,31-13 161 0 0,128-8 46 0 0,-165 13-160 0 0,253-4-10 0 0,-254 18 61 0 0,166-15 0 0 0,-131-4 58 0 0,180-19-129 0 0,128 7 240 0 0,87 6-38 0 0,-547 19-200 0 0,222-13 6 0 0,157-4-16 0 0,-320 18 3 0 0,647 10 0 0 0,-261 3 0 0 0,-446-13-23 0 0,1 0-1 0 0,22-5 0 0 0,-32 5 19 0 0,0-1 0 0 0,-1 1 1 0 0,1-1-1 0 0,0 0 0 0 0,0 0 0 0 0,-1 0 0 0 0,1 0 1 0 0,-1-1-1 0 0,1 1 0 0 0,-1-1 0 0 0,0 1 0 0 0,1-1 1 0 0,-1 0-1 0 0,0 0 0 0 0,0 0 0 0 0,0 0 0 0 0,0 0 1 0 0,2-4-1 0 0,-5 4-176 0 0,-4 4 11 0 0,3-1 115 0 0,-9 3-65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8:06.0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1143 277 1375 0 0,'-1'-4'0'0'0,"0"0"0"0"0,0-1 0 0 0,-1 1 0 0 0,1 0 0 0 0,-1 0 0 0 0,0-1 0 0 0,-1 2 0 0 0,1-1 0 0 0,-1 0 0 0 0,1 0 0 0 0,-1 1 0 0 0,0-1 0 0 0,-1 1 0 0 0,-3-4 0 0 0,0 3 0 0 0,1 1 0 0 0,-1-1 0 0 0,1 1 0 0 0,-1 0 0 0 0,0 1 0 0 0,0 0 0 0 0,-14-3 0 0 0,-70-18 21 0 0,49 11 1 0 0,-68-9-1 0 0,97 20-21 0 0,-1 1 0 0 0,1 1 0 0 0,0 0 0 0 0,0 0 0 0 0,0 1 0 0 0,0 1 0 0 0,1 0 0 0 0,-1 1 0 0 0,1 0 0 0 0,-14 8 0 0 0,-15 8 0 0 0,-59 41 0 0 0,55-32 0 0 0,-28 15-11 0 0,9-6-15 0 0,-65 51-1 0 0,111-74 18 0 0,1 0 0 0 0,1 2 0 0 0,1 0 0 0 0,0 0 0 0 0,1 2 0 0 0,1-1-1 0 0,1 2 1 0 0,1 0 0 0 0,0 0 0 0 0,2 1 0 0 0,0 0 0 0 0,1 0 0 0 0,-6 34-1 0 0,11-42 14 0 0,2 0-1 0 0,0 0 1 0 0,0 0-1 0 0,2 0 0 0 0,-1 0 1 0 0,2 1-1 0 0,-1-1 0 0 0,2 0 1 0 0,0-1-1 0 0,0 1 0 0 0,2 0 1 0 0,-1-1-1 0 0,12 21 1 0 0,-6-14-2 0 0,2-1 0 0 0,0 1 0 0 0,2-2 0 0 0,-1 0 0 0 0,2-1 0 0 0,0 0 0 0 0,26 19 0 0 0,-30-26-7 0 0,1-1 0 0 0,0 0-1 0 0,0-1 1 0 0,1 0 0 0 0,0-1-1 0 0,0-1 1 0 0,1 0 0 0 0,-1 0-1 0 0,19 2 1 0 0,11 0 3 0 0,0-1 1 0 0,0-3-1 0 0,1-1 0 0 0,-1-2 0 0 0,65-9 0 0 0,-44-1 2 0 0,0-3 0 0 0,0-3 0 0 0,-2-2 0 0 0,0-3 0 0 0,-1-3 0 0 0,-1-3 0 0 0,86-52 0 0 0,-130 69 10 0 0,-1-1 0 0 0,0 0 0 0 0,0-1 0 0 0,-2-1 0 0 0,0-1 0 0 0,0 1 0 0 0,-1-2 0 0 0,-1 0 0 0 0,13-21 0 0 0,-10 10-17 0 0,-1-1 0 0 0,-2 0-1 0 0,0-1 1 0 0,-2 1 0 0 0,7-36-1 0 0,-13 39-6 0 0,-1-1 0 0 0,0 0-1 0 0,-2 1 1 0 0,-4-33 0 0 0,4 51 13 0 0,-2-24 15 0 0,-2 0 0 0 0,0 1-1 0 0,-2-1 1 0 0,-18-52-1 0 0,21 72-9 0 0,-1 0 0 0 0,-1 0 0 0 0,0 0 0 0 0,0 1-1 0 0,-1 0 1 0 0,-1 0 0 0 0,1 1 0 0 0,-1 0-1 0 0,0 0 1 0 0,-1 0 0 0 0,0 1 0 0 0,0 0 0 0 0,-1 0-1 0 0,0 1 1 0 0,0 0 0 0 0,0 1 0 0 0,-11-5-1 0 0,-25-5 115 0 0,0 2 0 0 0,-58-10 0 0 0,61 14-185 0 0,-26-6-857 0 0,23 4 1158 0 0,-1 2 0 0 0,-58-5-1 0 0,98 14-119 0 0,-1 0-1 0 0,1 0 1 0 0,0 1-1 0 0,0 0 1 0 0,0 0-1 0 0,0 0 0 0 0,0 1 1 0 0,0 0-1 0 0,0 0 1 0 0,1 1-1 0 0,-1-1 0 0 0,1 1 1 0 0,-9 6-1 0 0,12-7-102 0 0,-1 0 0 0 0,0 0 0 0 0,1 1 0 0 0,-1 0 0 0 0,1-1 0 0 0,0 1 0 0 0,0 0 0 0 0,0 0 0 0 0,0 0 0 0 0,0 1 0 0 0,1-1 0 0 0,-1 0-1 0 0,1 1 1 0 0,0-1 0 0 0,0 0 0 0 0,0 1 0 0 0,1-1 0 0 0,-1 1 0 0 0,1 0 0 0 0,0-1 0 0 0,0 1 0 0 0,0-1 0 0 0,0 1 0 0 0,2 5 0 0 0,0 0-6 0 0,1 1-1 0 0,0 0 1 0 0,1-1 0 0 0,0 0 0 0 0,1 0 0 0 0,0 0 0 0 0,0 0 0 0 0,0-1-1 0 0,2 0 1 0 0,8 10 0 0 0,0-2 4 0 0,1-1 1 0 0,0 0-1 0 0,32 21 0 0 0,0-7-9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8:07.1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1484 666 1719 0 0,'0'0'0'0'0,"6"-120"-104"0"0,-6 103 87 0 0,-1 1 0 0 0,-1 0-1 0 0,0 0 1 0 0,-1 0 0 0 0,-7-21-1 0 0,6 28 54 0 0,-1-1 0 0 0,0 0 0 0 0,0 1-1 0 0,-1 0 1 0 0,0 1 0 0 0,0-1 0 0 0,-9-7-1 0 0,-55-50 255 0 0,44 43-263 0 0,-2 2 0 0 0,-1 0-1 0 0,0 2 1 0 0,-1 2-1 0 0,-1 0 1 0 0,-1 3-1 0 0,0 0 1 0 0,-1 2-1 0 0,0 1 1 0 0,-1 2 0 0 0,-38-5-1 0 0,29 8 312 0 0,-80-1 0 0 0,99 7-237 0 0,0 2 0 0 0,-1 1 1 0 0,2 1-1 0 0,-45 13 1 0 0,21 1-37 0 0,1 2 1 0 0,-58 34 0 0 0,15-7-5 0 0,64-33-43 0 0,0 0-1 0 0,1 1 0 0 0,1 1 1 0 0,0 2-1 0 0,1 0 0 0 0,1 1 1 0 0,1 1-1 0 0,0 1 0 0 0,-20 30 1 0 0,29-36-9 0 0,1 0 0 0 0,1 1 0 0 0,1 0 0 0 0,0 1 1 0 0,1 0-1 0 0,1 0 0 0 0,0 1 0 0 0,2 0 0 0 0,0-1 0 0 0,1 2 1 0 0,0-1-1 0 0,2 0 0 0 0,0 0 0 0 0,1 1 0 0 0,3 24 0 0 0,1-16-6 0 0,1-2 0 0 0,1 1-1 0 0,1 0 1 0 0,2-1-1 0 0,0-1 1 0 0,2 1 0 0 0,0-2-1 0 0,2 1 1 0 0,1-2-1 0 0,0 0 1 0 0,2 0 0 0 0,0-2-1 0 0,1 0 1 0 0,1 0-1 0 0,1-2 1 0 0,1-1 0 0 0,1 0-1 0 0,0-1 1 0 0,1-1-1 0 0,32 16 1 0 0,-25-18-12 0 0,1-1 0 0 0,1-1-1 0 0,0-1 1 0 0,55 9 0 0 0,-39-13 23 0 0,1-2 0 0 0,75-3 0 0 0,-30-5 15 0 0,98-17 0 0 0,-155 15-30 0 0,1-2 1 0 0,-1-2-1 0 0,-1-1 0 0 0,0-2 0 0 0,54-28 0 0 0,-48 18 47 0 0,-1-3-1 0 0,-2-1 0 0 0,67-60 1 0 0,-89 70-57 0 0,0 0-1 0 0,-1-1 1 0 0,-1 0 0 0 0,-1-1 0 0 0,0-1 0 0 0,-2 0 0 0 0,0-1 0 0 0,-1 0-1 0 0,-1 0 1 0 0,11-44 0 0 0,-17 49 10 0 0,0 0 0 0 0,-1 0 0 0 0,-1 0 0 0 0,0-1 0 0 0,-2 1 0 0 0,0 0 0 0 0,-3-20 0 0 0,-1 14 23 0 0,0-1-1 0 0,-2 1 1 0 0,0 1-1 0 0,-16-32 1 0 0,-3 5 30 0 0,-3 2-1 0 0,-1 1 1 0 0,-55-63 0 0 0,77 99-53 0 0,-90-101 49 0 0,85 97-43 0 0,-1 0-1 0 0,-1 1 1 0 0,0 1-1 0 0,0 0 1 0 0,-28-13-1 0 0,38 21-11 0 0,-1 1 1 0 0,1-1-1 0 0,-1 1 0 0 0,0 1 0 0 0,0-1 0 0 0,0 1 0 0 0,0 0 0 0 0,0 1 0 0 0,0-1 0 0 0,-8 1 0 0 0,9 1-19 0 0,0 0 0 0 0,0 0 0 0 0,0 0-1 0 0,0 1 1 0 0,0 0 0 0 0,1 0 0 0 0,-1 0 0 0 0,0 0 0 0 0,1 1 0 0 0,0 0 0 0 0,0 0 0 0 0,-6 5-1 0 0,-3 4-35 0 0,0 1-1 0 0,1 1 0 0 0,1 0 0 0 0,-19 30 0 0 0,23-32 57 0 0,-2 4 6 0 0,2-1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09T16:38:12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1469 146 2151 0 0,'-33'-22'1276'0'0,"-51"-44"-2020"0"0,71 57 821 0 0,0 1-1 0 0,0 1 1 0 0,-1 0 0 0 0,0 1 0 0 0,-15-5-1 0 0,17 8-66 0 0,0 1-1 0 0,0 0 1 0 0,-1 1-1 0 0,1 0 0 0 0,0 1 1 0 0,-1 0-1 0 0,1 1 0 0 0,-1 0 1 0 0,1 1-1 0 0,0 1 0 0 0,-14 4 1 0 0,1 1-40 0 0,-41 20 1 0 0,9 1 79 0 0,18-8-50 0 0,2 1 0 0 0,0 2 0 0 0,-38 33 0 0 0,60-44 0 0 0,1 1 0 0 0,0 1 0 0 0,0 0 0 0 0,2 1 0 0 0,0 0 0 0 0,0 1 0 0 0,2 1 0 0 0,0-1 0 0 0,-7 21 0 0 0,-4 22 0 0 0,-16 75 0 0 0,23-78 0 0 0,-90 400 0 0 0,54-222 0 0 0,-55 315 0 0 0,66-328 0 0 0,-65 289 0 0 0,-36 217 0 0 0,133-671 0 0 0,2 1 0 0 0,3 0 0 0 0,7 82 0 0 0,6-46 67 0 0,28 118 0 0 0,-20-131-32 0 0,4 0 1 0 0,48 115-1 0 0,-22-93-95 0 0,-16-35-30 0 0,26 76 0 0 0,-52-125 94 0 0,-4-13 37 0 0,-1 1-1 0 0,0-1 1 0 0,0 0 0 0 0,-1 1-1 0 0,1 0 1 0 0,0 9-1 0 0,-2-13-28 0 0,0 1 0 0 0,1 0 0 0 0,0-1 0 0 0,0 1-1 0 0,0 0 1 0 0,0-1 0 0 0,1 1 0 0 0,-1-1 0 0 0,1 0 0 0 0,0 1-1 0 0,0-1 1 0 0,0 0 0 0 0,0 0 0 0 0,1 0 0 0 0,-1-1-1 0 0,1 1 1 0 0,-1 0 0 0 0,1-1 0 0 0,0 0 0 0 0,6 4-1 0 0,-3-2 12 0 0,0-1 0 0 0,0 0-1 0 0,1 0 1 0 0,-1 0-1 0 0,1-1 1 0 0,-1 0-1 0 0,1 0 1 0 0,0-1-1 0 0,-1 0 1 0 0,13 1-1 0 0,56-8 10 0 0,-17 1 31 0 0,-11 0 123 0 0,69-16-1 0 0,-94 17-144 0 0,135-35 130 0 0,69-12-83 0 0,186 4 50 0 0,-370 43-190 0 0,69 4 0 0 0,-88 2 19 0 0,1 1-1 0 0,-1 1 1 0 0,0 1-1 0 0,31 10 0 0 0,-6 5-94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4.6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52 1096 4143 0 0,'-24'12'957'0'0,"21"-11"-668"0"0,0 1 0 0 0,-1-1-1 0 0,1 1 1 0 0,0 0-1 0 0,0 0 1 0 0,-6 4 0 0 0,34-34 2781 0 0,3 1-1890 0 0,30-37-1 0 0,-13 13-850 0 0,151-139 667 0 0,-105 104-526 0 0,93-115 218 0 0,-77 79-418 0 0,-68 79-273 0 0,2 2-1 0 0,2 2 0 0 0,2 1 0 0 0,61-38 1 0 0,-83 61-136 0 0,-2 3-295 0 0,-1-1 0 0 0,26-22-1 0 0,-43 31 91 0 0,0 1-1 0 0,0 0 0 0 0,0-1 0 0 0,0 0 1 0 0,-1 1-1 0 0,4-9 0 0 0,-3 2-862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4.8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21 130 919 0 0,'-17'-3'1285'0'0,"13"-2"-268"0"0,10-3-273 0 0,12-5 3186 0 0,5 4-3334 0 0,-4 2 534 0 0,53-24 1741 0 0,-51 21-2555 0 0,0 1 0 0 0,0 1 0 0 0,1 0-1 0 0,0 2 1 0 0,36-6 0 0 0,-54 11-256 0 0,0 1-1 0 0,0 0 0 0 0,-1 0 1 0 0,1 0-1 0 0,0 1 0 0 0,-1-1 1 0 0,1 1-1 0 0,0 0 0 0 0,-1 0 1 0 0,1 0-1 0 0,-1 0 0 0 0,0 1 1 0 0,1-1-1 0 0,3 3 0 0 0,-5-2-13 0 0,0 0-1 0 0,0 0 1 0 0,0 0-1 0 0,0 0 1 0 0,0 0 0 0 0,0 0-1 0 0,-1 1 1 0 0,1-1-1 0 0,-1 1 1 0 0,0-1-1 0 0,0 1 1 0 0,1-1 0 0 0,-2 1-1 0 0,1 0 1 0 0,0-1-1 0 0,0 1 1 0 0,-1 0-1 0 0,0 0 1 0 0,1 3 0 0 0,-1 9 51 0 0,-1 0 0 0 0,0-1 1 0 0,-1 1-1 0 0,-1 0 0 0 0,0-1 1 0 0,-8 22-1 0 0,-4 3-16 0 0,-21 39-1 0 0,21-52-128 0 0,-31 43 1 0 0,26-41-979 0 0,15-20-485 0 0,1 1-3745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5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44 367 1375 0 0,'-4'-3'2696'0'0,"22"-2"3016"0"0,-8 1-5338 0 0,1 1-1 0 0,-1-2 1 0 0,0 1-1 0 0,0-1 0 0 0,-1-1 1 0 0,1 0-1 0 0,-1 0 1 0 0,0-1-1 0 0,-1 0 1 0 0,0-1-1 0 0,0 0 0 0 0,0 0 1 0 0,-1 0-1 0 0,8-14 1 0 0,-7 12-352 0 0,-2-1 1 0 0,1 0 0 0 0,-1-1-1 0 0,-1 0 1 0 0,0 0 0 0 0,-1 0-1 0 0,0 0 1 0 0,-1-1 0 0 0,0 1-1 0 0,-1-1 1 0 0,0 0 0 0 0,0-20-1 0 0,-3 30-22 0 0,1-1 0 0 0,0 1 0 0 0,-1-1 0 0 0,0 1 0 0 0,0-1 0 0 0,0 1 0 0 0,0-1 0 0 0,0 1 0 0 0,-1 0 0 0 0,1-1 0 0 0,-1 1 0 0 0,0 0 0 0 0,0 0 0 0 0,0 0 0 0 0,-1 0 0 0 0,-3-3 0 0 0,3 4 0 0 0,1 0 0 0 0,-1 0 0 0 0,1 1 0 0 0,-1-1 0 0 0,1 1 0 0 0,-1 0 0 0 0,0 0 0 0 0,0 0 0 0 0,1 0 0 0 0,-1 0 0 0 0,0 1 0 0 0,0-1 0 0 0,0 1 0 0 0,0 0 0 0 0,0-1 0 0 0,0 2 0 0 0,0-1 0 0 0,0 0 0 0 0,0 0 0 0 0,-5 2 0 0 0,0 1 4 0 0,-1 0 0 0 0,1 1 0 0 0,0 0 0 0 0,0 0-1 0 0,0 0 1 0 0,1 1 0 0 0,-1 1 0 0 0,1-1 0 0 0,0 1-1 0 0,1 0 1 0 0,-1 0 0 0 0,1 1 0 0 0,1 0 0 0 0,-1 0-1 0 0,1 1 1 0 0,-5 9 0 0 0,4-5 18 0 0,-1 0 0 0 0,2 1 0 0 0,0 0 0 0 0,0 1 0 0 0,1-1 0 0 0,1 1 0 0 0,0 0 0 0 0,1-1 1 0 0,0 25-1 0 0,2-22-7 0 0,0-1 0 0 0,2 1 0 0 0,0-1 0 0 0,1 0 0 0 0,0 0 0 0 0,1 0 0 0 0,1 0 1 0 0,0-1-1 0 0,1 1 0 0 0,13 21 0 0 0,-13-27 9 0 0,0-1 0 0 0,0 1 0 0 0,1-1 0 0 0,0 0 0 0 0,1-1 1 0 0,0 1-1 0 0,0-2 0 0 0,0 1 0 0 0,1-1 0 0 0,0 0 0 0 0,0-1 0 0 0,1 0 0 0 0,-1-1 0 0 0,1 1 0 0 0,0-2 0 0 0,14 4 1 0 0,-17-5-138 0 0,1-1 0 0 0,-1 0 0 0 0,9 0 0 0 0,1-3-3989 0 0,-2-1-1054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5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 48 6911 0 0,'-2'-7'415'0'0,"1"-1"0"0"0,0 1-1 0 0,0-13 1 0 0,1 19-335 0 0,0 1 1 0 0,0 0-1 0 0,0 0 0 0 0,0-1 1 0 0,0 1-1 0 0,1 0 1 0 0,-1 0-1 0 0,0-1 0 0 0,0 1 1 0 0,0 0-1 0 0,0 0 0 0 0,0-1 1 0 0,1 1-1 0 0,-1 0 1 0 0,0 0-1 0 0,0 0 0 0 0,0 0 1 0 0,1-1-1 0 0,-1 1 0 0 0,0 0 1 0 0,0 0-1 0 0,1 0 0 0 0,-1 0 1 0 0,0 0-1 0 0,0-1 1 0 0,1 1-1 0 0,-1 0 0 0 0,0 0 1 0 0,0 0-1 0 0,1 0 0 0 0,-1 0 1 0 0,0 0-1 0 0,0 0 0 0 0,1 0 1 0 0,-1 0-1 0 0,0 0 1 0 0,1 0-1 0 0,-1 0 0 0 0,0 0 1 0 0,0 0-1 0 0,1 1 0 0 0,-1-1 1 0 0,0 0-1 0 0,0 0 0 0 0,1 0 1 0 0,-1 0-1 0 0,0 1 1 0 0,14 5 1636 0 0,23 23 391 0 0,44 43 1 0 0,-39-34-1705 0 0,5 4-125 0 0,-19-19-253 0 0,-1 1 1 0 0,-1 1 0 0 0,34 45-1 0 0,-34-30-1118 0 0,-24-38 48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5.9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40 919 0 0,'-3'-9'-51'0'0,"2"6"135"0"0,0 0 0 0 0,0 0 1 0 0,-1 0-1 0 0,1 0 0 0 0,-1 0 1 0 0,-2-2-1 0 0,4 4 25 0 0,-1 0-1 0 0,1 1 1 0 0,-1-1-1 0 0,0 1 1 0 0,1-1-1 0 0,-1 1 1 0 0,0-1-1 0 0,1 1 1 0 0,-1 0-1 0 0,0-1 1 0 0,0 1-1 0 0,0 0 1 0 0,1 0-1 0 0,-1-1 1 0 0,0 1-1 0 0,0 0 1 0 0,0 0-1 0 0,0 0 1 0 0,1 0-1 0 0,-1 0 1 0 0,0 0-1 0 0,0 0 1 0 0,0 0-1 0 0,1 0 1 0 0,-1 1-1 0 0,0-1 1 0 0,0 0-1 0 0,-1 1 1 0 0,-2 1 231 0 0,0 0 0 0 0,0 1 0 0 0,0-1 0 0 0,0 1 0 0 0,1-1 0 0 0,-1 1 0 0 0,1 0 0 0 0,0 1 0 0 0,0-1 0 0 0,0 1 0 0 0,-3 4 0 0 0,-4 7 879 0 0,-12 25 0 0 0,15-25-636 0 0,-78 160 1698 0 0,20-38-1890 0 0,44-91-4308 0 0,13-27-577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7.3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8 563 3679 0 0,'-3'-18'1063'0'0,"1"1"-1"0"0,1-1 1 0 0,0 0-1 0 0,1 1 1 0 0,1-1-1 0 0,4-23 1 0 0,-5 40-979 0 0,0 0 0 0 0,0 1 1 0 0,0-1-1 0 0,0 1 0 0 0,0-1 1 0 0,0 1-1 0 0,0-1 0 0 0,0 1 1 0 0,1-1-1 0 0,-1 1 0 0 0,0-1 1 0 0,0 0-1 0 0,1 1 1 0 0,-1 0-1 0 0,0-1 0 0 0,0 1 1 0 0,1-1-1 0 0,-1 1 0 0 0,1-1 1 0 0,-1 1-1 0 0,0 0 0 0 0,1-1 1 0 0,-1 1-1 0 0,1 0 0 0 0,-1-1 1 0 0,1 1-1 0 0,0 0-1 0 0,-1 0 0 0 0,1 0-1 0 0,0 1 1 0 0,-1-1 0 0 0,1 0 0 0 0,-1 0-1 0 0,1 1 1 0 0,-1-1 0 0 0,1 1 0 0 0,-1-1-1 0 0,1 0 1 0 0,-1 1 0 0 0,1-1 0 0 0,-1 1-1 0 0,0-1 1 0 0,1 1 0 0 0,-1-1 0 0 0,1 2 0 0 0,14 28 931 0 0,0 11-577 0 0,-2 0 1 0 0,11 61 0 0 0,0 89-253 0 0,-22-158-185 0 0,-2-1 0 0 0,-1 0 0 0 0,-6 33 0 0 0,-27 92 0 0 0,27-136 24 0 0,3-19 15 0 0,3-13-30 0 0,20-220-1559 0 0,-9 152 772 0 0,-4 21 376 0 0,19-135-215 0 0,-19 157 1014 0 0,3 1 1 0 0,0 0-1 0 0,19-43 1 0 0,-24 69-155 0 0,15-30 678 0 0,-18 37-837 0 0,0 0 1 0 0,0-1-1 0 0,1 1 0 0 0,-1 1 1 0 0,1-1-1 0 0,0 0 0 0 0,-1 0 1 0 0,1 0-1 0 0,0 1 0 0 0,0-1 1 0 0,0 1-1 0 0,0 0 1 0 0,0-1-1 0 0,3 0 0 0 0,-4 2-48 0 0,0 0 0 0 0,1 0 0 0 0,-1 0 0 0 0,0 0 0 0 0,0 0 0 0 0,0 1 0 0 0,0-1 0 0 0,0 0 0 0 0,0 1 0 0 0,1-1 0 0 0,-1 1 0 0 0,0-1 0 0 0,0 1 0 0 0,0-1 0 0 0,0 1 0 0 0,0 0 0 0 0,-1 0 0 0 0,1-1 0 0 0,0 1 0 0 0,0 0 0 0 0,0 0 0 0 0,-1 0 0 0 0,2 2 0 0 0,15 23 286 0 0,-8-6-317 0 0,-1-1 1 0 0,-1 1-1 0 0,-1 0 1 0 0,3 22 0 0 0,-4-19-4 0 0,14 77-14 0 0,6 22-272 0 0,-24-115 248 0 0,1-1 1 0 0,1 1-1 0 0,-1-1 0 0 0,1 0 0 0 0,0 0 1 0 0,0 0-1 0 0,7 7 0 0 0,-9-11 30 0 0,0-1 0 0 0,0 0 0 0 0,1 1-1 0 0,-1-1 1 0 0,0 0 0 0 0,1 0 0 0 0,-1 0 0 0 0,1 0-1 0 0,-1 0 1 0 0,1 0 0 0 0,0 0 0 0 0,-1-1 0 0 0,1 1 0 0 0,0 0-1 0 0,0-1 1 0 0,0 0 0 0 0,-1 1 0 0 0,1-1 0 0 0,0 0-1 0 0,0 0 1 0 0,0 0 0 0 0,0 0 0 0 0,-1 0 0 0 0,1 0 0 0 0,0-1-1 0 0,0 1 1 0 0,0-1 0 0 0,-1 1 0 0 0,1-1 0 0 0,0 0-1 0 0,1 0 1 0 0,6-4-16 0 0,-1 0 0 0 0,1-1 0 0 0,-1 0 0 0 0,-1 0 1 0 0,1-1-1 0 0,-1 0 0 0 0,0 0 0 0 0,10-15 0 0 0,2-5-185 0 0,19-38 1 0 0,-22 37 58 0 0,-2-1 0 0 0,-1 0 0 0 0,-1-1 0 0 0,-2 0 0 0 0,-1-1 0 0 0,-1 0 0 0 0,-2-1 0 0 0,-1 1 0 0 0,-1-1 0 0 0,-1-34 0 0 0,-4 48 209 0 0,0-19 352 0 0,-6-45 1 0 0,5 71-239 0 0,0 1 1 0 0,0-1-1 0 0,-1 0 0 0 0,-1 1 1 0 0,0-1-1 0 0,0 1 0 0 0,-1 0 1 0 0,-10-15-1 0 0,14 23-159 0 0,0 0-1 0 0,-1 1 1 0 0,1-1 0 0 0,0 1-1 0 0,-1-1 1 0 0,1 1 0 0 0,-1-1-1 0 0,1 1 1 0 0,-1 0-1 0 0,0 0 1 0 0,1 0 0 0 0,-1 0-1 0 0,0 0 1 0 0,0 0 0 0 0,0 0-1 0 0,0 0 1 0 0,0 1-1 0 0,0-1 1 0 0,0 1 0 0 0,0-1-1 0 0,0 1 1 0 0,0 0 0 0 0,0 0-1 0 0,-2 0 1 0 0,1 1-8 0 0,0 0 1 0 0,0 0-1 0 0,1 0 0 0 0,-1 0 1 0 0,0 0-1 0 0,1 1 1 0 0,-1-1-1 0 0,1 1 0 0 0,0-1 1 0 0,-1 1-1 0 0,1 0 1 0 0,0 0-1 0 0,0 0 0 0 0,0 1 1 0 0,0-1-1 0 0,-2 4 1 0 0,0 1 3 0 0,-1 1 1 0 0,2 0-1 0 0,-1 0 1 0 0,1 0-1 0 0,0 0 1 0 0,-3 14 0 0 0,3-3 12 0 0,-3 37 0 0 0,5-24-37 0 0,2-1-1 0 0,1 1 0 0 0,1 0 1 0 0,2-1-1 0 0,1 1 0 0 0,2-1 1 0 0,1-1-1 0 0,1 0 0 0 0,2 0 1 0 0,0-1-1 0 0,27 43 0 0 0,-34-63 13 0 0,1-2 0 0 0,-1 1 0 0 0,1 0 0 0 0,1-1 0 0 0,-1 0 0 0 0,1-1 0 0 0,1 1 0 0 0,-1-1 0 0 0,10 5 0 0 0,-14-9 0 0 0,0 0 0 0 0,1-1 0 0 0,-1 1 0 0 0,1-1 0 0 0,-1 1 0 0 0,1-1 0 0 0,-1 0 0 0 0,1-1 0 0 0,0 1 0 0 0,-1-1 0 0 0,1 1 0 0 0,0-1 0 0 0,0 0 0 0 0,-1-1 0 0 0,1 1 0 0 0,0-1 0 0 0,0 1 0 0 0,-1-1 0 0 0,1 0 0 0 0,-1 0 0 0 0,1-1 0 0 0,-1 1 0 0 0,1-1 0 0 0,-1 0 0 0 0,6-4 0 0 0,-2 1-45 0 0,-1-1-1 0 0,0 0 1 0 0,-1 0-1 0 0,1 0 1 0 0,-1-1-1 0 0,0 0 0 0 0,-1 0 1 0 0,1 0-1 0 0,3-10 1 0 0,1-4-180 0 0,-1 0 0 0 0,6-28 0 0 0,-5 6-573 0 0,-9 40 765 0 0,1 0 0 0 0,-1 0-1 0 0,0-1 1 0 0,0 1 0 0 0,0 0-1 0 0,-1 0 1 0 0,1-1 0 0 0,-1 1-1 0 0,0 0 1 0 0,0 0 0 0 0,-1-4-1 0 0,2 6 36 0 0,-1 1-1 0 0,1 0 1 0 0,0-1-1 0 0,0 1 0 0 0,0 0 1 0 0,0-1-1 0 0,-1 1 1 0 0,1 0-1 0 0,0-1 1 0 0,-1 1-1 0 0,1 0 1 0 0,0-1-1 0 0,0 1 1 0 0,-1 0-1 0 0,1 0 0 0 0,0-1 1 0 0,-1 1-1 0 0,1 0 1 0 0,-1 0-1 0 0,1 0 1 0 0,0 0-1 0 0,-1-1 1 0 0,1 1-1 0 0,-1 0 0 0 0,1 0 1 0 0,0 0-1 0 0,-1 0 1 0 0,1 0-1 0 0,-1 0 1 0 0,1 0-1 0 0,-1 0 1 0 0,0 1 6 0 0,0-1 1 0 0,0 1 0 0 0,0-1 0 0 0,0 1 0 0 0,0 0-1 0 0,1-1 1 0 0,-1 1 0 0 0,0 0 0 0 0,0-1 0 0 0,1 1 0 0 0,-2 2-1 0 0,-1 1 86 0 0,0 1 0 0 0,0-1 0 0 0,1 1 0 0 0,-2 6 0 0 0,1-2 31 0 0,0 0 0 0 0,2 0 0 0 0,-1 1 0 0 0,1-1 0 0 0,0 0 0 0 0,1 1 1 0 0,0-1-1 0 0,0 1 0 0 0,1-1 0 0 0,0 1 0 0 0,1-1 0 0 0,0 0 0 0 0,4 9 0 0 0,-4-13-108 0 0,0 0 0 0 0,0 0 0 0 0,0 0 0 0 0,1 0 0 0 0,0 0 0 0 0,0-1 0 0 0,0 1 0 0 0,1-1-1 0 0,-1 0 1 0 0,1 0 0 0 0,0 0 0 0 0,0-1 0 0 0,0 0 0 0 0,1 1 0 0 0,-1-1 0 0 0,1-1 0 0 0,0 1 0 0 0,0-1-1 0 0,0 1 1 0 0,0-2 0 0 0,0 1 0 0 0,0 0 0 0 0,10 1 0 0 0,-8-3-19 0 0,0 1-1 0 0,-1-1 1 0 0,1-1 0 0 0,0 1 0 0 0,-1-1 0 0 0,1 0-1 0 0,0-1 1 0 0,-1 1 0 0 0,0-1 0 0 0,1-1-1 0 0,-1 1 1 0 0,0-1 0 0 0,0 0 0 0 0,0 0 0 0 0,0-1-1 0 0,-1 0 1 0 0,0 0 0 0 0,1 0 0 0 0,-2 0-1 0 0,1-1 1 0 0,0 0 0 0 0,-1 0 0 0 0,0 0 0 0 0,0-1-1 0 0,0 0 1 0 0,-1 1 0 0 0,0-1 0 0 0,0 0-1 0 0,4-12 1 0 0,-6 14 1 0 0,0 0 0 0 0,0 0-1 0 0,0 1 1 0 0,-1-1 0 0 0,1 0-1 0 0,-1 0 1 0 0,0 0 0 0 0,0 0-1 0 0,-1 0 1 0 0,1 1 0 0 0,-1-1-1 0 0,0 0 1 0 0,0 0 0 0 0,0 0-1 0 0,0 1 1 0 0,-1-1 0 0 0,1 1-1 0 0,-1-1 1 0 0,0 1 0 0 0,0 0-1 0 0,0-1 1 0 0,0 1 0 0 0,-4-3-1 0 0,1 1 0 0 0,0 1-1 0 0,0 0 1 0 0,-1 0-1 0 0,0 0 1 0 0,0 0-1 0 0,0 1 1 0 0,0 0 0 0 0,0 0-1 0 0,-1 1 1 0 0,1-1-1 0 0,-1 2 1 0 0,-7-3-1 0 0,1 2 3 0 0,0 1 0 0 0,0 0 0 0 0,0 1 0 0 0,0 0 0 0 0,-25 4 0 0 0,-63 20 0 0 0,96-21 10 0 0,9-1 12 0 0,11-2 10 0 0,199-78 15 0 0,-104 34-30 0 0,-91 36-10 0 0,61-19-66 0 0,-70 25 55 0 0,0-1-1 0 0,1 1 0 0 0,0 1 1 0 0,-1 0-1 0 0,19 1 0 0 0,-25 0 5 0 0,0 1 0 0 0,-1-1 0 0 0,1 1 0 0 0,0 0 0 0 0,-1 0 0 0 0,1 1 0 0 0,-1-1 0 0 0,0 1 0 0 0,1-1 0 0 0,-1 1 0 0 0,0 0 0 0 0,0 0 0 0 0,5 5 0 0 0,-4-3 0 0 0,0 0 0 0 0,0 0 0 0 0,-1 1 0 0 0,0 0 0 0 0,0 0 0 0 0,0 0 0 0 0,0 0 0 0 0,2 6 0 0 0,-1 3 0 0 0,0 0 0 0 0,-1 0 0 0 0,0 0 0 0 0,-1 0 0 0 0,0 1 0 0 0,-1 17 0 0 0,-2-13 0 0 0,-4 21 0 0 0,3-30 0 0 0,1 0 0 0 0,0 0 0 0 0,0 0 0 0 0,1 0 0 0 0,0 0 0 0 0,1 1 0 0 0,0-1 0 0 0,4 15 0 0 0,-4-23 2 0 0,-1 0 0 0 0,1 0 1 0 0,0 0-1 0 0,0 0 0 0 0,0 0 0 0 0,1-1 0 0 0,-1 1 0 0 0,0 0 0 0 0,1-1 0 0 0,-1 1 0 0 0,1-1 1 0 0,-1 0-1 0 0,1 1 0 0 0,0-1 0 0 0,-1 0 0 0 0,1 0 0 0 0,0 0 0 0 0,0 0 0 0 0,0 0 0 0 0,2 0 1 0 0,0 0-59 0 0,0 0 1 0 0,-1 0 0 0 0,1-1-1 0 0,0 1 1 0 0,0-1 0 0 0,0 0-1 0 0,-1 0 1 0 0,1-1 0 0 0,0 1-1 0 0,5-2 1 0 0,5-3-477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8.11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229 502 8751 0 0,'5'-15'606'0'0,"-1"0"-1"0"0,3-19 0 0 0,-6 27-272 0 0,0 0 0 0 0,-1 1 0 0 0,0-1 0 0 0,0 0-1 0 0,0 0 1 0 0,-1 1 0 0 0,-3-11 0 0 0,4 15-235 0 0,0 1 0 0 0,-1-1 0 0 0,1 1 0 0 0,-1 0 0 0 0,1-1 0 0 0,-1 1 0 0 0,0 0 0 0 0,0-1 0 0 0,1 1 0 0 0,-1 0 0 0 0,0 0 0 0 0,0 0 0 0 0,0 0 0 0 0,0 0 0 0 0,0 0 0 0 0,0 0 0 0 0,-1 0 0 0 0,1 0 0 0 0,0 1 0 0 0,0-1 0 0 0,-2 0 0 0 0,1 0 23 0 0,-1 1 0 0 0,1-1 0 0 0,0 1 0 0 0,0 0-1 0 0,0 0 1 0 0,0 0 0 0 0,-1 0 0 0 0,1 0 0 0 0,0 1-1 0 0,0-1 1 0 0,0 1 0 0 0,-4 1 0 0 0,-2 1 182 0 0,0 1 0 0 0,0 0 1 0 0,0 1-1 0 0,0 0 0 0 0,-12 10 1 0 0,8-3-193 0 0,0 0 0 0 0,0 0 1 0 0,1 1-1 0 0,1 0 0 0 0,0 1 1 0 0,1 0-1 0 0,0 1 1 0 0,-6 17-1 0 0,9-20-86 0 0,1 1-1 0 0,1 0 1 0 0,0 0 0 0 0,0 1 0 0 0,2-1-1 0 0,0 1 1 0 0,0 0 0 0 0,1 0 0 0 0,1-1-1 0 0,2 21 1 0 0,-2-30-20 0 0,1 1 0 0 0,0 0 0 0 0,0-1 0 0 0,1 1 0 0 0,-1-1 0 0 0,1 1 0 0 0,0-1 0 0 0,0 0 0 0 0,0 0 0 0 0,1 0 0 0 0,0 0 0 0 0,5 7 0 0 0,-6-9-6 0 0,0-1 1 0 0,0 1 0 0 0,0 0 0 0 0,1-1 0 0 0,-1 1 0 0 0,0-1-1 0 0,1 0 1 0 0,-1 0 0 0 0,1 0 0 0 0,-1 0 0 0 0,1 0-1 0 0,0-1 1 0 0,-1 1 0 0 0,1-1 0 0 0,0 1 0 0 0,-1-1-1 0 0,1 0 1 0 0,0 0 0 0 0,0 0 0 0 0,-1-1 0 0 0,1 1 0 0 0,0-1-1 0 0,4-1 1 0 0,2-1 1 0 0,-1-1-1 0 0,0 0 0 0 0,0 0 1 0 0,0-1-1 0 0,0 0 0 0 0,0 0 1 0 0,-1-1-1 0 0,0 0 0 0 0,0 0 1 0 0,-1 0-1 0 0,0-1 0 0 0,0 0 1 0 0,8-13-1 0 0,-1 0-15 0 0,-1-2 1 0 0,-1 0-1 0 0,16-42 1 0 0,-21 46-15 0 0,8-35 0 0 0,-12 47 14 0 0,-2 1 0 0 0,1 0 0 0 0,-1-1-1 0 0,1 1 1 0 0,-2-1 0 0 0,1 1 0 0 0,0-1 0 0 0,-1 1-1 0 0,0 0 1 0 0,-1-1 0 0 0,-2-6 0 0 0,4 11 15 0 0,0 0-1 0 0,0 0 1 0 0,-1 1 0 0 0,1-1 0 0 0,0 0-1 0 0,-1 0 1 0 0,1 1 0 0 0,-1-1-1 0 0,1 0 1 0 0,-1 1 0 0 0,1-1 0 0 0,-1 0-1 0 0,0 1 1 0 0,1-1 0 0 0,-1 1 0 0 0,0-1-1 0 0,1 1 1 0 0,-1-1 0 0 0,0 1 0 0 0,0 0-1 0 0,1-1 1 0 0,-1 1 0 0 0,0 0 0 0 0,0-1-1 0 0,0 1 1 0 0,1 0 0 0 0,-1 0-1 0 0,0 0 1 0 0,0 0 0 0 0,0 0 0 0 0,0 0-1 0 0,1 0 1 0 0,-1 0 0 0 0,0 0 0 0 0,0 0-1 0 0,0 1 1 0 0,0-1 0 0 0,1 0 0 0 0,-1 0-1 0 0,0 1 1 0 0,0-1 0 0 0,1 1 0 0 0,-2 0-1 0 0,-1 1 1 0 0,0 0 0 0 0,0 0 1 0 0,1 1-1 0 0,-1-1 0 0 0,1 1 0 0 0,0-1 0 0 0,0 1 0 0 0,0 0 0 0 0,-3 5 0 0 0,0 3 7 0 0,1 0 0 0 0,0 1 0 0 0,1-1-1 0 0,0 1 1 0 0,0 0 0 0 0,1-1 0 0 0,0 17 0 0 0,2-12 35 0 0,0 0 1 0 0,1 1-1 0 0,1-1 0 0 0,6 29 1 0 0,-6-36-10 0 0,1 0 0 0 0,0 0 1 0 0,1-1-1 0 0,0 1 0 0 0,0-1 1 0 0,0 0-1 0 0,10 11 0 0 0,-12-16-26 0 0,0-1 0 0 0,0 1 0 0 0,0-1 0 0 0,0 0 0 0 0,0 0 0 0 0,1 0-1 0 0,-1 0 1 0 0,1 0 0 0 0,0-1 0 0 0,-1 1 0 0 0,1-1 0 0 0,0 0 0 0 0,0 0 0 0 0,0 0-1 0 0,0 0 1 0 0,0 0 0 0 0,0 0 0 0 0,0-1 0 0 0,0 0 0 0 0,0 1 0 0 0,0-1 0 0 0,0 0 0 0 0,0-1-1 0 0,0 1 1 0 0,6-1 0 0 0,-1-2-7 0 0,-1 0 0 0 0,1 0 0 0 0,-1-1 0 0 0,0 0-1 0 0,0 0 1 0 0,0-1 0 0 0,0 0 0 0 0,-1 0 0 0 0,7-6 0 0 0,2-5-21 0 0,0 0 0 0 0,15-22 0 0 0,-15 18-447 0 0,-2 0 0 0 0,0-1 0 0 0,-1-1 0 0 0,-2 0 0 0 0,0-1 0 0 0,-1 0 0 0 0,-1 0-1 0 0,-2-1 1 0 0,0 0 0 0 0,-2 0 0 0 0,0-1 0 0 0,0-39 0 0 0,-6 27 487 0 0,-1 0 1 0 0,-2 1-1 0 0,-2 0 0 0 0,-1 0 1 0 0,-18-46-1 0 0,15 58 623 0 0,11 23-598 0 0,-1 0-1 0 0,1 1 0 0 0,-1-1 0 0 0,1 0 1 0 0,-1 0-1 0 0,1 0 0 0 0,-1 1 1 0 0,0-1-1 0 0,1 0 0 0 0,-1 1 0 0 0,0-1 1 0 0,0 0-1 0 0,1 1 0 0 0,-1-1 1 0 0,0 1-1 0 0,0 0 0 0 0,0-1 1 0 0,0 1-1 0 0,0-1 0 0 0,0 1 0 0 0,0 0 1 0 0,1 0-1 0 0,-3-1 0 0 0,2 2-12 0 0,0-1-1 0 0,1 0 1 0 0,-1 1-1 0 0,1-1 1 0 0,-1 1-1 0 0,0-1 1 0 0,1 1-1 0 0,-1-1 0 0 0,1 1 1 0 0,0-1-1 0 0,-1 1 1 0 0,1-1-1 0 0,-1 1 1 0 0,1-1-1 0 0,0 1 1 0 0,-1 0-1 0 0,1-1 1 0 0,0 1-1 0 0,0 0 1 0 0,-1-1-1 0 0,1 1 1 0 0,0 0-1 0 0,0-1 0 0 0,0 2 1 0 0,-2 20 263 0 0,3 9-59 0 0,2 1 0 0 0,6 31-1 0 0,18 63 243 0 0,-15-74-178 0 0,17 61 278 0 0,-11-44-143 0 0,15 107 1 0 0,-31-165-395 0 0,-2 0 0 0 0,1 1 0 0 0,-1-1 0 0 0,-1 0 0 0 0,-3 16 0 0 0,0-56 26 0 0,4 7-66 0 0,2-1 0 0 0,0 1 0 0 0,2-1 0 0 0,0 1 0 0 0,2 0 0 0 0,0 1 0 0 0,1-1 0 0 0,2 1 0 0 0,0 1 0 0 0,1-1 0 0 0,1 2 0 0 0,15-22 0 0 0,-24 38 1 0 0,1 0 0 0 0,-1 0 0 0 0,1 0 0 0 0,-1 1 0 0 0,1-1 0 0 0,0 1 0 0 0,0 0 0 0 0,0 0 0 0 0,0 0 0 0 0,0 0 0 0 0,0 0 0 0 0,0 1 0 0 0,1-1 0 0 0,-1 1 0 0 0,1 0 0 0 0,5-1 0 0 0,-7 2 1 0 0,1 0 0 0 0,-1 0 0 0 0,0 0 0 0 0,0 0 0 0 0,1 0 0 0 0,-1 1 0 0 0,0-1 0 0 0,0 1 0 0 0,1 0 0 0 0,-1 0 1 0 0,0-1-1 0 0,0 1 0 0 0,0 1 0 0 0,0-1 0 0 0,0 0 0 0 0,0 0 0 0 0,0 1 0 0 0,-1-1 0 0 0,1 1 0 0 0,0 0 0 0 0,-1-1 0 0 0,1 1 0 0 0,-1 0 1 0 0,0 0-1 0 0,0 0 0 0 0,0 0 0 0 0,1 2 0 0 0,3 5 15 0 0,-2 0-1 0 0,1 0 1 0 0,-1 0 0 0 0,0 0 0 0 0,-1 1-1 0 0,2 15 1 0 0,-2 59 79 0 0,-3-65-42 0 0,1-1 1 0 0,1 1-1 0 0,1 0 1 0 0,6 31-1 0 0,-8-49-52 0 0,0-1-1 0 0,0 1 1 0 0,0-1 0 0 0,0 1-1 0 0,0-1 1 0 0,1 1-1 0 0,-1 0 1 0 0,0-1 0 0 0,0 1-1 0 0,0-1 1 0 0,1 1-1 0 0,-1-1 1 0 0,0 1 0 0 0,1-1-1 0 0,-1 1 1 0 0,0-1-1 0 0,1 0 1 0 0,-1 1 0 0 0,0-1-1 0 0,1 1 1 0 0,-1-1 0 0 0,1 0-1 0 0,-1 1 1 0 0,1-1-1 0 0,-1 0 1 0 0,1 0 0 0 0,-1 1-1 0 0,1-1 1 0 0,-1 0-1 0 0,1 0 1 0 0,-1 0 0 0 0,1 1-1 0 0,-1-1 1 0 0,1 0-1 0 0,0 0 1 0 0,-1 0 0 0 0,1 0-1 0 0,-1 0 1 0 0,1 0-1 0 0,-1 0 1 0 0,1-1 0 0 0,0 1-1 0 0,-1 0 1 0 0,1 0-1 0 0,-1 0 1 0 0,1 0 0 0 0,-1-1-1 0 0,1 1 1 0 0,-1 0-1 0 0,1-1 1 0 0,-1 1 0 0 0,1 0-1 0 0,-1-1 1 0 0,0 1-1 0 0,1 0 1 0 0,-1-1 0 0 0,1 0-1 0 0,3-3-67 0 0,-1 0 0 0 0,1 0 0 0 0,-1 0 0 0 0,5-8 0 0 0,4-9-305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8.2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93 16 12119 0 0,'-3'-1'73'0'0,"-4"-2"111"0"0,0 0 0 0 0,0 1-1 0 0,-1 0 1 0 0,-14-2 0 0 0,20 4-130 0 0,1 0 1 0 0,0 0 0 0 0,-1 0-1 0 0,1 0 1 0 0,-1 0-1 0 0,1 0 1 0 0,-1 0 0 0 0,1 0-1 0 0,-1 1 1 0 0,1-1-1 0 0,0 1 1 0 0,-1-1 0 0 0,1 1-1 0 0,0-1 1 0 0,-1 1-1 0 0,1 0 1 0 0,0 0 0 0 0,0 0-1 0 0,0 0 1 0 0,-1 0-1 0 0,1 0 1 0 0,0 0 0 0 0,0 0-1 0 0,1 0 1 0 0,-1 0-1 0 0,0 0 1 0 0,0 1 0 0 0,0-1-1 0 0,1 0 1 0 0,-1 1-1 0 0,1-1 1 0 0,-1 0 0 0 0,0 3-1 0 0,1-2-20 0 0,0-1 0 0 0,0 1 0 0 0,0 0-1 0 0,0-1 1 0 0,0 1 0 0 0,1 0 0 0 0,-1-1 0 0 0,0 1 0 0 0,1 0-1 0 0,-1-1 1 0 0,1 1 0 0 0,-1-1 0 0 0,1 1 0 0 0,0-1-1 0 0,0 1 1 0 0,0-1 0 0 0,0 1 0 0 0,0-1 0 0 0,1 2-1 0 0,27 23-333 0 0,-23-20 138 0 0,7 4-1884 0 0,1 1 0 0 0,29 15 0 0 0,-15-11-278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8.8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 86 7831 0 0,'-1'2'137'0'0,"0"0"1"0"0,0 0-1 0 0,0 1 0 0 0,1-1 0 0 0,-1 0 0 0 0,1 1 0 0 0,-1-1 0 0 0,1 0 0 0 0,0 1 0 0 0,0 4 1 0 0,3 27 732 0 0,-3-27-779 0 0,3 15 390 0 0,0-1 0 0 0,1 0 1 0 0,1 1-1 0 0,1-1 0 0 0,1-1 1 0 0,1 1-1 0 0,15 27 0 0 0,-20-43-230 0 0,0-1 0 0 0,0-1-1 0 0,0 1 1 0 0,0 0 0 0 0,1-1-1 0 0,-1 1 1 0 0,1-1 0 0 0,0 0-1 0 0,0 0 1 0 0,0-1 0 0 0,0 1 0 0 0,1-1-1 0 0,6 3 1 0 0,-10-5-193 0 0,1 1-1 0 0,0-1 1 0 0,0 1 0 0 0,0-1 0 0 0,-1 0-1 0 0,1 0 1 0 0,0 0 0 0 0,0 0 0 0 0,0 0-1 0 0,0 0 1 0 0,-1 0 0 0 0,1-1 0 0 0,0 1-1 0 0,0 0 1 0 0,0-1 0 0 0,-1 0 0 0 0,1 1-1 0 0,0-1 1 0 0,-1 0 0 0 0,1 0 0 0 0,-1 0-1 0 0,1 0 1 0 0,-1 0 0 0 0,1 0-1 0 0,-1-1 1 0 0,0 1 0 0 0,1 0 0 0 0,-1-1-1 0 0,0 1 1 0 0,0-1 0 0 0,0 1 0 0 0,0-1-1 0 0,0 1 1 0 0,-1-1 0 0 0,1 0 0 0 0,0 0-1 0 0,0-3 1 0 0,1-2-48 0 0,0-1-1 0 0,-1 1 1 0 0,1-1 0 0 0,-2 0-1 0 0,1 1 1 0 0,-1-1-1 0 0,0 0 1 0 0,-1 1-1 0 0,0-1 1 0 0,-3-14 0 0 0,-4-6 23 0 0,-17-42 1 0 0,17 51-31 0 0,-3-8-4 0 0,-9-25 0 0 0,18 46 3 0 0,0 1-1 0 0,1-1 1 0 0,0 0-1 0 0,0 1 1 0 0,1-1 0 0 0,-1 0-1 0 0,1-6 1 0 0,0 11 20 0 0,1 0 1 0 0,-1 0-1 0 0,0 0 1 0 0,0 0-1 0 0,0 1 1 0 0,1-1-1 0 0,-1 0 0 0 0,0 0 1 0 0,1 0-1 0 0,-1 0 1 0 0,1 0-1 0 0,-1 0 1 0 0,1 1-1 0 0,-1-1 1 0 0,1 0-1 0 0,0 0 1 0 0,-1 1-1 0 0,1-1 0 0 0,0 0 1 0 0,0 1-1 0 0,-1-1 1 0 0,1 1-1 0 0,1-1 1 0 0,0 0 9 0 0,0 0 1 0 0,0 1-1 0 0,0-1 0 0 0,0 1 1 0 0,0 0-1 0 0,0-1 1 0 0,0 1-1 0 0,0 0 1 0 0,0 1-1 0 0,4-1 1 0 0,2 2 21 0 0,0 0 1 0 0,0 0 0 0 0,0 1-1 0 0,12 5 1 0 0,-12-3-50 0 0,1-1-1 0 0,-1 2 0 0 0,0-1 1 0 0,-1 1-1 0 0,1 0 1 0 0,-1 0-1 0 0,0 1 0 0 0,-1 0 1 0 0,1 1-1 0 0,-1-1 1 0 0,-1 1-1 0 0,0 0 0 0 0,0 0 1 0 0,0 1-1 0 0,-1 0 1 0 0,0 0-1 0 0,3 11 0 0 0,-1 3-2 0 0,-1-1-1 0 0,-1 2 0 0 0,-1-1 0 0 0,-1 0 1 0 0,-2 47-1 0 0,-1-62 19 0 0,1 18 11 0 0,0-25-30 0 0,0 1-1 0 0,0-1 0 0 0,0 1 0 0 0,1-1 0 0 0,-1 1 0 0 0,1-1 0 0 0,-1 1 0 0 0,1-1 1 0 0,-1 0-1 0 0,1 1 0 0 0,0-1 0 0 0,-1 0 0 0 0,3 2 0 0 0,-3-2 2 0 0,1-1-1 0 0,0 1 0 0 0,0-1 1 0 0,-1 0-1 0 0,1 1 0 0 0,0-1 1 0 0,0 0-1 0 0,0 0 0 0 0,-1 1 1 0 0,1-1-1 0 0,0 0 0 0 0,0 0 1 0 0,0 0-1 0 0,-1 0 0 0 0,1 0 1 0 0,0 0-1 0 0,0 0 0 0 0,0-1 1 0 0,0 1-1 0 0,-1 0 0 0 0,1 0 1 0 0,0-1-1 0 0,0 1 0 0 0,-1 0 1 0 0,1-1-1 0 0,0 1 0 0 0,-1-1 1 0 0,1 1-1 0 0,0-1 0 0 0,-1 1 1 0 0,1-1-1 0 0,0 0 0 0 0,22-22 32 0 0,-22 22-35 0 0,13-18 22 0 0,0 1 0 0 0,-1-2 0 0 0,12-25 0 0 0,25-65 23 0 0,-5 11-49 0 0,-32 80 6 0 0,-13 19 0 0 0,0 0 0 0 0,0-1 0 0 0,0 1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0,0 0 0 0 0,0 1 0 0 0,0-1 0 0 0,1 0 0 0 0,-1 0 0 0 0,0 0 0 0 0,0 0 0 0 0,0 0 0 0 0,0 0 0 0 0,0 0 0 0 0,-2 14 0 0 0,-5 14 17 0 0,1 1 1 0 0,1 0-1 0 0,-1 47 0 0 0,6-67 31 0 0,0 1-1 0 0,0-1 1 0 0,1 0 0 0 0,1 0-1 0 0,-1 0 1 0 0,1 0-1 0 0,1 0 1 0 0,0 0 0 0 0,0 0-1 0 0,1-1 1 0 0,0 1-1 0 0,0-1 1 0 0,1 0 0 0 0,0 0-1 0 0,10 11 1 0 0,-12-16-24 0 0,0 0 0 0 0,0-1 0 0 0,0 1-1 0 0,1-1 1 0 0,-1 1 0 0 0,1-1 0 0 0,0 0 0 0 0,0 0 0 0 0,0-1 0 0 0,0 1 0 0 0,0-1 0 0 0,5 1 0 0 0,-2-1 7 0 0,-1 0 0 0 0,1 0 1 0 0,0-1-1 0 0,0 0 0 0 0,0-1 0 0 0,13-2 1 0 0,-2-1 15 0 0,-1-1 1 0 0,0-1 0 0 0,0-1-1 0 0,29-15 1 0 0,-8-1-17 0 0,-1-2 0 0 0,-1-1 0 0 0,62-58 0 0 0,-67 54-154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29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22 7367 0 0,'-18'-10'1798'0'0,"17"9"-1494"0"0,-1 0-1 0 0,0-1 1 0 0,1 1 0 0 0,-1 0-1 0 0,0 0 1 0 0,0 0-1 0 0,0 1 1 0 0,0-1 0 0 0,0 0-1 0 0,0 1 1 0 0,-4-1 0 0 0,6 1-258 0 0,0 0 0 0 0,0 0-1 0 0,0 0 1 0 0,-1 0 0 0 0,1 0 0 0 0,0 0 0 0 0,0 0 0 0 0,0 0 0 0 0,-1 1 0 0 0,1-1 0 0 0,0 0 0 0 0,0 0 0 0 0,0 0 0 0 0,-1 0 0 0 0,1 1 0 0 0,0-1 0 0 0,0 0 0 0 0,0 0 0 0 0,0 0 0 0 0,0 0 0 0 0,0 1 0 0 0,-1-1-1 0 0,1 0 1 0 0,0 0 0 0 0,0 1 0 0 0,0-1 0 0 0,0 0 0 0 0,0 0 0 0 0,0 0 0 0 0,0 1 0 0 0,0-1 0 0 0,0 0 0 0 0,0 0 0 0 0,0 1 0 0 0,0-1 0 0 0,0 0 0 0 0,0 0 0 0 0,0 0 0 0 0,0 1 0 0 0,0-1 0 0 0,0 0-1 0 0,1 0 1 0 0,-1 0 0 0 0,0 1 0 0 0,0-1 0 0 0,0 0 0 0 0,0 0 0 0 0,0 0 0 0 0,0 1 0 0 0,1-1 0 0 0,-1 0 0 0 0,0 0 0 0 0,0 0 0 0 0,1 0 0 0 0,7 13 743 0 0,30 28-156 0 0,2-1-1 0 0,77 58 1 0 0,1 2 71 0 0,-38-23-704 0 0,-4 3 0 0 0,-3 3 0 0 0,80 122 0 0 0,51 101-108 0 0,-199-299-204 0 0,-1 0-1 0 0,1 0 1 0 0,-2 1-1 0 0,1-1 1 0 0,-1 1-1 0 0,3 10 1 0 0,-5-16 147 0 0,-1 0 0 0 0,1 0 0 0 0,-1 0 0 0 0,0-1 0 0 0,0 1 0 0 0,0 0 1 0 0,0 0-1 0 0,0 0 0 0 0,0-1 0 0 0,-1 1 0 0 0,1 0 0 0 0,-1 0 0 0 0,1-1 0 0 0,-1 1 0 0 0,1 0 0 0 0,-1-1 0 0 0,0 1 0 0 0,0 0 0 0 0,0-1 0 0 0,0 1 0 0 0,0-1 0 0 0,0 0 1 0 0,-1 1-1 0 0,1-1 0 0 0,0 0 0 0 0,-1 0 0 0 0,1 1 0 0 0,0-1 0 0 0,-1 0 0 0 0,0-1 0 0 0,1 1 0 0 0,-1 0 0 0 0,1 0 0 0 0,-4 0 0 0 0,-1 1-94 0 0,-1 0-1 0 0,1-1 1 0 0,0 0-1 0 0,0 0 1 0 0,-1-1-1 0 0,1 1 1 0 0,0-1-1 0 0,-1-1 1 0 0,1 1-1 0 0,0-1 1 0 0,-1 0-1 0 0,1-1 1 0 0,0 1 0 0 0,-11-6-1 0 0,9 4 473 0 0,0-1 0 0 0,0 0 0 0 0,1 0 0 0 0,-1-1-1 0 0,1 0 1 0 0,1-1 0 0 0,-1 1 0 0 0,1-1 0 0 0,0 0 0 0 0,-8-11 0 0 0,5 2 1453 0 0,8 15-1493 0 0,1-1-1 0 0,-1 1 1 0 0,1-1-1 0 0,0 0 0 0 0,-1 1 1 0 0,1-1-1 0 0,0 0 1 0 0,0 0-1 0 0,-1 1 0 0 0,1-1 1 0 0,0 0-1 0 0,0 1 1 0 0,0-1-1 0 0,0 0 0 0 0,0 0 1 0 0,0 1-1 0 0,0-1 0 0 0,0 0 1 0 0,1-1-1 0 0,-1 2-59 0 0,1 0-1 0 0,-1 0 0 0 0,1 0 1 0 0,-1 0-1 0 0,1 0 1 0 0,-1 0-1 0 0,1 0 0 0 0,-1 0 1 0 0,1 0-1 0 0,-1 0 1 0 0,1 0-1 0 0,-1 1 0 0 0,1-1 1 0 0,-1 0-1 0 0,1 0 0 0 0,-1 1 1 0 0,0-1-1 0 0,1 0 1 0 0,-1 1-1 0 0,1-1 0 0 0,-1 0 1 0 0,0 1-1 0 0,1 0 1 0 0,14 13 922 0 0,-11-10-600 0 0,15 12-238 0 0,1-1-1 0 0,0 0 0 0 0,1-1 1 0 0,23 10-1 0 0,-3-4 145 0 0,57 19 0 0 0,-86-35-341 0 0,-1 0 0 0 0,0-1 0 0 0,1 0 0 0 0,20 1 0 0 0,-29-4 0 0 0,0 0 0 0 0,0 0 0 0 0,-1 0 0 0 0,1 0 0 0 0,0 0 0 0 0,0-1 0 0 0,-1 1 0 0 0,1-1 0 0 0,0 0 0 0 0,-1 0 0 0 0,1 0 0 0 0,-1 0 0 0 0,1 0 0 0 0,-1 0 0 0 0,1-1 0 0 0,-1 1 0 0 0,0-1 0 0 0,0 0 0 0 0,0 0 0 0 0,0 0 0 0 0,0 0 0 0 0,0 0 0 0 0,0 0 0 0 0,-1 0 0 0 0,1 0 0 0 0,1-4 0 0 0,1-5 13 0 0,0 1 0 0 0,-1-1 0 0 0,0 0 1 0 0,-1 0-1 0 0,-1 0 0 0 0,1 0 0 0 0,-1 0 0 0 0,-1 0 0 0 0,-2-16 0 0 0,-1-7 84 0 0,-15-60-1 0 0,15 81 81 0 0,-1 0-1 0 0,0 0 1 0 0,0 1-1 0 0,-1-1 1 0 0,-1 1 0 0 0,-9-15-1 0 0,5 17 328 0 0,10 10-527 0 0,0 0 0 0 0,0 0-1 0 0,-1 0 1 0 0,1 0 0 0 0,0 0-1 0 0,0 0 1 0 0,0 0-1 0 0,-1-1 1 0 0,1 1 0 0 0,0 0-1 0 0,0 0 1 0 0,0 0 0 0 0,-1 0-1 0 0,1 0 1 0 0,0 0 0 0 0,0 0-1 0 0,0 0 1 0 0,-1 1 0 0 0,1-1-1 0 0,0 0 1 0 0,0 0 0 0 0,0 0-1 0 0,-1 0 1 0 0,1 0-1 0 0,0 0 1 0 0,0 0 0 0 0,0 0-1 0 0,0 0 1 0 0,-1 1 0 0 0,1-1-1 0 0,0 0 1 0 0,0 0 0 0 0,0 0-1 0 0,0 0 1 0 0,0 0 0 0 0,0 1-1 0 0,-1-1 1 0 0,1 0-1 0 0,0 0 1 0 0,0 0 0 0 0,0 1-1 0 0,0-1 1 0 0,0 0 0 0 0,0 0-1 0 0,0 0 1 0 0,0 1 0 0 0,0-1-1 0 0,0 0 1 0 0,0 0 0 0 0,0 0-1 0 0,0 1 1 0 0,0-1-1 0 0,0 0 1 0 0,0 0 0 0 0,0 0-1 0 0,0 1 1 0 0,0-1 0 0 0,0 0-1 0 0,0 0 1 0 0,0 0 0 0 0,1 1-1 0 0,0 8-7336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0.8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3 378 5983 0 0,'0'0'62'0'0,"0"1"0"0"0,-1-1 0 0 0,1 0 0 0 0,0 1 0 0 0,0-1 0 0 0,0 0 0 0 0,-1 1 0 0 0,1-1 0 0 0,0 0 0 0 0,0 0 0 0 0,0 1 0 0 0,0-1 0 0 0,0 1 0 0 0,0-1 0 0 0,0 0 0 0 0,0 1 0 0 0,0-1 0 0 0,0 0 0 0 0,0 1 0 0 0,0-1 0 0 0,0 0 0 0 0,0 1 0 0 0,0-1 0 0 0,0 0 0 0 0,0 1 0 0 0,0-1 0 0 0,0 0 0 0 0,0 1 0 0 0,0-1 0 0 0,1 0 0 0 0,-1 1 0 0 0,0-1 0 0 0,0 0 0 0 0,0 1 0 0 0,1-1 0 0 0,-1 0 0 0 0,0 0 0 0 0,0 1 0 0 0,1-1 0 0 0,-1 0 0 0 0,0 0 0 0 0,1 0 0 0 0,-1 1 0 0 0,0-1 0 0 0,1 0 0 0 0,-1 0 0 0 0,0 0 0 0 0,1 0 0 0 0,-1 0 0 0 0,0 0 0 0 0,1 0 0 0 0,-1 0 0 0 0,0 1 0 0 0,1-1 0 0 0,21 4 1428 0 0,-16-4-1307 0 0,0-1 0 0 0,0 1-1 0 0,0-1 1 0 0,0 0 0 0 0,0-1 0 0 0,0 0-1 0 0,-1 1 1 0 0,1-2 0 0 0,-1 1-1 0 0,1-1 1 0 0,-1 0 0 0 0,6-3 0 0 0,-4 0-23 0 0,0 0-1 0 0,0 0 1 0 0,0 0 0 0 0,-1-1 0 0 0,0 0 0 0 0,0 0 0 0 0,6-12 0 0 0,-5 6-92 0 0,0 0 1 0 0,-1 0-1 0 0,0 0 1 0 0,-1-1-1 0 0,-1 0 1 0 0,0 0-1 0 0,-1 0 1 0 0,-1-1-1 0 0,0 1 1 0 0,0-16-1 0 0,-2 19-57 0 0,-1-1 0 0 0,0 1 0 0 0,-1-1 0 0 0,0 1 0 0 0,-4-14 0 0 0,5 21-1 0 0,0 1 0 0 0,0 0 0 0 0,0 0 0 0 0,-1-1 0 0 0,1 1 0 0 0,-1 0-1 0 0,0 0 1 0 0,0 0 0 0 0,0 1 0 0 0,0-1 0 0 0,-1 0 0 0 0,1 1 0 0 0,-1 0 0 0 0,1-1 0 0 0,-1 1 0 0 0,0 0 0 0 0,0 0 0 0 0,0 1 0 0 0,0-1-1 0 0,0 0 1 0 0,-6-1 0 0 0,7 3 9 0 0,-1-1-1 0 0,0 1 1 0 0,0 0-1 0 0,0 0 0 0 0,0 1 1 0 0,0-1-1 0 0,0 1 1 0 0,1-1-1 0 0,-1 1 1 0 0,0 0-1 0 0,0 0 0 0 0,1 0 1 0 0,-1 0-1 0 0,0 1 1 0 0,1-1-1 0 0,-1 1 1 0 0,1-1-1 0 0,0 1 0 0 0,-1 0 1 0 0,-2 3-1 0 0,-3 3 28 0 0,1 0 0 0 0,0 0 0 0 0,0 1-1 0 0,-5 10 1 0 0,7-9-32 0 0,0 0-1 0 0,0 0 0 0 0,1 0 0 0 0,1 1 1 0 0,0-1-1 0 0,0 1 0 0 0,1 0 0 0 0,0 0 1 0 0,1 0-1 0 0,1 0 0 0 0,0 12 0 0 0,1 8 196 0 0,2-1-1 0 0,12 53 0 0 0,-11-69-57 0 0,-1-1 0 0 0,2 0 0 0 0,0 0-1 0 0,0 0 1 0 0,1-1 0 0 0,1 0 0 0 0,0 0-1 0 0,0-1 1 0 0,1 1 0 0 0,11 10 0 0 0,-15-18-181 0 0,1 1 1 0 0,-1-1 0 0 0,1 0 0 0 0,0 0 0 0 0,1 0 0 0 0,-1 0 0 0 0,0-1 0 0 0,1 0 0 0 0,0-1 0 0 0,0 1 0 0 0,0-1 0 0 0,0 0 0 0 0,0 0 0 0 0,0-1 0 0 0,1 0 0 0 0,-1 0 0 0 0,0 0 0 0 0,1-1 0 0 0,-1 0 0 0 0,1 0 0 0 0,-1-1 0 0 0,0 0 0 0 0,11-2 0 0 0,8-6-6365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1.0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0 10591 0 0,'-1'0'66'0'0,"1"0"0"0"0,-1 1 0 0 0,1-1 0 0 0,-1 0 0 0 0,1 0 0 0 0,0 0 0 0 0,-1 0 0 0 0,1 1 0 0 0,-1-1 0 0 0,1 0 0 0 0,0 0 0 0 0,-1 1 0 0 0,1-1 1 0 0,0 0-1 0 0,-1 0 0 0 0,1 1 0 0 0,0-1 0 0 0,-1 1 0 0 0,1-1 0 0 0,0 0 0 0 0,0 1 0 0 0,-1-1 0 0 0,1 0 0 0 0,0 1 0 0 0,0 0 0 0 0,-4 17 769 0 0,4 18 324 0 0,1-23-754 0 0,0-1 0 0 0,2 0 0 0 0,-1-1 0 0 0,2 1 0 0 0,-1 0 0 0 0,1-1 0 0 0,10 19 0 0 0,-5-15-127 0 0,0 0 0 0 0,1-1 0 0 0,0 0 0 0 0,24 23 0 0 0,-14-18-211 0 0,1-2 0 0 0,0-1 0 0 0,1 0-1 0 0,0-2 1 0 0,1 0 0 0 0,49 20-1 0 0,-64-31-330 0 0,1 1 0 0 0,0-1 0 0 0,0 0 0 0 0,1-1 0 0 0,-1 0 0 0 0,0-1 0 0 0,18 1 0 0 0,-16-3-5976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1.2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290 5 10135 0 0,'-11'-3'556'0'0,"11"3"-524"0"0,-1 0 0 0 0,0-1 0 0 0,0 1 0 0 0,1 0 0 0 0,-1 0 0 0 0,0 0 0 0 0,0 0 0 0 0,0-1 0 0 0,1 1 0 0 0,-1 0 0 0 0,0 0 0 0 0,0 0 0 0 0,1 1 0 0 0,-1-1 0 0 0,0 0 0 0 0,0 0 0 0 0,0 0 0 0 0,1 0 0 0 0,-1 1 0 0 0,0-1 0 0 0,1 0 0 0 0,-1 1-1 0 0,0-1 1 0 0,1 1 0 0 0,-1-1 0 0 0,0 1 0 0 0,1-1 0 0 0,-1 1 0 0 0,1-1 0 0 0,-1 1 0 0 0,1-1 0 0 0,-1 1 0 0 0,1 0 0 0 0,-1-1 0 0 0,1 1 0 0 0,0 0 0 0 0,-1 1 0 0 0,-21 35 1208 0 0,2 0 0 0 0,-21 57 0 0 0,-2 4 149 0 0,-58 93-442 0 0,80-155-2326 0 0,16-25-4565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2.2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4 528 10135 0 0,'-3'65'2554'0'0,"3"-17"-1889"0"0,2 0-1 0 0,3 0 1 0 0,1 0 0 0 0,3-1 0 0 0,20 65 0 0 0,30 45-160 0 0,-58-153-505 0 0,1-1 0 0 0,-1 1 0 0 0,0 0 0 0 0,0 0 0 0 0,0 0 0 0 0,0 0 0 0 0,-1 0 0 0 0,1 0 0 0 0,-1 0 0 0 0,0 0 0 0 0,-1 0 0 0 0,1 0 0 0 0,-1 0 0 0 0,1 0 0 0 0,-3 5 0 0 0,3-9 0 0 0,0 0 0 0 0,0 1 0 0 0,0-1 0 0 0,0 0 0 0 0,0 0 0 0 0,-1 0 0 0 0,1 0 0 0 0,0 1 0 0 0,0-1 0 0 0,0 0 0 0 0,0 0 0 0 0,-1 0 1 0 0,1 0-1 0 0,0 0 0 0 0,0 0 0 0 0,0 0 0 0 0,0 1 0 0 0,-1-1 0 0 0,1 0 0 0 0,0 0 0 0 0,0 0 0 0 0,0 0 0 0 0,-1 0 0 0 0,1 0 0 0 0,0 0 0 0 0,0 0 0 0 0,-1 0 0 0 0,1 0 0 0 0,0 0 0 0 0,0 0 0 0 0,0 0 0 0 0,-1 0 0 0 0,1 0 0 0 0,0-1 0 0 0,0 1 0 0 0,0 0 0 0 0,-1 0 0 0 0,1 0 0 0 0,0 0 0 0 0,0 0 0 0 0,0 0 0 0 0,0 0 0 0 0,-1-1 0 0 0,1 1 0 0 0,0 0 0 0 0,0 0 0 0 0,0 0 0 0 0,0 0 0 0 0,0-1 0 0 0,0 1 0 0 0,-1 0 0 0 0,1 0 0 0 0,0 0 0 0 0,0-1 0 0 0,0 1 0 0 0,0 0 0 0 0,0 0 0 0 0,0 0 1 0 0,0-1-1 0 0,0 1 0 0 0,-7-16-15 0 0,6 14 6 0 0,-5-16-255 0 0,0 0 0 0 0,2 0 1 0 0,0 0-1 0 0,1 0 0 0 0,1-1 0 0 0,0-34 1 0 0,16-113-1642 0 0,-9 128 1856 0 0,-1 6 160 0 0,1-1 1 0 0,2 1 0 0 0,1 0 0 0 0,22-56-1 0 0,-25 78 268 0 0,1 0-1 0 0,-1 1 0 0 0,10-12 1 0 0,-13 18-286 0 0,0-1 0 0 0,1 2 0 0 0,-1-1 0 0 0,1 0 0 0 0,0 0 0 0 0,0 1 0 0 0,0 0 0 0 0,0 0 0 0 0,0 0 0 0 0,1 0 0 0 0,-1 0 0 0 0,1 0 0 0 0,3-1 0 0 0,-5 3-77 0 0,-1 0 1 0 0,1 0-1 0 0,-1 0 0 0 0,1 0 0 0 0,-1 1 0 0 0,1-1 1 0 0,-1 0-1 0 0,0 1 0 0 0,1-1 0 0 0,-1 0 0 0 0,0 1 1 0 0,1 0-1 0 0,-1-1 0 0 0,0 1 0 0 0,1 0 0 0 0,-1 0 1 0 0,0 0-1 0 0,0-1 0 0 0,0 1 0 0 0,0 0 0 0 0,0 1 1 0 0,0-1-1 0 0,0 0 0 0 0,0 0 0 0 0,0 0 0 0 0,-1 0 1 0 0,1 1-1 0 0,0-1 0 0 0,-1 0 0 0 0,1 3 0 0 0,2 3 4 0 0,0 0 0 0 0,-1 1-1 0 0,0-1 1 0 0,1 11-1 0 0,5 92 187 0 0,-7-75-60 0 0,6 46 1 0 0,-6-77-122 0 0,0 1 0 0 0,0-1 0 0 0,0 0 0 0 0,0 0 0 0 0,1 0-1 0 0,0 0 1 0 0,0 0 0 0 0,0 0 0 0 0,0 0 0 0 0,4 4 0 0 0,-5-7-18 0 0,0 1 1 0 0,1-1-1 0 0,-1 0 0 0 0,0 0 0 0 0,1 0 0 0 0,-1 0 1 0 0,1 0-1 0 0,-1-1 0 0 0,1 1 0 0 0,-1 0 1 0 0,1-1-1 0 0,-1 1 0 0 0,1-1 0 0 0,0 1 1 0 0,-1-1-1 0 0,1 0 0 0 0,0 0 0 0 0,0 0 1 0 0,-1 0-1 0 0,1 0 0 0 0,0 0 0 0 0,-1 0 0 0 0,1 0 1 0 0,0-1-1 0 0,-1 1 0 0 0,1-1 0 0 0,0 1 1 0 0,2-2-1 0 0,3-2 8 0 0,1 0 1 0 0,-1 0-1 0 0,0-1 0 0 0,0 0 1 0 0,0 0-1 0 0,-1-1 0 0 0,0 0 1 0 0,0 0-1 0 0,7-10 0 0 0,4-6 28 0 0,20-39 0 0 0,-13 18 98 0 0,-3 0 0 0 0,-1-1 1 0 0,-2-1-1 0 0,16-65 1 0 0,-28 83-119 0 0,-1-1 1 0 0,-1 0 0 0 0,-1 0-1 0 0,-1 0 1 0 0,-2-1 0 0 0,-1 1-1 0 0,-1 0 1 0 0,-11-53 0 0 0,10 70 37 0 0,1-1 26 0 0,-1 0 0 0 0,-8-18 0 0 0,10 27-62 0 0,0 1 1 0 0,0 0 0 0 0,0-1-1 0 0,0 1 1 0 0,-1 0 0 0 0,1 0 0 0 0,-1 0-1 0 0,1 0 1 0 0,-1 0 0 0 0,0 0-1 0 0,0 1 1 0 0,0-1 0 0 0,0 0 0 0 0,0 1-1 0 0,0-1 1 0 0,-1 1 0 0 0,1 0-1 0 0,-4-1 1 0 0,5 1-14 0 0,-1 1 0 0 0,1 0 0 0 0,-1 0 0 0 0,1 0 0 0 0,-1 0-1 0 0,0 0 1 0 0,1 0 0 0 0,-1 0 0 0 0,1 0 0 0 0,-1 1 0 0 0,1-1 0 0 0,-1 1 0 0 0,1-1 0 0 0,-1 1-1 0 0,1-1 1 0 0,-1 1 0 0 0,1 0 0 0 0,0 0 0 0 0,-1 0 0 0 0,1 0 0 0 0,0 0 0 0 0,0 0 0 0 0,0 0-1 0 0,0 0 1 0 0,0 0 0 0 0,0 0 0 0 0,0 1 0 0 0,0-1 0 0 0,0 0 0 0 0,0 1 0 0 0,0 1-1 0 0,-3 5-2 0 0,1 0 0 0 0,0-1 0 0 0,1 1-1 0 0,-3 13 1 0 0,1 3-8 0 0,2 0 0 0 0,0 0 0 0 0,2 0-1 0 0,3 37 1 0 0,20 97-36 0 0,-17-126 6 0 0,27 126 14 0 0,-26-129 16 0 0,2 0 0 0 0,2-1-1 0 0,18 36 1 0 0,-26-58-1 0 0,0-1 0 0 0,0 0 0 0 0,1 0 0 0 0,0 0 0 0 0,0 0 0 0 0,0 0 0 0 0,1-1 0 0 0,8 7 0 0 0,-11-9 0 0 0,0-1 0 0 0,0 0 0 0 0,1 0 0 0 0,-1 0 0 0 0,0 0 0 0 0,0 0 0 0 0,1 0 0 0 0,-1 0 0 0 0,0-1 0 0 0,1 1 0 0 0,-1-1 0 0 0,1 0 0 0 0,-1 1 0 0 0,1-1 0 0 0,-1-1 0 0 0,0 1 0 0 0,1 0 0 0 0,-1 0 0 0 0,1-1 0 0 0,-1 1 0 0 0,0-1 0 0 0,1 0 0 0 0,-1 0 0 0 0,4-2 0 0 0,1-1 0 0 0,-1-1 0 0 0,1 0 0 0 0,-1 0 0 0 0,0 0 0 0 0,0-1 0 0 0,-1 0 0 0 0,0 0 0 0 0,6-10 0 0 0,32-57 0 0 0,-40 67 0 0 0,8-17-16 0 0,-1-1 0 0 0,-1 0 0 0 0,7-28 0 0 0,-22 74 16 0 0,1 0 0 0 0,2 0 0 0 0,-2 32 0 0 0,4-48 0 0 0,1 1 0 0 0,1-1 0 0 0,-1 1 0 0 0,1-1 0 0 0,0 0 0 0 0,0 1 0 0 0,1-1 0 0 0,0 0 0 0 0,0 0 0 0 0,0 0 0 0 0,1 0 0 0 0,0 0 0 0 0,0 0 0 0 0,0-1 0 0 0,1 0 0 0 0,0 0 0 0 0,0 0 0 0 0,8 8 0 0 0,-11-12 1 0 0,1 1 0 0 0,0-1 0 0 0,0 0 0 0 0,0 0 0 0 0,1 0 0 0 0,-1 0 0 0 0,0 0 0 0 0,0-1 0 0 0,0 1 0 0 0,1 0 0 0 0,-1-1 0 0 0,0 0 0 0 0,1 1 0 0 0,-1-1 0 0 0,0 0 0 0 0,1 0 0 0 0,-1-1 0 0 0,0 1 0 0 0,1 0 0 0 0,-1-1 0 0 0,0 1 0 0 0,0-1 0 0 0,1 0 0 0 0,-1 0 0 0 0,0 0 0 0 0,0 0 0 0 0,0 0 0 0 0,0 0 0 0 0,0-1 0 0 0,0 1 0 0 0,2-3 0 0 0,1 0 3 0 0,1-2-1 0 0,0 1 1 0 0,-1-1-1 0 0,0 0 1 0 0,0 0 0 0 0,-1 0-1 0 0,1-1 1 0 0,3-8-1 0 0,-5 7-3 0 0,1-1 0 0 0,-2 0 0 0 0,1 0 0 0 0,-1-1 0 0 0,-1 1 0 0 0,0 0 0 0 0,0-1 0 0 0,0 1 0 0 0,-1-1 0 0 0,-1 1 0 0 0,0-1 0 0 0,0 1 0 0 0,-1 0 0 0 0,0-1 0 0 0,0 1 0 0 0,-1 0 0 0 0,-1 0 0 0 0,1 1 0 0 0,-1-1 0 0 0,-1 1 0 0 0,-8-13 0 0 0,8 14 0 0 0,0 0 0 0 0,0 0 0 0 0,-1 0 0 0 0,0 1 0 0 0,0-1 0 0 0,0 2 0 0 0,-1-1 0 0 0,0 1 0 0 0,0 0 0 0 0,-1 0 0 0 0,1 1 0 0 0,-1 0 0 0 0,0 0 0 0 0,0 1 0 0 0,0 0 0 0 0,-1 0 0 0 0,1 1 0 0 0,-1 0 0 0 0,1 1 0 0 0,-1 0 0 0 0,0 0 0 0 0,1 1 0 0 0,-14 0 0 0 0,21 0 0 0 0,0 1-1 0 0,0-1 1 0 0,0 0 0 0 0,0 0-1 0 0,-1 1 1 0 0,1-1 0 0 0,0 1-1 0 0,0-1 1 0 0,0 1-1 0 0,0-1 1 0 0,0 1 0 0 0,0 0-1 0 0,0-1 1 0 0,-1 2 0 0 0,2-2 0 0 0,0 0 0 0 0,0 1 0 0 0,0-1 0 0 0,0 0 0 0 0,0 0 1 0 0,0 0-1 0 0,0 0 0 0 0,0 1 0 0 0,-1-1 0 0 0,1 0 0 0 0,0 0 1 0 0,0 0-1 0 0,0 0 0 0 0,0 1 0 0 0,0-1 0 0 0,0 0 0 0 0,0 0 1 0 0,0 0-1 0 0,0 0 0 0 0,0 1 0 0 0,0-1 0 0 0,0 0 0 0 0,1 0 1 0 0,-1 0-1 0 0,0 0 0 0 0,0 1 0 0 0,0-1 0 0 0,0 0 0 0 0,0 0 1 0 0,0 0-1 0 0,0 0 0 0 0,0 1 0 0 0,11 3 23 0 0,4-2 68 0 0,-1-1 0 0 0,1-1 0 0 0,-1 0 1 0 0,1-2-1 0 0,0 1 0 0 0,18-5 0 0 0,-3 1 64 0 0,-8 1-135 0 0,2 0 31 0 0,0 1 1 0 0,1 0-1 0 0,0 2 1 0 0,37 3-1 0 0,-56-1-43 0 0,1-1-1 0 0,-1 2 1 0 0,0-1-1 0 0,0 1 1 0 0,-1 0-1 0 0,1 0 1 0 0,0 0-1 0 0,-1 1 0 0 0,1 0 1 0 0,-1 0-1 0 0,0 0 1 0 0,0 1-1 0 0,0 0 1 0 0,0 0-1 0 0,-1 0 1 0 0,1 1-1 0 0,-1-1 1 0 0,0 1-1 0 0,-1 0 0 0 0,1 0 1 0 0,-1 0-1 0 0,0 1 1 0 0,4 9-1 0 0,-4-6 4 0 0,0 0-1 0 0,-1 0 0 0 0,0 0 1 0 0,0 0-1 0 0,-1 1 0 0 0,0-1 1 0 0,-1 1-1 0 0,0-1 1 0 0,0 1-1 0 0,-2 10 0 0 0,-4 10 92 0 0,-16 52-1 0 0,3-19-26 0 0,19-63-71 0 0,0 1-1 0 0,0 0 0 0 0,-1 0 1 0 0,1-1-1 0 0,0 1 0 0 0,0 0 1 0 0,0 0-1 0 0,0-1 0 0 0,0 1 1 0 0,0 0-1 0 0,0 0 0 0 0,0-1 1 0 0,0 1-1 0 0,0 0 0 0 0,0-1 1 0 0,1 1-1 0 0,-1 0 1 0 0,0 0-1 0 0,0-1 0 0 0,1 1 1 0 0,0 1-1 0 0,-1-2 2 0 0,1 0 0 0 0,-1 1 0 0 0,1-1 0 0 0,0 0 1 0 0,-1 0-1 0 0,1 1 0 0 0,-1-1 0 0 0,1 0 0 0 0,0 0 0 0 0,-1 0 0 0 0,1 0 0 0 0,0 0 1 0 0,-1 0-1 0 0,1 0 0 0 0,-1 0 0 0 0,1 0 0 0 0,0 0 0 0 0,-1 0 0 0 0,1 0 0 0 0,0-1 1 0 0,5-1 35 0 0,0 0 0 0 0,0-1 1 0 0,10-6-1 0 0,-12 7-36 0 0,14-9-342 0 0,23-18 1 0 0,-25 17-407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2.3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29 11519 0 0,'-17'-11'512'0'0,"10"5"96"0"0,0 1-480 0 0,2 2-128 0 0,3 1 0 0 0,1 1 0 0 0,-1 1 0 0 0,0 1-128 0 0,1 4 24 0 0,-1 6 8 0 0,2 2 96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3.2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64 10591 0 0,'-11'-17'873'0'0,"8"11"-382"0"0,-1-1-1 0 0,0 1 1 0 0,0 0 0 0 0,-1 1 0 0 0,-5-7 0 0 0,9 12-443 0 0,1-1 0 0 0,-1 1 0 0 0,1-1 0 0 0,0 1 0 0 0,-1 0 0 0 0,1-1 1 0 0,-1 1-1 0 0,1 0 0 0 0,-1 0 0 0 0,1-1 0 0 0,-1 1 0 0 0,1 0 0 0 0,-1 0 0 0 0,1 0 1 0 0,-1 0-1 0 0,0 0 0 0 0,1 0 0 0 0,-1 0 0 0 0,1 0 0 0 0,-1 0 0 0 0,1 0 1 0 0,-1 0-1 0 0,1 0 0 0 0,-1 0 0 0 0,0 0 0 0 0,1 0 0 0 0,-1 1 0 0 0,1-1 0 0 0,-1 0 1 0 0,1 0-1 0 0,-1 1 0 0 0,1-1 0 0 0,0 0 0 0 0,-1 0 0 0 0,1 1 0 0 0,-1-1 0 0 0,1 1 1 0 0,0-1-1 0 0,-1 0 0 0 0,1 1 0 0 0,0-1 0 0 0,-1 1 0 0 0,1-1 0 0 0,0 1 1 0 0,-1-1-1 0 0,1 1 0 0 0,0-1 0 0 0,0 1 0 0 0,-2 3 83 0 0,1 0 1 0 0,-1 0-1 0 0,1 0 0 0 0,0-1 1 0 0,0 8-1 0 0,-2 18 244 0 0,3 0 1 0 0,4 53-1 0 0,17 60 216 0 0,-15-104-376 0 0,5 25-76 0 0,4 25 356 0 0,8 164-1 0 0,-23-249-494 0 0,-1 34 0 0 0,0-34 0 0 0,1-1 0 0 0,0 1 0 0 0,-1-1 0 0 0,0 1 0 0 0,0-1 0 0 0,1 1 0 0 0,-1-1 0 0 0,-1 0 0 0 0,1 1 0 0 0,0-1 0 0 0,0 0 0 0 0,-3 2 0 0 0,4-3 0 0 0,0-1 0 0 0,-1 0-1 0 0,1 1 1 0 0,-1-1 0 0 0,1 0-1 0 0,0 1 1 0 0,-1-1 0 0 0,1 0 0 0 0,-1 0-1 0 0,1 1 1 0 0,-1-1 0 0 0,1 0-1 0 0,-1 0 1 0 0,1 0 0 0 0,-1 1-1 0 0,1-1 1 0 0,-1 0 0 0 0,1 0 0 0 0,-1 0-1 0 0,1 0 1 0 0,-1 0 0 0 0,1 0-1 0 0,-1 0 1 0 0,1 0 0 0 0,-1-1-1 0 0,1 1 1 0 0,-1 0 0 0 0,0-1-2 0 0,0 1 0 0 0,0-1 1 0 0,0 0-1 0 0,0 1 0 0 0,0-1 1 0 0,0 0-1 0 0,0 0 0 0 0,0 0 1 0 0,0 0-1 0 0,1 0 0 0 0,-2-1 0 0 0,-1-5-10 0 0,-1 1-1 0 0,1-1 1 0 0,-2-7-1 0 0,4 11 7 0 0,-7-19-274 0 0,2 0-1 0 0,0-1 1 0 0,1 0 0 0 0,1 0-1 0 0,2 0 1 0 0,0-1 0 0 0,2-23-1 0 0,0 43 285 0 0,0-1 0 0 0,1 1 0 0 0,-1 0 0 0 0,1-1 0 0 0,0 1-1 0 0,0 0 1 0 0,1 0 0 0 0,-1 0 0 0 0,1 0 0 0 0,0 0 0 0 0,0 0 0 0 0,4-5-1 0 0,-4 6 17 0 0,1 1 0 0 0,0-1-1 0 0,0 0 1 0 0,0 1-1 0 0,0 0 1 0 0,1 0 0 0 0,-1 0-1 0 0,0 0 1 0 0,1 0-1 0 0,-1 1 1 0 0,1-1-1 0 0,0 1 1 0 0,0 0 0 0 0,4 0-1 0 0,49-8 101 0 0,110-3 1 0 0,-1 1-568 0 0,-121 5 192 0 0,67-10-2344 0 0,-112 16 2595 0 0,0-1 1 0 0,1 1-1 0 0,-1 0 0 0 0,0 0 0 0 0,1 0 0 0 0,-1 0 1 0 0,0 0-1 0 0,1 0 0 0 0,-1 0 0 0 0,0 0 0 0 0,1 0 1 0 0,-1 0-1 0 0,0 0 0 0 0,1 0 0 0 0,-1 0 0 0 0,0 0 0 0 0,1 0 1 0 0,-1 0-1 0 0,0 0 0 0 0,0 0 0 0 0,1 0 0 0 0,-1 0 1 0 0,0 0-1 0 0,1 1 0 0 0,-1-1 0 0 0,0 0 0 0 0,1 0 1 0 0,-1 0-1 0 0,0 1 0 0 0,0-1 0 0 0,1 1 0 0 0,-5 8 41 0 0,-14 10 132 0 0,-1-4 20 0 0,-10 8 360 0 0,-36 36 0 0 0,57-50-424 0 0,0 1 0 0 0,0 0 0 0 0,1 0 1 0 0,0 1-1 0 0,0-1 0 0 0,1 2 0 0 0,-8 21 0 0 0,8-16 126 0 0,1 0 0 0 0,-5 33-1 0 0,9-43-189 0 0,0-1 0 0 0,1 1 0 0 0,0 0 0 0 0,0-1 0 0 0,1 1 0 0 0,0 0 0 0 0,0-1 0 0 0,0 1 0 0 0,1-1 0 0 0,5 12 0 0 0,-6-16-55 0 0,0 0 0 0 0,0 0 0 0 0,0 0 0 0 0,0 0 0 0 0,0 0 0 0 0,1 0-1 0 0,-1-1 1 0 0,0 1 0 0 0,1 0 0 0 0,0-1 0 0 0,-1 0 0 0 0,1 1 0 0 0,0-1 0 0 0,0 0 0 0 0,0 0 0 0 0,0 0 0 0 0,0 0 0 0 0,0 0 0 0 0,0 0 0 0 0,0 0 0 0 0,0-1 0 0 0,0 1 0 0 0,0-1 0 0 0,0 0-1 0 0,1 0 1 0 0,-1 1 0 0 0,0-1 0 0 0,0-1 0 0 0,1 1 0 0 0,-1 0 0 0 0,4-1 0 0 0,1-1-1 0 0,-1-1-1 0 0,0 1 1 0 0,0-1 0 0 0,0 0 0 0 0,0 0-1 0 0,0 0 1 0 0,0-1 0 0 0,-1 0 0 0 0,8-7-1 0 0,1-2 0 0 0,-1-1-1 0 0,-1-1 1 0 0,0 0-1 0 0,0-1 1 0 0,-2 0-1 0 0,0-1 1 0 0,14-33 0 0 0,-17 34-89 0 0,-1-1 0 0 0,-1 1 0 0 0,-1-1 0 0 0,-1 0 0 0 0,0 0 1 0 0,-1-1-1 0 0,0 1 0 0 0,-2 0 0 0 0,-1-19 0 0 0,1 33 72 0 0,-1 0 0 0 0,0-1-1 0 0,1 1 1 0 0,-1 0 0 0 0,-1 0-1 0 0,1-1 1 0 0,0 1 0 0 0,-4-5-1 0 0,5 7 13 0 0,-1 1-1 0 0,1-1 1 0 0,-1 1 0 0 0,1-1-1 0 0,0 1 1 0 0,-1-1 0 0 0,1 1-1 0 0,-1 0 1 0 0,1-1 0 0 0,-1 1-1 0 0,1 0 1 0 0,-1-1 0 0 0,1 1-1 0 0,-1 0 1 0 0,1 0-1 0 0,-1-1 1 0 0,0 1 0 0 0,1 0-1 0 0,-1 0 1 0 0,1 0 0 0 0,-2 0-1 0 0,1 0 2 0 0,0 0-1 0 0,0 1 1 0 0,0-1-1 0 0,1 1 1 0 0,-1-1-1 0 0,0 1 1 0 0,0-1-1 0 0,0 1 0 0 0,1-1 1 0 0,-1 1-1 0 0,0 0 1 0 0,0-1-1 0 0,1 1 1 0 0,-1 0-1 0 0,1 0 1 0 0,-1-1-1 0 0,1 1 1 0 0,-2 1-1 0 0,-2 6 55 0 0,1 0-1 0 0,-1 1 0 0 0,1-1 1 0 0,0 1-1 0 0,1-1 1 0 0,0 1-1 0 0,0 0 0 0 0,1 0 1 0 0,0 9-1 0 0,0 8 268 0 0,6 48 0 0 0,-3-55-198 0 0,1-1-1 0 0,1 1 1 0 0,7 17-1 0 0,-9-27-79 0 0,2-1-1 0 0,-1 0 1 0 0,1 0-1 0 0,0-1 0 0 0,0 1 1 0 0,1-1-1 0 0,0 0 1 0 0,12 12-1 0 0,-15-16-120 0 0,1-1 0 0 0,0 0 0 0 0,0 0-1 0 0,0 0 1 0 0,0 0 0 0 0,1 0 0 0 0,-1-1 0 0 0,0 1-1 0 0,1-1 1 0 0,-1 0 0 0 0,1 0 0 0 0,0 0 0 0 0,-1-1-1 0 0,1 1 1 0 0,-1-1 0 0 0,5 0 0 0 0,-2 0-358 0 0,0-1 0 0 0,0 0-1 0 0,-1 0 1 0 0,1 0 0 0 0,-1-1 0 0 0,1 0 0 0 0,-1 0 0 0 0,0 0 0 0 0,9-5 0 0 0,4-5-6002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3.6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48 5983 0 0,'-27'-47'1795'0'0,"36"68"3567"0"0,3 18-4490 0 0,-1-2-557 0 0,26 69 570 0 0,48 148 1563 0 0,-68-192-1984 0 0,-3 1 0 0 0,8 73 1 0 0,-20-110-430 0 0,0 36 0 0 0,-3-53-15 0 0,0 1 1 0 0,0-1 0 0 0,0 0 0 0 0,-2-1-1 0 0,1 1 1 0 0,-1 0 0 0 0,-5 12 0 0 0,8-20-12 0 0,-1-1 1 0 0,1 1 0 0 0,0-1 0 0 0,0 1-1 0 0,-1 0 1 0 0,1-1 0 0 0,0 1 0 0 0,-1-1-1 0 0,1 1 1 0 0,-1-1 0 0 0,1 1 0 0 0,-1-1-1 0 0,1 1 1 0 0,-1-1 0 0 0,1 1 0 0 0,-1-1-1 0 0,1 0 1 0 0,-1 1 0 0 0,1-1 0 0 0,-1 0-1 0 0,0 0 1 0 0,1 1 0 0 0,-2-1 0 0 0,2 0 0 0 0,-1 0 0 0 0,0 0 0 0 0,1-1 1 0 0,-1 1-1 0 0,1 0 0 0 0,-1 0 0 0 0,1-1 1 0 0,-1 1-1 0 0,1 0 0 0 0,-1-1 0 0 0,1 1 0 0 0,0-1 1 0 0,-1 1-1 0 0,1-1 0 0 0,-1 1 0 0 0,1 0 1 0 0,0-1-1 0 0,0 1 0 0 0,-1-1 0 0 0,1 0 0 0 0,-2-2 6 0 0,1 0 0 0 0,0 0 0 0 0,0 0-1 0 0,0-1 1 0 0,0 1 0 0 0,1 0 0 0 0,-1 0-1 0 0,1-5 1 0 0,1-5 48 0 0,1 0 0 0 0,1 1 0 0 0,0-1 0 0 0,0 1 0 0 0,2 0 0 0 0,-1 0 0 0 0,1 0-1 0 0,1 0 1 0 0,0 1 0 0 0,1 0 0 0 0,0 0 0 0 0,1 1 0 0 0,12-13 0 0 0,-10 12-43 0 0,1 1 1 0 0,1 0-1 0 0,-1 0 1 0 0,2 2-1 0 0,-1-1 1 0 0,1 2-1 0 0,0-1 0 0 0,1 2 1 0 0,0 0-1 0 0,0 1 1 0 0,16-5-1 0 0,-26 9-21 0 0,1 0 0 0 0,-1 1 0 0 0,0-1 0 0 0,0 1 0 0 0,1 0 0 0 0,-1 0 0 0 0,0 0 0 0 0,0 1 0 0 0,1-1 0 0 0,6 3 0 0 0,-9-2 0 0 0,0 0 0 0 0,0-1 0 0 0,0 1 0 0 0,0 0 0 0 0,0 1 0 0 0,0-1 0 0 0,0 0 0 0 0,-1 0 0 0 0,1 1 0 0 0,0-1 0 0 0,-1 1 0 0 0,1 0 0 0 0,-1-1 0 0 0,1 1 0 0 0,-1 0 0 0 0,0 0 0 0 0,0 0 0 0 0,0 0 0 0 0,0 0 0 0 0,0 0 0 0 0,1 4 0 0 0,0 2 0 0 0,0 1-1 0 0,-1 0 1 0 0,0 0-1 0 0,-1-1 1 0 0,0 1 0 0 0,0 0-1 0 0,-1 0 1 0 0,-2 10-1 0 0,-3 6 25 0 0,-13 36 0 0 0,10-35 122 0 0,-6 31-1 0 0,14-50-149 0 0,5-8 237 0 0,6-12-1422 0 0,-9 12 860 0 0,9-12-6845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3.7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83 0 12439 0 0,'-20'2'544'0'0,"10"-2"128"0"0,0 2-544 0 0,3-1-128 0 0,3 1 0 0 0,1 2 0 0 0,0-1 96 0 0,-4 4-16 0 0,0 6 0 0 0,-1 3 0 0 0,6 2-400 0 0,0 3-72 0 0,7-1-24 0 0,5 1 0 0 0,7 2 312 0 0,4 1 104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4.3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42 100 1375 0 0,'-7'-11'1036'0'0,"7"11"-874"0"0,0 0 0 0 0,0 0 0 0 0,0 0-1 0 0,-1-1 1 0 0,1 1 0 0 0,0 0 0 0 0,0 0 0 0 0,0 0 0 0 0,-1 0 0 0 0,1 0-1 0 0,0 0 1 0 0,0 0 0 0 0,-1 0 0 0 0,1 0 0 0 0,0 0 0 0 0,0 0 0 0 0,-1 0-1 0 0,1 0 1 0 0,0 0 0 0 0,0 0 0 0 0,-1 0 0 0 0,1 0 0 0 0,0 0 0 0 0,0 0-1 0 0,-1 0 1 0 0,-7 9 4939 0 0,3 0-4963 0 0,2 0 196 0 0,0-1 0 0 0,1 0-1 0 0,0 1 1 0 0,0-1 0 0 0,1 1 0 0 0,0 0 0 0 0,0-1-1 0 0,1 1 1 0 0,0 0 0 0 0,1-1 0 0 0,0 1 0 0 0,0 0-1 0 0,1-1 1 0 0,0 1 0 0 0,0-1 0 0 0,1 0-1 0 0,4 9 1 0 0,-3-8-162 0 0,0-1 1 0 0,0 0-1 0 0,1 0 0 0 0,0-1 0 0 0,0 1 1 0 0,0-1-1 0 0,1 0 0 0 0,0-1 0 0 0,1 1 0 0 0,0-1 1 0 0,0-1-1 0 0,0 1 0 0 0,0-1 0 0 0,1 0 0 0 0,0-1 1 0 0,12 5-1 0 0,-17-8-140 0 0,1 0 1 0 0,-1 0-1 0 0,0 0 0 0 0,0-1 1 0 0,1 0-1 0 0,-1 0 1 0 0,0 0-1 0 0,1 0 1 0 0,-1 0-1 0 0,0-1 0 0 0,0 1 1 0 0,1-1-1 0 0,-1 0 1 0 0,6-2-1 0 0,-8 2-22 0 0,1 1 0 0 0,-1-1 0 0 0,0 0 0 0 0,1 0 0 0 0,-1 0 0 0 0,0 0 0 0 0,1 0 0 0 0,-1 0 0 0 0,0 0 0 0 0,0 0 0 0 0,0 0 0 0 0,0 0 0 0 0,0-1 0 0 0,0 1 0 0 0,0-1 0 0 0,-1 1 0 0 0,1 0-1 0 0,0-1 1 0 0,-1 1 0 0 0,1-1 0 0 0,-1 1 0 0 0,0-1 0 0 0,1 0 0 0 0,-1 1 0 0 0,0-1 0 0 0,0 1 0 0 0,0-1 0 0 0,0 0 0 0 0,0 1 0 0 0,0-1 0 0 0,-1-2 0 0 0,-4-12-10 0 0,-1 0 0 0 0,0 1 0 0 0,-1 0 0 0 0,0 1 0 0 0,-12-16 0 0 0,10 14 0 0 0,0 1 0 0 0,1-1 0 0 0,-12-33 0 0 0,19 45 0 0 0,0 1 0 0 0,0 0 0 0 0,1-1 0 0 0,-1 1 0 0 0,1-1 0 0 0,0 1-1 0 0,0-1 1 0 0,1 1 0 0 0,-1-1 0 0 0,1 1 0 0 0,-1 0 0 0 0,1-1 0 0 0,0 1 0 0 0,1 0 0 0 0,1-6-1 0 0,0 4 2 0 0,0 1-1 0 0,0-1 1 0 0,1 1-1 0 0,-1 0 1 0 0,1 0-1 0 0,0 0 1 0 0,-1 0-1 0 0,2 1 0 0 0,6-5 1 0 0,-5 4 9 0 0,1 0 0 0 0,-1 1 0 0 0,1-1 0 0 0,0 1 0 0 0,0 1 0 0 0,0 0 0 0 0,0 0 1 0 0,0 0-1 0 0,1 0 0 0 0,-1 1 0 0 0,1 1 0 0 0,-1-1 0 0 0,0 1 0 0 0,1 1 0 0 0,7 0 0 0 0,-10 0 10 0 0,-1 1-1 0 0,1-1 1 0 0,0 1 0 0 0,-1 0-1 0 0,0 0 1 0 0,1 0-1 0 0,-1 1 1 0 0,0-1 0 0 0,0 1-1 0 0,0 0 1 0 0,-1 0-1 0 0,7 7 1 0 0,-5-4-2 0 0,0 1 0 0 0,-1-1 0 0 0,0 1 0 0 0,0 0 0 0 0,-1 0 1 0 0,1 0-1 0 0,2 10 0 0 0,-1 1 16 0 0,-1-1 0 0 0,-1 1 0 0 0,0 0 0 0 0,-2 1 0 0 0,0-1 1 0 0,-2 21-1 0 0,-1-5 19 0 0,0-16 10 0 0,1 0 0 0 0,1 28 0 0 0,0-44-53 0 0,1 0 0 0 0,-1 0-1 0 0,0-1 1 0 0,1 1-1 0 0,0 0 1 0 0,-1 0 0 0 0,1-1-1 0 0,0 1 1 0 0,0 0-1 0 0,0-1 1 0 0,1 3 0 0 0,-1-3-8 0 0,-1-1 1 0 0,0 0-1 0 0,1 1 1 0 0,-1-1 0 0 0,1 0-1 0 0,-1 1 1 0 0,1-1-1 0 0,-1 0 1 0 0,1 0 0 0 0,-1 0-1 0 0,1 1 1 0 0,0-1-1 0 0,-1 0 1 0 0,1 0 0 0 0,-1 0-1 0 0,1 0 1 0 0,-1 0-1 0 0,1 0 1 0 0,-1 0-1 0 0,1 0 1 0 0,0 0 0 0 0,-1 0-1 0 0,1 0 1 0 0,-1-1-1 0 0,1 1 1 0 0,-1 0 0 0 0,1 0-1 0 0,-1 0 1 0 0,1-1-1 0 0,-1 1 1 0 0,1 0-1 0 0,-1-1 1 0 0,1 1 0 0 0,-1 0-1 0 0,0-1 1 0 0,1 1-1 0 0,-1-1 1 0 0,1 1 0 0 0,-1-1-1 0 0,1 0 1 0 0,9-11 4 0 0,-1-1 1 0 0,0 0 0 0 0,-1 0-1 0 0,0-1 1 0 0,-1-1 0 0 0,9-23-1 0 0,5-19-7 0 0,25-55 0 0 0,-34 94 32 0 0,-12 18-31 0 0,0-1-1 0 0,0 1 1 0 0,0 0-1 0 0,0 0 0 0 0,0 0 1 0 0,1-1-1 0 0,-1 1 1 0 0,0 0-1 0 0,0 0 1 0 0,0 0-1 0 0,1-1 1 0 0,-1 1-1 0 0,0 0 1 0 0,0 0-1 0 0,0 0 1 0 0,1 0-1 0 0,-1 0 0 0 0,0-1 1 0 0,1 1-1 0 0,-1 0 1 0 0,0 0-1 0 0,0 0 1 0 0,1 0-1 0 0,-1 0 1 0 0,0 0-1 0 0,0 0 1 0 0,1 0-1 0 0,-1 0 1 0 0,0 0-1 0 0,1 0 0 0 0,-1 0 1 0 0,0 0-1 0 0,0 0 1 0 0,1 0-1 0 0,-1 1 1 0 0,0-1-1 0 0,0 0 1 0 0,1 0-1 0 0,-1 0 1 0 0,0 0-1 0 0,0 0 1 0 0,1 1-1 0 0,-1-1 1 0 0,0 0-1 0 0,0 0 0 0 0,0 0 1 0 0,0 1-1 0 0,1-1 1 0 0,-1 0-1 0 0,0 0 1 0 0,0 1-1 0 0,0-1 1 0 0,0 0-1 0 0,0 0 1 0 0,1 1-1 0 0,-1-1 1 0 0,0 0-1 0 0,0 0 0 0 0,0 1 1 0 0,0-1-1 0 0,0 0 1 0 0,0 0-1 0 0,0 1 1 0 0,0-1-1 0 0,0 0 1 0 0,0 1-1 0 0,0-1 1 0 0,-1 1-1 0 0,8 73 0 0 0,-5-48 0 0 0,7 41 0 0 0,-3-41 9 0 0,15 42 1 0 0,-17-58-6 0 0,0-1 0 0 0,0 1 1 0 0,1-1-1 0 0,1 0 0 0 0,0-1 1 0 0,0 1-1 0 0,10 10 0 0 0,-14-17 16 0 0,0-1-1 0 0,0 1 0 0 0,0 0 1 0 0,0 0-1 0 0,1-1 0 0 0,-1 1 0 0 0,0-1 1 0 0,1 0-1 0 0,-1 0 0 0 0,1 0 1 0 0,0 0-1 0 0,-1 0 0 0 0,1-1 0 0 0,0 1 1 0 0,-1-1-1 0 0,1 1 0 0 0,0-1 0 0 0,0 0 1 0 0,-1 0-1 0 0,1 0 0 0 0,0-1 1 0 0,0 1-1 0 0,3-2 0 0 0,-1 1-153 0 0,0-1 1 0 0,0 0-1 0 0,0-1 0 0 0,-1 1 0 0 0,1-1 0 0 0,-1 0 1 0 0,0 0-1 0 0,1-1 0 0 0,-1 1 0 0 0,-1-1 1 0 0,6-5-1 0 0,5-8-7673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5.6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1 162 4607 0 0,'0'0'354'0'0,"0"0"-233"0"0,14-1 890 0 0,-1-1-1 0 0,1 0 1 0 0,-1-1-1 0 0,0 0 0 0 0,24-10 1 0 0,12-4 51 0 0,22-1-353 0 0,0 2-1 0 0,110-9 1 0 0,117-4-845 0 0,-173 5-2388 0 0,-89 16-1782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5.9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 14 2759 0 0,'-9'-11'768'0'0,"9"11"-726"0"0,0 0 0 0 0,0 0 0 0 0,0-1 0 0 0,0 1 0 0 0,0 0 1 0 0,0 0-1 0 0,0 0 0 0 0,0 0 0 0 0,0 0 0 0 0,1 0 0 0 0,-1 0 0 0 0,0 0 0 0 0,0-1 0 0 0,0 1 0 0 0,0 0 0 0 0,0 0 0 0 0,0 0 0 0 0,0 0 0 0 0,0 0 0 0 0,0 0 0 0 0,0 0 0 0 0,1 0 0 0 0,-1 0 0 0 0,0 0 0 0 0,0 0 0 0 0,0 0 0 0 0,0 0 0 0 0,0 0 0 0 0,0 0 0 0 0,0 0 0 0 0,1 0 0 0 0,-1 0 0 0 0,0 0 0 0 0,0 0 0 0 0,0 0 0 0 0,0 0 0 0 0,0 0 0 0 0,0 0 0 0 0,0 0 0 0 0,1 0 1 0 0,-1 0-1 0 0,0 0 0 0 0,0 0 0 0 0,0 0 0 0 0,0 0 0 0 0,0 0 0 0 0,0 0 0 0 0,0 0 0 0 0,21 9 2100 0 0,-19-8-2604 0 0,36 14 2264 0 0,71 20-1 0 0,-43-16-1106 0 0,-36-10-463 0 0,33 11-20 0 0,-56-17-187 0 0,0 0 0 0 0,0 0 0 0 0,-1 1 0 0 0,1 0 0 0 0,-1 0-1 0 0,7 6 1 0 0,-11-9-3 0 0,-1 1 0 0 0,1-1-1 0 0,0 1 1 0 0,-1 0-1 0 0,1 0 1 0 0,-1 0 0 0 0,1-1-1 0 0,-1 2 1 0 0,0-1 0 0 0,0 0-1 0 0,0 0 1 0 0,0 0 0 0 0,0 0-1 0 0,-1 1 1 0 0,1-1 0 0 0,-1 0-1 0 0,1 1 1 0 0,-1-1-1 0 0,0 0 1 0 0,0 1 0 0 0,0-1-1 0 0,0 0 1 0 0,0 1 0 0 0,-1-1-1 0 0,1 0 1 0 0,-1 1 0 0 0,1-1-1 0 0,-1 0 1 0 0,0 0-1 0 0,0 1 1 0 0,0-1 0 0 0,0 0-1 0 0,0 0 1 0 0,-1 0 0 0 0,-1 3-1 0 0,-5 4 119 0 0,-1 1 0 0 0,1-2 0 0 0,-1 1 0 0 0,-1-1 0 0 0,-14 10 0 0 0,-64 40 604 0 0,71-46-788 0 0,-55 43-908 0 0,56-40-3911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7.3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7 4143 0 0,'0'0'28'0'0,"-1"-1"-1"0"0,1 1 0 0 0,-1-1 0 0 0,1 1 1 0 0,-1-1-1 0 0,0 1 0 0 0,1-1 0 0 0,-1 1 0 0 0,1 0 1 0 0,-1-1-1 0 0,0 1 0 0 0,0 0 0 0 0,1-1 1 0 0,-1 1-1 0 0,0 0 0 0 0,1 0 0 0 0,-1 0 1 0 0,0 0-1 0 0,0 0 0 0 0,1 0 0 0 0,-1 0 0 0 0,0 0 1 0 0,0 0-1 0 0,1 0 0 0 0,-1 0 0 0 0,0 0 1 0 0,0 0-1 0 0,1 1 0 0 0,-2-1 0 0 0,-1 2 73 0 0,0 0 0 0 0,1 0 0 0 0,-1 0-1 0 0,1 1 1 0 0,-5 4 0 0 0,7-7-100 0 0,-3 4 54 0 0,0 0-1 0 0,1 0 0 0 0,-1 0 1 0 0,1 0-1 0 0,0 1 0 0 0,0-1 0 0 0,1 0 1 0 0,-1 1-1 0 0,1 0 0 0 0,0-1 1 0 0,0 1-1 0 0,0 7 0 0 0,0 8 121 0 0,2 33-1 0 0,0-37-101 0 0,30 235 1066 0 0,-16-157-796 0 0,74 671 1178 0 0,-78-652-990 0 0,36 169-1 0 0,8-58 584 0 0,15-5-133 0 0,-65-204-1690 0 0,2-1 1 0 0,-1 0-1 0 0,2 0 0 0 0,10 15 0 0 0,-3-10-3277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8.5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11 591 3223 0 0,'0'-1'8'0'0,"-3"-5"58"0"0,1 0 0 0 0,0 0-1 0 0,1-1 1 0 0,-2-6 0 0 0,3 11-121 0 0,0-1 0 0 0,0 1 0 0 0,0 0 0 0 0,1-1 0 0 0,-1 1-1 0 0,1 0 1 0 0,-1-1 0 0 0,1 1 0 0 0,-1 0 0 0 0,1 0 0 0 0,0 0 0 0 0,0-1 0 0 0,0 1-1 0 0,1 0 1 0 0,1-2 0 0 0,7-9 276 0 0,0 1 0 0 0,1 1 0 0 0,0 0 0 0 0,1 0 0 0 0,0 1-1 0 0,1 1 1 0 0,0 0 0 0 0,0 0 0 0 0,26-10 0 0 0,-17 10 261 0 0,1 1-1 0 0,0 1 1 0 0,0 1-1 0 0,0 1 1 0 0,45-4 0 0 0,288 7 2035 0 0,-274 4-2220 0 0,346-18-253 0 0,-338 10-40 0 0,574-64-78 0 0,-389 30-343 0 0,118-13 119 0 0,192 18 287 0 0,-541 33 11 0 0,220-15 39 0 0,-67 3-14 0 0,335-39-78 0 0,-170 22 113 0 0,-168 18 13 0 0,-67 7 31 0 0,161 13 0 0 0,28-6-182 0 0,-141-4 63 0 0,-130 3 7 0 0,-1 3 0 0 0,54 9 1 0 0,-77-8 0 0 0,1 1 1 0 0,-1 1 0 0 0,0 1 0 0 0,0 1 0 0 0,-1 0 0 0 0,29 18-1 0 0,-33-15 16 0 0,-1 1-1 0 0,0 1 0 0 0,-1 0 1 0 0,0 1-1 0 0,-1 0 0 0 0,-1 1 1 0 0,21 32-1 0 0,-4 2 17 0 0,31 74 1 0 0,-49-97-35 0 0,-2 0 0 0 0,-1 1 0 0 0,-1 0 0 0 0,-1 0 0 0 0,3 42 0 0 0,-4 140 373 0 0,-5-82-304 0 0,20 208 95 0 0,-14-286-172 0 0,3-1 1 0 0,2-1-1 0 0,1 0 1 0 0,37 89-1 0 0,29 45 17 0 0,-63-140 0 0 0,-2 0 0 0 0,12 67 0 0 0,-5 99 0 0 0,1 7 0 0 0,9-10 0 0 0,-29-190 7 0 0,0-1 0 0 0,-1 1 0 0 0,0-1 0 0 0,-1 1 0 0 0,-1-1 0 0 0,0 1 0 0 0,-1-1 0 0 0,0 0 0 0 0,-1 0 0 0 0,0 0 0 0 0,-9 18 0 0 0,5-16 97 0 0,-1-1-1 0 0,0 0 1 0 0,0 0-1 0 0,-2 0 1 0 0,0-1 0 0 0,0-1-1 0 0,-1 0 1 0 0,-24 19-1 0 0,23-23-154 0 0,1 0 0 0 0,-1-1 0 0 0,0-1 0 0 0,-1 0 0 0 0,0-1-1 0 0,0 0 1 0 0,0-1 0 0 0,-18 3 0 0 0,-13 0-420 0 0,-60 1 0 0 0,-476-5 0 0 0,277-7 331 0 0,-686 19 2433 0 0,626-16-1921 0 0,0-31-184 0 0,-234-88-1221 0 0,-85 5-116 0 0,461 101 1464 0 0,-1 15 151 0 0,63 1-246 0 0,-216 11 116 0 0,66 6 176 0 0,86-6-200 0 0,118-1 1461 0 0,-183 45 1 0 0,274-54-1537 0 0,0 1 0 0 0,0 1 1 0 0,0 0-1 0 0,1 1 0 0 0,0 1 1 0 0,-14 8-1 0 0,25-12-211 0 0,-1-1-1 0 0,0 1 1 0 0,1 0 0 0 0,-1 0-1 0 0,1 0 1 0 0,0 0 0 0 0,0 0-1 0 0,0 1 1 0 0,0 0 0 0 0,1-1 0 0 0,-1 1-1 0 0,1 0 1 0 0,0 0 0 0 0,0 0-1 0 0,1 1 1 0 0,-1-1 0 0 0,1 0 0 0 0,0 1-1 0 0,0-1 1 0 0,0 1 0 0 0,1-1-1 0 0,-1 1 1 0 0,1-1 0 0 0,1 9 0 0 0,-1-9-14 0 0,1 0 0 0 0,0 0 0 0 0,0 1 0 0 0,0-1 1 0 0,0 0-1 0 0,0 0 0 0 0,1 0 0 0 0,0 0 0 0 0,0-1 1 0 0,0 1-1 0 0,3 3 0 0 0,-4-5-5 0 0,0-1 1 0 0,1 0-1 0 0,-1 1 1 0 0,1-1-1 0 0,-1 0 0 0 0,1 0 1 0 0,0 0-1 0 0,0 0 0 0 0,-1 0 1 0 0,1-1-1 0 0,0 1 1 0 0,0 0-1 0 0,0-1 0 0 0,0 1 1 0 0,0-1-1 0 0,0 0 1 0 0,-1 0-1 0 0,1 0 0 0 0,0 0 1 0 0,0 0-1 0 0,0 0 1 0 0,0 0-1 0 0,0-1 0 0 0,0 1 1 0 0,3-2-1 0 0,1 0-25 0 0,0 0-1 0 0,0-1 1 0 0,-1 1 0 0 0,1-1-1 0 0,7-6 1 0 0,-4 2-1009 0 0,3-1-5220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38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3423 0 0,'0'0'22'0'0,"0"0"-1"0"0,0 0 1 0 0,0 0-1 0 0,0 0 1 0 0,0 0-1 0 0,0 1 1 0 0,0-1-1 0 0,0 0 1 0 0,0 0-1 0 0,0 0 0 0 0,0 0 1 0 0,1 0-1 0 0,-1 0 1 0 0,0 0-1 0 0,0 0 1 0 0,0 0-1 0 0,0 0 1 0 0,0 0-1 0 0,0 0 1 0 0,0 0-1 0 0,0 0 1 0 0,0 0-1 0 0,0 0 0 0 0,0 0 1 0 0,0 0-1 0 0,0 0 1 0 0,0 0-1 0 0,0 0 1 0 0,1 0-1 0 0,-1 0 1 0 0,0 0-1 0 0,0 0 1 0 0,0 0-1 0 0,0 0 0 0 0,0 0 1 0 0,0 0-1 0 0,0 0 1 0 0,0 0-1 0 0,0-1 1 0 0,0 1-1 0 0,0 0 1 0 0,0 0-1 0 0,0 0 1 0 0,0 0-1 0 0,0 0 1 0 0,0 0-1 0 0,0 0 0 0 0,0 0 1 0 0,0 0-1 0 0,0 0 1 0 0,0 0-1 0 0,0 0 1 0 0,0 0-1 0 0,0 0 1 0 0,0 0-1 0 0,0 0 1 0 0,0-1-1 0 0,6 10 912 0 0,5 15 259 0 0,-7-10-550 0 0,-1 0 0 0 0,-1 1 0 0 0,1-1 0 0 0,-1 22 1 0 0,-6 60 1131 0 0,1-28-1745 0 0,2-28-13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42.1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1 1612 0 0,'-11'11'18083'0'0,"9"-2"-18118"0"0,2-8 35 0 0,9 38 0 0 0,-8-35 0 0 0,0-1 0 0 0,0 0 0 0 0,0 1 0 0 0,0-1 0 0 0,1 0 0 0 0,0 0 0 0 0,-1 0 0 0 0,1 0 0 0 0,0 0 0 0 0,0-1 0 0 0,3 4 0 0 0,-5-6 0 0 0,1 0 0 0 0,-1 0 0 0 0,0 0 0 0 0,0 1 0 0 0,1-1 0 0 0,-1 0 0 0 0,0 0 0 0 0,1 0 0 0 0,-1 0 0 0 0,0 0 0 0 0,1 1 0 0 0,-1-1 0 0 0,1 0 0 0 0,-1 0 0 0 0,0 0 0 0 0,1 0 0 0 0,-1 0 0 0 0,0 0 0 0 0,1 0 0 0 0,-1 0 0 0 0,0 0 0 0 0,1-1 0 0 0,-1 1 0 0 0,0 0 0 0 0,1 0 0 0 0,-1 0 0 0 0,0 0 0 0 0,1 0 0 0 0,-1-1 0 0 0,0 1 0 0 0,1 0 0 0 0,-1-1 0 0 0,9-13 0 0 0,-7 10 0 0 0,-1-1 0 0 0,0 1 0 0 0,0-1 0 0 0,1-8 0 0 0,-2 11-41 0 0,0 0 0 0 0,0 0 1 0 0,0 0-1 0 0,-1 0 0 0 0,1 0 0 0 0,-1 0 0 0 0,1 0 0 0 0,-1 0 0 0 0,0 0 1 0 0,0 0-1 0 0,0 1 0 0 0,0-1 0 0 0,-2-2 0 0 0,3 3-67 0 0,-1 1 0 0 0,1-1-1 0 0,-1 1 1 0 0,1-1 0 0 0,-1 1 0 0 0,1 0 0 0 0,-1-1-1 0 0,0 1 1 0 0,1 0 0 0 0,-1-1 0 0 0,1 1 0 0 0,-1 0-1 0 0,0 0 1 0 0,1 0 0 0 0,-1-1 0 0 0,0 1 0 0 0,0 0-1 0 0,1 0 1 0 0,-1 0 0 0 0,0 0 0 0 0,1 0 0 0 0,-1 0-1 0 0,0 0 1 0 0,1 1 0 0 0,-1-1 0 0 0,0 0 0 0 0,1 0-1 0 0,-1 0 1 0 0,0 1 0 0 0,1-1 0 0 0,-1 0 0 0 0,1 1-1 0 0,-1-1 1 0 0,0 0 0 0 0,1 1 0 0 0,-1-1 0 0 0,1 1-1 0 0,-1-1 1 0 0,1 1 0 0 0,-1-1 0 0 0,1 2 0 0 0,-3 0-697 0 0,1 1 0 0 0,0 0 0 0 0,0 0 0 0 0,0 0 0 0 0,0 0 0 0 0,0 0 0 0 0,-1 6 0 0 0,1-4 458 0 0,0 0 1 0 0,1 1-1 0 0,0-1 0 0 0,-1 11 1 0 0,2-12 364 0 0,0 0 0 0 0,0 0 0 0 0,0 1 0 0 0,0-1 0 0 0,1 0 0 0 0,0 0 1 0 0,0 1-1 0 0,0-1 0 0 0,0 0 0 0 0,1 0 0 0 0,-1 0 0 0 0,1 0 0 0 0,0-1 0 0 0,5 8 0 0 0,-6-10-6 0 0,0 0 1 0 0,0 0-1 0 0,0 0 0 0 0,0-1 0 0 0,0 1 0 0 0,1 0 0 0 0,-1-1 1 0 0,0 1-1 0 0,0 0 0 0 0,1-1 0 0 0,-1 1 0 0 0,0-1 0 0 0,1 0 0 0 0,-1 0 1 0 0,1 1-1 0 0,-1-1 0 0 0,0 0 0 0 0,1 0 0 0 0,-1 0 0 0 0,1 0 1 0 0,-1-1-1 0 0,0 1 0 0 0,1 0 0 0 0,1-1 0 0 0,3-1 82 0 0,0 0 0 0 0,0 0 0 0 0,10-6 0 0 0,-11 5-48 0 0,0 0 0 0 0,0-1 1 0 0,0 1-1 0 0,0-1 0 0 0,-1 0 1 0 0,7-7-1 0 0,-10 9-40 0 0,1 1 0 0 0,-1-1 0 0 0,0 0 1 0 0,0 1-1 0 0,0-1 0 0 0,0 0 0 0 0,0 0 0 0 0,0 1 0 0 0,0-1 0 0 0,-1 0 0 0 0,1 0 0 0 0,-1 0 0 0 0,1 0 0 0 0,-1 0 1 0 0,0 0-1 0 0,0 0 0 0 0,0 0 0 0 0,0 0 0 0 0,0 0 0 0 0,0 0 0 0 0,-1 0 0 0 0,0-3 0 0 0,1 4-3 0 0,0 0-1 0 0,-1 1 0 0 0,1-1 1 0 0,0 0-1 0 0,-1 1 0 0 0,1-1 0 0 0,0 0 1 0 0,-1 1-1 0 0,1-1 0 0 0,-1 1 1 0 0,1-1-1 0 0,-1 1 0 0 0,1-1 1 0 0,-1 1-1 0 0,0-1 0 0 0,1 1 0 0 0,-1 0 1 0 0,1-1-1 0 0,-1 1 0 0 0,0 0 1 0 0,1-1-1 0 0,-1 1 0 0 0,0 0 1 0 0,0 0-1 0 0,-1 0 11 0 0,0 0 0 0 0,1 0-1 0 0,-1 0 1 0 0,0 0 0 0 0,1 0 0 0 0,-1 1 0 0 0,1-1-1 0 0,-1 1 1 0 0,1-1 0 0 0,-3 2 0 0 0,-2 1 95 0 0,1 0 1 0 0,0 0 0 0 0,0 1-1 0 0,-7 5 1 0 0,7-4-31 0 0,0-1 1 0 0,1 1 0 0 0,0 0 0 0 0,0 0-1 0 0,0 1 1 0 0,-4 7 0 0 0,7-11-109 0 0,0 0 0 0 0,0 1 0 0 0,0-1 0 0 0,0 1 0 0 0,1-1 0 0 0,-1 1 0 0 0,0-1 0 0 0,1 1 0 0 0,0 0 0 0 0,0-1 0 0 0,0 1 0 0 0,0 0 0 0 0,0-1 0 0 0,0 1 0 0 0,1-1 1 0 0,-1 1-1 0 0,2 4 0 0 0,3 2-3018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43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144 58 460 0 0,'-11'-10'5490'0'0,"10"9"-4991"0"0,0 0 0 0 0,0-1 0 0 0,1 1 0 0 0,-1 0 0 0 0,1 0 0 0 0,-1-1 0 0 0,1 1 0 0 0,-1-2 0 0 0,1 2-115 0 0,0-1 0 0 0,-10-13 6531 0 0,9 14-6531 0 0,0 0 0 0 0,0 1 0 0 0,-2-1 0 0 0,2 1-384 0 0,0 0 0 0 0,0 0 0 0 0,0 1 0 0 0,-1-1 0 0 0,1 0 0 0 0,0 1 0 0 0,0-1 0 0 0,0 1 0 0 0,0-1 0 0 0,0 1 0 0 0,0-1 0 0 0,0 1 0 0 0,0 0 0 0 0,0-1 0 0 0,0 1 0 0 0,0 0 0 0 0,-1 1 0 0 0,-16 18 0 0 0,14-15 0 0 0,-10 12 0 0 0,-14 21 0 0 0,24-32 0 0 0,1 0 0 0 0,-1 0 0 0 0,1 1 0 0 0,1-1 0 0 0,-1 1 0 0 0,1-1 0 0 0,-3 12 0 0 0,5-16-6 0 0,0 0-1 0 0,0-1 1 0 0,-1 1-1 0 0,1-1 1 0 0,0 1-1 0 0,0 0 1 0 0,1-1-1 0 0,-1 1 1 0 0,0-1-1 0 0,0 1 1 0 0,1 0-1 0 0,-1-1 1 0 0,1 1-1 0 0,-1-1 1 0 0,1 1-1 0 0,0-1 1 0 0,0 0-1 0 0,-1 1 1 0 0,1-1-1 0 0,0 0 1 0 0,0 1-1 0 0,0-1 1 0 0,0 0-1 0 0,1 0 1 0 0,-1 0-1 0 0,2 1 1 0 0,-1-1-108 0 0,0 0 1 0 0,0 0-1 0 0,0-1 1 0 0,-1 1 0 0 0,1-1-1 0 0,0 0 1 0 0,0 1 0 0 0,0-1-1 0 0,0 0 1 0 0,0 0-1 0 0,0 0 1 0 0,0-1 0 0 0,0 1-1 0 0,0 0 1 0 0,0-1-1 0 0,0 1 1 0 0,0-1 0 0 0,0 0-1 0 0,0 0 1 0 0,3-1-1 0 0,4-4-790 0 0,0 1 0 0 0,-1-1-1 0 0,0-1 1 0 0,0 1-1 0 0,0-2 1 0 0,-1 1-1 0 0,10-13 1 0 0,-13 16 322 0 0,-1-1 0 0 0,0 0-1 0 0,-1 1 1 0 0,1-1 0 0 0,-1 0 0 0 0,0-1 0 0 0,2-5 0 0 0,-4 8 432 0 0,1 0 0 0 0,-1 0 1 0 0,1 0-1 0 0,-1 0 0 0 0,0 0 1 0 0,0 0-1 0 0,0 0 1 0 0,-1 0-1 0 0,1 0 0 0 0,-1 0 1 0 0,0 0-1 0 0,0 0 0 0 0,-1-4 1 0 0,-1 3 191 0 0,1 1 0 0 0,-1-1 0 0 0,0 1 1 0 0,1 0-1 0 0,-2 0 0 0 0,1 0 1 0 0,0 0-1 0 0,0 0 0 0 0,-1 1 0 0 0,0-1 1 0 0,1 1-1 0 0,-1 0 0 0 0,-8-3 0 0 0,9 4-4 0 0,1 0-1 0 0,-1 0 0 0 0,0 1 0 0 0,1-1 1 0 0,-1 1-1 0 0,0-1 0 0 0,0 1 0 0 0,1 0 0 0 0,-1 0 1 0 0,-4 1-1 0 0,6-1-27 0 0,-1 1-1 0 0,1-1 1 0 0,-1 0-1 0 0,1 1 1 0 0,0 0 0 0 0,-1-1-1 0 0,1 1 1 0 0,0 0-1 0 0,-1 0 1 0 0,1 0 0 0 0,0 0-1 0 0,0 0 1 0 0,0 0-1 0 0,0 0 1 0 0,0 0 0 0 0,0 0-1 0 0,0 0 1 0 0,0 1-1 0 0,-1 1 1 0 0,1 0 5 0 0,0 0 1 0 0,0-1-1 0 0,1 1 0 0 0,-1 0 0 0 0,1-1 1 0 0,0 1-1 0 0,-1 0 0 0 0,1-1 0 0 0,0 1 1 0 0,1 0-1 0 0,-1 0 0 0 0,0-1 0 0 0,1 1 1 0 0,0 0-1 0 0,1 4 0 0 0,2 4 4 0 0,1 1 0 0 0,7 11 0 0 0,-5-9-211 0 0,-3-6-1177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47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1 566 1364 0 0,'18'-1'9116'0'0,"9"-4"-4558"0"0,3-2 1098 0 0,0-1-6690 0 0,136-34 1045 0 0,-22 5-189 0 0,79-23-2672 0 0,-2 0-1548 0 0,48 21-3733 0 0,-96 19 5922 0 0,368-42 1916 0 0,-174 15 167 0 0,-37 3 46 0 0,-216 38 72 0 0,36-5 10 0 0,-84 3 91 0 0,72-1-1 0 0,-114 8 1183 0 0,-1-2 0 0 0,57-16 10860 0 0,-106 20-8929 0 0,-58 12-3022 0 0,83-13-184 0 0,0 0 0 0 0,1 0 0 0 0,-1 0 0 0 0,0 0 0 0 0,0 0-1 0 0,0 0 1 0 0,0-1 0 0 0,1 1 0 0 0,-1 0 0 0 0,0 0 0 0 0,0-1 0 0 0,1 1 0 0 0,-1-1-1 0 0,0 1 1 0 0,0-1 0 0 0,1 1 0 0 0,-1-1 0 0 0,1 1 0 0 0,-1-1 0 0 0,0 0-1 0 0,1 1 1 0 0,-1-1 0 0 0,1 0 0 0 0,-1 1 0 0 0,1-1 0 0 0,0 0 0 0 0,-1 0 0 0 0,1 1-1 0 0,0-1 1 0 0,-1-1 0 0 0,1 1 0 0 0,0 0 0 0 0,0 1 1 0 0,-1-1-1 0 0,1 0 0 0 0,0 1 0 0 0,-1-1 0 0 0,1 0 0 0 0,-1 1 1 0 0,1-1-1 0 0,-1 0 0 0 0,1 1 0 0 0,-1-1 0 0 0,1 1 0 0 0,-1-1 1 0 0,1 1-1 0 0,-1-1 0 0 0,0 1 0 0 0,1 0 0 0 0,-1-1 0 0 0,0 1 1 0 0,1 0-1 0 0,-1-1 0 0 0,0 1 0 0 0,0 0 0 0 0,4 0 0 0 0,1-1 0 0 0,-1 1 0 0 0,1 0 0 0 0,-1-1 0 0 0,6-1 0 0 0,1-1 0 0 0,24-2-45 0 0,47-16-1 0 0,-61 15-67 0 0,0 0 1 0 0,1 1 0 0 0,0 1-1 0 0,0 2 1 0 0,31-2-1 0 0,-29 3 755 0 0,-19 0-811 0 0,-1 1 0 0 0,1-1-1 0 0,-1 1 1 0 0,1 0 0 0 0,-1 0 0 0 0,1 1 0 0 0,0-1-1 0 0,-1 1 1 0 0,1-1 0 0 0,4 3 0 0 0,-7-3 67 0 0,-1 1 0 0 0,1-1-1 0 0,0 1 1 0 0,-1-1 0 0 0,1 1 0 0 0,-1-1 0 0 0,0 1 0 0 0,1 0 0 0 0,-1-1 0 0 0,1 1 0 0 0,-1 0 0 0 0,0-1 0 0 0,0 1 0 0 0,1 0-1 0 0,-1 0 1 0 0,0-1 0 0 0,0 1 0 0 0,0 0 0 0 0,0 0 0 0 0,0-1 0 0 0,0 1 0 0 0,0 0 0 0 0,0 0 0 0 0,0-1 0 0 0,0 1 0 0 0,0 0 0 0 0,0-1-1 0 0,-1 1 1 0 0,1 0 0 0 0,0 0 0 0 0,-1-1 0 0 0,1 1 0 0 0,0 0 0 0 0,-1-1 0 0 0,1 1 0 0 0,-1-1 0 0 0,0 2 0 0 0,-20 25-870 0 0,18-24 1378 0 0,-79 85 961 0 0,60-66-3978 0 0,-47 35 1 0 0,56-49 1068 0 0,0 0-1 0 0,-27 12 0 0 0,26-15 1905 0 0,0 0-1 0 0,0 0 0 0 0,-16 1 0 0 0,22-4-285 0 0,-1 2-1062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47.6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75 52 1612 0 0,'-1'-2'1028'0'0,"-2"-4"734"0"0,0 0 0 0 0,0-1 1 0 0,-1 1-1 0 0,-5-7 0 0 0,8 12-1595 0 0,1 0 1 0 0,-1 0-1 0 0,1 1 0 0 0,-1-1 1 0 0,0 0-1 0 0,1 1 1 0 0,-1-1-1 0 0,0 0 1 0 0,1 1-1 0 0,-1-1 1 0 0,0 1-1 0 0,0-1 0 0 0,0 1 1 0 0,1-1-1 0 0,-1 1 1 0 0,0 0-1 0 0,0 0 1 0 0,0-1-1 0 0,0 1 1 0 0,0 0-1 0 0,0 0 1 0 0,0 0-1 0 0,1 0 0 0 0,-1 0 1 0 0,0 0-1 0 0,0 0 1 0 0,0 0-1 0 0,0 0 1 0 0,0 0-1 0 0,0 1 1 0 0,0-1-1 0 0,0 0 0 0 0,1 0 1 0 0,-1 1-1 0 0,0-1 1 0 0,0 1-1 0 0,0-1 1 0 0,1 1-1 0 0,-1-1 1 0 0,0 1-1 0 0,0 0 0 0 0,1-1 1 0 0,-1 1-1 0 0,0 1 1 0 0,-1 1-127 0 0,0 0-1 0 0,0 0 1 0 0,0 0 0 0 0,1 0 0 0 0,0 0-1 0 0,-1 0 1 0 0,1 1 0 0 0,0-1 0 0 0,1 0-1 0 0,-1 1 1 0 0,1-1 0 0 0,-1 1 0 0 0,1-1-1 0 0,0 1 1 0 0,0-1 0 0 0,1 0 0 0 0,0 7-1 0 0,0-4-46 0 0,1 0 1 0 0,-1-1-1 0 0,1 1 0 0 0,0 0 0 0 0,0-1 0 0 0,1 0 0 0 0,-1 0 0 0 0,1 1 0 0 0,7 7 0 0 0,-7-10 6 0 0,0 0 0 0 0,1 0 0 0 0,-1 0 0 0 0,1-1 0 0 0,0 0 0 0 0,0 0 0 0 0,0 0 0 0 0,0 0 0 0 0,0 0 0 0 0,0-1 0 0 0,1 1 0 0 0,-1-1 0 0 0,0 0 0 0 0,8 0 0 0 0,0 0 0 0 0,-1 0 0 0 0,1-1 0 0 0,0-1 0 0 0,15-2 0 0 0,-20 2 0 0 0,-1 0 0 0 0,0-1 0 0 0,0 1 0 0 0,0-1 0 0 0,-1 0 0 0 0,1-1 0 0 0,10-6 0 0 0,-14 8 0 0 0,-1 0 0 0 0,0 0 0 0 0,0 0 0 0 0,1 0 0 0 0,-1 0 0 0 0,0 0 0 0 0,0 0 0 0 0,0 0 0 0 0,0-1 0 0 0,0 1 0 0 0,0-1 0 0 0,-1 1 0 0 0,1 0 0 0 0,0-1 0 0 0,-1 1 0 0 0,1-1 0 0 0,-1 0 0 0 0,0 1 0 0 0,1-1 0 0 0,-1 1 0 0 0,0-1 0 0 0,0 0 0 0 0,0 1 0 0 0,0-1 0 0 0,0 1 0 0 0,0-1 0 0 0,0 0 0 0 0,-1 1 0 0 0,1-1 0 0 0,-1 1 0 0 0,1-1 0 0 0,-1 1 0 0 0,0-1 0 0 0,1 1 0 0 0,-2-3 0 0 0,-3-4-585 0 0,-1 1 0 0 0,0-1 1 0 0,0 1-1 0 0,0 0 0 0 0,-1 1 0 0 0,0-1 0 0 0,0 1 0 0 0,-1 1 0 0 0,1-1 1 0 0,-1 1-1 0 0,0 1 0 0 0,-11-6 0 0 0,15 9-139 0 0,0 0 0 0 0,-1 0 0 0 0,1 0 0 0 0,0 0 0 0 0,0 1-1 0 0,0 0 1 0 0,-6 0 0 0 0,6 0 477 0 0,0 1 0 0 0,0-1 1 0 0,0 1-1 0 0,0 0 0 0 0,0 0 0 0 0,0 0 0 0 0,-5 3 0 0 0,7-3 260 0 0,0 1 1 0 0,0-1-1 0 0,0 0 1 0 0,0 0-1 0 0,0 1 0 0 0,0-1 1 0 0,0 1-1 0 0,1 0 0 0 0,-1-1 1 0 0,1 1-1 0 0,-1 0 1 0 0,1 0-1 0 0,0 0 0 0 0,0 0 1 0 0,0 0-1 0 0,0 0 0 0 0,0 0 1 0 0,0 0-1 0 0,0 1 1 0 0,1-1-1 0 0,-1 0 0 0 0,1 0 1 0 0,0 1-1 0 0,-1-1 0 0 0,1 0 1 0 0,0 1-1 0 0,1-1 1 0 0,-1 0-1 0 0,0 1 0 0 0,1 3 1 0 0,0-4 61 0 0,0 1 1 0 0,0 0-1 0 0,0-1 0 0 0,1 1 1 0 0,-1-1-1 0 0,1 1 1 0 0,-1-1-1 0 0,1 1 0 0 0,0-1 1 0 0,0 0-1 0 0,0 0 1 0 0,0 0-1 0 0,0 0 1 0 0,0 0-1 0 0,1-1 0 0 0,-1 1 1 0 0,1-1-1 0 0,-1 1 1 0 0,1-1-1 0 0,-1 0 0 0 0,1 0 1 0 0,0 0-1 0 0,-1 0 1 0 0,1-1-1 0 0,3 1 1 0 0,2 1-254 0 0,0-1 1 0 0,0-1 0 0 0,1 1 0 0 0,-1-2 0 0 0,0 1 0 0 0,0-1 0 0 0,13-2 0 0 0,-12 0 179 0 0,0 1 1 0 0,-1-1 0 0 0,1-1-1 0 0,-1 1 1 0 0,16-10 0 0 0,-22 11-2 0 0,0 1 0 0 0,0-1-1 0 0,0 0 1 0 0,0 0 0 0 0,0 1 0 0 0,0-1 0 0 0,-1 0 0 0 0,1 0 0 0 0,-1-1 0 0 0,1 1 0 0 0,0-3 0 0 0,-1 4-1 0 0,-1-1 0 0 0,0 1 0 0 0,1-1 1 0 0,-1 1-1 0 0,0-1 0 0 0,0 1 0 0 0,0-1 1 0 0,0 1-1 0 0,0-1 0 0 0,0 0 0 0 0,0 1 1 0 0,0-1-1 0 0,-1 1 0 0 0,1-1 0 0 0,-1 1 1 0 0,1-1-1 0 0,-1 1 0 0 0,0-1 0 0 0,-1-1 1 0 0,1 1-1 0 0,0 0 0 0 0,0 0 1 0 0,-1 1-1 0 0,1-1 0 0 0,-1 0 0 0 0,1 1 1 0 0,-1-1-1 0 0,1 1 0 0 0,-1 0 1 0 0,0-1-1 0 0,0 1 0 0 0,0 0 0 0 0,0 0 1 0 0,0 0-1 0 0,0 1 0 0 0,-2-2 1 0 0,0 1 0 0 0,0 1 0 0 0,1-1 0 0 0,-1 1 1 0 0,0 0-1 0 0,0 0 0 0 0,0 0 0 0 0,1 0 0 0 0,-7 2 1 0 0,2 0-1 0 0,1 0 1 0 0,-1 0 0 0 0,1 1 0 0 0,0 0 0 0 0,0 0-1 0 0,0 1 1 0 0,0 0 0 0 0,-9 7 0 0 0,13-8-28 0 0,0 0 0 0 0,-1 0 1 0 0,1 0-1 0 0,0 0 0 0 0,1 1 1 0 0,-1-1-1 0 0,1 1 0 0 0,-1 0 0 0 0,1 0 1 0 0,0 0-1 0 0,1 0 0 0 0,-1 0 1 0 0,1 0-1 0 0,-2 7 0 0 0,1 7-1740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48.6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2281 146 1152 0 0,'-14'7'15691'0'0,"13"-5"-15289"0"0,0 1 1 0 0,0 0-1 0 0,0 0 1 0 0,0-1-1 0 0,1 1 1 0 0,-1 4-1 0 0,2 5-402 0 0,1 0 0 0 0,0 0 0 0 0,0 0 0 0 0,7 16 0 0 0,2 12 0 0 0,-8-21 2 0 0,0 0-1 0 0,-1 1 0 0 0,-1 0 1 0 0,0 0-1 0 0,-2-1 0 0 0,0 1 1 0 0,-1 0-1 0 0,-6 20 1 0 0,1-12-33 0 0,-2 0 0 0 0,-1-1 0 0 0,-1 0 0 0 0,-27 48 1 0 0,19-45-830 0 0,-1 0 1 0 0,-26 29 0 0 0,-52 48-3739 0 0,19-21-2143 0 0,5 2 4856 0 0,27-30 2132 0 0,31-40-143 0 0,1 2 84 0 0,-1-1-1 0 0,-1-1 1 0 0,-1-1 0 0 0,-37 29 0 0 0,52-44 174 0 0,-1 0 0 0 0,1 0 1 0 0,-1-1-1 0 0,1 1 0 0 0,-1-1 0 0 0,0 0 0 0 0,1 0 1 0 0,-1 0-1 0 0,-6 0 0 0 0,9-1-184 0 0,0 0 0 0 0,0 0 0 0 0,0 0 0 0 0,1 0 0 0 0,-1 0 0 0 0,0 0 0 0 0,0 0 0 0 0,0 0 0 0 0,1-1 0 0 0,-1 1 0 0 0,0 0 0 0 0,0-1 0 0 0,1 1 0 0 0,-1 0 0 0 0,0-1 0 0 0,1 1 0 0 0,-1-1 0 0 0,0 1 0 0 0,0-2 0 0 0,0 1 81 0 0,1 0 1 0 0,-1-1-1 0 0,1 1 0 0 0,-1 0 1 0 0,1 0-1 0 0,0 0 1 0 0,0-1-1 0 0,-1 1 0 0 0,1 0 1 0 0,0 0-1 0 0,0-1 1 0 0,0 1-1 0 0,0 0 0 0 0,1 0 1 0 0,-1-1-1 0 0,0 1 1 0 0,1-2-1 0 0,3-10 300 0 0,1 0 0 0 0,1-1 0 0 0,0 2 0 0 0,11-18 0 0 0,2-5-552 0 0,-19 34-7 0 0,0 1 0 0 0,0 0 0 0 0,0 0 0 0 0,0 0 0 0 0,0-1 0 0 0,0 1 0 0 0,0 0 0 0 0,0 0 0 0 0,0-1 0 0 0,0 1 0 0 0,0 0 0 0 0,0 0 0 0 0,0 0 0 0 0,0-1 0 0 0,0 1 0 0 0,0 0 0 0 0,0 0 0 0 0,0 0 0 0 0,0-1 0 0 0,0 1 0 0 0,0 0 0 0 0,0 0 0 0 0,0 0 0 0 0,-1-1 0 0 0,1 1 0 0 0,0 0 0 0 0,0 0 0 0 0,0 0 0 0 0,0 0 0 0 0,-1 0 0 0 0,1-1 0 0 0,0 1 0 0 0,0 0 0 0 0,-29-22 0 0 0,-214-134 0 0 0,-875-533 0 0 0,875 533 0 0 0,214 134 0 0 0,29 22 0 0 0,0 0 0 0 0,0 0 0 0 0,-1 0 0 0 0,1 0 0 0 0,0-1 0 0 0,0 1 0 0 0,0 0 0 0 0,-1 0 0 0 0,1 0 0 0 0,0 0 0 0 0,0-1 0 0 0,0 1 0 0 0,0 0 0 0 0,0 0 0 0 0,0 0 0 0 0,-1-1 0 0 0,1 1 0 0 0,0 0 0 0 0,0 0 0 0 0,0 0 0 0 0,0-1 0 0 0,0 1 0 0 0,0 0 0 0 0,0 0 0 0 0,0-1 0 0 0,0 1 0 0 0,0 0 0 0 0,0 0 0 0 0,0 0 0 0 0,0-1 0 0 0,0 1 0 0 0,8-17 0 0 0,-5 11 0 0 0,0-1 0 0 0,0 1 0 0 0,-1-1 0 0 0,0 1 0 0 0,0-1 0 0 0,-1 0 0 0 0,2-9 0 0 0,-22 52 0 0 0,11-16 0 0 0,2 0 0 0 0,-6 35 0 0 0,11-47 0 0 0,0 1 0 0 0,0-1 0 0 0,1 1 0 0 0,0-1 0 0 0,1 1 0 0 0,0-1 0 0 0,1 0 0 0 0,-1 1 0 0 0,6 12 0 0 0,-6-18-8 0 0,-1-1 0 0 0,1 1 0 0 0,1-1 0 0 0,-1 1 0 0 0,0-1 0 0 0,1 0 0 0 0,-1 0 0 0 0,1 1 0 0 0,2 2 0 0 0,-3-5 7 0 0,0 1 0 0 0,0-1 0 0 0,0 0 0 0 0,-1 1 0 0 0,1-1 0 0 0,0 0 0 0 0,0 1 0 0 0,0-1 0 0 0,0 0 0 0 0,-1 0 0 0 0,1 0 0 0 0,0 0 0 0 0,0 0 0 0 0,0 0 0 0 0,0 0 0 0 0,0 0 0 0 0,0 0 0 0 0,0 0 0 0 0,-1-1 0 0 0,1 1 0 0 0,0 0 0 0 0,0 0 0 0 0,0-1 0 0 0,-1 1 0 0 0,1-1 0 0 0,0 1 0 0 0,0-1 0 0 0,-1 1 0 0 0,1-1 0 0 0,0 1 0 0 0,-1-1 0 0 0,1 0 0 0 0,0 0 0 0 0,6-5-424 0 0,-1-1 0 0 0,0 0 0 0 0,0-1 0 0 0,8-13 0 0 0,4-5-3463 0 0,3 4-3458 0 0,-20 21 7298 0 0,-1 1 1 0 0,1-1 0 0 0,-1 1-1 0 0,1-1 1 0 0,-1 1 0 0 0,1 0-1 0 0,-1-1 1 0 0,1 1 0 0 0,-1 0 0 0 0,1 0-1 0 0,0 0 1 0 0,-1-1 0 0 0,1 1-1 0 0,0 0 1 0 0,-1 0 0 0 0,1 0-1 0 0,0 0 1 0 0,-1 0 0 0 0,1 0 0 0 0,0 0-1 0 0,-1 0 1 0 0,1 0 0 0 0,-1 0-1 0 0,1 1 1 0 0,0-1 0 0 0,-1 0-1 0 0,1 0 1 0 0,0 1 0 0 0,-1-1 0 0 0,1 0-1 0 0,-1 1 1 0 0,1-1 0 0 0,-1 0-1 0 0,1 1 1 0 0,0 0 0 0 0,3 4 47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50.1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91 460 0 0,'-2'-3'979'0'0,"0"1"1"0"0,0-1 0 0 0,1 1-1 0 0,-1-1 1 0 0,1 1 0 0 0,-1-1-1 0 0,1 0 1 0 0,0 0 0 0 0,0 0-1 0 0,0 0 1 0 0,0-4 0 0 0,0 6-515 0 0,1-1 1 0 0,1 1 0 0 0,-1-1 0 0 0,0 1 0 0 0,0 0 0 0 0,0-1 0 0 0,1 1-1 0 0,-1 0 1 0 0,1-1 0 0 0,-1 1 0 0 0,1 0 0 0 0,-1-1 0 0 0,3-1 0 0 0,10-11 456 0 0,-8 12-919 0 0,0-1 0 0 0,0 1 0 0 0,0-1 0 0 0,0 2 0 0 0,1-1 0 0 0,-1 0 0 0 0,1 1 0 0 0,-1 0 0 0 0,1 0 0 0 0,-1 1 0 0 0,1 0 0 0 0,-1 0 0 0 0,1 0 0 0 0,-1 0 0 0 0,1 1 0 0 0,-1 0 0 0 0,1 0 0 0 0,5 2 0 0 0,3 1-138 0 0,0 1 1 0 0,0 1 0 0 0,-1 0 0 0 0,0 1 0 0 0,21 14 0 0 0,-1 3-566 0 0,-2 2 0 0 0,0 1 0 0 0,43 50 0 0 0,69 104-2939 0 0,-18-22-293 0 0,10-18-204 0 0,-80-92 3339 0 0,118 79-1 0 0,-148-111 638 0 0,173 122-1097 0 0,-176-121 1143 0 0,-1 0 0 0 0,-1 2 0 0 0,-1 1 0 0 0,-1 0 0 0 0,0 1 0 0 0,20 36 0 0 0,-16-14 107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51.6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0 688 0 0,'-13'11'9548'0'0,"12"-9"-9244"0"0,-4 20 8816 0 0,3-8-9120 0 0,2 1 0 0 0,-1 0 0 0 0,2 0 0 0 0,0 0 0 0 0,5 25 0 0 0,25 73 0 0 0,-20-76 0 0 0,55 223-2669 0 0,-41-84-4175 0 0,-24-165 6994 0 0,0 1 0 0 0,-1-1-1 0 0,-3 20 1 0 0,2-25 647 0 0,-1 0 1 0 0,1 1-1 0 0,-1-1 1 0 0,-1 0-1 0 0,1 0 1 0 0,-1-1-1 0 0,-7 12 1 0 0,-23 34 1780 0 0,19-27-2589 0 0,0 0 0 0 0,2 0 0 0 0,-11 29 0 0 0,21-47 11 0 0,2-4 0 0 0,-1 0 0 0 0,0 0 0 0 0,1 0 0 0 0,-1 0 0 0 0,0 0 0 0 0,0 0 0 0 0,-2 3 0 0 0,2-8-1 0 0,0 1 0 0 0,0-1 1 0 0,0 0-1 0 0,1 0 0 0 0,-1 1 0 0 0,1-5 0 0 0,-1-36 49 0 0,-3-30-442 0 0,3 64 404 0 0,0 0 1 0 0,-1 0-1 0 0,0 0 1 0 0,-1 0-1 0 0,-7-15 1 0 0,10 23-1 0 0,-1 0-1 0 0,1 0 1 0 0,0 0 0 0 0,-1 0 0 0 0,1 0 0 0 0,-1 1 0 0 0,1-1-1 0 0,-1 0 1 0 0,0 0 0 0 0,1 1 0 0 0,-1-1 0 0 0,0 1 0 0 0,1-1-1 0 0,-1 0 1 0 0,0 1 0 0 0,0-1 0 0 0,0 1 0 0 0,0 0 0 0 0,1-1 0 0 0,-1 1-1 0 0,0 0 1 0 0,0-1 0 0 0,0 1 0 0 0,0 0 0 0 0,0 0 0 0 0,0 0-1 0 0,0 0 1 0 0,0 0 0 0 0,0 0 0 0 0,0 0 0 0 0,-1 0 0 0 0,2 0-11 0 0,-1 1 0 0 0,0-1 1 0 0,1 1-1 0 0,-1-1 0 0 0,1 1 1 0 0,-1-1-1 0 0,0 1 0 0 0,1 0 1 0 0,-1-1-1 0 0,1 1 0 0 0,0-1 1 0 0,-1 1-1 0 0,1 0 0 0 0,-1 0 1 0 0,1-1-1 0 0,0 1 0 0 0,0 0 1 0 0,-1 0-1 0 0,1-1 0 0 0,0 1 1 0 0,0 0-1 0 0,0 0 0 0 0,0-1 1 0 0,0 1-1 0 0,0 0 0 0 0,0 0 1 0 0,0 0-1 0 0,0-1 0 0 0,0 1 1 0 0,1 0-1 0 0,-1 0 0 0 0,0-1 1 0 0,0 1-1 0 0,1 0 0 0 0,-1 0 1 0 0,1-1-1 0 0,0 2 0 0 0,4 12-56 0 0,-1 1 0 0 0,4 17 0 0 0,7 24 44 0 0,-13-51-194 0 0,0 0-1 0 0,0 0 0 0 0,0 0 1 0 0,1 0-1 0 0,0-1 0 0 0,0 1 0 0 0,0-1 1 0 0,5 5-1 0 0,-4-5-541 0 0,1-1 0 0 0,-1 1 0 0 0,1-1 0 0 0,0 0-1 0 0,0-1 1 0 0,1 1 0 0 0,-1-1 0 0 0,0 0 0 0 0,9 2 0 0 0,8 1-1840 0 0,22 3 1 0 0,-39-8 2725 0 0,-5 0-62 0 0,0 1 0 0 0,0-1 1 0 0,0 0-1 0 0,1 0 1 0 0,-1 0-1 0 0,0 0 0 0 0,0 0 1 0 0,1 0-1 0 0,-1 0 1 0 0,0 0-1 0 0,0 0 0 0 0,0 0 1 0 0,1 0-1 0 0,-1 0 1 0 0,0 0-1 0 0,0 0 0 0 0,1-1 1 0 0,-1 1-1 0 0,0 0 1 0 0,0 0-1 0 0,0 0 0 0 0,1 0 1 0 0,0-1 376 0 0,-1 1-377 0 0,0 0 1 0 0,0-1-1 0 0,0 1 1 0 0,0 0-1 0 0,0 0 0 0 0,1 0 1 0 0,-1-1-1 0 0,0 1 1 0 0,0 0-1 0 0,-3-11-810 0 0,-11-13-1383 0 0,13 22 2740 0 0,-2-3-478 0 0,-1 0 0 0 0,0 1 1 0 0,0-1-1 0 0,0 1 0 0 0,0 0 1 0 0,-1 0-1 0 0,1 0 1 0 0,-1 1-1 0 0,-7-5 0 0 0,10 7-69 0 0,0 0-1 0 0,0 0 1 0 0,-1 0 0 0 0,1 1-1 0 0,0-1 1 0 0,0 0-1 0 0,0 1 1 0 0,-1 0-1 0 0,1-1 1 0 0,0 1 0 0 0,0 0-1 0 0,-1 0 1 0 0,1 0-1 0 0,0 1 1 0 0,0-1-1 0 0,-1 0 1 0 0,1 1 0 0 0,0 0-1 0 0,0-1 1 0 0,0 1-1 0 0,0 0 1 0 0,0 0-1 0 0,0 0 1 0 0,0 0 0 0 0,0 1-1 0 0,0-1 1 0 0,-3 3-1 0 0,-3 4-388 0 0,1 0-1491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52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2567 586 1152 0 0,'-30'-15'16459'0'0,"23"12"-16196"0"0,0 1 1 0 0,0-1-1 0 0,1 0 0 0 0,-1-1 0 0 0,1 0 1 0 0,-1 0-1 0 0,-8-7 0 0 0,-23-14-320 0 0,-16 1 80 0 0,-97-28 1 0 0,-5-3-894 0 0,119 40 497 0 0,-130-51-4039 0 0,126 52 2359 0 0,-1 2 0 0 0,-48-7 0 0 0,-30 3-1185 0 0,47 7 3292 0 0,-92-23 1 0 0,-59-41 108 0 0,28 7-187 0 0,149 53-3 0 0,0 2 1 0 0,-63-5-1 0 0,35 12 152 0 0,-102 9-1 0 0,112-1 982 0 0,1-3 0 0 0,-98-10 0 0 0,151 7 76 0 0,7 1-584 0 0,0 1-1 0 0,0-1 0 0 0,0 0 1 0 0,0 1-1 0 0,0 0 1 0 0,0 0-1 0 0,0 0 1 0 0,-1 0-1 0 0,1 1 1 0 0,0 0-1 0 0,-5 1 1 0 0,9-2-533 0 0,-1 0 1 0 0,1 1-1 0 0,-1-1 1 0 0,1 0-1 0 0,-1 0 1 0 0,1 0 0 0 0,0 1-1 0 0,-1-1 1 0 0,1 0-1 0 0,0 1 1 0 0,-1-1-1 0 0,1 0 1 0 0,0 1-1 0 0,-1-1 1 0 0,1 0-1 0 0,0 1 1 0 0,-1-1-1 0 0,1 1 1 0 0,0-1 0 0 0,0 0-1 0 0,0 1 1 0 0,-1-1-1 0 0,1 1 1 0 0,0-1-1 0 0,0 1 1 0 0,0-1-1 0 0,0 1 1 0 0,0-1-1 0 0,0 1 1 0 0,0-1-1 0 0,0 0 1 0 0,0 1 0 0 0,0-1-1 0 0,0 1 1 0 0,0-1-1 0 0,0 1 1 0 0,1-1-1 0 0,-1 1 1 0 0,0-1-1 0 0,0 1 1 0 0,0-1-1 0 0,1 0 1 0 0,-1 1-1 0 0,0-1 1 0 0,0 1 0 0 0,1-1-1 0 0,0 1 1 0 0,0 0-91 0 0,1 1-1 0 0,-1-1 1 0 0,1 1 0 0 0,-1-1 0 0 0,1 0 0 0 0,0 0 0 0 0,-1 0-1 0 0,1 0 1 0 0,4 1 0 0 0,2 0 26 0 0,0-1 0 0 0,1 0 0 0 0,-1 0 0 0 0,1-1 0 0 0,-1 0 0 0 0,11-2 0 0 0,-13 1 0 0 0,1 1 1 0 0,0-1-1 0 0,-1 1 1 0 0,1 0 0 0 0,0 1-1 0 0,0 0 1 0 0,-1 0-1 0 0,1 0 1 0 0,-1 1 0 0 0,8 2-1 0 0,-3 4-1 0 0,-11-7 0 0 0,0-1 0 0 0,1 0 0 0 0,-1 0 0 0 0,0 0 0 0 0,0 1 0 0 0,1-1 0 0 0,-1 0 0 0 0,0 0 0 0 0,0 1 0 0 0,1-1 0 0 0,-1 0 0 0 0,0 1 0 0 0,0-1 0 0 0,0 0 0 0 0,0 1 0 0 0,1-1 0 0 0,-1 0 0 0 0,0 1 0 0 0,0-1 0 0 0,0 0 0 0 0,0 1 0 0 0,0-1 0 0 0,0 0 0 0 0,0 1 0 0 0,0-1 0 0 0,0 1 0 0 0,0-1 0 0 0,0 0 0 0 0,0 1 0 0 0,0-1 0 0 0,-1 1 0 0 0,-1-2 0 0 0,0 0 0 0 0,0 0 0 0 0,-1 0 0 0 0,1 0 0 0 0,0-1 0 0 0,0 1 0 0 0,-2-2 0 0 0,0 0 0 0 0,-1 0 0 0 0,-1 0 0 0 0,-1 0 0 0 0,1 1 0 0 0,0 0 0 0 0,0 0 0 0 0,-1 1 0 0 0,1-1 0 0 0,-1 1 0 0 0,0 1 0 0 0,1-1 0 0 0,-1 1 0 0 0,0 0 0 0 0,1 1 0 0 0,-1 0 0 0 0,1 0 0 0 0,-1 0 0 0 0,1 1 0 0 0,-12 4 0 0 0,7-2 0 0 0,1 1 0 0 0,-1 0 0 0 0,1 1 0 0 0,1 0 0 0 0,-1 1 0 0 0,1 0 0 0 0,0 0 0 0 0,1 1 0 0 0,-1 0 0 0 0,-6 10 0 0 0,12-16 0 0 0,1 1 0 0 0,0-1 0 0 0,1 1 0 0 0,-1 0 0 0 0,0 0 0 0 0,1 0 0 0 0,-1 0 0 0 0,1 0 0 0 0,0 0 0 0 0,0 0 0 0 0,0 0 0 0 0,1 0 0 0 0,-1 1 0 0 0,1 3 0 0 0,0-6 0 0 0,0-1 0 0 0,0 1 0 0 0,1-1 0 0 0,-1 1 0 0 0,0-1 0 0 0,1 1 0 0 0,-1-1 0 0 0,1 1 0 0 0,-1-1 0 0 0,1 1 0 0 0,-1-1 0 0 0,1 1 0 0 0,-1-1 0 0 0,1 1 0 0 0,-1-1 0 0 0,1 0 0 0 0,-1 0 0 0 0,1 1 0 0 0,0-1 0 0 0,-1 0 0 0 0,1 0 0 0 0,0 1 0 0 0,-1-1 0 0 0,1 0 0 0 0,0 0 0 0 0,-1 0 0 0 0,1 0 0 0 0,0 0 0 0 0,-1 0 0 0 0,1 0 0 0 0,0 0 0 0 0,-1 0 0 0 0,1-1 0 0 0,0 1 0 0 0,0 0 0 0 0,25-8 0 0 0,-14 3-402 0 0,1-1 0 0 0,-1-1-1 0 0,-1 0 1 0 0,1-1 0 0 0,-1 0-1 0 0,-1 0 1 0 0,1-1 0 0 0,-1-1-1 0 0,-1 0 1 0 0,16-20 0 0 0,-24 28 17 0 0,0 0 1 0 0,0-1 0 0 0,0 1-1 0 0,0 0 1 0 0,0-1-1 0 0,0 1 1 0 0,-1-1-1 0 0,1 1 1 0 0,-1-1 0 0 0,0 1-1 0 0,1-1 1 0 0,-1 1-1 0 0,0-1 1 0 0,-1 1-1 0 0,1-1 1 0 0,0 1 0 0 0,-1-1-1 0 0,1 1 1 0 0,-1-1-1 0 0,-1-3 1 0 0,1 5 279 0 0,0-1 0 0 0,0 1 0 0 0,0 0 0 0 0,0-1 0 0 0,0 1 0 0 0,0 0 1 0 0,0 0-1 0 0,0-1 0 0 0,0 1 0 0 0,-1 0 0 0 0,1 0 0 0 0,0 0 0 0 0,-4-1 0 0 0,4 1 567 0 0,-1 1-1 0 0,0-1 0 0 0,0 1 1 0 0,0-1-1 0 0,0 1 1 0 0,0 0-1 0 0,0 0 0 0 0,0 0 1 0 0,0 0-1 0 0,0 0 1 0 0,0 0-1 0 0,0 0 0 0 0,-3 1 1 0 0,2 0 432 0 0,0 0 0 0 0,0 0 0 0 0,0 0 0 0 0,0 1 0 0 0,1-1 0 0 0,-6 4 0 0 0,6-3-663 0 0,-1 0 0 0 0,1 0 0 0 0,0 0 1 0 0,0 0-1 0 0,0 0 0 0 0,-2 4 0 0 0,0 2-473 0 0,0 0 1 0 0,0 0 0 0 0,-5 17-1 0 0,9-24 268 0 0,-4 10-616 0 0,1 0 1 0 0,1 0 0 0 0,-2 14-1 0 0,4-4-2542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1:53.25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1092 2304 0 0,'-1'-1'271'0'0,"0"0"87"0"0,1 0-1 0 0,-1 0 1 0 0,0 0-1 0 0,1 0 1 0 0,-1 0-1 0 0,0-1 0 0 0,1 1 1 0 0,0 0-1 0 0,-1 0 1 0 0,1 0-1 0 0,0-1 1 0 0,-1 1-1 0 0,1 0 1 0 0,0 0-1 0 0,0-1 1 0 0,0 1-1 0 0,0 0 0 0 0,0 0 1 0 0,1-1-1 0 0,-1 1 1 0 0,0 0-1 0 0,0 0 1 0 0,1 0-1 0 0,-1-1 1 0 0,1 1-1 0 0,-1 0 1 0 0,1 0-1 0 0,-1 0 0 0 0,1 0 1 0 0,0 0-1 0 0,1-2 1 0 0,33-40 4536 0 0,25-18-4173 0 0,-17 18-690 0 0,40-46-99 0 0,71-70-2161 0 0,-116 123-65 0 0,2 2-1 0 0,54-35 1 0 0,35-6-1947 0 0,6 14 3324 0 0,146-42 1339 0 0,51-24-510 0 0,-233 85 7138 0 0,-122 60-470 0 0,17-16-6563 0 0,1 0 0 0 0,0-1 0 0 0,-1 1 0 0 0,1-1 0 0 0,-1 0 0 0 0,1 0 0 0 0,-1-1 0 0 0,1 1 0 0 0,-1-1 0 0 0,1-1 0 0 0,-1 1 0 0 0,0-1 0 0 0,1 0 0 0 0,-1 0 0 0 0,1 0 0 0 0,0-1 0 0 0,-1 0 0 0 0,1 0 0 0 0,0 0 0 0 0,-9-7 0 0 0,8 6-16 0 0,-1-1 0 0 0,1-1 0 0 0,1 1 0 0 0,-1-1 0 0 0,1 0 0 0 0,-1-1 1 0 0,1 1-1 0 0,1-1 0 0 0,-1 0 0 0 0,1 0 0 0 0,0 0 0 0 0,1-1 0 0 0,-1 1 0 0 0,1-1 0 0 0,-3-12 0 0 0,6 19-1 0 0,-1-1 0 0 0,1 1 0 0 0,0 0 0 0 0,0-1 0 0 0,0 1 0 0 0,-1-1 0 0 0,1 1 0 0 0,0-1 0 0 0,0 1 0 0 0,0-1 0 0 0,0 1 0 0 0,0-1 0 0 0,0 1 0 0 0,0-1 0 0 0,0 1 0 0 0,0-1 0 0 0,0 1 0 0 0,0-1 0 0 0,1 1 0 0 0,-1-1 0 0 0,0 1 0 0 0,0 0 0 0 0,0-1 0 0 0,1 1 0 0 0,-1-1 0 0 0,0 1 0 0 0,0 0 0 0 0,1-1 0 0 0,-1 1 0 0 0,0-1 0 0 0,1 1 0 0 0,-1 0 0 0 0,0-1 0 0 0,1 1 0 0 0,-1 0 0 0 0,1 0 0 0 0,-1-1 0 0 0,0 1 0 0 0,1 0 0 0 0,-1 0 0 0 0,1 0 0 0 0,-1 0 0 0 0,1-1 0 0 0,-1 1 0 0 0,1 0 0 0 0,-1 0 0 0 0,1 0 0 0 0,-1 0 0 0 0,1 0 0 0 0,-1 0 0 0 0,1 0 0 0 0,-1 0 0 0 0,1 0 0 0 0,-1 1 0 0 0,0-1 0 0 0,1 0 0 0 0,0 0 0 0 0,6 2 0 0 0,-1 0 0 0 0,0 0 0 0 0,9 5 0 0 0,-9-4 0 0 0,103 52 0 0 0,-81-41 0 0 0,-24-11-261 0 0,1 0 0 0 0,0 0 0 0 0,0 0 0 0 0,-1 0 1 0 0,0 1-1 0 0,0 0 0 0 0,0 0 0 0 0,0 0 0 0 0,-1 0 0 0 0,1 1 0 0 0,-1-1 0 0 0,0 1 0 0 0,0 0 0 0 0,-1 0 0 0 0,4 9 0 0 0,-4-7-256 0 0,0-1 0 0 0,-1 1 0 0 0,0 0 0 0 0,0 0 0 0 0,-1 1 0 0 0,1-1 0 0 0,-1 0 0 0 0,-1 0 0 0 0,0 0 0 0 0,0 0 0 0 0,0 0-1 0 0,-3 7 1 0 0,-2 4-885 0 0,-9 22 0 0 0,8-25 1478 0 0,-1 1-1 0 0,-1-1 1 0 0,-1 0 0 0 0,0-1 0 0 0,0 0-1 0 0,-17 16 1 0 0,25-27-120 0 0,-1-1-1 0 0,0 1 1 0 0,0-1 0 0 0,0 0 0 0 0,0 0-1 0 0,-4 2 1 0 0,-2-1-2151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01.47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116 73 1375 213638 57151,'0'-1'128'0'0,"0"0"-128"0"0,0-1 360 0 0,2-1 472 0 0,0-3 120 0 0,1-3 144 0 0,1-1 0 0 0,-1 0-24 0 0,-1 3-88 0 0,-3 2-112 0 0,-1 3-144 0 0,-1 1-192 0 0,0 2-72 0 0,0-1-272 0 0,1 1-8 0 0,1 0 112 0 0,-2-5-104 0 0,-2-1-96 0 0,-1 0-96 0 0,0 1 0 0 0,0 4 0 0 0,-2 3 136 0 0,-1 5 24 0 0,0 5 32 0 0,-1 3-96 0 0,-1 3-32 0 0,1 2 0 0 0,2 1-64 0 0,1-1 152 0 0,3-2-64 0 0,1-3 0 0 0,4-1 112 0 0,2 1 40 0 0,3 2-56 0 0,4 0-120 0 0,3 0 32 0 0,3-1-24 0 0,1-3-8 0 0,1-3-136 0 0,0-6-32 0 0,-2-5 104 0 0,0-5 0 0 0,-3-4 0 0 0,-3-1 0 0 0,-2-3 0 0 0,-2-2 0 0 0,-1-4 0 0 0,-3-1 0 0 0,-2-1 64 0 0,-1-1 32 0 0,-3 1-32 0 0,-3 2-64 0 0,-2 2 88 0 0,-2 2 56 0 0,-2 4-72 0 0,-2 2-72 0 0,0 3 64 0 0,-1 3 32 0 0,1 3-32 0 0,2 3 24 0 0,0 2 88 0 0,0 2 24 0 0,2 3-80 0 0,2 0 0 0 0,0 1 0 0 0,3 1-120 0 0,1-1 64 0 0,2 2-64 0 0,2 2 0 0 0,2 2 0 0 0,4 0 0 0 0,3 0 0 0 0,2 0 0 0 0,2-3 0 0 0,0-3 0 0 0,0-4 0 0 0,2-2 72 0 0,2-4-72 0 0,1-2 0 0 0,1-4 0 0 0,-1-3 0 0 0,0-3 0 0 0,-3-3 0 0 0,-2 0 0 0 0,-4 0 0 0 0,-3-1 0 0 0,-2-2 0 0 0,-4-2 0 0 0,-2-1 64 0 0,-3 1 112 0 0,-2-1 64 0 0,-2 2-56 0 0,-3 1-96 0 0,-2 3 8 0 0,-2 5 0 0 0,-1 4 8 0 0,-1 6 32 0 0,1 4-72 0 0,0 5 32 0 0,4 3 0 0 0,3 2-96 0 0,3 2 0 0 0,4 1 0 0 0,4 1-176 0 0,1-2 0 0 0,1-2-15863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03.431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220 124 1375 221646 59059,'-1'-1'128'0'0,"0"0"-128"0"0,0 0 0 0 0,1 0 504 0 0,-1 0 72 0 0,0-1 24 0 0,-1-1 864 0 0,-1-5 376 0 0,0-3-40 0 0,-1-5-72 0 0,1-2-408 0 0,0-1-592 0 0,0 2-248 0 0,-2 3-344 0 0,-2 6-72 0 0,-1 6-64 0 0,-3 7 0 0 0,-7 10 0 0 0,-3 12 0 0 0,-4 9 352 0 0,1 4-16 0 0,3 0 8 0 0,3 0 272 0 0,4 2-104 0 0,3-3-256 0 0,3-5-112 0 0,5-2 88 0 0,3-6-120 0 0,3-5-32 0 0,4-4 64 0 0,4-5 24 0 0,5-7 24 0 0,4-7-32 0 0,0-5-96 0 0,0-4 0 0 0,-1-4 0 0 0,0-4 16 0 0,-2-6 0 0 0,-2-1-80 0 0,-4 1 0 0 0,-4 0 0 0 0,-3 0 0 0 0,-5 0 0 0 0,-5 2 0 0 0,-2 5 0 0 0,-1 4 0 0 0,-2 5 0 0 0,-3 5 0 0 0,-4 6 0 0 0,-2 5 0 0 0,-1 6 0 0 0,0 5 0 0 0,2 5 0 0 0,4 1 0 0 0,5 1 0 0 0,7-2 0 0 0,6-2 0 0 0,6-3 0 0 0,5-6 0 0 0,7-6 0 0 0,4-6 0 0 0,0-5 0 0 0,-1-3 0 0 0,0-6 0 0 0,-1-5 0 0 0,-2-6 0 0 0,-4-4 0 0 0,-4-4 0 0 0,-6-1 0 0 0,-6 4 0 0 0,-4 4 0 0 0,-4 5 136 0 0,-6 3 8 0 0,-4 6-72 0 0,-4 6-72 0 0,-3 8-64 0 0,-1 5 64 0 0,0 8 0 0 0,1 4 0 0 0,5 4 0 0 0,5 1 0 0 0,5-1 0 0 0,7-4 0 0 0,5-2 72 0 0,6-2 8 0 0,5-2-16 0 0,7-4 32 0 0,3-2-96 0 0,0-5 0 0 0,-1-1 0 0 0,-1-5 0 0 0,1-4 0 0 0,-3-3 0 0 0,-2-4-80 0 0,-4-3 80 0 0,-5-2 0 0 0,-7-1 0 0 0,-4 1 64 0 0,-3 4-64 0 0,-5 3 0 0 0,-5 4 64 0 0,-3 4 16 0 0,-4 7-80 0 0,-3 6 0 0 0,1 4-80 0 0,3 4 80 0 0,2 4 0 0 0,4 3 80 0 0,5 2-80 0 0,6-1 0 0 0,7-2 0 0 0,5-3 0 0 0,3-5 0 0 0,3-5 0 0 0,2-5 0 0 0,0-3 0 0 0,0-3 64 0 0,-2-3-64 0 0,-1-1 0 0 0,-2-1 72 0 0,-1-2-72 0 0,-2-3 0 0 0,-1-2 0 0 0,-3-3 0 0 0,-4-1 0 0 0,-6-1 0 0 0,-4 3 0 0 0,-5 4 0 0 0,-3 5 0 0 0,0 4 0 0 0,-1 5 0 0 0,-3 6 0 0 0,-2 5 0 0 0,1 4 0 0 0,1 3 0 0 0,5 0 112 0 0,4-1 72 0 0,7-3 8 0 0,6-3 32 0 0,6-4-112 0 0,4-5-112 0 0,3-2 64 0 0,0-3-64 0 0,1-2 0 0 0,1-2 0 0 0,3-3 0 0 0,0-2 0 0 0,-1-2 0 0 0,-4 0 0 0 0,-3-2 0 0 0,-6 1 0 0 0,-7 0 0 0 0,-5 1 0 0 0,-4 2 0 0 0,-4 3 0 0 0,-3 4 0 0 0,0 3 0 0 0,2 3 0 0 0,0 4 0 0 0,2 2 0 0 0,2 4 0 0 0,3 2 0 0 0,5 2 0 0 0,4 0 0 0 0,4 1 0 0 0,4-1 0 0 0,3 0-304 0 0,3-1-216 0 0,0 0-6584 0 0,-3-4-3463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04.426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232 120 455 220705 58299,'0'-6'0'0'0,"0"-3"304"0"0,0-1 16 0 0,0 1 8 0 0,0-1 480 0 0,-2-4 224 0 0,0-1-512 0 0,-1 1 216 0 0,-3 0 816 0 0,-3 4-128 0 0,-1 3-816 0 0,-1 6-8 0 0,0 3 0 0 0,0 5-392 0 0,-2 7 40 0 0,-2 5-72 0 0,1 4-112 0 0,1 0-64 0 0,1 5 224 0 0,0 4 48 0 0,2 3 32 0 0,3 0 48 0 0,4-3-48 0 0,3-6-192 0 0,4-6 0 0 0,1-7 0 0 0,3-6 0 0 0,2-4 112 0 0,1-3-112 0 0,2-3-112 0 0,2-4 0 0 0,4-5 0 0 0,2-6 0 0 0,1-5 0 0 0,-2-1 0 0 0,-4 0-104 0 0,-4 1 32 0 0,-3-2 72 0 0,-5 3-64 0 0,-3 2 64 0 0,-4 2 0 0 0,-6 1 64 0 0,-5 3 64 0 0,-4 3 16 0 0,-5 5 32 0 0,-2 5 8 0 0,-3 6 8 0 0,-1 5 16 0 0,1 6 32 0 0,3 2-120 0 0,5 0 40 0 0,5 0 0 0 0,4-1 8 0 0,3 2 152 0 0,6 2-32 0 0,6 1-72 0 0,5-1-152 0 0,8-3 32 0 0,7-4-8 0 0,1-5-8 0 0,1-4-80 0 0,-2-5 0 0 0,-1-4 0 0 0,0-3 0 0 0,3-5 0 0 0,-1-4 0 0 0,-2-4 0 0 0,-5-2 0 0 0,-7-1 0 0 0,-9-1 0 0 0,-9 0 0 0 0,-10 1 64 0 0,-7 4-64 0 0,-7 6 176 0 0,-3 7 64 0 0,0 6 8 0 0,2 7 8 0 0,3 6-128 0 0,4 8-128 0 0,5 6-136 0 0,7 5-136 0 0,6 0-6064 0 0,6-5-3111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05.17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15 5 5063 226803 58084,'0'0'448'0'0,"0"-1"-352"0"0,0 0-96 0 0,-1 0-72 0 0,0 0-288 0 0,-1 1-208 0 0,0 1 216 0 0,-2 7 352 0 0,1 3 0 0 0,1 1-4255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08.93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148 2213 1839 218051 56544,'-2'0'160'0'0,"-2"1"-160"0"0,-3 0 464 0 0,-1 0 592 0 0,-7 2 96 0 0,-7 1 128 0 0,-4 3-32 0 0,1 0-32 0 0,4 2-168 0 0,8 2-256 0 0,9 0-176 0 0,10 1-232 0 0,10 0-136 0 0,10-1-184 0 0,8-1-64 0 0,10-1 0 0 0,3 0-64 0 0,1-1 64 0 0,6 0 0 0 0,7 0 0 0 0,9 1 0 0 0,7-3 0 0 0,5-2 72 0 0,7-8 8 0 0,13-10-80 0 0,14-12-88 0 0,16-13 88 0 0,12-13-64 0 0,10-12 128 0 0,9-11 48 0 0,6-8 80 0 0,3-4-8 0 0,5-3-24 0 0,6-3-80 0 0,-12 7-80 0 0,-17 8 72 0 0,0-3-72 0 0,-7 3 0 0 0,-10 3 0 0 0,7-6 0 0 0,13-11 0 0 0,12-10 0 0 0,-6 1 0 0 0,-16 7 0 0 0,-7-2 0 0 0,-17 8 72 0 0,-21 10-72 0 0,-17 12 0 0 0,-13 9 128 0 0,3-3 72 0 0,4-4-104 0 0,0-1-24 0 0,-5 2-8 0 0,-12 8-64 0 0,-16 11 0 0 0,-13 9-280 0 0,-13 6-320 0 0,-11 6 40 0 0,-9 4 56 0 0,-6 5 256 0 0,-4 4 144 0 0,-3 3-48 0 0,-2 3-272 0 0,-4 3-408 521 2,-1 4-176 1-3,-2 3-232-522 1,0 3 40 1108-2,-1 5-728-600 10,3-1 1784 79-13,4-1 16-52 7,6-2 0-535-2,4-4 128 508-2,3-1 0-508 2,2-2 0 0 0,3 0-168 522 2,3-1-448-522-2,0 1 616 0 0,1 1-64 508-8,-1-1 64-508 8,1 1 0 0 0,1-2-72 0 0,0-1 72 0 0,0-4 0 0 0,0-2-80 0 0,-2 0-2439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09.26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5 199 2071 229514 58534,'-1'-3'200'0'0,"1"-1"-200"0"0,-1-2 0 0 0,0 0 0 0 0,0-1 448 0 0,0-2 616 0 0,1-1-520 0 0,1 1 200 0 0,1 1 848 0 0,3 0-792 0 0,0 1 96 0 0,3-1 936 0 0,4-1-320 0 0,4 0-480 0 0,4-2-336 0 0,3-1-432 0 0,3-1-72 0 0,3 0-64 0 0,-1 2 80 0 0,0 1 96 0 0,0 2 0 0 0,0 2 0 0 0,-1 1-56 0 0,0 2-88 0 0,-3 1 16 0 0,-4 1 16 0 0,-6 2 32 0 0,-6 1-96 0 0,-6 1 0 0 0,-4 2 0 0 0,-5 2 32 0 0,-6 3 168 0 0,-8 7 16 0 0,-8 7 8 0 0,-9 9-64 0 0,-6 9-160 0 0,-4 9-10752 0 0,7-6 3129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0.880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47 216 4607 220902 60326,'0'0'408'0'0,"-1"0"-328"0"0,0 0-80 0 0,1 0 192 0 0,-1 0 256 0 0,0-1-224 0 0,0 0 352 0 0,-1-2 728 0 0,1-3-104 0 0,-1-3-184 0 0,0-1-160 0 0,-1-2-208 0 0,-1-1-56 0 0,-1 2-80 0 0,-1-1-144 0 0,1 3-288 0 0,0 0-8 0 0,2 2 0 0 0,0 0 32 0 0,3-1 120 0 0,2-2-24 0 0,3-2-40 0 0,4-3-16 0 0,2-1-16 0 0,2 1 96 0 0,3 1 144 0 0,0 5-184 0 0,1 4-112 0 0,-1 4-72 0 0,-2 2 0 0 0,0 2 0 0 0,2 1 0 0 0,-1 0 0 0 0,0-1 0 0 0,-2-1 0 0 0,-1-1 0 0 0,1-1 0 0 0,-1 0 0 0 0,-2 2 0 0 0,-5 3 0 0 0,-3 3 0 0 0,-6 5 0 0 0,-3 2 0 0 0,-2 2-192 0 0,0-2-160 0 0,1-1-296 0 0,3-3-424 0 0,2-4-4104 0 0,1-4-2447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1.229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69 51 4607 222106 60093,'0'-3'448'0'0,"0"-2"-448"0"0,-1-1 0 0 0,1 1 128 0 0,0 1 88 0 0,1-2 392 0 0,1 0 568 0 0,1 0 64 0 0,2 1-600 0 0,0 2 8 0 0,1 2 688 0 0,1 4 56 0 0,1 6-344 0 0,0 5-480 0 0,0 3-296 0 0,-2 0-192 0 0,1 2-16 0 0,-1 2 0 0 0,1 1 0 0 0,0 0-64 0 0,-1-1 64 0 0,-4-2 40 0 0,-5-2 64 0 0,-5-4 8 0 0,-6-2 16 0 0,-6-5-96 0 0,-4-3-96 0 0,-2-4 0 0 0,2-5 0 0 0,4-2 0 0 0,5-2 0 0 0,7 0 0 0 0,9-1-384 0 0,9-1-464 0 0,6 3-4864 0 0,0 2-2743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1.61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44 54 5063 220984 60615,'0'0'496'0'0,"-1"-2"-496"0"0,0 0 0 0 0,0 0 0 0 0,0 0 600 0 0,1 0 64 0 0,0 0 8 0 0,0-1 8 0 0,1-1 552 0 0,2-1 1472 0 0,2-3-608 0 0,5 0-920 0 0,5 0-416 0 0,4 3-552 0 0,3 5-112 0 0,-1 5-96 0 0,-1 8 0 0 0,-3 5 0 0 0,-4 5 88 0 0,-5 3 8 0 0,-3 1-24 0 0,-5 0-72 0 0,-4 1 72 0 0,-3-2-72 0 0,-4-2 0 0 0,-5-3-160 0 0,-1-4 160 0 0,0-4-192 0 0,0-5 16 0 0,2-4 8 0 0,-2-2-112 0 0,-1-4 88 0 0,2-1 96 0 0,-1-3-552 0 0,2-3-8088 0 0,4 1 2609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1.962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23 50 1375 222741 59805,'-1'0'128'0'0,"0"-1"-128"0"0,0 1 0 0 0,0 0 432 0 0,0 0 576 0 0,-2 0 328 0 0,-1-1 448 0 0,1 1-272 0 0,0 0-440 0 0,1 0-544 0 0,0 0-56 0 0,1 1 440 0 0,4 2-80 0 0,2 3-128 0 0,1 3-176 0 0,0 0-392 0 0,-1 1-8 0 0,0 0 0 0 0,-1-1-64 0 0,-2-1 0 0 0,-1-3-64 0 0,0-2 96 0 0,-1-3 56 0 0,-1-3 96 0 0,0-3-128 0 0,0-1 8 0 0,1-3 128 0 0,1-2-48 0 0,1-1-136 0 0,1 0 0 0 0,1 0 0 0 0,1 0 24 0 0,1 1 72 0 0,0 3-96 0 0,-2 2 0 0 0,-1 5 0 0 0,-2 4-72 0 0,-2 4-6048 0 0,0 1-2951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2.71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313 91 3679 218422 58404,'1'-1'160'0'0,"1"-3"40"0"0,0 0-200 0 0,0-2 0 0 0,1 1 752 0 0,-1-1 992 0 0,-1-1-856 0 0,-1 1 256 0 0,-3 1 1256 0 0,-3 2-648 0 0,-4 5-960 0 0,-3 3-416 0 0,-1 2-216 0 0,-2 4 80 0 0,-2 3-32 0 0,-2 0-16 0 0,3-1-96 0 0,2-2-96 0 0,2-3 64 0 0,2-1-64 0 0,0-2 96 0 0,-2-2-32 0 0,-1-1 160 0 0,0 0-96 0 0,1-2 0 0 0,1 0 184 0 0,1-1-120 0 0,2 1 8 0 0,1-1 88 0 0,2-1-224 0 0,2-1 32 0 0,1 0-96 0 0,1-2 0 0 0,1 0-64 0 0,0-1 64 0 0,0 0 0 0 0,-2 0 0 0 0,-2 0 64 0 0,-1 1-64 0 0,0 1 0 0 0,-1 3 120 0 0,2 1 64 0 0,1 2-8 0 0,2 2 0 0 0,4 1-88 0 0,2 0-88 0 0,3 1 0 0 0,4-1 0 0 0,1-2 0 0 0,0 0 0 0 0,1-2 0 0 0,0-1 0 0 0,0-2 0 0 0,-3-1-64 0 0,-2-1 64 0 0,-5-3 0 0 0,-4-1 0 0 0,-5-3 0 0 0,-3-1 0 0 0,-1 0 0 0 0,0 1 0 0 0,-1 0 0 0 0,0-1 0 0 0,-1 0 0 0 0,0 2 64 0 0,0 1 8 0 0,2 5 72 0 0,3 6-8 0 0,3 5-8 0 0,3 7-64 0 0,3 3-64 0 0,2 0 0 0 0,2 1 64 0 0,4 1-64 0 0,2-2 0 0 0,3-1 0 0 0,0-3 0 0 0,0-3 0 0 0,0-2 0 0 0,-1-3-88 0 0,-2-3-808 0 0,-1-2 432 0 0,-5-4-2208 0 0,-3-2 1488 0 0,-4-1-4016 0 0,-2 1-2287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3.547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90 387 5063 220234 59316,'-3'-4'496'0'0,"-2"-3"-496"0"0,-2-1 352 0 0,0-1 376 0 0,-3-6 576 0 0,-3-4 824 0 0,0-3-312 0 0,3-1-1144 0 0,3 3-8 0 0,4 2 152 0 0,6 2-736 0 0,4 2-80 0 0,4 3 0 0 0,3 4 64 0 0,1 2 0 0 0,0 2-64 0 0,-3 3 0 0 0,-3 0 0 0 0,-2 1 0 0 0,-3 0 0 0 0,-3-2 0 0 0,-3-1 0 0 0,-3-3 0 0 0,-4 0 72 0 0,0-1-72 0 0,-1 0 80 0 0,-2 0-8 0 0,1 0-8 0 0,-2 2 64 0 0,2 1 80 0 0,0 0-8 0 0,3 1-8 0 0,3 1-24 0 0,2 1-104 0 0,3 0 0 0 0,2 2 0 0 0,4 2-64 0 0,3 5 64 0 0,5 4 0 0 0,3 6 104 0 0,3 2-8 0 0,1 0 0 0 0,4 2 104 0 0,5 1-80 0 0,4-1-96 0 0,0-3-88 0 0,-3-4 0 0 0,-2-5 0 0 0,-4-4 0 0 0,-4-3 0 0 0,-5-6 0 0 0,-4-3 0 0 0,-4-3 0 0 0,-6-4-72 0 0,-7-7-24 0 0,-5-5-48 0 0,-8-6-88 0 0,-4-2 120 0 0,-4-1 40 0 0,0 1 8 0 0,0 5 64 0 0,2 5 0 0 0,5 6 0 0 0,5 5 0 0 0,6 6 0 0 0,7 3 0 0 0,7 2 0 0 0,4 2 0 0 0,2 1 0 0 0,5 2 0 0 0,4 2-64 0 0,2 2 64 0 0,3 4 0 0 0,1 4 0 0 0,-1 4 0 0 0,-1 1 0 0 0,-2 0-64 0 0,-4-2 64 0 0,-3-3-288 0 0,-3-5-392 0 0,-4-6-328 0 0,-3-4-456 0 0,-3-6 328 0 0,-3-4 504 0 0,-2-4 328 0 0,-3-4 304 0 0,-1-5 256 0 0,0-1 376 0 0,0-1 216 0 0,2-1 280 0 0,0 1-144 0 0,3 0-224 0 0,2 2-192 0 0,3 4-408 0 0,2 2 0 0 0,1 4 72 0 0,2 3-104 0 0,1 4-64 0 0,1 5-64 0 0,-1 7 0 0 0,1 4 0 0 0,-3 4 0 0 0,-1 4-72 0 0,-3-1 72 0 0,-2-1-160 0 0,-1 0-120 0 0,-2 1-584 0 0,0 1-840 0 0,1-1-3664 0 0,-1-4-2447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4.84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109 326 3223 222133 59759,'2'-1'312'0'0,"2"-3"-312"0"0,1 1 0 0 0,0-2 632 0 0,-1 0 88 0 0,2-2 16 0 0,3-5 904 0 0,6-7 208 0 0,4-7-280 0 0,4-6-416 0 0,2-3 88 0 0,2-2 144 0 0,-1 3-688 0 0,-4 5-312 0 0,0 5 240 0 0,-1 3-240 0 0,0 5-384 0 0,-4 5 72 0 0,-3 6-72 0 0,-3 6 0 0 0,-4 6-256 0 0,-4 6-304 0 0,-5 5-40 0 0,-10 6-536 0 0,-6 0 1040 0 0,0-2 16 0 0,-3-2 0 0 0,0-1 80 0 0,2-2 0 0 0,2-3 0 0 0,5-1 0 0 0,5-3 0 0 0,5-4 0 0 0,7-3 0 0 0,4-2 0 0 0,3-3 0 0 0,4-2 0 0 0,5-3 0 0 0,4 0-64 0 0,0 1 64 0 0,-3 1 0 0 0,-2 1 0 0 0,-4 3 0 0 0,-2 0 0 0 0,-2 4 0 0 0,-4 3-80 0 0,-4 3-192 0 0,-6 4-352 0 0,-4 2-472 0 0,-6 1 56 0 0,-3 1 104 0 0,-3 1 264 0 0,-2-1 368 0 0,-2 1 160 0 0,0-2 232 0 0,4-1-88 0 0,3-4 304 0 0,3-2 320 0 0,4-2 8 0 0,5-1 24 0 0,4-3-184 0 0,6-2-272 0 0,6-4-40 0 0,4-1-160 0 0,1-1 88 0 0,3-1-24 0 0,3 0-64 0 0,2 3 0 0 0,0 1 0 0 0,-2 2 0 0 0,-3 5-72 0 0,-3 3-136 0 0,-6 4-112 0 0,-5 2-216 0 0,-7 1-312 0 0,-4 0 48 0 0,-6-1 96 0 0,-6-3 120 0 0,-4-2 176 0 0,-5-2 136 0 0,-3-3 192 0 0,0-2 80 0 0,2 0 0 0 0,2-2 0 0 0,-2 0 0 0 0,2 0 72 0 0,1 0 240 0 0,4 1 8 0 0,5 0 8 0 0,4 0 0 0 0,4 1-80 0 0,3 0 200 0 0,4 1-128 0 0,4 2-184 0 0,4 2-72 0 0,3 2-64 0 0,5 2 64 0 0,4 3-64 0 0,2 4 0 0 0,-1 0 0 0 0,-2 0 0 0 0,-3-2 0 0 0,-3 0 0 0 0,-2-2 0 0 0,-2-1 0 0 0,-2-1 0 0 0,-1-1 0 0 0,-1-1 0 0 0,-1-2 0 0 0,-2 0 0 0 0,0-3-72 0 0,-2 0 72 0 0,-2-3-96 0 0,-3-1 32 0 0,-3-2-40 0 0,-2-2-32 0 0,-3-2-152 0 0,-5-1 144 0 0,-4-4 80 0 0,0 1 64 0 0,1-1 0 0 0,0 0 0 0 0,1-1 80 0 0,0 0 0 0 0,1 1 288 0 0,3 1 424 0 0,3 2-96 0 0,3 3-144 0 0,3 4-152 0 0,5 4-216 0 0,3 4-96 0 0,4 4-16 0 0,4 3-72 0 0,0 1 64 0 0,1 0-64 0 0,1 1 0 0 0,-1-1 0 0 0,0 1 64 0 0,-1 0-64 0 0,-2-2 0 0 0,-3-3 0 0 0,-3-4 0 0 0,-3-5 0 0 0,-3-4-64 0 0,-1-3 64 0 0,-1-5 0 0 0,-1-5 0 0 0,-1-5 0 0 0,0-3 0 0 0,-1-2 0 0 0,0-1 64 0 0,0 2-64 0 0,0 3 0 0 0,-2 5 72 0 0,0 5 0 0 0,1 5-72 0 0,1 4 0 0 0,1 6 72 0 0,0 3-72 0 0,1 5 64 0 0,2 3 8 0 0,1 3 0 0 0,2 1 24 0 0,1 0-96 0 0,2-1 0 0 0,1-3 0 0 0,1-4 0 0 0,2-4 0 0 0,0-5 0 0 0,0-4 0 0 0,0-4 0 0 0,-2-2 0 0 0,-1-4 0 0 0,-2-3 0 0 0,-2-1 0 0 0,-4 0 0 0 0,-4 1 0 0 0,-3 3 64 0 0,-3 3-64 0 0,-1 6 0 0 0,0 3 72 0 0,-1 5-72 0 0,-1 6 368 0 0,-1 6 328 0 0,0 4 40 0 0,3 3 64 0 0,4-1-208 0 0,6-2-288 0 0,6-3-160 0 0,7-5-144 0 0,5-5-192 0 0,5-6-184 0 0,1-3-5992 0 0,-2-3-3135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5.30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314 138 4143 220588 59853,'-1'-1'368'0'0,"-1"-1"-296"0"0,-2 0-72 0 0,-1-1 208 0 0,0 0 264 0 0,-4 0 232 0 0,-5 0 320 0 0,-7 0 512 0 0,-5 0 704 0 0,-3 1-432 0 0,0 0-680 0 0,4 0-368 0 0,3 0-496 0 0,6 0-144 0 0,4-1-120 0 0,4-1 0 0 0,2 1 0 0 0,0-2 0 0 0,0 1 0 0 0,-1-1 0 0 0,0 2 0 0 0,0-1 0 0 0,-2 1 0 0 0,0 1 0 0 0,0 1 0 0 0,1 3 0 0 0,2 2 0 0 0,2 3 0 0 0,2 3 0 0 0,2 0 0 0 0,3 0 0 0 0,1-3 0 0 0,2-6 0 0 0,2-5 0 0 0,-1-5 0 0 0,0-3 0 0 0,-1-3 160 0 0,-1-1 168 0 0,-3-1 128 0 0,-1 3-136 0 0,-2 2 0 0 0,-1 3 232 0 0,-3 3-112 0 0,-1 3-80 0 0,-1 2-104 0 0,0 1-32 0 0,3 0-40 0 0,2 1-96 0 0,2-1-88 0 0,3 1 0 0 0,1 0 0 0 0,3 1-104 0 0,0 3-16 0 0,0 1 0 0 0,0 6-1216 0 0,-2 8-1592 0 0,0 3-2800 0 0,-2-1-2471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6.37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304 734 2623 222122 59549,'-3'-1'232'0'0,"-2"-2"-232"0"0,-2 0 0 0 0,-1-1 0 0 0,0 1 0 0 0,2 0 384 0 0,-2 1 576 0 0,0 2-456 0 0,0 0 168 0 0,-2 4 760 0 0,0 1-696 0 0,2 2-96 0 0,2 3 592 0 0,3 6-128 0 0,5 4-200 0 0,6 5 32 0 0,5 3 8 0 0,7 2-104 0 0,7 0-160 0 0,3-3-328 0 0,0-4-160 0 0,5-2 120 0 0,7-1-152 0 0,6-1-96 0 0,6-3 0 0 0,3-3-64 0 0,-2-6 0 0 0,-7-3 0 0 0,-1-3 0 0 0,1-5 0 0 0,2-2-72 0 0,-2-3-8 0 0,-1-3 0 0 0,-4-1 80 0 0,0-3-72 0 0,-1-5 72 0 0,-1-5 0 0 0,-2-5 0 0 0,-3-5 0 0 0,-4-5 64 0 0,-6-3 40 0 0,-5-2 80 0 0,-5 2-96 0 0,-6 5 136 0 0,-4 3 280 0 0,-4 0 8 0 0,-3-5 16 0 0,-5-7-96 0 0,-5-6-136 0 0,-4-6-152 0 0,-7-5-80 0 0,-5-2-64 0 0,-2 6 0 0 0,1 10 0 0 0,-3 9 0 0 0,-2 7 80 0 0,-6 9 144 0 0,-2 8-56 0 0,2 8 8 0 0,-5 8 88 0 0,-7 6-136 0 0,-7 5-64 0 0,-4 6-64 0 0,-2 4 0 0 0,1 3 0 0 0,1 2-96 0 0,4 2 16 0 0,7-2 80 0 0,7-3-88 0 0,3-1-8 0 0,-1 1 32 0 0,-3 4 64 0 0,-3 4 0 0 0,-1 5 0 0 0,2 5 0 0 0,6 7 0 0 0,7-1 0 0 0,10-1 0 0 0,9 2 0 0 0,9 4 0 0 0,11 5 0 0 0,7-3 0 0 0,5-4 0 0 0,9-2 0 0 0,7-2 0 0 0,3-6 0 0 0,0-5 0 0 0,0-5 0 0 0,-1-5 128 0 0,6-1 184 0 0,8 2 80 0 0,8 0 120 0 0,4-3-64 0 0,1-4-72 0 0,-3-6-88 0 0,-7-5-104 0 0,-7-7-32 0 0,-8-4-24 0 0,-9-3-64 0 0,-8-1 0 0 0,-6-1 64 0 0,-6 0-64 0 0,-4 1-64 0 0,-4 2 0 0 0,-4 2 0 0 0,-3 2 0 0 0,-5 3 0 0 0,-4 4 0 0 0,-3 5-128 0 0,-1 5-232 0 0,1 4-8560 0 0,3-2-4399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18.935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102 527 4143 226817 49427,'-3'-1'368'0'0,"-6"-1"-296"0"0,-3-1 520 0 0,-1 0 816 0 0,0 0-376 0 0,-1-1-592 0 0,0 0-24 0 0,1 0 0 0 0,5 0 0 0 0,6-1 0 0 0,8 0 112 0 0,9 0 152 0 0,9 0-144 0 0,10 1-208 0 0,7 3-104 0 0,10 0-160 0 0,8 2-64 0 0,9-2 0 0 0,8-3 0 0 0,6-2 0 0 0,4-1 0 0 0,3 0 0 0 0,0 3 0 0 0,-1 4 0 0 0,-3 5 0 0 0,-4 5 0 0 0,-7 4 0 0 0,-10-1 0 0 0,-10-1 0 0 0,-5-3 136 0 0,2-6 184 0 0,5-6 96 0 0,5-5 136 0 0,6-3-144 0 0,6-2-224 0 0,-2 3-96 0 0,-7 2 56 0 0,1 3 176 0 0,2 4-16 0 0,4 2-16 0 0,3 1-144 0 0,4-1-64 0 0,4-2-16 0 0,4-5-64 0 0,3-4 0 0 0,1-4 0 0 0,-2-3 0 0 0,-4 1 0 0 0,-6 2 0 0 0,-5 5 0 0 0,-6 6 0 0 0,-4 5 0 0 0,-1 4 96 0 0,2 2 32 0 0,4-2 0 0 0,5-6-32 0 0,7-8-32 0 0,8-11-64 0 0,8-9 0 0 0,3-5 0 0 0,3-2 0 0 0,2 0 72 0 0,1 3 192 0 0,-7 5 24 0 0,-13 6 0 0 0,0 4 304 0 0,2 2 32 0 0,5-1-216 0 0,1-3-344 0 0,0 0 24 0 0,-4-1-88 0 0,-7 2 0 0 0,-9 4 0 0 0,-13 6-5016 0 0,-15 5-968 0 0,-15 3-1743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20.948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15 425 3223 230756 38827,'-1'-1'288'0'0,"-1"1"-288"0"0,1 0 184 0 0,-1-1 136 0 0,-1 1-160 0 0,1-1 40 0 0,-2 0 520 0 0,5-4-592 0 0,4-4 136 0 0,8-4 192 0 0,6-3 64 0 0,6-3 88 0 0,7-1-88 0 0,5-1-136 0 0,7-1-104 0 0,7-2-216 0 0,10-2 32 0 0,12-1-32 0 0,12-2-64 0 0,10 0 0 0 0,4 1 0 0 0,0 3 0 0 0,-5 5 0 0 0,-4 7 0 0 0,-5 8 0 0 0,-5 10-64 0 0,-7 6 64 0 0,-4 6 0 0 0,-3 0-72 0 0,-1-2 72 0 0,-3-8-72 0 0,-2-6 72 0 0,0-8 0 0 0,2-5 0 0 0,1-3 0 0 0,2-1 0 0 0,-2 4 0 0 0,-2 4 0 0 0,-5 7 0 0 0,-4 5 0 0 0,-3 4 64 0 0,-2 1-64 0 0,-1-1 0 0 0,2-5 0 0 0,1-5 64 0 0,4-5-64 0 0,2-3-64 0 0,2-2 64 0 0,1 0 0 0 0,1-1 0 0 0,-1 1 128 0 0,-2 2 152 0 0,-2 0-8 0 0,-2 3-16 0 0,-5 1-128 0 0,-2 4-128 6 511,-8 2-2488-6-511,-6 4-520 0 0,-9 0-895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25.243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13 43 1727 229355 45614,'0'-1'152'0'0,"1"-1"-152"0"0,-1-1 0 0 0,0-1 0 0 0,0 1 328 0 0,0-2 472 0 0,-1 0 8 0 0,0-1-40 0 0,-1 0-368 0 0,0 2-400 0 0,0 1 0 0 0,0 3-384 0 0,1 1-488 0 0,0 0 64 0 0,0 1 72 0 0,0-1 176 0 0,1 0 216 0 0,5 1 184 0 0,1 0 160 0 0,1 0 0 0 0,2 0 0 0 0,1-1 0 0 0,-2-1-1119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26.407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82 607 1703 229460 45785,'0'0'72'0'0,"-1"0"24"0"0,-1-1-96 0 0,0 1 0 0 0,1-1 456 0 0,-1-1 624 0 0,0 0 136 0 0,0-3 88 0 0,0-2-192 0 0,0-1-344 0 0,1 1-216 0 0,-1 1-352 0 0,1 1-80 0 0,-1 2-120 0 0,0 1 0 0 0,-1 0 0 0 0,0 1 112 0 0,1 1 128 0 0,-3-4 144 0 0,0-2 152 0 0,-1-4 32 0 0,-1-3-24 0 0,1-1-32 0 0,0 0-112 0 0,1 3-64 0 0,1 4-152 0 0,1 3-80 0 0,1 5-104 0 0,1 1 0 0 0,1 1-72 0 0,0 0 72 0 0,7 2 0 0 0,4-1 0 0 0,3 0-64 0 0,0-1 64 0 0,2 0 0 0 0,3 0 168 0 0,2 3 72 0 0,3 3-56 0 0,1 4-120 0 0,-1 2 32 0 0,-3-1-96 0 0,0 1 0 0 0,2 1 96 0 0,0-4-24 0 0,-1-2-8 0 0,2-5 0 0 0,5-5-64 0 0,4-6 0 0 0,5-8 0 0 0,1-4 0 0 0,1-4 0 0 0,0-2 0 0 0,-1 0 0 0 0,-5 3 0 0 0,-6 4 0 0 0,-4 5 80 0 0,-1 5 64 0 0,-1 3-48 0 0,-2 4-32 0 0,-1 1-64 0 0,0 0 80 0 0,3-1 64 0 0,5-3-48 0 0,4-4-32 0 0,7-5-64 0 0,6-2 0 0 0,3-3 0 0 0,1 2 0 0 0,-1 2 0 0 0,-2 4 0 0 0,-2 5 0 0 0,-2 6 0 0 0,-1 5 0 0 0,-1 1 0 0 0,-2-1 0 0 0,-4-1 0 0 0,-4-3 0 0 0,-2-3 0 0 0,4-6 0 0 0,6-6 0 0 0,6-6 0 0 0,0-1 0 0 0,-3 1 0 0 0,0 1 0 0 0,1 3 0 0 0,0 3 0 0 0,1 4 0 0 0,-3 4 0 0 0,-5 3 0 0 0,1 3 0 0 0,5 2 0 0 0,0-1 0 0 0,-2 0 0 0 0,5-5 0 502 3,-1-2 0-502-3,-2-3 0 0 0,4-4 0 0 0,2-3 64 0 0,4 0 64 0 0,-1 1-64 0 0,1 4-160 0 0,-3 5 96 511-6,-1 7 168-511 6,-2 5-8 0 0,0 3-16 0 0,0 0-8 511 1,2-1-8-511-1,4-6 80 0 0,4-6 112 0 0,5-8 8 0 0,4-7 24 0 0,4-5-88 0 0,1-1-136 0 0,-1 1 64 500 4,-1 5 72-500-4,-4 9-16 521-2,-4 7-40-521 2,-3 9-104 510 0,0 5-104-510 0,0 1 0 0 0,2-2 64 0 0,2-6 0 508-3,4-6 0-508 3,4-8 32 0 0,4-8-96 0 0,1-4 88 0 0,-1 0 72 509 4,-1 2 144-509-4,-3 5 216 0 0,-5 6-64 0 0,-4 5-96 0 0,-1 5-184 0 0,-2 3-112 0 0,2-2-64 507 1,1-6 0-507-1,-1-7 64 0 0,1-6 0 0 0,-2-7 88 0 0,-2-2 136 0 0,-3 1 24 507-3,-5 3 40-507 3,-6 5-48 0 0,-8 7-80 527 1,-6 6-112-527-1,-8 6-112 0 0,-6 3 0 0 0,-4 2 72 506 1,-4-1-8-506-1,-2-4-64 0 0,-1-3-128 0 0,-2-2-232 515 0,0-2-8352-515 0,0 1-4303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30.984"/>
    </inkml:context>
    <inkml:brush xml:id="br0">
      <inkml:brushProperty name="width" value="0.1" units="cm"/>
      <inkml:brushProperty name="height" value="0.6" units="cm"/>
      <inkml:brushProperty name="color" value="#00A0D7"/>
      <inkml:brushProperty name="inkEffects" value="pencil"/>
    </inkml:brush>
  </inkml:definitions>
  <inkml:trace contextRef="#ctx0" brushRef="#br0">100 457 2303 226637 44056,'-1'0'200'0'0,"-2"1"-200"0"0,-1-1 0 0 0,1 1 432 0 0,-3-1 528 0 0,-3-1 160 0 0,-6-3 200 0 0,-2-6 40 0 0,0-5 48 0 0,4-6-32 0 0,4-3-32 0 0,6 0-384 0 0,8 2-552 0 0,9 2-216 0 0,9 2-192 0 0,13 1 0 0 0,13 1 0 0 0,7 0-88 0 0,2 1 88 0 0,10-1 64 0 0,5-2 24 0 0,-1 2-88 0 0,8 2-152 0 0,-2 3 88 0 0,-5 5 64 0 0,0 9 0 0 0,1 12 0 0 0,0 15 0 0 0,-2 12 0 0 0,-4 9 0 0 0,-4 2 0 0 0,-6-6 0 0 0,-9-10 0 0 0,-1-11 0 0 0,3-15 0 0 0,4-16 0 0 0,4-14 0 0 0,3-14 0 0 0,0-8 0 0 0,0-5 0 0 0,-7 1 0 0 0,-7 5 0 0 0,-6 7 64 0 0,-7 5-64 0 0,1 5 64 0 0,4 3-64 0 0,8 6 64 0 0,7 7-64 0 0,4 9 0 0 0,1 6 0 0 0,1 6 64 0 0,-1 2 24 0 0,-1-1 40 0 0,0-6-64 0 0,2-7-160 0 0,2-11 96 0 0,5-8 296 0 0,2-7-64 0 0,3-4-72 0 0,4-1-80 524-4,3 2-80-524 4,-4 6 0 504 3,-8 6 0-504-3,0 8 64 0 0,3 9-64 513 4,4 6 0-513-4,1 3 0 0 0,2-1 0 0 0,0-4 96 513 0,-2-5 32-513 0,-4-7-64 0 0,-4-3-144 0 507,-7-2 8 0-507,-8 2 8 0 0,-10 3-3840 505 2,-12 4-760-505-2,-11 2-1343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9:27.3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863 336 1375 0 0,'-12'-23'65'0'0,"10"18"-48"0"0,-1 0 1 0 0,1 1 0 0 0,-1-1 0 0 0,-5-7 0 0 0,6 11-16 0 0,0-1 1 0 0,1 0-1 0 0,-1 1 1 0 0,0 0 0 0 0,0-1-1 0 0,0 1 1 0 0,0 0-1 0 0,0 0 1 0 0,0 0-1 0 0,0 1 1 0 0,-1-1 0 0 0,1 0-1 0 0,0 1 1 0 0,-4-1-1 0 0,-7 0-2 0 0,0 1 0 0 0,0 0 0 0 0,0 1 0 0 0,-14 3 0 0 0,11-2 0 0 0,-32 1 0 0 0,20-6 0 0 0,0 0 0 0 0,1-2 0 0 0,-36-11 0 0 0,56 14 0 0 0,-6-1 0 0 0,1 1 0 0 0,-1 0 0 0 0,0 1 0 0 0,0 1 0 0 0,1 0 0 0 0,-25 3 0 0 0,18 0 0 0 0,-1 1 0 0 0,2 1 0 0 0,-35 13 0 0 0,35-9-4 0 0,-1 1 0 0 0,1 0 0 0 0,1 1 0 0 0,0 1 0 0 0,1 1 0 0 0,0 1 0 0 0,1 0 0 0 0,0 0 0 0 0,1 2 0 0 0,1 0 0 0 0,1 0 0 0 0,0 1 0 0 0,1 1 0 0 0,1 0 0 0 0,0 0 0 0 0,2 1 0 0 0,0 0 0 0 0,1 1 0 0 0,-8 36 0 0 0,14-48 10 0 0,0 0 0 0 0,1 1-1 0 0,0-1 1 0 0,0 0 0 0 0,1 1-1 0 0,0-1 1 0 0,0 0-1 0 0,1 1 1 0 0,0-1 0 0 0,1 0-1 0 0,0 0 1 0 0,0-1 0 0 0,8 16-1 0 0,4 0 13 0 0,1-1-1 0 0,35 39 1 0 0,-41-49-22 0 0,22 31-10 0 0,-24-31-2 0 0,20 22 0 0 0,-25-30 14 0 0,2 0 0 0 0,-1-1 0 0 0,0 1 0 0 0,1-1 0 0 0,0 0 0 0 0,0 0 0 0 0,0 0 0 0 0,9 3 0 0 0,8 1 2 0 0,0-1 0 0 0,1-1 0 0 0,-1-1 0 0 0,1-1 0 0 0,0-1 0 0 0,0-1 0 0 0,0-1 0 0 0,0-1 0 0 0,0-1 0 0 0,45-9 0 0 0,-42 4 0 0 0,-1 0 0 0 0,1-2 0 0 0,-1-1 0 0 0,-1-1 0 0 0,0-1 0 0 0,-1-1 0 0 0,0-1 0 0 0,0-1 0 0 0,23-21 0 0 0,-17 10 11 0 0,-1-1 0 0 0,37-49-1 0 0,-50 56-4 0 0,0 0-1 0 0,-2-2 0 0 0,-1 1 1 0 0,-1-2-1 0 0,10-25 0 0 0,-17 34-10 0 0,0 0 0 0 0,-2 0 0 0 0,1 0-1 0 0,-2 0 1 0 0,0 0 0 0 0,0 0-1 0 0,-4-27 1 0 0,-22-98-47 0 0,20 117 50 0 0,2 3 15 0 0,-2 0 0 0 0,-1 0 0 0 0,0 1 0 0 0,-11-21-1 0 0,15 34-8 0 0,-1-1 0 0 0,0 1-1 0 0,-1 0 1 0 0,1 1-1 0 0,-1-1 1 0 0,0 0-1 0 0,0 1 1 0 0,0 0-1 0 0,-1 0 1 0 0,1 0 0 0 0,-1 1-1 0 0,0 0 1 0 0,0-1-1 0 0,-1 2 1 0 0,1-1-1 0 0,0 1 1 0 0,-12-4-1 0 0,1 3-3 0 0,0 0 0 0 0,-1 2 0 0 0,1 0 0 0 0,-1 0 0 0 0,1 2 0 0 0,-1 0 0 0 0,1 1 0 0 0,-26 5 0 0 0,-12 8 0 0 0,-61 24 0 0 0,90-30 0 0 0,-197 83-10 0 0,220-91 7 0 0,-22 9-15 0 0,0 1 0 0 0,-42 29 0 0 0,59-36 17 0 0,1 1 1 0 0,1-1 0 0 0,-1 2-1 0 0,1-1 1 0 0,0 0-1 0 0,0 1 1 0 0,1 0-1 0 0,-1 0 1 0 0,1 1-1 0 0,1-1 1 0 0,-1 1 0 0 0,1-1-1 0 0,0 1 1 0 0,1 0-1 0 0,-3 10 1 0 0,-2 33-41 0 0,3-1-1 0 0,2 88 1 0 0,3-79 58 0 0,-1-36 8 0 0,-1 1 3 0 0,2 1 1 0 0,4 30 0 0 0,-4-47-29 0 0,1 1 1 0 0,0 0-1 0 0,1-1 1 0 0,-1 0-1 0 0,1 0 1 0 0,1 0 0 0 0,-1 0-1 0 0,1 0 1 0 0,0 0-1 0 0,1-1 1 0 0,5 6-1 0 0,0-2 0 0 0,0 0 0 0 0,0-2 0 0 0,1 1 0 0 0,0-1 0 0 0,1-1 0 0 0,0 0 0 0 0,0 0 0 0 0,1-1 0 0 0,-1-1 0 0 0,1 0 0 0 0,0-1 0 0 0,1 0 0 0 0,-1-1 0 0 0,1-1 0 0 0,26 2 0 0 0,-16-3 0 0 0,1-2 0 0 0,-1 0 0 0 0,0-2 0 0 0,0 0 0 0 0,0-2 0 0 0,0 0 0 0 0,-1-2 0 0 0,28-12 0 0 0,-19 6 0 0 0,0-2 0 0 0,-2-1 0 0 0,43-30 0 0 0,-56 33 0 0 0,0-1 0 0 0,0 0 0 0 0,-2-1 0 0 0,0-1 0 0 0,0-1 0 0 0,19-30 0 0 0,-20 25-2 0 0,-1-1 0 0 0,-2 0-1 0 0,0 0 1 0 0,13-42-1 0 0,-20 47 2 0 0,0 0-1 0 0,0 0 1 0 0,-2 0-1 0 0,0 0 1 0 0,-2 0-1 0 0,0 0 1 0 0,-3-27-1 0 0,-1 15 7 0 0,-2 1-1 0 0,-1 0 1 0 0,-1 0-1 0 0,-1 0 0 0 0,-1 1 1 0 0,-2 1-1 0 0,-23-39 0 0 0,27 52-1 0 0,-1 2 0 0 0,-1-1 0 0 0,0 1-1 0 0,-1 0 1 0 0,0 1 0 0 0,-23-18-1 0 0,24 23-2 0 0,0-1 0 0 0,0 1 0 0 0,0 1 0 0 0,-1 0 0 0 0,0 1-1 0 0,0 0 1 0 0,0 0 0 0 0,0 1 0 0 0,-1 1 0 0 0,-12-2-1 0 0,5 3-8 0 0,1 0-1 0 0,0 1 0 0 0,-1 1 1 0 0,1 1-1 0 0,0 1 0 0 0,-28 7 1 0 0,22-3 13 0 0,1 2 0 0 0,0 0-1 0 0,0 1 1 0 0,-26 17 0 0 0,7 1 7 0 0,1 2-1 0 0,2 2 1 0 0,1 1-1 0 0,-41 47 0 0 0,65-65-18 0 0,1 1 0 0 0,1 0-1 0 0,0 1 1 0 0,1 0-1 0 0,1 0 1 0 0,0 1-1 0 0,2 1 1 0 0,-9 25-1 0 0,12-29 5 0 0,2 0 0 0 0,0 0-1 0 0,0 0 1 0 0,2 0 0 0 0,0 0-1 0 0,0 0 1 0 0,2 1 0 0 0,0-1-1 0 0,0 0 1 0 0,2 0 0 0 0,6 25-1 0 0,-3-22 8 0 0,0-1-1 0 0,2 0 0 0 0,0 0 0 0 0,0-1 1 0 0,2 0-1 0 0,0-1 0 0 0,1 0 0 0 0,0 0 1 0 0,1-1-1 0 0,1-1 0 0 0,0 0 0 0 0,1-1 1 0 0,0 0-1 0 0,1-1 0 0 0,30 17 0 0 0,-25-17 1 0 0,1-2 0 0 0,1 0 0 0 0,-1-1 0 0 0,1-1-1 0 0,1-1 1 0 0,-1-1 0 0 0,1-1 0 0 0,0-1-1 0 0,0-1 1 0 0,0-1 0 0 0,0 0 0 0 0,30-5-1 0 0,-29 1-1 0 0,-1-1 0 0 0,0-1-1 0 0,0-1 1 0 0,0-1-1 0 0,-1-1 1 0 0,0-1 0 0 0,-1-1-1 0 0,0-1 1 0 0,0 0-1 0 0,-1-2 1 0 0,-1 0 0 0 0,0-2-1 0 0,-1 0 1 0 0,0-1-1 0 0,-2 0 1 0 0,0-2 0 0 0,14-18-1 0 0,-16 17 12 0 0,-1 0 0 0 0,-1-1 0 0 0,-1 0-1 0 0,12-30 1 0 0,-19 39-13 0 0,-1 1-1 0 0,0 0 1 0 0,0-1-1 0 0,-1 0 1 0 0,-1 0-1 0 0,0 0 1 0 0,0 0-1 0 0,-1 0 1 0 0,-1 1-1 0 0,0-1 1 0 0,-3-16-1 0 0,-11-24-16 0 0,-1 2-1 0 0,-33-66 1 0 0,24 58 13 0 0,11 22 17 0 0,8 18 1 0 0,-1 0 0 0 0,-1 1 0 0 0,-16-27 0 0 0,22 41-13 0 0,1 0 0 0 0,-1 0 0 0 0,1 0 0 0 0,-1 1 0 0 0,0-1 0 0 0,0 1 0 0 0,1-1 0 0 0,-1 1 0 0 0,0 0 0 0 0,0-1 0 0 0,0 1 0 0 0,-1 0 0 0 0,1 1 0 0 0,0-1 0 0 0,-4-1 0 0 0,2 2 0 0 0,0-1 0 0 0,1 1 0 0 0,-1 0 0 0 0,1 0 0 0 0,-1 0 0 0 0,0 1 0 0 0,1 0 0 0 0,-1-1 0 0 0,-4 3 0 0 0,-6 3 0 0 0,0 0 0 0 0,1 1 0 0 0,0 0 0 0 0,-13 10 0 0 0,14-9 0 0 0,-25 17 0 0 0,-5 4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9:28.2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919 75 1463 0 0,'-7'-5'47'0'0,"5"3"-43"0"0,1 1 1 0 0,-1-1-1 0 0,0 1 1 0 0,-1 0 0 0 0,1-1-1 0 0,0 1 1 0 0,0 0-1 0 0,0 0 1 0 0,-1 0-1 0 0,1 1 1 0 0,-1-1-1 0 0,1 0 1 0 0,0 1-1 0 0,-1 0 1 0 0,1-1-1 0 0,-1 1 1 0 0,-3 1-1 0 0,-5-1-4 0 0,-1 0 0 0 0,1 0 0 0 0,-21-4 0 0 0,-6 0 0 0 0,-4 4 0 0 0,-1 1 0 0 0,0 2 0 0 0,1 1 0 0 0,-1 3 0 0 0,2 2 0 0 0,-1 1 0 0 0,1 2 0 0 0,1 2 0 0 0,0 2 0 0 0,1 1 0 0 0,0 2 0 0 0,2 2 0 0 0,1 1 0 0 0,-60 48 0 0 0,86-61 0 0 0,0 0 0 0 0,0 0 0 0 0,1 1 0 0 0,0 0 0 0 0,1 1 0 0 0,0 0 0 0 0,-8 17 0 0 0,12-21 0 0 0,1 0 0 0 0,1 0 0 0 0,-1 0 0 0 0,1 0 0 0 0,1 0 0 0 0,-1 1 0 0 0,1-1 0 0 0,0 0 0 0 0,1 1 0 0 0,0 0 0 0 0,0-1 0 0 0,0 1 0 0 0,1-1 0 0 0,3 13 0 0 0,6 11-15 0 0,21 46-1 0 0,-18-48 0 0 0,15 52-1 0 0,-20-48 27 0 0,2-1-1 0 0,21 48 0 0 0,-26-69-6 0 0,0-1 0 0 0,1 0-1 0 0,1 0 1 0 0,0 0-1 0 0,0-1 1 0 0,1 0-1 0 0,0 0 1 0 0,0-1-1 0 0,1 0 1 0 0,19 13-1 0 0,-11-11-4 0 0,1 0-1 0 0,0-1 0 0 0,0-1 0 0 0,1-1 0 0 0,0-1 0 0 0,1-1 0 0 0,-1 0 0 0 0,1-1 0 0 0,0-1 0 0 0,23 0 0 0 0,-12-3-2 0 0,0-1 0 0 0,0-2-1 0 0,0-1 1 0 0,0-1 0 0 0,55-18-1 0 0,-42 9 10 0 0,0-3 0 0 0,-1-1 0 0 0,-1-3-1 0 0,42-26 1 0 0,-58 30 1 0 0,0-2 0 0 0,-1-1 0 0 0,-1-1 0 0 0,-1 0 0 0 0,-1-2 0 0 0,37-49 0 0 0,-39 43-1 0 0,-1 0-1 0 0,29-63 1 0 0,-42 78-13 0 0,-1 0-1 0 0,0 0 0 0 0,-1-1 1 0 0,-1 0-1 0 0,0 0 0 0 0,-1 0 1 0 0,-1 0-1 0 0,0 0 0 0 0,-2-22 0 0 0,-1 19 15 0 0,-1 1 0 0 0,-1-1 0 0 0,-1 0-1 0 0,0 1 1 0 0,-1 0 0 0 0,-1 0-1 0 0,0 1 1 0 0,-2 0 0 0 0,0 0-1 0 0,0 1 1 0 0,-2 0 0 0 0,1 0-1 0 0,-2 1 1 0 0,0 1 0 0 0,-1 0 0 0 0,0 1-1 0 0,-1 0 1 0 0,0 1 0 0 0,-1 0-1 0 0,0 2 1 0 0,-1-1 0 0 0,0 2-1 0 0,0 0 1 0 0,-1 1 0 0 0,0 1-1 0 0,0 0 1 0 0,0 1 0 0 0,-30-4-1 0 0,18 7-10 0 0,-1 0-1 0 0,1 2 1 0 0,0 1-1 0 0,-1 1 0 0 0,1 1 1 0 0,0 2-1 0 0,-54 16 0 0 0,62-14 11 0 0,1 1 0 0 0,0 1 0 0 0,0 1-1 0 0,1 1 1 0 0,0 0 0 0 0,1 2 0 0 0,0 0-1 0 0,1 1 1 0 0,1 0 0 0 0,0 1 0 0 0,-17 22-1 0 0,12-11-3 0 0,-26 45 0 0 0,28-36 0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9:43.1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11 3223 0 0,'1'-1'-67'0'0,"1"0"0"0"0,-1 0-1 0 0,1 0 1 0 0,-1 0 0 0 0,1 0-1 0 0,0 0 1 0 0,0 0-1 0 0,-1 0 1 0 0,1 1 0 0 0,0-1-1 0 0,0 1 1 0 0,0 0-1 0 0,0-1 1 0 0,0 1 0 0 0,0 0-1 0 0,0 0 1 0 0,0 0-1 0 0,-1 0 1 0 0,4 1 0 0 0,4 0 40 0 0,-1 0 0 0 0,1 0 0 0 0,9 4-1 0 0,12 5 246 0 0,39 20 0 0 0,9 4 554 0 0,-61-28-574 0 0,-1 1-1 0 0,0 1 0 0 0,24 15 1 0 0,-31-17-118 0 0,-1 0 0 0 0,0 0 1 0 0,-1 1-1 0 0,0 0 0 0 0,0 1 1 0 0,0-1-1 0 0,9 16 0 0 0,-11-15-38 0 0,0 1 0 0 0,0 0 0 0 0,-1 0 0 0 0,0 0 0 0 0,-1 0 0 0 0,0 1-1 0 0,0 0 1 0 0,-1-1 0 0 0,0 1 0 0 0,-1 0 0 0 0,0 0 0 0 0,-1 12-1 0 0,-1-9-41 0 0,0-1 0 0 0,-1 1 0 0 0,0-1 0 0 0,-2 0 0 0 0,1 0 0 0 0,-1 0 0 0 0,-1-1 0 0 0,0 1 0 0 0,0-1 0 0 0,-9 11 0 0 0,-1 2 0 0 0,-2-1 0 0 0,-1-1 0 0 0,-28 26 0 0 0,38-40 91 0 0,1 0-1 0 0,-1 0 1 0 0,2 1-1 0 0,-1 0 1 0 0,-6 12-1 0 0,11-17-55 0 0,0 0 0 0 0,1 0 0 0 0,-1 1 0 0 0,1-1 0 0 0,0 0 0 0 0,0 1-1 0 0,0-1 1 0 0,0 1 0 0 0,1-1 0 0 0,0 1 0 0 0,0-1 0 0 0,0 1 0 0 0,1-1 0 0 0,-1 1 0 0 0,3 6 0 0 0,-1-6-24 0 0,-1 0 0 0 0,1 1 0 0 0,0-1 0 0 0,1-1 0 0 0,-1 1 0 0 0,1 0 0 0 0,0-1 1 0 0,4 6-1 0 0,0-3-2 0 0,0 0 1 0 0,0-1 0 0 0,15 11-1 0 0,-19-16-13 0 0,-1 1-1 0 0,0 0 0 0 0,0 0 1 0 0,0 0-1 0 0,0 0 1 0 0,0 0-1 0 0,0 1 0 0 0,0-1 1 0 0,0 1-1 0 0,-1-1 0 0 0,0 1 1 0 0,1-1-1 0 0,-1 1 0 0 0,1 4 1 0 0,-1-2 5 0 0,0 0-1 0 0,0 0 1 0 0,-1 1 0 0 0,0-1-1 0 0,0 0 1 0 0,0 1 0 0 0,-2 6-1 0 0,-12 69 0 0 0,-40 124 0 0 0,4-43 696 0 0,44-134-439 0 0,1 0 0 0 0,2 1 0 0 0,0-1 0 0 0,3 38 0 0 0,-3 35-166 0 0,-5-30 445 0 0,-33 132 0 0 0,40-199-492 0 0,0 0 0 0 0,0-1 0 0 0,1 1-1 0 0,0 0 1 0 0,-1 0 0 0 0,1-1 0 0 0,1 1-1 0 0,-1 0 1 0 0,1 0 0 0 0,-1-1 0 0 0,1 1 0 0 0,0 0-1 0 0,0-1 1 0 0,0 1 0 0 0,1-1 0 0 0,3 7-1 0 0,-4-7-715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9:43.4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66 4463 0 0,'-1'-5'25'0'0,"-1"0"34"0"0,1 0-1 0 0,0 0 1 0 0,0 1-1 0 0,1-1 1 0 0,-1 0 0 0 0,2-10-1 0 0,0 14-39 0 0,0-1 0 0 0,1 1 1 0 0,-1-1-1 0 0,1 1 0 0 0,-1 0 0 0 0,1 0 0 0 0,0 0 0 0 0,-1 0 0 0 0,1 0 0 0 0,0 0 1 0 0,0 0-1 0 0,0 1 0 0 0,-1-1 0 0 0,1 1 0 0 0,0-1 0 0 0,3 1 0 0 0,-2 0 26 0 0,-1 0-1 0 0,1 1 0 0 0,0 0 0 0 0,0 0 0 0 0,0-1 0 0 0,0 2 1 0 0,-1-1-1 0 0,1 0 0 0 0,-1 0 0 0 0,1 1 0 0 0,-1-1 0 0 0,1 1 0 0 0,-1 0 1 0 0,0 0-1 0 0,0 0 0 0 0,0 0 0 0 0,3 3 0 0 0,4 6 567 0 0,-1 1-1 0 0,10 15 1 0 0,-10-13-391 0 0,-2-3-99 0 0,0 0-1 0 0,-1 0 1 0 0,-1 1 0 0 0,4 14-1 0 0,-5-15-19 0 0,0-1 0 0 0,1 0 0 0 0,0 0 0 0 0,1 0 0 0 0,11 18 0 0 0,-14-25-97 0 0,-1-1 0 0 0,1-1 0 0 0,0 1 0 0 0,0 0-1 0 0,0 0 1 0 0,0-1 0 0 0,0 1 0 0 0,1-1 0 0 0,-1 1 0 0 0,0-1-1 0 0,1 0 1 0 0,-1 0 0 0 0,1 0 0 0 0,4 1 0 0 0,-2-1 10 0 0,-1-1 1 0 0,1 0-1 0 0,-1 1 1 0 0,1-2-1 0 0,-1 1 1 0 0,1 0-1 0 0,-1-1 1 0 0,6-1-1 0 0,0-1 20 0 0,0-1 0 0 0,1 0-1 0 0,-1 0 1 0 0,-1-1 0 0 0,1 0 0 0 0,13-10-1 0 0,3-6 145 0 0,-1 0-1 0 0,-1-1 0 0 0,-1-2 1 0 0,-1 0-1 0 0,21-30 0 0 0,-41 50-128 0 0,0 3-21 0 0,-1-1 1 0 0,0 0 0 0 0,1 1-1 0 0,-1-1 1 0 0,0 0 0 0 0,0 1-1 0 0,-1-1 1 0 0,1 0-1 0 0,0 0 1 0 0,0 0 0 0 0,0-3-1 0 0,-1 5-112 0 0,-1-1-1 0 0,1 1 1 0 0,0 0-1 0 0,-1 0 0 0 0,1-1 1 0 0,0 1-1 0 0,-1 0 1 0 0,1 0-1 0 0,0 0 1 0 0,-1 0-1 0 0,1-1 0 0 0,0 1 1 0 0,-1 0-1 0 0,1 0 1 0 0,-1 0-1 0 0,1 0 1 0 0,0 0-1 0 0,-1 0 0 0 0,1 0 1 0 0,-1 0-1 0 0,1 0 1 0 0,0 0-1 0 0,-1 0 1 0 0,1 0-1 0 0,0 0 0 0 0,-1 1 1 0 0,1-1-1 0 0,-1 0 1 0 0,1 0-1 0 0,0 0 1 0 0,-1 0-1 0 0,1 1 1 0 0,0-1-1 0 0,-1 0 0 0 0,-13 8-3435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9:49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1887 0 0,'9'3'0'0'0,"-3"-1"0"0"0,-3-1 0 0 0,-1 3 0 0 0,-1-3 0 0 0,2 2 0 0 0,4 2 0 0 0,4 6 0 0 0,4 1 0 0 0,1 4 0 0 0,-2-2 0 0 0,1 1 0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9:50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0 1663 0 0,'-4'36'152'0'0,"3"-16"-152"0"0,1-12 0 0 0,1-8 64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01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23 455 0 0,'0'-1'73'0'0,"0"-1"0"0"0,1 1 0 0 0,-1-1 0 0 0,1 0 0 0 0,-1 1 0 0 0,1-1 0 0 0,0 1 0 0 0,1-4 0 0 0,-2 5-66 0 0,0 0-1 0 0,0-1 1 0 0,0 1-1 0 0,1 0 1 0 0,-1 0-1 0 0,0-1 1 0 0,0 1-1 0 0,0 0 1 0 0,0-1-1 0 0,1 1 1 0 0,-1 0-1 0 0,0 0 1 0 0,0-1-1 0 0,1 1 1 0 0,-1 0 0 0 0,0 0-1 0 0,0 0 1 0 0,1-1-1 0 0,-1 1 1 0 0,0 0-1 0 0,1 0 1 0 0,-1 0-1 0 0,0 0 1 0 0,1 0-1 0 0,-1 0 1 0 0,0 0-1 0 0,1-1 1 0 0,-1 1-1 0 0,0 0 1 0 0,1 0 0 0 0,-1 0-1 0 0,0 0 1 0 0,1 0-1 0 0,-1 1 1 0 0,0-1-1 0 0,1 0 1 0 0,-1 0-1 0 0,0 0 1 0 0,1 0-1 0 0,-1 0 1 0 0,0 0-1 0 0,1 0 1 0 0,-1 1-1 0 0,1 3-243 0 0,0-1-1 0 0,7 1 12 0 0,19 7 156 0 0,-14-5 192 0 0,0-1 1 0 0,0 0-1 0 0,24 5 0 0 0,-12-7-63 0 0,-7-1-84 0 0,-1 1-1 0 0,19 5 1 0 0,-31-6 71 0 0,0-1 0 0 0,1 1-1 0 0,-1 1 1 0 0,0-1-1 0 0,0 1 1 0 0,-1 0 0 0 0,1 0-1 0 0,0 0 1 0 0,-1 1 0 0 0,7 7-1 0 0,-4-4 119 0 0,0 0-3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01.4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80 0 1799 0 0,'-24'44'65'0'0,"-14"31"7"0"0,34-66-69 0 0,1 0 1 0 0,0 0-1 0 0,1 0 0 0 0,0 0 1 0 0,1 0-1 0 0,-2 18 0 0 0,4-22-3 0 0,0 1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09.0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22 406 975 0 0,'-9'-7'12'0'0,"8"7"24"0"0,1-1-1 0 0,-1 1 0 0 0,0-1 1 0 0,0 0-1 0 0,0 1 1 0 0,0-1-1 0 0,1 0 0 0 0,-1 1 1 0 0,0-1-1 0 0,1 0 0 0 0,-1 0 1 0 0,0 0-1 0 0,1 0 1 0 0,-1 0-1 0 0,1 0 0 0 0,0 0 1 0 0,-1 0-1 0 0,1 0 0 0 0,0 0 1 0 0,-1-2-1 0 0,1 0 82 0 0,0 0 0 0 0,1 0-1 0 0,-1 0 1 0 0,1-1 0 0 0,-1 1 0 0 0,1 0-1 0 0,0 0 1 0 0,0 0 0 0 0,0 0-1 0 0,1 0 1 0 0,-1 1 0 0 0,4-6 0 0 0,4-4 372 0 0,14-17 1 0 0,-15 20-222 0 0,3-5-127 0 0,1 1-1 0 0,1 0 1 0 0,26-21-1 0 0,-35 31-141 0 0,0 0 0 0 0,1 0-1 0 0,-1 1 1 0 0,1 0 0 0 0,-1-1-1 0 0,1 2 1 0 0,0-1-1 0 0,0 0 1 0 0,0 1 0 0 0,0 0-1 0 0,0 0 1 0 0,0 1 0 0 0,1-1-1 0 0,-1 1 1 0 0,0 0 0 0 0,0 0-1 0 0,0 1 1 0 0,7 1-1 0 0,-10-1 2 0 0,0 0 0 0 0,1 0 0 0 0,-1 0 0 0 0,0 0 0 0 0,0 1 0 0 0,0-1 0 0 0,-1 1 0 0 0,1-1 0 0 0,0 1 0 0 0,-1-1 0 0 0,1 1 0 0 0,-1 0 0 0 0,1 0 0 0 0,-1 0 0 0 0,0 0 0 0 0,0 0 0 0 0,1 0 0 0 0,-2 0 0 0 0,2 4 0 0 0,2 5 0 0 0,-1 0 0 0 0,3 19 0 0 0,-3-16 7 0 0,0 1 0 0 0,0 0 0 0 0,1-1 0 0 0,1 1 0 0 0,7 13 0 0 0,-9-23 8 0 0,-1 0 0 0 0,1 0 0 0 0,1-1 0 0 0,-1 1 0 0 0,1-1 0 0 0,-1 0 0 0 0,1 0 0 0 0,0 0 0 0 0,1-1 0 0 0,-1 1 0 0 0,1-1 0 0 0,-1 0 0 0 0,1 0 0 0 0,0-1 0 0 0,0 0 0 0 0,0 1 0 0 0,6 0 0 0 0,0 0 14 0 0,-1-1-1 0 0,1-1 0 0 0,-1 0 1 0 0,1 0-1 0 0,-1-1 0 0 0,1 0 1 0 0,15-3-1 0 0,72-18 217 0 0,-94 20-239 0 0,24-6 18 0 0,1-1 1 0 0,-2-2-1 0 0,1 0 0 0 0,-1-2 1 0 0,-1-2-1 0 0,44-28 0 0 0,-51 29-16 0 0,0 1 0 0 0,1 0 0 0 0,30-12 0 0 0,-41 20-5 0 0,0 1 0 0 0,1 0 0 0 0,-1 0 0 0 0,1 1 0 0 0,0 0 0 0 0,0 1 0 0 0,0 0 0 0 0,0 1 0 0 0,0-1-1 0 0,13 3 1 0 0,-17 0-12 0 0,1 0 1 0 0,-1 0-1 0 0,0 0 0 0 0,0 1 0 0 0,0 0 0 0 0,9 6 0 0 0,-11-6 15 0 0,1 0 0 0 0,0 0 1 0 0,1-1-1 0 0,-1 1 0 0 0,0-1 0 0 0,1 0 1 0 0,-1-1-1 0 0,1 1 0 0 0,7 0 0 0 0,-2-2-6 0 0,-1 0 0 0 0,0-1-1 0 0,0 0 1 0 0,0-1-1 0 0,0 0 1 0 0,18-7-1 0 0,57-28 22 0 0,-39 15 77 0 0,-23 12-75 0 0,138-58 387 0 0,-129 57-333 0 0,1 1 0 0 0,0 1 0 0 0,37-4-1 0 0,-64 12-73 0 0,-1 1 0 0 0,1 0-1 0 0,-1 0 1 0 0,0 0 0 0 0,1 0-1 0 0,-1 1 1 0 0,1 0 0 0 0,-1 0-1 0 0,0 0 1 0 0,0 1 0 0 0,9 3-1 0 0,-9-2 2 0 0,1 1-1 0 0,-1-1 0 0 0,0 1 0 0 0,0 0 0 0 0,0 0 1 0 0,0 1-1 0 0,-1 0 0 0 0,0-1 0 0 0,5 9 0 0 0,0-1-3 0 0,0 0-1 0 0,1-1 1 0 0,18 18 0 0 0,-25-26 1 0 0,1 0 0 0 0,0 0 1 0 0,0 0-1 0 0,1-1 1 0 0,-1 0-1 0 0,0 0 1 0 0,1 0-1 0 0,-1 0 1 0 0,1 0-1 0 0,0-1 0 0 0,-1 0 1 0 0,1 0-1 0 0,0-1 1 0 0,0 1-1 0 0,6-1 1 0 0,11-2 89 0 0,0-1 0 0 0,0-2 1 0 0,-1 0-1 0 0,25-9 1 0 0,4-1 101 0 0,-25 8-181 0 0,235-57 144 0 0,-212 55-134 0 0,1 3 0 0 0,0 1 0 0 0,71 3 0 0 0,136 31-22 0 0,-227-26 11 0 0,1-1 0 0 0,-1-1 0 0 0,0-1 0 0 0,31-4 0 0 0,116-25 68 0 0,-109 16-69 0 0,39-10-10 0 0,-52 10 0 0 0,85-8 0 0 0,-116 21 8 0 0,1 1-1 0 0,-1 1 0 0 0,0 1 1 0 0,0 1-1 0 0,35 10 0 0 0,-31-6-18 0 0,1-2 0 0 0,0-1 0 0 0,36 2 0 0 0,-37-7 4 0 0,1-1-1 0 0,-1-2 1 0 0,28-6-1 0 0,80-25-22 0 0,-85 20 79 0 0,0 2 1 0 0,72-7-1 0 0,87 20-22 0 0,-77 4-14 0 0,-105-5-13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1.0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4 325 3223 0 0,'0'0'56'0'0,"0"0"-1"0"0,0 0 0 0 0,-1 0 0 0 0,1 0 0 0 0,0 0 0 0 0,0 0 0 0 0,0-1 1 0 0,-1 1-1 0 0,1 0 0 0 0,0 0 0 0 0,0 0 0 0 0,0 0 0 0 0,-1-1 0 0 0,1 1 1 0 0,0 0-1 0 0,0 0 0 0 0,0-1 0 0 0,0 1 0 0 0,0 0 0 0 0,0 0 0 0 0,0-1 1 0 0,-1 1-1 0 0,1 0 0 0 0,0 0 0 0 0,0-1 0 0 0,0 1 0 0 0,0 0 0 0 0,0 0 0 0 0,0-1 1 0 0,0 1-1 0 0,0 0 0 0 0,0 0 0 0 0,0-1 0 0 0,1 1 0 0 0,-1 0 0 0 0,0 0 1 0 0,0-1-1 0 0,0 1 0 0 0,0 0 0 0 0,0-1 0 0 0,3-8 1646 0 0,47-69 3828 0 0,-36 60-5008 0 0,1 0 1 0 0,19-18-1 0 0,-26 28-444 0 0,1 1-1 0 0,0-1 0 0 0,0 1 1 0 0,1 1-1 0 0,-1 0 0 0 0,1 0 1 0 0,1 1-1 0 0,-1 0 0 0 0,1 1 1 0 0,0 0-1 0 0,0 1 0 0 0,0 0 1 0 0,0 0-1 0 0,14 0 0 0 0,-23 3-45 0 0,0 0 0 0 0,0 0 0 0 0,0 0 0 0 0,0 0 0 0 0,0 0 0 0 0,0 1 0 0 0,0-1 0 0 0,0 1 0 0 0,-1-1 0 0 0,1 1 0 0 0,0 0 0 0 0,0-1 0 0 0,0 1 0 0 0,-1 0 0 0 0,1 0 0 0 0,0 1 0 0 0,-1-1 0 0 0,3 3 0 0 0,-1-2-4 0 0,-1 1 0 0 0,0 0 0 0 0,-1 0 0 0 0,1 0 0 0 0,0 0 0 0 0,-1 0 0 0 0,0 0 0 0 0,1 1 0 0 0,-1-1 0 0 0,0 4-1 0 0,1 5 10 0 0,0 0-1 0 0,-2 0 0 0 0,1 0 0 0 0,-1 0 0 0 0,-2 13 0 0 0,-1-3-6 0 0,0 0 0 0 0,-2-1 1 0 0,0 1-1 0 0,-1-1 0 0 0,-1 0 0 0 0,-2-1 0 0 0,0 0 0 0 0,0 0 0 0 0,-2-1 0 0 0,-15 22 0 0 0,13-25-29 0 0,-11 17 0 0 0,-38 67 0 0 0,52-76 0 0 0,9-22 0 0 0,1-1 0 0 0,-1 1 0 0 0,1 0 0 0 0,-1-1 0 0 0,1 1 0 0 0,0 0 0 0 0,0 0 0 0 0,0-1 0 0 0,0 1 0 0 0,0 0 0 0 0,0 0 0 0 0,1 2 0 0 0,0-4 0 0 0,-1 1 0 0 0,0-1 0 0 0,1 0 1 0 0,-1 1-1 0 0,0-1 0 0 0,1 0 0 0 0,-1 0 0 0 0,1 1 0 0 0,-1-1 0 0 0,0 0 0 0 0,1 0 0 0 0,-1 0 0 0 0,1 0 0 0 0,-1 0 1 0 0,0 0-1 0 0,1 1 0 0 0,-1-1 0 0 0,1 0 0 0 0,-1 0 0 0 0,1 0 0 0 0,-1 0 0 0 0,1-1 0 0 0,-1 1 0 0 0,0 0 0 0 0,1 0 0 0 0,-1 0 1 0 0,1 0-1 0 0,-1 0 0 0 0,0 0 0 0 0,1-1 0 0 0,-1 1 0 0 0,1 0 0 0 0,-1 0 0 0 0,0-1 0 0 0,1 1 0 0 0,15-10-14 0 0,-16 10 13 0 0,18-14-12 0 0,-1-1 0 0 0,-1 0-1 0 0,-1 0 1 0 0,26-35 0 0 0,45-79 29 0 0,-69 102-15 0 0,202-304 780 0 0,-217 328-765 0 0,0 0-4 0 0,0 0-1 0 0,0 1 1 0 0,0-1-1 0 0,-1 0 0 0 0,1 0 1 0 0,-1 0-1 0 0,0-1 1 0 0,0 1-1 0 0,0 0 1 0 0,0 0-1 0 0,0-1 0 0 0,-1 1 1 0 0,1-5-1 0 0,-1 7-11 0 0,0 1 0 0 0,0 0 0 0 0,-1 0 0 0 0,1-1 0 0 0,0 1 0 0 0,0 0 0 0 0,0-1 0 0 0,-1 1 0 0 0,1 0 0 0 0,0 0 0 0 0,0-1 0 0 0,-1 1 0 0 0,1 0 0 0 0,0 0 0 0 0,-1-1 0 0 0,1 1 0 0 0,0 0 0 0 0,-1 0 0 0 0,1 0 0 0 0,0 0 0 0 0,-1 0 0 0 0,1 0 0 0 0,0 0 0 0 0,-1-1 0 0 0,1 1 0 0 0,0 0 0 0 0,-1 0 0 0 0,1 0 0 0 0,0 0 0 0 0,-1 0 0 0 0,1 1 0 0 0,-1-1 0 0 0,1 0 0 0 0,0 0 0 0 0,-1 0 0 0 0,1 0 0 0 0,0 0 0 0 0,-1 0 0 0 0,1 0 0 0 0,0 1 0 0 0,0-1 0 0 0,-1 0 0 0 0,1 0 0 0 0,0 1 0 0 0,-1-1 0 0 0,-15 11 0 0 0,5 0 0 0 0,1 0 0 0 0,0 1 0 0 0,0 1 0 0 0,1-1 0 0 0,-14 29 0 0 0,5-11 0 0 0,-17 26 81 0 0,3 1 0 0 0,-37 93 0 0 0,65-140-42 0 0,1 0 0 0 0,1 0 1 0 0,-1 1-1 0 0,2-1 0 0 0,-1 0 0 0 0,2 1 0 0 0,-1-1 1 0 0,1 1-1 0 0,2 14 0 0 0,-1-22-32 0 0,-1 1 0 0 0,1-1 1 0 0,0 1-1 0 0,0-1 0 0 0,0 0 0 0 0,0 0 0 0 0,1 1 0 0 0,-1-1 1 0 0,1 0-1 0 0,0 0 0 0 0,0-1 0 0 0,0 1 0 0 0,0 0 0 0 0,0 0 0 0 0,1-1 1 0 0,-1 0-1 0 0,1 1 0 0 0,0-1 0 0 0,-1 0 0 0 0,1 0 0 0 0,0 0 1 0 0,0-1-1 0 0,0 1 0 0 0,1-1 0 0 0,-1 0 0 0 0,0 0 0 0 0,0 0 1 0 0,1 0-1 0 0,-1 0 0 0 0,1-1 0 0 0,5 1 0 0 0,3-2-106 0 0,0 0 0 0 0,1 0 1 0 0,-1-1-1 0 0,0-1 0 0 0,13-5 0 0 0,-13 4-1345 0 0,-3-2-4535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1.2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6 219 5063 0 0,'-1'-1'35'0'0,"1"1"0"0"0,-1-1-1 0 0,1 1 1 0 0,0-1-1 0 0,-1 1 1 0 0,1-1 0 0 0,-1 1-1 0 0,1-1 1 0 0,0 1 0 0 0,0-1-1 0 0,-1 1 1 0 0,1-1-1 0 0,0 0 1 0 0,0 1 0 0 0,0-1-1 0 0,-1 0 1 0 0,1 1-1 0 0,0-1 1 0 0,0 0 0 0 0,0 1-1 0 0,0-1 1 0 0,0 0 0 0 0,0 1-1 0 0,1-1 1 0 0,-1 0-1 0 0,0 1 1 0 0,0-1 0 0 0,0 1-1 0 0,1-1 1 0 0,-1 0-1 0 0,0 1 1 0 0,1-1 0 0 0,-1 1-1 0 0,0-1 1 0 0,1 1-1 0 0,-1-1 1 0 0,1 1 0 0 0,-1-1-1 0 0,0 1 1 0 0,1-1 0 0 0,0 0-1 0 0,4-2 341 0 0,0 0 1 0 0,0-1-1 0 0,0 2 0 0 0,6-4 0 0 0,-3 2 18 0 0,34-16 1847 0 0,0 1-1 0 0,81-23 1 0 0,95-11 1403 0 0,-157 40-3680 0 0,-43 9-69 0 0,-6 2-212 0 0,0-1 0 0 0,0 0 0 0 0,20-9 0 0 0,-30 11-1420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1.7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95 130 3223 0 0,'4'-60'2139'0'0,"6"2"4057"0"0,-9 46-2240 0 0,-8 26-1853 0 0,1 1-1831 0 0,-4 7 81 0 0,1 0 1 0 0,1 1-1 0 0,1 0 1 0 0,1 1-1 0 0,-3 26 1 0 0,2-14-169 0 0,-12 38 1 0 0,13-58-153 0 0,-7 24 79 0 0,12-38-99 0 0,1 0 0 0 0,0 0 0 0 0,-1 0 0 0 0,1 0 0 0 0,0 0 0 0 0,0 0-1 0 0,0 0 1 0 0,0 0 0 0 0,0 0 0 0 0,1 0 0 0 0,-1 0 0 0 0,1 0 0 0 0,-1 0 0 0 0,1 0 0 0 0,1 4 0 0 0,-1-6-13 0 0,-1 0 0 0 0,0 0 1 0 0,0 0-1 0 0,0 1 1 0 0,0-1-1 0 0,0 0 1 0 0,0 0-1 0 0,1 0 1 0 0,-1 0-1 0 0,0 0 1 0 0,0 0-1 0 0,0 0 1 0 0,0 0-1 0 0,1 1 1 0 0,-1-1-1 0 0,0 0 1 0 0,0 0-1 0 0,0 0 1 0 0,0 0-1 0 0,1 0 1 0 0,-1 0-1 0 0,0 0 1 0 0,0 0-1 0 0,0 0 1 0 0,1 0-1 0 0,-1 0 1 0 0,0 0-1 0 0,0 0 1 0 0,0 0-1 0 0,0 0 1 0 0,1-1-1 0 0,-1 1 1 0 0,0 0-1 0 0,0 0 1 0 0,0 0-1 0 0,0 0 1 0 0,1 0-1 0 0,-1 0 0 0 0,0 0 1 0 0,0 0-1 0 0,0-1 1 0 0,0 1-1 0 0,0 0 1 0 0,1 0-1 0 0,-1 0 1 0 0,0 0-1 0 0,0-1 1 0 0,0 1-1 0 0,0 0 1 0 0,0 0-1 0 0,0 0 1 0 0,0 0-1 0 0,0-1 1 0 0,0 1-1 0 0,0 0 1 0 0,0 0-1 0 0,0 0 1 0 0,0 0-1 0 0,0-1 1 0 0,3-11-1958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2.4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42 4607 0 0,'-5'-5'2477'0'0,"6"5"-2214"0"0,-1-1 0 0 0,0 1 0 0 0,0 0 0 0 0,1-1 0 0 0,-1 1 0 0 0,0 0 0 0 0,1-1 0 0 0,-1 1 0 0 0,0 0 1 0 0,1-1-1 0 0,-1 1 0 0 0,0 0 0 0 0,1 0 0 0 0,-1-1 0 0 0,1 1 0 0 0,-1 0 0 0 0,1 0 0 0 0,-1 0 0 0 0,0-1 1 0 0,1 1-1 0 0,-1 0 0 0 0,1 0 0 0 0,0 0 0 0 0,25-8 278 0 0,1 1-1 0 0,0 2 1 0 0,0 0 0 0 0,0 2-1 0 0,44 0 1 0 0,-68 3-790 0 0,0 1 0 0 0,0-1-1 0 0,0 1 1 0 0,0-1 0 0 0,0 1 0 0 0,4 1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2.6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69 6911 0 0,'-6'-1'551'0'0,"11"-1"66"0"0,22-4 878 0 0,-3 1 388 0 0,27-10 859 0 0,23-6-128 0 0,-23 7-6893 0 0,-33 9-1096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3.2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17 272 5063 0 0,'-4'-7'203'0'0,"2"6"-165"0"0,1-1 1 0 0,0 1 0 0 0,0-1 0 0 0,0 0 0 0 0,0 1-1 0 0,0-1 1 0 0,0 0 0 0 0,0 0 0 0 0,1 1-1 0 0,-1-1 1 0 0,0 0 0 0 0,1 0 0 0 0,0 0-1 0 0,-1 0 1 0 0,1 0 0 0 0,0 0 0 0 0,0-3-1 0 0,2-4 493 0 0,0 0-1 0 0,1 1 0 0 0,-1-1 0 0 0,2 1 1 0 0,-1-1-1 0 0,1 1 0 0 0,0 0 0 0 0,1 1 1 0 0,0-1-1 0 0,0 1 0 0 0,1 0 0 0 0,10-10 1 0 0,-8 10-173 0 0,1 0 1 0 0,-1 1 0 0 0,2 1 0 0 0,-1 0 0 0 0,0 0-1 0 0,1 0 1 0 0,17-4 0 0 0,-7 3 113 0 0,1 1-1 0 0,38-4 1 0 0,-54 9-429 0 0,0 0 0 0 0,0-1 0 0 0,0 2 0 0 0,0-1 0 0 0,0 0-1 0 0,0 1 1 0 0,0 0 0 0 0,0 0 0 0 0,-1 1 0 0 0,1-1 0 0 0,0 1 0 0 0,-1 0 0 0 0,8 4 0 0 0,-9-4-24 0 0,0 1 1 0 0,-1-1-1 0 0,1 0 0 0 0,-1 1 0 0 0,1-1 1 0 0,-1 1-1 0 0,0 0 0 0 0,0 0 1 0 0,-1 0-1 0 0,1 0 0 0 0,0 0 1 0 0,-1 0-1 0 0,0 0 0 0 0,0 1 1 0 0,0-1-1 0 0,0 0 0 0 0,0 1 1 0 0,-1-1-1 0 0,1 1 0 0 0,-1 4 1 0 0,-1 6 0 0 0,0 0 1 0 0,0-1-1 0 0,-1 1 1 0 0,-1 0-1 0 0,0-1 1 0 0,-1 1-1 0 0,-1-1 1 0 0,0 0-1 0 0,-1-1 1 0 0,-10 18-1 0 0,-10 12 39 0 0,-48 59-1 0 0,62-85-46 0 0,-19 22 29 0 0,14-18 1 0 0,-19 29 1 0 0,33-41-33 0 0,7-10-7 0 0,11-10-6 0 0,14-19-35 0 0,-2-1 1 0 0,25-37-1 0 0,42-77-175 0 0,3-5 91 0 0,-9 27 876 0 0,-88 124-745 0 0,0 0 1 0 0,0 0 0 0 0,0 0-1 0 0,0 0 1 0 0,0 0 0 0 0,0 0 0 0 0,0 0-1 0 0,0 0 1 0 0,0 0 0 0 0,0 0-1 0 0,0 0 1 0 0,0 0 0 0 0,0 0 0 0 0,0 0-1 0 0,0 0 1 0 0,0 0 0 0 0,0 0-1 0 0,0 0 1 0 0,0 0 0 0 0,0 0 0 0 0,0 0-1 0 0,-1 0 1 0 0,1 0 0 0 0,0 0-1 0 0,0 0 1 0 0,0 0 0 0 0,0 0-1 0 0,0 0 1 0 0,0 0 0 0 0,0 0 0 0 0,0 0-1 0 0,0 0 1 0 0,0 0 0 0 0,0 0-1 0 0,0 0 1 0 0,-5 4 76 0 0,-8 8-35 0 0,-15 24-23 0 0,1 2-1 0 0,-30 57 1 0 0,46-76 0 0 0,2 1 0 0 0,1 1 0 0 0,0-1 0 0 0,1 1 0 0 0,2 1 0 0 0,0-1 0 0 0,-2 28 0 0 0,6-43-26 0 0,1-1 1 0 0,1 1 0 0 0,-1-1-1 0 0,1 1 1 0 0,0-1-1 0 0,0 0 1 0 0,0 1 0 0 0,1-1-1 0 0,0 0 1 0 0,0 0-1 0 0,0 0 1 0 0,1 0 0 0 0,0 0-1 0 0,0-1 1 0 0,0 1-1 0 0,0-1 1 0 0,1 0 0 0 0,-1 0-1 0 0,1 0 1 0 0,0 0-1 0 0,0 0 1 0 0,1-1 0 0 0,-1 0-1 0 0,1 0 1 0 0,0 0-1 0 0,0-1 1 0 0,0 1 0 0 0,0-1-1 0 0,0 0 1 0 0,0-1-1 0 0,0 1 1 0 0,1-1 0 0 0,-1 0-1 0 0,1-1 1 0 0,-1 1-1 0 0,0-1 1 0 0,1 0 0 0 0,-1 0-1 0 0,9-2 1 0 0,-6 1-167 0 0,1 0 0 0 0,-1-1 0 0 0,0 0 0 0 0,0-1 0 0 0,0 0 0 0 0,0 0 0 0 0,10-7 0 0 0,-6 3-959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3.5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4 183 6447 0 0,'0'0'26'0'0,"-1"-1"0"0"0,1 1-1 0 0,0 0 1 0 0,-1-1 0 0 0,1 1 0 0 0,0 0-1 0 0,0-1 1 0 0,-1 1 0 0 0,1 0-1 0 0,0-1 1 0 0,0 1 0 0 0,0-1-1 0 0,0 1 1 0 0,-1-1 0 0 0,1 1-1 0 0,0 0 1 0 0,0-1 0 0 0,0 1-1 0 0,0-1 1 0 0,0 1 0 0 0,0-1 0 0 0,0 1-1 0 0,0-1 1 0 0,0 1 0 0 0,0-1-1 0 0,1 1 1 0 0,-1-1 0 0 0,1 0 80 0 0,-1 0 0 0 0,1 0 0 0 0,0 0 0 0 0,-1 0 0 0 0,1 0 0 0 0,0 0 0 0 0,0 0 0 0 0,0 0 0 0 0,0 0 0 0 0,1 0 0 0 0,32-16 2379 0 0,-26 14-1976 0 0,115-45 6330 0 0,69-7-3399 0 0,-158 46-3120 0 0,-18 4-201 0 0,63-13 148 0 0,-69 16-254 0 0,-1 1-1 0 0,1 0 0 0 0,-1 0 1 0 0,1 1-1 0 0,-1 1 1 0 0,12 1-1 0 0,-21-2-28 0 0,0 0 1 0 0,1 0-1 0 0,-1 0 1 0 0,0 0-1 0 0,0 0 0 0 0,0 0 1 0 0,0 0-1 0 0,0 0 0 0 0,0 0 1 0 0,0 0-1 0 0,0 0 0 0 0,0 0 1 0 0,1 0-1 0 0,-1 0 0 0 0,0 0 1 0 0,0 0-1 0 0,0 0 0 0 0,0 0 1 0 0,0 0-1 0 0,0 0 0 0 0,0 0 1 0 0,0 1-1 0 0,0-1 0 0 0,0 0 1 0 0,0 0-1 0 0,1 0 0 0 0,-1 0 1 0 0,0 0-1 0 0,0 0 0 0 0,0 0 1 0 0,0 0-1 0 0,0 0 0 0 0,0 0 1 0 0,0 0-1 0 0,0 0 0 0 0,0 1 1 0 0,0-1-1 0 0,0 0 0 0 0,0 0 1 0 0,0 0-1 0 0,0 0 0 0 0,0 0 1 0 0,0 0-1 0 0,0 0 0 0 0,0 0 1 0 0,0 0-1 0 0,0 1 0 0 0,0-1 1 0 0,0 0-1 0 0,0 0 1 0 0,0 0-1 0 0,0 0 0 0 0,0 0 1 0 0,0 0-1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5.6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104 95 7831 0 0,'5'-13'1226'0'0,"-1"0"1"0"0,0-1-1 0 0,-1 1 0 0 0,3-26 0 0 0,-6 36 46 0 0,-1 4-361 0 0,-3 6 107 0 0,-2 13-239 0 0,-38 156 147 0 0,-22 125 613 0 0,65-295-1647 0 0,0-4-26 0 0,0 0 0 0 0,1 0-1 0 0,0 0 1 0 0,-1 0 0 0 0,1 1 0 0 0,0-1 0 0 0,0 0 0 0 0,0 0 0 0 0,1 2 0 0 0,-3-5-1129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5.9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1 122 5527 0 0,'0'-2'247'0'0,"1"-1"-1"0"0,0 1 1 0 0,0 0 0 0 0,0 0-1 0 0,0 0 1 0 0,1 0-1 0 0,-1-1 1 0 0,0 2-1 0 0,1-1 1 0 0,0 0-1 0 0,-1 0 1 0 0,1 0-1 0 0,0 1 1 0 0,0-1-1 0 0,0 1 1 0 0,0 0-1 0 0,0-1 1 0 0,0 1-1 0 0,4-2 1 0 0,14-6 1408 0 0,0 1 0 0 0,0 0 1 0 0,1 1-1 0 0,39-7 0 0 0,90-5 812 0 0,-66 10-1997 0 0,-59 6-347 0 0,-9 0-92 0 0,23 0-1 0 0,-39 3-30 0 0,0 0 0 0 0,0 0 0 0 0,0 0 0 0 0,0 0 0 0 0,0-1 0 0 0,0 1 0 0 0,1 0 0 0 0,-1 0 0 0 0,0 0 0 0 0,0 0 0 0 0,0 0 0 0 0,0 0 0 0 0,0 0 0 0 0,1 0 0 0 0,-1 0 0 0 0,0 0 0 0 0,0 0 0 0 0,0 0 0 0 0,0 0 0 0 0,0 0 0 0 0,0 0 0 0 0,1 1 0 0 0,-1-1 0 0 0,0 0 0 0 0,0 0 0 0 0,0 0 0 0 0,0 0 0 0 0,0 0 0 0 0,0 0 0 0 0,1 0 0 0 0,-1 0 0 0 0,0 0 0 0 0,0 0 0 0 0,0 1 0 0 0,0-1 0 0 0,0 0 0 0 0,0 0 0 0 0,0 0 0 0 0,0 0 0 0 0,0 0 0 0 0,0 0 0 0 0,0 0 0 0 0,0 1 0 0 0,0-1 0 0 0,0 0 0 0 0,1 0 0 0 0,-1 0 0 0 0,0 0 0 0 0,0 0 0 0 0,0 1 0 0 0,0-1 0 0 0,0 0 0 0 0,-1 0 0 0 0,-6 8 0 0 0,-12 4 0 0 0,5-4-585 0 0,5-3-70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7.9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14 488 2303 0 0,'-1'0'167'0'0,"-2"2"127"0"0,-4 0 292 0 0,7-2-512 0 0,0 0-1 0 0,0 0 0 0 0,0 0 0 0 0,0 0 0 0 0,0 0 0 0 0,0 0 1 0 0,-1 0-1 0 0,1 0 0 0 0,0 0 0 0 0,0 0 0 0 0,0 0 0 0 0,0 0 1 0 0,0 0-1 0 0,0 0 0 0 0,0 0 0 0 0,0 0 0 0 0,0 0 0 0 0,0 0 0 0 0,0 0 1 0 0,-1 0-1 0 0,1 0 0 0 0,0 0 0 0 0,0 0 0 0 0,0 0 0 0 0,0 0 147 0 0,0 0-147 0 0,0-1 0 0 0,0 1 0 0 0,0 0 1 0 0,0 0-1 0 0,0 0 0 0 0,0 0 0 0 0,0 0 0 0 0,0 0 0 0 0,0 0 0 0 0,0 0 1 0 0,0 0-1 0 0,0 0 0 0 0,0 0 0 0 0,0 0 0 0 0,0-1 0 0 0,0 1 1 0 0,0 0-1 0 0,0 0 0 0 0,0 0 0 0 0,0 0 0 0 0,0 0 0 0 0,0 0 0 0 0,0 0 1 0 0,0 0-1 0 0,0 0 0 0 0,0 0 0 0 0,0-1 0 0 0,0 1 0 0 0,0 0 1 0 0,0 0-1 0 0,0 0 0 0 0,0 0 0 0 0,0 0 0 0 0,0 0 0 0 0,20-44 1951 0 0,-13 32-1340 0 0,0-2-1 0 0,-2 1 0 0 0,0 0 0 0 0,5-21 0 0 0,-7 15 191 0 0,-1-1 1 0 0,0 0-1 0 0,-3-28 0 0 0,-10-58 1472 0 0,0-2-1565 0 0,10 106-781 0 0,1 0 0 0 0,0 0 0 0 0,0 0 0 0 0,0-1 0 0 0,1 1 0 0 0,-1 0 0 0 0,0 0 0 0 0,1 0 0 0 0,-1-1 0 0 0,1 1 0 0 0,2-3 0 0 0,-3 4 0 0 0,1 0 0 0 0,0 0 0 0 0,-1 1 0 0 0,1-1 0 0 0,0 1 0 0 0,0-1 0 0 0,0 0 0 0 0,0 1 0 0 0,-1 0 0 0 0,1-1 0 0 0,0 1 0 0 0,0-1 0 0 0,0 1 0 0 0,0 0 0 0 0,0 0 0 0 0,0 0 0 0 0,0-1 0 0 0,0 1 0 0 0,0 0 0 0 0,0 0 0 0 0,0 0 0 0 0,0 1 0 0 0,0-1 0 0 0,0 0 0 0 0,0 0 0 0 0,0 0 0 0 0,0 1 0 0 0,2 0 0 0 0,13 5-21 0 0,-1 2 0 0 0,1 0 0 0 0,-1 0 0 0 0,0 1 0 0 0,17 14 0 0 0,-27-19 11 0 0,8 6 8 0 0,0 0-1 0 0,0 0 1 0 0,-1 1-1 0 0,20 24 0 0 0,-29-31-9 0 0,0 0-1 0 0,0 0 1 0 0,0 0 0 0 0,-1 1-1 0 0,0-1 1 0 0,0 1-1 0 0,0-1 1 0 0,-1 1-1 0 0,1 0 1 0 0,-1 0-1 0 0,0 0 1 0 0,0 0-1 0 0,-1 0 1 0 0,1 0-1 0 0,-1 0 1 0 0,0 0-1 0 0,-1 0 1 0 0,1 0-1 0 0,-1-1 1 0 0,-2 8 0 0 0,-2 2-118 0 0,-1 0 0 0 0,0-1 0 0 0,-11 17 0 0 0,11-19 106 0 0,-1 1 1 0 0,1-1 0 0 0,1 1 0 0 0,0 0 0 0 0,-3 14 0 0 0,8-25-60 0 0,-1 1 0 0 0,1 0 0 0 0,0-1 0 0 0,0 1-1 0 0,-1 0 1 0 0,1-1 0 0 0,0 1 0 0 0,0 0 0 0 0,1-1 0 0 0,-1 1 0 0 0,0 0 0 0 0,0-1 0 0 0,1 1 0 0 0,-1 0 0 0 0,1-1 0 0 0,0 1-1 0 0,-1-1 1 0 0,3 4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8.6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228 176 8287 0 0,'4'-9'161'0'0,"0"0"0"0"0,0 0 0 0 0,0 0 0 0 0,-2 0 0 0 0,1-1 0 0 0,-1 1 0 0 0,1-11 0 0 0,-2 16 42 0 0,-1 0-1 0 0,0 1 1 0 0,0-1 0 0 0,0 0-1 0 0,0 0 1 0 0,-1 1-1 0 0,1-1 1 0 0,-1 0-1 0 0,0 1 1 0 0,0-1-1 0 0,0 1 1 0 0,-1-1-1 0 0,1 1 1 0 0,-1-1 0 0 0,0 1-1 0 0,0 0 1 0 0,0 0-1 0 0,0 0 1 0 0,0 0-1 0 0,-1 0 1 0 0,-3-3-1 0 0,4 5-6 0 0,0-1 0 0 0,0 1 0 0 0,-1 0 0 0 0,1 0 0 0 0,0 0-1 0 0,0 0 1 0 0,-1 0 0 0 0,1 0 0 0 0,-1 0 0 0 0,1 1 0 0 0,0-1 0 0 0,-1 1 0 0 0,1 0-1 0 0,-1 0 1 0 0,-3 0 0 0 0,1 1-31 0 0,0-1-1 0 0,1 1 1 0 0,0 1 0 0 0,-1-1-1 0 0,1 1 1 0 0,0-1 0 0 0,0 1-1 0 0,-5 3 1 0 0,-1 2-25 0 0,0 0 0 0 0,0 0-1 0 0,1 1 1 0 0,0 1 0 0 0,-12 13 0 0 0,10-9-64 0 0,1 1 1 0 0,0 0-1 0 0,-14 28 1 0 0,21-37-61 0 0,1 1 1 0 0,-1-1-1 0 0,1 1 1 0 0,1 0-1 0 0,-1-1 1 0 0,1 1-1 0 0,0 0 1 0 0,0 0-1 0 0,1 0 1 0 0,0 0-1 0 0,0 0 1 0 0,0 0-1 0 0,1 0 1 0 0,2 10-1 0 0,-3-13-16 0 0,1-1 0 0 0,0 1-1 0 0,0-1 1 0 0,0 1 0 0 0,1-1-1 0 0,-1 0 1 0 0,0 0 0 0 0,1 0-1 0 0,0 1 1 0 0,-1-1 0 0 0,1-1-1 0 0,0 1 1 0 0,0 0 0 0 0,0 0-1 0 0,0-1 1 0 0,0 1 0 0 0,4 1-1 0 0,-2-1 0 0 0,0-1-1 0 0,-1 0 1 0 0,1 0 0 0 0,0 0-1 0 0,0 0 1 0 0,0-1 0 0 0,0 1-1 0 0,0-1 1 0 0,0 0 0 0 0,7-1-1 0 0,-3 0-1 0 0,1-1-1 0 0,-1 0 1 0 0,0 0-1 0 0,0-1 0 0 0,0 0 1 0 0,0 0-1 0 0,-1 0 1 0 0,1-1-1 0 0,-1-1 1 0 0,10-7-1 0 0,-10 6-17 0 0,0-1 0 0 0,-1 1 0 0 0,0-1 0 0 0,0 0 0 0 0,0-1 0 0 0,-1 0 0 0 0,-1 1 0 0 0,1-2 0 0 0,-1 1 0 0 0,0 0 0 0 0,-1-1 0 0 0,0 0 0 0 0,-1 1 0 0 0,1-1 0 0 0,-2-1 0 0 0,1 1 0 0 0,-1 0 0 0 0,-1 0 0 0 0,0-12 0 0 0,0 20 22 0 0,0 1-1 0 0,0 0 0 0 0,0-1 0 0 0,0 1 1 0 0,0 0-1 0 0,0-1 0 0 0,0 1 1 0 0,0 0-1 0 0,0-1 0 0 0,0 1 1 0 0,0 0-1 0 0,0-1 0 0 0,0 1 1 0 0,0 0-1 0 0,-1 0 0 0 0,1-1 0 0 0,0 1 1 0 0,0 0-1 0 0,0 0 0 0 0,0-1 1 0 0,-1 1-1 0 0,1 0 0 0 0,0 0 1 0 0,0-1-1 0 0,-1 1 0 0 0,1 0 1 0 0,-1 0-1 0 0,-4 5 21 0 0,-3 15 24 0 0,4-8 51 0 0,1 1 0 0 0,1 0-1 0 0,0 0 1 0 0,-1 25 0 0 0,3-33-84 0 0,0 1 0 0 0,0-1 0 0 0,1 0 0 0 0,0 0 0 0 0,0 0 0 0 0,0 0 0 0 0,0 0 0 0 0,1 0 1 0 0,0 0-1 0 0,0 0 0 0 0,0-1 0 0 0,0 1 0 0 0,1-1 0 0 0,0 1 0 0 0,4 5 0 0 0,-5-8-9 0 0,0-1 0 0 0,0 1 0 0 0,1 0 0 0 0,-1 0 0 0 0,0-1 0 0 0,1 1 0 0 0,-1-1-1 0 0,1 0 1 0 0,-1 0 0 0 0,1 0 0 0 0,0 0 0 0 0,-1 0 0 0 0,1 0 0 0 0,0-1 0 0 0,0 0 0 0 0,3 1 0 0 0,-1-1-2 0 0,-1-1 0 0 0,0 1-1 0 0,0-1 1 0 0,1 0 0 0 0,-1 0 0 0 0,0 0 0 0 0,0-1-1 0 0,0 0 1 0 0,7-4 0 0 0,-2 1-2 0 0,0-2 1 0 0,0 0-1 0 0,-1 0 1 0 0,0 0-1 0 0,0-1 0 0 0,-1 0 1 0 0,11-15-1 0 0,20-42 25 0 0,-26 43-11 0 0,1 1 1 0 0,20-26-1 0 0,-33 46-12 0 0,1 0-1 0 0,0 1 1 0 0,-1-1 0 0 0,1 0-1 0 0,-1 0 1 0 0,1 1-1 0 0,0-1 1 0 0,0 1 0 0 0,-1-1-1 0 0,1 0 1 0 0,0 1 0 0 0,0-1-1 0 0,0 1 1 0 0,-1 0-1 0 0,1-1 1 0 0,0 1 0 0 0,0 0-1 0 0,0-1 1 0 0,0 1-1 0 0,0 0 1 0 0,0 0 0 0 0,0 0-1 0 0,0 0 1 0 0,1 0 0 0 0,-1 0 1 0 0,0 1 0 0 0,0 0 0 0 0,0-1 0 0 0,0 1 0 0 0,0-1 0 0 0,0 1 0 0 0,0 0 0 0 0,0 0 0 0 0,0 0 0 0 0,0 0 0 0 0,-1-1 0 0 0,1 1 1 0 0,0 0-1 0 0,-1 0 0 0 0,1 0 0 0 0,0 2 0 0 0,2 3 9 0 0,-1 0 0 0 0,1 1 0 0 0,-1-1 0 0 0,-1 1 0 0 0,2 10 1 0 0,-2 2-11 0 0,-2 0 0 0 0,0 0 1 0 0,0 0-1 0 0,-2 0 0 0 0,-1 0 1 0 0,0 0-1 0 0,-12 32 0 0 0,16-51-1 0 0,-1 1 0 0 0,1-1 0 0 0,0 0 0 0 0,0 0 0 0 0,0 0 0 0 0,0 1 0 0 0,-1-1 0 0 0,1 0 0 0 0,0 0 0 0 0,0 0 0 0 0,0 1 0 0 0,0-1 0 0 0,0 0 0 0 0,0 0 0 0 0,0 1 0 0 0,0-1 0 0 0,0 0 0 0 0,0 0 0 0 0,0 1 0 0 0,0-1 0 0 0,0 0 0 0 0,0 0 0 0 0,0 1 0 0 0,0-1 0 0 0,0 0 0 0 0,0 0 0 0 0,0 0 0 0 0,0 1 0 0 0,0-1 0 0 0,0 0 0 0 0,0 0 0 0 0,0 1 0 0 0,1-1 0 0 0,-1 0 0 0 0,0 0 0 0 0,0 0 0 0 0,0 1 0 0 0,0-1 0 0 0,1 0 0 0 0,8-6 0 0 0,11-16 0 0 0,63-96 83 0 0,3-4 78 0 0,-85 121-129 0 0,-1 0-1 0 0,1 0 1 0 0,0 0 0 0 0,0 0-1 0 0,0 0 1 0 0,0 0-1 0 0,1 0 1 0 0,-1 0 0 0 0,0 1-1 0 0,3-2 1 0 0,-4 2-25 0 0,0 0 1 0 0,0 0 0 0 0,0 0-1 0 0,0 0 1 0 0,0 0-1 0 0,1 0 1 0 0,-1 0 0 0 0,0 0-1 0 0,0 0 1 0 0,0 0-1 0 0,0 0 1 0 0,0 0 0 0 0,0 0-1 0 0,1 0 1 0 0,-1 0-1 0 0,0 0 1 0 0,0 0 0 0 0,0 0-1 0 0,0 0 1 0 0,0 0-1 0 0,0 0 1 0 0,1 0 0 0 0,-1 0-1 0 0,0 0 1 0 0,0 1 0 0 0,0-1-1 0 0,0 0 1 0 0,0 0-1 0 0,0 0 1 0 0,0 0 0 0 0,0 0-1 0 0,0 0 1 0 0,1 0-1 0 0,-1 1 1 0 0,0-1 0 0 0,0 0-1 0 0,-1 12 208 0 0,-5 8-118 0 0,-10 24-1 0 0,-5 17 129 0 0,19-54-209 0 0,1 1 0 0 0,0-1-1 0 0,0 1 1 0 0,0-1 0 0 0,1 1 0 0 0,0 9-1 0 0,0-15-86 0 0,0 0 1 0 0,1 1-1 0 0,-1-1 0 0 0,1 1 0 0 0,-1-1 0 0 0,1 0 1 0 0,0 0-1 0 0,0 1 0 0 0,0-1 0 0 0,0 0 0 0 0,0 0 1 0 0,0 0-1 0 0,1 0 0 0 0,-1 0 0 0 0,1 0 0 0 0,-1 0 0 0 0,1-1 1 0 0,0 1-1 0 0,0-1 0 0 0,0 1 0 0 0,0-1 0 0 0,0 0 1 0 0,0 1-1 0 0,0-1 0 0 0,0 0 0 0 0,0 0 0 0 0,0 0 1 0 0,5 0-1 0 0,11 3-7172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2:59.8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264 516 2303 0 0,'5'-20'570'0'0,"-3"15"215"0"0,-1 0 0 0 0,1 1 0 0 0,-1-1 0 0 0,-1 0-1 0 0,1 0 1 0 0,0-10 0 0 0,-2 13-613 0 0,1 1 0 0 0,0-1 1 0 0,-1 1-1 0 0,1 0 0 0 0,-1-1 1 0 0,0 1-1 0 0,1 0 0 0 0,-1-1 0 0 0,0 1 1 0 0,0 0-1 0 0,1 0 0 0 0,-1 0 1 0 0,0 0-1 0 0,0 0 0 0 0,0 0 0 0 0,-1 0 1 0 0,1 0-1 0 0,0 0 0 0 0,0 0 0 0 0,0 0 1 0 0,-1 1-1 0 0,1-1 0 0 0,0 1 1 0 0,-1-1-1 0 0,1 1 0 0 0,-1-1 0 0 0,1 1 1 0 0,0 0-1 0 0,-3-1 0 0 0,-2 1 101 0 0,0-1-1 0 0,-1 1 0 0 0,1 0 0 0 0,0 1 0 0 0,0-1 1 0 0,0 1-1 0 0,0 0 0 0 0,0 1 0 0 0,0-1 1 0 0,0 1-1 0 0,1 1 0 0 0,-1-1 0 0 0,0 1 1 0 0,-6 4-1 0 0,0 0 11 0 0,1 1 0 0 0,0 0 0 0 0,1 1 1 0 0,0 0-1 0 0,-14 15 0 0 0,14-11-16 0 0,0 0 0 0 0,1 0 0 0 0,-15 28 0 0 0,21-35-220 0 0,0 0 0 0 0,1 0 1 0 0,0 0-1 0 0,0 1 0 0 0,0-1 0 0 0,1 1 0 0 0,0-1 0 0 0,0 1 1 0 0,1-1-1 0 0,-1 1 0 0 0,1 0 0 0 0,2 8 0 0 0,-2-12-44 0 0,1-1 0 0 0,0 1 0 0 0,-1 0 0 0 0,1-1-1 0 0,0 0 1 0 0,0 1 0 0 0,1-1 0 0 0,-1 0 0 0 0,0 1 0 0 0,1-1 0 0 0,0 0-1 0 0,-1 0 1 0 0,1 0 0 0 0,0 0 0 0 0,0 0 0 0 0,0-1 0 0 0,0 1 0 0 0,0-1-1 0 0,0 1 1 0 0,1-1 0 0 0,-1 0 0 0 0,1 0 0 0 0,-1 0 0 0 0,0 0 0 0 0,1 0-1 0 0,0 0 1 0 0,-1-1 0 0 0,1 1 0 0 0,-1-1 0 0 0,1 0 0 0 0,3 0 0 0 0,2 1-10 0 0,0-2 1 0 0,0 0-1 0 0,0 0 1 0 0,0 0-1 0 0,0-1 1 0 0,0 0-1 0 0,0 0 1 0 0,-1-1-1 0 0,9-4 1 0 0,-1 0-36 0 0,-1-2-1 0 0,0 0 1 0 0,0-1 0 0 0,-1 0-1 0 0,0-1 1 0 0,0 0 0 0 0,-1-1-1 0 0,-1 0 1 0 0,0-1 0 0 0,15-23 0 0 0,-16 18-8 0 0,0 0 0 0 0,-1-1 0 0 0,0 0 0 0 0,-2 0 0 0 0,0-1 0 0 0,-2 0 0 0 0,0 0 0 0 0,3-26 0 0 0,-2-19 179 0 0,-2-1-1 0 0,-3 0 0 0 0,-12-98 1 0 0,11 164-103 0 0,0-1 1 0 0,0 0 0 0 0,0 0 0 0 0,0 1 0 0 0,0-1 0 0 0,0 0 0 0 0,0 1 0 0 0,0-1 0 0 0,-1 0 0 0 0,1 1 0 0 0,0-1 0 0 0,0 0 0 0 0,-1 1 0 0 0,1-1-1 0 0,-1 0 1 0 0,1 1 0 0 0,0-1 0 0 0,-1 1 0 0 0,0-2 0 0 0,0 2-6 0 0,1 1 0 0 0,0-1 0 0 0,-1 0 0 0 0,1 0 0 0 0,0 0 0 0 0,-1 1 0 0 0,1-1 0 0 0,-1 0 0 0 0,1 0 0 0 0,0 1 0 0 0,-1-1 0 0 0,1 0 0 0 0,0 1 0 0 0,0-1 0 0 0,-1 0 0 0 0,1 1 0 0 0,0-1 0 0 0,0 0 0 0 0,0 1 0 0 0,-1-1 0 0 0,1 1 0 0 0,0 0 0 0 0,-12 30 351 0 0,-19 97-140 0 0,-15 137 1 0 0,33-176-245 0 0,11-81 15 0 0,-7 61-140 0 0,9-59 121 0 0,-1-1-1 0 0,2 1 1 0 0,-1 0 0 0 0,4 18-1 0 0,-3-26 0 0 0,-1 1-1 0 0,1-1 0 0 0,-1 0 1 0 0,1 0-1 0 0,0 0 1 0 0,0 0-1 0 0,0 1 1 0 0,0-1-1 0 0,0-1 0 0 0,1 1 1 0 0,-1 0-1 0 0,1 0 1 0 0,-1 0-1 0 0,1-1 1 0 0,0 1-1 0 0,-1-1 1 0 0,1 1-1 0 0,0-1 0 0 0,2 1 1 0 0,-1 0-50 0 0,0-1 1 0 0,-1-1 0 0 0,1 1-1 0 0,0 0 1 0 0,0-1 0 0 0,0 0-1 0 0,0 1 1 0 0,0-1-1 0 0,0 0 1 0 0,0-1 0 0 0,0 1-1 0 0,6-2 1 0 0,2-1-183 0 0,1-1 0 0 0,-1 0 0 0 0,0-1 0 0 0,0 0 0 0 0,-1-1 0 0 0,11-8 0 0 0,-6 4 49 0 0,0-1 0 0 0,-1 0 0 0 0,14-15 1 0 0,-23 21 144 0 0,0-1 1 0 0,-1 1 0 0 0,0-1 0 0 0,0 0 0 0 0,0 0 0 0 0,0 0 0 0 0,-1 0 0 0 0,0-1-1 0 0,-1 1 1 0 0,4-14 0 0 0,-5 18 100 0 0,-1 1 0 0 0,0 0 0 0 0,0-1 0 0 0,0 1-1 0 0,0-1 1 0 0,0 1 0 0 0,0-1 0 0 0,0 1 0 0 0,0 0-1 0 0,-1-1 1 0 0,1 1 0 0 0,0 0 0 0 0,-1-1 0 0 0,1 1 0 0 0,-1 0-1 0 0,0-1 1 0 0,1 1 0 0 0,-1 0 0 0 0,0 0 0 0 0,-1-2 0 0 0,2 3-18 0 0,-1 0 1 0 0,1-1 0 0 0,0 1-1 0 0,-1 0 1 0 0,1 0 0 0 0,-1 0 0 0 0,1-1-1 0 0,0 1 1 0 0,-1 0 0 0 0,1 0 0 0 0,-1 0-1 0 0,1 0 1 0 0,-1 0 0 0 0,1 0 0 0 0,-1 0-1 0 0,1 0 1 0 0,0 0 0 0 0,-1 0 0 0 0,1 0-1 0 0,-1 0 1 0 0,1 0 0 0 0,-1 0-1 0 0,1 0 1 0 0,-1 0 0 0 0,0 1 3 0 0,0-1 0 0 0,0 1 0 0 0,0 0-1 0 0,0 0 1 0 0,0-1 0 0 0,1 1 0 0 0,-1 0 0 0 0,0 0 0 0 0,0 0-1 0 0,1 0 1 0 0,-1 0 0 0 0,0 0 0 0 0,0 1 0 0 0,-2 4 44 0 0,1-1 0 0 0,0 1 0 0 0,0-1 0 0 0,1 1 0 0 0,0 0 0 0 0,-1 0 0 0 0,2 0 0 0 0,-1 0 0 0 0,1 0 0 0 0,0 0 0 0 0,0-1 0 0 0,1 1 0 0 0,-1 0 0 0 0,1 0 0 0 0,1 0 0 0 0,-1 0 0 0 0,1-1 0 0 0,0 1 0 0 0,0-1 0 0 0,6 10 0 0 0,-6-10-68 0 0,1 0 0 0 0,0 0 0 0 0,1-1 0 0 0,-1 1 0 0 0,1-1 0 0 0,0 0-1 0 0,0 0 1 0 0,0 0 0 0 0,1 0 0 0 0,-1-1 0 0 0,1 0 0 0 0,0 0-1 0 0,0 0 1 0 0,0 0 0 0 0,0-1 0 0 0,1 0 0 0 0,-1 0 0 0 0,0 0 0 0 0,1-1-1 0 0,0 0 1 0 0,8 1 0 0 0,-10-2-8 0 0,1 0 0 0 0,0 0 0 0 0,-1 0 0 0 0,1-1 0 0 0,0 1 0 0 0,-1-1 0 0 0,1-1 0 0 0,-1 1 0 0 0,1-1 0 0 0,-1 1 0 0 0,0-1 0 0 0,0 0 0 0 0,0-1 0 0 0,0 1 0 0 0,5-5 0 0 0,-6 5 0 0 0,0-1 0 0 0,-1 0 0 0 0,1 0 0 0 0,-1 0 0 0 0,0 0 0 0 0,0 0 0 0 0,0 0 0 0 0,-1 0 0 0 0,1-1 0 0 0,-1 1 0 0 0,0-1 0 0 0,1 1 0 0 0,-2-1 0 0 0,1 0 0 0 0,0 1 0 0 0,-1-1 0 0 0,1 0 0 0 0,-1 1 0 0 0,0-1 0 0 0,-1-4 0 0 0,0-2 0 0 0,-1-1 0 0 0,-1 1 0 0 0,1 0 0 0 0,-2-1 0 0 0,1 1 0 0 0,-2 1 0 0 0,1-1 0 0 0,-1 1 0 0 0,0-1 0 0 0,-1 1 0 0 0,-12-13 0 0 0,9 11 0 0 0,-1 0 0 0 0,0 1 0 0 0,-1 0 0 0 0,0 1 0 0 0,0 0 0 0 0,-1 1 0 0 0,0 1 0 0 0,-15-8 0 0 0,26 15 1 0 0,-6-4-2 0 0,-1 1 1 0 0,1 0-1 0 0,-10-1 1 0 0,16 3 0 0 0,0 1 1 0 0,0-1 0 0 0,-1 1-1 0 0,1 0 1 0 0,0 0 0 0 0,-1 0-1 0 0,1 0 1 0 0,-1 0 0 0 0,1 0-1 0 0,0 0 1 0 0,-1 0-1 0 0,1 0 1 0 0,0 1 0 0 0,0-1-1 0 0,-1 0 1 0 0,1 1 0 0 0,0 0-1 0 0,0-1 1 0 0,-1 1 0 0 0,1-1-1 0 0,0 1 1 0 0,0 0 0 0 0,0 0-1 0 0,0 0 1 0 0,0 0 0 0 0,-2 1-1 0 0,3-1 5 0 0,0 0 0 0 0,-1 0 0 0 0,1 0 0 0 0,0 0 0 0 0,0 0 0 0 0,0 0 0 0 0,-1 0 0 0 0,1 0 0 0 0,0 0 0 0 0,0 0 0 0 0,0 0 0 0 0,1 0 0 0 0,-1-1 0 0 0,0 1 0 0 0,0 0 0 0 0,0 0 0 0 0,1 0 0 0 0,-1 0 0 0 0,0 0 0 0 0,1 0 0 0 0,-1 0 0 0 0,1-1 0 0 0,-1 1 0 0 0,1 0 0 0 0,0 0 0 0 0,-1-1 0 0 0,1 1 0 0 0,0 0 0 0 0,0 0 0 0 0,3 3-26 0 0,0-1-1 0 0,0 1 1 0 0,8 4-1 0 0,3 0 8 0 0,0 0 0 0 0,0-2 0 0 0,0 0 0 0 0,0 0 0 0 0,25 4 0 0 0,83 9-54 0 0,-81-16 68 0 0,-24-3 0 0 0,0 2 0 0 0,0 0 0 0 0,34 9 0 0 0,-51-11 0 0 0,0 1 0 0 0,0-1 0 0 0,1 1 0 0 0,-1-1 0 0 0,0 1 0 0 0,0-1 0 0 0,0 1 0 0 0,0-1 0 0 0,0 1 0 0 0,0 0 0 0 0,0 0 0 0 0,0-1 0 0 0,0 1 0 0 0,0 0 0 0 0,0 0 0 0 0,0 0 0 0 0,-1 0 0 0 0,1 0 0 0 0,0 0 0 0 0,-1 0 0 0 0,1 1 0 0 0,-1-1 0 0 0,1 0 0 0 0,-1 0 0 0 0,1 0 0 0 0,-1 0 0 0 0,0 1 0 0 0,0-1 0 0 0,0 0 0 0 0,0 0 0 0 0,1 1-1 0 0,-2-1 1 0 0,1 0 0 0 0,0 0 0 0 0,0 1 0 0 0,-1 1 0 0 0,-1 4 2 0 0,-1 0-1 0 0,1-1 0 0 0,-1 1 0 0 0,-1-1 0 0 0,-5 8 1 0 0,4-6 3 0 0,1 0 11 0 0,-27 46 96 0 0,29-49-105 0 0,0 0-1 0 0,0 0 1 0 0,0 0 0 0 0,1 1-1 0 0,0-1 1 0 0,0 0 0 0 0,0 1-1 0 0,0 10 1 0 0,1-15-7 0 0,0 0 0 0 0,0 0 0 0 0,1 1 0 0 0,-1-1 0 0 0,0 0 0 0 0,0 0 0 0 0,1 0 0 0 0,-1 0 0 0 0,0 0 0 0 0,1 0 0 0 0,-1 0 0 0 0,1 0 0 0 0,-1 0 0 0 0,1 0 0 0 0,0-1 0 0 0,-1 1 0 0 0,1 0 0 0 0,0 0-1 0 0,0 0 1 0 0,0-1 0 0 0,-1 1 0 0 0,1 0 0 0 0,0-1 0 0 0,0 1 0 0 0,0-1 0 0 0,0 1 0 0 0,0-1 0 0 0,0 0 0 0 0,0 1 0 0 0,0-1 0 0 0,0 0 0 0 0,0 1 0 0 0,0-1 0 0 0,0 0 0 0 0,1 0 0 0 0,-1 0 0 0 0,0 0 0 0 0,0 0 0 0 0,0 0 0 0 0,1-1 0 0 0,4 0 2 0 0,-1 0 1 0 0,1 0-1 0 0,-1-1 1 0 0,0 0-1 0 0,0 0 1 0 0,9-4-1 0 0,2-3 50 0 0,0-1 1 0 0,0-1-1 0 0,-1-1 0 0 0,0 0 0 0 0,-1 0 0 0 0,16-20 0 0 0,-23 24-35 0 0,0-1-1 0 0,0 0 0 0 0,-1-1 0 0 0,0 1 1 0 0,-1-1-1 0 0,0 0 0 0 0,-1-1 0 0 0,0 1 0 0 0,0-1 1 0 0,-1 0-1 0 0,3-22 0 0 0,-5 7-16 0 0,-1 24 0 0 0,0 1 0 0 0,-1 0 0 0 0,1 0 0 0 0,0-1 0 0 0,0 1 0 0 0,-1 0 0 0 0,1 0 0 0 0,-1-1 0 0 0,1 1 0 0 0,-1 0 0 0 0,1 0 0 0 0,-1 0 0 0 0,0 0 0 0 0,1 0 0 0 0,-1 0 0 0 0,0 0 0 0 0,-2-2 0 0 0,3 3 4 0 0,0 0-1 0 0,-1 0 1 0 0,1 0-1 0 0,-1 0 1 0 0,1 0-1 0 0,-1 0 1 0 0,1 0 0 0 0,-1 0-1 0 0,1 0 1 0 0,0 0-1 0 0,-1 0 1 0 0,1 0-1 0 0,-1 0 1 0 0,1 0 0 0 0,-1 1-1 0 0,1-1 1 0 0,0 0-1 0 0,-1 0 1 0 0,1 1-1 0 0,-1-1 1 0 0,1 0-1 0 0,0 0 1 0 0,-1 1 0 0 0,1-1-1 0 0,0 0 1 0 0,-1 1-1 0 0,1-1 1 0 0,0 0-1 0 0,0 1 1 0 0,-1-1-1 0 0,1 0 1 0 0,0 1-1 0 0,-8 13 120 0 0,2 0-106 0 0,1 1 0 0 0,1 0 1 0 0,0 0-1 0 0,1 0 0 0 0,0 0 0 0 0,1 0 0 0 0,1 1 0 0 0,1-1 0 0 0,0 1 1 0 0,1-1-1 0 0,0 0 0 0 0,2 1 0 0 0,3 15 0 0 0,-5-28-17 0 0,0-1 0 0 0,0 1 0 0 0,0 0 0 0 0,0 0 0 0 0,0-1 0 0 0,1 1 0 0 0,0-1 0 0 0,-1 1 0 0 0,1-1 0 0 0,0 1 0 0 0,0-1 0 0 0,0 0 0 0 0,0 0 0 0 0,0 0 0 0 0,1 0 0 0 0,-1-1 0 0 0,1 1 0 0 0,-1-1 0 0 0,1 1 0 0 0,5 1 0 0 0,-4-2 0 0 0,0 0 0 0 0,1 0 0 0 0,-1-1 0 0 0,0 0 0 0 0,0 1 0 0 0,0-2 0 0 0,0 1 0 0 0,1 0 0 0 0,-1-1 0 0 0,0 0 0 0 0,0 0 0 0 0,0 0 0 0 0,0 0 0 0 0,6-4 0 0 0,2-1 0 0 0,-1 0 0 0 0,1-1 0 0 0,-1 0 0 0 0,-1-1 0 0 0,1 0 0 0 0,-1-1 0 0 0,-1 0 0 0 0,0-1 0 0 0,0 0 0 0 0,0 0 0 0 0,-2-1 0 0 0,1 0 0 0 0,-1-1 0 0 0,-1 1 0 0 0,0-1 0 0 0,-1 0 0 0 0,0-1 0 0 0,-1 1 0 0 0,0-1 0 0 0,-1 0 0 0 0,2-20 0 0 0,-5 29 0 0 0,-4 14 0 0 0,-3 19 0 0 0,3 3-3 0 0,-6 53-36 0 0,9-75 28 0 0,2-1-1 0 0,-1 0 1 0 0,1 0-1 0 0,0 0 1 0 0,1 0 0 0 0,0 0-1 0 0,4 11 1 0 0,0-7-144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00.3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262 28 7831 0 0,'0'-1'136'0'0,"1"1"0"0"0,-1-1-1 0 0,0 0 1 0 0,1 0 0 0 0,-1 1-1 0 0,0-1 1 0 0,0 0 0 0 0,0 0-1 0 0,1 0 1 0 0,-1 1-1 0 0,0-1 1 0 0,0 0 0 0 0,0 0-1 0 0,-1 0 1 0 0,1 1 0 0 0,0-1-1 0 0,0 0 1 0 0,0 0 0 0 0,0 1-1 0 0,-1-1 1 0 0,1 0 0 0 0,0 0-1 0 0,-1 1 1 0 0,1-1-1 0 0,-1 0 1 0 0,1 1 0 0 0,-1-1-1 0 0,1 0 1 0 0,-1 1 0 0 0,1-1-1 0 0,-1 1 1 0 0,1-1 0 0 0,-1 1-1 0 0,0-1 1 0 0,1 1 0 0 0,-1 0-1 0 0,0-1 1 0 0,0 1-1 0 0,1 0 1 0 0,-1-1 0 0 0,0 1-1 0 0,0 0 1 0 0,1 0 0 0 0,-2-1-1 0 0,-1 2 48 0 0,1-1 0 0 0,-1 1 0 0 0,0 0-1 0 0,1-1 1 0 0,-1 1 0 0 0,1 0 0 0 0,-1 1 0 0 0,1-1-1 0 0,-1 0 1 0 0,1 1 0 0 0,0-1 0 0 0,0 1-1 0 0,0 0 1 0 0,0-1 0 0 0,-4 5 0 0 0,-3 5 300 0 0,-14 20 0 0 0,19-25-255 0 0,-14 23 324 0 0,0 2 1 0 0,2 0 0 0 0,-21 58-1 0 0,-22 104 989 0 0,57-189-1499 0 0,-3 15 71 0 0,0-1-1 0 0,2 1 0 0 0,0 0 1 0 0,1 0-1 0 0,0 0 0 0 0,3 29 1 0 0,0-42-103 0 0,0 1-1 0 0,0-1 1 0 0,0 0 0 0 0,1 0 0 0 0,0 0-1 0 0,0-1 1 0 0,1 1 0 0 0,0 0 0 0 0,0-1-1 0 0,4 7 1 0 0,-4-8-10 0 0,1-1-1 0 0,-1 1 0 0 0,1-1 1 0 0,0 1-1 0 0,0-1 0 0 0,0 0 1 0 0,0 0-1 0 0,1-1 0 0 0,-1 1 0 0 0,1-1 1 0 0,0 0-1 0 0,-1 0 0 0 0,1-1 1 0 0,6 2-1 0 0,19 1-1633 0 0,-17-5-5920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00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190 47 3223 0 0,'1'-4'138'0'0,"5"-19"133"0"0,-6 22-111 0 0,0 0 0 0 0,1 1 1 0 0,-1-1-1 0 0,0 0 0 0 0,0 0 1 0 0,0 0-1 0 0,0 0 0 0 0,0 0 0 0 0,0 1 1 0 0,0-1-1 0 0,0 0 0 0 0,-1 0 1 0 0,1 0-1 0 0,0 0 0 0 0,0 1 0 0 0,-1-1 1 0 0,1 0-1 0 0,-1 0 0 0 0,1 0 0 0 0,-1 1 1 0 0,0-2-1 0 0,0 2 19 0 0,1 0 0 0 0,-1 0 0 0 0,1 0 1 0 0,-1 0-1 0 0,1 0 0 0 0,-1 0 0 0 0,1 0 0 0 0,-1 0 0 0 0,1 0 0 0 0,-1 0 0 0 0,1 1 1 0 0,-1-1-1 0 0,1 0 0 0 0,0 0 0 0 0,-1 0 0 0 0,1 1 0 0 0,-1-1 0 0 0,1 0 0 0 0,-1 1 1 0 0,1-1-1 0 0,0 0 0 0 0,-1 1 0 0 0,1-1 0 0 0,0 1 0 0 0,-1-1 0 0 0,1 1 0 0 0,0-1 1 0 0,0 0-1 0 0,0 1 0 0 0,-1 0 0 0 0,-8 15 1658 0 0,9-16-1814 0 0,-14 37 2724 0 0,-21 74 0 0 0,-1 7-1781 0 0,-44 58-582 0 0,74-161-398 0 0,8-14-655 0 0,4-8-1266 0 0,-1 0-4879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01.0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1 139 6911 0 0,'0'-1'122'0'0,"0"0"-1"0"0,0 0 0 0 0,0 0 1 0 0,0 0-1 0 0,-1 0 1 0 0,1 0-1 0 0,0 0 0 0 0,1 0 1 0 0,-1 0-1 0 0,0 0 0 0 0,0 0 1 0 0,0 0-1 0 0,1 0 0 0 0,-1 0 1 0 0,0 1-1 0 0,1-1 0 0 0,-1 0 1 0 0,1 0-1 0 0,0-2 1 0 0,1 1 203 0 0,0 0 0 0 0,0-1 0 0 0,0 1 1 0 0,1 0-1 0 0,-1 0 0 0 0,5-3 0 0 0,2 0 547 0 0,0 0 0 0 0,0 1 0 0 0,11-4 0 0 0,12-2 59 0 0,0 2 0 0 0,1 2-1 0 0,55-4 1 0 0,-26 3-358 0 0,356-23 403 0 0,-269 24-772 0 0,-149 6-199 0 0,0 0 1 0 0,0 0-1 0 0,1 0 0 0 0,-1 0 0 0 0,0 0 0 0 0,0 0 1 0 0,0 0-1 0 0,0 0 0 0 0,1 0 0 0 0,-1 0 0 0 0,0 0 1 0 0,0 0-1 0 0,0 0 0 0 0,0 0 0 0 0,0 0 0 0 0,1 0 1 0 0,-1 0-1 0 0,0 0 0 0 0,0 0 0 0 0,0 0 0 0 0,0 0 1 0 0,0 0-1 0 0,1 0 0 0 0,-1 0 0 0 0,0 0 0 0 0,0 0 1 0 0,0 0-1 0 0,0 0 0 0 0,0 1 0 0 0,1-1 0 0 0,-1 0 0 0 0,0 0 1 0 0,0 0-1 0 0,0 0 0 0 0,0 0 0 0 0,0 0 0 0 0,0 1 1 0 0,0-1-1 0 0,0 0 0 0 0,0 0 0 0 0,-6 5 87 0 0,-20 7-86 0 0,18-8-1 0 0,-15 9-2255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01.4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93 78 2303 0 0,'1'-8'736'0'0,"1"-1"1"0"0,5-16-1 0 0,-6 23-215 0 0,-1-1 1 0 0,1 1 0 0 0,1-1 0 0 0,-1 1 0 0 0,0 0 0 0 0,1 0 0 0 0,-1 0-1 0 0,1 0 1 0 0,-1 0 0 0 0,1 0 0 0 0,0 0 0 0 0,0 0 0 0 0,0 0-1 0 0,3-1 1 0 0,-3 2-262 0 0,0 0 0 0 0,0 1 0 0 0,0 0 0 0 0,0-1 0 0 0,1 1 0 0 0,-1 0 0 0 0,0 0 0 0 0,0 0 0 0 0,0 1 0 0 0,0-1 0 0 0,0 0-1 0 0,0 1 1 0 0,0-1 0 0 0,0 1 0 0 0,0 0 0 0 0,0-1 0 0 0,2 3 0 0 0,4 0 213 0 0,0 2 1 0 0,12 8-1 0 0,-9-4-279 0 0,-1 0 0 0 0,0 0 0 0 0,-1 1 0 0 0,0 1 0 0 0,-1-1 0 0 0,0 2 0 0 0,0-1 0 0 0,11 25 0 0 0,-7-9 44 0 0,-1 0-1 0 0,-1 1 1 0 0,6 33 0 0 0,-9-28-124 0 0,-1 0-1 0 0,-2 1 1 0 0,-1-1 0 0 0,-3 64-1 0 0,-3-70-43 0 0,0-1 0 0 0,-2 0-1 0 0,-1 0 1 0 0,-1 0 0 0 0,-1-1-1 0 0,-19 42 1 0 0,-21 30 44 0 0,-5-3 0 0 0,-65 89-1 0 0,109-170-41 0 0,-1 0-1 0 0,0 0 1 0 0,-1-1-1 0 0,-20 16 1 0 0,30-27-73 0 0,1-1 1 0 0,0 1-1 0 0,-1-1 0 0 0,1 1 1 0 0,-1-1-1 0 0,0 0 1 0 0,1 1-1 0 0,-1-1 1 0 0,1 0-1 0 0,-1 0 0 0 0,1 1 1 0 0,-1-1-1 0 0,0 0 1 0 0,1 0-1 0 0,-1 0 0 0 0,1 0 1 0 0,-1 0-1 0 0,0 0 1 0 0,0 0-1 0 0,1 0 11 0 0,-1 0-1 0 0,1 0 1 0 0,0-1-1 0 0,0 1 1 0 0,-1 0 0 0 0,1 0-1 0 0,0-1 1 0 0,0 1 0 0 0,0 0-1 0 0,0-1 1 0 0,0 1-1 0 0,-1 0 1 0 0,1-1 0 0 0,0 1-1 0 0,0 0 1 0 0,0-1-1 0 0,0 1 1 0 0,0 0 0 0 0,0-1-1 0 0,0 1 1 0 0,0 0-1 0 0,0 0 1 0 0,0-1 0 0 0,0 0-1 0 0,7-24-1476 0 0,-7 24 1262 0 0,5-9-7482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03.4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78 3679 0 0,'-9'-2'881'0'0,"16"-3"2284"0"0,-2 4-2449 0 0,4-1-130 0 0,-1 1 1 0 0,1-1-1 0 0,0 2 0 0 0,0-1 1 0 0,17 2-1 0 0,2 2 1 0 0,-1-2-1 0 0,1 0 1 0 0,49-7-1 0 0,82-22-609 0 0,-14 1-9 0 0,-131 25-137 0 0,10-1-672 0 0,26-1-1 0 0,-29 5-3669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03.7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44 108 8751 0 0,'-12'0'359'0'0,"9"0"-275"0"0,0 0 1 0 0,0 0 0 0 0,0 0 0 0 0,0-1 0 0 0,0 1 0 0 0,-5-2-1 0 0,2 2 129 0 0,21-1 548 0 0,484-88 4049 0 0,-492 87-4797 0 0,12-2-456 0 0,0 1 0 0 0,31-2 0 0 0,-42 5-4649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11.1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86 48 919 0 0,'-1'-1'102'0'0,"1"0"0"0"0,-1 1 0 0 0,0-1 0 0 0,0 0-1 0 0,1 0 1 0 0,-1 0 0 0 0,1 0 0 0 0,-1 0-1 0 0,1-1 1 0 0,-1 1 0 0 0,1 0 0 0 0,0 0 0 0 0,-1 0-1 0 0,1 0 1 0 0,0 0 0 0 0,0-1 0 0 0,0 1 0 0 0,0 0-1 0 0,0-2 1 0 0,0 2 140 0 0,0-1 0 0 0,0 0 0 0 0,0 1 0 0 0,1-1 0 0 0,-1 0-1 0 0,0 1 1 0 0,1-1 0 0 0,-1 1 0 0 0,1-1 0 0 0,0 0 0 0 0,0 1 0 0 0,-1 0 0 0 0,1-1 0 0 0,1-1-1 0 0,-2 6 1476 0 0,1 0-1405 0 0,-1 0-1 0 0,0 0 0 0 0,0 0 1 0 0,-1-1-1 0 0,1 1 0 0 0,-1 4 0 0 0,-3 6-81 0 0,-6 16-30 0 0,2-1 1 0 0,2 1-1 0 0,0 0 1 0 0,-2 49-1 0 0,8-20-206 0 0,-8 178-66 0 0,-2-185-119 0 0,9-47 22 0 0,-1 1 1 0 0,1-1-1 0 0,-1 0 1 0 0,0 1-1 0 0,0-1 0 0 0,0 0 1 0 0,0 0-1 0 0,-6 6 1 0 0,6-8-430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11.8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204 59 919 0 0,'-2'-13'808'0'0,"-1"-1"1570"0"0,3 13-2320 0 0,0 1 1 0 0,-1 0-1 0 0,1 0 1 0 0,-1-1-1 0 0,1 1 1 0 0,-1 0-1 0 0,1 0 1 0 0,0 0-1 0 0,-1-1 0 0 0,1 1 1 0 0,-1 0-1 0 0,1 0 1 0 0,-1 0-1 0 0,1 0 1 0 0,-1 0-1 0 0,1 0 1 0 0,-1 0-1 0 0,1 0 1 0 0,-1 0-1 0 0,1 0 1 0 0,-1 1-1 0 0,1-1 1 0 0,-1 0-1 0 0,1 0 1 0 0,-1 0-1 0 0,1 0 0 0 0,0 1 1 0 0,-1-1-1 0 0,1 0 1 0 0,-1 1-1 0 0,1-1 1 0 0,0 0-1 0 0,-1 1 1 0 0,-80 50 2435 0 0,68-42-2415 0 0,0 1 0 0 0,1 0 0 0 0,-21 25 0 0 0,24-25-79 0 0,7-9 0 0 0,0 1 0 0 0,0 0 0 0 0,0 0 0 0 0,0 0 0 0 0,1 1 0 0 0,-1-1 0 0 0,1 0 0 0 0,-1 0 0 0 0,1 1 0 0 0,0-1 0 0 0,0 1 0 0 0,0-1 0 0 0,-1 6 0 0 0,2-8 0 0 0,0 0-1 0 0,1 1 0 0 0,-1-1 1 0 0,0 0-1 0 0,1 0 0 0 0,-1 0 0 0 0,0 0 1 0 0,0 0-1 0 0,1 0 0 0 0,-1 0 1 0 0,0 0-1 0 0,1 0 0 0 0,-1 0 1 0 0,0 0-1 0 0,0 0 0 0 0,1 0 0 0 0,-1 0 1 0 0,0 0-1 0 0,1 0 0 0 0,-1-1 1 0 0,0 1-1 0 0,0 0 0 0 0,1 0 1 0 0,-1 0-1 0 0,0 0 0 0 0,0 0 0 0 0,1-1 1 0 0,-1 1-1 0 0,0 0 0 0 0,11-6-38 0 0,4-6 264 0 0,0 0 0 0 0,0-1-1 0 0,-1 0 1 0 0,0-1 0 0 0,22-31-1 0 0,-28 34-48 0 0,1 1 0 0 0,1 1 0 0 0,-1-1 0 0 0,2 1 0 0 0,-1 1 0 0 0,13-8 0 0 0,-22 16-88 0 0,0-1 0 0 0,0 0 0 0 0,0 1-1 0 0,0-1 1 0 0,0 1 0 0 0,0 0 0 0 0,0-1-1 0 0,0 1 1 0 0,0 0 0 0 0,0 0-1 0 0,0 0 1 0 0,1-1 0 0 0,-1 1 0 0 0,0 0-1 0 0,0 1 1 0 0,0-1 0 0 0,0 0 0 0 0,0 0-1 0 0,0 0 1 0 0,1 1 0 0 0,-1-1 0 0 0,0 0-1 0 0,0 1 1 0 0,0-1 0 0 0,0 1 0 0 0,0 0-1 0 0,0-1 1 0 0,0 1 0 0 0,0 0 0 0 0,-1-1-1 0 0,2 2 1 0 0,15 8 567 0 0,-10-7-550 0 0,0-1 1 0 0,-1 2-1 0 0,0-1 0 0 0,0 1 1 0 0,0 0-1 0 0,9 7 0 0 0,31 34 133 0 0,-27-25 20 0 0,-16-18-187 0 0,0 0 0 0 0,0 0-1 0 0,0-1 1 0 0,0 1 0 0 0,0-1-1 0 0,0 0 1 0 0,1 1 0 0 0,-1-2-1 0 0,0 1 1 0 0,1 0 0 0 0,-1-1-1 0 0,1 1 1 0 0,-1-1 0 0 0,0 0-1 0 0,1 0 1 0 0,-1 0 0 0 0,4-1-1 0 0,7 0 50 0 0,-14 1-139 0 0,0 0 0 0 0,1 0-1 0 0,-1 0 1 0 0,0 0 0 0 0,0 0-1 0 0,0 0 1 0 0,1 0 0 0 0,-1 0 0 0 0,0 0-1 0 0,0 0 1 0 0,0 0 0 0 0,1 0-1 0 0,-1 1 1 0 0,0-1 0 0 0,0 0-1 0 0,0 0 1 0 0,0 0 0 0 0,0 0-1 0 0,1 0 1 0 0,-1 0 0 0 0,0 0 0 0 0,0 0-1 0 0,0 1 1 0 0,0-1 0 0 0,0 0-1 0 0,1 0 1 0 0,-1 0 0 0 0,0 0-1 0 0,0 1 1 0 0,0-1 0 0 0,0 0 0 0 0,0 0-1 0 0,0 0 1 0 0,0 0 0 0 0,0 1-1 0 0,0-1 1 0 0,0 0 0 0 0,0 0-1 0 0,0 0 1 0 0,0 1 0 0 0,0-1 0 0 0,0 0-1 0 0,0 0 1 0 0,0 0 0 0 0,0 1-1 0 0,0-1 1 0 0,0 0 0 0 0,0 0-1 0 0,0 0 1 0 0,0 0 0 0 0,0 1 0 0 0,0-1-1 0 0,-1 0 1 0 0,1 0 0 0 0,0 0-1 0 0,0 0 1 0 0,0 0 0 0 0,0 1-1 0 0,0-1 1 0 0,0 0 0 0 0,-1 0 0 0 0,1 0-1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35.2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18 382 455 0 0,'-1'0'141'0'0,"0"0"-1"0"0,1 0 0 0 0,-1 0 0 0 0,0 0 0 0 0,0-1 0 0 0,1 1 0 0 0,-1 0 0 0 0,0-1 0 0 0,1 1 0 0 0,-1 0 0 0 0,0-1 0 0 0,1 1 0 0 0,-1-1 0 0 0,1 1 0 0 0,-1-1 0 0 0,1 1 0 0 0,-1-1 0 0 0,1 0 0 0 0,-1 1 0 0 0,1-1 0 0 0,-1 0 0 0 0,1 1 0 0 0,0-1 0 0 0,-1 0 0 0 0,1 1 0 0 0,0-1 0 0 0,0 0 0 0 0,0 0 0 0 0,-1 1 0 0 0,1-2 0 0 0,0-2 631 0 0,-1 0 0 0 0,1 1-1 0 0,-1-1 1 0 0,1 0 0 0 0,1-6 0 0 0,2-4-303 0 0,0 0 1 0 0,1 0 0 0 0,0 0 0 0 0,1 0-1 0 0,1 0 1 0 0,0 1 0 0 0,1 0-1 0 0,12-18 1 0 0,-1 6-519 0 0,0 2 0 0 0,2 0 0 0 0,26-23 0 0 0,-42 41 74 0 0,1 1-1 0 0,0 0 1 0 0,0 0-1 0 0,0 1 0 0 0,0-1 1 0 0,8-2-1 0 0,-12 5-18 0 0,0 1-1 0 0,0-1 1 0 0,1 1-1 0 0,-1-1 0 0 0,0 1 1 0 0,0 0-1 0 0,1 0 1 0 0,-1 0-1 0 0,0-1 1 0 0,1 1-1 0 0,-1 0 0 0 0,0 1 1 0 0,0-1-1 0 0,1 0 1 0 0,-1 0-1 0 0,0 0 1 0 0,0 1-1 0 0,1-1 1 0 0,-1 1-1 0 0,0-1 0 0 0,0 1 1 0 0,0-1-1 0 0,0 1 1 0 0,0 0-1 0 0,0 0 1 0 0,0-1-1 0 0,0 1 0 0 0,0 0 1 0 0,0 0-1 0 0,0 0 1 0 0,0 0-1 0 0,0 0 1 0 0,-1 0-1 0 0,1 0 0 0 0,0 0 1 0 0,0 3-1 0 0,3 4 11 0 0,-1 1 0 0 0,0-1-1 0 0,-1 1 1 0 0,0 0-1 0 0,0 0 1 0 0,0 10 0 0 0,0 57 90 0 0,-2-75-105 0 0,0 18 0 0 0,-3 22 0 0 0,2-35 0 0 0,0 1 0 0 0,0-1 0 0 0,-1 0 0 0 0,0 0 0 0 0,0 0 0 0 0,-1 0 0 0 0,-3 7 0 0 0,4-11 0 0 0,2-3 0 0 0,2-8 0 0 0,4-11 0 0 0,13-27 0 0 0,46-126 0 0 0,-65 171 13 0 0,1 0 0 0 0,0-1 0 0 0,0 1 0 0 0,0 0 0 0 0,0 0 0 0 0,0 0 0 0 0,1 0 0 0 0,-1 0 0 0 0,2-3 0 0 0,-2 5 1 0 0,-1 0 0 0 0,0-1 0 0 0,1 1 1 0 0,-1 0-1 0 0,0 0 0 0 0,1 0 0 0 0,-1-1 0 0 0,0 1 1 0 0,1 0-1 0 0,-1 0 0 0 0,1 0 0 0 0,-1 0 0 0 0,0 0 1 0 0,1 0-1 0 0,-1-1 0 0 0,1 1 0 0 0,-1 0 0 0 0,0 0 1 0 0,1 0-1 0 0,-1 1 0 0 0,2-1 0 0 0,-2 0 13 0 0,1 1 0 0 0,0-1 0 0 0,0 0 0 0 0,0 1 0 0 0,-1 0 0 0 0,1-1 0 0 0,0 1 0 0 0,-1-1 0 0 0,1 1 0 0 0,0 0 0 0 0,-1-1 0 0 0,1 1 0 0 0,0 1 0 0 0,5 7 23 0 0,-2 0 0 0 0,1 1 1 0 0,-1-1-1 0 0,0 1 0 0 0,-1 0 0 0 0,0 0 0 0 0,-1 0 0 0 0,2 20 0 0 0,-2-8 43 0 0,-1-1-1 0 0,-2 1 0 0 0,-3 26 0 0 0,4-48-92 0 0,0 1 0 0 0,0-1 0 0 0,0 0 0 0 0,0 0 0 0 0,-1 0 0 0 0,1 1 0 0 0,0-1 0 0 0,0 0 0 0 0,0 0 0 0 0,0 1 0 0 0,0-1 0 0 0,0 0 0 0 0,0 0 0 0 0,0 0 0 0 0,0 1 0 0 0,0-1 0 0 0,0 0 0 0 0,0 0 0 0 0,0 1 0 0 0,0-1 0 0 0,0 0 0 0 0,0 0 0 0 0,0 1 0 0 0,1-1 0 0 0,-1 0 0 0 0,0 0 0 0 0,0 0 0 0 0,0 1 0 0 0,0-1 0 0 0,0 0 0 0 0,0 0 0 0 0,1 0 0 0 0,-1 1 0 0 0,0-1 0 0 0,0 0 0 0 0,0 0 0 0 0,1 0 0 0 0,-1 0 0 0 0,0 0 0 0 0,0 0 0 0 0,0 1 0 0 0,1-1 0 0 0,-1 0 0 0 0,0 0 0 0 0,0 0 0 0 0,1 0 0 0 0,11-8 0 0 0,11-17 0 0 0,-12 11 0 0 0,-1 0 0 0 0,-1 0 0 0 0,0 0 0 0 0,0-2 0 0 0,10-27 0 0 0,-18 42 0 0 0,-1 0 0 0 0,1 0 0 0 0,-1 0 0 0 0,0 0 0 0 0,0 0 0 0 0,1 0 0 0 0,-1 0 0 0 0,0 0 0 0 0,0 0 0 0 0,0 0 0 0 0,0 0 0 0 0,0 0 0 0 0,0 0 0 0 0,-1 0 0 0 0,1 0 0 0 0,0 0 0 0 0,0 0 0 0 0,-1 1 0 0 0,1-1 0 0 0,0 0 0 0 0,-1 0 0 0 0,0-1 0 0 0,1 2 0 0 0,0 0 0 0 0,-1 0 0 0 0,1 0 0 0 0,0-1 0 0 0,0 1 0 0 0,0 0 0 0 0,-1 0 0 0 0,1 0 0 0 0,0 0 0 0 0,0 0 0 0 0,0 0 0 0 0,-1 0 0 0 0,1 0 0 0 0,0 0 0 0 0,0 0 0 0 0,-1 0 0 0 0,1 0 0 0 0,0 0 0 0 0,0 0 0 0 0,-1 0 0 0 0,1 0 0 0 0,0 0 0 0 0,0 0 0 0 0,0 0 0 0 0,-1 0 0 0 0,1 1 0 0 0,0-1 0 0 0,0 0 0 0 0,0 0 0 0 0,-1 0 0 0 0,-7 12 0 0 0,5-6 0 0 0,1 0 0 0 0,1 0 0 0 0,-1 0 0 0 0,1 0 0 0 0,0 0 0 0 0,0 0 0 0 0,1 1 0 0 0,-1-1 0 0 0,2 0 0 0 0,-1 0 0 0 0,1 1 0 0 0,-1-1 0 0 0,5 12 0 0 0,-5-15 0 0 0,1-1 0 0 0,0 1 0 0 0,0-1 0 0 0,0 1 0 0 0,1-1 0 0 0,-1 1 0 0 0,1-1 0 0 0,-1 0 0 0 0,1 0 0 0 0,0 0 0 0 0,-1 0 0 0 0,1 0 0 0 0,0 0 0 0 0,0 0 0 0 0,1 0 0 0 0,-1-1 0 0 0,0 1 0 0 0,1-1 0 0 0,-1 0 0 0 0,0 1 0 0 0,1-1 0 0 0,0 0 0 0 0,-1-1 0 0 0,1 1 0 0 0,0 0 0 0 0,-1-1 0 0 0,1 1 0 0 0,0-1 0 0 0,-1 0 0 0 0,1 0 0 0 0,0 0 0 0 0,0 0 0 0 0,4-2 0 0 0,-4 2 0 0 0,1-1 0 0 0,-1 0 0 0 0,1-1 0 0 0,-1 1 0 0 0,0-1 0 0 0,1 1 0 0 0,-1-1 0 0 0,0 0 0 0 0,0 0 0 0 0,0 0 0 0 0,-1-1 0 0 0,1 1 0 0 0,0-1 0 0 0,-1 1 0 0 0,1-1 0 0 0,-1 0 0 0 0,0 0 0 0 0,0 0 0 0 0,0 0 0 0 0,1-5 0 0 0,-2 6 0 0 0,0 0 0 0 0,0-1 0 0 0,0 1 0 0 0,0-1 0 0 0,-1 1 0 0 0,1-1 0 0 0,-1 1 0 0 0,0-1 0 0 0,0 1 0 0 0,0-1 0 0 0,0 1 0 0 0,0-1 0 0 0,0 1 0 0 0,-1-1 0 0 0,1 1 0 0 0,-1-1 0 0 0,0 1 0 0 0,0-1 0 0 0,0 1 0 0 0,0 0 0 0 0,0-1 0 0 0,0 1 0 0 0,0 0 0 0 0,-1 0 0 0 0,1 0 0 0 0,-1 0 0 0 0,0 0 0 0 0,0 0 0 0 0,-2-1 0 0 0,-2-2 2 0 0,-1 0 1 0 0,0 1-1 0 0,0-1 0 0 0,-1 2 0 0 0,1-1 0 0 0,-1 1 1 0 0,0 0-1 0 0,-9-1 0 0 0,-9-1 15 0 0,-32-3-1 0 0,0 0-5 0 0,58 8-9 0 0,-1 1-1 0 0,1-1 0 0 0,0 0 1 0 0,0 0-1 0 0,0 0 0 0 0,0 0 1 0 0,0 0-1 0 0,-1 0 0 0 0,1 0 1 0 0,0 0-1 0 0,0 0 0 0 0,0 0 1 0 0,0 0-1 0 0,0 0 0 0 0,-1 0 1 0 0,1 0-1 0 0,0 0 0 0 0,0 0 1 0 0,0-1-1 0 0,0 1 1 0 0,0 0-1 0 0,-1 0 0 0 0,1 0 1 0 0,0 0-1 0 0,0 0 0 0 0,0 0 1 0 0,0 0-1 0 0,0 0 0 0 0,0 0 1 0 0,0 0-1 0 0,-1-1 0 0 0,1 1 1 0 0,0 0-1 0 0,0 0 0 0 0,0 0 1 0 0,0 0-1 0 0,0 0 0 0 0,0-1 1 0 0,0 1-1 0 0,0 0 0 0 0,0 0 1 0 0,0 0-1 0 0,0 0 0 0 0,0 0 1 0 0,0-1-1 0 0,0 1 1 0 0,0 0-1 0 0,0 0 0 0 0,0 0 1 0 0,0 0-1 0 0,0 0 0 0 0,0-1 1 0 0,0 1-1 0 0,0 0 0 0 0,0 0 1 0 0,0 0-1 0 0,0 0 0 0 0,0 0 1 0 0,0 0-1 0 0,1-1 0 0 0,10-6 13 0 0,18-5-22 0 0,1 1 8 0 0,18-6 0 0 0,0 1 0 0 0,87-15 0 0 0,-129 30 0 0 0,1 1 0 0 0,-1-1 0 0 0,1 1 0 0 0,-1 1 0 0 0,0-1 0 0 0,10 3 0 0 0,-14-3 0 0 0,-1 0 0 0 0,1 1 0 0 0,0-1 0 0 0,-1 1 0 0 0,0-1 0 0 0,1 1 0 0 0,-1 0 0 0 0,1 0 0 0 0,-1-1 0 0 0,0 1 0 0 0,1 0 0 0 0,-1 0 0 0 0,0 0 0 0 0,0 1 0 0 0,0-1 0 0 0,0 0 0 0 0,0 0 0 0 0,0 1 0 0 0,0-1 0 0 0,0 0 0 0 0,-1 1 0 0 0,1-1 0 0 0,0 1 0 0 0,-1-1 0 0 0,1 1 0 0 0,-1-1 0 0 0,0 1 0 0 0,1-1 0 0 0,-1 1 0 0 0,0 0 0 0 0,0 1 0 0 0,-1 7 29 0 0,0 0 0 0 0,-1 0-1 0 0,-1-1 1 0 0,1 1 0 0 0,-1-1 0 0 0,-1 1-1 0 0,0-1 1 0 0,-6 12 0 0 0,3-7 159 0 0,0 0 1 0 0,-4 18-1 0 0,10-31-182 0 0,1-1 0 0 0,0 1-1 0 0,0 0 1 0 0,0 0-1 0 0,-1-1 1 0 0,1 1 0 0 0,0 0-1 0 0,0-1 1 0 0,0 1 0 0 0,0 0-1 0 0,0 0 1 0 0,0-1 0 0 0,0 1-1 0 0,1 0 1 0 0,-1 0 0 0 0,0-1-1 0 0,0 1 1 0 0,0 0 0 0 0,1-1-1 0 0,-1 1 1 0 0,0 0 0 0 0,1-1-1 0 0,-1 1 1 0 0,1 0-1 0 0,-1-1 1 0 0,1 1 0 0 0,-1-1-1 0 0,1 1 1 0 0,-1-1 0 0 0,1 1-1 0 0,0 0 1 0 0,1 0-129 0 0,0-1 1 0 0,0 1 0 0 0,0-1-1 0 0,0 1 1 0 0,0-1-1 0 0,-1 1 1 0 0,1-1-1 0 0,0 0 1 0 0,0 0-1 0 0,4-1 1 0 0,4 1-5408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35.8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25 232 3679 0 0,'-2'-2'157'0'0,"0"1"0"0"0,0-1-1 0 0,0 0 1 0 0,1 0-1 0 0,-1 0 1 0 0,1 0 0 0 0,-1 0-1 0 0,1 0 1 0 0,0 0-1 0 0,0-1 1 0 0,0 1 0 0 0,0 0-1 0 0,-1-4 1 0 0,1 1 341 0 0,0 0 0 0 0,0-1 0 0 0,1 1 0 0 0,-1-1 0 0 0,2-9 0 0 0,0 3 289 0 0,1 1 0 0 0,0 0 0 0 0,1 0 0 0 0,0 0 0 0 0,7-14 0 0 0,-6 16-517 0 0,0 0 0 0 0,1 1 0 0 0,7-10 0 0 0,-10 15-216 0 0,0 1 0 0 0,0 0 0 0 0,0-1 0 0 0,0 1-1 0 0,0 0 1 0 0,0 0 0 0 0,1 0 0 0 0,-1 0 0 0 0,1 1 0 0 0,0-1 0 0 0,-1 1 0 0 0,1 0 0 0 0,0-1 0 0 0,4 0 0 0 0,-6 2-54 0 0,1 0 0 0 0,-1 0 0 0 0,1 0 0 0 0,-1 1 0 0 0,1-1 0 0 0,-1 0 0 0 0,1 1 0 0 0,-1-1 0 0 0,0 1 0 0 0,1-1 0 0 0,-1 1 0 0 0,0 0 0 0 0,1-1 0 0 0,-1 1 0 0 0,0 0 0 0 0,0 0 0 0 0,0 0 0 0 0,1 0 0 0 0,-1 0 0 0 0,0 0 0 0 0,0 0 0 0 0,-1 1 0 0 0,1-1 0 0 0,0 0 0 0 0,0 0 0 0 0,0 1 0 0 0,-1-1 0 0 0,1 2 0 0 0,2 4 0 0 0,0-1 0 0 0,0 1 0 0 0,-1 0 0 0 0,2 10 0 0 0,-2 5-9 0 0,0 0 0 0 0,-2 0-1 0 0,0 0 1 0 0,-2 0 0 0 0,-4 24-1 0 0,1-2 2 0 0,5-44 8 0 0,0 0 0 0 0,0 0 0 0 0,0 0 0 0 0,0 1 0 0 0,0-1 0 0 0,0 0 0 0 0,-1 0 0 0 0,1 0 0 0 0,0 1 0 0 0,0-1 0 0 0,0 0 0 0 0,0 0 0 0 0,0 0 0 0 0,0 1 0 0 0,0-1 0 0 0,0 0 0 0 0,0 0 0 0 0,0 1 0 0 0,0-1 0 0 0,0 0 0 0 0,0 0 0 0 0,0 0 0 0 0,1 1 0 0 0,-1-1 0 0 0,0 0 0 0 0,0 0 0 0 0,0 0 0 0 0,0 0 0 0 0,0 1 0 0 0,0-1 0 0 0,0 0 0 0 0,1 0 0 0 0,-1 0 0 0 0,0 0 0 0 0,0 1 0 0 0,0-1 0 0 0,0 0 0 0 0,1 0 0 0 0,-1 0 0 0 0,0 0 0 0 0,0 0 0 0 0,0 0 0 0 0,0 0 0 0 0,1 0 0 0 0,-1 0 0 0 0,0 0 0 0 0,0 1 0 0 0,1-1 0 0 0,-1 0 0 0 0,0 0 0 0 0,12-10 0 0 0,11-18 0 0 0,-6 2 0 0 0,16-33 0 0 0,-27 47 0 0 0,-1-1 0 0 0,0 1 0 0 0,-1-1 0 0 0,0 0 0 0 0,2-18 0 0 0,-6 29 0 0 0,1-1 0 0 0,-1 1 0 0 0,0 0 0 0 0,0-1 0 0 0,0 1 0 0 0,0 0 0 0 0,0-1 0 0 0,-1 1 0 0 0,1 0 0 0 0,-1-1 0 0 0,-1-2 0 0 0,2 5 0 0 0,0 0 0 0 0,0 0 0 0 0,0 0 0 0 0,0 0 0 0 0,-1 0 0 0 0,1 0 0 0 0,0 0 0 0 0,0 0 0 0 0,0 0 0 0 0,-1 0 0 0 0,1 0 0 0 0,0 0 0 0 0,0 0 0 0 0,0 0 0 0 0,-1 0 0 0 0,1 0 0 0 0,0 0 0 0 0,0 0 0 0 0,0 0 0 0 0,0 1 0 0 0,-1-1 0 0 0,1 0 0 0 0,0 0 0 0 0,0 0 0 0 0,0 0 0 0 0,0 0 0 0 0,-1 0 0 0 0,1 0 0 0 0,0 1 0 0 0,0-1 0 0 0,0 0 0 0 0,0 0 0 0 0,0 0 0 0 0,0 0 0 0 0,0 1 0 0 0,0-1 0 0 0,-1 0 0 0 0,1 0 0 0 0,0 0 0 0 0,0 1 0 0 0,0-1 0 0 0,-5 9 0 0 0,0 2 7 0 0,1 1-1 0 0,0 0 0 0 0,1 0 1 0 0,-3 18-1 0 0,5-23-3 0 0,0 0 0 0 0,1-1 0 0 0,0 1 0 0 0,0 0 0 0 0,0-1 0 0 0,1 1 0 0 0,0 0 0 0 0,0-1-1 0 0,1 1 1 0 0,2 6 0 0 0,-3-12-2 0 0,-1 1-1 0 0,1-1 1 0 0,0 1-1 0 0,-1-1 1 0 0,1 0-1 0 0,0 0 1 0 0,0 1-1 0 0,0-1 1 0 0,0 0-1 0 0,0 0 1 0 0,1 0-1 0 0,-1 0 1 0 0,0 0-1 0 0,0 0 1 0 0,1 0-1 0 0,-1-1 1 0 0,0 1-1 0 0,1 0 1 0 0,2 0-1 0 0,-2 0 2 0 0,1-1 0 0 0,-1 0 0 0 0,1 0 0 0 0,0 0-1 0 0,-1 0 1 0 0,1 0 0 0 0,-1 0 0 0 0,1-1 0 0 0,-1 1 0 0 0,1-1-1 0 0,2-1 1 0 0,3-1 4 0 0,0-1-1 0 0,0 0 0 0 0,0 0 1 0 0,0-1-1 0 0,11-9 0 0 0,-10 6-5 0 0,-1 1 0 0 0,0-1 0 0 0,0-1 0 0 0,-1 1 0 0 0,0-1 0 0 0,10-19 0 0 0,-14 24 0 0 0,0-1 0 0 0,-1 0 0 0 0,0 0 0 0 0,0-1 0 0 0,-1 1 0 0 0,1 0 0 0 0,-1-1 0 0 0,0 1 0 0 0,0 0 0 0 0,-1-1 0 0 0,0 1 0 0 0,0-1 0 0 0,0 1 0 0 0,-1-1 0 0 0,-2-10 0 0 0,3 15 14 0 0,0 0 1 0 0,0 1-1 0 0,0-1 0 0 0,0 0 0 0 0,-1 0 1 0 0,1 1-1 0 0,0-1 0 0 0,-1 0 0 0 0,1 0 0 0 0,0 1 1 0 0,-1-1-1 0 0,1 0 0 0 0,-1 1 0 0 0,1-1 1 0 0,-1 0-1 0 0,0 1 0 0 0,1-1 0 0 0,-1 1 0 0 0,1-1 1 0 0,-1 1-1 0 0,-1-1 0 0 0,2 1 17 0 0,-1 0-1 0 0,1 0 1 0 0,-1 0-1 0 0,1 0 1 0 0,-1 1-1 0 0,1-1 1 0 0,-1 0 0 0 0,0 0-1 0 0,1 0 1 0 0,-1 1-1 0 0,1-1 1 0 0,0 0-1 0 0,-1 1 1 0 0,1-1-1 0 0,-1 0 1 0 0,1 1 0 0 0,-1-1-1 0 0,1 0 1 0 0,0 1-1 0 0,-1-1 1 0 0,1 1-1 0 0,-1 0 1 0 0,-2 4 201 0 0,0 0 1 0 0,0 0-1 0 0,1 1 0 0 0,-3 6 1 0 0,-2 9-96 0 0,-7 42 0 0 0,12-52-140 0 0,0 0 1 0 0,1 0-1 0 0,1 1 0 0 0,0-1 1 0 0,3 19-1 0 0,-3-27-97 0 0,1 1 0 0 0,0 0 0 0 0,0-1 0 0 0,0 0 0 0 0,1 1 0 0 0,-1-1 0 0 0,1 0 0 0 0,-1 1-1 0 0,1-1 1 0 0,0 0 0 0 0,0 0 0 0 0,1-1 0 0 0,-1 1 0 0 0,4 3 0 0 0,9 4-5819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36.4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366 494 7367 0 0,'-2'-1'110'0'0,"-1"-1"-1"0"0,1 0 1 0 0,0 1-1 0 0,-1 0 1 0 0,1-1-1 0 0,-1 1 1 0 0,1 0-1 0 0,-1 0 1 0 0,0 1-1 0 0,1-1 1 0 0,-1 1-1 0 0,-3-1 0 0 0,-1 1 339 0 0,-1 0 0 0 0,1 0-1 0 0,-9 3 1 0 0,10-2-264 0 0,-11 2 239 0 0,-1 0 0 0 0,0 2 0 0 0,1 0 0 0 0,0 2 0 0 0,0-1 1 0 0,1 2-1 0 0,0 0 0 0 0,0 1 0 0 0,1 1 0 0 0,0 0 0 0 0,1 1 1 0 0,0 1-1 0 0,0 0 0 0 0,2 1 0 0 0,-13 15 0 0 0,22-24-318 0 0,0 1-1 0 0,0-1 1 0 0,0 1-1 0 0,1 0 1 0 0,0 0-1 0 0,0 0 1 0 0,-3 10-1 0 0,5-14-88 0 0,-1 0-1 0 0,1 1 0 0 0,0-1 1 0 0,0 1-1 0 0,0-1 0 0 0,0 0 1 0 0,0 1-1 0 0,0-1 0 0 0,0 1 1 0 0,1-1-1 0 0,-1 0 0 0 0,0 1 1 0 0,1-1-1 0 0,-1 0 1 0 0,1 0-1 0 0,-1 1 0 0 0,1-1 1 0 0,0 0-1 0 0,-1 0 0 0 0,1 0 1 0 0,0 1-1 0 0,0-1 0 0 0,0 0 1 0 0,0 0-1 0 0,0-1 0 0 0,0 1 1 0 0,0 0-1 0 0,0 0 0 0 0,1 0 1 0 0,-1-1-1 0 0,0 1 1 0 0,0 0-1 0 0,1-1 0 0 0,1 1 1 0 0,2 1-9 0 0,2-1 0 0 0,-1 0 0 0 0,0 0 1 0 0,0 0-1 0 0,0-1 0 0 0,0 0 0 0 0,0 0 1 0 0,1-1-1 0 0,10-2 0 0 0,3-2-10 0 0,30-11 0 0 0,-26 8 3 0 0,0-2 0 0 0,25-14 0 0 0,-43 21 0 0 0,0 0 0 0 0,0-1 0 0 0,0 0 0 0 0,-1-1 0 0 0,0 1 0 0 0,0-1 0 0 0,0 0 0 0 0,0 0 0 0 0,-1-1 0 0 0,0 1 0 0 0,0-1 0 0 0,0 0 0 0 0,3-7 0 0 0,-6 9 0 0 0,0 1 0 0 0,0-1 0 0 0,-1 0 0 0 0,0 1 0 0 0,1-1 0 0 0,-1 0 0 0 0,0 0 0 0 0,-1 1 0 0 0,1-1 0 0 0,-1 0 0 0 0,1 0 0 0 0,-1 1 0 0 0,0-1 0 0 0,-3-5 0 0 0,4 7 0 0 0,-1 1 0 0 0,0-1 0 0 0,1 0 0 0 0,-1 1 0 0 0,0-1 0 0 0,0 1 0 0 0,0-1 0 0 0,0 1 0 0 0,-1-1 0 0 0,1 1 0 0 0,0 0 0 0 0,0 0 0 0 0,-1 0 0 0 0,1-1 0 0 0,-1 1 0 0 0,1 1 0 0 0,-1-1 0 0 0,1 0 0 0 0,-1 0 0 0 0,0 0 0 0 0,1 1 0 0 0,-1-1 0 0 0,0 1 0 0 0,1-1 0 0 0,-1 1 0 0 0,0 0 0 0 0,0 0 0 0 0,0 0 0 0 0,1 0 0 0 0,-1 0 0 0 0,0 0 0 0 0,-2 1 0 0 0,1 0 0 0 0,0 0 0 0 0,0 1-1 0 0,0-1 1 0 0,0 1 0 0 0,0 0 0 0 0,1 0-1 0 0,-1 0 1 0 0,1 0 0 0 0,-1 0 0 0 0,1 1-1 0 0,0-1 1 0 0,0 1 0 0 0,0-1 0 0 0,0 1-1 0 0,0 0 1 0 0,-1 4 0 0 0,-3 4 14 0 0,1 1 1 0 0,1-1-1 0 0,-3 14 1 0 0,4-17 5 0 0,2 1 1 0 0,-1 0-1 0 0,1-1 1 0 0,0 1 0 0 0,1 0-1 0 0,0 0 1 0 0,0-1-1 0 0,3 16 1 0 0,-2-22-13 0 0,-1 1-1 0 0,1-1 1 0 0,0 1 0 0 0,-1-1-1 0 0,1 1 1 0 0,1-1 0 0 0,-1 0-1 0 0,0 0 1 0 0,0 0 0 0 0,1 0-1 0 0,-1 0 1 0 0,1 0 0 0 0,0 0-1 0 0,-1 0 1 0 0,1 0 0 0 0,0-1-1 0 0,0 1 1 0 0,0-1-1 0 0,0 1 1 0 0,1-1 0 0 0,-1 0-1 0 0,0 0 1 0 0,0 0 0 0 0,1 0-1 0 0,-1 0 1 0 0,1 0 0 0 0,-1-1-1 0 0,1 1 1 0 0,-1-1 0 0 0,1 0-1 0 0,-1 0 1 0 0,1 0 0 0 0,-1 0-1 0 0,4 0 1 0 0,4-2-5 0 0,-1 1 0 0 0,1-2 1 0 0,0 1-1 0 0,-1-1 0 0 0,0-1 0 0 0,1 1 0 0 0,15-11 1 0 0,57-41 154 0 0,-81 54-154 0 0,33-23 76 0 0,-2-2 0 0 0,36-38 1 0 0,-55 50-69 0 0,-1 0 0 0 0,0-1 0 0 0,-1-1 0 0 0,-1 0 0 0 0,0-1 0 0 0,-1 1 0 0 0,8-24 0 0 0,-7 12-12 0 0,-1-2 0 0 0,-1 1 0 0 0,-1-1 0 0 0,-2 0 0 0 0,-1 0 0 0 0,-1-1 0 0 0,-2 1 0 0 0,-3-38 0 0 0,1 60 0 0 0,0 0 0 0 0,-1 0-1 0 0,-4-12 1 0 0,5 17 1 0 0,0 1 0 0 0,0-1 0 0 0,0 0 0 0 0,0 1 0 0 0,-1-1 0 0 0,1 1 0 0 0,-1 0 0 0 0,0 0 0 0 0,0-1-1 0 0,0 1 1 0 0,0 0 0 0 0,0 1 0 0 0,-4-4 0 0 0,5 4 5 0 0,0 1-1 0 0,0 0 0 0 0,0-1 1 0 0,-1 1-1 0 0,1 0 0 0 0,0 0 1 0 0,0 0-1 0 0,-1 0 0 0 0,1 0 1 0 0,0 0-1 0 0,0 0 1 0 0,-1 0-1 0 0,1 1 0 0 0,0-1 1 0 0,0 0-1 0 0,0 1 0 0 0,-1-1 1 0 0,1 1-1 0 0,0-1 0 0 0,0 1 1 0 0,0-1-1 0 0,0 1 1 0 0,0 0-1 0 0,0 0 0 0 0,0 0 1 0 0,0-1-1 0 0,-1 3 0 0 0,-3 2 20 0 0,0 0 0 0 0,1 1 0 0 0,-6 7 0 0 0,-2 6 56 0 0,1 0 1 0 0,1 0 0 0 0,1 1-1 0 0,1 0 1 0 0,0 0 0 0 0,2 1 0 0 0,0 0-1 0 0,1 0 1 0 0,1 1 0 0 0,1-1 0 0 0,1 1-1 0 0,2 38 1 0 0,1-44-56 0 0,1 0 0 0 0,0-1 0 0 0,1 1 0 0 0,1-1 0 0 0,1 0-1 0 0,0 0 1 0 0,1 0 0 0 0,0 0 0 0 0,1-1 0 0 0,1 0 0 0 0,0-1 0 0 0,1 1 0 0 0,0-2 0 0 0,1 1 0 0 0,1-1-1 0 0,0-1 1 0 0,0 0 0 0 0,16 11 0 0 0,-20-16-233 0 0,8 5-5608 0 0,-6-3-971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39.7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598 70 1887 0 0,'-16'-5'245'0'0,"4"0"-637"0"0,14 3-59 0 0,9-1-173 0 0,157-20 460 0 0,-113 17 166 0 0,239-17 206 0 0,-279 22-164 0 0,-10 0-16 0 0,0 1-1 0 0,1 0 1 0 0,-1-1 0 0 0,0 2-1 0 0,0-1 1 0 0,0 1 0 0 0,0-1-1 0 0,0 1 1 0 0,8 3-1 0 0,-12-4-24 0 0,-1 0-1 0 0,0 1 1 0 0,0-1-1 0 0,0 0 0 0 0,0 0 1 0 0,0 0-1 0 0,0 0 0 0 0,0 0 1 0 0,0 0-1 0 0,0 0 0 0 0,0 0 1 0 0,0 1-1 0 0,0-1 0 0 0,0 0 1 0 0,0 0-1 0 0,0 0 1 0 0,0 0-1 0 0,0 0 0 0 0,1 0 1 0 0,-1 1-1 0 0,-1-1 0 0 0,1 0 1 0 0,0 0-1 0 0,0 0 0 0 0,0 0 1 0 0,0 0-1 0 0,0 0 0 0 0,0 1 1 0 0,0-1-1 0 0,0 0 0 0 0,0 0 1 0 0,0 0-1 0 0,0 0 1 0 0,0 0-1 0 0,0 0 0 0 0,0 0 1 0 0,0 0-1 0 0,0 1 0 0 0,0-1 1 0 0,-1 0-1 0 0,1 0 0 0 0,0 0 1 0 0,0 0-1 0 0,0 0 0 0 0,0 0 1 0 0,0 0-1 0 0,0 0 0 0 0,0 0 1 0 0,-1 0-1 0 0,1 0 1 0 0,0 0-1 0 0,0 0 0 0 0,0 0 1 0 0,0 0-1 0 0,0 0 0 0 0,0 0 1 0 0,-1 0-1 0 0,1 0 0 0 0,-8 3 51 0 0,-23 4 23 0 0,-1-2 0 0 0,1-1 0 0 0,-40 0 0 0 0,25-2-49 0 0,-212 11 574 0 0,-52 4 115 0 0,278-15-602 0 0,-1 1 219 0 0,1-1 0 0 0,-52-5-1 0 0,164-8-300 0 0,-1 6-70 0 0,352-19 76 0 0,-163 19-176 0 0,-103-1 138 0 0,-216 17 162 0 0,-569 65-336 0 0,537-67 216 0 0,-199 7 31 0 0,104-8 92 0 0,166-7 60 0 0,20 0-32 0 0,21-1-29 0 0,452-37-214 0 0,-186 11 4 0 0,-265 23 46 0 0,-10 1 2 0 0,1 0 0 0 0,0 2 1 0 0,-1 0-1 0 0,1 1 0 0 0,26 5 1 0 0,-47-6-3 0 0,0 0 1 0 0,0 0 0 0 0,0 0-1 0 0,0 0 1 0 0,0 0-1 0 0,0 0 1 0 0,0 0 0 0 0,0 0-1 0 0,0 0 1 0 0,0 0-1 0 0,0 0 1 0 0,0 0 0 0 0,0 0-1 0 0,0 0 1 0 0,0 0 0 0 0,0 0-1 0 0,0 0 1 0 0,-1 1-1 0 0,1-1 1 0 0,0 0 0 0 0,0 0-1 0 0,0 0 1 0 0,0 0-1 0 0,0 0 1 0 0,0 0 0 0 0,0 0-1 0 0,0 0 1 0 0,0 0-1 0 0,0 0 1 0 0,0 0 0 0 0,0 0-1 0 0,0 0 1 0 0,0 0-1 0 0,0 0 1 0 0,0 0 0 0 0,1 0-1 0 0,-1 0 1 0 0,0 0 0 0 0,0 0-1 0 0,0 0 1 0 0,0 0-1 0 0,0 0 1 0 0,0 1 0 0 0,0-1-1 0 0,0 0 1 0 0,0 0-1 0 0,0 0 1 0 0,0 0 0 0 0,0 0-1 0 0,0 0 1 0 0,0 0-1 0 0,0 0 1 0 0,0 0 0 0 0,0 0-1 0 0,0 0 1 0 0,0 0-1 0 0,0 0 1 0 0,0 0 0 0 0,0 0-1 0 0,0 0 1 0 0,-7 2-19 0 0,-9 2-24 0 0,-136 11-22 0 0,-161 26 132 0 0,112 10-4 0 0,147-34-11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43.9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69 167 1919 0 0,'0'-1'2'0'0,"1"0"-1"0"0,0-1 0 0 0,0 1 1 0 0,-1 0-1 0 0,1-1 0 0 0,-1 1 1 0 0,1-1-1 0 0,-1 1 0 0 0,0 0 1 0 0,0-1-1 0 0,1 1 0 0 0,-1-1 1 0 0,0 1-1 0 0,0-1 0 0 0,0 1 1 0 0,-1-1-1 0 0,1 1 0 0 0,0-1 1 0 0,0 1-1 0 0,-1-1 0 0 0,1 1 1 0 0,-1 0-1 0 0,1-1 0 0 0,-1 1 1 0 0,-1-2-1 0 0,2 2 17 0 0,-1 0-1 0 0,1 1 0 0 0,-1-1 1 0 0,0 0-1 0 0,1 1 1 0 0,-1-1-1 0 0,0 1 0 0 0,1-1 1 0 0,-1 1-1 0 0,0-1 0 0 0,0 1 1 0 0,0-1-1 0 0,1 1 1 0 0,-1 0-1 0 0,0-1 0 0 0,0 1 1 0 0,0 0-1 0 0,-1 0 1 0 0,-17-2 493 0 0,14 2-300 0 0,3-1-64 0 0,0 1-1 0 0,-1 0 1 0 0,1 0-1 0 0,0 0 1 0 0,0 0-1 0 0,-1 0 1 0 0,1 1-1 0 0,0-1 0 0 0,0 1 1 0 0,-1-1-1 0 0,-1 2 1 0 0,4-2-132 0 0,0 0 0 0 0,0 1 1 0 0,0-1-1 0 0,0 0 0 0 0,0 0 0 0 0,0 0 1 0 0,0 0-1 0 0,1 1 0 0 0,-1-1 0 0 0,0 0 1 0 0,0 0-1 0 0,0 0 0 0 0,0 0 1 0 0,0 1-1 0 0,1-1 0 0 0,-1 0 0 0 0,0 0 1 0 0,0 0-1 0 0,0 0 0 0 0,1 0 0 0 0,-1 0 1 0 0,0 0-1 0 0,0 0 0 0 0,1 0 1 0 0,-1 0-1 0 0,0 0 0 0 0,0 0 0 0 0,0 0 1 0 0,1 0-1 0 0,-1 0 0 0 0,0 0 0 0 0,0 0 1 0 0,1 0-1 0 0,-1 0 0 0 0,0 0 1 0 0,11 1 50 0 0,20-4 316 0 0,-1-2 0 0 0,51-14 0 0 0,57-26 608 0 0,-135 44-988 0 0,152-48 1294 0 0,-136 47-904 0 0,-19 2-388 0 0,0 0 0 0 0,0 0 1 0 0,0 0-1 0 0,0 0 0 0 0,0 0 0 0 0,0 0 1 0 0,0 0-1 0 0,1 0 0 0 0,-1 0 0 0 0,0 0 0 0 0,0 0 1 0 0,0 0-1 0 0,0 0 0 0 0,0 0 0 0 0,0 0 1 0 0,0 0-1 0 0,0 0 0 0 0,0 0 0 0 0,0 0 1 0 0,0 1-1 0 0,0-1 0 0 0,1 0 0 0 0,-1 0 0 0 0,0 0 1 0 0,0 0-1 0 0,0 0 0 0 0,0 0 0 0 0,0 0 1 0 0,0 0-1 0 0,0 0 0 0 0,0 0 0 0 0,0 0 1 0 0,0 1-1 0 0,0-1 0 0 0,0 0 0 0 0,0 0 0 0 0,0 0 1 0 0,0 0-1 0 0,0 0 0 0 0,0 0 0 0 0,0 0 1 0 0,0 0-1 0 0,0 0 0 0 0,0 0 0 0 0,0 1 1 0 0,0-1-1 0 0,0 0 0 0 0,0 0 0 0 0,-8 7 84 0 0,-13 4 221 0 0,-37 16 1 0 0,24-13-88 0 0,-36 20 112 0 0,-41 17-168 0 0,107-50-166 0 0,5-3 43 0 0,6-6 122 0 0,13-8 122 0 0,-11 9-117 0 0,0 1 1 0 0,1 0-1 0 0,0 1 0 0 0,0 0 0 0 0,18-5 1 0 0,-21 8-247 0 0,0 0 1 0 0,-1 1-1 0 0,1 0 1 0 0,0 0-1 0 0,0 0 1 0 0,0 1 0 0 0,0 0-1 0 0,0 1 1 0 0,-1 0-1 0 0,11 2 1 0 0,5 2-4072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44.3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13 1751 0 0,'11'-5'160'0'0,"-3"2"-160"0"0,-4 0 0 0 0,-2 1 0 0 0,-1 2 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44.6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0 118 455 0 0,'34'-59'54'0'0,"-32"55"286"0"0,-1 0 0 0 0,-1 0-1 0 0,1 0 1 0 0,0 0 0 0 0,-1 0 0 0 0,0 0 0 0 0,0 0 0 0 0,0 0 0 0 0,-1 0 0 0 0,1 0 0 0 0,-2-5-1 0 0,2 9-295 0 0,0 0 0 0 0,0-1 0 0 0,0 1-1 0 0,0 0 1 0 0,0 0 0 0 0,0-1-1 0 0,0 1 1 0 0,0 0 0 0 0,-1 0 0 0 0,1-1-1 0 0,0 1 1 0 0,0 0 0 0 0,0 0-1 0 0,0 0 1 0 0,0-1 0 0 0,-1 1 0 0 0,1 0-1 0 0,0 0 1 0 0,0 0 0 0 0,0 0 0 0 0,-1-1-1 0 0,1 1 1 0 0,0 0 0 0 0,0 0-1 0 0,-1 0 1 0 0,1 0 0 0 0,0 0 0 0 0,0 0-1 0 0,0 0 1 0 0,-1 0 0 0 0,1-1-1 0 0,0 1 1 0 0,-1 0 0 0 0,1 0 0 0 0,0 0-1 0 0,0 0 1 0 0,-1 0 0 0 0,1 0-1 0 0,0 1 1 0 0,0-1 0 0 0,-1 0 0 0 0,1 0-1 0 0,0 0 1 0 0,0 0 0 0 0,-1 0-1 0 0,1 0 1 0 0,0 0 0 0 0,0 0 0 0 0,0 1-1 0 0,-1-1 1 0 0,1 0 0 0 0,0 0 0 0 0,0 0-1 0 0,0 0 1 0 0,-1 1 0 0 0,1-1-1 0 0,0 0 1 0 0,0 0 0 0 0,0 1 0 0 0,0-1-1 0 0,0 0 1 0 0,0 0 0 0 0,-1 1-1 0 0,1-1 1 0 0,-8 16 1122 0 0,6-10-1063 0 0,1 0 0 0 0,0-1 0 0 0,0 1 1 0 0,1 0-1 0 0,-1-1 0 0 0,1 1 0 0 0,0 0 0 0 0,2 10 0 0 0,1-7-65 0 0,0 1 0 0 0,0-1 1 0 0,0 0-1 0 0,7 12 0 0 0,-2-6 116 0 0,-1 0 0 0 0,7 25 0 0 0,-12-35-117 0 0,-1 0 1 0 0,0 0-1 0 0,0 0 1 0 0,-1 1-1 0 0,1-1 1 0 0,-1 0-1 0 0,0 0 1 0 0,-1 1-1 0 0,1-1 1 0 0,-1 0-1 0 0,0 0 1 0 0,-3 7-1 0 0,4-11-15 0 0,-1 0 0 0 0,1 1 0 0 0,-1-1 0 0 0,1 0 0 0 0,0 0 0 0 0,-1 0 0 0 0,1 1 0 0 0,0-1-1 0 0,0 0 1 0 0,0 0 0 0 0,0 1 0 0 0,0-1 0 0 0,0 0 0 0 0,0 0 0 0 0,0 0 0 0 0,1 3 0 0 0,0-3-221 0 0,0 0 1 0 0,0 0-1 0 0,0 0 1 0 0,0-1-1 0 0,0 1 1 0 0,0 0-1 0 0,0 0 0 0 0,0-1 1 0 0,0 1-1 0 0,0 0 1 0 0,0-1-1 0 0,0 1 1 0 0,1-1-1 0 0,-1 1 1 0 0,0-1-1 0 0,2 0 1 0 0,3 2-3096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44.9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11 153 1375 0 0,'-1'-1'106'0'0,"0"0"-1"0"0,0-1 0 0 0,0 1 1 0 0,0 0-1 0 0,0-1 0 0 0,0 1 1 0 0,1-1-1 0 0,-1 1 0 0 0,0-1 1 0 0,1 0-1 0 0,0 1 0 0 0,-1-1 1 0 0,1 1-1 0 0,0-1 0 0 0,0 0 1 0 0,-1 1-1 0 0,1-1 0 0 0,1 0 1 0 0,-1 1-1 0 0,0-1 0 0 0,0 0 1 0 0,1 1-1 0 0,-1-1 0 0 0,1 1 1 0 0,-1-1-1 0 0,1 1 0 0 0,-1-1 1 0 0,1 1-1 0 0,0-1 0 0 0,0 1 1 0 0,0-1-1 0 0,0 1 0 0 0,0 0 1 0 0,0 0-1 0 0,2-2 0 0 0,-1 1 40 0 0,1 1-1 0 0,-1 0 0 0 0,0-1 0 0 0,1 1 0 0 0,-1 0 0 0 0,1 0 1 0 0,-1 0-1 0 0,1 1 0 0 0,-1-1 0 0 0,1 1 0 0 0,0-1 0 0 0,-1 1 1 0 0,4 0-1 0 0,38 3 278 0 0,-25-1-277 0 0,29 1 907 0 0,0-2 1 0 0,83-10-1 0 0,-107 5-574 0 0,34-10 0 0 0,-49 11-405 0 0,1-1 1 0 0,-1 1-1 0 0,0-2 0 0 0,0 1 1 0 0,0-1-1 0 0,10-8 0 0 0,-18 12-72 0 0,0 0 0 0 0,0 0-1 0 0,0 0 1 0 0,0 1 0 0 0,0-1-1 0 0,0 0 1 0 0,-1 0 0 0 0,1 0-1 0 0,0 0 1 0 0,-1 0 0 0 0,1 0 0 0 0,-1 0-1 0 0,1-1 1 0 0,-1 1 0 0 0,1 0-1 0 0,-1 0 1 0 0,0 0 0 0 0,1-3-1 0 0,-1 4 0 0 0,0 0 0 0 0,0-1 0 0 0,-1 1 0 0 0,1 0 0 0 0,0-1 0 0 0,0 1 0 0 0,0-1 0 0 0,0 1 0 0 0,0 0 0 0 0,-1-1 0 0 0,1 1-1 0 0,0 0 1 0 0,0 0 0 0 0,0-1 0 0 0,-1 1 0 0 0,1 0 0 0 0,0 0 0 0 0,-1-1 0 0 0,1 1 0 0 0,0 0 0 0 0,0 0 0 0 0,-1-1 0 0 0,1 1 0 0 0,-2 0 0 0 0,1-1 0 0 0,0 1 0 0 0,0 0 0 0 0,0 0 0 0 0,0 0 0 0 0,0 0 0 0 0,0 0 0 0 0,0 0 0 0 0,-1 0 0 0 0,1 0 0 0 0,-1 0 0 0 0,1 0-15 0 0,1 0-1 0 0,-1 1 0 0 0,1-1 1 0 0,-1 0-1 0 0,1 0 0 0 0,-1 0 1 0 0,1 1-1 0 0,-1-1 0 0 0,1 0 1 0 0,-1 1-1 0 0,1-1 0 0 0,-1 0 0 0 0,1 1 1 0 0,0-1-1 0 0,-1 0 0 0 0,1 1 1 0 0,0-1-1 0 0,-1 1 0 0 0,1-1 1 0 0,0 1-1 0 0,-1-1 0 0 0,1 1 1 0 0,0-1-1 0 0,0 2 0 0 0,0 4-408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3:45.9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18 126 1375 0 0,'0'-1'136'0'0,"0"1"0"0"0,-1-1 0 0 0,1 0 0 0 0,-1 0 0 0 0,1 0 0 0 0,-1 1 0 0 0,1-1 0 0 0,-1 0 0 0 0,1 1 0 0 0,-1-1 0 0 0,0 0-1 0 0,1 1 1 0 0,-1-1 0 0 0,0 1 0 0 0,-1-1 0 0 0,-6-7 2008 0 0,8 7-2104 0 0,0 1-1 0 0,1-1 1 0 0,-1 1 0 0 0,0 0-1 0 0,0-1 1 0 0,0 1 0 0 0,1 0 0 0 0,-1-1-1 0 0,0 1 1 0 0,0 0 0 0 0,1-1 0 0 0,-1 1-1 0 0,0 0 1 0 0,0 0 0 0 0,1-1-1 0 0,-1 1 1 0 0,0 0 0 0 0,1 0 0 0 0,-1 0-1 0 0,0-1 1 0 0,1 1 0 0 0,-1 0-1 0 0,1 0 1 0 0,-1 0 0 0 0,0 0 0 0 0,1 0-1 0 0,-1 0 1 0 0,0 0 0 0 0,1 0 0 0 0,-1 0-1 0 0,1 0 1 0 0,0 0 0 0 0,288-55 4096 0 0,-68 17-2596 0 0,-206 35-1851 0 0,24-1 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0.3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359 55 575 0 0,'1'-8'323'0'0,"0"1"0"0"0,0 0 0 0 0,1 0 0 0 0,5-14 0 0 0,-6 17 54 0 0,-18 57 3030 0 0,-16 86-2076 0 0,-32 371-901 0 0,41-294 146 0 0,-8-1-1 0 0,-63 216 1 0 0,40-249-397 0 0,8-29-181 0 0,44-136-124 0 0,4-10-241 0 0,-1-7 349 0 0,0 0 0 0 0,0 1-1 0 0,0-1 1 0 0,0 0 0 0 0,0 0 0 0 0,0 0 0 0 0,0 0 0 0 0,0 0-1 0 0,1 0 1 0 0,-1 0 0 0 0,0 0 0 0 0,0 0 0 0 0,0 0 0 0 0,0 0 0 0 0,0 0-1 0 0,0 1 1 0 0,0-1 0 0 0,1 0 0 0 0,-1 0 0 0 0,0 0 0 0 0,0 0-1 0 0,0 0 1 0 0,0 0 0 0 0,0 0 0 0 0,1 0 0 0 0,-1 0 0 0 0,0 0 0 0 0,0-1-1 0 0,0 1 1 0 0,0 0 0 0 0,0 0 0 0 0,0 0 0 0 0,1 0 0 0 0,-1 0-1 0 0,0 0 1 0 0,0 0 0 0 0,0 0 0 0 0,0 0 0 0 0,0 0 0 0 0,0 0 0 0 0,1-1-1 0 0,0-1-566 0 0,1-3-86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0.7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34 14 919 0 0,'-1'-1'87'0'0,"0"0"0"0"0,1 0 0 0 0,-1 0 0 0 0,0 0 0 0 0,0 0 0 0 0,0 0 0 0 0,0 0-1 0 0,0 1 1 0 0,0-1 0 0 0,0 0 0 0 0,0 0 0 0 0,0 1 0 0 0,-2-2 0 0 0,2 2-28 0 0,1 0 0 0 0,-1 0 1 0 0,1 0-1 0 0,0 0 1 0 0,-1-1-1 0 0,1 1 0 0 0,-1 0 1 0 0,1 0-1 0 0,-1 0 0 0 0,1 0 1 0 0,-1 0-1 0 0,1 0 1 0 0,-1 0-1 0 0,1 1 0 0 0,-1-1 1 0 0,1 0-1 0 0,-1 0 0 0 0,1 0 1 0 0,-1 0-1 0 0,1 1 1 0 0,-1-1-1 0 0,1 0 0 0 0,0 0 1 0 0,-1 1-1 0 0,1-1 0 0 0,-1 0 1 0 0,1 1-1 0 0,0-1 1 0 0,-1 0-1 0 0,1 1 0 0 0,0-1 1 0 0,0 1-1 0 0,-1-1 0 0 0,1 0 1 0 0,0 1-1 0 0,0-1 1 0 0,-1 1-1 0 0,1-1 0 0 0,0 1 1 0 0,0 0-1 0 0,-1 2 121 0 0,1 0 0 0 0,-1-1 0 0 0,1 1 0 0 0,0 0 0 0 0,0 0 0 0 0,0 0 0 0 0,0 0 0 0 0,0 0 0 0 0,2 5 0 0 0,8 28 892 0 0,-5-22-635 0 0,6 25 508 0 0,-3-11-258 0 0,1 1-1 0 0,23 48 1 0 0,-29-70-584 0 0,1 0 0 0 0,0-1-1 0 0,0 1 1 0 0,1-1 0 0 0,0 0-1 0 0,0 0 1 0 0,0 0 0 0 0,1-1-1 0 0,-1 0 1 0 0,1 0 0 0 0,1-1 0 0 0,-1 1-1 0 0,1-1 1 0 0,-1 0 0 0 0,15 5-1 0 0,-16-8-45 0 0,1 0-1 0 0,-1 0 1 0 0,1-1-1 0 0,-1 0 0 0 0,1 0 1 0 0,-1 0-1 0 0,1 0 1 0 0,-1-1-1 0 0,1 0 0 0 0,-1 0 1 0 0,0-1-1 0 0,1 1 1 0 0,-1-1-1 0 0,0 0 0 0 0,0 0 1 0 0,7-5-1 0 0,8-5 155 0 0,-1 0 0 0 0,27-25 0 0 0,57-53 366 0 0,14-11-90 0 0,-105 91-493 0 0,15-13-645 0 0,-26 19-2854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1.9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374 34 2303 0 0,'-1'-23'814'0'0,"1"23"-788"0"0,0-1 1 0 0,0 1-1 0 0,0 0 1 0 0,0-1 0 0 0,0 1-1 0 0,0-1 1 0 0,0 1-1 0 0,0-1 1 0 0,0 1-1 0 0,0 0 1 0 0,-1-1 0 0 0,1 1-1 0 0,0-1 1 0 0,0 1-1 0 0,0 0 1 0 0,-1-1 0 0 0,1 1-1 0 0,0 0 1 0 0,-1-1-1 0 0,1 1 1 0 0,0 0-1 0 0,-1-1 1 0 0,1 1 0 0 0,0 0-1 0 0,-1 0 1 0 0,1-1-1 0 0,0 1 1 0 0,-1 0 0 0 0,1 0-1 0 0,-1 0 1 0 0,1 0-1 0 0,0-1 1 0 0,-1 1 0 0 0,1 0-1 0 0,-1 0 1 0 0,1 0-1 0 0,-1 0 1 0 0,1 0-1 0 0,0 0 1 0 0,-1 0 0 0 0,1 0-1 0 0,-1 0 1 0 0,1 0-1 0 0,-1 0 1 0 0,1 1 0 0 0,0-1-1 0 0,-1 0 1 0 0,0 0 8 0 0,1 0 0 0 0,-1 0 0 0 0,1 0 1 0 0,-1 1-1 0 0,1-1 0 0 0,0 0 0 0 0,-1 0 0 0 0,1 0 1 0 0,-1 1-1 0 0,1-1 0 0 0,0 0 0 0 0,-1 0 0 0 0,1 1 1 0 0,0-1-1 0 0,-1 0 0 0 0,1 1 0 0 0,0-1 0 0 0,-1 0 1 0 0,1 1-1 0 0,0-1 0 0 0,-1 0 0 0 0,1 1 0 0 0,0-1 1 0 0,0 1-1 0 0,0-1 0 0 0,0 1 0 0 0,-1-1 0 0 0,1 1 1 0 0,0-1-1 0 0,0 0 0 0 0,0 1 0 0 0,0-1 0 0 0,0 1 1 0 0,0-1-1 0 0,0 1 0 0 0,0-1 0 0 0,0 1 0 0 0,0-1 1 0 0,0 1-1 0 0,1-1 0 0 0,-1 0 0 0 0,0 1 0 0 0,0-1 1 0 0,0 1-1 0 0,1-1 0 0 0,-1 1 0 0 0,0-1 0 0 0,0 0 0 0 0,1 1 1 0 0,-1-1-1 0 0,0 0 0 0 0,1 1 0 0 0,2 1 191 0 0,-1 0-1 0 0,1 0 0 0 0,0 0 0 0 0,0 0 1 0 0,3 1-1 0 0,-5-3-192 0 0,0 1 31 0 0,0-1 0 0 0,0 1 0 0 0,0-1 0 0 0,0 0 0 0 0,0 1 0 0 0,-1 0 0 0 0,1-1 0 0 0,0 1 0 0 0,0 0 0 0 0,0-1 0 0 0,0 1 0 0 0,-1 0 0 0 0,1 0 0 0 0,0-1 0 0 0,-1 1 0 0 0,1 0 0 0 0,-1 0 0 0 0,1 0 0 0 0,-1 0 0 0 0,1 0 0 0 0,-1 0 0 0 0,0 0 0 0 0,1 0 0 0 0,-1 0 1 0 0,0 0-1 0 0,0 0 0 0 0,0 0 0 0 0,0 2 0 0 0,-1 0 9 0 0,0 1 1 0 0,0-1 0 0 0,0 1-1 0 0,-1-1 1 0 0,1 0 0 0 0,-1 1-1 0 0,-3 2 1 0 0,5-4-84 0 0,-52 81 530 0 0,-47 85 1130 0 0,72-113-1319 0 0,3 1-1 0 0,2 1 1 0 0,3 1 0 0 0,2 1 0 0 0,-13 89 0 0 0,28-138-307 0 0,1 1-1 0 0,1-1 1 0 0,-1 1-1 0 0,2 0 1 0 0,-1-1 0 0 0,4 15-1 0 0,-4-24-31 0 0,0-1-1 0 0,0 0 1 0 0,0 0-1 0 0,0 0 1 0 0,0 1-1 0 0,0-1 1 0 0,0 0-1 0 0,0 0 1 0 0,0 1-1 0 0,0-1 1 0 0,0 0 0 0 0,0 0-1 0 0,1 0 1 0 0,-1 0-1 0 0,0 1 1 0 0,0-1-1 0 0,0 0 1 0 0,0 0-1 0 0,0 0 1 0 0,0 0-1 0 0,1 1 1 0 0,-1-1-1 0 0,0 0 1 0 0,0 0-1 0 0,0 0 1 0 0,0 0-1 0 0,1 0 1 0 0,-1 0-1 0 0,0 0 1 0 0,0 1-1 0 0,0-1 1 0 0,1 0-1 0 0,-1 0 1 0 0,0 0-1 0 0,0 0 1 0 0,0 0-1 0 0,1 0 1 0 0,5-6-319 0 0,3-14-756 0 0,-8 20 1059 0 0,10-30-2030 0 0,-2 0 0 0 0,11-50 0 0 0,1-65-1349 0 0,9-41 1782 0 0,15 6 2418 0 0,-42 170-312 0 0,0 0-1 0 0,1 0 1 0 0,0 1 0 0 0,0-1-1 0 0,1 1 1 0 0,0 0 0 0 0,0 0-1 0 0,1 0 1 0 0,9-9 0 0 0,-14 17-428 0 0,0 0 0 0 0,0 1 0 0 0,0-1 0 0 0,0 0 0 0 0,0 0 1 0 0,0 1-1 0 0,0-1 0 0 0,0 0 0 0 0,1 1 0 0 0,-1-1 0 0 0,0 1 0 0 0,0-1 1 0 0,1 1-1 0 0,-1 0 0 0 0,0 0 0 0 0,0-1 0 0 0,1 1 0 0 0,-1 0 0 0 0,0 0 1 0 0,1 0-1 0 0,-1 1 0 0 0,0-1 0 0 0,1 0 0 0 0,-1 0 0 0 0,0 1 0 0 0,0-1 0 0 0,1 1 1 0 0,-1-1-1 0 0,0 1 0 0 0,2 0 0 0 0,0 1 101 0 0,0 1 0 0 0,0-1 0 0 0,0 1 1 0 0,0-1-1 0 0,0 1 0 0 0,0 0 0 0 0,-1 0 0 0 0,5 6 0 0 0,-2 3 6 0 0,1-1-1 0 0,-2 1 1 0 0,0 0-1 0 0,0 0 0 0 0,-1 1 1 0 0,0-1-1 0 0,0 18 1 0 0,8 28 384 0 0,-3-30-209 0 0,1 0-1 0 0,2 0 0 0 0,0-1 0 0 0,2 0 1 0 0,1-1-1 0 0,33 46 0 0 0,-26-45-262 0 0,29 42 316 0 0,-42-57-329 0 0,-1 0 0 0 0,0 0 0 0 0,9 25 0 0 0,-16-35-63 0 0,1-1 0 0 0,-1 0 0 0 0,1 0 0 0 0,-1 0 0 0 0,0 1 0 0 0,1-1 0 0 0,-1 0 0 0 0,0 1 0 0 0,0-1 0 0 0,0 0 0 0 0,0 0 0 0 0,0 1 0 0 0,0-1 0 0 0,-1 0 0 0 0,1 1 0 0 0,0-1 0 0 0,-1 0 0 0 0,1 0 0 0 0,-1 1 0 0 0,1-1 0 0 0,-1 0 0 0 0,-1 2 0 0 0,1-2 0 0 0,-1 1 0 0 0,0-1 0 0 0,1 0 0 0 0,-1 0 0 0 0,0 0 0 0 0,0 0 0 0 0,0 0 0 0 0,0 0 0 0 0,0 0 0 0 0,0-1 0 0 0,0 1 0 0 0,-4 0 0 0 0,-86 25 0 0 0,27-7 0 0 0,35-11 0 0 0,-24 6 0 0 0,-75 11 0 0 0,124-24 0 0 0,-44 5 0 0 0,-96-1 0 0 0,142-5-44 0 0,1 0 0 0 0,0-1 0 0 0,0 1 1 0 0,0 0-1 0 0,-1-1 0 0 0,1 0 0 0 0,0 1 0 0 0,0-1 0 0 0,0 0 0 0 0,-4-2 0 0 0,6 2 23 0 0,0 1 0 0 0,-1 0 1 0 0,1-1-1 0 0,-1 1 0 0 0,1-1 0 0 0,0 1 0 0 0,-1-1 1 0 0,1 0-1 0 0,0 1 0 0 0,0-1 0 0 0,-1 1 1 0 0,1-1-1 0 0,0 0 0 0 0,0 1 0 0 0,0-1 0 0 0,0 1 1 0 0,0-1-1 0 0,0 0 0 0 0,0 1 0 0 0,0-1 1 0 0,0 0-1 0 0,0 1 0 0 0,0-1 0 0 0,0 1 0 0 0,0-1 1 0 0,0 0-1 0 0,1 1 0 0 0,-1-1 0 0 0,0 1 0 0 0,0-1 1 0 0,1 1-1 0 0,-1-1 0 0 0,0 0 0 0 0,1 1 1 0 0,-1-1-1 0 0,1 1 0 0 0,-1 0 0 0 0,1-1 0 0 0,0 0 1 0 0,3-4-1458 0 0,0 1-3106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3.2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139 150 1375 0 0,'-5'-21'99'0'0,"3"15"178"0"0,1-1 0 0 0,0 1 0 0 0,-1-11 0 0 0,2 14 180 0 0,1 0 0 0 0,-1 1 1 0 0,1-1-1 0 0,-1 0 0 0 0,1 1 0 0 0,0-1 0 0 0,0 0 0 0 0,0 1 0 0 0,1 0 1 0 0,-1-1-1 0 0,4-3 0 0 0,-2 1-221 0 0,1 0 0 0 0,0 1 0 0 0,1-1-1 0 0,4-3 1 0 0,-4 4-110 0 0,1 1-1 0 0,-1-1 1 0 0,1 1-1 0 0,-1 0 1 0 0,1 1-1 0 0,0 0 1 0 0,0 0-1 0 0,0 0 1 0 0,1 0-1 0 0,-1 1 1 0 0,0 0-1 0 0,1 0 1 0 0,-1 1-1 0 0,0 0 1 0 0,1 0-1 0 0,8 1 1 0 0,-10 0-38 0 0,-1 0 0 0 0,1 0 0 0 0,0 0 0 0 0,0 1 0 0 0,-1-1 0 0 0,1 1 0 0 0,-1 0 1 0 0,1 1-1 0 0,-1-1 0 0 0,0 1 0 0 0,0 0 0 0 0,0 0 0 0 0,0 0 0 0 0,0 0 0 0 0,-1 0 1 0 0,1 1-1 0 0,-1 0 0 0 0,0 0 0 0 0,0 0 0 0 0,-1 0 0 0 0,4 7 0 0 0,-3-2-42 0 0,1 1 0 0 0,-2 0 0 0 0,0-1 0 0 0,0 1 0 0 0,-1 0 0 0 0,0 0 0 0 0,0 0 0 0 0,-1 0 0 0 0,-1 0 0 0 0,-1 14 0 0 0,-3 1 60 0 0,0 0 0 0 0,-16 45 0 0 0,12-50-106 0 0,-16 30 0 0 0,17-36 0 0 0,0 1 0 0 0,2-1 0 0 0,-1 1 0 0 0,-4 21 0 0 0,10-35 0 0 0,1 0 0 0 0,0 0 0 0 0,-1 0 1 0 0,1 0-1 0 0,0 0 0 0 0,0 1 0 0 0,0-1 0 0 0,0 0 0 0 0,0 0 0 0 0,0 0 0 0 0,0 0 0 0 0,1 0 0 0 0,-1 1 0 0 0,0-1 0 0 0,0 0 0 0 0,1 0 0 0 0,-1 0 0 0 0,1 0 0 0 0,-1 0 0 0 0,1 0 1 0 0,0 1-1 0 0,0-1 0 0 0,0-1 0 0 0,0 1 0 0 0,0 0 0 0 0,0-1 0 0 0,0 1 0 0 0,0-1 0 0 0,0 1 0 0 0,0-1 0 0 0,0 0 0 0 0,1 1 0 0 0,-1-1 1 0 0,0 0-1 0 0,0 0 0 0 0,0 0 0 0 0,0 1 0 0 0,1-1 0 0 0,0-1 0 0 0,2 1-1 0 0,1-1-1 0 0,-1 1 1 0 0,0-1 0 0 0,1-1-1 0 0,-1 1 1 0 0,0-1 0 0 0,0 1-1 0 0,0-1 1 0 0,7-4 0 0 0,5-6 16 0 0,-1-2 0 0 0,0 1 0 0 0,0-2 0 0 0,23-31 0 0 0,-15 15-88 0 0,30-58 1 0 0,-35 56 62 0 0,-1-1 0 0 0,-1-1 0 0 0,-3 0 0 0 0,14-50 0 0 0,-27 83 25 0 0,1 0 0 0 0,-1 1 0 0 0,0-1 1 0 0,0 0-1 0 0,0 0 0 0 0,0 0 0 0 0,0 0 0 0 0,0 0 1 0 0,-1 0-1 0 0,1 0 0 0 0,-2-3 0 0 0,2 5-6 0 0,0 0-1 0 0,0-1 1 0 0,0 1-1 0 0,-1 0 0 0 0,1-1 1 0 0,0 1-1 0 0,0 0 1 0 0,-1 0-1 0 0,1-1 0 0 0,0 1 1 0 0,0 0-1 0 0,-1 0 1 0 0,1-1-1 0 0,0 1 0 0 0,-1 0 1 0 0,1 0-1 0 0,0 0 1 0 0,-1 0-1 0 0,1-1 1 0 0,0 1-1 0 0,-1 0 0 0 0,1 0 1 0 0,0 0-1 0 0,-1 0 1 0 0,0 0 3 0 0,0 0 0 0 0,0 1 1 0 0,0-1-1 0 0,0 0 0 0 0,0 0 1 0 0,0 1-1 0 0,0-1 1 0 0,1 1-1 0 0,-1-1 0 0 0,0 1 1 0 0,0-1-1 0 0,0 1 1 0 0,1-1-1 0 0,-2 2 0 0 0,-3 3 32 0 0,0 1-1 0 0,0 0 0 0 0,0 0 0 0 0,1 0 1 0 0,0 0-1 0 0,0 1 0 0 0,-4 10 1 0 0,-17 51 325 0 0,25-68-369 0 0,-9 31 321 0 0,2 1 1 0 0,0 0-1 0 0,-2 48 0 0 0,5 100 535 0 0,3-87-446 0 0,0 0-183 0 0,-6 122-118 0 0,3-177-112 0 0,-2 1 0 0 0,-1-1 1 0 0,-19 58-1 0 0,-20 28 35 0 0,37-105-25 0 0,0 0-1 0 0,-2-1 0 0 0,0 0 1 0 0,-17 21-1 0 0,25-36-6 0 0,0 1 0 0 0,0-1 0 0 0,0 0 0 0 0,-1 0 0 0 0,1 0 0 0 0,-1 0 0 0 0,0-1 0 0 0,0 1 0 0 0,0-1 0 0 0,0 0 0 0 0,0 0 0 0 0,-1-1 0 0 0,1 1 0 0 0,-9 0 0 0 0,7-1 0 0 0,0 0 0 0 0,0-1 0 0 0,-1 0 0 0 0,1-1 0 0 0,0 1 0 0 0,0-1 0 0 0,0-1 0 0 0,0 1 0 0 0,-12-5 0 0 0,7 1 0 0 0,-1 0 0 0 0,1-1 0 0 0,0-1 0 0 0,1 0 0 0 0,-1 0 0 0 0,1-1 0 0 0,1 0 0 0 0,0-1 0 0 0,0 0 0 0 0,-9-12 0 0 0,9 9-4 0 0,0-1-1 0 0,1 1 1 0 0,1-2-1 0 0,0 1 0 0 0,1-1 1 0 0,-7-21-1 0 0,11 29 4 0 0,0 0-1 0 0,1 0 0 0 0,0 0 0 0 0,1 0 1 0 0,-1 0-1 0 0,1 0 0 0 0,0 0 1 0 0,1 0-1 0 0,-1 0 0 0 0,1 0 1 0 0,0 0-1 0 0,1 0 0 0 0,0 0 1 0 0,0 0-1 0 0,0 0 0 0 0,0 1 1 0 0,1-1-1 0 0,5-7 0 0 0,2-1 2 0 0,1 1 0 0 0,0 1 0 0 0,1-1 0 0 0,1 2 0 0 0,25-19 0 0 0,76-40 0 0 0,113-38 0 0 0,-168 82 0 0 0,-50 22-50 0 0,9-4 107 0 0,-14 6-438 0 0,-6 2-569 0 0,-5 2-142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3.7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33 5983 0 0,'-4'-4'200'0'0,"0"-2"242"0"0,4 6-408 0 0,0 0 0 0 0,1 0 0 0 0,-1 0 0 0 0,0 0 0 0 0,0 0 0 0 0,0-1 0 0 0,0 1 0 0 0,0 0 0 0 0,1 0 0 0 0,-1 0 0 0 0,0 0 0 0 0,0 0 0 0 0,0 0 1 0 0,1 0-1 0 0,-1 0 0 0 0,0 0 0 0 0,0 0 0 0 0,0 0 0 0 0,0 0 0 0 0,1 0 0 0 0,-1 0 0 0 0,0 0 0 0 0,0 0 0 0 0,0 0 0 0 0,1 0 0 0 0,-1 0 0 0 0,0 0 0 0 0,0 0 0 0 0,0 0 0 0 0,1 0 0 0 0,-1 0 1 0 0,0 0-1 0 0,0 0 0 0 0,1 0 0 0 0,14 2 905 0 0,0-2 1 0 0,0 0-1 0 0,1 0 0 0 0,22-5 1 0 0,20-1 367 0 0,47-1-125 0 0,-51 2-1246 0 0,-39 5-1325 0 0,-10 1-3506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3.8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16 5983 0 0,'0'1'34'0'0,"0"-1"0"0"0,1 1-1 0 0,-1 0 1 0 0,0 0-1 0 0,1 0 1 0 0,-1 0 0 0 0,1-1-1 0 0,-1 1 1 0 0,1 0-1 0 0,-1 0 1 0 0,1-1 0 0 0,-1 1-1 0 0,1-1 1 0 0,0 1 0 0 0,-1 0-1 0 0,1-1 1 0 0,0 1-1 0 0,0-1 1 0 0,0 1 0 0 0,-1-1-1 0 0,1 0 1 0 0,0 1-1 0 0,0-1 1 0 0,0 0 0 0 0,0 0-1 0 0,-1 1 1 0 0,1-1-1 0 0,2 0 1 0 0,30 4 395 0 0,-28-4-329 0 0,15 1 456 0 0,-1-2-1 0 0,1 0 1 0 0,-1-1 0 0 0,37-8-1 0 0,-1-7-3090 0 0,-38 11-780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7.0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63 10591 0 0,'0'-1'54'0'0,"0"0"-1"0"0,1 1 0 0 0,-1-1 0 0 0,0 0 0 0 0,1 0 0 0 0,-1 1 0 0 0,1-1 1 0 0,-1 0-1 0 0,1 1 0 0 0,0-1 0 0 0,-1 1 0 0 0,1-1 0 0 0,-1 1 1 0 0,1-1-1 0 0,0 1 0 0 0,0-1 0 0 0,-1 1 0 0 0,1 0 0 0 0,0-1 1 0 0,0 1-1 0 0,-1 0 0 0 0,1-1 0 0 0,2 1 0 0 0,23-2 388 0 0,-15 1 52 0 0,174-20 2768 0 0,-102 9-1369 0 0,99-1 1 0 0,-180 13-1876 0 0,10 0 82 0 0,0 0 1 0 0,0 0-1 0 0,-1 2 1 0 0,1-1-1 0 0,20 6 1 0 0,-32-7-129 0 0,0 0 1 0 0,0 0 0 0 0,0 0 0 0 0,0 0 0 0 0,0 1 0 0 0,0-1 0 0 0,0 0 0 0 0,-1 0 0 0 0,1 0 0 0 0,0 0 0 0 0,0 0-1 0 0,0 0 1 0 0,0 0 0 0 0,0 0 0 0 0,0 0 0 0 0,0 0 0 0 0,0 0 0 0 0,0 1 0 0 0,0-1 0 0 0,0 0 0 0 0,0 0 0 0 0,0 0-1 0 0,-1 0 1 0 0,1 0 0 0 0,0 0 0 0 0,0 0 0 0 0,0 0 0 0 0,0 1 0 0 0,0-1 0 0 0,0 0 0 0 0,0 0 0 0 0,0 0 0 0 0,0 0-1 0 0,0 0 1 0 0,0 0 0 0 0,0 0 0 0 0,0 1 0 0 0,1-1 0 0 0,-1 0 0 0 0,0 0 0 0 0,0 0 0 0 0,0 0 0 0 0,0 0 0 0 0,0 0 0 0 0,0 0-1 0 0,0 0 1 0 0,0 0 0 0 0,0 1 0 0 0,0-1 0 0 0,0 0 0 0 0,0 0 0 0 0,0 0 0 0 0,1 0 0 0 0,-1 0 0 0 0,0 0 0 0 0,0 0-1 0 0,0 0 1 0 0,0 0 0 0 0,0 0 0 0 0,-8 3-6724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7.9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30 701 2303 0 0,'-2'-2'-6'0'0,"0"-1"148"0"0,-1 1 1 0 0,1-1-1 0 0,-1 0 0 0 0,1 0 0 0 0,0 0 0 0 0,0 0 0 0 0,1 0 0 0 0,-1 0 0 0 0,0 0 0 0 0,1-1 0 0 0,0 1 0 0 0,0-1 0 0 0,0 1 1 0 0,0-1-1 0 0,0 1 0 0 0,1-6 0 0 0,0 2 291 0 0,0 1 1 0 0,1 0-1 0 0,0-1 1 0 0,0 1-1 0 0,2-8 1 0 0,-2 13-302 0 0,-1 0 0 0 0,1-1 0 0 0,0 1 0 0 0,-1 0 0 0 0,1 0 0 0 0,0 0 1 0 0,-1-1-1 0 0,1 1 0 0 0,0 0 0 0 0,0 0 0 0 0,0 0 0 0 0,0 0 0 0 0,2-1 0 0 0,-2 2-36 0 0,-1-1 0 0 0,1 1 0 0 0,0 0-1 0 0,0 0 1 0 0,0-1 0 0 0,0 1 0 0 0,0 0-1 0 0,0 0 1 0 0,-1 0 0 0 0,1 0 0 0 0,0 0 0 0 0,0 0-1 0 0,0 0 1 0 0,0 0 0 0 0,0 0 0 0 0,0 1-1 0 0,0-1 1 0 0,0 0 0 0 0,-1 1 0 0 0,1-1-1 0 0,0 0 1 0 0,1 2 0 0 0,2 1 101 0 0,0 0 0 0 0,-1 1 0 0 0,1-1 0 0 0,-1 1 0 0 0,0 0 0 0 0,0 0 0 0 0,0 0 0 0 0,-1 1 0 0 0,1-1 1 0 0,-1 1-1 0 0,2 6 0 0 0,8 12 327 0 0,-8-15-440 0 0,1-1-1 0 0,0 1 0 0 0,1-1 1 0 0,-1 0-1 0 0,12 10 0 0 0,-15-15-70 0 0,0 0 1 0 0,0-1-1 0 0,0 1 0 0 0,1-1 0 0 0,-1 0 0 0 0,0 0 0 0 0,1 1 1 0 0,-1-1-1 0 0,1-1 0 0 0,-1 1 0 0 0,1 0 0 0 0,0-1 0 0 0,-1 1 1 0 0,1-1-1 0 0,0 0 0 0 0,-1 0 0 0 0,1 0 0 0 0,0 0 0 0 0,-1 0 1 0 0,1-1-1 0 0,-1 1 0 0 0,1-1 0 0 0,3-1 0 0 0,1-1-15 0 0,-1 0 1 0 0,0 0-1 0 0,-1-1 0 0 0,1 1 0 0 0,0-1 0 0 0,-1-1 1 0 0,0 1-1 0 0,0-1 0 0 0,0 0 0 0 0,-1 0 0 0 0,0 0 0 0 0,0-1 1 0 0,0 0-1 0 0,0 0 0 0 0,3-8 0 0 0,4-10-9 0 0,-1-1-1 0 0,10-40 1 0 0,-16 51 10 0 0,10-37 1 0 0,-3-1 0 0 0,-1 0 0 0 0,-3 0 0 0 0,-2-1 0 0 0,-3 0 0 0 0,-5-77 0 0 0,2 123 32 0 0,0 0 0 0 0,0 0 0 0 0,-1-1 0 0 0,-5-12 0 0 0,7 19-26 0 0,0-1-1 0 0,-1 1 0 0 0,1 0 1 0 0,-1 0-1 0 0,1 0 0 0 0,-1 0 1 0 0,1 0-1 0 0,-1 1 0 0 0,1-1 1 0 0,-1 0-1 0 0,0 0 0 0 0,0 0 1 0 0,1 0-1 0 0,-1 1 0 0 0,0-1 1 0 0,0 0-1 0 0,0 1 0 0 0,0-1 1 0 0,0 1-1 0 0,0-1 0 0 0,0 1 1 0 0,0-1-1 0 0,0 1 0 0 0,0 0 1 0 0,0-1-1 0 0,0 1 0 0 0,0 0 1 0 0,0 0-1 0 0,0 0 0 0 0,-1 0 1 0 0,1 0-1 0 0,0 0 0 0 0,0 0 1 0 0,0 0-1 0 0,0 0 0 0 0,0 1 1 0 0,0-1-1 0 0,0 0 0 0 0,0 1 1 0 0,0-1-1 0 0,-2 1 0 0 0,-2 3 53 0 0,0-1 0 0 0,0 1 0 0 0,1-1 0 0 0,-1 2 0 0 0,1-1-1 0 0,0 0 1 0 0,0 1 0 0 0,0-1 0 0 0,1 1 0 0 0,-4 7 0 0 0,-4 8 183 0 0,-11 28 1 0 0,20-44-216 0 0,-34 89 776 0 0,5 1 0 0 0,-38 194 0 0 0,55-195-115 0 0,4 1 0 0 0,4 154-1 0 0,36 187-97 0 0,-17-316-3038 0 0,-8-90-4479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8.1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16 219 7367 0 0,'-2'-3'265'0'0,"-10"-19"139"0"0,12 22-386 0 0,0 0 1 0 0,-1-1-1 0 0,1 1 1 0 0,0-1 0 0 0,0 1-1 0 0,0-1 1 0 0,-1 1-1 0 0,1-1 1 0 0,0 1 0 0 0,0-1-1 0 0,0 1 1 0 0,0-1-1 0 0,0 1 1 0 0,0-1-1 0 0,0 1 1 0 0,0-1 0 0 0,0 1-1 0 0,0-1 1 0 0,0 1-1 0 0,1-1 1 0 0,-1 1 0 0 0,0-1-1 0 0,0 1 1 0 0,0-1-1 0 0,1 1 1 0 0,-1 0 0 0 0,0-1-1 0 0,0 1 1 0 0,1-1-1 0 0,-1 1 1 0 0,0 0 0 0 0,1-1-1 0 0,-1 1 1 0 0,1 0-1 0 0,-1-1 1 0 0,0 1 0 0 0,1 0-1 0 0,0-1 1 0 0,14-5 409 0 0,21-11 0 0 0,0 0-374 0 0,183-58 431 0 0,-79 30-1591 0 0,-91 28-2169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8.3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264 95 4143 0 0,'20'-68'538'0'0,"-14"42"1758"0"0,-8 26-347 0 0,-4 4-893 0 0,-5 8 219 0 0,-29 54 1229 0 0,-42 93 1 0 0,80-156-2444 0 0,-81 182 1841 0 0,67-144-1469 0 0,2 2 0 0 0,-13 68-1 0 0,24-97-472 0 0,1 0-1 0 0,1 1 1 0 0,1-1-1 0 0,1 18 1 0 0,2-9-486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8.7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1 265 7367 0 0,'1'-13'285'0'0,"0"3"-113"0"0,0 1-1 0 0,4-19 1 0 0,-4 25-194 0 0,0 0-1 0 0,0 0 1 0 0,1 0 0 0 0,-1 0 0 0 0,1 0-1 0 0,-1 0 1 0 0,1 1 0 0 0,0-1 0 0 0,0 1-1 0 0,0-1 1 0 0,1 1 0 0 0,-1 0 0 0 0,3-2-1 0 0,9-7 144 0 0,131-86 1634 0 0,-128 88-1226 0 0,0 0-1 0 0,1 1 0 0 0,0 1 0 0 0,0 1 0 0 0,1 0 0 0 0,-1 1 0 0 0,21-2 1 0 0,-33 7-380 0 0,1-1 0 0 0,-1 1 1 0 0,0 0-1 0 0,0 0 1 0 0,1 1-1 0 0,-1 0 1 0 0,0 0-1 0 0,0 1 1 0 0,0-1-1 0 0,0 1 0 0 0,0 0 1 0 0,9 5-1 0 0,-11-4-95 0 0,-1-1 0 0 0,1 1 0 0 0,0 0 0 0 0,-1 0 0 0 0,0 0 0 0 0,1 0 0 0 0,-1 1 0 0 0,0 0 0 0 0,-1-1 0 0 0,1 1 0 0 0,-1 0 0 0 0,0 0 0 0 0,0 0 0 0 0,0 1 0 0 0,0-1 0 0 0,-1 0 0 0 0,2 8 0 0 0,-1 0-21 0 0,-1-1-1 0 0,0 1 0 0 0,-1-1 1 0 0,0 0-1 0 0,-1 1 0 0 0,0-1 1 0 0,-1 1-1 0 0,0-1 0 0 0,-1 0 1 0 0,-1 0-1 0 0,-7 19 0 0 0,1-9 31 0 0,0-1 1 0 0,-2 0-1 0 0,0-1 0 0 0,-28 34 0 0 0,30-42-80 0 0,0 0-1 0 0,-1-1 0 0 0,0 0 1 0 0,-15 11-1 0 0,31-26 31 0 0,-1 0-1 0 0,1 0 1 0 0,4-7-1 0 0,3-3-15 0 0,212-273-1780 0 0,-202 258 1791 0 0,-10 14 195 0 0,-1-1 0 0 0,9-18-1 0 0,-41 71 984 0 0,-28 39-1 0 0,29-45-892 0 0,0-2-92 0 0,-50 81 324 0 0,57-87-438 0 0,1 0-1 0 0,2 2 1 0 0,-9 23-1 0 0,18-43-83 0 0,0-1-1 0 0,0 0 0 0 0,1 0 1 0 0,-1 1-1 0 0,1-1 1 0 0,-1 0-1 0 0,1 0 0 0 0,0 1 1 0 0,0-1-1 0 0,1 0 1 0 0,-1 1-1 0 0,1-1 0 0 0,-1 0 1 0 0,1 0-1 0 0,0 1 1 0 0,0-1-1 0 0,1 0 0 0 0,-1 0 1 0 0,4 5-1 0 0,-3-5-1 0 0,1 0 0 0 0,0 0 0 0 0,0 0 0 0 0,0 0 0 0 0,1 0 0 0 0,-1-1 0 0 0,1 1 0 0 0,-1-1 0 0 0,1 0 0 0 0,0 0 0 0 0,0 0 0 0 0,0-1 0 0 0,0 1 0 0 0,0-1 0 0 0,4 1 0 0 0,2 0-217 0 0,0-1-1 0 0,0 1 0 0 0,0-2 1 0 0,0 1-1 0 0,0-1 0 0 0,0-1 1 0 0,0 0-1 0 0,0 0 0 0 0,0-1 1 0 0,0 0-1 0 0,0-1 0 0 0,-1 0 1 0 0,1 0-1 0 0,-1-1 0 0 0,16-9 1 0 0,-12 2-5918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8.93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38 123 5983 0 0,'-10'-1'321'0'0,"-15"-4"-35"0"0,23 3-32 0 0,15 1 261 0 0,56-3 1357 0 0,0-3-1 0 0,90-20 0 0 0,-82 13-814 0 0,8-1-527 0 0,125-25-1343 0 0,-188 34-4143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9.2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252 106 4607 0 0,'-2'-14'144'0'0,"1"7"-45"0"0,0 0 0 0 0,0 0 0 0 0,1 0 0 0 0,0-1 1 0 0,0 1-1 0 0,2-11 0 0 0,-2 16 39 0 0,1 0 0 0 0,0 1 0 0 0,-1-1 0 0 0,1 1 0 0 0,0-1 0 0 0,0 1-1 0 0,0-1 1 0 0,0 1 0 0 0,0-1 0 0 0,0 1 0 0 0,0 0 0 0 0,1-1 0 0 0,-1 1 0 0 0,0 0 0 0 0,1 0 0 0 0,-1 0 0 0 0,1 0 0 0 0,-1 0 0 0 0,1 1 0 0 0,-1-1 0 0 0,1 0 0 0 0,0 1 0 0 0,-1-1 0 0 0,1 1 0 0 0,0-1 0 0 0,0 1 0 0 0,-1 0 0 0 0,1 0 0 0 0,0 0 0 0 0,0 0 0 0 0,2 0-1 0 0,2 1 290 0 0,0-1-1 0 0,0 1 1 0 0,0 0-1 0 0,0 1 1 0 0,0-1-1 0 0,-1 1 1 0 0,11 5-1 0 0,-3 0-45 0 0,0 1-1 0 0,-1 0 0 0 0,0 1 1 0 0,-1 0-1 0 0,0 1 1 0 0,0 0-1 0 0,-1 1 0 0 0,-1 0 1 0 0,0 1-1 0 0,0 0 0 0 0,-1 0 1 0 0,0 1-1 0 0,-1 0 1 0 0,-1 0-1 0 0,7 19 0 0 0,-6-11-164 0 0,-2 1 0 0 0,0-1 0 0 0,-1 1 0 0 0,-1 0 1 0 0,-1 1-1 0 0,-1-1 0 0 0,-1 0 0 0 0,0 0 0 0 0,-7 34 0 0 0,-4 0 2 0 0,-3-1 0 0 0,-2 0 0 0 0,-3-1 0 0 0,-50 102 0 0 0,17-60-74 0 0,-107 146-1 0 0,24-70-1175 0 0,127-161 555 0 0,-42 49-7150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21.7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547 22 7831 0 0,'1'-2'91'0'0,"0"2"-41"0"0,-1-1-1 0 0,1 0 0 0 0,0 0 1 0 0,-1 0-1 0 0,1 0 1 0 0,-1 0-1 0 0,1 0 0 0 0,-1 0 1 0 0,0 0-1 0 0,1 0 1 0 0,-1-1-1 0 0,0 1 1 0 0,0 0-1 0 0,1-2 0 0 0,-2 3-67 0 0,1 0 0 0 0,-1-1-1 0 0,1 1 1 0 0,0 0-1 0 0,-1 0 1 0 0,1 0 0 0 0,-1-1-1 0 0,1 1 1 0 0,-1 0 0 0 0,1 0-1 0 0,-1 0 1 0 0,1 0-1 0 0,-1 0 1 0 0,1 0 0 0 0,-1 0-1 0 0,1 0 1 0 0,-1 0-1 0 0,0 0 1 0 0,-12 11-363 0 0,-30 37 1249 0 0,-53 76 0 0 0,58-72 313 0 0,-81 86 0 0 0,72-95-1105 0 0,-103 70 0 0 0,141-108-84 0 0,7-3-5 0 0,-1-1 0 0 0,0 1 0 0 0,1-1 0 0 0,-1 1 0 0 0,1 0 0 0 0,0 0 0 0 0,0 0-1 0 0,-1 0 1 0 0,1 1 0 0 0,-3 4 0 0 0,5-7 10 0 0,0 1 0 0 0,0-1 0 0 0,0 1 0 0 0,0-1 0 0 0,0 1 0 0 0,0-1 0 0 0,0 1 0 0 0,0-1 0 0 0,0 1 0 0 0,0-1 0 0 0,0 1 0 0 0,0-1 0 0 0,0 0 0 0 0,1 1-1 0 0,-1-1 1 0 0,0 1 0 0 0,0-1 0 0 0,1 1 0 0 0,-1-1 0 0 0,0 0 0 0 0,0 1 0 0 0,1-1 0 0 0,-1 0 0 0 0,0 1 0 0 0,1-1 0 0 0,-1 0 0 0 0,0 1 0 0 0,1-1 0 0 0,-1 0 0 0 0,1 0 0 0 0,-1 0 0 0 0,1 1-1 0 0,-1-1 1 0 0,0 0 0 0 0,2 0 0 0 0,18 5-65 0 0,2-3-15 0 0,1-1 0 0 0,36-3 1 0 0,48-11-132 0 0,-82 10 213 0 0,15-3 71 0 0,296-28 885 0 0,-324 34-975 0 0,-1 0 0 0 0,13 3 0 0 0,-5 0-240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21.8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 15 6911 0 0,'-7'1'300'0'0,"5"-1"-269"0"0,0 0 0 0 0,0 0-1 0 0,1 0 1 0 0,-1 0 0 0 0,0 1 0 0 0,0-1-1 0 0,0 0 1 0 0,1 1 0 0 0,-1 0 0 0 0,0-1 0 0 0,1 1-1 0 0,-1 0 1 0 0,1 0 0 0 0,-1 0 0 0 0,-2 2-1 0 0,4-3 14 0 0,0 0 0 0 0,0 1 0 0 0,0-1 0 0 0,0 1 0 0 0,0-1 0 0 0,0 0 0 0 0,0 1 0 0 0,0-1 0 0 0,1 0 0 0 0,-1 1-1 0 0,0-1 1 0 0,0 0 0 0 0,0 1 0 0 0,0-1 0 0 0,1 0 0 0 0,-1 1 0 0 0,0-1 0 0 0,0 0 0 0 0,1 0 0 0 0,-1 1 0 0 0,0-1-1 0 0,0 0 1 0 0,1 0 0 0 0,-1 1 0 0 0,0-1 0 0 0,1 0 0 0 0,11 8 512 0 0,-10-7-442 0 0,6 3 67 0 0,-1 0-1 0 0,1-1 1 0 0,0 0-1 0 0,0-1 1 0 0,0 0-1 0 0,0 0 1 0 0,1 0-1 0 0,-1-1 1 0 0,1-1-1 0 0,10 1 0 0 0,13-3 530 0 0,44-7-1 0 0,-47 5-482 0 0,135-23 138 0 0,-95 10-4438 0 0,-44 10-10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22.2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233 114 2759 0 0,'-1'-2'49'0'0,"1"1"0"0"0,-1 0 0 0 0,0-1-1 0 0,0 1 1 0 0,0 0 0 0 0,0-1 0 0 0,0 1-1 0 0,-1 0 1 0 0,1 0 0 0 0,0 0 0 0 0,0 0-1 0 0,-1 0 1 0 0,1 1 0 0 0,-1-1-1 0 0,1 0 1 0 0,0 0 0 0 0,-1 1 0 0 0,1-1-1 0 0,-1 1 1 0 0,0 0 0 0 0,1-1 0 0 0,-1 1-1 0 0,1 0 1 0 0,-1 0 0 0 0,0 0 0 0 0,1 0-1 0 0,-1 0 1 0 0,1 0 0 0 0,-1 1-1 0 0,-3 0 1 0 0,-3 1 391 0 0,-1 1 0 0 0,1 0-1 0 0,0 1 1 0 0,-11 6 0 0 0,16-9-411 0 0,-8 5 360 0 0,0 1 0 0 0,1 0 0 0 0,-1 0 0 0 0,1 1 0 0 0,1 1 0 0 0,0-1 0 0 0,0 1 1 0 0,1 1-1 0 0,0 0 0 0 0,-8 12 0 0 0,13-17-218 0 0,1-1-1 0 0,-1 1 1 0 0,1 0 0 0 0,0 0 0 0 0,0 0 0 0 0,0 0-1 0 0,1 0 1 0 0,0 0 0 0 0,0 0 0 0 0,0 0 0 0 0,1 0 0 0 0,0 1-1 0 0,0-1 1 0 0,0 0 0 0 0,0 0 0 0 0,1 1 0 0 0,0-1-1 0 0,0 0 1 0 0,0 0 0 0 0,1 0 0 0 0,0 0 0 0 0,0 0 0 0 0,0 0-1 0 0,0-1 1 0 0,1 1 0 0 0,0-1 0 0 0,4 6 0 0 0,0-3-52 0 0,0 1 0 0 0,0-1 1 0 0,0-1-1 0 0,1 0 0 0 0,0 0 1 0 0,1 0-1 0 0,-1-1 1 0 0,1 0-1 0 0,0-1 0 0 0,1 1 1 0 0,-1-2-1 0 0,17 5 0 0 0,-6-3-72 0 0,0-2 0 0 0,0 0-1 0 0,0-1 1 0 0,0-1 0 0 0,28-2 0 0 0,-24-1-41 0 0,0-2 1 0 0,0-1 0 0 0,0 0 0 0 0,0-2 0 0 0,-1-1-1 0 0,0-1 1 0 0,-1 0 0 0 0,0-2 0 0 0,28-18 0 0 0,-43 24-2 0 0,0 1 1 0 0,-1-1-1 0 0,0 0 0 0 0,0-1 1 0 0,0 1-1 0 0,-1-1 1 0 0,1 0-1 0 0,6-12 1 0 0,-9 14-4 0 0,-1 0 0 0 0,0 0 0 0 0,0-1 0 0 0,-1 1 0 0 0,1-1 0 0 0,-1 1 0 0 0,0-1 0 0 0,0 0 0 0 0,0 1 0 0 0,-1-1-1 0 0,0 0 1 0 0,0 1 0 0 0,0-1 0 0 0,0 0 0 0 0,-1 1 0 0 0,-1-7 0 0 0,-1 0-2 0 0,-1 1 0 0 0,0-1 0 0 0,-1 1-1 0 0,0 0 1 0 0,-1 0 0 0 0,0 0 0 0 0,0 1 0 0 0,-1 0 0 0 0,0 0-1 0 0,-1 0 1 0 0,0 1 0 0 0,0 1 0 0 0,-17-13 0 0 0,11 10 1 0 0,-1 0 1 0 0,-1 1-1 0 0,0 1 0 0 0,0 0 1 0 0,0 1-1 0 0,-1 1 1 0 0,0 0-1 0 0,-18-2 1 0 0,19 5 2 0 0,0 1 0 0 0,0 1-1 0 0,0 1 1 0 0,0 0 0 0 0,0 1 0 0 0,1 0 0 0 0,-1 2-1 0 0,0-1 1 0 0,1 2 0 0 0,-1 0 0 0 0,1 1 0 0 0,0 1-1 0 0,-22 12 1 0 0,-28 21-4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5.1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7 443 3223 0 0,'0'0'8'0'0,"0"0"-1"0"0,0 0 1 0 0,0 0-1 0 0,-1 0 1 0 0,1-1-1 0 0,0 1 1 0 0,0 0-1 0 0,0 0 1 0 0,0 0-1 0 0,0 0 0 0 0,0 0 1 0 0,0 0-1 0 0,0 0 1 0 0,-1 0-1 0 0,1-1 1 0 0,0 1-1 0 0,0 0 1 0 0,0 0-1 0 0,0 0 0 0 0,0 0 1 0 0,0 0-1 0 0,-1 0 1 0 0,1 0-1 0 0,0 0 1 0 0,0 0-1 0 0,0 0 1 0 0,0 0-1 0 0,0 0 1 0 0,-1 0-1 0 0,1 0 0 0 0,0 0 1 0 0,0 0-1 0 0,0 0 1 0 0,0 0-1 0 0,0 0 1 0 0,-1 0-1 0 0,1 0 1 0 0,0 0-1 0 0,0 0 1 0 0,0 1-1 0 0,-1 5 660 0 0,4 10 874 0 0,-1-10-1129 0 0,1 1 1 0 0,1-1 0 0 0,-1 0 0 0 0,1 0-1 0 0,0-1 1 0 0,0 1 0 0 0,0-1 0 0 0,1 0-1 0 0,0 0 1 0 0,0 0 0 0 0,1-1 0 0 0,-1 1-1 0 0,1-1 1 0 0,6 3 0 0 0,-3-3-255 0 0,0 0 0 0 0,0 0-1 0 0,1-1 1 0 0,-1 0 0 0 0,1-1 0 0 0,0 0 0 0 0,-1 0-1 0 0,1-1 1 0 0,15 0 0 0 0,-12-2-139 0 0,0 1 1 0 0,0-2-1 0 0,0 0 1 0 0,0 0-1 0 0,-1-1 0 0 0,1-1 1 0 0,-1 0-1 0 0,14-6 0 0 0,-17 6-13 0 0,0-1-1 0 0,-1-1 0 0 0,1 1 0 0 0,-1-1 1 0 0,0 0-1 0 0,0-1 0 0 0,-1 0 0 0 0,0 0 1 0 0,0-1-1 0 0,-1 0 0 0 0,6-9 0 0 0,-3 1-5 0 0,0-1 0 0 0,-1 0 0 0 0,0-1 0 0 0,-2 0 0 0 0,0 0 0 0 0,-1 0 0 0 0,-1-1 0 0 0,2-19 0 0 0,-4 16 0 0 0,0 0 0 0 0,-2 0 0 0 0,0 0 0 0 0,-2 0 0 0 0,-1 0 0 0 0,-8-35 0 0 0,9 49 2 0 0,0 1 0 0 0,0 0 0 0 0,-1 0 0 0 0,-1 0 0 0 0,1 0 0 0 0,-1 0 0 0 0,0 1 0 0 0,-5-7 0 0 0,7 11 7 0 0,1 0 0 0 0,-1 1-1 0 0,1-1 1 0 0,-1 1 0 0 0,0-1-1 0 0,1 1 1 0 0,-1 0-1 0 0,0 0 1 0 0,0 0 0 0 0,0 0-1 0 0,0 0 1 0 0,0 0-1 0 0,0 0 1 0 0,0 1 0 0 0,0-1-1 0 0,-1 1 1 0 0,1-1 0 0 0,0 1-1 0 0,0 0 1 0 0,0 0-1 0 0,-1 0 1 0 0,1 0 0 0 0,0 0-1 0 0,0 0 1 0 0,0 1 0 0 0,0-1-1 0 0,-1 1 1 0 0,1 0-1 0 0,0 0 1 0 0,0-1 0 0 0,0 1-1 0 0,-3 2 1 0 0,-2 2 61 0 0,1-1 1 0 0,0 1-1 0 0,0 1 0 0 0,0-1 1 0 0,1 1-1 0 0,0 0 0 0 0,0 0 1 0 0,0 0-1 0 0,1 0 0 0 0,-6 12 0 0 0,-2 7 152 0 0,-15 42 0 0 0,9-11 43 0 0,2 1 0 0 0,3 0-1 0 0,-8 83 1 0 0,13-43 213 0 0,6 123 0 0 0,6 296 525 0 0,-4-291-1593 0 0,-2-205-1726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5.3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1 205 5063 0 0,'0'0'38'0'0,"0"-1"0"0"0,-1 0-1 0 0,1 0 1 0 0,0 1-1 0 0,0-1 1 0 0,0 0-1 0 0,0 0 1 0 0,0 1-1 0 0,1-1 1 0 0,-1 0 0 0 0,0 0-1 0 0,0 1 1 0 0,0-1-1 0 0,1 0 1 0 0,-1 1-1 0 0,0-1 1 0 0,1 0 0 0 0,-1 1-1 0 0,0-1 1 0 0,1 0-1 0 0,0 0 1 0 0,14-11 783 0 0,-4 4-451 0 0,5-4 176 0 0,-1 1 1 0 0,2 1-1 0 0,0 0 1 0 0,0 1 0 0 0,1 1-1 0 0,0 1 1 0 0,26-8-1 0 0,14 1 549 0 0,65-7-1 0 0,-62 9-1908 0 0,64-20 0 0 0,-102 24-3545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5.6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306 43 5527 0 0,'0'-4'53'0'0,"0"0"15"0"0,-1 0 1 0 0,1 0-1 0 0,-1 0 1 0 0,0 0-1 0 0,0 0 0 0 0,0 0 1 0 0,-3-6-1 0 0,2 10 12 0 0,0 0 0 0 0,0 0 0 0 0,0 0 0 0 0,0 0 0 0 0,0 0 0 0 0,0 0 0 0 0,0 1 0 0 0,0-1 0 0 0,0 0 0 0 0,0 1 0 0 0,-2 1 0 0 0,-3 0 122 0 0,0 1-1 0 0,0 0 0 0 0,0 1 0 0 0,1 0 1 0 0,0 0-1 0 0,-1 0 0 0 0,2 1 1 0 0,-1 0-1 0 0,-8 9 0 0 0,-2 4 650 0 0,-24 35 0 0 0,21-23-197 0 0,2 0-1 0 0,0 2 1 0 0,2 0 0 0 0,2 0-1 0 0,1 1 1 0 0,-9 38-1 0 0,12-27-289 0 0,1 0 0 0 0,2 0-1 0 0,2 1 1 0 0,3 62-1 0 0,1-99-764 0 0,0 1 1 0 0,1-1-1 0 0,1 0 0 0 0,2 12 0 0 0,1-7-5103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6.1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0 238 4607 0 0,'1'-3'132'0'0,"1"0"0"0"0,-1-1-1 0 0,1 1 1 0 0,0 0 0 0 0,0 0-1 0 0,0 0 1 0 0,1 1 0 0 0,-1-1-1 0 0,1 0 1 0 0,-1 1 0 0 0,5-4-1 0 0,22-19 1187 0 0,-14 12-343 0 0,0 0 1 0 0,31-19-1 0 0,-36 27-584 0 0,1-1-1 0 0,0 2 1 0 0,0-1-1 0 0,0 1 0 0 0,1 1 1 0 0,-1 0-1 0 0,1 1 0 0 0,0 0 1 0 0,0 1-1 0 0,12 0 1 0 0,-19 1-317 0 0,-1 0 1 0 0,1 0-1 0 0,0 1 1 0 0,-1 0-1 0 0,1 0 1 0 0,0 0-1 0 0,-1 1 1 0 0,1-1-1 0 0,-1 1 1 0 0,0 0-1 0 0,0 0 1 0 0,0 1-1 0 0,0-1 1 0 0,0 1-1 0 0,0 0 1 0 0,0 0-1 0 0,-1 0 1 0 0,0 0-1 0 0,1 1 0 0 0,-1-1 1 0 0,-1 1-1 0 0,1 0 1 0 0,0 0-1 0 0,-1 0 1 0 0,0 0-1 0 0,0 1 1 0 0,0-1-1 0 0,1 6 1 0 0,0 1-43 0 0,-1 0 0 0 0,0 0 0 0 0,-1 0 0 0 0,0 0 0 0 0,-1 1 0 0 0,0-1 0 0 0,-1 0 0 0 0,0 1 1 0 0,-1-1-1 0 0,-4 16 0 0 0,-1-4 70 0 0,0 0 0 0 0,-2-1 0 0 0,-21 41 0 0 0,17-41-14 0 0,0-1 0 0 0,-2-1 0 0 0,0 0 0 0 0,-23 22 0 0 0,76-83-432 0 0,55-77 0 0 0,-6-19-724 0 0,-2 3-100 0 0,-65 104 946 0 0,-4 7 71 0 0,0 0 0 0 0,25-26-1 0 0,-50 59 679 0 0,-98 100 212 0 0,76-74-637 0 0,-43 65 0 0 0,61-81 9 0 0,1 1 1 0 0,2 0-1 0 0,0 1 0 0 0,1 0 0 0 0,-8 30 1 0 0,16-46-48 0 0,-1 0 1 0 0,1 0-1 0 0,1 0 1 0 0,-1 0-1 0 0,1 0 1 0 0,0 0 0 0 0,0 0-1 0 0,1 0 1 0 0,0 1-1 0 0,0-1 1 0 0,0-1-1 0 0,1 1 1 0 0,0 0 0 0 0,3 6-1 0 0,-3-8-43 0 0,0 0-1 0 0,0-1 1 0 0,1 1-1 0 0,-1-1 1 0 0,1 0-1 0 0,0 0 1 0 0,0 0-1 0 0,0 0 1 0 0,0 0-1 0 0,1-1 1 0 0,-1 1-1 0 0,1-1 1 0 0,0 0-1 0 0,-1 0 1 0 0,1 0-1 0 0,0-1 1 0 0,0 1 0 0 0,0-1-1 0 0,0 0 1 0 0,0 0-1 0 0,5 0 1 0 0,-2 0-241 0 0,-1-1 0 0 0,1 0 1 0 0,0 0-1 0 0,0 0 0 0 0,0-1 0 0 0,-1 0 1 0 0,1-1-1 0 0,0 1 0 0 0,-1-1 1 0 0,1 0-1 0 0,-1-1 0 0 0,0 0 1 0 0,0 0-1 0 0,0 0 0 0 0,0-1 1 0 0,10-8-1 0 0,-3-1-1043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6.25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82 5983 0 0,'5'2'396'0'0,"0"-1"0"0"0,1 0-1 0 0,-1 0 1 0 0,1 0-1 0 0,-1-1 1 0 0,1 0 0 0 0,7-1-1 0 0,49-4 436 0 0,-58 5-780 0 0,115-15 229 0 0,171-43 0 0 0,-260 49-639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6.4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157 18 2759 0 0,'2'-2'118'0'0,"6"-13"1510"0"0,-8 15-1544 0 0,0 0 0 0 0,0 0 0 0 0,0 0 0 0 0,0 0 0 0 0,0 0 0 0 0,0 0 0 0 0,1 0 0 0 0,-1 0 0 0 0,0 0 0 0 0,0 0 0 0 0,0 0 0 0 0,0 0 0 0 0,0 0 0 0 0,0 0 0 0 0,0 0 0 0 0,0 0 0 0 0,0 0 0 0 0,0 0 0 0 0,2 0 1344 0 0,-2 1-1344 0 0,1 6 1285 0 0,-11 15-472 0 0,0 0 1 0 0,-1-1-1 0 0,-1 0 1 0 0,-23 30-1 0 0,18-28-612 0 0,2 0 1 0 0,0 1 0 0 0,-10 27-1 0 0,9-10-1509 0 0,11-25-3588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16.6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120 39 4143 0 0,'-1'-4'139'0'0,"-4"-15"72"0"0,5 18-197 0 0,0 1 1 0 0,-1-1-1 0 0,1 0 0 0 0,0 1 0 0 0,0-1 1 0 0,0 0-1 0 0,0 1 0 0 0,0-1 1 0 0,0 1-1 0 0,0-1 0 0 0,0 0 0 0 0,0 1 1 0 0,0-1-1 0 0,1 1 0 0 0,-1-1 0 0 0,0 0 1 0 0,0 1-1 0 0,0-1 0 0 0,1 1 0 0 0,-1-1 1 0 0,0 1-1 0 0,1-1 0 0 0,0 0 0 0 0,0 1 311 0 0,0 0-1 0 0,0 1 0 0 0,1-1 0 0 0,-1 1 1 0 0,0-1-1 0 0,0 1 0 0 0,0-1 0 0 0,0 1 1 0 0,0 0-1 0 0,0-1 0 0 0,0 1 1 0 0,0 0-1 0 0,0 0 0 0 0,0 0 0 0 0,0-1 1 0 0,0 3-1 0 0,5 2 741 0 0,14 10-582 0 0,0 2 0 0 0,-2 0 0 0 0,0 1 0 0 0,29 38 0 0 0,-37-42-247 0 0,0 1-1 0 0,-1 1 1 0 0,-1-1 0 0 0,0 1 0 0 0,-2 1-1 0 0,1 0 1 0 0,6 31 0 0 0,-8-17 30 0 0,0 0-1 0 0,-2 0 1 0 0,-2 0-1 0 0,-1 0 1 0 0,-1 0 0 0 0,-2 0-1 0 0,0 0 1 0 0,-3 0-1 0 0,0-1 1 0 0,-22 58 0 0 0,20-65-417 0 0,-2-1-1 0 0,-1-1 1 0 0,-1 0 0 0 0,0 0 0 0 0,-2-1 0 0 0,0-1 0 0 0,-1 0 0 0 0,-1-1-1 0 0,-1-1 1 0 0,-1 0 0 0 0,0-2 0 0 0,-1 0 0 0 0,0-1 0 0 0,-36 20 0 0 0,11-13-5771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24.8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101 97 1823 0 0,'-33'-3'0'0'0,"27"3"0"0"0,1 0 0 0 0,-1 0 0 0 0,0-1 0 0 0,0 0 0 0 0,1 0 0 0 0,-1 0 0 0 0,1-1 0 0 0,-10-4 0 0 0,14 6 19 0 0,1 0-1 0 0,-1-1 1 0 0,1 1-1 0 0,0 0 1 0 0,-1-1-1 0 0,1 1 0 0 0,-1 0 1 0 0,1-1-1 0 0,0 1 1 0 0,-1-1-1 0 0,1 1 0 0 0,0-1 1 0 0,-1 1-1 0 0,1-1 1 0 0,0 1-1 0 0,0-1 1 0 0,-1 1-1 0 0,1-1 0 0 0,0 1 1 0 0,0-1-1 0 0,0 1 1 0 0,0-1-1 0 0,0 0 0 0 0,0 1 1 0 0,0-1-1 0 0,0 1 1 0 0,0-1-1 0 0,0 1 1 0 0,0-1-1 0 0,0 1 0 0 0,0-1 1 0 0,0 0-1 0 0,1 1 1 0 0,-1-1-1 0 0,0 1 1 0 0,0-1-1 0 0,1 1 0 0 0,-1-1 1 0 0,0 1-1 0 0,1 0 1 0 0,-1-1-1 0 0,0 1 0 0 0,1-1 1 0 0,-1 1-1 0 0,1 0 1 0 0,0-1-1 0 0,1-2 232 0 0,1 1 1 0 0,-1-1-1 0 0,1 1 1 0 0,0 0-1 0 0,6-4 0 0 0,-8 7-152 0 0,0-1 0 0 0,-1 0 0 0 0,1 1-1 0 0,-1-1 1 0 0,1 0 0 0 0,-1 1 0 0 0,1-1-1 0 0,-1 1 1 0 0,1-1 0 0 0,-1 1 0 0 0,1-1-1 0 0,-1 1 1 0 0,0-1 0 0 0,1 1 0 0 0,-1-1-1 0 0,0 1 1 0 0,0 0 0 0 0,1 1 0 0 0,10 12 34 0 0,-6-12-128 0 0,0 0 0 0 0,0 0 0 0 0,0-1 1 0 0,0 0-1 0 0,0 0 0 0 0,0 0 0 0 0,0 0 1 0 0,10-1-1 0 0,46-3 23 0 0,-45 1-26 0 0,228-30-15 0 0,85-6-25 0 0,-322 37 24 0 0,-1 0-62 0 0,-1 1-1 0 0,1 0 1 0 0,0 0 0 0 0,0 0 0 0 0,-1 0 0 0 0,1 1 0 0 0,0 0-1 0 0,-1 0 1 0 0,1 1 0 0 0,-1-1 0 0 0,10 5 0 0 0,-7 2-431 0 0,-8 1 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25.0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67 49 919 0 0,'-67'0'384'0'0,"243"-4"5795"0"0,90-14-3338 0 0,-178 7-2148 0 0,31-2 569 0 0,-95 11-2392 0 0,0 2 0 0 0,46 5-1 0 0,-41 1-2685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27.5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1505 279 4607 0 0,'3'-6'98'0'0,"0"0"0"0"0,0 0 0 0 0,7-10 0 0 0,-7 11 64 0 0,1-1 0 0 0,-1 0 0 0 0,5-11 0 0 0,-6 12 27 0 0,-1 0 0 0 0,0 0 0 0 0,1 0 0 0 0,-2 0 0 0 0,1-1 0 0 0,-1 1 0 0 0,0 0 0 0 0,0 0 0 0 0,0 0 0 0 0,-1 0 0 0 0,0-6 0 0 0,0 8-50 0 0,0-1 1 0 0,-1 1-1 0 0,1 0 1 0 0,-1 0-1 0 0,1 0 1 0 0,-1 0-1 0 0,0 0 0 0 0,0 0 1 0 0,0 0-1 0 0,0 1 1 0 0,-1-1-1 0 0,1 1 1 0 0,-1 0-1 0 0,0-1 0 0 0,1 1 1 0 0,-1 0-1 0 0,-5-2 1 0 0,-21-10 103 0 0,-1 1 1 0 0,0 2-1 0 0,-49-13 1 0 0,28 14 156 0 0,-76-8 0 0 0,74 15-293 0 0,1 3 0 0 0,0 2 0 0 0,-1 2 1 0 0,1 3-1 0 0,1 1 0 0 0,-82 26 0 0 0,61-11 84 0 0,2 4 0 0 0,1 3 1 0 0,-129 77-1 0 0,182-97-186 0 0,0 1 0 0 0,1 1 0 0 0,1 0 0 0 0,0 1 0 0 0,0 1 0 0 0,-20 27 0 0 0,19-19-2 0 0,1 0 1 0 0,0 2 0 0 0,2 0 0 0 0,-11 30-1 0 0,18-41-3 0 0,-58 162 0 0 0,54-144 0 0 0,1 1 0 0 0,2 0 0 0 0,-5 54 0 0 0,11-70-3 0 0,0 0-1 0 0,1 0 1 0 0,1 0-1 0 0,1 0 1 0 0,0 0-1 0 0,1-1 0 0 0,10 27 1 0 0,-5-21-9 0 0,1 0 0 0 0,1-1-1 0 0,1-1 1 0 0,27 35 0 0 0,-12-23 0 0 0,2-1 0 0 0,1-2-1 0 0,0-1 1 0 0,3-2 0 0 0,59 37 0 0 0,-65-46 57 0 0,1-1 0 0 0,0-1 0 0 0,1-2 0 0 0,1-1 0 0 0,-1-2 1 0 0,2 0-1 0 0,50 7 0 0 0,-7-6 269 0 0,0-3 1 0 0,1-4-1 0 0,85-6 0 0 0,-125-1-140 0 0,0-2-1 0 0,-1-2 0 0 0,0-1 0 0 0,47-19 0 0 0,-25 3 505 0 0,92-53 0 0 0,-107 53-424 0 0,-2-2 1 0 0,0-2-1 0 0,51-49 1 0 0,-68 55-103 0 0,0-1 0 0 0,-1-1 0 0 0,-2-1 0 0 0,-1-1 0 0 0,0 0 0 0 0,14-34 0 0 0,-15 24-141 0 0,-3-1 0 0 0,-1-1 0 0 0,-1 1 0 0 0,-3-2 0 0 0,-1 1 0 0 0,-2-2 0 0 0,-1 1-1 0 0,-3 0 1 0 0,-1-1 0 0 0,-7-66 0 0 0,4 95-16 0 0,1 0 1 0 0,-2 0-1 0 0,0 0 0 0 0,0 0 0 0 0,-1 0 1 0 0,-1 1-1 0 0,0 0 0 0 0,-7-12 1 0 0,7 15 1 0 0,0 1 1 0 0,-1 0 0 0 0,0 0 0 0 0,0 0-1 0 0,-1 1 1 0 0,1 0 0 0 0,-1 0 0 0 0,-1 1 0 0 0,1-1-1 0 0,-1 2 1 0 0,-13-7 0 0 0,-45-15 8 0 0,45 18-10 0 0,1 0 0 0 0,0-1-1 0 0,-33-20 1 0 0,47 24-111 0 0,0 0-1 0 0,0 0 0 0 0,-9-12 1 0 0,7 8-1119 0 0,2 2-5174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34.5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33 184 1375 0 0,'-15'-3'324'0'0,"-2"0"2067"0"0,17 3-2367 0 0,0 0-1 0 0,0 0 1 0 0,0-1 0 0 0,0 1 0 0 0,0 0-1 0 0,0 0 1 0 0,0 0 0 0 0,0 0-1 0 0,0 0 1 0 0,0 0 0 0 0,0 0 0 0 0,0 0-1 0 0,0 0 1 0 0,0 0 0 0 0,0 0-1 0 0,0 0 1 0 0,0 0 0 0 0,0 0 0 0 0,0 0-1 0 0,0 0 1 0 0,0 0 0 0 0,0 0-1 0 0,0 0 1 0 0,0 0 0 0 0,0 0 0 0 0,0 0-1 0 0,0 0 1 0 0,0 0 0 0 0,0 0-1 0 0,0 0 1 0 0,0 0 0 0 0,0 0 0 0 0,0 0-1 0 0,0 0 1 0 0,0 0 0 0 0,0 0-1 0 0,0 0 1 0 0,0-1 0 0 0,0 1 0 0 0,0 0-1 0 0,-1 0 1 0 0,12 0 279 0 0,407-29 1679 0 0,434-43-642 0 0,-621 60-1155 0 0,89-2 14 0 0,148 15 107 0 0,-392 0-292 0 0,611-19-14 0 0,-665 16 10 0 0,0-1-1 0 0,40-12 0 0 0,-55 11 225 0 0,-9 0 419 0 0,1 3-548 0 0,0 1 0 0 0,-1-1 0 0 0,1 1 0 0 0,-1-1 0 0 0,1 1 0 0 0,-1-1 0 0 0,1 1 0 0 0,-1 0 1 0 0,-2-1-1 0 0,2 6-920 0 0,-5 20-2976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36.6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244 230 1439 0 0,'-21'-15'69'0'0,"6"5"-45"0"0,1-1 1 0 0,0 0-1 0 0,1-1 1 0 0,-18-20 0 0 0,28 29 20 0 0,1-1 1 0 0,-1 0-1 0 0,1 0 1 0 0,-1 0 0 0 0,1 0-1 0 0,0 0 1 0 0,1 0-1 0 0,-1-1 1 0 0,1 1 0 0 0,0 0-1 0 0,0-1 1 0 0,0 1-1 0 0,1-1 1 0 0,-1 0 0 0 0,1 1-1 0 0,0-1 1 0 0,0 1-1 0 0,1-1 1 0 0,0 1 0 0 0,-1-1-1 0 0,1 1 1 0 0,3-7-1 0 0,-3 8 10 0 0,0 1 104 0 0,0-1-1 0 0,0 1 1 0 0,0-1-1 0 0,0 1 1 0 0,-1-1-1 0 0,1 0 1 0 0,-1 1-1 0 0,1-1 1 0 0,-1-4-1 0 0,-1 7-94 0 0,1 0 0 0 0,-1 0-1 0 0,1 0 1 0 0,-1 0-1 0 0,1 0 1 0 0,-1 0-1 0 0,1 0 1 0 0,0 0-1 0 0,-1 0 1 0 0,1 0 0 0 0,-1 0-1 0 0,1 0 1 0 0,-1 0-1 0 0,1 1 1 0 0,-1-1-1 0 0,1 0 1 0 0,0 0-1 0 0,-1 1 1 0 0,1-1 0 0 0,-1 0-1 0 0,1 0 1 0 0,-1 1-1 0 0,-11 8 338 0 0,10-7-302 0 0,-5 2-48 0 0,1 1 1 0 0,0 0 0 0 0,0 1 0 0 0,1-1-1 0 0,0 1 1 0 0,0 0 0 0 0,0 1 0 0 0,0-1-1 0 0,1 1 1 0 0,0-1 0 0 0,1 2-1 0 0,-1-1 1 0 0,1 0 0 0 0,1 0 0 0 0,0 1-1 0 0,0 0 1 0 0,0-1 0 0 0,1 1-1 0 0,0 0 1 0 0,0 0 0 0 0,1 0 0 0 0,0-1-1 0 0,2 15 1 0 0,7 35 231 0 0,4 39 29 0 0,-12-81-274 0 0,-1-1 0 0 0,0 0 0 0 0,-1 1 0 0 0,-5 24 0 0 0,4-30-39 0 0,-3 10 58 0 0,1 0 0 0 0,1 0 0 0 0,0 1 0 0 0,2 0-1 0 0,0 31 1 0 0,2-47-43 0 0,-1-1 0 0 0,-1 1-1 0 0,1-1 1 0 0,0 0 0 0 0,-2 5-1 0 0,2-7-9 0 0,0-1 0 0 0,0 1 0 0 0,0-1 0 0 0,0 1 0 0 0,0-1 0 0 0,0 1-1 0 0,0-1 1 0 0,-1 1 0 0 0,1-1 0 0 0,0 1 0 0 0,0-1 0 0 0,0 1 0 0 0,-1-1 0 0 0,1 0-1 0 0,0 1 1 0 0,-1-1 0 0 0,1 1 0 0 0,0-1 0 0 0,-1 0 0 0 0,1 1 0 0 0,0-1-1 0 0,-1 0 1 0 0,1 1 0 0 0,-1-1 0 0 0,1 0 0 0 0,-1 0 0 0 0,1 0 0 0 0,0 1 0 0 0,-1-1-1 0 0,1 0 1 0 0,-1 0 0 0 0,1 0 0 0 0,-1 0 0 0 0,1 0 0 0 0,-1 0 0 0 0,1 0-1 0 0,-1 0 1 0 0,1 0 0 0 0,-1 0 0 0 0,1 0 0 0 0,-1 0 0 0 0,1 0 0 0 0,-1 0 0 0 0,0-1-1 0 0,1 1 2 0 0,0 0-1 0 0,-1 0 1 0 0,1-1-1 0 0,0 1 1 0 0,0 0-1 0 0,0-1 1 0 0,-1 1-1 0 0,1 0 1 0 0,0-1-1 0 0,0 1 0 0 0,0 0 1 0 0,0-1-1 0 0,0 1 1 0 0,0 0-1 0 0,0-1 1 0 0,0 1-1 0 0,0 0 1 0 0,0-1-1 0 0,0 1 1 0 0,0 0-1 0 0,0-1 1 0 0,0 1-1 0 0,0 0 1 0 0,0-1-1 0 0,0 1 0 0 0,0-1 1 0 0,0 1-1 0 0,1 0 1 0 0,-1 0-1 0 0,0-1 1 0 0,0 1-1 0 0,0 0 1 0 0,1-1-1 0 0,-1 1 1 0 0,0 0-1 0 0,0 0 1 0 0,1-1-1 0 0,-1 1 0 0 0,0 0 1 0 0,0 0-1 0 0,1 0 1 0 0,-1-1-1 0 0,14-11 188 0 0,-8 8-184 0 0,1 1 0 0 0,-1-1 0 0 0,1 1 0 0 0,0 1 0 0 0,0-1 0 0 0,0 1 0 0 0,12-1 0 0 0,4-1 24 0 0,26 0 0 0 0,151 2-28 0 0,27-2-24 0 0,-2-18 14 0 0,57-3 28 0 0,47 3-22 0 0,-241 15 0 0 0,265-8 0 0 0,-130 8 0 0 0,374-16 0 0 0,-349 15 0 0 0,488-11 128 0 0,-1 27 0 0 0,460 25-128 0 0,-516-55 0 0 0,-228-36 0 0 0,-332 28-120 0 0,-110 28 40 0 0,4-5-199 0 0,-13 7 232 0 0,0 0 0 0 0,0 0 0 0 0,0 0-1 0 0,0 0 1 0 0,1-1 0 0 0,-1 1 0 0 0,0 0 0 0 0,0 0-1 0 0,0-1 1 0 0,0 1 0 0 0,0 0 0 0 0,0 0-1 0 0,0-1 1 0 0,0 1 0 0 0,1 0 0 0 0,-1 0-1 0 0,0-1 1 0 0,0 1 0 0 0,0 0 0 0 0,0 0-1 0 0,0-1 1 0 0,0 1 0 0 0,0 0 0 0 0,0 0-1 0 0,-1-1 1 0 0,1 1 0 0 0,0-1-96 0 0,-1 0-1 0 0,0 0 1 0 0,0 0 0 0 0,1 1-1 0 0,-1-1 1 0 0,0 0 0 0 0,0 1-1 0 0,0-1 1 0 0,0 0-1 0 0,0 1 1 0 0,0-1 0 0 0,0 1-1 0 0,0 0 1 0 0,0-1 0 0 0,0 1-1 0 0,0 0 1 0 0,-1-1 0 0 0,-7-1-363 0 0,-1 0 154 0 0,0 0 0 0 0,-12-5 0 0 0,19 5 321 0 0,0 1 0 0 0,1 0 1 0 0,-1-1-1 0 0,0 1 0 0 0,1-1 0 0 0,0 0 1 0 0,-1 0-1 0 0,1 0 0 0 0,0 0 1 0 0,0 0-1 0 0,0 0 0 0 0,-2-4 0 0 0,-2-2-32 0 0,0 0 0 0 0,-1 0 0 0 0,0 1 0 0 0,0 0 0 0 0,-1 0 0 0 0,0 1 0 0 0,0-1 0 0 0,-11-5-1 0 0,17 11 67 0 0,0-1 0 0 0,0 1-1 0 0,0-1 1 0 0,0 0 0 0 0,1 1-1 0 0,-1-1 1 0 0,1 0 0 0 0,-1 0-1 0 0,1 0 1 0 0,0 0 0 0 0,0 0-1 0 0,0 0 1 0 0,0-1 0 0 0,0 1-1 0 0,0 0 1 0 0,0-1 0 0 0,1 1-1 0 0,-1-4 1 0 0,0-2 285 0 0,1 0-1 0 0,0-1 1 0 0,3-16-1 0 0,-2 16 267 0 0,0 0 1 0 0,0-15-1 0 0,-4 7 842 0 0,0 15-326 0 0,-1 10-521 0 0,0 7-479 0 0,2 0 0 0 0,0 0 0 0 0,1 0 0 0 0,0 0 0 0 0,2 16 0 0 0,-1-11-41 0 0,7 111 3 0 0,-3-79-351 0 0,-2 74 0 0 0,-8-78-2715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4:40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138 24 2647 0 0,'-13'-3'59'0'0,"0"-1"295"0"0,0 1-1 0 0,-19-2 0 0 0,29 5-215 0 0,0-1 0 0 0,0 1 0 0 0,0 0 0 0 0,-1 1 1 0 0,1-1-1 0 0,0 0 0 0 0,0 1 0 0 0,0 0 0 0 0,0 0 0 0 0,0 0 0 0 0,0 0 0 0 0,0 0 0 0 0,0 0 0 0 0,0 1 0 0 0,-4 2 0 0 0,6-3-121 0 0,1-1 0 0 0,0 0 0 0 0,-1 1 0 0 0,1-1 0 0 0,-1 0 0 0 0,1 1-1 0 0,-1-1 1 0 0,1 1 0 0 0,0-1 0 0 0,-1 1 0 0 0,1-1 0 0 0,0 0-1 0 0,-1 1 1 0 0,1-1 0 0 0,0 1 0 0 0,0-1 0 0 0,0 1 0 0 0,-1 0 0 0 0,1-1-1 0 0,0 1 1 0 0,0-1 0 0 0,0 1 0 0 0,0-1 0 0 0,0 2 0 0 0,0-2-14 0 0,1 1 1 0 0,-1-1-1 0 0,0 1 1 0 0,1-1-1 0 0,-1 1 1 0 0,1-1-1 0 0,-1 0 1 0 0,0 1-1 0 0,1-1 0 0 0,-1 1 1 0 0,1-1-1 0 0,-1 0 1 0 0,1 0-1 0 0,-1 1 1 0 0,1-1-1 0 0,0 0 1 0 0,-1 0-1 0 0,2 1 1 0 0,2 0-12 0 0,1 0 0 0 0,0 0 0 0 0,0-1 0 0 0,6 1 0 0 0,59-5-117 0 0,88-15-1 0 0,-95 10 284 0 0,22-4 263 0 0,-143 23-421 0 0,29-3 0 0 0,-5-1 96 0 0,1 3 0 0 0,-1 0 0 0 0,2 2 0 0 0,-1 2 0 0 0,2 1 0 0 0,-42 24 0 0 0,54-27-96 0 0,14-9 0 0 0,0 1 0 0 0,0 0 0 0 0,0 0 0 0 0,0 1 0 0 0,0-1 0 0 0,0 1 0 0 0,-4 5 0 0 0,9-9 1 0 0,0 1-1 0 0,-1-1 0 0 0,1 0 1 0 0,0 0-1 0 0,0 0 0 0 0,0 1 0 0 0,-1-1 1 0 0,1 0-1 0 0,0 0 0 0 0,0 1 1 0 0,0-1-1 0 0,0 0 0 0 0,0 0 1 0 0,-1 1-1 0 0,1-1 0 0 0,0 0 0 0 0,0 1 1 0 0,0-1-1 0 0,0 0 0 0 0,0 0 1 0 0,0 1-1 0 0,0-1 0 0 0,0 0 0 0 0,0 1 1 0 0,0-1-1 0 0,0 0 0 0 0,0 0 1 0 0,0 1-1 0 0,0-1 0 0 0,1 0 1 0 0,-1 1-1 0 0,0-1 0 0 0,0 0 0 0 0,0 0 1 0 0,0 1-1 0 0,0-1 0 0 0,1 0 1 0 0,12 4 23 0 0,15-5 12 0 0,79-22-35 0 0,-68 14 70 0 0,1 0 0 0 0,0 3 0 0 0,47-1 1 0 0,-86 6-61 0 0,0 1 0 0 0,0 0 0 0 0,-1 0 0 0 0,1 0 0 0 0,0 0 0 0 0,0 0 0 0 0,0 0 0 0 0,0 1 0 0 0,0-1 0 0 0,-1 0 0 0 0,1 0 0 0 0,0 1 0 0 0,0-1 0 0 0,0 0 0 0 0,1 2 0 0 0,-2-2-1 0 0,0 0 1 0 0,0 0-1 0 0,0 1 0 0 0,0-1 0 0 0,0 0 0 0 0,0 1 0 0 0,-1-1 0 0 0,1 0 1 0 0,0 0-1 0 0,0 1 0 0 0,0-1 0 0 0,0 0 0 0 0,0 0 0 0 0,0 1 0 0 0,0-1 0 0 0,-1 0 1 0 0,1 0-1 0 0,0 1 0 0 0,0-1 0 0 0,0 0 0 0 0,0 0 0 0 0,-1 0 0 0 0,1 1 1 0 0,0-1-1 0 0,0 0 0 0 0,-1 0 0 0 0,1 0 0 0 0,-1 1 0 0 0,-25 13 409 0 0,25-14-418 0 0,-18 8 10 0 0,-1 0-1 0 0,-25 4 0 0 0,25-7 1 0 0,2 0 0 0 0,-33 15 0 0 0,50-19-10 0 0,-2-1 11 0 0,1 1 0 0 0,0 0 0 0 0,-1 1 0 0 0,1-1 1 0 0,0 0-1 0 0,0 1 0 0 0,0-1 0 0 0,0 1 0 0 0,0 0 0 0 0,0-1 0 0 0,1 1 0 0 0,-1 0 0 0 0,1 0 0 0 0,-3 3 0 0 0,4-4-10 0 0,0-1 0 0 0,1 1 0 0 0,-1-1 0 0 0,0 0 0 0 0,0 1 0 0 0,0-1 1 0 0,0 1-1 0 0,0-1 0 0 0,1 1 0 0 0,-1-1 0 0 0,0 0 0 0 0,1 1 0 0 0,-1-1 0 0 0,0 0 0 0 0,0 1 1 0 0,1-1-1 0 0,-1 0 0 0 0,0 1 0 0 0,1-1 0 0 0,-1 0 0 0 0,1 1 0 0 0,-1-1 0 0 0,0 0 1 0 0,1 0-1 0 0,-1 0 0 0 0,1 0 0 0 0,-1 1 0 0 0,1-1 0 0 0,-1 0 0 0 0,1 0 0 0 0,-1 0 1 0 0,1 0-1 0 0,0 0 0 0 0,20 3 68 0 0,-18-3-66 0 0,14 1 10 0 0,1-1 0 0 0,22-3-1 0 0,12 0 10 0 0,-46 4-20 0 0,-5 0 3 0 0,-11 5 12 0 0,-22 5 17 0 0,29-10-33 0 0,-110 37-2 0 0,70-23 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10.25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 1747 1983 0 0,'0'-6'169'0'0,"0"0"0"0"0,-1 0 0 0 0,0-1 0 0 0,0 1 0 0 0,-1 0 0 0 0,0 0 0 0 0,0 0 0 0 0,0 0 0 0 0,-1 1 0 0 0,1-1 0 0 0,-1 0 0 0 0,-1 1 0 0 0,1 0 0 0 0,-1 0 0 0 0,-8-9 0 0 0,12 14-135 0 0,0 0-1 0 0,-1 0 1 0 0,1-1-1 0 0,0 1 0 0 0,0 0 1 0 0,-1 0-1 0 0,1 0 1 0 0,0 0-1 0 0,0-1 0 0 0,-1 1 1 0 0,1 0-1 0 0,0 0 1 0 0,-1 0-1 0 0,1 0 1 0 0,0 0-1 0 0,-1 0 0 0 0,1 0 1 0 0,0 0-1 0 0,-1 0 1 0 0,1 0-1 0 0,0 0 0 0 0,-1 0 1 0 0,1 0-1 0 0,0 0 1 0 0,-1 0-1 0 0,1 0 0 0 0,0 0 1 0 0,-1 0-1 0 0,1 0 1 0 0,0 0-1 0 0,-1 1 0 0 0,1-1 1 0 0,-6 12 933 0 0,1 24 616 0 0,5-30-1202 0 0,-2 44 1158 0 0,9 91 0 0 0,-1-57-1185 0 0,45 376 1604 0 0,-29-326-1822 0 0,45 292-48 0 0,-9-37 326 0 0,-44-306-358 0 0,3-1 0 0 0,4-1 1 0 0,3-1-1 0 0,4-1 1 0 0,3-1-1 0 0,53 95 0 0 0,-71-148-56 0 0,65 110 0 0 0,-59-106 0 0 0,1 0 0 0 0,37 38 0 0 0,-33-42 0 0 0,2-1 0 0 0,39 29 0 0 0,-48-41 0 0 0,0-2 0 0 0,0 0 0 0 0,2-1 0 0 0,-1 0 0 0 0,32 9 0 0 0,-36-14 2 0 0,0-1 0 0 0,0 0 0 0 0,1-1 0 0 0,-1 0 0 0 0,1-1 0 0 0,-1-1-1 0 0,1-1 1 0 0,-1 0 0 0 0,1 0 0 0 0,-1-2 0 0 0,0 0 0 0 0,1 0 0 0 0,-1-1 0 0 0,-1-1 0 0 0,1 0-1 0 0,14-9 1 0 0,0-2 182 0 0,-1-1 0 0 0,0-1 0 0 0,42-38 0 0 0,65-76 116 0 0,-111 107-258 0 0,10-11-7 0 0,-1-1-1 0 0,-1-2 1 0 0,-3-1 0 0 0,30-55 0 0 0,-40 60-18 0 0,-1-2 1 0 0,-2 0-1 0 0,-1-1 0 0 0,-2 0 0 0 0,11-67 0 0 0,0-80 96 0 0,-14 103-98 0 0,56-385 166 0 0,-59 432-160 0 0,1 1 0 0 0,2 0 0 0 0,1 1-1 0 0,25-55 1 0 0,-25 67-24 0 0,1-1-15 0 0,16-26 1 0 0,-23 43 14 0 0,0-1 1 0 0,0 1-1 0 0,0-1 1 0 0,1 1-1 0 0,0 0 0 0 0,0 1 1 0 0,1-1-1 0 0,-1 1 1 0 0,8-4-1 0 0,-9 6 33 0 0,1 0-1 0 0,0 1 0 0 0,-1-1 1 0 0,1 1-1 0 0,0 0 0 0 0,0 1 1 0 0,0-1-1 0 0,0 1 0 0 0,-1 0 1 0 0,1 0-1 0 0,0 0 0 0 0,0 1 1 0 0,0 0-1 0 0,0 0 0 0 0,0 0 1 0 0,-1 0-1 0 0,1 1 0 0 0,-1 0 1 0 0,7 3-1 0 0,1 1 57 0 0,-1 0 0 0 0,0 1 0 0 0,-1 0 0 0 0,0 1 0 0 0,0 0 0 0 0,12 13 1 0 0,9 14 95 0 0,37 53 0 0 0,18 44-48 0 0,-86-132-134 0 0,167 318 102 0 0,-103-187-76 0 0,39 95 102 0 0,-95-206-118 0 0,1 0-1 0 0,1 0 0 0 0,1-1 1 0 0,20 27-1 0 0,-26-40-8 0 0,0 0 0 0 0,1 0 0 0 0,-1 0 0 0 0,1-1 0 0 0,0 0 0 0 0,1-1 0 0 0,-1 1 0 0 0,1-1 0 0 0,0 0 0 0 0,0-1 0 0 0,0 1 0 0 0,0-1 0 0 0,1-1 0 0 0,-1 0 0 0 0,1 0 0 0 0,9 1 0 0 0,-11-2-1 0 0,0-1 0 0 0,0 0 0 0 0,0 0 0 0 0,0-1 0 0 0,0 0 0 0 0,0 0 0 0 0,0 0 0 0 0,0-1 0 0 0,-1 0 0 0 0,1 0 0 0 0,0 0 0 0 0,-1-1 0 0 0,10-5 0 0 0,2-4 0 0 0,0-1 0 0 0,25-24 0 0 0,-20 17 0 0 0,-9 7 1 0 0,-1 0 1 0 0,0-1-1 0 0,-1 0 0 0 0,0 0 0 0 0,-1-1 1 0 0,-1-1-1 0 0,0 0 0 0 0,-1 0 0 0 0,-1 0 1 0 0,8-29-1 0 0,0-11 24 0 0,13-113 0 0 0,-27 159-25 0 0,11-99 28 0 0,13-82 19 0 0,36-240 365 0 0,-37 232-291 0 0,-15 122-121 0 0,17-104 0 0 0,-21 156 0 0 0,38-147 0 0 0,-22 107 0 0 0,22-62 0 0 0,-30 96 0 0 0,0 1 0 0 0,19-30 0 0 0,-29 54-5 0 0,1 0-1 0 0,0 0 0 0 0,1 0 1 0 0,-1 1-1 0 0,1 0 0 0 0,0 0 1 0 0,1 0-1 0 0,-1 1 0 0 0,1-1 1 0 0,0 1-1 0 0,10-5 0 0 0,-10 7 2 0 0,0-1-1 0 0,-1 2 1 0 0,1-1-1 0 0,0 0 1 0 0,0 1-1 0 0,0 0 0 0 0,0 1 1 0 0,0 0-1 0 0,0-1 1 0 0,0 2-1 0 0,0-1 1 0 0,0 1-1 0 0,-1 0 1 0 0,8 2-1 0 0,-5-1-13 0 0,0 0 0 0 0,0 1 0 0 0,0 1 0 0 0,-1-1 0 0 0,0 1 0 0 0,1 0 0 0 0,-1 1 0 0 0,-1 0 0 0 0,1 0-1 0 0,11 12 1 0 0,-5-2-37 0 0,-1 0-1 0 0,-1 1 1 0 0,15 27-1 0 0,63 120-19 0 0,-20-33 102 0 0,-34-68-8 0 0,40 102-1 0 0,-50-97-11 0 0,52 134 64 0 0,-57-158-55 0 0,0-2 1 0 0,45 64 0 0 0,22 28-17 0 0,-39-56 0 0 0,-43-69 0 0 0,0-1 0 0 0,1 1 0 0 0,0-1 0 0 0,0 0 0 0 0,1 0 0 0 0,0-1 0 0 0,8 6 0 0 0,-12-9 0 0 0,1-1 0 0 0,0 0 0 0 0,0 0 0 0 0,0 0 0 0 0,0-1 0 0 0,0 0 0 0 0,0 1 0 0 0,0-1 0 0 0,0 0 0 0 0,1-1 0 0 0,-1 1 0 0 0,0-1 0 0 0,1 0 0 0 0,-1 0 0 0 0,0 0 0 0 0,1-1 0 0 0,5-1 0 0 0,-1 0 1 0 0,-1-1 1 0 0,1-1-1 0 0,-1 1 0 0 0,0-1 0 0 0,1-1 0 0 0,-2 0 1 0 0,1 0-1 0 0,-1 0 0 0 0,1-1 0 0 0,-2 0 1 0 0,12-12-1 0 0,5-9 14 0 0,33-51 0 0 0,-36 47-6 0 0,2-4 122 0 0,-2-1 1 0 0,17-42 0 0 0,-22 45-26 0 0,32-78-21 0 0,-5-3 1 0 0,-4-1-1 0 0,29-159 0 0 0,-11 28-7 0 0,17-87 44 0 0,14-26-122 0 0,-55 255 36 0 0,89-191 0 0 0,-104 259-22 0 0,58-128 240 0 0,-67 143-224 0 0,-2 0 0 0 0,0 0 0 0 0,-1-1 0 0 0,-1 0 0 0 0,-1 1 0 0 0,0-26 0 0 0,-3 37-14 0 0,-1-1 1 0 0,0 1 0 0 0,0 0 0 0 0,-1 0 0 0 0,-1 0 0 0 0,-5-14 0 0 0,7 20-140 0 0,-1 0-1 0 0,1 0 1 0 0,-1 0 0 0 0,-1 0-1 0 0,1 0 1 0 0,0 0 0 0 0,-1 1-1 0 0,0-1 1 0 0,0 1 0 0 0,0 0-1 0 0,0 0 1 0 0,-1 0 0 0 0,1 0-1 0 0,-1 1 1 0 0,1-1 0 0 0,-1 1 0 0 0,-7-3-1 0 0,-10 0-6604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16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162 56 228 0 0,'-34'-7'19141'0'0,"32"6"-18850"0"0,1 1-291 0 0,-1 0 0 0 0,1 0 0 0 0,0 0 0 0 0,-1 0 0 0 0,1 0 0 0 0,0 0 0 0 0,-1 0 0 0 0,1 0 0 0 0,0 1 0 0 0,-1-1 0 0 0,1 0 0 0 0,0 1 0 0 0,0-1 0 0 0,-1 1 0 0 0,1 0 0 0 0,0-1 0 0 0,0 1 0 0 0,-2 1 0 0 0,-22 20 0 0 0,15-13 0 0 0,2-2 0 0 0,0 0 0 0 0,1 1 0 0 0,0 0 0 0 0,-11 16 0 0 0,16-22 0 0 0,0 1 0 0 0,0 0 0 0 0,0 1 0 0 0,1-1 0 0 0,-1 0 0 0 0,1 0 0 0 0,0 1 0 0 0,0-1 0 0 0,0 0 0 0 0,1 1 0 0 0,-1-1 0 0 0,1 1 0 0 0,0-1 0 0 0,0 1 0 0 0,0-1 0 0 0,0 1 0 0 0,1-1 0 0 0,1 6 0 0 0,-2-7 0 0 0,1-1 0 0 0,-1 0 0 0 0,1 1 0 0 0,0-1 0 0 0,0 1 0 0 0,0-1 0 0 0,0 0 0 0 0,0 0 0 0 0,0 1 0 0 0,0-1 0 0 0,1 0 0 0 0,-1 0 0 0 0,0 0 0 0 0,1 0 0 0 0,-1-1 0 0 0,0 1 0 0 0,1 0 0 0 0,-1-1 0 0 0,1 1 0 0 0,-1 0 0 0 0,1-1 0 0 0,-1 0 0 0 0,1 1 0 0 0,0-1 0 0 0,-1 0 0 0 0,1 0 0 0 0,3 0 0 0 0,-2 0 0 0 0,0 0 0 0 0,1-1 0 0 0,-1 1 0 0 0,0-1 0 0 0,1 1 0 0 0,-1-1 0 0 0,0 0 0 0 0,0-1 0 0 0,0 1 0 0 0,0 0 0 0 0,0-1 0 0 0,4-2 0 0 0,-1-1 0 0 0,-3 3 0 0 0,0 0 0 0 0,0 0 0 0 0,0-1 0 0 0,-1 1 0 0 0,1-1 0 0 0,-1 1 0 0 0,1-1 0 0 0,-1 0 0 0 0,0 0 0 0 0,0 0 0 0 0,2-5 0 0 0,0-1-36 0 0,-1 0 0 0 0,0-1 0 0 0,0 1 0 0 0,-1-1 0 0 0,0 0 0 0 0,-1 1 0 0 0,0-1 0 0 0,0 0 0 0 0,-1 0 0 0 0,-1 0 1 0 0,1 0-1 0 0,-1 0 0 0 0,-1 1 0 0 0,-4-16 0 0 0,6 24 37 0 0,0 1 0 0 0,-1-1 0 0 0,1 0 0 0 0,0 0 0 0 0,-1 0 1 0 0,1 0-1 0 0,-1 1 0 0 0,1-1 0 0 0,-1 0 0 0 0,1 0 1 0 0,-1 1-1 0 0,1-1 0 0 0,-1 0 0 0 0,0 1 0 0 0,0-1 0 0 0,1 1 1 0 0,-1-1-1 0 0,0 1 0 0 0,0-1 0 0 0,1 1 0 0 0,-1-1 0 0 0,0 1 1 0 0,0 0-1 0 0,0-1 0 0 0,-1 1 0 0 0,1 0 20 0 0,-1 0 0 0 0,1 0 0 0 0,0 1 0 0 0,-1-1 0 0 0,1 0 0 0 0,-1 1 0 0 0,1-1 0 0 0,0 1 0 0 0,0-1-1 0 0,-1 1 1 0 0,1 0 0 0 0,0 0 0 0 0,0-1 0 0 0,-2 3 0 0 0,-2 1-280 0 0,1 0 1 0 0,0 0-1 0 0,0 1 0 0 0,0-1 0 0 0,1 1 1 0 0,-6 9-1 0 0,5-6-453 0 0,1 0 0 0 0,0 1 0 0 0,0-1 0 0 0,1 1-1 0 0,0 0 1 0 0,1-1 0 0 0,-1 11 0 0 0,2-13 177 0 0,0 0-1 0 0,0 0 0 0 0,0 0 1 0 0,1 0-1 0 0,0 0 1 0 0,0 0-1 0 0,0 0 1 0 0,1 0-1 0 0,0-1 0 0 0,0 1 1 0 0,3 6-1 0 0,-3-9 543 0 0,0-1-1 0 0,0 1 1 0 0,0-1-1 0 0,1 1 1 0 0,-1-1-1 0 0,1 1 1 0 0,-1-1-1 0 0,1 0 1 0 0,0 0 0 0 0,0-1-1 0 0,0 1 1 0 0,0 0-1 0 0,0-1 1 0 0,0 0-1 0 0,0 1 1 0 0,0-2-1 0 0,0 1 1 0 0,5 1-1 0 0,-3-2-2 0 0,0 1 1 0 0,0-1-1 0 0,0 0 0 0 0,0 0 0 0 0,1 0 1 0 0,-1-1-1 0 0,0 0 0 0 0,0 0 0 0 0,0 0 1 0 0,0 0-1 0 0,6-3 0 0 0,-10 3 6 0 0,1 0 0 0 0,-1 0 0 0 0,1-1-1 0 0,-1 1 1 0 0,1 0 0 0 0,-1 0 0 0 0,0-1 0 0 0,1 1 0 0 0,-1-1-1 0 0,0 1 1 0 0,0-1 0 0 0,0 1 0 0 0,0-1 0 0 0,0 0 0 0 0,-1 0-1 0 0,1 1 1 0 0,0-1 0 0 0,-1 0 0 0 0,0 0 0 0 0,1 0 0 0 0,-1 0-1 0 0,0 0 1 0 0,0 1 0 0 0,0-1 0 0 0,0 0 0 0 0,0 0 0 0 0,0 0-1 0 0,0 0 1 0 0,-1 0 0 0 0,1 0 0 0 0,-1 1 0 0 0,1-1 0 0 0,-1 0-1 0 0,0 0 1 0 0,0 1 0 0 0,0-1 0 0 0,0 0 0 0 0,-2-2 0 0 0,-1-2 54 0 0,-1 1 0 0 0,1-1 0 0 0,-1 1 0 0 0,0 0 1 0 0,-1 0-1 0 0,1 1 0 0 0,-1 0 0 0 0,0 0 0 0 0,0 0 1 0 0,0 1-1 0 0,-1-1 0 0 0,1 1 0 0 0,-10-2 1 0 0,15 4 179 0 0,0 1 1 0 0,-1 0 0 0 0,1-1 0 0 0,0 1 0 0 0,0 0 0 0 0,-1 0 0 0 0,1 0-1 0 0,0 0 1 0 0,0 0 0 0 0,-1 0 0 0 0,1 0 0 0 0,0 0 0 0 0,-1 1 0 0 0,1-1 0 0 0,0 0-1 0 0,0 1 1 0 0,0-1 0 0 0,0 1 0 0 0,-1-1 0 0 0,1 1 0 0 0,0 0 0 0 0,0 0-1 0 0,0-1 1 0 0,0 1 0 0 0,0 0 0 0 0,0 0 0 0 0,1 0 0 0 0,-1 0 0 0 0,0 0 0 0 0,0 0-1 0 0,1 0 1 0 0,-1 0 0 0 0,-1 2 0 0 0,2 0-58 0 0,-1-1 1 0 0,0 0-1 0 0,1 1 0 0 0,-1-1 0 0 0,1 1 1 0 0,0-1-1 0 0,0 4 0 0 0,4 17-2148 0 0,-1-14 456 0 0,1 1 0 0 0,6 13 0 0 0,-9-22 1724 0 0,0 1 0 0 0,0 0 0 0 0,0 0 0 0 0,0-1 0 0 0,1 1 0 0 0,-1 0 0 0 0,0-1-1 0 0,1 1 1 0 0,-1-1 0 0 0,1 0 0 0 0,0 1 0 0 0,-1-1 0 0 0,1 0 0 0 0,0 0 0 0 0,0 0-1 0 0,0 0 1 0 0,0-1 0 0 0,0 1 0 0 0,2 0 0 0 0,-3 0 130 0 0,1-1 0 0 0,0 0 0 0 0,-1 0 0 0 0,1 0 0 0 0,0 0 0 0 0,-1 0 0 0 0,1 0 0 0 0,0 0 0 0 0,-1-1 0 0 0,1 1 0 0 0,0-1 0 0 0,1 0 0 0 0,-1 0-308 0 0,0 0 0 0 0,-1-1 0 0 0,1 1 0 0 0,0-1 0 0 0,-1 1 0 0 0,1-1 0 0 0,-1 0 0 0 0,0 1 0 0 0,2-4 0 0 0,-2 4-42 0 0,-1 0 1 0 0,1 1-1 0 0,-1-1 0 0 0,0 0 1 0 0,1 0-1 0 0,-1 0 0 0 0,0 0 1 0 0,1 0-1 0 0,-1 0 0 0 0,0 0 0 0 0,0 0 1 0 0,0-2-1 0 0,-3 0-13 0 0,-5 8 25 0 0,-2 5-31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46.8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215 571 228 0 0,'12'-12'2915'0'0,"12"-2"6055"0"0,-10 6-5935 0 0,-11 6-2681 0 0,6-3 686 0 0,0 0-1 0 0,-1-1 1 0 0,9-8-1 0 0,-59 68-1126 0 0,30-40-53 0 0,-103 130-8907 0 0,88-107 6441 0 0,2 1 0 0 0,-21 42 0 0 0,36-58 2670 0 0,0 1 1 0 0,-13 46 0 0 0,33-111-229 0 0,-2 0 0 0 0,-1-1 0 0 0,-3 1 0 0 0,-1-82 0 0 0,-26-72 1630 0 0,23 195-1397 0 0,0 0 0 0 0,0-1 1 0 0,0 1-1 0 0,0 0 1 0 0,0 0-1 0 0,1-1 0 0 0,-1 1 1 0 0,0 0-1 0 0,1 0 0 0 0,-1 0 1 0 0,0-1-1 0 0,1 1 0 0 0,0 0 1 0 0,-1 0-1 0 0,1 0 1 0 0,0 0-1 0 0,-1 0 0 0 0,1 0 1 0 0,0 0-1 0 0,0 0 0 0 0,0 0 1 0 0,0 1-1 0 0,0-1 1 0 0,0 0-1 0 0,0 0 0 0 0,2 0 1 0 0,3-2 535 0 0,1 0 0 0 0,-1 0 0 0 0,13-3 0 0 0,-5 1-197 0 0,53-19 1382 0 0,168-66-5738 0 0,-190 69 3241 0 0,0-2 1 0 0,-1-1-1 0 0,41-32 0 0 0,-65 41 699 0 0,59-46-59 0 0,-69 52 59 0 0,0-1 1 0 0,-1 1-1 0 0,0-1 1 0 0,-1-1-1 0 0,10-15 1 0 0,-17 24 31 0 0,0 0 1 0 0,1-1 0 0 0,-1 1-1 0 0,0 0 1 0 0,-1-1-1 0 0,1 1 1 0 0,0-1 0 0 0,-1 0-1 0 0,1 1 1 0 0,-1-1 0 0 0,0 1-1 0 0,0-1 1 0 0,0-4-1 0 0,-1 6-19 0 0,1 0 0 0 0,0 0 0 0 0,-1 0 0 0 0,1 0 0 0 0,-1 0 0 0 0,1 0 0 0 0,-1 0 0 0 0,0 0 0 0 0,1 0 0 0 0,-1 0 0 0 0,0 0 0 0 0,1 1 0 0 0,-1-1-1 0 0,0 0 1 0 0,0 1 0 0 0,0-1 0 0 0,0 0 0 0 0,0 1 0 0 0,0-1 0 0 0,0 1 0 0 0,0-1 0 0 0,0 1 0 0 0,0 0 0 0 0,0-1 0 0 0,0 1 0 0 0,0 0 0 0 0,0 0-1 0 0,0 0 1 0 0,0 0 0 0 0,0 0 0 0 0,0 0 0 0 0,0 0 0 0 0,0 0 0 0 0,0 0 0 0 0,0 0 0 0 0,-2 1 0 0 0,-4 0 285 0 0,-1 1 0 0 0,0 0 0 0 0,1 0 0 0 0,-1 0 0 0 0,1 1 0 0 0,0 0 0 0 0,0 1 0 0 0,0 0 1 0 0,0 0-1 0 0,0 0 0 0 0,1 1 0 0 0,0 0 0 0 0,0 0 0 0 0,0 0 0 0 0,1 1 0 0 0,0 0 0 0 0,0 0 0 0 0,0 1 0 0 0,1-1 0 0 0,-5 9 1 0 0,-5 13 1877 0 0,2 0 0 0 0,1 1 0 0 0,-14 57 1 0 0,10-34-1338 0 0,4-18-1307 0 0,-2 0 0 0 0,-27 48-1 0 0,10-24-366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47.9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1075 848 0 0,'4'-4'12449'0'0,"9"-11"-7296"0"0,15-19-3943 0 0,43-78-1222 0 0,55-119 0 0 0,33-56-4986 0 0,-10 41-5718 0 0,-137 227 10158 0 0,-4 5 534 0 0,-4 10 203 0 0,-1-1 1 0 0,-1 1-1 0 0,1-1 1 0 0,-1 0 0 0 0,3-8-1 0 0,-8 18 725 0 0,-1-1-1 0 0,0 1 0 0 0,0-1 1 0 0,0 0-1 0 0,-6 5 1 0 0,2-2-404 0 0,1 1 50 0 0,-75 67 2586 0 0,59-56-3405 0 0,-44 28-1 0 0,58-42 902 0 0,0 0-1 0 0,0-1 0 0 0,-1 0 1 0 0,-15 5-1 0 0,21-8-465 0 0,1 0 0 0 0,-1-1 1 0 0,1 1-1 0 0,-1-1 0 0 0,1 1 0 0 0,-1-1 0 0 0,1 0 1 0 0,-1 0-1 0 0,1-1 0 0 0,0 1 0 0 0,-1-1 0 0 0,1 0 1 0 0,-1 0-1 0 0,1 0 0 0 0,0 0 0 0 0,-1 0 0 0 0,-2-3 1 0 0,6 4-167 0 0,-1 0 0 0 0,1 0 1 0 0,0-1-1 0 0,-1 1 1 0 0,1 0-1 0 0,0 0 1 0 0,-1-1-1 0 0,1 1 0 0 0,0 0 1 0 0,0-1-1 0 0,-1 1 1 0 0,1 0-1 0 0,0-1 0 0 0,0 1 1 0 0,0 0-1 0 0,-1-1 1 0 0,1 1-1 0 0,0 0 1 0 0,0-1-1 0 0,0 1 0 0 0,0-1 1 0 0,0 1-1 0 0,0 0 1 0 0,0-1-1 0 0,0 1 1 0 0,0-1-1 0 0,0 1 0 0 0,0-1 1 0 0,8-10 7 0 0,17-6-2 0 0,-24 17-6 0 0,48-28-103 0 0,113-66-795 0 0,-58 23-4278 0 0,-85 55 4193 0 0,-14 12 395 0 0,0-1 0 0 0,0 1 0 0 0,0 0 0 0 0,1 0 0 0 0,-1 0 0 0 0,1 1 0 0 0,0 0 0 0 0,7-2 0 0 0,-13 5 666 0 0,1-1-1 0 0,0 1 1 0 0,-1 0 0 0 0,1 1-1 0 0,-1-1 1 0 0,1 0 0 0 0,0 0-1 0 0,-1 0 1 0 0,1 0-1 0 0,-1 0 1 0 0,1 1 0 0 0,0-1-1 0 0,-1 0 1 0 0,1 0-1 0 0,-1 1 1 0 0,1-1 0 0 0,-1 0-1 0 0,1 1 1 0 0,-1-1 0 0 0,1 1-1 0 0,-1-1 1 0 0,1 1-1 0 0,-1-1 1 0 0,0 1 0 0 0,1-1-1 0 0,-1 1 1 0 0,0-1 0 0 0,1 1-1 0 0,-1-1 1 0 0,0 1-1 0 0,0-1 1 0 0,0 1 0 0 0,0 0-1 0 0,1-1 1 0 0,-1 1-1 0 0,0-1 1 0 0,0 1 0 0 0,0 0-1 0 0,0 0 1 0 0,0 27 3018 0 0,-2-9-668 0 0,-8 27 1 0 0,-8 18-1244 0 0,8-31-1265 0 0,-10 51 1 0 0,11 30-877 0 0,9-75 408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31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 52 460 0 0,'2'-30'18577'0'0,"-5"22"-16225"0"0,0 0-572 0 0,-5 3-5289 0 0,8 5 3509 0 0,-2 8 0 0 0,2 10 0 0 0,6 67 0 0 0,4 70 0 0 0,-3-80-7 0 0,24 120 0 0 0,-25-179-381 0 0,-7-14 790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31.7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79 460 0 0,'-9'-16'10134'0'0,"6"7"-8107"0"0,3 6-1407 0 0,-1 1 1 0 0,1 0-1 0 0,0 0 0 0 0,-1 0 1 0 0,1-1-1 0 0,0 1 0 0 0,0 0 1 0 0,1-5-1 0 0,0 6-571 0 0,-1-1-1 0 0,1 1 1 0 0,0-1-1 0 0,-1 1 1 0 0,1-1-1 0 0,0 1 1 0 0,0-1 0 0 0,0 1-1 0 0,0 0 1 0 0,0 0-1 0 0,0-1 1 0 0,1 1-1 0 0,-1 0 1 0 0,0 0-1 0 0,1 0 1 0 0,-1 0-1 0 0,0 0 1 0 0,1 1-1 0 0,-1-1 1 0 0,1 0-1 0 0,-1 1 1 0 0,1-1-1 0 0,0 1 1 0 0,-1-1 0 0 0,1 1-1 0 0,-1 0 1 0 0,1-1-1 0 0,0 1 1 0 0,1 0-1 0 0,1 0-48 0 0,-1 0 0 0 0,1 0 0 0 0,-1 0 0 0 0,1 0 0 0 0,-1 1 0 0 0,1-1 0 0 0,-1 1 0 0 0,0 0 0 0 0,1 0 0 0 0,-1 0 0 0 0,0 1 0 0 0,0-1 0 0 0,0 1 0 0 0,0-1 0 0 0,0 1 0 0 0,0 0 0 0 0,0 0 0 0 0,0 1 0 0 0,-1-1 0 0 0,1 0 0 0 0,-1 1 0 0 0,0 0 0 0 0,0-1 0 0 0,0 1 0 0 0,0 0 0 0 0,0 0 0 0 0,0 0 0 0 0,-1 0 0 0 0,0 1 0 0 0,1-1 0 0 0,-1 0 0 0 0,0 1 0 0 0,-1-1 0 0 0,1 0 0 0 0,-1 1 0 0 0,1-1 0 0 0,-1 1 0 0 0,0-1 0 0 0,-1 6 0 0 0,-3 37-213 0 0,1-29-411 0 0,2 0-1 0 0,0 0 0 0 0,1 19 1 0 0,3-10-1816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21.2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56 228 0 0,'7'-32'16505'0'0,"-8"26"-15473"0"0,0-9 863 0 0,1 15-1895 0 0,0 0 0 0 0,0 0 0 0 0,0 0 0 0 0,0 0 0 0 0,0 0 0 0 0,0 0 0 0 0,0-1 0 0 0,0 1 0 0 0,0 0 0 0 0,0 0 0 0 0,0 0 0 0 0,0 0 0 0 0,0 0 0 0 0,0 0 0 0 0,0 0 0 0 0,0 0 0 0 0,0 0 0 0 0,0 0 0 0 0,0-1 0 0 0,0 1 0 0 0,-1 0 0 0 0,1 0 0 0 0,0 0 0 0 0,0 0 0 0 0,0 0 0 0 0,0 0 0 0 0,0 0 0 0 0,0 0 0 0 0,0 0 0 0 0,0 0 0 0 0,0 0 0 0 0,0 0 0 0 0,0 0 0 0 0,0 0 0 0 0,0 0 0 0 0,-1 0 0 0 0,1-1 0 0 0,0 1 0 0 0,0 0 0 0 0,0 0 0 0 0,0 0 0 0 0,0 0 0 0 0,0 0 0 0 0,0 0 0 0 0,0 0 0 0 0,0 0 0 0 0,0 0 0 0 0,-1 1 0 0 0,-4 2 0 0 0,-4 6 0 0 0,8-9 0 0 0,0 3 0 0 0,-1-1 0 0 0,1 1 0 0 0,-1 0 0 0 0,1-1 0 0 0,0 1 0 0 0,0 0 0 0 0,0 0 0 0 0,0 0 0 0 0,1 0 0 0 0,-1 0 0 0 0,1 0 0 0 0,0 0 0 0 0,0 0 0 0 0,0 0 0 0 0,0 1 0 0 0,1 4 0 0 0,0 5 0 0 0,-1-4 0 0 0,0-1 0 0 0,1 1 0 0 0,0-1 0 0 0,0 0 0 0 0,5 14 0 0 0,-5-20 0 0 0,-1 0 0 0 0,1-1 0 0 0,0 1 0 0 0,0 0 0 0 0,0-1 0 0 0,0 1 0 0 0,0-1 0 0 0,0 1 0 0 0,0-1 0 0 0,1 0 0 0 0,-1 1 0 0 0,0-1 0 0 0,4 2 0 0 0,-4-2 0 0 0,0-1 0 0 0,1 1 0 0 0,-1-1 0 0 0,1 0 0 0 0,-1 1 0 0 0,0-1 0 0 0,1 0 0 0 0,-1 0 0 0 0,1 0 0 0 0,-1 0 0 0 0,1 0 0 0 0,-1 0 0 0 0,1 0 0 0 0,-1-1 0 0 0,0 1 0 0 0,1-1 0 0 0,-1 1 0 0 0,0-1 0 0 0,1 1 0 0 0,1-2 0 0 0,-1 1 0 0 0,-1 0 0 0 0,1 0 0 0 0,-1 0 0 0 0,0 0 0 0 0,0 0 0 0 0,1 0 0 0 0,-1 0 0 0 0,0 0 0 0 0,0 0 0 0 0,0-1 0 0 0,0 1 0 0 0,0-1 0 0 0,-1 1 0 0 0,1 0 0 0 0,0-1 0 0 0,0 1 0 0 0,-1-1 0 0 0,1-3 0 0 0,0-1 0 0 0,0 0 0 0 0,0 0 0 0 0,-1-11 0 0 0,0 9 0 0 0,-4 2 0 0 0,4 6 0 0 0,-1-1 0 0 0,1 1 0 0 0,0 0 0 0 0,-1 0 0 0 0,1 0 0 0 0,-1 0 0 0 0,1 0 0 0 0,0 0 0 0 0,-1 0 0 0 0,1 0 0 0 0,-1 0 0 0 0,1 0 0 0 0,0 0 0 0 0,-1 0 0 0 0,1 0 0 0 0,-1 0 0 0 0,1 0 0 0 0,0 1 0 0 0,-1-1 0 0 0,1 0 0 0 0,-1 0 0 0 0,1 0 0 0 0,0 0 0 0 0,-1 1 0 0 0,1-1 0 0 0,0 0 0 0 0,-1 0 0 0 0,1 1 0 0 0,0-1 0 0 0,0 0 0 0 0,-1 1 0 0 0,1-1 0 0 0,0 0 0 0 0,0 1 0 0 0,0-1 0 0 0,-1 1 0 0 0,-11 14 0 0 0,12-15 1 0 0,0 0-1 0 0,-1 1 1 0 0,1-1 0 0 0,0 0-1 0 0,0 1 1 0 0,-1-1 0 0 0,1 0-1 0 0,0 0 1 0 0,0 1-1 0 0,0-1 1 0 0,-1 0 0 0 0,1 1-1 0 0,0-1 1 0 0,0 1 0 0 0,0-1-1 0 0,0 0 1 0 0,0 1 0 0 0,0-1-1 0 0,0 0 1 0 0,0 1-1 0 0,0-1 1 0 0,0 1 0 0 0,0-1-1 0 0,0 1 1 0 0,0 4-361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22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0 126 1380 0 0,'1'-4'1189'0'0,"-1"0"0"0"0,1 0 1 0 0,0 0-1 0 0,0-1 1 0 0,0 1-1 0 0,1 0 0 0 0,-1 1 1 0 0,1-1-1 0 0,0 0 0 0 0,0 0 1 0 0,0 1-1 0 0,1-1 0 0 0,3-4 1 0 0,-5 8-1119 0 0,0-1 1 0 0,0 1-1 0 0,0-1 1 0 0,0 1 0 0 0,0-1-1 0 0,1 1 1 0 0,-1 0-1 0 0,0-1 1 0 0,0 1-1 0 0,0 0 1 0 0,0 0-1 0 0,0 0 1 0 0,0 0-1 0 0,1 0 1 0 0,-1 0-1 0 0,0 0 1 0 0,0 0 0 0 0,0 0-1 0 0,0 1 1 0 0,0-1-1 0 0,0 0 1 0 0,0 1-1 0 0,0-1 1 0 0,2 1-1 0 0,27 16-359 0 0,-26-14 417 0 0,2 0-129 0 0,-1 0 0 0 0,0 0 0 0 0,0 1 0 0 0,-1 0 0 0 0,1 0 0 0 0,-1 0 0 0 0,0 1 0 0 0,0-1 0 0 0,0 1 0 0 0,0 0 0 0 0,-1 0 0 0 0,0 1 0 0 0,0-1 0 0 0,0 0 0 0 0,-1 1 0 0 0,0 0 0 0 0,0-1 0 0 0,-1 1 0 0 0,1 0 0 0 0,-1 0 0 0 0,0 0 0 0 0,0 9 0 0 0,0 0 0 0 0,-1-1 0 0 0,-1 0 0 0 0,0 1 0 0 0,-4 21 0 0 0,-20 54 0 0 0,24-86-4 0 0,-1-1-1 0 0,1 1 0 0 0,0-1 0 0 0,0 1 0 0 0,0-1 0 0 0,1 1 0 0 0,-1 0 0 0 0,1 0 0 0 0,0 4 1 0 0,0-8-1 0 0,0 0 1 0 0,0 0 0 0 0,0 0-1 0 0,0 0 1 0 0,0 0 0 0 0,0 0-1 0 0,0 1 1 0 0,0-1 0 0 0,0 0-1 0 0,0 0 1 0 0,0 0 0 0 0,0 0-1 0 0,0 0 1 0 0,1 0 0 0 0,-1 0-1 0 0,0 0 1 0 0,0 0 0 0 0,0 0-1 0 0,0 1 1 0 0,0-1 0 0 0,0 0-1 0 0,0 0 1 0 0,0 0 0 0 0,0 0-1 0 0,0 0 1 0 0,0 0 0 0 0,0 0-1 0 0,1 0 1 0 0,-1 0 0 0 0,0 0-1 0 0,0 0 1 0 0,0 0 0 0 0,0 0-1 0 0,0 0 1 0 0,0 0 0 0 0,0 0-1 0 0,0 0 1 0 0,0 0 0 0 0,1 0-1 0 0,-1 0 1 0 0,0 0 0 0 0,0 0-1 0 0,0 0 1 0 0,0 0 0 0 0,0 0-1 0 0,0 0 1 0 0,0 0 0 0 0,0 0-1 0 0,0 0 1 0 0,1 0 0 0 0,-1 0-1 0 0,0 0 1 0 0,0 0 0 0 0,5-7 111 0 0,2-8 28 0 0,14-48-1525 0 0,2-33-5160 0 0,-6-2-75 0 0,-7 32 5101 0 0,-7 44 1900 0 0,0-23-593 0 0,-2 24 8997 0 0,-8 78-2028 0 0,2 29-6587 0 0,-1 5-636 0 0,5-84 90 0 0,1 0-1 0 0,0-1 1 0 0,1 1 0 0 0,-1 0 0 0 0,1 0-1 0 0,1 0 1 0 0,-1 0 0 0 0,5 12 0 0 0,-5-17 363 0 0,0 0-1 0 0,0-1 1 0 0,0 1 0 0 0,0 0 0 0 0,0 0 0 0 0,0-1-1 0 0,1 1 1 0 0,-1-1 0 0 0,1 1 0 0 0,-1-1 0 0 0,1 1-1 0 0,-1-1 1 0 0,1 0 0 0 0,2 1 0 0 0,-2-1 241 0 0,0 0 0 0 0,0-1 1 0 0,0 1-1 0 0,-1-1 1 0 0,1 0-1 0 0,0 0 0 0 0,0 1 1 0 0,0-1-1 0 0,0 0 1 0 0,0-1-1 0 0,0 1 0 0 0,0 0 1 0 0,0-1-1 0 0,-1 1 1 0 0,1-1-1 0 0,0 1 0 0 0,0-1 1 0 0,2-1-1 0 0,2-1-443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23.0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5 274 2304 0 0,'-1'-1'212'0'0,"0"0"1"0"0,1 0-1 0 0,-1 0 1 0 0,1 0 0 0 0,0 0-1 0 0,-1 0 1 0 0,1 0-1 0 0,0 0 1 0 0,-1 0 0 0 0,1 0-1 0 0,0 0 1 0 0,0 0-1 0 0,0 0 1 0 0,0 0-1 0 0,0 0 1 0 0,0 0 0 0 0,0 0-1 0 0,1-1 1 0 0,-1 1-1 0 0,0 0 1 0 0,0 0 0 0 0,1 0-1 0 0,-1 0 1 0 0,2-1-1 0 0,0-1 906 0 0,0 0-1 0 0,1 0 1 0 0,0 0 0 0 0,-1 0-1 0 0,6-3 1 0 0,0-1 56 0 0,28-23 1080 0 0,78-51-1 0 0,50-9-2598 0 0,-158 87 341 0 0,0 0 0 0 0,0 0-1 0 0,0 1 1 0 0,8-2 0 0 0,1 1 25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24.01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0 248 920 0 0,'23'-40'18430'0'0,"-14"31"-16264"0"0,-5 4-4045 0 0,16-15 1885 0 0,0 1-1 0 0,1 0 1 0 0,28-18 0 0 0,-48 37-6 0 0,0-1 0 0 0,0 0 0 0 0,0 0 0 0 0,1 1 0 0 0,-1-1 0 0 0,0 1 0 0 0,0-1 0 0 0,0 1 0 0 0,1-1 0 0 0,-1 1 0 0 0,0 0 0 0 0,0-1 0 0 0,1 1 0 0 0,-1 0 0 0 0,0 0 0 0 0,1 0 0 0 0,-1 0 0 0 0,0 0 0 0 0,1 1 0 0 0,-1-1 0 0 0,2 1 0 0 0,-2-1 0 0 0,1 1 0 0 0,-1 0 0 0 0,0 0 0 0 0,0 0 0 0 0,1 0 0 0 0,-1 0 0 0 0,0 0 0 0 0,0 1 0 0 0,0-1 0 0 0,0 0 0 0 0,0 1 0 0 0,0-1 0 0 0,0 0 0 0 0,0 3 0 0 0,3 5 0 0 0,-2 0 0 0 0,1 0 0 0 0,-1 0 0 0 0,1 16 0 0 0,1 10-583 0 0,-3 1 0 0 0,-5 65-1 0 0,-1-59-1586 0 0,-1 0 0 0 0,-14 43-1 0 0,18-80 1691 0 0,1 1-194 0 0,0-1-1 0 0,-1 1 1 0 0,0-1-1 0 0,0 0 1 0 0,-1 1 0 0 0,1-1-1 0 0,-5 6 1 0 0,7-11 734 0 0,0 0 0 0 0,0 0 0 0 0,0 0 0 0 0,-1 2 479 0 0,1-2-479 0 0,-1 0 0 0 0,1 0 0 0 0,0 0 0 0 0,0 0 0 0 0,0 0 0 0 0,0 0 0 0 0,-1 0 0 0 0,1 0 0 0 0,0 0 0 0 0,0 0 0 0 0,0 0 0 0 0,0 0 0 0 0,-1 0 0 0 0,1 0 0 0 0,0 1 0 0 0,0-2 0 0 0,0 1 0 0 0,-1 0 0 0 0,1 0 0 0 0,0 0 0 0 0,0 0 0 0 0,0 0 0 0 0,0 0 0 0 0,-1 0 0 0 0,1 0 0 0 0,0 0-1 0 0,0 0 1 0 0,0 0 0 0 0,-1 0 0 0 0,-2-10 3 0 0,1-10-428 0 0,2-4 1051 0 0,2 0 1 0 0,1 1 0 0 0,2-1-1 0 0,11-40 1 0 0,43-89 7173 0 0,-42 119-7861 0 0,1 1 0 0 0,1 1 0 0 0,2 0 1 0 0,39-44-1 0 0,-58 73-106 0 0,-1 2 156 0 0,1-1-1 0 0,-1 0 0 0 0,0 1 1 0 0,1-1-1 0 0,-1 1 1 0 0,1-1-1 0 0,-1 1 1 0 0,1 0-1 0 0,-1 0 0 0 0,1 0 1 0 0,0 0-1 0 0,0 0 1 0 0,2-1-1 0 0,-3 3-48 0 0,-1 0 0 0 0,0 0 0 0 0,1 0 0 0 0,-1 1 0 0 0,0-1 0 0 0,0 0 0 0 0,0 0 0 0 0,0 0 0 0 0,0 0 0 0 0,0 1 0 0 0,0-1 0 0 0,0 0 0 0 0,-1 0 0 0 0,1 2 0 0 0,-1-2 0 0 0,-4 26 8 0 0,-11 30-1 0 0,-1 8-175 0 0,-8 69-5140 0 0,19-43-3348 0 0,5-90 8640 0 0,1 1-1 0 0,0-1 1 0 0,0 0-1 0 0,1 1 1 0 0,-1-1 0 0 0,0 1-1 0 0,0-1 1 0 0,1 0-1 0 0,-1 1 1 0 0,1-1 0 0 0,-1 0-1 0 0,1 1 1 0 0,0-1-1 0 0,-1 0 1 0 0,1 0-1 0 0,0 0 1 0 0,0 1 0 0 0,1 0-1 0 0,-1-1 188 0 0,0-1 0 0 0,0 1 0 0 0,0-1 0 0 0,0 1 0 0 0,0-1 0 0 0,1 0 0 0 0,-1 1 0 0 0,0-1 0 0 0,0 0 0 0 0,0 0-1 0 0,0 0 1 0 0,0 0 0 0 0,1 0 0 0 0,-1 0 0 0 0,0 0 0 0 0,0 0 0 0 0,0 0 0 0 0,0-1 0 0 0,0 1 0 0 0,0 0 0 0 0,0-1 0 0 0,1 1 0 0 0,0-2 0 0 0,5-1 297 0 0,-2 0-981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24.2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1 383 3036 0 0,'2'-25'6021'0'0,"-1"22"-5977"0"0,0 0 1 0 0,0 0 0 0 0,0 1-1 0 0,0-1 1 0 0,1 1 0 0 0,-1-1-1 0 0,1 1 1 0 0,-1 0 0 0 0,1-1 0 0 0,4-2-1 0 0,8-9 2702 0 0,46-37 2316 0 0,0-2-3360 0 0,118-97-5269 0 0,-159 135 1805 0 0,33-19-1 0 0,-34 25-809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24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27 137 2072 0 0,'5'-35'2819'0'0,"-2"18"533"0"0,0 0-1 0 0,-2-1 1 0 0,0-20-1 0 0,-1 37-3282 0 0,1 0-1 0 0,-1 1 0 0 0,0-1 1 0 0,-1 1-1 0 0,1-1 1 0 0,0 0-1 0 0,0 1 0 0 0,0-1 1 0 0,0 1-1 0 0,0-1 1 0 0,-1 0-1 0 0,1 1 1 0 0,0-1-1 0 0,0 1 0 0 0,-1-1 1 0 0,1 1-1 0 0,-1-1 1 0 0,1 1-61 0 0,0 0 0 0 0,-1 0 0 0 0,1 0 0 0 0,0 0 0 0 0,0 0 1 0 0,0 0-1 0 0,-1 0 0 0 0,1 0 0 0 0,0 0 0 0 0,0 0 0 0 0,-1 0 0 0 0,1 0 0 0 0,0 1 1 0 0,0-1-1 0 0,0 0 0 0 0,-1 0 0 0 0,1 0 0 0 0,0 0 0 0 0,0 1 0 0 0,0-1 1 0 0,0 0-1 0 0,-1 0 0 0 0,1 0 0 0 0,0 1 0 0 0,0-1 0 0 0,0 0 0 0 0,0 0 1 0 0,-10 22-106 0 0,4-2 90 0 0,2 1 0 0 0,-3 22 0 0 0,2-2-102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39.2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508 163 912 0 0,'8'-12'18739'0'0,"-8"12"-18784"0"0,-4 0-8 0 0,1 0 66 0 0,0 1-7 0 0,-1-1-1 0 0,1 0 1 0 0,-1 0-1 0 0,1 0 0 0 0,-1-1 1 0 0,1 1-1 0 0,0-1 0 0 0,-1 0 1 0 0,-4-2-1 0 0,-52-20 30 0 0,26 11-49 0 0,-30-13 27 0 0,14-1-7 0 0,28 15-6 0 0,0 0 0 0 0,-1 1 0 0 0,-24-7 0 0 0,36 14 0 0 0,-1 1 0 0 0,1 0 0 0 0,-1 0 0 0 0,0 1 0 0 0,1 1 0 0 0,-1 0 0 0 0,0 0 0 0 0,-14 3 0 0 0,22-2-2 0 0,2-1-4 0 0,0 0 0 0 0,0 1-1 0 0,-1-1 1 0 0,1 1-1 0 0,0-1 1 0 0,0 1 0 0 0,0 0-1 0 0,-2 1 1 0 0,4-2 5 0 0,0 0-1 0 0,-1 1 1 0 0,1-1 0 0 0,0 1-1 0 0,-1-1 1 0 0,1 1 0 0 0,0-1 0 0 0,0 1-1 0 0,0-1 1 0 0,-1 1 0 0 0,1-1 0 0 0,0 1-1 0 0,0-1 1 0 0,0 1 0 0 0,0 0-1 0 0,0-1 1 0 0,0 1 0 0 0,0-1 0 0 0,0 1-1 0 0,0-1 1 0 0,0 1 0 0 0,0-1-1 0 0,0 1 1 0 0,0 0 0 0 0,1-1 0 0 0,-1 1-1 0 0,0-1 1 0 0,0 1 0 0 0,1-1-1 0 0,-1 1 1 0 0,0-1 0 0 0,0 0 0 0 0,1 1-1 0 0,-1-1 1 0 0,1 1 0 0 0,-1 0 0 0 0,6 7 107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39.6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128 37 1612 0 0,'-19'-36'16333'0'0,"18"36"-16108"0"0,0 1-1 0 0,0-1 1 0 0,0 0-1 0 0,0 1 1 0 0,0 0-1 0 0,0-1 1 0 0,-1 1 0 0 0,1 0-1 0 0,1-1 1 0 0,-1 1-1 0 0,-2 1 1 0 0,-19 26-1205 0 0,16-19 980 0 0,0 1 0 0 0,-8 19 0 0 0,12-24 0 0 0,1-1 0 0 0,-1 1 0 0 0,1-1 0 0 0,0 1 0 0 0,0-1 0 0 0,1 1 0 0 0,-1 0 0 0 0,1-1 0 0 0,1 9 0 0 0,-1-9-9 0 0,0-1-1 0 0,0 1 1 0 0,-1 0 0 0 0,1-1-1 0 0,-1 1 1 0 0,0-1 0 0 0,0 0-1 0 0,0 1 1 0 0,0-1-1 0 0,-1 0 1 0 0,1 1 0 0 0,-1-1-1 0 0,0 0 1 0 0,0 0 0 0 0,-3 4-1 0 0,-12 22-1890 0 0,17-28 1951 0 0,-1 0 0 0 0,1 0 0 0 0,0 0 1 0 0,0 0-1 0 0,0 0 0 0 0,-1 0 0 0 0,1 0 0 0 0,0 0 0 0 0,0 0 0 0 0,0 0 1 0 0,1 0-1 0 0,-1 0 0 0 0,0 0 0 0 0,0 0 0 0 0,1 0 0 0 0,-1 0 0 0 0,0 0 1 0 0,1 0-1 0 0,-1 0 0 0 0,1 0 0 0 0,-1 0 0 0 0,1 0 0 0 0,-1 0 0 0 0,1 0 1 0 0,0-1-1 0 0,0 1 0 0 0,-1 0 0 0 0,1-1 0 0 0,0 1 0 0 0,0 0 1 0 0,1 0-1 0 0,4 2-309 0 0,0 1 1 0 0,0-2 0 0 0,0 1-1 0 0,7 1 1 0 0,5 3-625 0 0,-12-4 474 0 0,1 0 0 0 0,-1 0-1 0 0,0 1 1 0 0,0 0 0 0 0,0 0 0 0 0,-1 0-1 0 0,1 1 1 0 0,-1 0 0 0 0,0 0 0 0 0,5 7-1 0 0,3 7-523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58.3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411 69 460 0 0,'8'-16'9743'0'0,"-6"12"-8448"0"0,0 0 1 0 0,0 0-1 0 0,-1 0 0 0 0,1 0 0 0 0,-1 0 0 0 0,1-6 0 0 0,0 1-904 0 0,-2 9-396 0 0,0 0 1 0 0,0 0-1 0 0,0-1 0 0 0,0 1 1 0 0,0 0-1 0 0,0-1 0 0 0,0 1 0 0 0,0 0 1 0 0,0-1-1 0 0,0 1 0 0 0,0 0 0 0 0,0-1 1 0 0,0 1-1 0 0,0 0 0 0 0,0 0 0 0 0,-1-1 1 0 0,1 1-1 0 0,0 0 0 0 0,0-1 1 0 0,0 1-1 0 0,0 0 0 0 0,-1 0 0 0 0,1-1 1 0 0,0 1-1 0 0,0 0 0 0 0,-1 0 0 0 0,1-1 10 0 0,-1 1-1 0 0,0 0 0 0 0,1 0 0 0 0,-1-1 0 0 0,0 1 1 0 0,1 0-1 0 0,-1 0 0 0 0,0 0 0 0 0,1 0 0 0 0,-1 0 1 0 0,0 0-1 0 0,1 0 0 0 0,-1 0 0 0 0,0 0 0 0 0,1 0 1 0 0,-1 0-1 0 0,1 1 0 0 0,-2-1 0 0 0,1 1 12 0 0,-4 1 8 0 0,-23 9 20 0 0,-16 7-3822 0 0,35-14 647 0 0,1 0 0 0 0,-16 11 0 0 0,16-9 760 0 0,-1 0 1476 0 0,1 0 0 0 0,0 1 0 0 0,-8 9 0 0 0,14-14 1057 0 0,1 0 0 0 0,-1 0 0 0 0,1 0 0 0 0,-1 0 0 0 0,1 0 0 0 0,0 0 0 0 0,0 0 0 0 0,0 1 0 0 0,0-1 0 0 0,0 0 0 0 0,0 1 0 0 0,1-1 0 0 0,-1 1 0 0 0,1-1 0 0 0,0 1 0 0 0,0-1-1 0 0,0 1 1 0 0,0 4 0 0 0,1-6-292 0 0,-1 1-1 0 0,1 0 0 0 0,0 0 0 0 0,0 0 0 0 0,0 0 0 0 0,0-1 1 0 0,0 1-1 0 0,0 0 0 0 0,0-1 0 0 0,1 1 0 0 0,-1-1 0 0 0,1 1 0 0 0,-1-1 1 0 0,1 0-1 0 0,-1 0 0 0 0,4 2 0 0 0,33 16-158 0 0,-23-12 327 0 0,-13-6-38 0 0,0 0 0 0 0,0 0 0 0 0,0 0 1 0 0,0 1-1 0 0,0-1 0 0 0,-1 0 0 0 0,1 1 0 0 0,0-1 1 0 0,-1 1-1 0 0,1 0 0 0 0,-1-1 0 0 0,0 1 0 0 0,1 0 1 0 0,-1 0-1 0 0,0 0 0 0 0,0 0 0 0 0,0 0 0 0 0,0 0 0 0 0,0 3 1 0 0,0-2-2 0 0,-1 0 0 0 0,0 0 0 0 0,0 1 1 0 0,0-1-1 0 0,0 0 0 0 0,-1 0 0 0 0,1 0 1 0 0,-1 0-1 0 0,0 0 0 0 0,0 1 0 0 0,0-1 1 0 0,-1 2-1 0 0,-5 8 29 0 0,0-1 1 0 0,0 0-1 0 0,-1 0 1 0 0,-17 18-1 0 0,13-18 18 0 0,-1 0-1 0 0,0 0 0 0 0,-1-2 1 0 0,0 1-1 0 0,-16 7 0 0 0,-29 22-5 0 0,56-37 3 0 0,-13 11-154 0 0,16-14 124 0 0,0 1-1 0 0,-1-1 1 0 0,1 1 0 0 0,0-1-1 0 0,0 0 1 0 0,0 1-1 0 0,0-1 1 0 0,0 1 0 0 0,-1-1-1 0 0,1 0 1 0 0,0 1 0 0 0,0-1-1 0 0,0 1 1 0 0,0-1 0 0 0,0 1-1 0 0,0-1 1 0 0,1 0 0 0 0,-1 1-1 0 0,0-1 1 0 0,0 1-1 0 0,0-1 1 0 0,0 0 0 0 0,0 1-1 0 0,0-1 1 0 0,1 1 0 0 0,-1-1-1 0 0,0 0 1 0 0,0 1 0 0 0,1-1-1 0 0,-1 0 1 0 0,0 1-1 0 0,1-1 1 0 0,-1 0 0 0 0,0 0-1 0 0,1 1 1 0 0,-1-1 0 0 0,0 0-1 0 0,1 0 1 0 0,-1 0 0 0 0,0 1-1 0 0,1-1 1 0 0,3 2 440 0 0,-1 0 0 0 0,0 0 1 0 0,1 0-1 0 0,-1 1 0 0 0,0-1 1 0 0,-1 1-1 0 0,1 0 0 0 0,0 0 0 0 0,-1 0 1 0 0,3 4-1 0 0,-4-4 45 0 0,0-1-1 0 0,0 1 1 0 0,0 0-1 0 0,0-1 1 0 0,0 1-1 0 0,-1 0 1 0 0,0-1-1 0 0,1 1 1 0 0,-1 0-1 0 0,0 0 0 0 0,0-1 1 0 0,-1 1-1 0 0,1 0 1 0 0,-1 0-1 0 0,0 3 1 0 0,-9 46 3986 0 0,7-31-4352 0 0,-9 27 1 0 0,10-42-257 0 0,-1 1-1 0 0,1 0 1 0 0,-1-1 0 0 0,-1 0-1 0 0,1 0 1 0 0,-1 0 0 0 0,0 0-1 0 0,-5 5 1 0 0,7-9-11 0 0,-34 33-4091 0 0,33-32 3251 0 0,1-1-1 0 0,-1 0 1 0 0,0 0-1 0 0,1-1 1 0 0,-1 1-1 0 0,0-1 1 0 0,0 1-1 0 0,0-1 1 0 0,0 0-1 0 0,0 0 1 0 0,-1 0-1 0 0,-5 1 1 0 0,1 0 956 0 0,11 3-1 0 0,10 4-5 0 0,-12-8 24 0 0,6 7 90 0 0,-8-13-42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5:58.7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1 704 0 0,'11'3'17118'0'0,"-2"6"-13951"0"0,-1 5-5883 0 0,-7-9 4103 0 0,1 1-1387 0 0,0 0 0 0 0,-1 0 0 0 0,0 0 0 0 0,0 0 0 0 0,-1 0 0 0 0,0 0 0 0 0,0 0 0 0 0,-1 7 0 0 0,-2 5 0 0 0,-7 24 0 0 0,5-25 0 0 0,1-1 0 0 0,-1 18 0 0 0,3-15-484 0 0,0-11-520 0 0,1 0-1 0 0,1 0 1 0 0,-1 0-1 0 0,2 0 1 0 0,1 14-1 0 0,-2-20 593 0 0,1 0-1 0 0,-1-1 0 0 0,1 1 1 0 0,0 0-1 0 0,-1 0 0 0 0,1 0 1 0 0,0 0-1 0 0,1-1 0 0 0,-1 1 1 0 0,0 0-1 0 0,0-1 0 0 0,1 1 1 0 0,-1-1-1 0 0,1 0 0 0 0,-1 1 1 0 0,1-1-1 0 0,0 0 0 0 0,-1 0 1 0 0,1 0-1 0 0,0 0 0 0 0,0 0 1 0 0,0 0-1 0 0,-1 0 0 0 0,1-1 1 0 0,0 1-1 0 0,0-1 0 0 0,4 1 1 0 0,1 0 389 0 0,1-1 1 0 0,-1 1 0 0 0,1-2-1 0 0,0 1 1 0 0,-1-1-1 0 0,12-2 1 0 0,44-16-75 0 0,-56 17 66 0 0,9-4 1 0 0,-1-1 0 0 0,16-9 0 0 0,-17 8 19 0 0,-1 1-1 0 0,1 1 1 0 0,15-5-1 0 0,-28 11 12 0 0,-1-1 0 0 0,1 1 0 0 0,-1 0-1 0 0,1 0 1 0 0,-1 0 0 0 0,1-1 0 0 0,-1 1-1 0 0,1 0 1 0 0,-1 0 0 0 0,1 0 0 0 0,-1 0-1 0 0,1 0 1 0 0,-1 0 0 0 0,1 0 0 0 0,-1 0-1 0 0,1 0 1 0 0,-1 0 0 0 0,1 0 0 0 0,-1 1-1 0 0,1-1 1 0 0,-1 0 0 0 0,1 0 0 0 0,-1 0-1 0 0,1 1 1 0 0,-1-1 0 0 0,0 0 0 0 0,1 0-1 0 0,-1 1 1 0 0,1-1 0 0 0,-1 0-1 0 0,0 1 1 0 0,1-1 0 0 0,-1 1 0 0 0,0-1-1 0 0,1 0 1 0 0,-1 1 0 0 0,0-1 0 0 0,0 1-1 0 0,1-1 1 0 0,-1 1 0 0 0,0-1 0 0 0,0 1-1 0 0,0-1 1 0 0,0 1 0 0 0,0-1 0 0 0,1 1-1 0 0,-4 10-25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6:06.0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241 89 455 0 0,'-9'-5'326'0'0,"7"4"-97"0"0,0-1 1 0 0,0 1 0 0 0,0 0 0 0 0,0 0-1 0 0,0 0 1 0 0,-1 0 0 0 0,1 0-1 0 0,-1 1 1 0 0,1-1 0 0 0,0 1 0 0 0,-1-1-1 0 0,1 1 1 0 0,-1 0 0 0 0,1 0 0 0 0,-1 0-1 0 0,1 0 1 0 0,-1 1 0 0 0,1-1 0 0 0,-4 1-1 0 0,0 2-75 0 0,-1 0-1 0 0,1 0 0 0 0,0 1 1 0 0,0 0-1 0 0,0 0 0 0 0,0 0 1 0 0,1 1-1 0 0,0 0 0 0 0,0 0 1 0 0,-7 9-1 0 0,2-1 35 0 0,1 0 1 0 0,0 0-1 0 0,-11 24 0 0 0,17-30-67 0 0,0 1-1 0 0,1-1 1 0 0,0 1-1 0 0,0-1 0 0 0,-1 13 1 0 0,2-17-79 0 0,1 0 0 0 0,0 0 1 0 0,0-1-1 0 0,0 1 0 0 0,0 0 0 0 0,0 0 1 0 0,1-1-1 0 0,-1 1 0 0 0,1 0 1 0 0,-1-1-1 0 0,1 1 0 0 0,0-1 0 0 0,0 1 1 0 0,0 0-1 0 0,1-1 0 0 0,-1 0 1 0 0,1 1-1 0 0,-1-1 0 0 0,4 3 0 0 0,-4-4-30 0 0,1 0 0 0 0,0 0 0 0 0,0 0 0 0 0,0 0 0 0 0,0 0 0 0 0,0 0 0 0 0,0-1 0 0 0,0 1 0 0 0,1-1-1 0 0,-1 1 1 0 0,0-1 0 0 0,0 0 0 0 0,0 0 0 0 0,0 0 0 0 0,1 0 0 0 0,-1-1 0 0 0,0 1 0 0 0,0 0 0 0 0,0-1 0 0 0,0 1-1 0 0,0-1 1 0 0,0 0 0 0 0,0 0 0 0 0,2-1 0 0 0,3-1 44 0 0,0-1-1 0 0,-1 0 1 0 0,0 0 0 0 0,0 0 0 0 0,10-10-1 0 0,-11 8-10 0 0,-1 1-1 0 0,1 0 0 0 0,-1-1 0 0 0,-1 0 1 0 0,1 0-1 0 0,-1 0 0 0 0,0 0 0 0 0,3-9 1 0 0,-5 10-8 0 0,1 0 0 0 0,-1 0 0 0 0,0 0 1 0 0,0 0-1 0 0,-1 0 0 0 0,1 0 0 0 0,-1 0 1 0 0,0 0-1 0 0,-1 1 0 0 0,1-1 0 0 0,-1 0 1 0 0,-2-7-1 0 0,2 10-32 0 0,0 0 1 0 0,0 0-1 0 0,0 0 0 0 0,-1 0 1 0 0,1 0-1 0 0,-1 1 0 0 0,1-1 1 0 0,-1 0-1 0 0,0 1 0 0 0,0 0 0 0 0,1-1 1 0 0,-1 1-1 0 0,0 0 0 0 0,0 0 1 0 0,0 0-1 0 0,-1 0 0 0 0,1 0 1 0 0,0 0-1 0 0,0 1 0 0 0,0-1 1 0 0,-1 1-1 0 0,1-1 0 0 0,-4 1 1 0 0,0 0-8 0 0,0-1 1 0 0,1 1 0 0 0,-1 0 0 0 0,0 1 0 0 0,1 0 0 0 0,-1-1 0 0 0,1 2-1 0 0,-11 2 1 0 0,10-1 3 0 0,-1 1 1 0 0,1 0-1 0 0,0 0 0 0 0,0 0 0 0 0,1 0 0 0 0,-1 1 0 0 0,1 0 1 0 0,0 0-1 0 0,1 1 0 0 0,-1-1 0 0 0,1 1 0 0 0,0 0 0 0 0,-4 8 0 0 0,7-12 25 0 0,-1 1 0 0 0,1 0 0 0 0,0-1 0 0 0,0 1-1 0 0,0 0 1 0 0,0 0 0 0 0,1-1 0 0 0,-1 1 0 0 0,1 0-1 0 0,0 0 1 0 0,-1 0 0 0 0,1 0 0 0 0,0 0 0 0 0,1-1-1 0 0,-1 1 1 0 0,1 0 0 0 0,-1 0 0 0 0,1 0 0 0 0,0 0-1 0 0,0-1 1 0 0,0 1 0 0 0,0 0 0 0 0,0-1 0 0 0,1 1-1 0 0,-1-1 1 0 0,1 0 0 0 0,0 1 0 0 0,0-1 0 0 0,-1 0-1 0 0,2 0 1 0 0,-1 0 0 0 0,0 0 0 0 0,0 0 0 0 0,5 2-1 0 0,-3-2-24 0 0,-1 0 0 0 0,1 0 0 0 0,0 0-1 0 0,0-1 1 0 0,0 0 0 0 0,0 0-1 0 0,0 0 1 0 0,0 0 0 0 0,1-1 0 0 0,-1 1-1 0 0,0-1 1 0 0,0 0 0 0 0,0 0 0 0 0,1-1-1 0 0,-1 1 1 0 0,0-1 0 0 0,0 0-1 0 0,0 0 1 0 0,0-1 0 0 0,0 1 0 0 0,0-1-1 0 0,0 1 1 0 0,-1-1 0 0 0,1-1 0 0 0,0 1-1 0 0,-1 0 1 0 0,0-1 0 0 0,1 0-1 0 0,-1 0 1 0 0,0 0 0 0 0,-1 0 0 0 0,1 0-1 0 0,0 0 1 0 0,-1-1 0 0 0,0 1 0 0 0,3-5-1 0 0,-1-1 13 0 0,-1 0 0 0 0,0 1-1 0 0,0-1 1 0 0,0 0 0 0 0,-1-1 0 0 0,-1 1-1 0 0,0 0 1 0 0,0-1 0 0 0,0 1-1 0 0,-1 0 1 0 0,-1-1 0 0 0,0 1-1 0 0,-3-16 1 0 0,3 19 20 0 0,-1 0 1 0 0,0 0-1 0 0,0-1 0 0 0,-1 1 0 0 0,0 1 0 0 0,0-1 0 0 0,0 0 1 0 0,0 1-1 0 0,-1-1 0 0 0,0 1 0 0 0,0 0 0 0 0,-1 1 0 0 0,0-1 0 0 0,1 1 1 0 0,-1 0-1 0 0,-1 0 0 0 0,1 0 0 0 0,0 0 0 0 0,-1 1 0 0 0,-8-3 1 0 0,11 4-20 0 0,0 2 0 0 0,1-1 0 0 0,-1 0 1 0 0,0 0-1 0 0,0 1 0 0 0,1 0 0 0 0,-1-1 1 0 0,0 1-1 0 0,0 0 0 0 0,0 1 0 0 0,0-1 1 0 0,1 0-1 0 0,-1 1 0 0 0,0-1 0 0 0,0 1 1 0 0,1 0-1 0 0,-1 0 0 0 0,0 0 1 0 0,1 0-1 0 0,-1 1 0 0 0,-2 1 0 0 0,1 0 40 0 0,1 0 1 0 0,-1 0-1 0 0,1 1 0 0 0,0-1 0 0 0,0 1 1 0 0,0-1-1 0 0,0 1 0 0 0,1 0 0 0 0,-1 0 0 0 0,1 0 1 0 0,0 0-1 0 0,-2 7 0 0 0,3-7-4 0 0,0 1 0 0 0,0-1 0 0 0,0 0 0 0 0,0 0 0 0 0,1 1 0 0 0,-1-1 0 0 0,1 0 0 0 0,0 1 0 0 0,1-1 0 0 0,-1 0 0 0 0,1 1 0 0 0,0-1 0 0 0,2 6 0 0 0,-2-7-36 0 0,0 0 0 0 0,1 0 1 0 0,-1-1-1 0 0,1 1 1 0 0,-1-1-1 0 0,1 1 0 0 0,0-1 1 0 0,0 0-1 0 0,0 1 1 0 0,1-1-1 0 0,-1 0 1 0 0,1 0-1 0 0,-1-1 0 0 0,1 1 1 0 0,-1-1-1 0 0,1 1 1 0 0,0-1-1 0 0,0 0 0 0 0,-1 0 1 0 0,7 2-1 0 0,-2-2 7 0 0,0 0 0 0 0,0 0 0 0 0,0-1-1 0 0,0 0 1 0 0,0 0 0 0 0,0-1 0 0 0,0 0 0 0 0,0 0-1 0 0,0 0 1 0 0,-1-1 0 0 0,1 0 0 0 0,0 0-1 0 0,6-4 1 0 0,-6 2 11 0 0,1 0 0 0 0,-1 0 0 0 0,0 0 0 0 0,0-1 0 0 0,0 0 0 0 0,0-1 0 0 0,-1 0 0 0 0,0 0 0 0 0,0 0 0 0 0,7-10 0 0 0,-12 14-7 0 0,0 1-1 0 0,0 0 0 0 0,0-1 1 0 0,-1 1-1 0 0,1-1 0 0 0,0 1 1 0 0,-1-1-1 0 0,1 1 0 0 0,-1-1 1 0 0,0 0-1 0 0,1 1 0 0 0,-1-1 0 0 0,0 0 1 0 0,0 1-1 0 0,0-1 0 0 0,0 1 1 0 0,0-1-1 0 0,0 0 0 0 0,-1 1 1 0 0,1-3-1 0 0,-1 2-5 0 0,0 0-1 0 0,0 0 1 0 0,0 1 0 0 0,-1-1-1 0 0,1 0 1 0 0,0 0 0 0 0,-1 1-1 0 0,1-1 1 0 0,-1 1 0 0 0,0-1-1 0 0,1 1 1 0 0,-1 0 0 0 0,-3-2-1 0 0,0 0-4 0 0,-1 0-1 0 0,0 1 1 0 0,-1-1-1 0 0,1 1 0 0 0,0 0 1 0 0,0 1-1 0 0,-1 0 0 0 0,1 0 1 0 0,-8 0-1 0 0,7 1-10 0 0,-1 1 0 0 0,1 0 0 0 0,0 1 1 0 0,0-1-1 0 0,0 1 0 0 0,0 1 0 0 0,0-1 0 0 0,0 1 0 0 0,0 1 0 0 0,1-1 1 0 0,0 1-1 0 0,-8 6 0 0 0,9-7 17 0 0,1 1 0 0 0,-1 0 0 0 0,1 0 0 0 0,0 0 0 0 0,0 0 0 0 0,0 1 0 0 0,0 0 0 0 0,1 0 0 0 0,0 0-1 0 0,0 0 1 0 0,0 0 0 0 0,1 1 0 0 0,0-1 0 0 0,0 1 0 0 0,-2 9 0 0 0,4-12 9 0 0,-1-1 0 0 0,1 1 0 0 0,1-1 0 0 0,-1 1 0 0 0,0-1 0 0 0,1 1 0 0 0,-1 0 1 0 0,1-1-1 0 0,0 0 0 0 0,-1 1 0 0 0,1-1 0 0 0,0 1 0 0 0,1-1 0 0 0,-1 0 0 0 0,0 0 0 0 0,1 0 0 0 0,-1 0 0 0 0,1 0 0 0 0,0 0 0 0 0,0 0 0 0 0,-1 0 0 0 0,1 0 0 0 0,0-1 0 0 0,1 1 0 0 0,-1-1 0 0 0,0 0 0 0 0,3 2 0 0 0,0-1-1 0 0,1 1 0 0 0,0-1 0 0 0,-1 0 0 0 0,1 0 0 0 0,0 0 0 0 0,0-1 0 0 0,1 0 0 0 0,-1 0 0 0 0,0-1 0 0 0,8 0 0 0 0,-7 0-29 0 0,-1 0 0 0 0,1-1 0 0 0,0 0 0 0 0,-1-1 0 0 0,1 1 0 0 0,-1-1-1 0 0,9-4 1 0 0,-13 5 1 0 0,0 0-1 0 0,-1 0 0 0 0,1 0 1 0 0,-1 0-1 0 0,0 0 0 0 0,1-1 1 0 0,-1 1-1 0 0,0 0 1 0 0,1-1-1 0 0,-1 1 0 0 0,0-1 1 0 0,0 1-1 0 0,0-1 0 0 0,-1 0 1 0 0,1 1-1 0 0,0-1 0 0 0,0 0 1 0 0,-1 1-1 0 0,1-1 1 0 0,-1 0-1 0 0,0 0 0 0 0,1 0 1 0 0,-1 1-1 0 0,0-1 0 0 0,0 0 1 0 0,0 0-1 0 0,-1 0 0 0 0,1 0 1 0 0,0 1-1 0 0,0-1 1 0 0,-2-3-1 0 0,1 0 5 0 0,-1 0-1 0 0,1 1 1 0 0,-1-1 0 0 0,0 0 0 0 0,-1 1-1 0 0,1-1 1 0 0,-1 1 0 0 0,1 0 0 0 0,-1 0 0 0 0,-1 0-1 0 0,1 0 1 0 0,-1 1 0 0 0,-6-6 0 0 0,8 7-4 0 0,0 1 1 0 0,-1-1 0 0 0,1 1 0 0 0,-1 0 0 0 0,1 0 0 0 0,-1 0 0 0 0,1 0 0 0 0,-1 0-1 0 0,1 1 1 0 0,-1-1 0 0 0,0 1 0 0 0,1 0 0 0 0,-1-1 0 0 0,0 1 0 0 0,0 1 0 0 0,1-1-1 0 0,-1 0 1 0 0,0 1 0 0 0,1-1 0 0 0,-1 1 0 0 0,1 0 0 0 0,-1-1 0 0 0,0 1 0 0 0,1 1-1 0 0,0-1 1 0 0,-5 3 0 0 0,1 1-2 0 0,-1 0 0 0 0,1 1 0 0 0,0 0 0 0 0,0 0 0 0 0,0 1 0 0 0,1 0 0 0 0,0 0 0 0 0,1 0 0 0 0,-1 0 0 0 0,1 1 0 0 0,1-1 0 0 0,-1 1 0 0 0,-1 9 0 0 0,3-12 0 0 0,1-1 0 0 0,0 1 0 0 0,1-1 0 0 0,-1 0 0 0 0,1 1 0 0 0,0-1 0 0 0,0 1 0 0 0,0-1 0 0 0,1 1 0 0 0,0-1 0 0 0,-1 1 0 0 0,4 7 0 0 0,-3-9 0 0 0,0-1 0 0 0,0 0 0 0 0,0 1 0 0 0,0-1 0 0 0,0 0 0 0 0,1 0 0 0 0,-1 1 0 0 0,1-1 0 0 0,0 0 0 0 0,-1-1 0 0 0,1 1 0 0 0,0 0 0 0 0,0 0 0 0 0,0-1 0 0 0,0 1 0 0 0,1-1 0 0 0,-1 0 0 0 0,0 0 0 0 0,1 0 0 0 0,-1 0 0 0 0,0 0 0 0 0,1 0 0 0 0,3 0 0 0 0,-1 0 0 0 0,0-1 0 0 0,1-1 0 0 0,-1 1 0 0 0,0-1 0 0 0,0 0 0 0 0,0 0 0 0 0,0 0 0 0 0,0-1 0 0 0,0 1 0 0 0,-1-1 0 0 0,1 0 0 0 0,0-1 0 0 0,-1 1 0 0 0,1-1 0 0 0,-1 0 0 0 0,0 0 0 0 0,0-1 0 0 0,0 1 0 0 0,-1-1 0 0 0,5-4 0 0 0,-2 1 0 0 0,-1 0 0 0 0,1 0 0 0 0,-1-1 0 0 0,0 0 0 0 0,-1 0 0 0 0,1 0 0 0 0,-2 0 0 0 0,1-1 0 0 0,-1 1 0 0 0,3-16 0 0 0,-5 22 4 0 0,-1-1-1 0 0,0 0 1 0 0,1 0-1 0 0,-1 1 1 0 0,0-1-1 0 0,0 0 0 0 0,-1 0 1 0 0,1 1-1 0 0,0-1 1 0 0,-1 0-1 0 0,0 1 1 0 0,0-1-1 0 0,0 0 1 0 0,0 1-1 0 0,0-1 1 0 0,0 1-1 0 0,0 0 1 0 0,-1-1-1 0 0,1 1 1 0 0,-1 0-1 0 0,0 0 0 0 0,0 0 1 0 0,0 0-1 0 0,-2-2 1 0 0,0 1 3 0 0,0 1 0 0 0,0 0-1 0 0,0 0 1 0 0,0 0 0 0 0,0 1 0 0 0,-1-1 0 0 0,1 1 0 0 0,0 0-1 0 0,-1 0 1 0 0,1 0 0 0 0,-1 1 0 0 0,1 0 0 0 0,-1 0 0 0 0,-5 0 0 0 0,6 1-7 0 0,0-1 0 0 0,1 1 1 0 0,-1-1-1 0 0,0 1 0 0 0,0 0 1 0 0,0 0-1 0 0,0 1 0 0 0,1-1 1 0 0,-1 1-1 0 0,1 0 0 0 0,-1 0 1 0 0,1 0-1 0 0,0 0 0 0 0,0 1 1 0 0,0-1-1 0 0,0 1 0 0 0,0 0 1 0 0,0 0-1 0 0,1 0 0 0 0,-1 0 1 0 0,1 0-1 0 0,0 1 0 0 0,0-1 1 0 0,0 1-1 0 0,0-1 0 0 0,1 1 1 0 0,0 0-1 0 0,0 0 0 0 0,0 0 1 0 0,0-1-1 0 0,-1 7 0 0 0,1-3 0 0 0,1-1 0 0 0,-1 0 0 0 0,1 1 0 0 0,0-1 0 0 0,1 0 0 0 0,-1 1 0 0 0,1-1 0 0 0,1 0 0 0 0,-1 1 0 0 0,1-1 0 0 0,0 0 0 0 0,3 7 0 0 0,-3-10 0 0 0,0 1 0 0 0,1-1 0 0 0,-1 1 0 0 0,1-1 0 0 0,-1 0 0 0 0,1 1 0 0 0,0-2 0 0 0,0 1 0 0 0,0 0 0 0 0,1 0 0 0 0,-1-1 0 0 0,1 0 0 0 0,-1 0 0 0 0,1 0 0 0 0,0 0 0 0 0,0 0 0 0 0,0-1 0 0 0,0 0 0 0 0,6 2 0 0 0,-1-2-3 0 0,0 0 0 0 0,1 0 0 0 0,-1-1 1 0 0,0 0-1 0 0,0-1 0 0 0,0 0 0 0 0,1 0 0 0 0,-1-1 0 0 0,0 0 0 0 0,10-4 0 0 0,-14 4 2 0 0,0 0-1 0 0,0 0 0 0 0,-1 0 1 0 0,1-1-1 0 0,-1 0 1 0 0,1 1-1 0 0,-1-2 0 0 0,0 1 1 0 0,0 0-1 0 0,-1-1 1 0 0,1 0-1 0 0,-1 0 0 0 0,1 0 1 0 0,-1 0-1 0 0,0 0 1 0 0,-1-1-1 0 0,1 1 0 0 0,-1-1 1 0 0,3-8-1 0 0,-5 11 6 0 0,1-1-1 0 0,-1 0 0 0 0,0 0 1 0 0,0 0-1 0 0,0 1 1 0 0,0-1-1 0 0,0 0 0 0 0,0 0 1 0 0,-1 0-1 0 0,0 1 1 0 0,1-1-1 0 0,-1 0 0 0 0,0 1 1 0 0,0-1-1 0 0,0 1 1 0 0,-1-1-1 0 0,1 1 0 0 0,-1-1 1 0 0,1 1-1 0 0,-1 0 1 0 0,0 0-1 0 0,0 0 0 0 0,0 0 1 0 0,-3-2-1 0 0,0-1 9 0 0,-1 1-1 0 0,1 0 1 0 0,-1 0-1 0 0,0 0 0 0 0,0 1 1 0 0,-1 0-1 0 0,1 0 1 0 0,-11-3-1 0 0,8 4 90 0 0,-1 0 0 0 0,-14-1 0 0 0,21 2-43 0 0,0 1 1 0 0,-1 0-1 0 0,1 0 1 0 0,0 1-1 0 0,0-1 1 0 0,0 1-1 0 0,-1-1 0 0 0,1 1 1 0 0,0 0-1 0 0,0 0 1 0 0,-4 3-1 0 0,6-4-49 0 0,1 0 1 0 0,-1 0-1 0 0,1 1 0 0 0,0-1 0 0 0,-1 0 0 0 0,1 1 0 0 0,0-1 0 0 0,-1 0 1 0 0,1 1-1 0 0,0-1 0 0 0,0 1 0 0 0,-1-1 0 0 0,1 0 0 0 0,0 1 0 0 0,0-1 1 0 0,0 1-1 0 0,-1-1 0 0 0,1 1 0 0 0,0-1 0 0 0,0 1 0 0 0,0-1 1 0 0,0 1-1 0 0,0-1 0 0 0,0 1 0 0 0,0-1 0 0 0,0 1 0 0 0,0-1 0 0 0,0 1 1 0 0,0-1-1 0 0,1 1 0 0 0,7 15-374 0 0,-5-11-612 0 0,1 5-5677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6:09.6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252 101 3679 0 0,'3'-6'525'0'0,"-1"1"0"0"0,1-1 0 0 0,-1 0 0 0 0,1-8-1 0 0,-3 14-443 0 0,1-1-1 0 0,-1 0 0 0 0,0 0 0 0 0,0 0 0 0 0,0 1 0 0 0,0-1 1 0 0,0 0-1 0 0,0 0 0 0 0,0 0 0 0 0,0 1 0 0 0,-1-1 1 0 0,1 0-1 0 0,0 0 0 0 0,0 1 0 0 0,-1-1 0 0 0,0-1 0 0 0,1 1-25 0 0,-1 1-1 0 0,1 0 0 0 0,-1-1 1 0 0,1 1-1 0 0,-1 0 0 0 0,1 0 1 0 0,-1-1-1 0 0,0 1 1 0 0,1 0-1 0 0,-1 0 0 0 0,1 0 1 0 0,-1 0-1 0 0,0 0 0 0 0,1 0 1 0 0,-1 0-1 0 0,1 0 0 0 0,-1 0 1 0 0,0 0-1 0 0,1 0 0 0 0,-1 0 1 0 0,1 0-1 0 0,-1 0 0 0 0,0 1 1 0 0,1-1-1 0 0,-2 1 0 0 0,-7 2 67 0 0,0 0 1 0 0,1 0-1 0 0,-1 1 0 0 0,1 1 0 0 0,-1 0 0 0 0,1 0 0 0 0,0 0 0 0 0,1 1 0 0 0,-1 0 0 0 0,1 1 0 0 0,1-1 1 0 0,-1 1-1 0 0,1 1 0 0 0,0-1 0 0 0,1 1 0 0 0,-7 11 0 0 0,-12 26 379 0 0,1 2 0 0 0,-19 59 0 0 0,41-104-496 0 0,0 0 0 0 0,0 1 1 0 0,1-1-1 0 0,-1 1 0 0 0,1-1 0 0 0,-1 1 1 0 0,1-1-1 0 0,0 1 0 0 0,0-1 0 0 0,0 1 1 0 0,0-1-1 0 0,1 1 0 0 0,-1-1 0 0 0,2 4 1 0 0,-1-4-4 0 0,0-1 0 0 0,0 1 0 0 0,0-1 0 0 0,0 0 0 0 0,0 1 1 0 0,0-1-1 0 0,0 0 0 0 0,0 0 0 0 0,1 0 0 0 0,-1 0 0 0 0,0 0 1 0 0,1 0-1 0 0,-1 0 0 0 0,1-1 0 0 0,-1 1 0 0 0,1 0 0 0 0,0-1 1 0 0,-1 1-1 0 0,1-1 0 0 0,0 0 0 0 0,2 1 0 0 0,2 0 38 0 0,0-1-1 0 0,0 0 0 0 0,0 0 1 0 0,0 0-1 0 0,0-1 0 0 0,0 0 1 0 0,0 0-1 0 0,0 0 0 0 0,-1-1 0 0 0,1 0 1 0 0,0 0-1 0 0,-1 0 0 0 0,0-1 1 0 0,1 0-1 0 0,-1 0 0 0 0,0 0 1 0 0,0-1-1 0 0,5-5 0 0 0,-3 3 30 0 0,-1 0 0 0 0,0-1 0 0 0,0 0 0 0 0,-1 0 0 0 0,0 0 0 0 0,0 0 0 0 0,-1-1 0 0 0,0 0 0 0 0,0 0 0 0 0,-1 0 0 0 0,4-16 0 0 0,-2 4 58 0 0,-2-1 0 0 0,0 0 0 0 0,0-28 0 0 0,-3 38-80 0 0,0 0 1 0 0,-1 0-1 0 0,-1 0 0 0 0,1 1 0 0 0,-2-1 1 0 0,1 1-1 0 0,-2-1 0 0 0,-5-13 0 0 0,7 20-44 0 0,0 0 0 0 0,-1 1 0 0 0,1-1 0 0 0,-1 1 0 0 0,0-1 0 0 0,1 1-1 0 0,-2 0 1 0 0,1 0 0 0 0,0 0 0 0 0,0 0 0 0 0,-1 1 0 0 0,0 0 0 0 0,1-1 0 0 0,-1 1-1 0 0,0 0 1 0 0,-8-2 0 0 0,10 3-1 0 0,-1 1 1 0 0,0-1-1 0 0,1 1 0 0 0,-1 0 0 0 0,0 0 0 0 0,1 0 0 0 0,-1 0 0 0 0,0 0 1 0 0,0 1-1 0 0,1-1 0 0 0,-1 1 0 0 0,0-1 0 0 0,1 1 0 0 0,-1 0 0 0 0,1 0 1 0 0,-1 0-1 0 0,1 1 0 0 0,-1-1 0 0 0,1 0 0 0 0,0 1 0 0 0,0 0 0 0 0,0-1 1 0 0,0 1-1 0 0,0 0 0 0 0,0 0 0 0 0,0 0 0 0 0,-2 5 0 0 0,-2 2 8 0 0,0 2-1 0 0,0-1 1 0 0,1 1-1 0 0,1 0 1 0 0,-5 18-1 0 0,-10 60 96 0 0,14-62-88 0 0,0-1 36 0 0,-4 45 0 0 0,9-64-46 0 0,0 0 0 0 0,0 0-1 0 0,1 0 1 0 0,-1-1 0 0 0,2 1 0 0 0,-1 0-1 0 0,1 0 1 0 0,0-1 0 0 0,0 1 0 0 0,0-1 0 0 0,7 11-1 0 0,-8-15-4 0 0,1 0-1 0 0,-1 0 0 0 0,1 1 1 0 0,0-1-1 0 0,0-1 0 0 0,0 1 1 0 0,0 0-1 0 0,0 0 0 0 0,0-1 1 0 0,0 1-1 0 0,0-1 0 0 0,1 0 1 0 0,-1 0-1 0 0,0 0 0 0 0,1 0 1 0 0,-1 0-1 0 0,5 1 0 0 0,-3-2 2 0 0,-1 1-1 0 0,1-1 0 0 0,0 0 1 0 0,0-1-1 0 0,0 1 0 0 0,0-1 1 0 0,0 1-1 0 0,0-1 1 0 0,0 0-1 0 0,6-3 0 0 0,-1 0 3 0 0,-1 0 0 0 0,0-1 0 0 0,0 0 0 0 0,0 0 0 0 0,0-1 0 0 0,-1 0 0 0 0,0 0-1 0 0,0-1 1 0 0,6-8 0 0 0,-5 5 61 0 0,-1 0 0 0 0,0 0-1 0 0,-1-1 1 0 0,-1 0-1 0 0,1 0 1 0 0,6-22 0 0 0,-10 26-26 0 0,-1 0 1 0 0,1 0 0 0 0,-1 0-1 0 0,0 0 1 0 0,-1-1 0 0 0,0 1-1 0 0,0 0 1 0 0,0 0 0 0 0,-1 0 0 0 0,0-1-1 0 0,-1 1 1 0 0,1 0 0 0 0,-4-7-1 0 0,4 10-37 0 0,0 1 0 0 0,-1 0 0 0 0,1 1-1 0 0,-1-1 1 0 0,0 0 0 0 0,0 0 0 0 0,0 1-1 0 0,0-1 1 0 0,-1 1 0 0 0,1-1 0 0 0,0 1 0 0 0,-1 0-1 0 0,0 0 1 0 0,0 0 0 0 0,1 1 0 0 0,-1-1-1 0 0,-4-1 1 0 0,2 1 3 0 0,0 1-1 0 0,1 0 0 0 0,-1 0 0 0 0,0 0 1 0 0,0 1-1 0 0,0-1 0 0 0,0 1 0 0 0,0 0 1 0 0,0 1-1 0 0,-8 1 0 0 0,4-1 1 0 0,0 2 0 0 0,0-1-1 0 0,0 1 1 0 0,1 1 0 0 0,0 0-1 0 0,-1 0 1 0 0,1 0 0 0 0,1 1-1 0 0,-1 0 1 0 0,1 1 0 0 0,0-1 0 0 0,-9 10-1 0 0,12-10-7 0 0,0 1-1 0 0,-1 0 0 0 0,2 0 1 0 0,-1 1-1 0 0,1-1 1 0 0,0 1-1 0 0,0-1 1 0 0,1 1-1 0 0,0 0 0 0 0,0 0 1 0 0,0 0-1 0 0,1 1 1 0 0,0-1-1 0 0,1 0 0 0 0,-1 0 1 0 0,2 11-1 0 0,0-13 1 0 0,0 1-1 0 0,0-1 1 0 0,0 0 0 0 0,0 1-1 0 0,1-1 1 0 0,0 0-1 0 0,0 0 1 0 0,1 0-1 0 0,-1 0 1 0 0,1-1-1 0 0,0 1 1 0 0,0-1 0 0 0,1 1-1 0 0,-1-1 1 0 0,1 0-1 0 0,0-1 1 0 0,0 1-1 0 0,0-1 1 0 0,1 1 0 0 0,-1-1-1 0 0,1 0 1 0 0,7 3-1 0 0,-5-4 3 0 0,0 1 1 0 0,0-2-1 0 0,0 1 0 0 0,0-1 0 0 0,0 0 1 0 0,0 0-1 0 0,0-1 0 0 0,0 0 0 0 0,0 0 0 0 0,0-1 1 0 0,0 0-1 0 0,0 0 0 0 0,0-1 0 0 0,0 0 1 0 0,-1 0-1 0 0,1 0 0 0 0,-1-1 0 0 0,1 0 0 0 0,-1 0 1 0 0,0-1-1 0 0,0 1 0 0 0,0-2 0 0 0,8-6 1 0 0,-8 6 1 0 0,-1 0 0 0 0,0 0 0 0 0,0-1 0 0 0,-1 0 0 0 0,1 1 0 0 0,-1-1 0 0 0,-1-1 0 0 0,1 1 0 0 0,-1-1 0 0 0,4-9 0 0 0,-6 11 3 0 0,1-1 0 0 0,-1 1 0 0 0,0-1 0 0 0,0 1 0 0 0,-1-1 0 0 0,0 0 0 0 0,0 1-1 0 0,0-1 1 0 0,-1 0 0 0 0,1 1 0 0 0,-1-1 0 0 0,-1 1 0 0 0,1-1 0 0 0,-3-6 0 0 0,1 5-1 0 0,-1 1 1 0 0,0-1-1 0 0,0 1 0 0 0,0-1 0 0 0,-1 1 0 0 0,0 0 0 0 0,0 1 0 0 0,0-1 1 0 0,-1 1-1 0 0,0 0 0 0 0,0 0 0 0 0,0 1 0 0 0,-1 0 0 0 0,-11-6 0 0 0,14 8-2 0 0,0 0-1 0 0,1 1 1 0 0,-1 0 0 0 0,0 0-1 0 0,0 0 1 0 0,0 0-1 0 0,0 0 1 0 0,1 1-1 0 0,-1-1 1 0 0,0 1 0 0 0,0 0-1 0 0,0 1 1 0 0,0-1-1 0 0,0 1 1 0 0,0-1-1 0 0,0 1 1 0 0,0 0-1 0 0,0 1 1 0 0,1-1 0 0 0,-1 1-1 0 0,0-1 1 0 0,1 1-1 0 0,-1 0 1 0 0,1 0-1 0 0,0 1 1 0 0,0-1 0 0 0,0 1-1 0 0,0 0 1 0 0,-5 5-1 0 0,6-5 0 0 0,-1 0 0 0 0,1 0 0 0 0,0 1 0 0 0,0-1 0 0 0,1 1 0 0 0,-1-1 0 0 0,1 1 1 0 0,0-1-1 0 0,-1 1 0 0 0,2 0 0 0 0,-1 0 0 0 0,0-1 0 0 0,1 1 0 0 0,0 0 0 0 0,-1 0 0 0 0,2 0 0 0 0,-1 0 0 0 0,0 0 0 0 0,1-1 0 0 0,0 1 0 0 0,-1 0 0 0 0,2 0 0 0 0,-1-1 0 0 0,0 1 0 0 0,1-1 0 0 0,-1 1 0 0 0,1-1 0 0 0,3 5 0 0 0,-1-3 0 0 0,0 0-1 0 0,0 0 0 0 0,0 0 0 0 0,1 0 1 0 0,-1-1-1 0 0,1 1 0 0 0,0-1 1 0 0,0-1-1 0 0,1 1 0 0 0,-1-1 1 0 0,1 0-1 0 0,0 0 0 0 0,0 0 1 0 0,0-1-1 0 0,0 0 0 0 0,8 2 1 0 0,-7-3-6 0 0,0 0-1 0 0,-1-1 1 0 0,1 0 0 0 0,0 0 0 0 0,0 0 0 0 0,-1-1 0 0 0,1 1 0 0 0,0-2 0 0 0,-1 1 0 0 0,8-3 0 0 0,-11 3 4 0 0,0-1 0 0 0,0 1-1 0 0,0-1 1 0 0,0 1 0 0 0,-1-1 0 0 0,1 0-1 0 0,-1 0 1 0 0,1 0 0 0 0,-1-1 0 0 0,0 1 0 0 0,1 0-1 0 0,-1-1 1 0 0,0 0 0 0 0,-1 1 0 0 0,1-1 0 0 0,0 0-1 0 0,-1 0 1 0 0,0 0 0 0 0,0 0 0 0 0,0 0 0 0 0,0 0-1 0 0,1-6 1 0 0,-1-1 6 0 0,0 0-1 0 0,-1 0 0 0 0,-1 0 1 0 0,1 0-1 0 0,-2 0 0 0 0,1 0 1 0 0,-1 0-1 0 0,-1 1 1 0 0,0-1-1 0 0,0 0 0 0 0,-1 1 1 0 0,0 0-1 0 0,-1 0 0 0 0,0 0 1 0 0,0 1-1 0 0,-1-1 1 0 0,0 1-1 0 0,-8-8 0 0 0,12 14-3 0 0,0 0 0 0 0,0 0 0 0 0,0 0 0 0 0,-1 1 0 0 0,1-1 0 0 0,-1 1 0 0 0,1-1 0 0 0,-1 1 0 0 0,0 0 0 0 0,1 0 0 0 0,-1 0 0 0 0,0 0 0 0 0,0 0 0 0 0,0 1 0 0 0,1-1 0 0 0,-7 1 0 0 0,5 0 0 0 0,-1 1 0 0 0,1-1 0 0 0,0 1 0 0 0,0 0 0 0 0,-1 1 0 0 0,1-1 0 0 0,0 1 0 0 0,0-1 0 0 0,0 1 0 0 0,-4 3 0 0 0,-2 2 0 0 0,0 1 0 0 0,1-1 0 0 0,0 2 0 0 0,1-1 0 0 0,-1 1 0 0 0,2 0 0 0 0,-10 14 0 0 0,8-8-8 0 0,0-1 0 0 0,2 1 0 0 0,-8 18 0 0 0,13-26 5 0 0,-1-1 0 0 0,2 1 1 0 0,-1 0-1 0 0,1-1 0 0 0,0 1 0 0 0,0 0 0 0 0,0 0 0 0 0,1 0 0 0 0,0-1 0 0 0,2 12 0 0 0,-1-15 3 0 0,-1-1-1 0 0,1 1 1 0 0,0-1-1 0 0,0 0 1 0 0,0 0-1 0 0,0 1 1 0 0,0-1-1 0 0,0 0 1 0 0,1 0-1 0 0,-1 0 1 0 0,1 0-1 0 0,-1 0 1 0 0,1 0-1 0 0,0-1 1 0 0,0 1-1 0 0,0-1 1 0 0,0 1-1 0 0,0-1 1 0 0,2 2-1 0 0,0-2-1 0 0,0 1 1 0 0,-1-1-1 0 0,1 0 0 0 0,0 0 0 0 0,0 0 0 0 0,0-1 0 0 0,0 1 1 0 0,-1-1-1 0 0,1 0 0 0 0,0 0 0 0 0,6-1 0 0 0,-4 0-1 0 0,-1 0 1 0 0,1 0-1 0 0,0-1 0 0 0,-1 1 0 0 0,1-1 1 0 0,-1-1-1 0 0,9-4 0 0 0,-11 5 2 0 0,0 0 1 0 0,0 0-1 0 0,0 0 0 0 0,-1-1 0 0 0,1 1 1 0 0,0-1-1 0 0,-1 1 0 0 0,0-1 0 0 0,0 0 1 0 0,0 0-1 0 0,0 0 0 0 0,2-4 0 0 0,-2 1-2 0 0,0 0-1 0 0,-1 0 1 0 0,0-1-1 0 0,0 1 0 0 0,0 0 1 0 0,-1-1-1 0 0,1 1 1 0 0,-3-12-1 0 0,2 14 2 0 0,0 0 0 0 0,-1 1 0 0 0,0-1 0 0 0,1 0 0 0 0,-1 0 0 0 0,-1 1 0 0 0,1-1 0 0 0,-1 1 0 0 0,1-1 0 0 0,-1 1 0 0 0,0 0 0 0 0,0-1 0 0 0,0 1 0 0 0,-1 0 0 0 0,-4-5 0 0 0,5 7 3 0 0,0 0 1 0 0,0 0-1 0 0,0 0 0 0 0,0 0 0 0 0,0 1 0 0 0,0-1 1 0 0,-1 1-1 0 0,1-1 0 0 0,0 1 0 0 0,0 0 0 0 0,0-1 0 0 0,0 1 1 0 0,-1 0-1 0 0,1 1 0 0 0,0-1 0 0 0,0 0 0 0 0,0 1 1 0 0,0-1-1 0 0,-1 1 0 0 0,1-1 0 0 0,0 1 0 0 0,0 0 1 0 0,0 0-1 0 0,0 0 0 0 0,1 0 0 0 0,-4 3 0 0 0,-5 2 7 0 0,1 1 0 0 0,1 1 0 0 0,-14 14 0 0 0,15-15-8 0 0,1 0 0 0 0,0 1 0 0 0,1-1 0 0 0,0 1 0 0 0,-7 15 0 0 0,10-20 0 0 0,1 0 0 0 0,0 0 0 0 0,0 0 0 0 0,0 0 0 0 0,0 0 0 0 0,0 0 0 0 0,1 0 0 0 0,0 0 0 0 0,-1 0 0 0 0,1 1 0 0 0,0-1 0 0 0,0 0 0 0 0,1 0 0 0 0,-1 0 0 0 0,1 0 0 0 0,-1 0 0 0 0,1 0 0 0 0,0 0 0 0 0,0 0 0 0 0,1 0 0 0 0,0 3 0 0 0,0-4 0 0 0,0 0 0 0 0,0 0 0 0 0,0 0 0 0 0,0 0 0 0 0,0-1 0 0 0,0 1 0 0 0,1-1 0 0 0,-1 1 0 0 0,0-1 0 0 0,1 0 0 0 0,-1 0 0 0 0,1 0 0 0 0,0 0 0 0 0,-1 0 0 0 0,1-1 0 0 0,0 1 0 0 0,-1-1 0 0 0,1 0 0 0 0,0 1 0 0 0,-1-1 0 0 0,5-1 0 0 0,2 0 0 0 0,0 0 0 0 0,-1 0 0 0 0,1-1 0 0 0,0 0 0 0 0,11-5 0 0 0,-14 5 0 0 0,0-1 0 0 0,-1 1 0 0 0,1-1 0 0 0,-1-1 0 0 0,0 1 0 0 0,0-1 0 0 0,0 0 0 0 0,-1 0 0 0 0,1 0 0 0 0,5-7 0 0 0,-9 9 0 0 0,1 0 0 0 0,-1 0 0 0 0,0 0 0 0 0,0 0 0 0 0,0 0 0 0 0,0-1 0 0 0,0 1 0 0 0,0 0 0 0 0,0 0 0 0 0,-1-1 0 0 0,1 1 0 0 0,-1-1 0 0 0,0 1 0 0 0,0 0 0 0 0,0-1 0 0 0,0 1 0 0 0,0-1 0 0 0,0 1 0 0 0,-1 0 0 0 0,1-1 0 0 0,-1 1 0 0 0,0 0 0 0 0,1-1 0 0 0,-1 1 0 0 0,0 0 0 0 0,0 0 0 0 0,-1 0 0 0 0,1 0 0 0 0,-2-3 0 0 0,1 3 2 0 0,0-1 0 0 0,0 1 0 0 0,-1 0-1 0 0,1 0 1 0 0,0 0 0 0 0,-1 0 0 0 0,0 1-1 0 0,1-1 1 0 0,-1 1 0 0 0,0-1 0 0 0,0 1 0 0 0,1 0-1 0 0,-1 0 1 0 0,0 0 0 0 0,0 1 0 0 0,0-1-1 0 0,-4 0 1 0 0,3 1 1 0 0,0 0-1 0 0,-1 0 1 0 0,1 0-1 0 0,0 0 1 0 0,0 1-1 0 0,0 0 0 0 0,0-1 1 0 0,1 2-1 0 0,-1-1 1 0 0,0 0-1 0 0,0 1 1 0 0,-5 2-1 0 0,9-3-55 0 0,-1-1 0 0 0,1 0 1 0 0,-1 0-1 0 0,1 1 0 0 0,0-1 0 0 0,-1 0 0 0 0,1 0 0 0 0,-1 1 0 0 0,1-1 0 0 0,0 1 0 0 0,0-1 1 0 0,-1 0-1 0 0,1 1 0 0 0,0-1 0 0 0,0 1 0 0 0,-1-1 0 0 0,1 0 0 0 0,0 1 0 0 0,0-1 0 0 0,0 1 1 0 0,-1 4-5502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6:21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79 129 2303 0 0,'-6'-33'-443'0'0,"5"23"689"0"0,0 1 1 0 0,-1 0-1 0 0,0 0 0 0 0,-1 0 0 0 0,0 0 0 0 0,-6-12 0 0 0,8 20-157 0 0,0-1 0 0 0,0 1 0 0 0,-1-1 0 0 0,1 1 0 0 0,0-1 0 0 0,-1 1 0 0 0,0 0 0 0 0,1 0 0 0 0,-1 0 0 0 0,0 0 0 0 0,1 0 0 0 0,-1 0 0 0 0,0 0 0 0 0,-3 0 0 0 0,5 1-66 0 0,-1-1 0 0 0,0 1 0 0 0,1 0 0 0 0,-1 0-1 0 0,0 0 1 0 0,1 0 0 0 0,-1-1 0 0 0,0 1-1 0 0,1 0 1 0 0,-1 0 0 0 0,0 0 0 0 0,1 1 0 0 0,-1-1-1 0 0,0 0 1 0 0,1 0 0 0 0,-1 0 0 0 0,0 0-1 0 0,1 1 1 0 0,-1-1 0 0 0,0 0 0 0 0,1 1 0 0 0,-1-1-1 0 0,1 0 1 0 0,-1 1 0 0 0,1-1 0 0 0,-1 1 0 0 0,1-1-1 0 0,-1 1 1 0 0,1-1 0 0 0,-1 1 0 0 0,1-1-1 0 0,0 1 1 0 0,-1-1 0 0 0,1 1 0 0 0,0-1 0 0 0,-1 1-1 0 0,1 0 1 0 0,0-1 0 0 0,0 1 0 0 0,0 0-1 0 0,-1-1 1 0 0,1 1 0 0 0,0 1 0 0 0,0 3-19 0 0,0 0 0 0 0,1 0 0 0 0,0 0 0 0 0,-1 0 1 0 0,2 0-1 0 0,-1 0 0 0 0,1 0 0 0 0,-1 0 0 0 0,1 0 0 0 0,5 8 0 0 0,-4-8-13 0 0,-1 0-1 0 0,0 0 0 0 0,1 0 0 0 0,-2 1 1 0 0,1-1-1 0 0,-1 1 0 0 0,0-1 0 0 0,0 1 1 0 0,0 8-1 0 0,-3 9 53 0 0,-2 0 1 0 0,-8 30-1 0 0,6-30-10 0 0,1 0 0 0 0,-3 31 0 0 0,8-15-14 0 0,2 0-1 0 0,6 42 1 0 0,2 22-23 0 0,-9-83 17 0 0,-1 0 1 0 0,-1 0 0 0 0,-5 24 0 0 0,1-19-3 0 0,3-15 17 0 0,-1-1 1 0 0,2 0-1 0 0,-1 1 0 0 0,1 0 1 0 0,1-1-1 0 0,0 1 1 0 0,0 0-1 0 0,2 9 0 0 0,-2-18-24 0 0,1-1 0 0 0,-1 1-1 0 0,0-1 1 0 0,0 0 0 0 0,0 1 0 0 0,1-1-1 0 0,-1 0 1 0 0,0 1 0 0 0,0-1-1 0 0,1 0 1 0 0,-1 0 0 0 0,0 1-1 0 0,1-1 1 0 0,-1 0 0 0 0,1 0-1 0 0,-1 0 1 0 0,0 1 0 0 0,1-1-1 0 0,-1 0 1 0 0,0 0 0 0 0,1 0-1 0 0,-1 0 1 0 0,1 0 0 0 0,-1 0 0 0 0,0 0-1 0 0,1 0 1 0 0,-1 0 0 0 0,1 0-1 0 0,-1 0 1 0 0,1 0 0 0 0,-1 0-1 0 0,0 0 1 0 0,1 0 0 0 0,-1 0-1 0 0,1 0 1 0 0,-1 0 0 0 0,1-1-1 0 0,20-8 83 0 0,-14 6-104 0 0,24-7 18 0 0,1 2 0 0 0,44-6 0 0 0,-29 5 0 0 0,28-2 82 0 0,89-1 0 0 0,-112 9-102 0 0,201-23-119 0 0,68-2 270 0 0,36 8-184 0 0,-67 2 42 0 0,-17 1 16 0 0,35-2-74 0 0,123-12 69 0 0,-200 11 0 0 0,-183 17 20 0 0,750-46 96 0 0,-117 54-116 0 0,-138 16 0 0 0,-367-14 0 0 0,215 15 0 0 0,-313-16 47 0 0,134-8 0 0 0,-51-2-38 0 0,50-5-24 0 0,-205 8 30 0 0,1 0-1 0 0,-1 0 0 0 0,0 0 1 0 0,0-1-1 0 0,0 0 0 0 0,8-3 0 0 0,-12 4-10 0 0,-1 0-1 0 0,1 0 1 0 0,-1 0-1 0 0,0 0 1 0 0,1 0-1 0 0,-1 0 1 0 0,0 0-1 0 0,0 0 0 0 0,0-1 1 0 0,0 1-1 0 0,0 0 1 0 0,0-1-1 0 0,0 1 1 0 0,0-1-1 0 0,-1 1 1 0 0,1-1-1 0 0,-1 1 0 0 0,1-1 1 0 0,-1 1-1 0 0,1-1 1 0 0,-1 0-1 0 0,0 1 1 0 0,0-1-1 0 0,0 0 1 0 0,0 1-1 0 0,0-1 0 0 0,0 0 1 0 0,0-2-1 0 0,-3-12-2 0 0,2 0-1 0 0,0-18 1 0 0,1 26-3 0 0,1 1 0 0 0,0 0 0 0 0,0 0 0 0 0,0 0 0 0 0,1 0 1 0 0,0 0-1 0 0,5-9 0 0 0,0 1 18 0 0,-1 0-1 0 0,0 0 0 0 0,-1-1 1 0 0,-1 0-1 0 0,0 0 1 0 0,2-31-1 0 0,-5 36 129 0 0,-2 0 0 0 0,1 0 0 0 0,-1 0 1 0 0,-1 1-1 0 0,0-1 0 0 0,0 0 0 0 0,-1 0 0 0 0,0 1 0 0 0,-1 0 0 0 0,-1-1 0 0 0,-6-10 0 0 0,9 17-119 0 0,-2-3 7 0 0,0-1-1 0 0,0 1 0 0 0,-4-14 1 0 0,8 20-30 0 0,0-1 1 0 0,-1 0 0 0 0,1 1 0 0 0,0-1 0 0 0,0 0 0 0 0,0 1 0 0 0,0-1-1 0 0,0 0 1 0 0,0 1 0 0 0,1-4 0 0 0,-1 4-3 0 0,0 0 1 0 0,1 1-1 0 0,-1-1 1 0 0,1 0-1 0 0,-1 0 1 0 0,0 1-1 0 0,1-1 1 0 0,0 0-1 0 0,-1 1 0 0 0,1-1 1 0 0,-1 1-1 0 0,1-1 1 0 0,0 1-1 0 0,-1-1 1 0 0,1 1-1 0 0,0-1 1 0 0,0 1-1 0 0,-1 0 1 0 0,1-1-1 0 0,0 1 0 0 0,0 0 1 0 0,1-1-1 0 0,-1 1 5 0 0,0 0-1 0 0,0 1 0 0 0,0-1 0 0 0,-1 0 1 0 0,1 0-1 0 0,0 1 0 0 0,0-1 0 0 0,0 0 1 0 0,0 1-1 0 0,0-1 0 0 0,-1 1 0 0 0,1-1 0 0 0,0 1 1 0 0,0 0-1 0 0,-1-1 0 0 0,1 1 0 0 0,0 0 1 0 0,-1-1-1 0 0,1 1 0 0 0,-1 0 0 0 0,1 0 1 0 0,-1-1-1 0 0,1 1 0 0 0,-1 0 0 0 0,0 0 1 0 0,1 0-1 0 0,-1 0 0 0 0,1 1 0 0 0,0 1-119 0 0,0 1 0 0 0,1-1 0 0 0,-1 1-1 0 0,0 0 1 0 0,-1 0 0 0 0,1 4-1 0 0,-2 8-2920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38.3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48 1295 0 0,'-14'-7'84'0'0,"14"7"-83"0"0,-1 0 0 0 0,1-1-1 0 0,0 1 1 0 0,0 0 0 0 0,0 0-1 0 0,-1-1 1 0 0,1 1-1 0 0,0 0 1 0 0,0 0 0 0 0,0-1-1 0 0,0 1 1 0 0,0 0-1 0 0,0-1 1 0 0,0 1 0 0 0,0 0-1 0 0,0-1 1 0 0,0 1-1 0 0,0 0 1 0 0,0-1 0 0 0,0 1-1 0 0,0 0 1 0 0,0-1-1 0 0,0 1 1 0 0,0 0 0 0 0,0-1-1 0 0,0 1 1 0 0,0 0 0 0 0,1 0-1 0 0,-1-1 1 0 0,0 1-1 0 0,0 0 1 0 0,0 0 0 0 0,0-1-1 0 0,1 1 1 0 0,-1 0-1 0 0,0 0 1 0 0,0-1 0 0 0,1 1-1 0 0,-1 0 1 0 0,0 0-1 0 0,0 0 1 0 0,1 0 0 0 0,-1-1-1 0 0,0 1 1 0 0,1 0-1 0 0,1-1 0 0 0,-1 0 0 0 0,0 0 0 0 0,1-1 0 0 0,-1 1 0 0 0,0 0 0 0 0,0-1 0 0 0,0 1 0 0 0,0-1 0 0 0,0 1 0 0 0,0-1 0 0 0,0 1 0 0 0,0-1 0 0 0,-1 0 0 0 0,1 1 0 0 0,0-4 0 0 0,-1 5 0 0 0,-1 0 0 0 0,1-1 0 0 0,-1 1 0 0 0,1 0 0 0 0,-1 0 0 0 0,1-1 0 0 0,-1 1 0 0 0,1 0 0 0 0,0 0 0 0 0,-1 0 0 0 0,1 0 0 0 0,-1 0 0 0 0,1 0 0 0 0,-1 0 0 0 0,1 0 0 0 0,-1 0 0 0 0,1 0 0 0 0,-1 0 0 0 0,0 0 0 0 0,-1 0 0 0 0,-3 0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6:16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1607 0 0,'15'-7'78'0'0,"-1"1"-1"0"0,1 1 1 0 0,-1 1-1 0 0,20-4 1 0 0,65-5 527 0 0,-9 1-318 0 0,-45 4-171 0 0,57-2 0 0 0,-84 9-82 0 0,0 1-1 0 0,0 1 0 0 0,0 0 0 0 0,-1 2 0 0 0,1 0 0 0 0,20 6 0 0 0,-38-9-35 0 0,1 1-1 0 0,-1-1 0 0 0,1 0 1 0 0,-1 0-1 0 0,1 0 1 0 0,-1 0-1 0 0,0 0 0 0 0,1 0 1 0 0,-1 1-1 0 0,1-1 0 0 0,-1 0 1 0 0,0 0-1 0 0,1 1 0 0 0,-1-1 1 0 0,1 0-1 0 0,-1 1 0 0 0,0-1 1 0 0,1 0-1 0 0,-1 1 0 0 0,0-1 1 0 0,0 1-1 0 0,1-1 0 0 0,-1 0 1 0 0,0 1-1 0 0,0-1 0 0 0,0 1 1 0 0,1-1-1 0 0,-1 1 0 0 0,0 0 1 0 0,0 0-9 0 0,-1-1 0 0 0,1 1 0 0 0,0 0-1 0 0,-1 0 1 0 0,1-1 0 0 0,0 1 0 0 0,-1 0 0 0 0,1-1 0 0 0,-1 1 0 0 0,0 0 0 0 0,1-1 0 0 0,-1 1 0 0 0,1-1 0 0 0,-1 1 0 0 0,-1 0-1 0 0,-28 16-265 0 0,29-17 275 0 0,-17 7-8 0 0,-2-2-44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6:16.6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98 2015 0 0,'1'0'13'0'0,"-1"-1"0"0"0,1 1 0 0 0,0 0 0 0 0,0 0 0 0 0,-1-1-1 0 0,1 1 1 0 0,0 0 0 0 0,0 0 0 0 0,0 0 0 0 0,-1 0 0 0 0,1 0-1 0 0,0 0 1 0 0,0 0 0 0 0,0 0 0 0 0,0 0 0 0 0,0 0 0 0 0,4 0 118 0 0,215-41 1526 0 0,-46 5-1145 0 0,-134 28-449 0 0,-26 5-38 0 0,-1 0 1 0 0,1 1-1 0 0,-1 1 1 0 0,1 0-1 0 0,0 0 1 0 0,19 3-1 0 0,-33-2-26 0 0,1 0 0 0 0,-1 0 1 0 0,1 0-1 0 0,-1 0 0 0 0,1 0 0 0 0,-1 0 0 0 0,1 0 0 0 0,-1 1 0 0 0,1-1 0 0 0,-1 0 0 0 0,0 0 0 0 0,1 0 0 0 0,-1 1 0 0 0,1-1 0 0 0,-1 0 0 0 0,1 0 0 0 0,-1 1 0 0 0,0-1 0 0 0,1 0 0 0 0,-1 1 0 0 0,0-1 0 0 0,1 0 0 0 0,-1 1 0 0 0,0-1 0 0 0,0 1 0 0 0,1-1 0 0 0,-1 1 0 0 0,0-1 0 0 0,0 1 0 0 0,1 0 0 0 0,-2 0-3 0 0,1 0-1 0 0,0 0 0 0 0,0 0 1 0 0,0 0-1 0 0,-1 0 0 0 0,1 0 0 0 0,-1 0 1 0 0,1 0-1 0 0,-1 0 0 0 0,1 0 1 0 0,-1 0-1 0 0,1 0 0 0 0,-2 1 0 0 0,-3 3-19 0 0,0 0 0 0 0,-1 0 0 0 0,-6 5 0 0 0,-13 6 24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24.1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 1263 0 0,'30'-11'283'0'0,"-29"11"-102"0"0,11-2-67 0 0,-3 0-284 0 0,1 1 1 0 0,0 0-1 0 0,-1 0 1 0 0,1 1 0 0 0,13 1-1 0 0,47 10 348 0 0,-60-9-213 0 0,25 4-20 0 0,-1-2-1 0 0,1-2 0 0 0,50-2 1 0 0,-78 0 126 0 0,0 0 1 0 0,0 0 0 0 0,10 3-1 0 0,-11-2 49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24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53 3223 0 0,'17'-14'136'0'0,"-3"3"40"0"0,0 4-176 0 0,-3 2 0 0 0,-3 3 0 0 0,0 1 0 0 0,1 1-176 0 0,8-2-72 0 0,11 1-8 0 0,9-2-8 0 0,-2 1 264 0 0,10 1 0 0 0,17-1 96 0 0,11 1-24 0 0,-2 1-72 0 0,-3 3 0 0 0,4 4 0 0 0,-10-2 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3.6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191 129 1839 0 0,'36'-121'5582'0'0,"-31"114"-4565"0"0,-2 12-234 0 0,0 14-231 0 0,-2 39-366 0 0,-8 80 1 0 0,-19 58 108 0 0,10-78-65 0 0,-44 237-3 0 0,33-160-47 0 0,26-188-168 0 0,1-5-6 0 0,0-1 0 0 0,0 1 0 0 0,-1 0 0 0 0,1-1-1 0 0,-1 1 1 0 0,1-1 0 0 0,-1 1 0 0 0,0 0 0 0 0,0 1 0 0 0,0-3-9 0 0,1 1 0 0 0,0-1-1 0 0,-1 0 1 0 0,1 1 0 0 0,0-1 0 0 0,-1 1-1 0 0,1-1 1 0 0,0 0 0 0 0,-1 0 0 0 0,1 1-1 0 0,-1-1 1 0 0,1 0 0 0 0,-1 0 0 0 0,1 1 0 0 0,-1-1-1 0 0,1 0 1 0 0,-1 0 0 0 0,1 0 0 0 0,-1 0-1 0 0,1 0 1 0 0,-1 0 0 0 0,-1 0-44 0 0,1-1-1 0 0,-1 1 1 0 0,1-1 0 0 0,-1 1 0 0 0,1-1-1 0 0,-1 0 1 0 0,1 0 0 0 0,0 1 0 0 0,-1-1-1 0 0,1 0 1 0 0,0 0 0 0 0,0-1 0 0 0,0 1-1 0 0,0 0 1 0 0,0 0 0 0 0,0 0 0 0 0,-2-3-1 0 0,-4-7-490 0 0,1 0-1 0 0,0-1 1 0 0,1 1-1 0 0,0-1 1 0 0,-5-18-1 0 0,3 3 124 0 0,-5-39-1 0 0,11 61 411 0 0,0 0 13 0 0,0 1-1 0 0,1-1 1 0 0,0 1-1 0 0,0-1 1 0 0,0-5-1 0 0,0 9 24 0 0,1 1-1 0 0,-1-1 1 0 0,0 1-1 0 0,0-1 1 0 0,0 1-1 0 0,0-1 0 0 0,1 0 1 0 0,-1 1-1 0 0,0-1 1 0 0,1 1-1 0 0,-1-1 1 0 0,0 1-1 0 0,1-1 1 0 0,-1 1-1 0 0,1 0 1 0 0,-1-1-1 0 0,1 1 0 0 0,-1-1 1 0 0,0 1-1 0 0,1 0 1 0 0,0-1-1 0 0,-1 1 1 0 0,1 0-1 0 0,-1 0 1 0 0,1-1-1 0 0,-1 1 1 0 0,1 0-1 0 0,-1 0 1 0 0,1 0-1 0 0,0 0 0 0 0,-1 0 1 0 0,1 0-1 0 0,-1 0 1 0 0,1 0-1 0 0,0 0 1 0 0,-1 0-1 0 0,1 0 1 0 0,-1 0-1 0 0,1 0 1 0 0,0 1-1 0 0,-1-1 0 0 0,1 0 1 0 0,-1 0-1 0 0,1 1 1 0 0,-1-1-1 0 0,2 1 1 0 0,6 3 264 0 0,0 0-1 0 0,0 1 1 0 0,0 1 0 0 0,0-1 0 0 0,-1 1-1 0 0,0 0 1 0 0,0 1 0 0 0,7 8 0 0 0,-2-3 75 0 0,17 15 0 0 0,-21-21-299 0 0,-1-1-1 0 0,1 1 1 0 0,0-2 0 0 0,0 1-1 0 0,15 5 1 0 0,-19-9-45 0 0,0 0-1 0 0,0 0 1 0 0,1 0 0 0 0,-1 0-1 0 0,0-1 1 0 0,0 0 0 0 0,1 0-1 0 0,-1 0 1 0 0,0 0 0 0 0,1-1 0 0 0,-1 1-1 0 0,0-1 1 0 0,0 0 0 0 0,7-3-1 0 0,6-3-40 0 0,-1-1 0 0 0,0-1-1 0 0,26-18 1 0 0,-31 18-244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4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3 238 1839 0 0,'-1'3'100'0'0,"1"1"0"0"0,-1-1 0 0 0,1 1 0 0 0,-1 0 0 0 0,1 0 0 0 0,0-1 0 0 0,0 1 0 0 0,1 0 0 0 0,-1-1 0 0 0,1 1 0 0 0,0 0 0 0 0,0-1 0 0 0,0 1 0 0 0,0-1 0 0 0,0 1 0 0 0,1-1 0 0 0,0 0 0 0 0,0 1 0 0 0,0-1 0 0 0,0 0 0 0 0,0 0 0 0 0,0 0 0 0 0,1-1 0 0 0,0 1 0 0 0,-1 0 0 0 0,1-1 0 0 0,0 0 0 0 0,0 0 0 0 0,0 0 0 0 0,1 0 0 0 0,-1 0 0 0 0,0-1 0 0 0,1 1 0 0 0,-1-1 0 0 0,6 1 0 0 0,2 0 157 0 0,0-2-1 0 0,0 1 1 0 0,0-2 0 0 0,18-2-1 0 0,44-12 729 0 0,-50 10-727 0 0,-15 2-191 0 0,-1 1 0 0 0,0-1-1 0 0,0 0 1 0 0,0-1 0 0 0,0 0 0 0 0,0 0 0 0 0,-1 0 0 0 0,0-1 0 0 0,0 0 0 0 0,0 0 0 0 0,10-11 0 0 0,-9 7-22 0 0,-1 1 0 0 0,1-1 1 0 0,-1 0-1 0 0,-1 0 0 0 0,0-1 0 0 0,0 0 1 0 0,-1 0-1 0 0,4-10 0 0 0,-6 11-15 0 0,0 0-1 0 0,0 1 0 0 0,-1-1 1 0 0,0 0-1 0 0,-1 0 0 0 0,1 0 1 0 0,-2 0-1 0 0,1 0 0 0 0,-3-10 1 0 0,2 15-15 0 0,0 1 1 0 0,0-1 0 0 0,0 1 0 0 0,-1-1-1 0 0,1 1 1 0 0,-1 0 0 0 0,0-1 0 0 0,0 1 0 0 0,0 0-1 0 0,0 0 1 0 0,0 0 0 0 0,-1 1 0 0 0,1-1 0 0 0,-1 0-1 0 0,0 1 1 0 0,0 0 0 0 0,0 0 0 0 0,0 0 0 0 0,0 0-1 0 0,0 0 1 0 0,-1 0 0 0 0,1 1 0 0 0,-1 0 0 0 0,-4-2-1 0 0,3 2 21 0 0,0 0 0 0 0,-1 0 1 0 0,1 0-1 0 0,0 1 0 0 0,-1-1 0 0 0,1 1 0 0 0,-1 1 0 0 0,1-1 0 0 0,0 1 0 0 0,-1 0 0 0 0,1 0 0 0 0,0 0 0 0 0,-1 1 0 0 0,-5 3 0 0 0,4-2 7 0 0,1 1-1 0 0,0 0 1 0 0,0 0-1 0 0,0 1 1 0 0,0 0 0 0 0,1 0-1 0 0,-1 0 1 0 0,1 1-1 0 0,-6 8 1 0 0,1 1-19 0 0,1 1 0 0 0,1 0 0 0 0,0 0 1 0 0,1 1-1 0 0,0 0 0 0 0,2 0 0 0 0,-6 31 0 0 0,6-20 74 0 0,2 0 0 0 0,0 0 0 0 0,2 1 0 0 0,2-1-1 0 0,3 29 1 0 0,-1-35 11 0 0,1-1 0 0 0,1 0-1 0 0,0 0 1 0 0,2 0-1 0 0,0-1 1 0 0,1 0 0 0 0,14 23-1 0 0,-20-39-62 0 0,0 1 0 0 0,1-1 1 0 0,0 0-1 0 0,0 0 0 0 0,0-1 0 0 0,0 1 0 0 0,0 0 0 0 0,1-1 0 0 0,0 0 0 0 0,-1 0 0 0 0,1 0 0 0 0,1 0 0 0 0,-1-1 0 0 0,0 1 0 0 0,1-1 0 0 0,-1 0 0 0 0,1-1 1 0 0,-1 1-1 0 0,1-1 0 0 0,0 0 0 0 0,0 0 0 0 0,-1 0 0 0 0,1-1 0 0 0,0 1 0 0 0,0-1 0 0 0,0-1 0 0 0,0 1 0 0 0,9-2 0 0 0,0-2 50 0 0,1-1 0 0 0,-1 0 0 0 0,0-1 0 0 0,-1-1 0 0 0,1 0 0 0 0,-1 0 0 0 0,-1-2 0 0 0,1 1 0 0 0,13-14 0 0 0,-17 14-1081 0 0,-4 0-3942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5.9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1 531 5063 0 0,'11'-8'193'0'0,"-1"-1"-1"0"0,0 0 0 0 0,0 0 0 0 0,-1-1 0 0 0,0-1 1 0 0,-1 1-1 0 0,12-21 0 0 0,-10 13 39 0 0,-1 0 0 0 0,-1 0 0 0 0,-1-1 0 0 0,7-30 0 0 0,-2-7 671 0 0,-4-1 1 0 0,3-92-1 0 0,-9 121-560 0 0,0 10 14 0 0,-2 14-129 0 0,-1 8 40 0 0,-8 61-81 0 0,0 79-1 0 0,7-87-140 0 0,0-19 2 0 0,2-4-278 0 0,-3 0 0 0 0,0-1 0 0 0,-15 60 0 0 0,11-75-3796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6.2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153 183 2759 0 0,'-22'1'-60'0'0,"-102"11"4354"0"0,117-9-2718 0 0,13-2-828 0 0,11 0-218 0 0,78-6 628 0 0,182-12 183 0 0,246-33 438 0 0,-222 25-1558 0 0,427-49 384 0 0,-722 74-605 0 0,27-5 0 0 0,-1 0 0 0 0,39-12 0 0 0,-66 15-1000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7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220 112 3223 0 0,'1'-2'39'0'0,"-1"1"-1"0"0,1-1 0 0 0,-1 0 1 0 0,1 1-1 0 0,-1-1 0 0 0,0 0 1 0 0,0 0-1 0 0,1 1 0 0 0,-1-1 0 0 0,0 0 1 0 0,-1 0-1 0 0,1 1 0 0 0,0-1 1 0 0,0 0-1 0 0,-1 0 0 0 0,1 1 1 0 0,-2-3-1 0 0,2 3 9 0 0,0 1 1 0 0,-1-1 0 0 0,1 1-1 0 0,0-1 1 0 0,-1 0-1 0 0,1 1 1 0 0,-1-1 0 0 0,1 1-1 0 0,-1-1 1 0 0,1 1-1 0 0,-1 0 1 0 0,1-1 0 0 0,-1 1-1 0 0,1-1 1 0 0,-1 1-1 0 0,0 0 1 0 0,1 0-1 0 0,-1-1 1 0 0,0 1 0 0 0,1 0-1 0 0,-1 0 1 0 0,0 0-1 0 0,1 0 1 0 0,-1 0 0 0 0,0 0-1 0 0,1 0 1 0 0,-1 0-1 0 0,0 0 1 0 0,1 0 0 0 0,-1 0-1 0 0,0 0 1 0 0,1 0-1 0 0,-1 0 1 0 0,0 1 0 0 0,1-1-1 0 0,-1 0 1 0 0,0 0-1 0 0,1 1 1 0 0,-1-1 0 0 0,1 0-1 0 0,-1 1 1 0 0,1-1-1 0 0,-1 1 1 0 0,1-1-1 0 0,-2 2 1 0 0,-10 9 338 0 0,0 1-1 0 0,0 0 1 0 0,1 1 0 0 0,1 1-1 0 0,-10 14 1 0 0,0 2-107 0 0,5-10-132 0 0,1 0-1 0 0,-12 24 0 0 0,21-36-115 0 0,3-7-27 0 0,1 1 0 0 0,0-1 0 0 0,0 1 0 0 0,0 0-1 0 0,0-1 1 0 0,0 1 0 0 0,0 0 0 0 0,1 0 0 0 0,-1-1 0 0 0,0 4-1 0 0,14-21 51 0 0,20-37-3 0 0,-3-1 1 0 0,31-77-1 0 0,-36 77 919 0 0,-22 95-252 0 0,0-22-716 0 0,0 0 0 0 0,2 0 1 0 0,0 0-1 0 0,9 20 0 0 0,-7-18 4 0 0,0 1 1 0 0,7 40 0 0 0,-13-56-5 0 0,0 1-1 0 0,-1 0 1 0 0,0-1 0 0 0,0 1-1 0 0,-1 0 1 0 0,1-1-1 0 0,-2 1 1 0 0,1 0 0 0 0,-1-1-1 0 0,0 1 1 0 0,0-1-1 0 0,0 0 1 0 0,-7 11 0 0 0,6-13-1 0 0,-1 1 0 0 0,0-1 0 0 0,1 0-1 0 0,-2 0 1 0 0,1 0 0 0 0,0 0 0 0 0,-1-1 0 0 0,0 0 0 0 0,0 0 0 0 0,0 0 0 0 0,0 0 0 0 0,0-1 0 0 0,-9 3 0 0 0,1-1-2 0 0,0 0 1 0 0,-1-1-1 0 0,1-1 1 0 0,-21 2-1 0 0,-2-6-46 0 0,34 2 36 0 0,-1 0 1 0 0,1-1-1 0 0,0 1 1 0 0,0-1-1 0 0,0 1 1 0 0,0-1-1 0 0,0 0 1 0 0,0 0-1 0 0,0 0 1 0 0,0 0-1 0 0,0 0 1 0 0,0 0-1 0 0,-3-4 1 0 0,3 1-196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8.1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0 133 2303 0 0,'5'-8'527'0'0,"1"1"0"0"0,0-1 0 0 0,0 1 0 0 0,1 0-1 0 0,0 0 1 0 0,0 1 0 0 0,0 0 0 0 0,12-8 0 0 0,1 3 238 0 0,36-16 0 0 0,-56 26-730 0 0,1 1 1 0 0,0 0-1 0 0,-1-1 0 0 0,1 1 0 0 0,-1 0 0 0 0,1 0 0 0 0,0-1 0 0 0,-1 1 0 0 0,1 0 0 0 0,0 0 0 0 0,0 0 0 0 0,-1 0 0 0 0,1 0 0 0 0,0 0 1 0 0,-1 0-1 0 0,1 0 0 0 0,0 0 0 0 0,-1 0 0 0 0,1 0 0 0 0,0 1 0 0 0,-1-1 0 0 0,2 1 0 0 0,-2-1-8 0 0,1 1 0 0 0,-1-1 0 0 0,1 1 0 0 0,-1-1 0 0 0,0 1 0 0 0,1-1 0 0 0,-1 1 0 0 0,0 0 0 0 0,0-1 0 0 0,0 1 0 0 0,1 0 0 0 0,-1-1 0 0 0,0 1 0 0 0,0 0 0 0 0,0-1 0 0 0,0 1 0 0 0,0 0 0 0 0,0 0 0 0 0,-1 7 64 0 0,0-1 1 0 0,-1 0 0 0 0,-3 11 0 0 0,2-9-107 0 0,1-1 47 0 0,1 0 0 0 0,0-1 0 0 0,1 1 0 0 0,-1 0 0 0 0,1 0 0 0 0,1-1 0 0 0,-1 1 0 0 0,4 12 0 0 0,-4-17-23 0 0,1-1-1 0 0,-1 0 0 0 0,1 0 0 0 0,0 0 0 0 0,0 0 1 0 0,0 0-1 0 0,0 0 0 0 0,0 0 0 0 0,0 0 1 0 0,0 0-1 0 0,0-1 0 0 0,1 1 0 0 0,-1 0 1 0 0,1-1-1 0 0,0 1 0 0 0,-1-1 0 0 0,1 1 0 0 0,0-1 1 0 0,0 0-1 0 0,0 0 0 0 0,-1 0 0 0 0,1 0 1 0 0,0 0-1 0 0,1 0 0 0 0,-1-1 0 0 0,0 1 1 0 0,0-1-1 0 0,0 1 0 0 0,0-1 0 0 0,0 0 0 0 0,1 0 1 0 0,-1 0-1 0 0,0 0 0 0 0,4-1 0 0 0,1 0-1 0 0,1-1-1 0 0,-1 0 0 0 0,0 0 0 0 0,0 0 0 0 0,0-1 1 0 0,-1 0-1 0 0,1-1 0 0 0,-1 0 0 0 0,1 0 1 0 0,-1 0-1 0 0,-1 0 0 0 0,1-1 0 0 0,0 0 0 0 0,8-11 1 0 0,-7 7 5 0 0,0-1 0 0 0,0 0 0 0 0,-1 0 0 0 0,0-1 0 0 0,-1 1 1 0 0,0-1-1 0 0,0-1 0 0 0,3-16 0 0 0,-5 9 46 0 0,-3 18-50 0 0,1 0 0 0 0,-1 0-1 0 0,0 0 1 0 0,0 0 0 0 0,0 0 0 0 0,0 0-1 0 0,-1 0 1 0 0,1 0 0 0 0,0 0 0 0 0,0 0-1 0 0,0 0 1 0 0,-1 0 0 0 0,1 1-1 0 0,0-1 1 0 0,-1 0 0 0 0,1 0 0 0 0,-1-1-1 0 0,0 2 3 0 0,0 1-1 0 0,1-1 1 0 0,-1 0-1 0 0,1 0 1 0 0,-1 1 0 0 0,1-1-1 0 0,-1 0 1 0 0,1 1-1 0 0,-1-1 1 0 0,1 1-1 0 0,0-1 1 0 0,-1 0-1 0 0,1 1 1 0 0,0-1-1 0 0,-1 1 1 0 0,1-1-1 0 0,0 1 1 0 0,-1-1-1 0 0,1 1 1 0 0,0 1-1 0 0,-1-1 17 0 0,-15 27 110 0 0,2 1 0 0 0,0 0 0 0 0,-10 38 0 0 0,-8 15 46 0 0,28-71-174 0 0,-2 0 0 0 0,1-1 0 0 0,-13 17 0 0 0,14-22-4 0 0,1-1-1 0 0,-1 0 0 0 0,0 1 0 0 0,-1-2 0 0 0,1 1 1 0 0,-1 0-1 0 0,0-1 0 0 0,1 0 0 0 0,-10 4 0 0 0,14-6-20 0 0,0-1-1 0 0,-1 0 0 0 0,1 0 1 0 0,0 0-1 0 0,-1 1 0 0 0,1-1 1 0 0,-1 0-1 0 0,1 0 1 0 0,-1 0-1 0 0,1 0 0 0 0,0 0 1 0 0,-1 0-1 0 0,1 0 0 0 0,-1 0 1 0 0,1 0-1 0 0,-1 0 0 0 0,1 0 1 0 0,-1 0-1 0 0,1 0 0 0 0,0 0 1 0 0,-1 0-1 0 0,1-1 1 0 0,-1 1-1 0 0,1 0 0 0 0,0 0 1 0 0,-1 0-1 0 0,1-1 0 0 0,-1 1 1 0 0,1 0-1 0 0,0 0 0 0 0,-1-1 1 0 0,1 1-1 0 0,0 0 0 0 0,0-1 1 0 0,-1 1-1 0 0,1 0 1 0 0,0-1-1 0 0,0 1 0 0 0,-1-1 1 0 0,1 1-1 0 0,0 0 0 0 0,0-2 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8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1 193 2303 0 0,'0'-2'30'0'0,"1"1"-1"0"0,0-1 1 0 0,0 1-1 0 0,0 0 0 0 0,0-1 1 0 0,0 1-1 0 0,0 0 0 0 0,0 0 1 0 0,0 0-1 0 0,0 0 0 0 0,1 0 1 0 0,-1 0-1 0 0,0 0 0 0 0,1 0 1 0 0,2 0-1 0 0,26-10 773 0 0,-20 7-508 0 0,81-24 2542 0 0,168-31 1 0 0,-101 28-1340 0 0,29-3-393 0 0,-167 31-1019 0 0,29 0 0 0 0,-20 5-3517 0 0,-21 0-386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9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1 103 2759 0 0,'3'-15'684'0'0,"0"0"0"0"0,1-16 0 0 0,0-5 2451 0 0,-4 36-3085 0 0,0-1 1 0 0,0 1-1 0 0,0 0 1 0 0,0 0-1 0 0,0 0 0 0 0,0-1 1 0 0,0 1-1 0 0,1 0 1 0 0,-1 0-1 0 0,0-1 0 0 0,0 1 1 0 0,0 0-1 0 0,0 0 1 0 0,0 0-1 0 0,0-1 0 0 0,1 1 1 0 0,-1 0-1 0 0,0 0 1 0 0,0 0-1 0 0,0-1 0 0 0,1 1 1 0 0,-1 0-1 0 0,0 0 1 0 0,0 0-1 0 0,0 0 0 0 0,1 0 1 0 0,-1 0-1 0 0,0 0 1 0 0,0 0-1 0 0,1-1 1 0 0,-1 1-1 0 0,0 0 0 0 0,0 0 1 0 0,1 0-1 0 0,10 4 629 0 0,6 10-431 0 0,-11 0-189 0 0,-6-13-58 0 0,1-1-1 0 0,-1 0 1 0 0,0 1-1 0 0,0-1 1 0 0,0 1-1 0 0,0-1 1 0 0,0 1-1 0 0,0-1 1 0 0,0 1-1 0 0,0-1 1 0 0,0 1-1 0 0,0-1 1 0 0,0 1-1 0 0,0-1 1 0 0,0 1 0 0 0,0-1-1 0 0,0 1 1 0 0,-1-1-1 0 0,1 1 1 0 0,0-1-1 0 0,0 1 1 0 0,-1-1-1 0 0,1 0 1 0 0,0 1-1 0 0,0-1 1 0 0,-1 1-1 0 0,1-1 1 0 0,-1 1-1 0 0,-1-2-4 0 0,2-7 62 0 0,2 4-51 0 0,-1 3-7 0 0,0-1 0 0 0,-1 1 1 0 0,1 0-1 0 0,-1-1 0 0 0,1 1 1 0 0,-1-1-1 0 0,0 1 0 0 0,1-1 0 0 0,-1 1 1 0 0,0-1-1 0 0,0-2 0 0 0,-1 2-42 0 0,-3 5 17 0 0,-6 18 14 0 0,-9 31 103 0 0,13-32 211 0 0,2 1 1 0 0,0-1 0 0 0,2 1-1 0 0,0 0 1 0 0,1 0 0 0 0,1 0 0 0 0,1 0-1 0 0,6 32 1 0 0,-7-51-301 0 0,1 0 0 0 0,-1 0 0 0 0,0 0 0 0 0,1 0 0 0 0,-1-1 0 0 0,1 1 0 0 0,0 0 0 0 0,0 0 0 0 0,0-1 0 0 0,0 1 0 0 0,0-1 0 0 0,0 1 0 0 0,0-1 0 0 0,0 1 0 0 0,1-1 0 0 0,-1 1 0 0 0,0-1 1 0 0,1 0-1 0 0,-1 0 0 0 0,1 0 0 0 0,2 2 0 0 0,0-2 2 0 0,0 0 0 0 0,-1 0 0 0 0,1-1 0 0 0,0 1 0 0 0,0-1 0 0 0,0 1 0 0 0,0-1 0 0 0,0 0 0 0 0,6-1 0 0 0,19-3-8 0 0,1 0 1 0 0,31-10-1 0 0,-43 9-272 0 0,-1-1 1 0 0,0 0-1 0 0,0-2 1 0 0,27-15-1 0 0,-36 16-4144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49.3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0 153 6447 0 0,'28'-16'288'0'0,"-6"6"56"0"0,0 0-280 0 0,-5 2-64 0 0,-5 5 0 0 0,-1 0 0 0 0,5-1 696 0 0,12-4 120 0 0,14-5 24 0 0,9-4 8 0 0,3 2 184 0 0,-6-1 40 0 0,-6 4 8 0 0,-11 3 0 0 0,-6 4-712 0 0,-8 2-144 0 0,-7 4-24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55.4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2836 679 3223 0 0,'0'-13'-29'0'0,"-1"0"-1"0"0,0 0 0 0 0,-1 0 0 0 0,-1 0 0 0 0,0 0 0 0 0,-7-16 1 0 0,7 19 118 0 0,-1 1 1 0 0,-1 0 0 0 0,0 1-1 0 0,0-1 1 0 0,0 1 0 0 0,-1 0-1 0 0,-1 1 1 0 0,1-1 0 0 0,-9-7-1 0 0,-19-11-131 0 0,-2 1-1 0 0,-71-36 1 0 0,53 31 17 0 0,-121-82 618 0 0,-49-26 302 0 0,196 125-859 0 0,-1 2-1 0 0,1 0 0 0 0,-2 2 0 0 0,0 1 0 0 0,-43-6 0 0 0,-156-5-69 0 0,180 17 49 0 0,-24 0-17 0 0,0 4 0 0 0,0 2 0 0 0,0 4-1 0 0,1 3 1 0 0,0 3 0 0 0,-70 24-1 0 0,104-24 21 0 0,0 2 0 0 0,1 1 0 0 0,1 2-1 0 0,0 2 1 0 0,2 1 0 0 0,0 1-1 0 0,-49 46 1 0 0,-9 21-46 0 0,-87 109 1 0 0,166-184 12 0 0,-33 41 35 0 0,-64 104 0 0 0,-19 73 20 0 0,105-183-40 0 0,2 1 0 0 0,2 1 0 0 0,2 1 0 0 0,3 0 0 0 0,2 1 0 0 0,-10 101 0 0 0,16-67-21 0 0,4 0 0 0 0,10 105-1 0 0,0-123 0 0 0,3 1 0 0 0,4-2 0 0 0,26 81 0 0 0,-20-96 39 0 0,3-1 0 0 0,37 63 0 0 0,-46-91-20 0 0,3 6-5 0 0,1-2-1 0 0,1 0 0 0 0,2-1 0 0 0,29 31 1 0 0,-32-41 5 0 0,0-1 0 0 0,1-1 0 0 0,1 0 0 0 0,1-2 0 0 0,0 0 0 0 0,37 17 0 0 0,-8-10 26 0 0,0-2-1 0 0,82 18 1 0 0,109 9-80 0 0,-28-26 48 0 0,2-16 90 0 0,-121-3-28 0 0,-23 1-57 0 0,18 0-27 0 0,106-11 0 0 0,-101-5-265 0 0,-2-3 0 0 0,0-5 1 0 0,156-59-1 0 0,-184 55 44 0 0,-1-3-1 0 0,65-41 0 0 0,-84 42 322 0 0,-1-3-1 0 0,-1-1 1 0 0,52-52-1 0 0,-71 61-30 0 0,-1-1 0 0 0,-1 0 0 0 0,-1-2 0 0 0,-1-1 0 0 0,-1 0 0 0 0,-2-1 0 0 0,-1-1 0 0 0,12-31-1 0 0,9-53 235 0 0,34-187 0 0 0,-62 260-233 0 0,-3 0-1 0 0,-1 0 0 0 0,-2-57 0 0 0,-4 70-13 0 0,-1 0 0 0 0,0 0 1 0 0,-3 0-1 0 0,0 1 0 0 0,-19-50 0 0 0,1 22 371 0 0,-36-56 0 0 0,34 67 119 0 0,3-1 1 0 0,-22-57-1 0 0,37 76-315 0 0,1-1 1 0 0,2 1 0 0 0,-6-50-1 0 0,7-79 543 0 0,4 135-730 0 0,0 9-14 0 0,-1-24-22 0 0,1 33 19 0 0,0-1 1 0 0,0 1-1 0 0,0-1 0 0 0,-1 0 0 0 0,1 1 0 0 0,-1-1 0 0 0,1 1 0 0 0,-1-1 0 0 0,0 1 0 0 0,1-1 0 0 0,-1 1 0 0 0,0 0 0 0 0,0-1 0 0 0,0 1 1 0 0,0 0-1 0 0,-1-2 0 0 0,-7-1-130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56.2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33 919 0 0,'2'-2'118'0'0,"0"0"0"0"0,0 0 0 0 0,1 0-1 0 0,-1 1 1 0 0,1-1 0 0 0,-1 0-1 0 0,1 1 1 0 0,0 0 0 0 0,-1 0-1 0 0,5-2 1 0 0,5-2 325 0 0,-9 4-350 0 0,-1-1 0 0 0,0 1 0 0 0,0 1 0 0 0,0-1 0 0 0,0 0 0 0 0,1 0 0 0 0,-1 1 1 0 0,0-1-1 0 0,1 1 0 0 0,-1 0 0 0 0,0 0 0 0 0,1 0 0 0 0,-1 0 0 0 0,0 0 0 0 0,1 0 0 0 0,2 2 0 0 0,-4-2-39 0 0,1 1-1 0 0,-1-1 0 0 0,0 1 1 0 0,0 0-1 0 0,1 0 0 0 0,-1-1 1 0 0,0 1-1 0 0,0 0 0 0 0,0 0 1 0 0,0 0-1 0 0,0 1 0 0 0,0-1 1 0 0,0 0-1 0 0,0 0 0 0 0,-1 0 1 0 0,1 1-1 0 0,0-1 0 0 0,-1 0 1 0 0,1 1-1 0 0,-1-1 0 0 0,1 0 1 0 0,-1 1-1 0 0,0-1 0 0 0,0 1 1 0 0,1-1-1 0 0,-1 3 0 0 0,0 7 167 0 0,-1 0 0 0 0,0 1 0 0 0,0-1 0 0 0,-6 18 0 0 0,5-20-174 0 0,0-1 0 0 0,0 0 0 0 0,1 0 1 0 0,0 1-1 0 0,0-1 0 0 0,1 1 0 0 0,0-1 0 0 0,1 0 1 0 0,2 15-1 0 0,-3-22-43 0 0,1 0 0 0 0,-1 1 0 0 0,1-1 0 0 0,-1 0 0 0 0,1 1 0 0 0,0-1 0 0 0,-1 0 0 0 0,1 0 0 0 0,0 0 0 0 0,0 0 1 0 0,0 0-1 0 0,0 0 0 0 0,0 0 0 0 0,0 0 0 0 0,0 0 0 0 0,0 0 0 0 0,0-1 0 0 0,1 1 0 0 0,-1 0 0 0 0,0-1 0 0 0,0 1 0 0 0,1-1 0 0 0,-1 1 1 0 0,0-1-1 0 0,1 0 0 0 0,-1 1 0 0 0,0-1 0 0 0,1 0 0 0 0,-1 0 0 0 0,1 0 0 0 0,-1 0 0 0 0,0 0 0 0 0,1 0 0 0 0,-1-1 0 0 0,1 1 0 0 0,-1 0 0 0 0,0-1 1 0 0,3 0-1 0 0,1-1 1 0 0,1 0 0 0 0,-1 0 1 0 0,0-1-1 0 0,0 0 0 0 0,0 0 0 0 0,-1 0 1 0 0,1 0-1 0 0,6-6 0 0 0,-11 8-4 0 0,1 0 0 0 0,0 0 0 0 0,0 0 0 0 0,0 0 0 0 0,0 0 0 0 0,0 0 0 0 0,1 0 0 0 0,-1 0 0 0 0,0 1 0 0 0,0-1 0 0 0,0 0 0 0 0,1 1 0 0 0,-1-1 0 0 0,0 1 0 0 0,1 0 0 0 0,-1-1 0 0 0,0 1 0 0 0,1 0 0 0 0,-1 0 0 0 0,1-1 0 0 0,-1 1 0 0 0,0 1 0 0 0,1-1 0 0 0,-1 0 0 0 0,0 0 0 0 0,1 0 0 0 0,-1 1 0 0 0,1-1 0 0 0,-1 0 0 0 0,0 1 0 0 0,0 0 0 0 0,1-1 0 0 0,-1 1 0 0 0,0 0 0 0 0,0-1 0 0 0,0 1 0 0 0,0 0 0 0 0,0 0 0 0 0,0 0 0 0 0,0 0 0 0 0,0 0 0 0 0,0 0 0 0 0,0 0 0 0 0,1 3 0 0 0,10 11-12 0 0,-9-10 18 0 0,1 1-1 0 0,0-2 1 0 0,0 1-1 0 0,0 0 1 0 0,0-1-1 0 0,1 1 0 0 0,0-1 1 0 0,-1-1-1 0 0,2 1 1 0 0,-1-1-1 0 0,0 1 1 0 0,1-2-1 0 0,7 4 0 0 0,46 8-58 0 0,-56-12 52 0 0,0 0 0 0 0,0 0-1 0 0,0 0 1 0 0,0 0 0 0 0,-1 0 0 0 0,1 1 0 0 0,0 0-1 0 0,3 4 1 0 0,8 8 1 0 0,-10-12 0 0 0,0 0 0 0 0,0 0 0 0 0,0-1 0 0 0,0 1 0 0 0,1-1 0 0 0,-1 0 0 0 0,1-1 0 0 0,-1 1 0 0 0,1-1 0 0 0,-1 0 0 0 0,8 1 0 0 0,2-1 0 0 0,0-1 0 0 0,22-2 0 0 0,6 0 0 0 0,-30 0 3 0 0,-11 2-9 0 0,0-1 0 0 0,1 1-1 0 0,-1 0 1 0 0,1 0 0 0 0,-1 0-1 0 0,0-1 1 0 0,1 1 0 0 0,-1 0 0 0 0,3 1-1 0 0,-3-1 16 0 0,-3 0-522 0 0,-2 2-1947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56.6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163 1 3223 0 0,'0'0'7'0'0,"-1"0"-1"0"0,1 0 0 0 0,-1 0 1 0 0,1 0-1 0 0,-1 0 0 0 0,1 0 0 0 0,-1 0 1 0 0,1 0-1 0 0,0 0 0 0 0,-1 1 1 0 0,1-1-1 0 0,-1 0 0 0 0,1 0 0 0 0,-1 0 1 0 0,1 1-1 0 0,0-1 0 0 0,-1 0 0 0 0,1 0 1 0 0,-1 1-1 0 0,1-1 0 0 0,0 0 1 0 0,-1 1-1 0 0,1-1 0 0 0,0 1 0 0 0,0-1 1 0 0,-1 0-1 0 0,1 1 0 0 0,0-1 1 0 0,0 1-1 0 0,0-1 0 0 0,-1 1 0 0 0,1-1 1 0 0,0 1-1 0 0,0-1 0 0 0,0 1 1 0 0,0-1-1 0 0,0 0 0 0 0,0 2 0 0 0,0-1-2 0 0,-1 1 0 0 0,1 0 0 0 0,0-1 0 0 0,-1 1 0 0 0,1-1 0 0 0,0 1 0 0 0,0 0 0 0 0,0-1 0 0 0,1 1 0 0 0,-1-1 0 0 0,0 1 0 0 0,1 2-1 0 0,2 1 154 0 0,1-1 0 0 0,-1 0 0 0 0,0-1 0 0 0,1 1 0 0 0,0 0-1 0 0,0-1 1 0 0,7 4 0 0 0,-6-3 161 0 0,1 1 0 0 0,-1-1 0 0 0,8 9 0 0 0,7 9 623 0 0,24 33 481 0 0,-40-49-1327 0 0,0 0 0 0 0,-1-1 0 0 0,0 1 0 0 0,0 0 0 0 0,0 1 0 0 0,-1-1-1 0 0,0 0 1 0 0,1 8 0 0 0,-3-11-87 0 0,0 0-1 0 0,0 1 0 0 0,0-1 0 0 0,0 0 1 0 0,-1 0-1 0 0,1 0 0 0 0,-1 0 0 0 0,0 0 1 0 0,0 0-1 0 0,0 0 0 0 0,-1 0 0 0 0,1 0 1 0 0,-1-1-1 0 0,1 1 0 0 0,-1 0 0 0 0,0-1 1 0 0,0 1-1 0 0,0-1 0 0 0,0 0 0 0 0,0 0 1 0 0,-1 0-1 0 0,1 0 0 0 0,-5 3 0 0 0,-3 2 15 0 0,0-1-1 0 0,-1 0 0 0 0,0-1 0 0 0,-20 7 0 0 0,-66 14 91 0 0,19-7-32 0 0,54-12-80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38:58.1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1 186 1375 0 0,'3'-7'388'0'0,"1"0"0"0"0,0 0 0 0 0,1 0 0 0 0,0 1-1 0 0,0-1 1 0 0,0 1 0 0 0,0 0 0 0 0,1 1-1 0 0,0-1 1 0 0,0 1 0 0 0,8-5 0 0 0,-13 10-333 0 0,-1 0 1 0 0,1-1-1 0 0,-1 1 0 0 0,1 0 1 0 0,-1 0-1 0 0,1 0 1 0 0,-1-1-1 0 0,1 1 0 0 0,-1 0 1 0 0,1 0-1 0 0,-1 0 1 0 0,1 0-1 0 0,-1 0 0 0 0,1 0 1 0 0,-1 0-1 0 0,1 0 1 0 0,-1 0-1 0 0,1 0 1 0 0,-1 0-1 0 0,1 0 0 0 0,-1 0 1 0 0,1 1-1 0 0,-1-1 1 0 0,1 0-1 0 0,-1 0 0 0 0,1 1 1 0 0,-1-1-1 0 0,1 0 1 0 0,-1 0-1 0 0,0 1 0 0 0,1-1 1 0 0,-1 1-1 0 0,1-1 1 0 0,-1 0-1 0 0,0 1 1 0 0,1-1-1 0 0,-1 1 0 0 0,0-1 1 0 0,0 1-1 0 0,1-1 1 0 0,-1 0-1 0 0,0 1 0 0 0,0-1 1 0 0,0 1-1 0 0,0 0 1 0 0,9 31 796 0 0,-7-22-733 0 0,1-1-108 0 0,0 0-1 0 0,1-1 1 0 0,0 0 0 0 0,0 1 0 0 0,1-2 0 0 0,0 1 0 0 0,0 0 0 0 0,1-1 0 0 0,0 0-1 0 0,0 0 1 0 0,15 11 0 0 0,-11-10-9 0 0,0-1 0 0 0,1 0 0 0 0,0 0-1 0 0,0-1 1 0 0,1 0 0 0 0,0-1 0 0 0,0-1 0 0 0,13 4-1 0 0,-14-5-1 0 0,-6-1 0 0 0,1-1 0 0 0,0 1 0 0 0,-1-1 0 0 0,1-1 0 0 0,0 1 0 0 0,9-1 0 0 0,-13 0 0 0 0,-1 0 0 0 0,1-1 0 0 0,-1 1 0 0 0,0-1 0 0 0,1 1 0 0 0,-1-1 0 0 0,0 1 0 0 0,0-1 0 0 0,1 0 0 0 0,-1 0 0 0 0,0 0 0 0 0,0 1 0 0 0,0-1 0 0 0,0 0 0 0 0,0 0 0 0 0,0-1 0 0 0,0 1 0 0 0,0 0 0 0 0,0 0 0 0 0,-1 0 0 0 0,1-1 0 0 0,0 1 0 0 0,-1 0 0 0 0,1-1 0 0 0,-1 1 0 0 0,1 0 0 0 0,-1-1 0 0 0,0 1 0 0 0,0-1 0 0 0,0 1 0 0 0,0 0 0 0 0,0-3 0 0 0,2-43 0 0 0,-1 28 0 0 0,3-31 0 0 0,-2 42 0 0 0,-1-1 0 0 0,0 1 0 0 0,0-1 0 0 0,-1 1 0 0 0,0 0 0 0 0,-2-10 0 0 0,2 14 0 0 0,-1 1 0 0 0,0-1 0 0 0,-1 1 0 0 0,1-1 0 0 0,-1 1 0 0 0,1 0 0 0 0,-1-1 0 0 0,0 1 0 0 0,0 0 0 0 0,0 0 0 0 0,-1 0 0 0 0,1 1 0 0 0,-1-1 0 0 0,1 0 0 0 0,-1 1 0 0 0,-4-3 0 0 0,-6-3-13 0 0,0 1-1 0 0,-1 0 0 0 0,0 1 0 0 0,-25-8 0 0 0,17 7 3 0 0,18 5 8 0 0,0 1 0 0 0,-1 0 0 0 0,1 0 0 0 0,-1 1-1 0 0,1-1 1 0 0,-1 1 0 0 0,1 0 0 0 0,-1 0 0 0 0,-4 1-1 0 0,6-1 3 0 0,1 1-1 0 0,0-1 0 0 0,-1 1 1 0 0,1 0-1 0 0,0 0 0 0 0,-1-1 1 0 0,1 1-1 0 0,0 1 0 0 0,0-1 1 0 0,0 0-1 0 0,0 1 0 0 0,0-1 0 0 0,0 1 1 0 0,0-1-1 0 0,0 1 0 0 0,1 0 1 0 0,-1 0-1 0 0,-1 2 0 0 0,-3 7 2 0 0,0 0 0 0 0,0 1 0 0 0,2 0 0 0 0,-1 0 0 0 0,2 1 0 0 0,-1-1 0 0 0,2 1 0 0 0,0-1 0 0 0,0 1 0 0 0,1 0 0 0 0,1 17 0 0 0,0-27 11 0 0,1 1-1 0 0,0 0 0 0 0,0 0 0 0 0,0 0 0 0 0,0-1 1 0 0,1 1-1 0 0,-1 0 0 0 0,1-1 0 0 0,0 1 1 0 0,0-1-1 0 0,0 0 0 0 0,1 0 0 0 0,-1 0 0 0 0,1 0 1 0 0,-1 0-1 0 0,1 0 0 0 0,0-1 0 0 0,4 3 1 0 0,4 2-178 0 0,0 0 1 0 0,1-1 0 0 0,24 9-1 0 0,-33-14 70 0 0,15 7-3103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50.8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23 227 455 0 0,'-1'0'56'0'0,"0"0"-1"0"0,0 0 1 0 0,0 0-1 0 0,0-1 1 0 0,0 1-1 0 0,0 0 1 0 0,-1 0-1 0 0,1-1 1 0 0,0 1-1 0 0,1 0 1 0 0,-1-1-1 0 0,0 1 1 0 0,0-1-1 0 0,0 1 1 0 0,0-1-1 0 0,0 1 0 0 0,0-1 1 0 0,1 0-1 0 0,-1 0 1 0 0,0 1-1 0 0,0-2 1 0 0,1 1 6 0 0,-1 1-1 0 0,1-1 1 0 0,0 1 0 0 0,0-1 0 0 0,0 0-1 0 0,0 1 1 0 0,0-1 0 0 0,0 1 0 0 0,0-1 0 0 0,0 0-1 0 0,0 1 1 0 0,0-1 0 0 0,0 1 0 0 0,1-1 0 0 0,-1 1-1 0 0,0-1 1 0 0,0 0 0 0 0,1 1 0 0 0,-1-1-1 0 0,0 1 1 0 0,1-1 0 0 0,-1 1 0 0 0,0-1 0 0 0,1 1-1 0 0,-1 0 1 0 0,1-1 0 0 0,-1 1 0 0 0,0-1-1 0 0,1 1 1 0 0,-1 0 0 0 0,1-1 0 0 0,-1 1 0 0 0,1 0-1 0 0,0 0 1 0 0,-1-1 0 0 0,1 1 0 0 0,0 0-1 0 0,10-4 193 0 0,0 1-1 0 0,0 0 0 0 0,0 0 0 0 0,0 1 0 0 0,23-1 0 0 0,-7 0-158 0 0,33-6-69 0 0,-2-2 0 0 0,0-3 0 0 0,0-3 0 0 0,57-25 0 0 0,-81 28-41 0 0,86-32-30 0 0,-101 40 44 0 0,1 1 0 0 0,0 0 1 0 0,0 2-1 0 0,23-2 0 0 0,-33 5 20 0 0,-1 0 0 0 0,0 0 0 0 0,1 1 0 0 0,-1 0 0 0 0,14 4 0 0 0,-19-3 34 0 0,1-1 1 0 0,-1 1-1 0 0,1 0 1 0 0,-1 0-1 0 0,0 0 0 0 0,0 0 1 0 0,0 1-1 0 0,0 0 1 0 0,0 0-1 0 0,-1 0 1 0 0,1 0-1 0 0,4 7 0 0 0,31 46 471 0 0,-26-35-384 0 0,1 0 0 0 0,31 32-1 0 0,-40-47-132 0 0,1-1-1 0 0,0 1 0 0 0,1-2 0 0 0,-1 1 1 0 0,1-1-1 0 0,0 0 0 0 0,0 0 0 0 0,0-1 0 0 0,0 1 1 0 0,1-2-1 0 0,-1 1 0 0 0,17 2 0 0 0,-10-3-1 0 0,1-2 0 0 0,-1 1 0 0 0,1-2 0 0 0,27-3 0 0 0,58-18 38 0 0,-12 2-23 0 0,-58 15-25 0 0,1 1-1 0 0,0 1 0 0 0,0 2 1 0 0,1 1-1 0 0,-1 2 1 0 0,0 1-1 0 0,-1 1 0 0 0,54 14 1 0 0,-37-3 48 0 0,-8-2 410 0 0,0-2 0 0 0,60 9-1 0 0,-18-13-113 0 0,136-6-1 0 0,80-26-334 0 0,38 5-126 0 0,-88 9 44 0 0,-125 2 373 0 0,1 5-1 0 0,155 17 0 0 0,99 8 1806 0 0,-278-24-2146 0 0,178-28 0 0 0,-200 19 14 0 0,1 3 0 0 0,0 3 0 0 0,0 3 0 0 0,0 4 0 0 0,89 13 0 0 0,-50 1 45 0 0,0-6 1 0 0,1-5-1 0 0,162-14 0 0 0,17-25-13 0 0,169-13 0 0 0,-386 45 350 0 0,0 4 0 0 0,0 3 0 0 0,142 26 0 0 0,-168-20 38 0 0,101 6 0 0 0,-121-15-382 0 0,1-2-1 0 0,-1-2 1 0 0,1-1 0 0 0,35-9-1 0 0,-40 7-40 0 0,-1-2-1 0 0,0-2 1 0 0,0 0-1 0 0,-1-2 1 0 0,41-23-1 0 0,-63 32-1129 0 0,-11 10-3517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25.5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0 175 1727 0 0,'1'-4'340'0'0,"-1"0"-1"0"0,1 1 1 0 0,0-1-1 0 0,0 0 1 0 0,0 0-1 0 0,1 0 1 0 0,0 1-1 0 0,-1-1 0 0 0,1 1 1 0 0,0-1-1 0 0,1 1 1 0 0,2-4-1 0 0,1-2 440 0 0,-6 9-773 0 0,0 0 0 0 0,0 0-1 0 0,0 0 1 0 0,0 0 0 0 0,0-1-1 0 0,0 1 1 0 0,0 0 0 0 0,0 0-1 0 0,0 0 1 0 0,0 0 0 0 0,0 0-1 0 0,0 0 1 0 0,1 0 0 0 0,-1 0 0 0 0,0 0-1 0 0,0-1 1 0 0,0 1 0 0 0,0 0-1 0 0,0 0 1 0 0,0 0 0 0 0,0 0-1 0 0,0 0 1 0 0,0 0 0 0 0,0 0-1 0 0,0 0 1 0 0,1 0 0 0 0,-1 0-1 0 0,0 0 1 0 0,0 0 0 0 0,0 0-1 0 0,0 0 1 0 0,0 0 0 0 0,0 0-1 0 0,0 0 1 0 0,1 0 0 0 0,-1 0-1 0 0,0 0 1 0 0,0 0 0 0 0,0 0-1 0 0,0 0 1 0 0,0 0 0 0 0,0 0-1 0 0,0 0 1 0 0,0 0 0 0 0,1 0-1 0 0,-1 0 1 0 0,0 0 0 0 0,0 0-1 0 0,0 0 1 0 0,0 0 0 0 0,0 0 0 0 0,0 0-1 0 0,0 0 1 0 0,0 0 0 0 0,0 0-1 0 0,1 1 1 0 0,0 7 544 0 0,-1 7 200 0 0,0-14-746 0 0,0-1 0 0 0,0 1 0 0 0,0-1 0 0 0,0 1 0 0 0,0-1 1 0 0,0 1-1 0 0,0-1 0 0 0,0 1 0 0 0,1-1 0 0 0,-1 1 0 0 0,0-1 0 0 0,0 0 0 0 0,0 1 0 0 0,0-1 0 0 0,1 1 0 0 0,-1-1 0 0 0,0 1 0 0 0,0-1 0 0 0,1 0 0 0 0,-1 1 0 0 0,0-1 0 0 0,1 0 0 0 0,-1 1 0 0 0,0-1 0 0 0,1 0 0 0 0,-1 1 0 0 0,1-1 0 0 0,-1 0 0 0 0,0 0 0 0 0,1 0 0 0 0,-1 1 0 0 0,1-1 0 0 0,-1 0 0 0 0,1 0 0 0 0,-1 0 0 0 0,1 0 0 0 0,-1 0 0 0 0,1 0 0 0 0,-1 0 0 0 0,0 0 0 0 0,1 0 0 0 0,-1 0 0 0 0,1 0 0 0 0,-1 0 0 0 0,1 0 0 0 0,-1 0 0 0 0,1 0 0 0 0,-1 0 0 0 0,1-1 0 0 0,23-10 289 0 0,-22 10-267 0 0,35-17 913 0 0,23-1 298 0 0,2-1-469 0 0,113-55-224 0 0,-159 70-355 0 0,-14 8-215 0 0,-6 5-510 0 0,-2 0-2405 0 0,-2 1-1025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26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6 157 311 0 0,'-1'-1'41'0'0,"1"1"-1"0"0,-1 0 1 0 0,1-1-1 0 0,0 1 1 0 0,-1-1-1 0 0,1 1 1 0 0,0-1-1 0 0,-1 1 1 0 0,1-1-1 0 0,0 1 1 0 0,0-1-1 0 0,-1 1 0 0 0,1-1 1 0 0,0 1-1 0 0,0-1 1 0 0,0 1-1 0 0,0-1 1 0 0,0 0-1 0 0,0 1 1 0 0,0-1-1 0 0,0 1 1 0 0,0-1-1 0 0,0 1 0 0 0,0-1 1 0 0,0 0-1 0 0,1 0 61 0 0,-1 0-1 0 0,1 0 0 0 0,-1 0 1 0 0,1 0-1 0 0,0 0 1 0 0,0 0-1 0 0,-1 0 0 0 0,1 0 1 0 0,0 1-1 0 0,0-1 1 0 0,0 0-1 0 0,1 0 0 0 0,5-3 272 0 0,0 1 0 0 0,0 0-1 0 0,9-3 1 0 0,-11 4-496 0 0,223-69 1398 0 0,-79 42-1457 0 0,-76 18-212 0 0,-59 9-195 0 0,-8 3-215 0 0,-6-1 785 0 0,0 0-1 0 0,0 0 1 0 0,0 0 0 0 0,1 0 0 0 0,-1 0 0 0 0,0 0-1 0 0,0 0 1 0 0,0 1 0 0 0,0-1 0 0 0,0 0-1 0 0,0 0 1 0 0,0 0 0 0 0,0 0 0 0 0,0 0 0 0 0,0 0-1 0 0,0 0 1 0 0,0 0 0 0 0,0 0 0 0 0,0 0 0 0 0,0 0-1 0 0,0 1 1 0 0,0-1 0 0 0,0 0 0 0 0,0 0-1 0 0,0 0 1 0 0,0 0 0 0 0,0 0 0 0 0,0 0 0 0 0,0 0-1 0 0,0 0 1 0 0,0 0 0 0 0,0 0 0 0 0,0 1-1 0 0,0-1 1 0 0,0 0 0 0 0,0 0 0 0 0,0 0 0 0 0,0 0-1 0 0,0 0 1 0 0,0 0 0 0 0,0 0 0 0 0,0 0 0 0 0,-1 0-1 0 0,1 0 1 0 0,0 0 0 0 0,0 0 0 0 0,0 0-1 0 0,0 0 1 0 0,0 1 0 0 0,0-1 0 0 0,-4 3-2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27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12 162 631 0 0,'-9'1'77'0'0,"6"0"294"0"0,7-3 21 0 0,-4 2 219 0 0,6-1-270 0 0,10-3 290 0 0,1 0-1 0 0,-1 2 0 0 0,23-1 1 0 0,-24 2-336 0 0,-1 0-1 0 0,1-1 1 0 0,0-1 0 0 0,-1 0 0 0 0,0-1-1 0 0,19-8 1 0 0,3-3 241 0 0,39-23-1 0 0,-26 7-398 0 0,10-6-20 0 0,-58 37-286 0 0,-3 1 70 0 0,-4 2-31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1.2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11 919 0 0,'0'0'67'0'0,"0"0"99"0"0,0-1 0 0 0,0 1 0 0 0,0-1 0 0 0,0 0 0 0 0,0 1 0 0 0,0-1 0 0 0,0 1 0 0 0,0-1 0 0 0,0 1 0 0 0,0-1 0 0 0,0 1 1 0 0,0-1-1 0 0,0 1 0 0 0,-1-1 0 0 0,1 1 0 0 0,0-1 0 0 0,0 1 0 0 0,-1-1 0 0 0,0 0 0 0 0,1 1-28 0 0,0 0 0 0 0,0 0 0 0 0,-1 0 0 0 0,1 0 0 0 0,0 1 0 0 0,-1-1 0 0 0,1 0 0 0 0,0 0 0 0 0,0 0 0 0 0,-1 0 0 0 0,1 0 0 0 0,0 1 0 0 0,0-1 0 0 0,-1 0 0 0 0,1 0 0 0 0,0 0 0 0 0,0 1 0 0 0,-1-1 0 0 0,1 0 0 0 0,0 0 0 0 0,0 1 0 0 0,0-1 0 0 0,0 0 0 0 0,-1 1 0 0 0,0 1 46 0 0,-1 1 1 0 0,1 0-1 0 0,0 0 0 0 0,-1 0 1 0 0,1 0-1 0 0,-1 4 0 0 0,1 15-148 0 0,0 0 0 0 0,1 0 0 0 0,2 0 0 0 0,4 27 0 0 0,2 47 352 0 0,-9-58-336 0 0,-8 42 0 0 0,3-41-12 0 0,1 43 0 0 0,3-19-100 0 0,1-62-971 0 0,-1-3 360 0 0,-1-5-319 0 0,3 1 238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1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114 129 1839 0 0,'-1'-9'258'0'0,"0"1"-1"0"0,1-1 0 0 0,0 0 1 0 0,1 1-1 0 0,0-1 0 0 0,1 0 0 0 0,3-12 1 0 0,-3 11 619 0 0,1 1-224 0 0,-3 7-474 0 0,1 1 0 0 0,0-1 1 0 0,-1 0-1 0 0,0 1 0 0 0,1-1 0 0 0,-1 0 1 0 0,0 1-1 0 0,0-1 0 0 0,0 0 0 0 0,0 0 1 0 0,0 1-1 0 0,0-3 0 0 0,-1 4-135 0 0,1 0 1 0 0,-1 0-1 0 0,1 0 1 0 0,0 0-1 0 0,-1 0 0 0 0,1 0 1 0 0,-1 0-1 0 0,1 0 0 0 0,-1 1 1 0 0,1-1-1 0 0,0 0 0 0 0,-1 0 1 0 0,1 0-1 0 0,-1 1 1 0 0,1-1-1 0 0,0 0 0 0 0,-1 0 1 0 0,1 1-1 0 0,0-1 0 0 0,-1 0 1 0 0,1 1-1 0 0,0-1 0 0 0,-1 1 1 0 0,-10 10-39 0 0,10-11 47 0 0,-27 31-46 0 0,-43 61-1 0 0,70-91-6 0 0,0 1 0 0 0,0-1 0 0 0,1 1 0 0 0,-1-1 0 0 0,0 1 0 0 0,1 0 0 0 0,-1-1 0 0 0,1 1 0 0 0,-1 0 0 0 0,1 3 0 0 0,0-5 0 0 0,0 1 0 0 0,0-1 0 0 0,0 1 0 0 0,0 0 0 0 0,0-1 0 0 0,0 1 0 0 0,0-1 0 0 0,0 0 0 0 0,0 1 0 0 0,1-1 0 0 0,-1 1 0 0 0,0-1 0 0 0,0 1 0 0 0,0-1 0 0 0,1 1 0 0 0,-1-1 0 0 0,0 1 0 0 0,1-1 0 0 0,-1 0 0 0 0,0 1 0 0 0,1-1 0 0 0,-1 0 0 0 0,1 1 0 0 0,-1-1 0 0 0,0 0 0 0 0,1 0 0 0 0,-1 1 0 0 0,1-1 0 0 0,-1 0 0 0 0,1 0 0 0 0,-1 0 0 0 0,1 1 0 0 0,-1-1 0 0 0,1 0 0 0 0,-1 0 0 0 0,1 0 0 0 0,-1 0 0 0 0,1 0 0 0 0,0 0 0 0 0,0 0 0 0 0,0-1 0 0 0,0 1 0 0 0,0-1 0 0 0,0 1 0 0 0,1-1 0 0 0,-1 1 0 0 0,0-1 0 0 0,0 0 0 0 0,-1 1 0 0 0,1-1 0 0 0,0 0 0 0 0,0 0 0 0 0,0 1 0 0 0,0-1 0 0 0,1-2 0 0 0,11-17 0 0 0,-12 18 0 0 0,13-21 62 0 0,1 1 0 0 0,1 0 0 0 0,26-27 0 0 0,-37 44 21 0 0,-3 2 90 0 0,1 0-1 0 0,0 1 1 0 0,-1-1 0 0 0,1 1 0 0 0,0 0 0 0 0,5-3-1 0 0,-7 5-131 0 0,0-1-1 0 0,0 1 0 0 0,0 0 0 0 0,1 0 1 0 0,-1-1-1 0 0,0 1 0 0 0,0 0 0 0 0,0 0 1 0 0,0 0-1 0 0,0 0 0 0 0,0 0 1 0 0,1 1-1 0 0,-1-1 0 0 0,0 0 0 0 0,0 1 1 0 0,0-1-1 0 0,0 0 0 0 0,0 1 0 0 0,0-1 1 0 0,0 1-1 0 0,0-1 0 0 0,0 1 0 0 0,0 0 1 0 0,1 1-1 0 0,42 39 146 0 0,-37-33 63 0 0,0 0 1 0 0,1-1-1 0 0,0 1 0 0 0,0-2 0 0 0,0 1 1 0 0,1-1-1 0 0,0-1 0 0 0,18 9 0 0 0,-25-14-162 0 0,0 0 61 0 0,-4 0-392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3.1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225 388 3223 0 0,'1'0'33'0'0,"0"0"-1"0"0,-1 0 0 0 0,1-1 1 0 0,-1 1-1 0 0,1 0 0 0 0,-1-1 1 0 0,1 1-1 0 0,-1-1 0 0 0,1 1 1 0 0,-1-1-1 0 0,0 1 0 0 0,1-1 1 0 0,-1 1-1 0 0,1-1 0 0 0,-1 1 1 0 0,0-1-1 0 0,0 1 0 0 0,1-1 1 0 0,-1 0-1 0 0,0 0 0 0 0,5-13 1381 0 0,-5 13-1303 0 0,2-4 154 0 0,-1 0 1 0 0,0-1 0 0 0,0 1-1 0 0,0-1 1 0 0,-1 1-1 0 0,0-1 1 0 0,0 0-1 0 0,-1 1 1 0 0,1-1 0 0 0,-1 1-1 0 0,0-1 1 0 0,-1 1-1 0 0,-1-6 1 0 0,2 8-272 0 0,-1 1 0 0 0,1-1-1 0 0,0 1 1 0 0,-1-1 0 0 0,0 1 0 0 0,0 0 0 0 0,1-1 0 0 0,-1 1-1 0 0,-1 0 1 0 0,1 0 0 0 0,0 0 0 0 0,0 1 0 0 0,-1-1 0 0 0,1 1-1 0 0,-1-1 1 0 0,1 1 0 0 0,-1 0 0 0 0,0 0 0 0 0,1 0 0 0 0,-1 0-1 0 0,0 0 1 0 0,0 0 0 0 0,0 1 0 0 0,0 0 0 0 0,1-1 0 0 0,-6 1-1 0 0,0 1 4 0 0,1 0 0 0 0,-1 0-1 0 0,1 1 1 0 0,-1-1-1 0 0,1 2 1 0 0,0-1 0 0 0,-1 1-1 0 0,1 0 1 0 0,1 1-1 0 0,-1-1 1 0 0,0 1-1 0 0,1 1 1 0 0,0-1 0 0 0,0 1-1 0 0,-8 8 1 0 0,9-8 75 0 0,0 0 0 0 0,1 0 0 0 0,-1 1 0 0 0,1 0 0 0 0,0-1 0 0 0,1 1 1 0 0,-1 1-1 0 0,1-1 0 0 0,1 0 0 0 0,-1 1 0 0 0,1-1 0 0 0,0 1 0 0 0,0 0 0 0 0,1 0 0 0 0,0 0 0 0 0,0 0 1 0 0,0 7-1 0 0,2-10-17 0 0,-1-1 0 0 0,0 1 1 0 0,1-1-1 0 0,-1 1 0 0 0,1-1 1 0 0,0 0-1 0 0,0 1 0 0 0,1-1 1 0 0,-1 0-1 0 0,1 0 1 0 0,-1 0-1 0 0,1 0 0 0 0,0 0 1 0 0,0 0-1 0 0,0 0 0 0 0,1-1 1 0 0,-1 1-1 0 0,1-1 0 0 0,-1 1 1 0 0,1-1-1 0 0,0 0 0 0 0,0 0 1 0 0,0 0-1 0 0,0-1 0 0 0,0 1 1 0 0,0-1-1 0 0,1 1 1 0 0,-1-1-1 0 0,0 0 0 0 0,1-1 1 0 0,-1 1-1 0 0,1 0 0 0 0,5-1 1 0 0,-2 1-11 0 0,0-1 1 0 0,0-1-1 0 0,-1 1 1 0 0,1-1-1 0 0,0 0 1 0 0,0-1-1 0 0,-1 0 1 0 0,1 0 0 0 0,-1 0-1 0 0,1-1 1 0 0,-1 1-1 0 0,0-2 1 0 0,0 1-1 0 0,0-1 1 0 0,-1 0-1 0 0,9-7 1 0 0,-8 4-18 0 0,0 0-1 0 0,-1 0 1 0 0,0 0 0 0 0,0 0 0 0 0,-1-1 0 0 0,0 0-1 0 0,0 0 1 0 0,-1 0 0 0 0,4-12 0 0 0,0-10 118 0 0,5-42 0 0 0,1-2 93 0 0,-11 65-200 0 0,8-31 302 0 0,9-77-1 0 0,-19 115-330 0 0,0 0-1 0 0,0 1 1 0 0,0-1-1 0 0,0 1 0 0 0,0-1 1 0 0,-1 1-1 0 0,1-1 1 0 0,0 1-1 0 0,-1-1 1 0 0,-1-2-1 0 0,2 4-7 0 0,0 0 0 0 0,0-1 0 0 0,0 1 0 0 0,0 0 0 0 0,0 0 0 0 0,0 0 0 0 0,0 0-1 0 0,-1 0 1 0 0,1-1 0 0 0,0 1 0 0 0,0 0 0 0 0,0 0 0 0 0,0 0 0 0 0,-1 0 0 0 0,1 0 0 0 0,0 0 0 0 0,0 0 0 0 0,0 0 0 0 0,0 0 0 0 0,-1 0 0 0 0,1 0 0 0 0,0 0 0 0 0,0 0-1 0 0,0 0 1 0 0,0 0 0 0 0,-1 0 0 0 0,1 0 0 0 0,0 0 0 0 0,0 0 0 0 0,0 0 0 0 0,-1 0 0 0 0,1 0 0 0 0,0 0 0 0 0,-8 9-14 0 0,-2 11 13 0 0,1 0 0 0 0,1 0 0 0 0,1 1 0 0 0,1 0 0 0 0,0 0 0 0 0,2 0 0 0 0,-4 41 0 0 0,7-36 0 0 0,1-1 0 0 0,1 0 0 0 0,1 0 0 0 0,1 0 0 0 0,1 0 0 0 0,11 38 0 0 0,-13-58 0 0 0,0 0 0 0 0,0 1 0 0 0,0-1 0 0 0,0 0 0 0 0,1-1 0 0 0,0 1 0 0 0,0 0 0 0 0,0-1 0 0 0,1 0 0 0 0,3 5 0 0 0,-5-8 0 0 0,0 1 0 0 0,0-1 0 0 0,0 1 0 0 0,0-1 0 0 0,0 0 0 0 0,0 0 0 0 0,0 0 0 0 0,1 0 0 0 0,-1-1 0 0 0,0 1 0 0 0,0-1 0 0 0,1 1 0 0 0,-1-1 0 0 0,0 0 0 0 0,1 0 0 0 0,-1 0 0 0 0,1 0 0 0 0,-1 0 0 0 0,0 0 0 0 0,1-1 0 0 0,-1 1 0 0 0,0-1 0 0 0,0 0 0 0 0,1 1 0 0 0,3-3 0 0 0,0-1 0 0 0,1 1 0 0 0,-1-1 0 0 0,0 0 0 0 0,0-1 0 0 0,0 0 0 0 0,-1 0 0 0 0,0 0 0 0 0,0 0 0 0 0,0-1 0 0 0,0 0-1 0 0,-1 0 1 0 0,0 0 0 0 0,6-12 0 0 0,-6 7 2 0 0,1 1-1 0 0,-1-1 1 0 0,-1 1-1 0 0,0-1 0 0 0,0 0 1 0 0,-1-1-1 0 0,-1 1 1 0 0,1-15-1 0 0,-2 25 11 0 0,0 0 0 0 0,0 0 0 0 0,0 0 0 0 0,0 0 0 0 0,0 0 0 0 0,0 0 0 0 0,0 0 0 0 0,0 0 0 0 0,0 0 0 0 0,-1 0 0 0 0,1 0-1 0 0,0 0 1 0 0,0 0 0 0 0,-1 1 0 0 0,1-1 0 0 0,-1 0 0 0 0,1 0 0 0 0,-2-1 0 0 0,1 2 10 0 0,1 0-1 0 0,-1 1 1 0 0,1-1-1 0 0,-1 0 1 0 0,0 1-1 0 0,1-1 1 0 0,-1 1 0 0 0,1-1-1 0 0,-1 1 1 0 0,1-1-1 0 0,-1 1 1 0 0,1-1 0 0 0,-1 1-1 0 0,1-1 1 0 0,-1 1-1 0 0,1-1 1 0 0,0 1 0 0 0,-1 0-1 0 0,1-1 1 0 0,0 1-1 0 0,0 0 1 0 0,0-1 0 0 0,-1 1-1 0 0,1 0 1 0 0,0 1-1 0 0,-5 12 128 0 0,0 1-1 0 0,-5 30 0 0 0,9-37-126 0 0,0 0 0 0 0,0 1-1 0 0,1-1 1 0 0,0 1 0 0 0,1-1-1 0 0,0 0 1 0 0,2 11 0 0 0,-2-17-15 0 0,-1 0 0 0 0,1 0 0 0 0,0 0 0 0 0,0 0-1 0 0,0 0 1 0 0,0 0 0 0 0,0 0 0 0 0,0-1 0 0 0,0 1 0 0 0,1 0 0 0 0,-1 0 0 0 0,1-1 0 0 0,-1 1 0 0 0,1-1-1 0 0,-1 0 1 0 0,1 1 0 0 0,0-1 0 0 0,0 0 0 0 0,0 0 0 0 0,3 2 0 0 0,-1-2-110 0 0,0 0 0 0 0,-1-1 0 0 0,1 1 0 0 0,0-1 1 0 0,0 1-1 0 0,0-1 0 0 0,-1 0 0 0 0,1 0 0 0 0,0-1 0 0 0,0 1 0 0 0,4-2 1 0 0,10-2-5172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3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10 4143 0 0,'-12'-5'184'0'0,"4"4"40"0"0,2-1-224 0 0,1 0 0 0 0,2 2 0 0 0,2 0 0 0 0,-1 0 496 0 0,-1 0 56 0 0,-2 0 16 0 0,1 0 0 0 0,1 4-432 0 0,-1-1-136 0 0,4 1 80 0 0,2 1-80 0 0,0 3-744 0 0,2 0-192 0 0,2 1-40 0 0,4 0-8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3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4 259 1375 0 0,'-1'-3'203'0'0,"0"1"0"0"0,1-1-1 0 0,-1 1 1 0 0,1-1-1 0 0,0 1 1 0 0,-1-1 0 0 0,1 1-1 0 0,1-5 1 0 0,-1 4 99 0 0,0-13 913 0 0,1 0-1 0 0,0 0 1 0 0,1 0 0 0 0,1 0 0 0 0,8-24-1 0 0,-9 32-1049 0 0,1 0 0 0 0,1 0 1 0 0,-1 1-1 0 0,1 0 0 0 0,1 0 0 0 0,-1 0 0 0 0,1 0 0 0 0,0 1 0 0 0,1 0 0 0 0,0 0 0 0 0,0 0 0 0 0,11-8 0 0 0,-15 13-140 0 0,0-1 0 0 0,-1 1-1 0 0,1 0 1 0 0,0 0 0 0 0,0 0-1 0 0,0 0 1 0 0,0 0 0 0 0,1 1-1 0 0,-1-1 1 0 0,0 1-1 0 0,0-1 1 0 0,0 1 0 0 0,1 0-1 0 0,-1 0 1 0 0,0 0 0 0 0,0 0-1 0 0,0 0 1 0 0,1 0 0 0 0,-1 0-1 0 0,0 1 1 0 0,0 0 0 0 0,0-1-1 0 0,4 3 1 0 0,-3-2-10 0 0,0 1 0 0 0,-1 0 0 0 0,1 0 0 0 0,-1 0 0 0 0,1 1 0 0 0,-1-1 0 0 0,0 0 0 0 0,0 1 0 0 0,0-1 0 0 0,0 1 0 0 0,-1 0 0 0 0,1 0 0 0 0,-1 0 0 0 0,1 0 0 0 0,1 6 0 0 0,0 1-15 0 0,1 2 0 0 0,4 25 0 0 0,-7-34 0 0 0,-1 0 0 0 0,1 1 0 0 0,-1-1 0 0 0,0 0 0 0 0,0 0 0 0 0,-1 1 0 0 0,1-1 0 0 0,-1 0 0 0 0,0 0 0 0 0,1 1 0 0 0,-1-1 0 0 0,-3 5 0 0 0,2-6 0 0 0,1 0-1 0 0,-1 0 1 0 0,0 0 0 0 0,0 0-1 0 0,0-1 1 0 0,0 1 0 0 0,0-1-1 0 0,0 0 1 0 0,-1 1-1 0 0,1-1 1 0 0,0 0 0 0 0,-1 0-1 0 0,1-1 1 0 0,0 1-1 0 0,-1 0 1 0 0,1-1 0 0 0,-1 1-1 0 0,0-1 1 0 0,1 0-1 0 0,-1 0 1 0 0,1 0 0 0 0,-1 0-1 0 0,1 0 1 0 0,-1-1-1 0 0,1 1 1 0 0,-1-1 0 0 0,1 0-1 0 0,-1 0 1 0 0,1 1-1 0 0,0-2 1 0 0,-1 1 0 0 0,1 0-1 0 0,0 0 1 0 0,0-1-1 0 0,0 1 1 0 0,-3-3 0 0 0,4-4-1036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4.2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 72 3223 0 0,'-20'-60'2441'0'0,"16"49"2018"0"0,5 13-2320 0 0,2 21-1821 0 0,-2 0 1 0 0,0-1-1 0 0,-4 46 0 0 0,1-33-232 0 0,-18 226-156 0 0,13-227 70 0 0,15-56 43 0 0,0 1 0 0 0,2 1 0 0 0,0 0 0 0 0,1 0 0 0 0,1 1 0 0 0,1 0 0 0 0,24-26 0 0 0,-32 40 21 0 0,0 1-1 0 0,0 0 1 0 0,11-7-1 0 0,-14 10-29 0 0,-1 0 0 0 0,1 0 1 0 0,-1 0-1 0 0,1 1 0 0 0,-1-1 0 0 0,1 0 1 0 0,-1 1-1 0 0,1 0 0 0 0,0-1 0 0 0,-1 1 0 0 0,1 0 1 0 0,0-1-1 0 0,-1 1 0 0 0,1 0 0 0 0,0 0 1 0 0,-1 0-1 0 0,1 1 0 0 0,0-1 0 0 0,-1 0 0 0 0,1 1 1 0 0,1 0-1 0 0,-2 0-23 0 0,1 0 1 0 0,-1 0-1 0 0,0 0 0 0 0,0 1 0 0 0,0-1 1 0 0,0 0-1 0 0,-1 1 0 0 0,1-1 0 0 0,0 1 1 0 0,0-1-1 0 0,-1 1 0 0 0,1-1 1 0 0,-1 1-1 0 0,1 0 0 0 0,-1-1 0 0 0,0 1 1 0 0,0-1-1 0 0,0 1 0 0 0,0 3 1 0 0,-2 32 147 0 0,-4 0-159 0 0,3-25 0 0 0,1 0 0 0 0,0 0 0 0 0,1-1 0 0 0,0 1 0 0 0,1 0 0 0 0,0 0 0 0 0,3 15 0 0 0,-3-25-1 0 0,1-1 0 0 0,-1 1 0 0 0,0-1-1 0 0,1 0 1 0 0,0 1 0 0 0,-1-1 0 0 0,1 0 0 0 0,0 1 0 0 0,-1-1-1 0 0,1 0 1 0 0,0 0 0 0 0,0 0 0 0 0,0 1 0 0 0,0-1-1 0 0,0 0 1 0 0,0 0 0 0 0,1-1 0 0 0,-1 1 0 0 0,0 0-1 0 0,0 0 1 0 0,2 0 0 0 0,-1 0-3 0 0,1-1-1 0 0,-1 1 1 0 0,0-1-1 0 0,1 0 1 0 0,-1 0-1 0 0,0 0 1 0 0,0 0-1 0 0,1 0 1 0 0,-1 0 0 0 0,0 0-1 0 0,0-1 1 0 0,4 0-1 0 0,3-3-9 0 0,1 0 0 0 0,-1 0 0 0 0,0-1 0 0 0,0 0 0 0 0,8-7 0 0 0,-8 6 14 0 0,-1-1 0 0 0,0-1 0 0 0,0 1 0 0 0,0-1 0 0 0,-1-1 0 0 0,-1 0 0 0 0,9-13 0 0 0,-11 15 0 0 0,0 0 0 0 0,0-1 0 0 0,0 0 0 0 0,-1 0 0 0 0,-1 0 0 0 0,1 0 0 0 0,-1-1 0 0 0,-1 1 0 0 0,1 0 0 0 0,-1-10 0 0 0,-3 12-8 0 0,-2 9-30 0 0,-3 10-33 0 0,2 1 68 0 0,1 0 0 0 0,-3 25 0 0 0,6-35-1 0 0,1 1 0 0 0,-1-1 0 0 0,1 1 0 0 0,0 0 0 0 0,1 0 0 0 0,-1-1 0 0 0,1 1 0 0 0,0-1 0 0 0,0 1 0 0 0,0-1 0 0 0,1 1 0 0 0,2 6 0 0 0,-2-9 6 0 0,-1-1 1 0 0,0 1-1 0 0,1-1 1 0 0,-1 1-1 0 0,0-1 0 0 0,1 0 1 0 0,0 1-1 0 0,-1-1 1 0 0,1 0-1 0 0,0 0 1 0 0,0 0-1 0 0,-1 0 1 0 0,1 0-1 0 0,0-1 1 0 0,0 1-1 0 0,0 0 1 0 0,0-1-1 0 0,0 1 1 0 0,4-1-1 0 0,-2 0-240 0 0,0 0 0 0 0,-1 0 0 0 0,1 0 0 0 0,-1 0 0 0 0,1-1 0 0 0,-1 0 0 0 0,1 0 0 0 0,-1 0-1 0 0,1 0 1 0 0,5-3 0 0 0,2-2-4302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4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39 3223 0 0,'-3'-3'-29'0'0,"0"-1"286"0"0,0 1 0 0 0,-1-1 0 0 0,1 1 0 0 0,-1 0 1 0 0,0 0-1 0 0,1 1 0 0 0,-1-1 0 0 0,-1 1 0 0 0,1-1 0 0 0,0 1 0 0 0,-8-2 0 0 0,11 5 491 0 0,5 3-1050 0 0,7 3-596 0 0,-3-3 774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4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 7 1375 0 0,'0'0'42'0'0,"0"-1"0"0"0,0 1-1 0 0,0-1 1 0 0,-1 1-1 0 0,1 0 1 0 0,0-1-1 0 0,-1 1 1 0 0,1 0 0 0 0,0-1-1 0 0,-1 1 1 0 0,1 0-1 0 0,0 0 1 0 0,-1-1-1 0 0,1 1 1 0 0,0 0-1 0 0,-1 0 1 0 0,1 0 0 0 0,-1-1-1 0 0,1 1 1 0 0,0 0-1 0 0,-1 0 1 0 0,1 0-1 0 0,-1 0 1 0 0,1 0 0 0 0,-1 0-1 0 0,1 0 1 0 0,0 0-1 0 0,-1 0 1 0 0,1 0-1 0 0,-1 0 1 0 0,1 0-1 0 0,-1 0 1 0 0,1 0 0 0 0,-1 0-1 0 0,1 1 1 0 0,0-1-1 0 0,-1 0 1 0 0,1 0-1 0 0,-1 0 1 0 0,1 1 0 0 0,0-1-1 0 0,-1 0 1 0 0,1 0-1 0 0,0 1 1 0 0,-1-1-1 0 0,1 0 1 0 0,0 1-1 0 0,0-1 1 0 0,-1 0 0 0 0,1 1-1 0 0,0-1 1 0 0,0 1-1 0 0,0-1 1 0 0,-1 0-1 0 0,1 1 1 0 0,0-1 0 0 0,0 1-1 0 0,0-1 1 0 0,0 1-1 0 0,0-1 1 0 0,0 1-1 0 0,-2 6 793 0 0,1-1-1 0 0,1 1 1 0 0,-1 9 0 0 0,1-11-699 0 0,-2 123 1032 0 0,0 12 724 0 0,-1-107-1563 0 0,-1 1 0 0 0,-10 39-1 0 0,40-127-71 0 0,-16 37-257 0 0,0 1-1 0 0,16-20 0 0 0,-20 28 6 0 0,0 1-1 0 0,1 1 1 0 0,0-1 0 0 0,0 1-1 0 0,0 1 1 0 0,12-7-1 0 0,-18 11 26 0 0,0 0-1 0 0,0 0 1 0 0,1 1-1 0 0,-1-1 1 0 0,0 0-1 0 0,1 1 1 0 0,-1-1-1 0 0,1 1 1 0 0,-1-1-1 0 0,1 1 1 0 0,-1 0-1 0 0,1 0 1 0 0,-1 0 0 0 0,1-1-1 0 0,-1 1 1 0 0,1 1-1 0 0,-1-1 1 0 0,1 0-1 0 0,-1 0 1 0 0,1 1-1 0 0,-1-1 1 0 0,0 0-1 0 0,1 1 1 0 0,-1 0-1 0 0,1-1 1 0 0,-1 1-1 0 0,0 0 1 0 0,1 0-1 0 0,-1-1 1 0 0,0 1-1 0 0,0 0 1 0 0,0 0-1 0 0,0 0 1 0 0,2 3-1 0 0,-1-1 57 0 0,0 1-1 0 0,0-1 1 0 0,0 1-1 0 0,0 0 0 0 0,-1 0 1 0 0,1-1-1 0 0,-1 1 0 0 0,0 0 1 0 0,0 0-1 0 0,-1 1 1 0 0,1 4-1 0 0,0 6-25 0 0,-1-1 1 0 0,0 1-1 0 0,-1-1 1 0 0,-1 0-1 0 0,-5 23 1 0 0,6-33-52 0 0,-1 1-1 0 0,1-1 1 0 0,-1 0 0 0 0,0 0 0 0 0,0 0 0 0 0,0 0 0 0 0,-1 0-1 0 0,1 0 1 0 0,-1 0 0 0 0,0-1 0 0 0,0 1 0 0 0,0-1 0 0 0,-1 0 0 0 0,1 0-1 0 0,-1 0 1 0 0,1 0 0 0 0,-1-1 0 0 0,0 0 0 0 0,0 1 0 0 0,0-1-1 0 0,-7 2 1 0 0,6-3 1 0 0,-1 0-1 0 0,1 0 0 0 0,-1 0 1 0 0,1 0-1 0 0,-1-1 0 0 0,-8 0 0 0 0,13 0-22 0 0,0 0 0 0 0,0-1-1 0 0,0 1 1 0 0,0 0-1 0 0,0 0 1 0 0,0-1 0 0 0,0 1-1 0 0,0 0 1 0 0,0-1 0 0 0,0 1-1 0 0,0-1 1 0 0,0 0-1 0 0,0 1 1 0 0,0-1 0 0 0,0 0-1 0 0,-1-1 1 0 0,2 1-33 0 0,-1 0 1 0 0,1 1 0 0 0,0-1 0 0 0,0 0-1 0 0,-1 0 1 0 0,1 0 0 0 0,0 0-1 0 0,0 0 1 0 0,0 0 0 0 0,0 0-1 0 0,0 0 1 0 0,0 0 0 0 0,0 0-1 0 0,0 0 1 0 0,1 0 0 0 0,-1 0-1 0 0,0 0 1 0 0,0 0 0 0 0,1 1-1 0 0,-1-1 1 0 0,1 0 0 0 0,0-2-1 0 0,5-6-525 0 0,3 0-4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5.2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17 3223 0 0,'0'-1'40'0'0,"0"1"-1"0"0,-1 0 1 0 0,1 0-1 0 0,0-1 1 0 0,0 1-1 0 0,0 0 0 0 0,0 0 1 0 0,-1 0-1 0 0,1-1 1 0 0,0 1-1 0 0,0 0 0 0 0,-1 0 1 0 0,1 0-1 0 0,0 0 1 0 0,0 0-1 0 0,-1 0 0 0 0,1-1 1 0 0,0 1-1 0 0,0 0 1 0 0,-1 0-1 0 0,1 0 1 0 0,0 0-1 0 0,0 0 0 0 0,-1 0 1 0 0,1 0-1 0 0,0 0 1 0 0,-1 0-1 0 0,1 0 0 0 0,0 0 1 0 0,0 0-1 0 0,-1 1 1 0 0,1-1-1 0 0,0 0 0 0 0,0 0 1 0 0,-1 0-1 0 0,1 0 1 0 0,0 0-1 0 0,0 0 1 0 0,-1 1-1 0 0,1-1 0 0 0,0 0 1 0 0,0 0-1 0 0,0 0 1 0 0,-1 1-1 0 0,1-1 0 0 0,0 0 1 0 0,0 0-1 0 0,0 0 1 0 0,0 1-1 0 0,0-1 1 0 0,-1 0-1 0 0,1 0 0 0 0,0 1 1 0 0,0-1-1 0 0,0 0 1 0 0,0 0-1 0 0,0 1 0 0 0,0-1 1 0 0,0 0-1 0 0,0 1 1 0 0,0-1-1 0 0,0 0 0 0 0,0 0 1 0 0,0 1-1 0 0,0-1 1 0 0,0 1-1 0 0,1 20 3450 0 0,3-7-2685 0 0,1-2 0 0 0,1 1 1 0 0,0-1-1 0 0,11 19 0 0 0,36 42 53 0 0,-52-72-857 0 0,-1-1 0 0 0,1 1 0 0 0,-1 0 0 0 0,1-1 0 0 0,-1 1 0 0 0,1-1 0 0 0,0 1 0 0 0,-1-1 0 0 0,1 1 0 0 0,-1-1 0 0 0,1 1 0 0 0,0-1 0 0 0,0 0 0 0 0,-1 1 0 0 0,1-1 0 0 0,0 0 0 0 0,0 0 0 0 0,-1 1 0 0 0,1-1 0 0 0,0 0 0 0 0,0 0 0 0 0,-1 0 0 0 0,1 0 0 0 0,0 0 0 0 0,0 0 0 0 0,0 0 0 0 0,-1 0 0 0 0,1 0 0 0 0,0-1 0 0 0,0 1 0 0 0,0 0 0 0 0,-1 0 0 0 0,1-1 0 0 0,0 1 0 0 0,-1 0 0 0 0,1-1 0 0 0,0 1 0 0 0,-1-1 0 0 0,1 1 0 0 0,0-1 0 0 0,-1 1 0 0 0,1-1 0 0 0,-1 1 0 0 0,1-1 0 0 0,0-1 0 0 0,4-4 0 0 0,-1 0 0 0 0,0 0 0 0 0,0 0 0 0 0,3-8 0 0 0,-3 7 0 0 0,18-37-304 0 0,23-59 0 0 0,-43 98 237 0 0,-5 15 20 0 0,-6 19 9 0 0,6-13 81 0 0,0 0-1 0 0,1 0 1 0 0,1 1-1 0 0,0-1 1 0 0,2 17-1 0 0,0-29-28 0 0,-1 0 1 0 0,1 0-1 0 0,0 0 0 0 0,0 0 0 0 0,0-1 0 0 0,1 1 1 0 0,-1 0-1 0 0,1 0 0 0 0,0-1 0 0 0,0 1 0 0 0,4 3 1 0 0,-4-4-12 0 0,0-2 1 0 0,0 1-1 0 0,0 0 1 0 0,0 0-1 0 0,1-1 1 0 0,-1 1-1 0 0,1-1 1 0 0,-1 0-1 0 0,1 0 1 0 0,-1 0-1 0 0,1 0 1 0 0,0 0-1 0 0,0 0 1 0 0,-1-1-1 0 0,1 1 1 0 0,0-1-1 0 0,0 0 1 0 0,3 0-1 0 0,9-1-951 0 0,1-4-3732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5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 25 3223 0 0,'-5'-5'-108'0'0,"3"2"289"0"0,-1 1 0 0 0,1-1 0 0 0,0 1 0 0 0,-1 0 0 0 0,1 0 0 0 0,-6-3 0 0 0,8 5-112 0 0,0 0-1 0 0,-1 0 1 0 0,1 0 0 0 0,-1 0-1 0 0,1-1 1 0 0,-1 1 0 0 0,1 0-1 0 0,-1 0 1 0 0,1 0 0 0 0,0 0-1 0 0,-1 0 1 0 0,1 0 0 0 0,-1 0-1 0 0,1 0 1 0 0,-1 1 0 0 0,1-1-1 0 0,-1 0 1 0 0,1 0 0 0 0,0 0-1 0 0,-1 0 1 0 0,0 1 0 0 0,0-1 76 0 0,1 1 1 0 0,-1 0 0 0 0,0 0-1 0 0,1-1 1 0 0,-1 1-1 0 0,0 0 1 0 0,1 0 0 0 0,-1 0-1 0 0,1 0 1 0 0,0 0 0 0 0,-1 0-1 0 0,1 0 1 0 0,-1 1-1 0 0,-1 11 336 0 0,0 0 0 0 0,0 0 0 0 0,1 0 0 0 0,1 0 0 0 0,0 0 0 0 0,3 16 0 0 0,-1 11 140 0 0,8 136 379 0 0,-3-47-896 0 0,-6-121-99 0 0,-1-2 5 0 0,1 1-1 0 0,-1-1 1 0 0,-1 0 0 0 0,-1 9 0 0 0,9-43 45 0 0,14-53-32 0 0,-17 69-24 0 0,0 1 0 0 0,1 0 1 0 0,0 0-1 0 0,13-20 0 0 0,-16 29 66 0 0,0-1 0 0 0,0 1 0 0 0,0-1 0 0 0,0 1 0 0 0,0 0 0 0 0,1 0 0 0 0,-1 0 0 0 0,1 0 0 0 0,2-1 0 0 0,-4 3-28 0 0,0-1-1 0 0,-1 1 1 0 0,1 0-1 0 0,0 0 1 0 0,0-1-1 0 0,-1 1 1 0 0,1 0-1 0 0,0 0 1 0 0,-1 0-1 0 0,1 0 1 0 0,0 0-1 0 0,0 0 1 0 0,-1 0-1 0 0,1 0 0 0 0,0 1 1 0 0,-1-1-1 0 0,1 0 1 0 0,0 0-1 0 0,0 0 1 0 0,-1 1-1 0 0,1-1 1 0 0,-1 0-1 0 0,1 1 1 0 0,0-1-1 0 0,-1 1 1 0 0,1-1-1 0 0,-1 1 1 0 0,1-1-1 0 0,-1 1 0 0 0,1-1 1 0 0,-1 1-1 0 0,1-1 1 0 0,-1 1-1 0 0,0 0 1 0 0,1-1-1 0 0,-1 1 1 0 0,0 0-1 0 0,1-1 1 0 0,-1 1-1 0 0,0 0 1 0 0,0-1-1 0 0,0 1 0 0 0,1 1 1 0 0,1 9 106 0 0,1 1-1 0 0,-2-1 1 0 0,1 1-1 0 0,-1 0 1 0 0,-2 21 0 0 0,1-21-128 0 0,-1 0 0 0 0,2 0-1 0 0,0 0 1 0 0,0 0 0 0 0,4 13 0 0 0,-4-24-15 0 0,-1 0-1 0 0,0 0 1 0 0,0 0-1 0 0,1 0 1 0 0,-1 0 0 0 0,1 0-1 0 0,-1-1 1 0 0,1 1-1 0 0,-1 0 1 0 0,1 0-1 0 0,-1-1 1 0 0,1 1-1 0 0,0 0 1 0 0,-1-1-1 0 0,1 1 1 0 0,0 0 0 0 0,0-1-1 0 0,0 1 1 0 0,-1-1-1 0 0,1 1 1 0 0,0-1-1 0 0,0 0 1 0 0,0 1-1 0 0,0-1 1 0 0,0 0-1 0 0,0 0 1 0 0,1 1 0 0 0,1-1-171 0 0,-1 0 1 0 0,1-1 0 0 0,-1 1 0 0 0,0 0 0 0 0,1-1 0 0 0,-1 1 0 0 0,0-1 0 0 0,1 0 0 0 0,3-2 0 0 0,5-3-5109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5.7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18 3223 0 0,'-4'-2'103'0'0,"-25"-11"268"0"0,28 13-328 0 0,0-1 1 0 0,1 1-1 0 0,-1 0 0 0 0,0-1 0 0 0,0 1 0 0 0,1 0 1 0 0,-1 0-1 0 0,0 0 0 0 0,0 0 0 0 0,1 0 0 0 0,-1 0 1 0 0,0 0-1 0 0,0 0 0 0 0,1 0 0 0 0,-1 0 0 0 0,0 0 1 0 0,0 0-1 0 0,1 0 0 0 0,-1 1 0 0 0,0-1 0 0 0,0 0 1 0 0,1 0-1 0 0,-1 1 0 0 0,0-1 0 0 0,1 1 0 0 0,-1-1 1 0 0,1 1-1 0 0,-1-1 0 0 0,0 1 0 0 0,1-1 0 0 0,-1 1 1 0 0,1-1-1 0 0,-1 2 0 0 0,1-1-71 0 0,0 0 0 0 0,0 0 0 0 0,0 0-1 0 0,0 1 1 0 0,0-1 0 0 0,0 0 0 0 0,0 0 0 0 0,0 0-1 0 0,0 0 1 0 0,1 0 0 0 0,-1 0 0 0 0,1 0 0 0 0,-1 0 0 0 0,1 0-1 0 0,-1 0 1 0 0,1 0 0 0 0,-1 0 0 0 0,1 0 0 0 0,0 0-1 0 0,-1 0 1 0 0,1 0 0 0 0,0 0 0 0 0,1 1 0 0 0,22 16-83 0 0,-9-8 99 0 0,2-1 12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36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56 1807 0 0,'-3'46'1521'0'0,"1"-37"-792"0"0,2 0-1 0 0,-1 1 0 0 0,1 0 1 0 0,0-1-1 0 0,1 1 0 0 0,0-1 1 0 0,0 1-1 0 0,5 12 0 0 0,-4-17-452 0 0,0 0 0 0 0,0 0 0 0 0,1-1-1 0 0,-1 1 1 0 0,1-1 0 0 0,0 0-1 0 0,6 7 1 0 0,-7-9-221 0 0,-1-1-1 0 0,0 0 1 0 0,0 0-1 0 0,1 1 0 0 0,-1-1 1 0 0,1 0-1 0 0,-1 0 1 0 0,1 0-1 0 0,0-1 1 0 0,-1 1-1 0 0,1 0 1 0 0,0-1-1 0 0,-1 1 0 0 0,1-1 1 0 0,0 1-1 0 0,0-1 1 0 0,0 0-1 0 0,-1 0 1 0 0,1 0-1 0 0,0 0 1 0 0,0 0-1 0 0,0 0 1 0 0,-1 0-1 0 0,1-1 0 0 0,0 1 1 0 0,2-1-1 0 0,-4 1-48 0 0,0-1 0 0 0,1 1 0 0 0,-1 0 0 0 0,1-1 0 0 0,-1 1 0 0 0,0-1 0 0 0,1 1 0 0 0,-1-1 0 0 0,0 1 0 0 0,1 0 0 0 0,-1-1 0 0 0,0 1 0 0 0,0-1-1 0 0,0 1 1 0 0,1-1 0 0 0,-1 1 0 0 0,0-1 0 0 0,0 0 0 0 0,0 1 0 0 0,0-1 0 0 0,0 1 0 0 0,0-1 0 0 0,0 1 0 0 0,0-1 0 0 0,0 1 0 0 0,0-1 0 0 0,0 1 0 0 0,0-1 0 0 0,0 1-1 0 0,-1-1 1 0 0,1 1 0 0 0,0-1 0 0 0,-1 0 0 0 0,-9-20-38 0 0,9 18 46 0 0,-5-7 43 0 0,-1-2-86 0 0,0-1 0 0 0,1 0 0 0 0,1 0 0 0 0,-8-27 0 0 0,12 37 66 0 0,1 0 1 0 0,-1 0 0 0 0,1-1-1 0 0,0 1 1 0 0,0 0 0 0 0,0-1-1 0 0,0 1 1 0 0,1 0 0 0 0,-1-1-1 0 0,1 1 1 0 0,0 0-1 0 0,0 0 1 0 0,0-1 0 0 0,0 1-1 0 0,0 0 1 0 0,1 0 0 0 0,0 0-1 0 0,-1 1 1 0 0,1-1 0 0 0,0 0-1 0 0,1 1 1 0 0,-1-1 0 0 0,0 1-1 0 0,1-1 1 0 0,-1 1 0 0 0,5-3-1 0 0,1 0 212 0 0,-1 1 0 0 0,0 0 0 0 0,1 1 0 0 0,0-1 0 0 0,12-2 0 0 0,-18 5-192 0 0,0 0 0 0 0,0 0 0 0 0,1 1 0 0 0,-1-1 0 0 0,0 1 0 0 0,0 0 0 0 0,1 0 0 0 0,-1 0 0 0 0,0 0 1 0 0,1 0-1 0 0,-1 0 0 0 0,0 1 0 0 0,1-1 0 0 0,-1 1 0 0 0,0-1 0 0 0,0 1 0 0 0,1 0 0 0 0,-1 0 0 0 0,0 0 0 0 0,0 0 0 0 0,0 0 0 0 0,0 0 0 0 0,0 1 0 0 0,2 2 0 0 0,-2-2-15 0 0,-1 0 1 0 0,0 0-1 0 0,0 1 0 0 0,0-1 0 0 0,0 1 0 0 0,0-1 0 0 0,0 1 0 0 0,-1-1 0 0 0,1 1 1 0 0,-1-1-1 0 0,0 1 0 0 0,0 0 0 0 0,0-1 0 0 0,0 1 0 0 0,0 0 0 0 0,-1 3 1 0 0,-1 6 69 0 0,-1 0 1 0 0,-5 15 0 0 0,4-17-66 0 0,-4 12-5 0 0,-6 25-15 0 0,13-42-19 0 0,0-1-1 0 0,0 1 0 0 0,0 0 0 0 0,1-1 1 0 0,0 1-1 0 0,0 0 0 0 0,2 8 1 0 0,-2-11-8 0 0,0-1 1 0 0,1 0-1 0 0,-1 1 1 0 0,1-1-1 0 0,-1 0 1 0 0,1 0-1 0 0,-1 0 1 0 0,1 1-1 0 0,0-1 1 0 0,-1 0-1 0 0,1 0 1 0 0,0 0-1 0 0,0 0 1 0 0,0 0 0 0 0,0 0-1 0 0,0 0 1 0 0,0-1-1 0 0,0 1 1 0 0,3 1-1 0 0,-2-1 0 0 0,0 0 0 0 0,0 0 0 0 0,1-1 0 0 0,-1 1 0 0 0,0-1 0 0 0,1 0 0 0 0,-1 0 0 0 0,1 0 0 0 0,-1 0 0 0 0,4 0 0 0 0,3-2 2 0 0,0 0 0 0 0,0 0 1 0 0,-1-1-1 0 0,16-7 0 0 0,-12 4 14 0 0,0 0 0 0 0,0-1 0 0 0,-1-1 0 0 0,0 0 0 0 0,20-19 0 0 0,-25 22-14 0 0,-1-1-1 0 0,1 0 1 0 0,-2 0 0 0 0,1-1 0 0 0,-1 0-1 0 0,0 1 1 0 0,0-1 0 0 0,0-1 0 0 0,-1 1 0 0 0,0 0-1 0 0,2-13 1 0 0,-4 19-2 0 0,-1 1 1 0 0,0-1-1 0 0,0 1 0 0 0,0-1 0 0 0,0 0 0 0 0,0 1 1 0 0,0-1-1 0 0,0 1 0 0 0,0-1 0 0 0,0 1 0 0 0,0-1 1 0 0,0 1-1 0 0,0-1 0 0 0,0 1 0 0 0,0-1 1 0 0,-1 1-1 0 0,1-1 0 0 0,0 1 0 0 0,0-1 0 0 0,-1 1 1 0 0,1-1-1 0 0,0 1 0 0 0,-1 0 0 0 0,1-1 0 0 0,0 1 1 0 0,-1-1-1 0 0,0 0 2 0 0,0 1 0 0 0,0 0 0 0 0,0 0 0 0 0,0-1 1 0 0,1 1-1 0 0,-1 0 0 0 0,0 0 0 0 0,0 0 0 0 0,0 0 0 0 0,0 0 1 0 0,0 0-1 0 0,0 0 0 0 0,0 0 0 0 0,-1 1 0 0 0,-2 0 15 0 0,0 0-1 0 0,0 0 1 0 0,-1 1-1 0 0,1 0 1 0 0,-4 3 0 0 0,-2 1 79 0 0,1 0 0 0 0,1 1 0 0 0,-1 1 0 0 0,1-1 0 0 0,1 1 0 0 0,-10 12 0 0 0,14-16-40 0 0,0 0-1 0 0,0 1 1 0 0,1-1 0 0 0,-1 0 0 0 0,1 1 0 0 0,0 0 0 0 0,0 0 0 0 0,0-1 0 0 0,1 1 0 0 0,0 0 0 0 0,0 0 0 0 0,0 0-1 0 0,1 1 1 0 0,-1-1 0 0 0,2 10 0 0 0,-1-12-44 0 0,1-1-1 0 0,0 1 1 0 0,0-1 0 0 0,0 1-1 0 0,0-1 1 0 0,0 0 0 0 0,1 1-1 0 0,-1-1 1 0 0,1 0 0 0 0,-1 0-1 0 0,1 0 1 0 0,0 0 0 0 0,0 0-1 0 0,0 0 1 0 0,0 0 0 0 0,0-1-1 0 0,0 1 1 0 0,0-1-1 0 0,1 1 1 0 0,-1-1 0 0 0,0 0-1 0 0,1 0 1 0 0,-1 0 0 0 0,4 0-1 0 0,4 2 11 0 0,0-1 0 0 0,1 0 0 0 0,-1 0-1 0 0,19-1 1 0 0,12-1-544 0 0,68-11-1 0 0,-97 9-68 0 0,17-1-6381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50.0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657 61 2511 0 0,'9'-9'37'0'0,"10"-10"-759"0"0,-17 16 867 0 0,9-12 492 0 0,-11 15-590 0 0,0-1-1 0 0,0 1 1 0 0,1-1 0 0 0,-1 1 0 0 0,0-1 0 0 0,0 1-1 0 0,1-1 1 0 0,-1 1 0 0 0,0-1 0 0 0,0 1 0 0 0,0-1-1 0 0,0 1 1 0 0,0-1 0 0 0,0 1 0 0 0,0-1 0 0 0,0 1-1 0 0,0-1 1 0 0,0 0 0 0 0,0 1 0 0 0,0-1 0 0 0,0 1-1 0 0,0-1 1 0 0,0 1 0 0 0,-1-1 0 0 0,1 1 0 0 0,0-1-1 0 0,-1 1-15 0 0,1 0-1 0 0,-1-1 0 0 0,1 1 0 0 0,0 0 0 0 0,-1 0 1 0 0,1 0-1 0 0,-1 0 0 0 0,1 0 0 0 0,-1 0 0 0 0,1 0 1 0 0,0 1-1 0 0,-1-1 0 0 0,1 0 0 0 0,-1 0 0 0 0,1 0 0 0 0,-1 0 1 0 0,1 0-1 0 0,0 1 0 0 0,-1-1 0 0 0,1 0 0 0 0,0 0 1 0 0,-1 1-1 0 0,1-1 0 0 0,0 0 0 0 0,-1 1 0 0 0,-12 10 186 0 0,10-8-165 0 0,-70 70 73 0 0,-179 147 471 0 0,238-208-489 0 0,0 1-1 0 0,1 1 1 0 0,1 0 0 0 0,-14 21 0 0 0,-34 66 357 0 0,26-42-258 0 0,25-45-202 0 0,0 0 0 0 0,-1-1-1 0 0,-1 0 1 0 0,0-1 0 0 0,-24 20-1 0 0,25-19-76 0 0,12-13-16 0 0,6-5-31 0 0,-6 4 45 0 0,0-1-1 0 0,0 1 1 0 0,0-1 0 0 0,-1 0-1 0 0,1 0 1 0 0,0 1 0 0 0,-1-1-1 0 0,1 0 1 0 0,-1-1 0 0 0,0 1-1 0 0,0 0 1 0 0,0 0 0 0 0,0 0-1 0 0,0-1 1 0 0,0 1 0 0 0,0 0-1 0 0,-1-1 1 0 0,0 1 0 0 0,1-1-1 0 0,-1 1 1 0 0,0-1 0 0 0,0 1-1 0 0,0-1 1 0 0,0 1-1 0 0,0 0 1 0 0,-1-1 0 0 0,1 1-1 0 0,-1-1 1 0 0,0 1 0 0 0,-1-3-1 0 0,-20-63-292 0 0,22 67 384 0 0,0 0 0 0 0,-1 0 1 0 0,1 1-1 0 0,0-1 0 0 0,-1 0 0 0 0,1 0 0 0 0,-1 0 1 0 0,1 0-1 0 0,-1 1 0 0 0,1-1 0 0 0,-1 0 0 0 0,1 0 0 0 0,-1 1 1 0 0,0-1-1 0 0,1 0 0 0 0,-1 1 0 0 0,0-1 0 0 0,0 1 1 0 0,0-1-1 0 0,1 1 0 0 0,-1-1 0 0 0,0 1 0 0 0,0 0 0 0 0,0-1 1 0 0,0 1-1 0 0,-1 0 0 0 0,0 0 94 0 0,1 0 0 0 0,-1 0 0 0 0,0 0 0 0 0,1 0 0 0 0,-1 0 0 0 0,0 1 0 0 0,1-1 0 0 0,-1 1 0 0 0,1-1 0 0 0,-1 1 0 0 0,0-1 0 0 0,1 1 0 0 0,-1 0 0 0 0,-1 1 0 0 0,2-1-49 0 0,0-1-1 0 0,-1 1 0 0 0,1 0 0 0 0,0 0 0 0 0,0 0 0 0 0,-1 0 0 0 0,1 0 0 0 0,0 0 0 0 0,0 1 0 0 0,0-1 0 0 0,0 0 0 0 0,0 1 0 0 0,1-1 0 0 0,-1 0 0 0 0,0 1 0 0 0,0-1 0 0 0,1 1 0 0 0,-1-1 0 0 0,1 1 0 0 0,0-1 0 0 0,-1 1 0 0 0,1-1 0 0 0,0 1 1 0 0,0 0-1 0 0,0-1 0 0 0,0 1 0 0 0,0-1 0 0 0,0 1 0 0 0,1 0 0 0 0,-1-1 0 0 0,0 1 0 0 0,1-1 0 0 0,-1 1 0 0 0,2 1 0 0 0,-1-1-51 0 0,0 0 0 0 0,1 1 0 0 0,-1-1 0 0 0,0 1 0 0 0,0-1 0 0 0,0 1 0 0 0,0 0 0 0 0,-1-1-1 0 0,1 1 1 0 0,-1 0 0 0 0,1 0 0 0 0,-1-1 0 0 0,0 1 0 0 0,0 0 0 0 0,-1 0 0 0 0,0 3 0 0 0,-1 3 56 0 0,0-1 1 0 0,-1 0-1 0 0,-7 15 1 0 0,7-18-46 0 0,0 0 0 0 0,1 0 1 0 0,0-1-1 0 0,0 1 1 0 0,0 1-1 0 0,1-1 1 0 0,0 0-1 0 0,0 0 1 0 0,0 1-1 0 0,0-1 0 0 0,1 0 1 0 0,0 9-1 0 0,1-12 48 0 0,-1 0 0 0 0,1 0 0 0 0,0 0 0 0 0,0 0 0 0 0,0 0-1 0 0,0 0 1 0 0,0 0 0 0 0,0 0 0 0 0,0 0 0 0 0,1-1 0 0 0,-1 1-1 0 0,1 0 1 0 0,2 2 0 0 0,-3-3-24 0 0,0 0 0 0 0,0-1 0 0 0,1 1 0 0 0,-1 0 0 0 0,0-1 0 0 0,0 1 1 0 0,0-1-1 0 0,0 1 0 0 0,1-1 0 0 0,-1 0 0 0 0,0 1 0 0 0,1-1 0 0 0,-1 0 0 0 0,0 0 0 0 0,0 0 0 0 0,1 0 0 0 0,-1 0 0 0 0,0 0 0 0 0,1 0 0 0 0,-1 0 0 0 0,0-1 1 0 0,0 1-1 0 0,3-1 0 0 0,139-66 2198 0 0,-131 64-2131 0 0,-12 3-110 0 0,0 0 1 0 0,0 0-1 0 0,0-1 1 0 0,0 1 0 0 0,0 0-1 0 0,1 0 1 0 0,-1 0-1 0 0,0 1 1 0 0,0-1 0 0 0,0 0-1 0 0,0 0 1 0 0,0 0-1 0 0,0 0 1 0 0,0 0 0 0 0,0 0-1 0 0,0 0 1 0 0,0 0-1 0 0,0 0 1 0 0,0 0-1 0 0,0 0 1 0 0,1 0 0 0 0,-1 0-1 0 0,0 0 1 0 0,0 0-1 0 0,0 0 1 0 0,0 0 0 0 0,0 0-1 0 0,0 0 1 0 0,0 0-1 0 0,0 0 1 0 0,0 0-1 0 0,0 1 1 0 0,0-1 0 0 0,0 0-1 0 0,0 0 1 0 0,0 0-1 0 0,0 0 1 0 0,0 0 0 0 0,0 0-1 0 0,0 0 1 0 0,0 0-1 0 0,0 0 1 0 0,0 0 0 0 0,0 0-1 0 0,0 0 1 0 0,0 1-1 0 0,0-1 1 0 0,0 0-1 0 0,0 0 1 0 0,0 0 0 0 0,0 0-1 0 0,0 0 1 0 0,0 0-1 0 0,0 0 1 0 0,0 0 0 0 0,0 0-1 0 0,0 0 1 0 0,0 0-1 0 0,-14 16-99 0 0,0-3 35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51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9 104 455 0 0,'-8'-4'736'0'0,"8"4"-705"0"0,0 0-1 0 0,0 0 1 0 0,0 0 0 0 0,0 0-1 0 0,1 0 1 0 0,-1 0 0 0 0,0 0-1 0 0,0 0 1 0 0,0 0-1 0 0,0 0 1 0 0,0 0 0 0 0,0 0-1 0 0,0 0 1 0 0,1 0 0 0 0,-1-1-1 0 0,0 1 1 0 0,0 0-1 0 0,0 0 1 0 0,0 0 0 0 0,0 0-1 0 0,0 0 1 0 0,0 0 0 0 0,0 0-1 0 0,0 0 1 0 0,1 0-1 0 0,-1 0 1 0 0,0-1 0 0 0,0 1-1 0 0,0 0 1 0 0,0 0 0 0 0,0 0-1 0 0,0 0 1 0 0,0 0-1 0 0,0 0 1 0 0,0 0 0 0 0,0-1-1 0 0,0 1 1 0 0,0 0 0 0 0,0 0-1 0 0,0 0 1 0 0,0 0 0 0 0,0 0-1 0 0,0 0 1 0 0,0-1-1 0 0,0 1 1 0 0,0 0 0 0 0,0 0-1 0 0,0 0 1 0 0,0 0 0 0 0,0 0-1 0 0,0 0 1 0 0,0 0-1 0 0,-1 0 1 0 0,1-1 0 0 0,0 1-1 0 0,0 0 1 0 0,0 0 0 0 0,0 0-1 0 0,0 0 1 0 0,0 0-1 0 0,58-1 89 0 0,-25 1 160 0 0,35-5-1 0 0,323-31 474 0 0,-152 16-649 0 0,-26 2 378 0 0,-11 18 159 0 0,-23 1-482 0 0,-84-9-74 0 0,29 0-35 0 0,-123 8-54 0 0,0 0 0 0 0,0 0 0 0 0,-1 0 0 0 0,1 0 0 0 0,0 0 0 0 0,0 0 0 0 0,-1 0 0 0 0,1 1 0 0 0,0-1 0 0 0,0 0 0 0 0,-1 0 0 0 0,1 1 0 0 0,0-1 0 0 0,1 1-1 0 0,-2-1 7 0 0,0 0-1 0 0,0 0 1 0 0,0 1-1 0 0,0-1 1 0 0,0 0-1 0 0,0 0 1 0 0,0 1-1 0 0,0-1 1 0 0,0 0-1 0 0,0 0 1 0 0,0 0-1 0 0,0 1 1 0 0,0-1-1 0 0,0 0 1 0 0,-1 0-1 0 0,1 0 1 0 0,0 1-1 0 0,0-1 1 0 0,0 0-1 0 0,0 0 1 0 0,0 0-1 0 0,0 1 1 0 0,-1-1-1 0 0,1 0 1 0 0,0 0-1 0 0,0 0 1 0 0,0 0-1 0 0,0 0 1 0 0,-1 1-1 0 0,1-1 0 0 0,0 0 1 0 0,-24 14-85 0 0,18-12-77 0 0,-12 9-458 0 0,6-5 292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53.0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69 137 455 0 0,'-38'-4'433'0'0,"36"4"-356"0"0,1 0 0 0 0,-1-1 0 0 0,0 1-1 0 0,0-1 1 0 0,0 0 0 0 0,1 1 0 0 0,-1-1 0 0 0,0 0 0 0 0,1 0 0 0 0,-1 0-1 0 0,1 0 1 0 0,-1 0 0 0 0,1 0 0 0 0,-1-1 0 0 0,1 1 0 0 0,0 0 0 0 0,-2-3-1 0 0,3 4-33 0 0,0 0-1 0 0,0 0 0 0 0,0 0 1 0 0,0 0-1 0 0,0 0 0 0 0,0 0 0 0 0,0 0 1 0 0,0 0-1 0 0,1 0 0 0 0,-1 0 1 0 0,0 0-1 0 0,0 0 0 0 0,0 0 0 0 0,0 0 1 0 0,0 0-1 0 0,0 0 0 0 0,0 0 1 0 0,0 0-1 0 0,0 0 0 0 0,0 0 0 0 0,0 0 1 0 0,0 0-1 0 0,1 0 0 0 0,-1 0 1 0 0,0 0-1 0 0,0 0 0 0 0,0 0 0 0 0,0-1 1 0 0,0 1-1 0 0,0 0 0 0 0,0 0 1 0 0,0 0-1 0 0,0 0 0 0 0,0 0 0 0 0,0 0 1 0 0,0 0-1 0 0,0 0 0 0 0,0 0 1 0 0,0 0-1 0 0,0 0 0 0 0,0 0 0 0 0,0-1 1 0 0,0 1-1 0 0,0 0 0 0 0,0 0 1 0 0,0 0-1 0 0,0 0 0 0 0,0 0 0 0 0,0 0 1 0 0,0 0-1 0 0,0 0 0 0 0,0 0 1 0 0,0 0-1 0 0,0 0 0 0 0,0-1 0 0 0,11 8 787 0 0,-3-2 234 0 0,7 2-1039 0 0,0-1 0 0 0,0 0-1 0 0,0 0 1 0 0,0-2-1 0 0,1 0 1 0 0,0-1-1 0 0,0 0 1 0 0,23 0-1 0 0,115 0-23 0 0,222-25 0 0 0,-237 1 325 0 0,143-41 0 0 0,-70 12-95 0 0,-200 48-230 0 0,4-2 0 0 0,0 1 0 0 0,23-1 0 0 0,-35 4 0 0 0,0 0 0 0 0,-1 0 0 0 0,1 0 0 0 0,0 0 0 0 0,0 1 0 0 0,0 0 0 0 0,0 0 0 0 0,-1 0 0 0 0,1 0 0 0 0,0 0 0 0 0,-1 1 0 0 0,1-1 0 0 0,-1 1 0 0 0,0 0 0 0 0,6 4 0 0 0,-8-5 0 0 0,0 0-1 0 0,0 1 0 0 0,0-1 0 0 0,0 0 0 0 0,0 0 0 0 0,0 1 0 0 0,0-1 1 0 0,-1 1-1 0 0,1-1 0 0 0,0 0 0 0 0,-1 1 0 0 0,1-1 0 0 0,-1 1 1 0 0,0 0-1 0 0,1-1 0 0 0,-1 1 0 0 0,0-1 0 0 0,0 4 0 0 0,-2 7-79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55.8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84 455 0 0,'-27'-4'1586'0'0,"25"4"-1411"0"0,0 0 1 0 0,1-1-1 0 0,-1 1 0 0 0,1-1 1 0 0,0 1-1 0 0,-1-1 0 0 0,1 0 1 0 0,-1 1-1 0 0,1-1 0 0 0,0 0 1 0 0,-1 0-1 0 0,1 0 0 0 0,0 0 0 0 0,0 0 1 0 0,-1-2-1 0 0,2 3-121 0 0,0-1-1 0 0,0 1 0 0 0,0 0 1 0 0,0-1-1 0 0,0 1 1 0 0,0 0-1 0 0,0-1 1 0 0,0 1-1 0 0,1 0 1 0 0,-1-1-1 0 0,0 1 0 0 0,0 0 1 0 0,0 0-1 0 0,1-1 1 0 0,-1 1-1 0 0,0 0 1 0 0,0 0-1 0 0,1-1 0 0 0,-1 1 1 0 0,0 0-1 0 0,0 0 1 0 0,1 0-1 0 0,-1-1 1 0 0,0 1-1 0 0,1 0 1 0 0,-1 0-1 0 0,0 0 0 0 0,1 0 1 0 0,-1 0-1 0 0,0 0 1 0 0,1 0-1 0 0,-1 0 1 0 0,1 0-1 0 0,-1 0 1 0 0,1 0-1 0 0,16-3 118 0 0,-15 2-41 0 0,27-2-51 0 0,37 1 0 0 0,-21 1-61 0 0,11-1-18 0 0,0-3 0 0 0,70-15 0 0 0,-125 20 0 0 0,34-8-439 0 0,47-4-1 0 0,-72 11 350 0 0,0 0-1 0 0,-1 1 1 0 0,1 0 0 0 0,0 1 0 0 0,-1 0-1 0 0,1 1 1 0 0,-1 0 0 0 0,1 0 0 0 0,-1 1 0 0 0,11 4-1 0 0,-7 1 11 0 0,-5-2 80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56.3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6 139 1375 0 0,'-1'-2'94'0'0,"0"0"0"0"0,1 0-1 0 0,-1 0 1 0 0,0 0 0 0 0,1 0-1 0 0,-1 0 1 0 0,1 0 0 0 0,0 0-1 0 0,-1 0 1 0 0,1 0-1 0 0,0 0 1 0 0,0-1 0 0 0,0 1-1 0 0,1 0 1 0 0,-1 0 0 0 0,0 0-1 0 0,2-4 1 0 0,0 2 358 0 0,0 0 1 0 0,0 1 0 0 0,1-1-1 0 0,-1 0 1 0 0,1 1 0 0 0,0-1-1 0 0,5-4 1 0 0,-5 5-184 0 0,1 0 0 0 0,0 0 0 0 0,-1 1-1 0 0,1-1 1 0 0,0 1 0 0 0,0 0 0 0 0,0 0 0 0 0,1 0 0 0 0,-1 1-1 0 0,0 0 1 0 0,1-1 0 0 0,-1 2 0 0 0,8-2 0 0 0,5 1 173 0 0,1 1 1 0 0,22 2-1 0 0,-6 0-353 0 0,24-3-71 0 0,107-17 1 0 0,-103 9-207 0 0,79-1 0 0 0,-96 13-1036 0 0,-24 0-2508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0:59.7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110 170 919 0 0,'-8'-2'373'0'0,"1"-1"-1"0"0,-1 1 1 0 0,1-1-1 0 0,0 0 1 0 0,0-1-1 0 0,1 0 1 0 0,-1 0-1 0 0,1 0 1 0 0,0-1-1 0 0,0 0 1 0 0,0 0-1 0 0,0 0 1 0 0,1-1-1 0 0,0 0 1 0 0,-7-11-1 0 0,12 17-362 0 0,-1-4 812 0 0,2 4-794 0 0,0-1 0 0 0,-1 1 0 0 0,1 0 0 0 0,0 0 0 0 0,0-1-1 0 0,0 1 1 0 0,-1 0 0 0 0,1 0 0 0 0,0 0 0 0 0,0 0 0 0 0,0 0-1 0 0,-1 0 1 0 0,1 0 0 0 0,0 0 0 0 0,1 0 0 0 0,69 8 504 0 0,-42-4-227 0 0,0-1-1 0 0,32-1 1 0 0,-15-3-244 0 0,48-4 85 0 0,-66 0-90 0 0,0-1 0 0 0,33-12 0 0 0,21-4 136 0 0,-75 20-177 0 0,1 1-1 0 0,-1 0 1 0 0,1 1 0 0 0,-1-1-1 0 0,1 1 1 0 0,0 1 0 0 0,-1 0-1 0 0,1 0 1 0 0,-1 0 0 0 0,1 1-1 0 0,-1 0 1 0 0,1 0 0 0 0,11 6-1 0 0,-11-4-16 0 0,1-1 0 0 0,0 0 0 0 0,0-1 0 0 0,0 0 0 0 0,0 0 0 0 0,0-1 0 0 0,1 0-1 0 0,14-1 1 0 0,4-2-8 0 0,42-9 0 0 0,-52 7 43 0 0,0 1 0 0 0,0 1 0 0 0,0 0-1 0 0,0 1 1 0 0,0 1 0 0 0,26 3 0 0 0,0 9 79 0 0,-38-9-89 0 0,1-1-1 0 0,1 0 1 0 0,-1 0 0 0 0,0 0 0 0 0,0-1 0 0 0,1 0-1 0 0,-1-1 1 0 0,1 1 0 0 0,-1-1 0 0 0,1-1 0 0 0,7-1-1 0 0,48-10 353 0 0,0 2 1 0 0,85-2-1 0 0,-120 9-88 0 0,0-2 0 0 0,32-9 0 0 0,-36 8-226 0 0,0 1 1 0 0,0 0-1 0 0,37-1 0 0 0,-57 6-48 0 0,0 0-1 0 0,0 1 1 0 0,0-1-1 0 0,0 1 1 0 0,0 0-1 0 0,0-1 1 0 0,3 3-1 0 0,-5-3-2 0 0,-1 1-1 0 0,0 0 0 0 0,0-1 1 0 0,0 1-1 0 0,1 0 1 0 0,-1 0-1 0 0,0 0 1 0 0,0 0-1 0 0,0 0 1 0 0,0 0-1 0 0,0 0 1 0 0,-1 0-1 0 0,1 0 1 0 0,0 0-1 0 0,0 0 0 0 0,-1 1 1 0 0,1-1-1 0 0,-1 0 1 0 0,1 1-1 0 0,-1-1 1 0 0,1 0-1 0 0,-1 3 1 0 0,0-4-24 0 0,5 18 94 0 0,-4-18-107 0 0,-1 1-1 0 0,0-1 1 0 0,1 1-1 0 0,-1-1 1 0 0,1 1-1 0 0,-1-1 1 0 0,1 0-1 0 0,-1 1 1 0 0,1-1-1 0 0,-1 0 1 0 0,1 1-1 0 0,0-1 1 0 0,-1 0-1 0 0,1 1 1 0 0,-1-1-1 0 0,1 0 1 0 0,0 0-1 0 0,-1 0 1 0 0,1 0-1 0 0,0 0 1 0 0,-1 0-1 0 0,1 0 1 0 0,1 0-1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04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0 1567 0 0,'-1'2'0'0'0,"1"-4"0"0"0,1 2 0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04.6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16 2303 0 0,'-3'-1'200'0'0,"1"-1"-200"0"0,2 0 0 0 0,-1 2-368 0 0,-1-1-624 0 0,0-1 480 0 0,1 1 512 0 0,-1-2 0 0 0,2 0 64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12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7 3223 0 0,'-17'7'4584'0'0,"31"-11"-4288"0"0,-4 1 256 0 0,1 1 0 0 0,18-2 0 0 0,-25 3-406 0 0,0 1 1 0 0,0 1 0 0 0,0-1-1 0 0,0 0 1 0 0,0 1 0 0 0,0 0 0 0 0,0 0-1 0 0,0 0 1 0 0,-1 1 0 0 0,1-1 0 0 0,5 4-1 0 0,1 1 17 0 0,2 0-43 0 0,23 12 0 0 0,-30-17-122 0 0,0 1 0 0 0,0-1 0 0 0,0 1-1 0 0,0-2 1 0 0,0 1 0 0 0,1 0 0 0 0,-1-1 0 0 0,6 0 0 0 0,23-6 2 0 0,-26 4 0 0 0,1 1 0 0 0,14-2 0 0 0,-22 4-29 0 0,-1-1 0 0 0,1 0 0 0 0,-1 0 1 0 0,1 1-1 0 0,-1-1 0 0 0,1 0 0 0 0,0 1 0 0 0,-1-1 0 0 0,0 1 0 0 0,1-1 0 0 0,-1 1 0 0 0,1-1 0 0 0,-1 0 0 0 0,1 1 0 0 0,-1 0 0 0 0,0-1 0 0 0,1 1 0 0 0,-1-1 0 0 0,0 1 1 0 0,0-1-1 0 0,0 1 0 0 0,1 0 0 0 0,-1-1 0 0 0,0 1 0 0 0,0-1 0 0 0,0 2 0 0 0,1 3-1052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13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31 1759 0 0,'-1'-1'61'0'0,"1"-1"-1"0"0,0 1 1 0 0,0 0-1 0 0,0 0 1 0 0,0 0-1 0 0,1-1 1 0 0,-1 1-1 0 0,0 0 0 0 0,0 0 1 0 0,1 0-1 0 0,-1 0 1 0 0,1-1-1 0 0,-1 1 1 0 0,1 0-1 0 0,-1 0 1 0 0,1 0-1 0 0,0 0 0 0 0,-1 0 1 0 0,1 0-1 0 0,0 0 1 0 0,0 0-1 0 0,0 1 1 0 0,1-2-1 0 0,0 1 57 0 0,0 0 0 0 0,0 1 0 0 0,0-1 1 0 0,0 1-1 0 0,0 0 0 0 0,0-1 0 0 0,0 1 0 0 0,0 0 0 0 0,1 0 0 0 0,-1 0 1 0 0,0 1-1 0 0,4 0 0 0 0,13 2-97 0 0,0 0 0 0 0,0 2 1 0 0,-1 0-1 0 0,22 9 0 0 0,-9-1 212 0 0,-18-8-212 0 0,0 0 1 0 0,16 10-1 0 0,-27-14-28 0 0,-1-1 0 0 0,0 1 0 0 0,0 0 0 0 0,0-1 0 0 0,0 1 1 0 0,0 0-1 0 0,0 0 0 0 0,0 0 0 0 0,0 0 0 0 0,0 0 0 0 0,-1 0 0 0 0,1 0 0 0 0,0 1 0 0 0,-1-1 0 0 0,1 0 0 0 0,-1 0 0 0 0,1 0 0 0 0,-1 1 0 0 0,1-1 0 0 0,-1 0 0 0 0,0 1 0 0 0,0-1 0 0 0,1 2 0 0 0,-2-1-11 0 0,1 1 1 0 0,-1-1-1 0 0,1 0 0 0 0,-1 0 1 0 0,0 0-1 0 0,0 1 1 0 0,0-1-1 0 0,0 0 1 0 0,0 0-1 0 0,0 0 1 0 0,0 0-1 0 0,-3 2 0 0 0,-2 3 2 0 0,-1 0 0 0 0,0-1 0 0 0,-1 0 0 0 0,1 0 0 0 0,-13 7-1 0 0,14-10 2 0 0,-1 1 0 0 0,1 0 0 0 0,0 0 0 0 0,0 0 0 0 0,1 1 0 0 0,-1-1 0 0 0,1 2-1 0 0,0-1 1 0 0,0 0 0 0 0,-6 10 0 0 0,10-13-3 0 0,1-1 0 0 0,-1 0 0 0 0,1 1 0 0 0,0-1 0 0 0,-1 0-1 0 0,1 1 1 0 0,0-1 0 0 0,0 0 0 0 0,0 1 0 0 0,0-1 0 0 0,0 1 0 0 0,0-1 0 0 0,1 0 0 0 0,0 3-1 0 0,1 6 20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14.7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67 455 0 0,'-1'-1'58'0'0,"1"0"-1"0"0,0-1 0 0 0,-1 1 0 0 0,1 0 0 0 0,0-1 0 0 0,0 1 0 0 0,-1 0 0 0 0,1-1 0 0 0,0 1 0 0 0,0-1 0 0 0,1 1 0 0 0,-1-2 0 0 0,0 2 55 0 0,0 0 0 0 0,1-1 0 0 0,-1 1 0 0 0,0-1 0 0 0,-1 1 1 0 0,1-1-1 0 0,0 1 0 0 0,0 0 0 0 0,-1-3 0 0 0,-6-4 1374 0 0,7 8-1424 0 0,0 0 1 0 0,0 0-1 0 0,0 0 1 0 0,0 0-1 0 0,-1 0 1 0 0,1 0-1 0 0,0 0 1 0 0,0 0-1 0 0,0 0 1 0 0,0 0-1 0 0,-1 0 1 0 0,1 0-1 0 0,0 0 1 0 0,0 1-1 0 0,0-1 1 0 0,0 0-1 0 0,-1 0 1 0 0,1 0-1 0 0,0 0 1 0 0,0 0-1 0 0,0 0 1 0 0,0 0-1 0 0,0 0 1 0 0,0 1-1 0 0,-1-1 1 0 0,1 0-1 0 0,0 0 1 0 0,0 0-1 0 0,0 0 1 0 0,0 0-1 0 0,0 0 1 0 0,0 1-1 0 0,0-1 1 0 0,0 0-1 0 0,0 0 1 0 0,0 0-1 0 0,0 0 1 0 0,0 1-1 0 0,0-1 1 0 0,0 0-1 0 0,0 0 1 0 0,0 0-1 0 0,0 0 1 0 0,0 1-1 0 0,0-1 1 0 0,0 0 0 0 0,0 0-1 0 0,0 0 1 0 0,0 0-1 0 0,0 1 1 0 0,0-1-1 0 0,4 2 59 0 0,0 1-64 0 0,0-1-1 0 0,0 0 0 0 0,0-1 1 0 0,1 1-1 0 0,-1-1 0 0 0,0 1 0 0 0,1-1 1 0 0,8 0-1 0 0,-9 0-23 0 0,5-1 98 0 0,0 0-1 0 0,1 1 1 0 0,-1 1 0 0 0,0-1 0 0 0,0 2 0 0 0,0-1 0 0 0,0 1 0 0 0,-1 1-1 0 0,16 7 1 0 0,-17-7-109 0 0,0 0-1 0 0,0 0 1 0 0,1-1-1 0 0,-1 0 0 0 0,1 0 1 0 0,0-1-1 0 0,0 0 1 0 0,0-1-1 0 0,10 2 0 0 0,-5-3 9 0 0,0 0 0 0 0,-1 0-1 0 0,1-1 1 0 0,0-1 0 0 0,14-4-1 0 0,-5 1-29 0 0,50-10 0 0 0,-63 14 0 0 0,0 0 0 0 0,0 0 0 0 0,0 1 0 0 0,0 0 0 0 0,16 3 0 0 0,-15-1 0 0 0,1 1 0 0 0,0-2 0 0 0,0 1 0 0 0,12-1 0 0 0,20-2 0 0 0,-25 0 0 0 0,1 1 0 0 0,0 0 0 0 0,28 5 0 0 0,-25 0 7 0 0,1-2-1 0 0,35 1 0 0 0,-44-4 0 0 0,0-1 0 0 0,0 0-1 0 0,0-1 1 0 0,0-1 0 0 0,19-6 0 0 0,3-4 95 0 0,-21 7-17 0 0,0 0 0 0 0,0 2 0 0 0,1-1 0 0 0,-1 2 0 0 0,31-3 0 0 0,-40 6-39 0 0,0 1 1 0 0,0 0-1 0 0,11 3 1 0 0,12 1-23 0 0,-5-4-23 0 0,0-2 0 0 0,34-6 0 0 0,-40 4 0 0 0,1 1 0 0 0,-1 1 0 0 0,1 0 0 0 0,-1 1 0 0 0,25 4 0 0 0,-28 0 0 0 0,-1 0 0 0 0,20 9 0 0 0,-24-9 0 0 0,0 0 0 0 0,0-1 0 0 0,0 0 0 0 0,0 0 0 0 0,0-1 0 0 0,20 1 0 0 0,47-8 0 0 0,-21 0 0 0 0,73 8 0 0 0,-32 1 0 0 0,-24 0-19 0 0,-56-1 12 0 0,1-2-1 0 0,0 0 1 0 0,-1-1-1 0 0,1-1 1 0 0,0-1-1 0 0,18-4 0 0 0,4-4 34 0 0,64-16 116 0 0,-60 18 85 0 0,-15 1 171 0 0,47-3 1 0 0,-66 10-312 0 0,1-1 0 0 0,-1 0 0 0 0,1-1 0 0 0,-1 0 0 0 0,0 0 0 0 0,0-1 0 0 0,13-6 0 0 0,-40 21-228 0 0,9-6-182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19.7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21 1839 0 0,'0'0'13'0'0,"0"0"0"0"0,0 0 0 0 0,0 0 0 0 0,0 0 0 0 0,0 0 0 0 0,0 0 0 0 0,0 1 0 0 0,0-1 0 0 0,0 0 0 0 0,0 0 0 0 0,0 0 0 0 0,0 0 0 0 0,0 0 0 0 0,0 0 0 0 0,0 1 0 0 0,0-1 0 0 0,0 0 0 0 0,0 0 0 0 0,0 0 0 0 0,0 0 0 0 0,0 0 0 0 0,0 0 0 0 0,0 0 0 0 0,-1 1 0 0 0,1-1 0 0 0,0 0 0 0 0,0 0 0 0 0,0 0 0 0 0,0 0 0 0 0,0 0 0 0 0,0 0 0 0 0,0 0 0 0 0,0 0 0 0 0,0 0 0 0 0,-1 0 0 0 0,1 1 0 0 0,0-1 0 0 0,0 0 0 0 0,0 0 0 0 0,0 0 0 0 0,0 0 0 0 0,0 0 0 0 0,0 0 0 0 0,-1 0 0 0 0,1 0 0 0 0,0 0 0 0 0,0 0 0 0 0,0 0 0 0 0,0 0 0 0 0,0 0 0 0 0,0 0 0 0 0,-1 0 0 0 0,1 0 0 0 0,0 0 0 0 0,0 0 0 0 0,0 0 0 0 0,0-1 0 0 0,0 1 0 0 0,0 0 0 0 0,0 0 0 0 0,-1 0 0 0 0,1 0 0 0 0,0 0 0 0 0,0 0 0 0 0,0 0 0 0 0,0 0 13 0 0,0 1-1 0 0,0-1 1 0 0,0 1-1 0 0,0 0 1 0 0,1-1-1 0 0,-1 1 0 0 0,0-1 1 0 0,0 1-1 0 0,1-1 1 0 0,-1 1-1 0 0,0-1 1 0 0,1 1-1 0 0,-1-1 1 0 0,0 1-1 0 0,1-1 0 0 0,-1 1 1 0 0,1-1-1 0 0,-1 0 1 0 0,1 1-1 0 0,-1-1 1 0 0,0 0-1 0 0,1 1 1 0 0,0-1-1 0 0,-1 0 1 0 0,1 0-1 0 0,-1 1 0 0 0,1-1 1 0 0,-1 0-1 0 0,2 0 1 0 0,3 2-3 0 0,1-1 1 0 0,0 0-1 0 0,0 0 1 0 0,0 0 0 0 0,0-1-1 0 0,0 0 1 0 0,0 0-1 0 0,0-1 1 0 0,0 1-1 0 0,0-1 1 0 0,9-3-1 0 0,-3 0-11 0 0,12-6 308 0 0,36-7 0 0 0,-53 15-356 0 0,0 1 0 0 0,0 0 0 0 0,0 0 0 0 0,0 1 0 0 0,0 0 0 0 0,0 0 0 0 0,0 1 0 0 0,0 0 0 0 0,0 0 0 0 0,8 2 0 0 0,-1 1-85 0 0,9 5 34 0 0,-18-7 87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19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50 3223 0 0,'-2'-3'151'0'0,"-1"0"-114"0"0,1 0 0 0 0,0 0 0 0 0,0 0 0 0 0,0-1 0 0 0,1 1 0 0 0,-1-1 0 0 0,1 1 0 0 0,0-1 0 0 0,0 1 0 0 0,0-1 0 0 0,-1-6 0 0 0,30 42 1251 0 0,-17-18-1204 0 0,-2 1-1 0 0,0 1 1 0 0,0 0-1 0 0,-1 0 1 0 0,7 23-1 0 0,-13-32-61 0 0,-1-1-1 0 0,1 1 1 0 0,-1-1-1 0 0,0 1 1 0 0,-1 0-1 0 0,0-1 1 0 0,0 1-1 0 0,0 0 1 0 0,-1-1-1 0 0,0 1 0 0 0,0 0 1 0 0,0-1-1 0 0,-1 1 1 0 0,0-1-1 0 0,-1 0 1 0 0,1 0-1 0 0,-1 0 1 0 0,0 0-1 0 0,-1 0 1 0 0,1 0-1 0 0,-9 8 0 0 0,8-8-14 0 0,0-2-51 0 0,1 0-1 0 0,0 0 1 0 0,0 0 0 0 0,1 1 0 0 0,-5 8 0 0 0,8-5 41 0 0,1-3 56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20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98 3223 0 0,'-3'-5'254'0'0,"0"0"0"0"0,0 0 0 0 0,1 0 0 0 0,-1 0 0 0 0,1-1-1 0 0,-2-7 1 0 0,4 12-197 0 0,0 0 0 0 0,0 0 0 0 0,-1 0 0 0 0,1 0 0 0 0,0 0-1 0 0,0 0 1 0 0,0 1 0 0 0,0-1 0 0 0,0 0 0 0 0,0 0 0 0 0,0 0 0 0 0,1 0 0 0 0,-1 0-1 0 0,0 0 1 0 0,1 0 0 0 0,-1 0 0 0 0,0 0 0 0 0,1 0 0 0 0,-1 1 0 0 0,1-1 0 0 0,-1 0-1 0 0,1 0 1 0 0,-1 0 0 0 0,1 1 0 0 0,0-1 0 0 0,-1 0 0 0 0,1 1 0 0 0,0-1-1 0 0,0 1 1 0 0,0-1 0 0 0,-1 1 0 0 0,1-1 0 0 0,0 1 0 0 0,0-1 0 0 0,0 1 0 0 0,0 0-1 0 0,0 0 1 0 0,0-1 0 0 0,0 1 0 0 0,0 0 0 0 0,-1 0 0 0 0,1 0 0 0 0,0 0 0 0 0,0 0-1 0 0,0 0 1 0 0,0 0 0 0 0,1 0 0 0 0,4 1-59 0 0,-1 0-1 0 0,0-1 1 0 0,1 2 0 0 0,-1-1 0 0 0,0 1-1 0 0,0-1 1 0 0,0 2 0 0 0,5 1-1 0 0,-5-1 3 0 0,0-1 0 0 0,0 1-1 0 0,1-2 1 0 0,-1 1-1 0 0,1 0 1 0 0,-1-1 0 0 0,1 0-1 0 0,6 0 1 0 0,-2-2 25 0 0,0 1 1 0 0,0-2-1 0 0,0 0 0 0 0,18-5 0 0 0,40-19-969 0 0,-44 16-629 0 0,-5 2-711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20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50 2303 0 0,'-4'-3'-10'0'0,"1"-1"1"0"0,0 0-1 0 0,0 0 0 0 0,0 0 0 0 0,-4-6 0 0 0,7 9 41 0 0,0 0 1 0 0,0 1 0 0 0,-1-1-1 0 0,1 1 1 0 0,0-1 0 0 0,0 0 0 0 0,0 1-1 0 0,-1-1 1 0 0,1 0 0 0 0,0 1-1 0 0,0-1 1 0 0,0 1 0 0 0,0-1-1 0 0,0 0 1 0 0,1 1 0 0 0,-1-1 0 0 0,0 0-1 0 0,0 1 1 0 0,0-1 0 0 0,1-1-1 0 0,-1 2 31 0 0,1-1-1 0 0,0 1 0 0 0,0-1 1 0 0,-1 1-1 0 0,1-1 1 0 0,0 1-1 0 0,0-1 0 0 0,-1 1 1 0 0,1 0-1 0 0,0-1 0 0 0,0 1 1 0 0,0 0-1 0 0,0 0 1 0 0,0-1-1 0 0,0 1 0 0 0,-1 0 1 0 0,1 0-1 0 0,0 0 0 0 0,0 0 1 0 0,1 0-1 0 0,20 1 562 0 0,-1 0-1 0 0,29 4 0 0 0,-44-4-480 0 0,0 0 1 0 0,-1 1-1 0 0,1-1 0 0 0,0 1 0 0 0,-1 0 0 0 0,0 1 0 0 0,1-1 0 0 0,-1 1 1 0 0,0 0-1 0 0,0 0 0 0 0,-1 1 0 0 0,1-1 0 0 0,7 9 0 0 0,-10-10-118 0 0,-1 1 0 0 0,1-1-1 0 0,-1 1 1 0 0,1 0 0 0 0,-1 0-1 0 0,0 0 1 0 0,0 0 0 0 0,0 0-1 0 0,0 0 1 0 0,-1 0-1 0 0,1 0 1 0 0,-1 0 0 0 0,0 0-1 0 0,0 0 1 0 0,0 0 0 0 0,0 0-1 0 0,-1 0 1 0 0,1 0 0 0 0,-1 0-1 0 0,0 0 1 0 0,1 0 0 0 0,-1 0-1 0 0,-2 4 1 0 0,-3 6-31 0 0,-1 0 0 0 0,0-1 0 0 0,-16 21 1 0 0,14-20 25 0 0,-37 43-593 0 0,36-42-2300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24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102 158 455 0 0,'-2'-1'106'0'0,"0"0"-1"0"0,0 0 1 0 0,1 0-1 0 0,-1 0 1 0 0,0 0-1 0 0,1 0 0 0 0,-1-1 1 0 0,1 1-1 0 0,-1 0 1 0 0,1-1-1 0 0,-2-2 0 0 0,-5-4 660 0 0,8 8-703 0 0,0 0 1 0 0,0 0 0 0 0,-1 0-1 0 0,1 0 1 0 0,0 0 0 0 0,-1 0-1 0 0,1 0 1 0 0,0 0 0 0 0,0 0-1 0 0,-1 0 1 0 0,1 0 0 0 0,0 1-1 0 0,-1-1 1 0 0,1 0 0 0 0,0 0-1 0 0,0 0 1 0 0,0 0 0 0 0,-1 0-1 0 0,1 1 1 0 0,0-1 0 0 0,0 0-1 0 0,-1 0 1 0 0,1 1 0 0 0,0-1-1 0 0,0 0 1 0 0,0 0 0 0 0,0 0-1 0 0,0 1 1 0 0,-1-1 0 0 0,1 0-1 0 0,0 1 1 0 0,0-1 0 0 0,0 0-1 0 0,-8 14 801 0 0,7-10-534 0 0,-3 2 74 0 0,-6 13 121 0 0,9-18-488 0 0,1 0 0 0 0,-1 0 0 0 0,1-1 0 0 0,-1 1 0 0 0,1 0 0 0 0,-1-1 0 0 0,0 1 0 0 0,1-1 0 0 0,-1 1 0 0 0,0-1-1 0 0,1 1 1 0 0,-1-1 0 0 0,0 1 0 0 0,0-1 0 0 0,0 1 0 0 0,1-1 0 0 0,-1 0 0 0 0,-1 1 0 0 0,-6-2 401 0 0,7 0-418 0 0,1 1-1 0 0,-1 0 1 0 0,1 0-1 0 0,-1 0 1 0 0,1 0-1 0 0,-1 0 1 0 0,0 0-1 0 0,1 0 0 0 0,-1 0 1 0 0,1 0-1 0 0,-1 0 1 0 0,0 0-1 0 0,1 0 1 0 0,-1 0-1 0 0,1 0 1 0 0,-1 1-1 0 0,1-1 1 0 0,-1 0-1 0 0,0 0 1 0 0,1 1-1 0 0,-1-1 1 0 0,1 0-1 0 0,-1 1 1 0 0,1-1-1 0 0,0 0 0 0 0,-1 1 1 0 0,0 0-1 0 0,1-1 1 0 0,-1 1-1 0 0,1-1 0 0 0,0 0 0 0 0,-1 1 0 0 0,1-1 0 0 0,0 0 1 0 0,0 1-1 0 0,-1-1 0 0 0,1 0 0 0 0,0 1 0 0 0,0-1 1 0 0,-1 0-1 0 0,1 1 0 0 0,0-1 0 0 0,0 1 0 0 0,0-1 0 0 0,0 0 1 0 0,0 1-1 0 0,0-1 0 0 0,0 1 0 0 0,0 0 0 0 0,0-1 14 0 0,0 0 0 0 0,0 0 0 0 0,1 0 0 0 0,-1 0 0 0 0,0 1 0 0 0,0-1 0 0 0,1 0 0 0 0,-1 0 0 0 0,0 0 0 0 0,1 0 0 0 0,-1 0 0 0 0,0 0 0 0 0,1 0 0 0 0,-1 0 0 0 0,0 0 0 0 0,0 0 0 0 0,1 0 0 0 0,-1 0 0 0 0,0 0 0 0 0,1 0 0 0 0,-1 0 0 0 0,0-1 0 0 0,0 1 0 0 0,1 0 0 0 0,-1 0 0 0 0,0 0 0 0 0,0 0 0 0 0,1 0 0 0 0,-1-1 0 0 0,1 1 604 0 0,3 0-446 0 0,60 12 592 0 0,-54-12-659 0 0,-1 0 0 0 0,0-1 0 0 0,1 0 0 0 0,-1-1 0 0 0,0 1 0 0 0,0-2 0 0 0,13-4 0 0 0,5-1 41 0 0,10-2-4 0 0,89-20 66 0 0,-105 26-178 0 0,-1 1-1 0 0,0 2 1 0 0,1 0 0 0 0,25 2-1 0 0,12 8 1 0 0,-42-5-40 0 0,0-1 0 0 0,0-1 0 0 0,28 0 0 0 0,86-19-63 0 0,-89 10 39 0 0,75-3-1 0 0,-32 7 17 0 0,105-18 0 0 0,-165 19-10 0 0,1 1-1 0 0,-1 1 0 0 0,0 1 1 0 0,0 1-1 0 0,37 8 0 0 0,-29-5-8 0 0,0-1 0 0 0,1-2 0 0 0,-1-1 0 0 0,38-4-1 0 0,42-11-641 0 0,-59 7 322 0 0,0 1-1 0 0,55 2 0 0 0,-88 5 339 0 0,116 1-33 0 0,-106-3 24 0 0,1-2 1 0 0,42-9-1 0 0,6-9 96 0 0,-47 12 3 0 0,65-12 0 0 0,-96 21-89 0 0,3 0-7 0 0,1-1-1 0 0,-1 1 1 0 0,0-1-1 0 0,7-3 1 0 0,-11 4 6 0 0,1 0 0 0 0,0 0 0 0 0,-1-1 0 0 0,1 1 0 0 0,0 0 0 0 0,-1-1 0 0 0,1 1 1 0 0,0 0-1 0 0,-1-1 0 0 0,1 1 0 0 0,-1-1 0 0 0,1 1 0 0 0,-1-1 0 0 0,1 1 0 0 0,-1-1 0 0 0,1 1 0 0 0,-1-1 0 0 0,0 0 0 0 0,1 1 0 0 0,-1-1 0 0 0,0 0 0 0 0,0 1 0 0 0,1-1 1 0 0,-1 0-1 0 0,0 1 0 0 0,0-1 0 0 0,0 0 0 0 0,0 0 0 0 0,0 1 0 0 0,0-1 0 0 0,0 0 0 0 0,0 1 0 0 0,0-1 0 0 0,0 0 0 0 0,0 0 0 0 0,-1 0 0 0 0,0-1-761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29.7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87 749 1695 0 0,'-1'-3'172'0'0,"0"0"1"0"0,0 0-1 0 0,1 0 0 0 0,-1-1 0 0 0,1 1 0 0 0,-1 0 0 0 0,1-1 0 0 0,0 1 0 0 0,0 0 0 0 0,1-1 0 0 0,0-2 0 0 0,-1 0 69 0 0,4-29 1833 0 0,-2 31-809 0 0,-2 23-702 0 0,-2 30-653 0 0,1-28-7 0 0,1 33 0 0 0,1-33 133 0 0,-1 0 0 0 0,-1 0 0 0 0,-3 21 0 0 0,-15 63 143 0 0,17-97-178 0 0,-7 30-22 0 0,4-18-1 0 0,1 0 0 0 0,0 1 0 0 0,0 27 0 0 0,2-35 38 0 0,2-10 71 0 0,0 0 0 0 0,-1 0 0 0 0,1 0-1 0 0,0 0 1 0 0,1 6 0 0 0,-1-9-65 0 0,0 1-1 0 0,0 0 0 0 0,0-1 0 0 0,1 1 0 0 0,-1-1 1 0 0,0 1-1 0 0,0 0 0 0 0,1-1 0 0 0,-1 1 1 0 0,0-1-1 0 0,1 1 0 0 0,-1-1 0 0 0,1 0 0 0 0,-1 1 1 0 0,1-1-1 0 0,-1 1 0 0 0,1-1 0 0 0,-1 0 0 0 0,1 1 1 0 0,-1-1-1 0 0,1 0 0 0 0,0 0 0 0 0,-1 1 0 0 0,1-1 1 0 0,-1 0-1 0 0,1 0 0 0 0,0 0 0 0 0,-1 0 1 0 0,1 0-1 0 0,-1 0 0 0 0,1 0 0 0 0,1 0 0 0 0,36-2 579 0 0,-29 0-530 0 0,0 1 1 0 0,1 1-1 0 0,-1 0 1 0 0,17 2-1 0 0,-8 0 48 0 0,1-1 0 0 0,-1-1 0 0 0,1 0 0 0 0,-1-2 0 0 0,31-6 0 0 0,-22 4 72 0 0,42-2 0 0 0,-4 8-169 0 0,-33 0 5 0 0,55-5-1 0 0,-83 3-25 0 0,66-8 38 0 0,135 1-1 0 0,-107 9 54 0 0,119-11-1 0 0,-70-1-76 0 0,197-22 36 0 0,-268 21 104 0 0,1 4 0 0 0,150 6 0 0 0,-142 2-233 0 0,150-18 0 0 0,-190 13 71 0 0,-30 2 23 0 0,1 1 0 0 0,-1 1-1 0 0,0 0 1 0 0,0 1 0 0 0,0 1-1 0 0,0 0 1 0 0,0 1 0 0 0,0 0-1 0 0,-1 1 1 0 0,15 7 0 0 0,-9-2-53 0 0,0-1 0 0 0,1-1 0 0 0,0 0 0 0 0,0-2 0 0 0,0-1 0 0 0,35 4 0 0 0,137-13 38 0 0,37 2 0 0 0,-1 5 0 0 0,0-18 0 0 0,-215 15 0 0 0,46-1 0 0 0,0 3 0 0 0,79 11 0 0 0,-74-5 0 0 0,111-2 0 0 0,-117-9 14 0 0,122-4 126 0 0,-120 8-82 0 0,60 7 0 0 0,-37 2-181 0 0,139-2 0 0 0,-206-8 123 0 0,180-5 0 0 0,-1 16 0 0 0,107 4 46 0 0,-135-11-28 0 0,72 0-18 0 0,-80-9 0 0 0,111-1-1 0 0,8 0 13 0 0,154-4 169 0 0,-118 11-344 0 0,-21-1 125 0 0,20-7 229 0 0,-174 0-397 0 0,-34 8 422 0 0,-94 0-249 0 0,92-3-26 0 0,-89 1 51 0 0,0 0 0 0 0,0 0 0 0 0,0-2 0 0 0,24-8 0 0 0,-34 10 19 0 0,0 0-1 0 0,0-1 0 0 0,0 0 0 0 0,0 0 1 0 0,0 0-1 0 0,-1-1 0 0 0,1 1 0 0 0,-1-1 1 0 0,0 0-1 0 0,0-1 0 0 0,-1 1 0 0 0,1-1 1 0 0,4-7-1 0 0,-4 4-11 0 0,0 0-1 0 0,-1 0 1 0 0,0 0 0 0 0,0 0-1 0 0,-1-1 1 0 0,0 1 0 0 0,-1-1 0 0 0,1-9-1 0 0,1-5 66 0 0,1 0 0 0 0,1 1 0 0 0,12-33 0 0 0,37-145 187 0 0,-36 124-246 0 0,-13 59 71 0 0,-2-1-1 0 0,0 0 0 0 0,0 1 0 0 0,-2-1 0 0 0,0 0 1 0 0,-2 0-1 0 0,1 0 0 0 0,-2 1 0 0 0,-1-1 1 0 0,0 0-1 0 0,-6-17 0 0 0,0 7 9 0 0,-2 0 0 0 0,-20-38 0 0 0,24 52-95 0 0,-1 1 0 0 0,-1 1 1 0 0,0 0-1 0 0,-1 0 1 0 0,0 0-1 0 0,-19-16 0 0 0,24 25 6 0 0,1 0 0 0 0,-1 0 0 0 0,0 0 0 0 0,0 1 0 0 0,0 0 0 0 0,0 0-1 0 0,0 0 1 0 0,0 0 0 0 0,-1 1 0 0 0,1 0 0 0 0,0 0 0 0 0,-1 1 0 0 0,-5-1 0 0 0,-10 2-145 0 0,1 0 0 0 0,-25 5 0 0 0,0-1-150 0 0,-2-3 153 0 0,-94-9 0 0 0,5-2 150 0 0,98 9-16 0 0,-125-2-228 0 0,116-1 148 0 0,-70-13 0 0 0,59 5 95 0 0,-79-2 0 0 0,-59 7-13 0 0,147 6 1 0 0,-152-8-280 0 0,-68 1-160 0 0,-97-7-47 0 0,95 0 290 0 0,68 8 180 0 0,-244 0-21 0 0,43 10 165 0 0,102-3-42 0 0,168 2-75 0 0,-319 14 0 0 0,217 1-51 0 0,-136 14 86 0 0,-6-6-69 0 0,-4-25 68 0 0,355-2-34 0 0,-421 5 0 0 0,269 4 9 0 0,-219 18-31 0 0,297-14 33 0 0,-328 39-9 0 0,183-28-42 0 0,3-2 0 0 0,-135 10 40 0 0,336-31 0 0 0,-2-1 0 0 0,-1 2 0 0 0,-75 12 0 0 0,119-13 6 0 0,0 0 0 0 0,0 0-1 0 0,0 1 1 0 0,0-1 0 0 0,0 0-1 0 0,0 0 1 0 0,0 0 0 0 0,0 0-1 0 0,0 0 1 0 0,0-1 0 0 0,0 1-1 0 0,0 0 1 0 0,0 0-1 0 0,0-1 1 0 0,0 1 0 0 0,0 0-1 0 0,0-1 1 0 0,0 1 0 0 0,1-1-1 0 0,-1 1 1 0 0,0-1 0 0 0,0 1-1 0 0,-1-2 1 0 0,2 1 0 0 0,0 1 0 0 0,0-1-1 0 0,-1 0 1 0 0,1 1 0 0 0,0-1 0 0 0,0 0 0 0 0,0 0-1 0 0,0 1 1 0 0,0-1 0 0 0,0 0 0 0 0,0 0 0 0 0,0 1-1 0 0,0-1 1 0 0,0 0 0 0 0,0 0 0 0 0,0 1 0 0 0,0-1-1 0 0,1 0 1 0 0,-1 1 0 0 0,0-1 0 0 0,1 0 0 0 0,-1 1-1 0 0,0-1 1 0 0,1 0 0 0 0,-1 1 0 0 0,1-1 0 0 0,-1 1-1 0 0,1-1 1 0 0,-1 1 0 0 0,1-1 0 0 0,0 0 0 0 0,-1 1 5 0 0,0 0 0 0 0,0 0 0 0 0,1 0 0 0 0,-1-1 0 0 0,0 1 1 0 0,0 0-1 0 0,0 0 0 0 0,0 0 0 0 0,0 0 0 0 0,0 0 0 0 0,0 0 0 0 0,0 0 1 0 0,0 0-1 0 0,0-1 0 0 0,0 1 0 0 0,0 0 0 0 0,1 0 0 0 0,-1 0 1 0 0,0 0-1 0 0,0 0 0 0 0,0 0 0 0 0,0 0 0 0 0,0 0 0 0 0,0 0 0 0 0,0 0 1 0 0,1 0-1 0 0,-1 0 0 0 0,0 0 0 0 0,0 0 0 0 0,0 0 0 0 0,0 0 0 0 0,0 0 1 0 0,0 0-1 0 0,0 0 0 0 0,1 0 0 0 0,-1 0 0 0 0,0 0 0 0 0,0 0 0 0 0,0 0 1 0 0,0 0-1 0 0,0 0 0 0 0,0 0 0 0 0,0 0 0 0 0,1 0 0 0 0,-1 0 1 0 0,0 0-1 0 0,0 1 0 0 0,0 6 239 0 0,-4 8-130 0 0,-2-2-94 0 0,-1 0-1 0 0,0-1 1 0 0,-18 23-1 0 0,16-23-15 0 0,0 0 0 0 0,1 1 0 0 0,-10 19-1 0 0,12-16 14 0 0,1-1-1 0 0,1 1 0 0 0,0 0 1 0 0,1 0-1 0 0,-2 26 1 0 0,4-17 110 0 0,1 0 0 0 0,7 49 0 0 0,-6-64-162 0 0,1-1 1 0 0,1 1 0 0 0,0-1 0 0 0,0 1 0 0 0,7 12-1 0 0,0-5-95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0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69 2303 0 0,'2'-12'1906'0'0,"0"0"0"0"0,-1 0-1 0 0,0-20 1 0 0,-13 68 1007 0 0,-62 239-2927 0 0,73-272-206 0 0,0 0 0 0 0,1 0 1 0 0,-1 0-1 0 0,1 0 1 0 0,0 0-1 0 0,0 0 1 0 0,0 0-1 0 0,0 0 0 0 0,1 0 1 0 0,-1 0-1 0 0,1 0 1 0 0,1 3-1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0.3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51 1375 0 0,'2'-7'-124'0'0,"-2"4"644"0"0,0-1 0 0 0,1 1 1 0 0,-1 0-1 0 0,1 0 0 0 0,0 0 0 0 0,0 0 1 0 0,0 0-1 0 0,0 0 0 0 0,1 0 0 0 0,-1 0 1 0 0,1 1-1 0 0,4-6 0 0 0,-6 9-194 0 0,1 0 0 0 0,-1 1 0 0 0,1-1 0 0 0,-1 0 0 0 0,1 0 0 0 0,-1 1 0 0 0,0-1 0 0 0,0 0 0 0 0,0 1 1 0 0,0-1-1 0 0,0 0 0 0 0,0 3 0 0 0,-1 20 260 0 0,-2 0 1 0 0,-1 0-1 0 0,-9 35 1 0 0,-3 17-4864 0 0,13-62-158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1.4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96 1839 0 0,'34'-95'6834'0'0,"-50"145"-1616"0"0,7-11-4845 0 0,-7 61 0 0 0,16-96-368 0 0,-3 22 69 0 0,1 0 1 0 0,1 0 0 0 0,1 0 0 0 0,5 31-1 0 0,-5-55-72 0 0,1 0 0 0 0,-1-1-1 0 0,0 1 1 0 0,1 0 0 0 0,0-1-1 0 0,-1 1 1 0 0,1-1 0 0 0,0 1-1 0 0,0-1 1 0 0,-1 1 0 0 0,1-1-1 0 0,1 1 1 0 0,-1-1 0 0 0,0 0 0 0 0,0 1-1 0 0,0-1 1 0 0,1 0 0 0 0,2 2-1 0 0,-3-3 1 0 0,1 1-1 0 0,-1-1 0 0 0,0 1 1 0 0,1-1-1 0 0,-1 0 1 0 0,1 0-1 0 0,-1 0 0 0 0,1 0 1 0 0,-1 0-1 0 0,1 0 1 0 0,-1 0-1 0 0,1 0 0 0 0,-1 0 1 0 0,1-1-1 0 0,-1 1 1 0 0,0-1-1 0 0,1 1 0 0 0,-1-1 1 0 0,1 1-1 0 0,-1-1 0 0 0,0 0 1 0 0,2-1-1 0 0,6-4-9 0 0,-1-1 0 0 0,-1 0 0 0 0,1 0 0 0 0,-1 0 0 0 0,0-1-1 0 0,-1 0 1 0 0,0 0 0 0 0,10-18 0 0 0,-4 2-45 0 0,0-1 0 0 0,9-29 0 0 0,-18 43 57 0 0,0 0 0 0 0,-1 0 0 0 0,1-23 0 0 0,2-3 588 0 0,-6 36-579 0 0,1 1-1 0 0,0 0 0 0 0,0 0 0 0 0,0 0 0 0 0,0-1 1 0 0,0 1-1 0 0,0 0 0 0 0,0 0 0 0 0,0-1 1 0 0,0 1-1 0 0,0 0 0 0 0,1 0 0 0 0,-1-1 1 0 0,0 1-1 0 0,0 0 0 0 0,0 0 0 0 0,0 0 1 0 0,0-1-1 0 0,0 1 0 0 0,0 0 0 0 0,1 0 0 0 0,-1 0 1 0 0,0-1-1 0 0,0 1 0 0 0,0 0 0 0 0,0 0 1 0 0,1 0-1 0 0,-1 0 0 0 0,0 0 0 0 0,0-1 1 0 0,0 1-1 0 0,1 0 0 0 0,-1 0 0 0 0,5 7 141 0 0,1 13-92 0 0,-2 5 4 0 0,-2 0 1 0 0,-1 32 0 0 0,-1-39-23 0 0,0 0 0 0 0,1 0 0 0 0,1 0 0 0 0,0-1 0 0 0,2 1 0 0 0,6 23 0 0 0,-8-38-43 0 0,-1 0 0 0 0,1 0 0 0 0,-1 0 0 0 0,1 0 0 0 0,0 0 0 0 0,0 0 0 0 0,1 0 0 0 0,-1 0 0 0 0,0-1 0 0 0,1 0 0 0 0,0 1 0 0 0,5 3 0 0 0,-7-5 0 0 0,1-1 0 0 0,-1 1 0 0 0,0 0 0 0 0,1-1 0 0 0,-1 1 0 0 0,1-1 0 0 0,-1 0 0 0 0,1 1 0 0 0,-1-1 0 0 0,1 0 0 0 0,-1 0 0 0 0,1 0 0 0 0,0 0 0 0 0,-1 0 0 0 0,1-1 0 0 0,-1 1 0 0 0,1 0 0 0 0,-1-1 0 0 0,0 1 0 0 0,1-1 0 0 0,-1 1 0 0 0,1-1 0 0 0,-1 0 0 0 0,0 1 0 0 0,1-1 0 0 0,-1 0 0 0 0,0 0 0 0 0,0 0 0 0 0,0 0 0 0 0,1 0 0 0 0,0-3 0 0 0,3-1 25 0 0,0-1 0 0 0,-1 0 0 0 0,0-1 0 0 0,-1 1 0 0 0,1-1 0 0 0,-1 0-1 0 0,0 1 1 0 0,-1-1 0 0 0,3-13 0 0 0,0-5 200 0 0,2-39 0 0 0,0 2-28 0 0,-7 62-180 0 0,0-1-1 0 0,1 0 1 0 0,-1 0-1 0 0,1 1 1 0 0,0-1-1 0 0,-1 0 1 0 0,1 1-1 0 0,0-1 1 0 0,-1 1-1 0 0,1-1 0 0 0,0 1 1 0 0,0-1-1 0 0,-1 1 1 0 0,1-1-1 0 0,0 1 1 0 0,0 0-1 0 0,0-1 1 0 0,0 1-1 0 0,-1 0 1 0 0,1 0-1 0 0,0 0 1 0 0,0 0-1 0 0,0-1 1 0 0,0 1-1 0 0,0 0 1 0 0,0 1-1 0 0,0-1 1 0 0,34 2-57 0 0,-27-2 54 0 0,11 1-49 0 0,-11-1 23 0 0,0 0 0 0 0,0 1 0 0 0,1 0 0 0 0,-1 0 0 0 0,0 1 0 0 0,9 3 0 0 0,-15-4 12 0 0,0 0 0 0 0,0 0-1 0 0,0 0 1 0 0,0 0 0 0 0,0 1 0 0 0,-1-1 0 0 0,1 1 0 0 0,-1-1-1 0 0,1 1 1 0 0,-1-1 0 0 0,1 1 0 0 0,-1 0 0 0 0,0 0 0 0 0,0-1-1 0 0,0 1 1 0 0,0 0 0 0 0,0 0 0 0 0,0 0 0 0 0,0 0 0 0 0,-1 1 0 0 0,1-1-1 0 0,-1 0 1 0 0,1 0 0 0 0,-1 0 0 0 0,0 0 0 0 0,0 1 0 0 0,0-1-1 0 0,-1 4 1 0 0,-7 41-3 0 0,-1 1 33 0 0,9-44-20 0 0,0 0 0 0 0,0 0-1 0 0,0 0 1 0 0,0 0 0 0 0,1 1-1 0 0,-1-2 1 0 0,1 1 0 0 0,0 0 0 0 0,3 6-1 0 0,-4-9-51 0 0,1 1-1 0 0,0-1 1 0 0,0 0 0 0 0,0 1-1 0 0,0-1 1 0 0,0 0-1 0 0,0 0 1 0 0,0 0 0 0 0,0 0-1 0 0,1 0 1 0 0,-1 0-1 0 0,0 0 1 0 0,1 0 0 0 0,-1 0-1 0 0,1-1 1 0 0,-1 1-1 0 0,1 0 1 0 0,-1-1 0 0 0,1 1-1 0 0,-1-1 1 0 0,1 0-1 0 0,0 0 1 0 0,-1 1 0 0 0,1-1-1 0 0,-1 0 1 0 0,1 0-1 0 0,0-1 1 0 0,-1 1 0 0 0,1 0-1 0 0,-1 0 1 0 0,1-1-1 0 0,-1 1 1 0 0,1-1 0 0 0,2-1-1 0 0,11-5-485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1.5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67 21 6911 0 0,'-12'-8'304'0'0,"2"2"64"0"0,3 1-296 0 0,0 4-72 0 0,4 1 0 0 0,2 0 0 0 0,-1 1 0 0 0,-3-1 80 0 0,-1 0-80 0 0,0 0 80 0 0,1 0-152 0 0,2 2-32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2.2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85 105 7831 0 0,'-3'-11'317'0'0,"0"4"75"0"0,2 0 0 0 0,-1-1 0 0 0,0-13-1 0 0,-4 131 5562 0 0,-8 10-4374 0 0,-28 123-2731 0 0,31-174-1814 0 0,22-90-3514 0 0,-8 9 5611 0 0,17-58-2182 0 0,5 1 4867 0 0,-25 67-1630 0 0,1 1 0 0 0,0 0 0 0 0,-1 0 0 0 0,1-1 0 0 0,0 1 0 0 0,0 0 0 0 0,0 0 1 0 0,0 0-1 0 0,0 0 0 0 0,0 0 0 0 0,0 0 0 0 0,1 0 0 0 0,-1 1 0 0 0,0-1 0 0 0,0 0 0 0 0,1 1 0 0 0,-1-1 0 0 0,0 1 1 0 0,3-2-1 0 0,2 1 292 0 0,-1 1 1 0 0,1-1 0 0 0,10 1-1 0 0,2 0-445 0 0,-9-1 39 0 0,0-1-1 0 0,0 0 1 0 0,-1 0-1 0 0,1-1 1 0 0,-1 0-1 0 0,0 0 1 0 0,0-1-1 0 0,0 0 1 0 0,0-1-1 0 0,0 1 1 0 0,-1-1-1 0 0,0-1 1 0 0,0 0 0 0 0,0 0-1 0 0,-1 0 1 0 0,0-1-1 0 0,0 1 1 0 0,5-9-1 0 0,-1-1 188 0 0,0 0-1 0 0,0-1 0 0 0,-2 0 1 0 0,0 0-1 0 0,-1-1 1 0 0,-1 0-1 0 0,7-28 1 0 0,-8 22 33 0 0,-2 15-90 0 0,-1 0 0 0 0,0-1-1 0 0,0 1 1 0 0,-1-1 0 0 0,0 1-1 0 0,-1-1 1 0 0,0 0 0 0 0,0 1-1 0 0,-3-10 1 0 0,3 18-171 0 0,0 0-1 0 0,0 0 1 0 0,0 0-1 0 0,0 0 1 0 0,-1 1 0 0 0,1-1-1 0 0,0 0 1 0 0,-1 0-1 0 0,1 1 1 0 0,0-1 0 0 0,-1 0-1 0 0,1 1 1 0 0,-1-1 0 0 0,1 0-1 0 0,-1 1 1 0 0,0-1-1 0 0,1 1 1 0 0,-2-2 0 0 0,1 2-13 0 0,1 0 1 0 0,-1 0 0 0 0,1 0-1 0 0,-1 0 1 0 0,1 0 0 0 0,-1 0-1 0 0,1 0 1 0 0,-1 0 0 0 0,1 0-1 0 0,0 0 1 0 0,-1 0 0 0 0,1 1-1 0 0,-1-1 1 0 0,1 0 0 0 0,-1 0-1 0 0,1 0 1 0 0,-1 0 0 0 0,1 1-1 0 0,0-1 1 0 0,-1 0 0 0 0,1 1-1 0 0,-1 0 1 0 0,-1 1 5 0 0,0 0 0 0 0,0 0 0 0 0,0 0 0 0 0,0 0 1 0 0,1 1-1 0 0,-1-1 0 0 0,1 1 0 0 0,0 0 0 0 0,-2 2 0 0 0,-5 28-65 0 0,1 0-1 0 0,2 0 1 0 0,-3 64 0 0 0,2-20-39 0 0,3-41 90 0 0,0 0 0 0 0,3 0 0 0 0,1 0 0 0 0,8 52 0 0 0,-8-83-7 0 0,0 0-1 0 0,0 0 0 0 0,1 0 0 0 0,0 0 1 0 0,0-1-1 0 0,0 1 0 0 0,0-1 1 0 0,1 1-1 0 0,0-1 0 0 0,6 7 1 0 0,-8-9-16 0 0,0-1 1 0 0,1 0-1 0 0,-1 0 1 0 0,1 1-1 0 0,-1-1 0 0 0,1 0 1 0 0,-1 0-1 0 0,1-1 1 0 0,0 1-1 0 0,0 0 1 0 0,-1 0-1 0 0,1-1 1 0 0,0 1-1 0 0,0-1 1 0 0,0 0-1 0 0,0 1 0 0 0,0-1 1 0 0,0 0-1 0 0,-1 0 1 0 0,1 0-1 0 0,0 0 1 0 0,0-1-1 0 0,0 1 1 0 0,0 0-1 0 0,0-1 0 0 0,0 1 1 0 0,-1-1-1 0 0,1 0 1 0 0,0 0-1 0 0,-1 0 1 0 0,3-1-1 0 0,4-3-116 0 0,1-1 0 0 0,-1 0-1 0 0,0-1 1 0 0,-1 0 0 0 0,1 0-1 0 0,-1-1 1 0 0,7-10 0 0 0,38-63-275 0 0,-37 55 652 0 0,-19 41 756 0 0,1 1 1 0 0,-2 24 0 0 0,4-29-843 0 0,0-1 0 0 0,1 1 0 0 0,0-1 0 0 0,4 21 0 0 0,-4-29-155 0 0,1 0-1 0 0,-1 1 1 0 0,1-1-1 0 0,0 0 1 0 0,-1 1-1 0 0,1-1 1 0 0,0 0-1 0 0,0 0 1 0 0,1 0-1 0 0,-1 0 1 0 0,0 0-1 0 0,1 0 1 0 0,-1 0-1 0 0,1 0 1 0 0,0-1-1 0 0,-1 1 1 0 0,1 0-1 0 0,0-1 1 0 0,0 0-1 0 0,0 1 1 0 0,0-1-1 0 0,0 0 1 0 0,0 0-1 0 0,1 0 1 0 0,-1 0-1 0 0,0-1 1 0 0,4 2-1 0 0,1-1-168 0 0,0-1 0 0 0,0 0-1 0 0,0 0 1 0 0,0-1 0 0 0,0 0-1 0 0,-1 0 1 0 0,9-2 0 0 0,10-6-6332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2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130 134 7367 0 0,'-1'-2'2'0'0,"0"-4"294"0"0,-1 1 0 0 0,0 0-1 0 0,-1 0 1 0 0,-2-6 0 0 0,4 11-243 0 0,1 0 0 0 0,0-1 1 0 0,0 1-1 0 0,0 0 0 0 0,-1-1 0 0 0,1 1 1 0 0,0 0-1 0 0,0-1 0 0 0,-1 1 0 0 0,1 0 0 0 0,0 0 1 0 0,-1-1-1 0 0,1 1 0 0 0,0 0 0 0 0,-1 0 0 0 0,1 0 1 0 0,0 0-1 0 0,-1-1 0 0 0,1 1 0 0 0,-1 0 0 0 0,1 0 1 0 0,0 0-1 0 0,-1 0 0 0 0,1 0 0 0 0,-1 0 0 0 0,1 0 1 0 0,-1 0-1 0 0,0 1 52 0 0,0-1 1 0 0,1 1-1 0 0,-1 0 0 0 0,0-1 1 0 0,0 1-1 0 0,1 0 0 0 0,-1 0 1 0 0,1-1-1 0 0,-1 1 0 0 0,0 0 1 0 0,1 0-1 0 0,0 0 0 0 0,-1 0 1 0 0,1 0-1 0 0,-1 0 0 0 0,1 2 1 0 0,-9 25 194 0 0,1 1 0 0 0,-5 42 0 0 0,-2 64-103 0 0,2-9 303 0 0,-24 62-672 0 0,37-196-2341 0 0,2-23 1301 0 0,0-3 462 0 0,0-20 1518 0 0,3 0 0 0 0,2 1 0 0 0,2-1 0 0 0,3 2-1 0 0,2 0 1 0 0,25-60 0 0 0,-31 94-301 0 0,1 1 1 0 0,0 0-1 0 0,23-30 1 0 0,-25 38-294 0 0,0 0 1 0 0,1 1-1 0 0,0 0 1 0 0,1 0 0 0 0,0 1-1 0 0,0 0 1 0 0,0 1 0 0 0,11-6-1 0 0,-16 10-132 0 0,-1 1-1 0 0,1-1 0 0 0,-1 1 1 0 0,1 0-1 0 0,0 0 0 0 0,-1 0 1 0 0,1 1-1 0 0,7-1 0 0 0,-9 1-33 0 0,-1 0-1 0 0,0 0 0 0 0,0 0 1 0 0,0 0-1 0 0,1 1 0 0 0,-1-1 1 0 0,0 0-1 0 0,0 1 1 0 0,0-1-1 0 0,1 1 0 0 0,-1-1 1 0 0,0 1-1 0 0,0 0 0 0 0,0-1 1 0 0,0 1-1 0 0,0 0 1 0 0,0 0-1 0 0,0 0 0 0 0,0-1 1 0 0,-1 1-1 0 0,1 0 0 0 0,0 0 1 0 0,0 0-1 0 0,-1 0 1 0 0,1 1-1 0 0,-1-1 0 0 0,1 0 1 0 0,-1 0-1 0 0,1 0 0 0 0,-1 0 1 0 0,1 2-1 0 0,0 4-61 0 0,-1-1 0 0 0,1 1 0 0 0,-1 0 0 0 0,0 0-1 0 0,-1 0 1 0 0,0 0 0 0 0,0 0 0 0 0,0-1 0 0 0,-1 1 0 0 0,0 0 0 0 0,0-1-1 0 0,-1 0 1 0 0,0 1 0 0 0,-3 5 0 0 0,-1 0-78 0 0,0-1 0 0 0,0 0 1 0 0,-1-1-1 0 0,-1 0 0 0 0,1 0 0 0 0,-16 12 1 0 0,17-16 66 0 0,-1 0 1 0 0,0-1 0 0 0,0 0 0 0 0,0 0 0 0 0,0-1 0 0 0,-12 5 0 0 0,16-8 75 0 0,0 0-1 0 0,0 0 1 0 0,0 0 0 0 0,-1 0 0 0 0,1 0 0 0 0,0-1-1 0 0,0 0 1 0 0,0 0 0 0 0,-1 0 0 0 0,1 0 0 0 0,0-1-1 0 0,0 1 1 0 0,0-1 0 0 0,0 0 0 0 0,0 0-1 0 0,-5-3 1 0 0,8 4-13 0 0,0-1-1 0 0,0 1 1 0 0,0-1 0 0 0,0 0-1 0 0,0 1 1 0 0,0-1-1 0 0,0 0 1 0 0,0 0-1 0 0,0 0 1 0 0,1 0 0 0 0,-1 1-1 0 0,0-1 1 0 0,1 0-1 0 0,-1 0 1 0 0,1 0-1 0 0,-1 0 1 0 0,1-1 0 0 0,-1 1-1 0 0,1 0 1 0 0,0 0-1 0 0,-1 0 1 0 0,1 0-1 0 0,0 0 1 0 0,0 0 0 0 0,0-1-1 0 0,0 1 1 0 0,0 0-1 0 0,0 0 1 0 0,0 0-1 0 0,0 0 1 0 0,1-2 0 0 0,7-13-4527 0 0,0 8-585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3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1 689 4143 0 0,'-1'-5'413'0'0,"1"-1"0"0"0,0 1 0 0 0,0 0 0 0 0,0 0 0 0 0,1 0-1 0 0,0 0 1 0 0,0 0 0 0 0,0 0 0 0 0,3-7 0 0 0,-1 1 101 0 0,3-13 1154 0 0,1 0 0 0 0,12-27 0 0 0,-13 40-1326 0 0,0-1 0 0 0,0 1 0 0 0,1 0 0 0 0,0 1 0 0 0,0 0-1 0 0,12-12 1 0 0,-16 19-329 0 0,0 1 0 0 0,1-1 1 0 0,-1 0-1 0 0,1 1 0 0 0,0 0 0 0 0,0 0 0 0 0,0 0 0 0 0,0 0 0 0 0,0 1 0 0 0,0-1 1 0 0,0 1-1 0 0,1 0 0 0 0,-1 0 0 0 0,0 1 0 0 0,1-1 0 0 0,-1 1 0 0 0,0 0 0 0 0,1 0 1 0 0,-1 1-1 0 0,1-1 0 0 0,-1 1 0 0 0,0 0 0 0 0,0 0 0 0 0,1 0 0 0 0,-1 1 0 0 0,0 0 0 0 0,0 0 1 0 0,0 0-1 0 0,-1 0 0 0 0,1 0 0 0 0,0 1 0 0 0,-1-1 0 0 0,1 1 0 0 0,-1 0 0 0 0,0 0 1 0 0,0 0-1 0 0,0 1 0 0 0,-1-1 0 0 0,1 1 0 0 0,-1-1 0 0 0,1 1 0 0 0,-1 0 0 0 0,-1 0 1 0 0,1 0-1 0 0,0 0 0 0 0,-1 0 0 0 0,0 1 0 0 0,0-1 0 0 0,1 7 0 0 0,-2-2-47 0 0,-1-1-1 0 0,0 0 1 0 0,0 0-1 0 0,0 0 1 0 0,-1 1 0 0 0,-6 14-1 0 0,6-16-65 0 0,-1 0 0 0 0,1 1 0 0 0,0-1 0 0 0,1 1 0 0 0,0-1 0 0 0,0 1 0 0 0,1-1 0 0 0,0 11 0 0 0,0-17 95 0 0,0 0 1 0 0,0 0 0 0 0,0-1-1 0 0,0 1 1 0 0,0 0-1 0 0,0 0 1 0 0,0-1-1 0 0,1 1 1 0 0,-1 0-1 0 0,0 0 1 0 0,0-1-1 0 0,1 1 1 0 0,-1 0 0 0 0,0-1-1 0 0,1 1 1 0 0,-1 0-1 0 0,1-1 1 0 0,-1 1-1 0 0,1-1 1 0 0,-1 1-1 0 0,1-1 1 0 0,0 1-1 0 0,-1-1 1 0 0,1 1 0 0 0,-1-1-1 0 0,1 0 1 0 0,0 1-1 0 0,-1-1 1 0 0,1 0-1 0 0,0 1 1 0 0,0-1-1 0 0,-1 0 1 0 0,1 0-1 0 0,0 0 1 0 0,0 0 0 0 0,-1 0-1 0 0,1 0 1 0 0,0 0-1 0 0,0 0 1 0 0,-1 0-1 0 0,1 0 1 0 0,0 0-1 0 0,0 0 1 0 0,-1 0-1 0 0,1-1 1 0 0,0 1 0 0 0,0 0-1 0 0,-1 0 1 0 0,1-1-1 0 0,0 1 1 0 0,-1-1-1 0 0,2 0 1 0 0,5-3-17 0 0,0 0 0 0 0,-1-1 0 0 0,12-11 0 0 0,-14 13-22 0 0,10-9-11 0 0,-2-1 0 0 0,1-1 0 0 0,-1 1 0 0 0,-1-2 0 0 0,-1 0 0 0 0,14-25 0 0 0,-22 36 153 0 0,-1 1 0 0 0,1-1 1 0 0,-1 1-1 0 0,0-1 0 0 0,0 0 1 0 0,0 1-1 0 0,0-8 0 0 0,-1 22 232 0 0,0-1-1 0 0,0 0 1 0 0,2 0-1 0 0,-1 0 1 0 0,1 0-1 0 0,0 0 1 0 0,8 18-1 0 0,-5-16-305 0 0,1-1 1 0 0,0 0-1 0 0,11 14 0 0 0,-14-21-19 0 0,1 1 0 0 0,-1-1-1 0 0,1 0 1 0 0,0 0 0 0 0,0-1 0 0 0,0 1-1 0 0,0-1 1 0 0,1 0 0 0 0,0 0-1 0 0,6 3 1 0 0,-9-6-16 0 0,-1 1 1 0 0,1 0-1 0 0,-1-1 0 0 0,0 1 0 0 0,1-1 0 0 0,-1 0 0 0 0,1 1 1 0 0,-1-1-1 0 0,1 0 0 0 0,0 0 0 0 0,-1 0 0 0 0,1 0 0 0 0,-1 0 1 0 0,1 0-1 0 0,-1 0 0 0 0,1-1 0 0 0,-1 1 0 0 0,1-1 1 0 0,-1 1-1 0 0,1-1 0 0 0,-1 1 0 0 0,0-1 0 0 0,1 0 0 0 0,-1 0 1 0 0,0 1-1 0 0,0-1 0 0 0,1 0 0 0 0,-1 0 0 0 0,0-1 0 0 0,0 1 1 0 0,0 0-1 0 0,0 0 0 0 0,0 0 0 0 0,0-1 0 0 0,-1 1 0 0 0,1 0 1 0 0,0-1-1 0 0,-1 1 0 0 0,2-2 0 0 0,-1-2-36 0 0,0 0 0 0 0,0 0 0 0 0,0 0 0 0 0,0 0 0 0 0,-1 0 0 0 0,0 0 0 0 0,0 0 0 0 0,0 0-1 0 0,0 0 1 0 0,-3-8 0 0 0,-1-7-203 0 0,-2 1-1 0 0,0 0 1 0 0,-2 0-1 0 0,0 1 1 0 0,0 0-1 0 0,-2 0 1 0 0,-20-27-1 0 0,29 44 254 0 0,0 0 0 0 0,0 0-1 0 0,0-1 1 0 0,0 1 0 0 0,0 1-1 0 0,0-1 1 0 0,-1 0 0 0 0,1 0-1 0 0,0 0 1 0 0,0 1 0 0 0,-1-1-1 0 0,1 0 1 0 0,-3 0 0 0 0,4 1 2 0 0,0 0 0 0 0,0 0 0 0 0,0 0 1 0 0,-1 0-1 0 0,1 0 0 0 0,0 0 0 0 0,0 0 0 0 0,0 0 1 0 0,0 0-1 0 0,-1 0 0 0 0,1 0 0 0 0,0 0 1 0 0,0 0-1 0 0,0 0 0 0 0,0 1 0 0 0,-1-1 0 0 0,1 0 1 0 0,0 0-1 0 0,0 0 0 0 0,0 0 0 0 0,0 0 0 0 0,0 0 1 0 0,-1 0-1 0 0,1 0 0 0 0,0 1 0 0 0,0-1 1 0 0,0 0-1 0 0,0 0 0 0 0,0 0 0 0 0,0 0 0 0 0,0 0 1 0 0,0 1-1 0 0,0-1 0 0 0,-1 0 0 0 0,1 0 0 0 0,0 0 1 0 0,4 13 285 0 0,-2-10-269 0 0,-1 1 0 0 0,1-1 0 0 0,1 0 0 0 0,-1 1 0 0 0,0-1 0 0 0,1 0 0 0 0,0-1 0 0 0,0 1 0 0 0,-1 0-1 0 0,1-1 1 0 0,1 0 0 0 0,-1 0 0 0 0,0 0 0 0 0,1 0 0 0 0,4 2 0 0 0,-3-2-16 0 0,0-1-1 0 0,1 1 0 0 0,-1-1 1 0 0,1-1-1 0 0,-1 1 0 0 0,0-1 0 0 0,1 0 1 0 0,-1 0-1 0 0,1 0 0 0 0,5-2 1 0 0,-2 0 8 0 0,0 0 0 0 0,0 0 0 0 0,0-1 0 0 0,0-1 1 0 0,0 1-1 0 0,-1-2 0 0 0,0 1 0 0 0,1-1 0 0 0,-2 0 1 0 0,1-1-1 0 0,-1 1 0 0 0,10-10 0 0 0,-10 6 24 0 0,0-1-1 0 0,0 1 1 0 0,-1-1-1 0 0,0 0 0 0 0,-1-1 1 0 0,0 0-1 0 0,-1 1 1 0 0,0-1-1 0 0,0-1 1 0 0,-1 1-1 0 0,-1 0 0 0 0,2-13 1 0 0,-1-15 1 0 0,-1-1 1 0 0,-5-47 0 0 0,2 64-44 0 0,1 18 19 0 0,-3-27 62 0 0,3 30-37 0 0,0-1 1 0 0,-1 1-1 0 0,1 0 0 0 0,-1 0 0 0 0,0-1 1 0 0,1 1-1 0 0,-1 0 0 0 0,0 0 0 0 0,0 0 1 0 0,-1 0-1 0 0,-1-2 0 0 0,3 4-34 0 0,0 0 0 0 0,0-1-1 0 0,0 1 1 0 0,0 0 0 0 0,0 0 0 0 0,-1 0-1 0 0,1 0 1 0 0,0 0 0 0 0,0 0 0 0 0,0-1-1 0 0,0 1 1 0 0,-1 0 0 0 0,1 0 0 0 0,0 0-1 0 0,0 0 1 0 0,0 0 0 0 0,-1 0 0 0 0,1 0-1 0 0,0 0 1 0 0,0 0 0 0 0,0 0 0 0 0,-1 0-1 0 0,1 0 1 0 0,0 0 0 0 0,0 0 0 0 0,0 0-1 0 0,-1 0 1 0 0,1 0 0 0 0,0 0 0 0 0,0 0-1 0 0,0 0 1 0 0,-1 0 0 0 0,1 1 0 0 0,0-1-1 0 0,0 0 1 0 0,-6 8 91 0 0,0 14-69 0 0,5-20-15 0 0,-9 44-92 0 0,2 0-1 0 0,2 0 1 0 0,2 1-1 0 0,1 0 1 0 0,3 0-1 0 0,2-1 1 0 0,2 1-1 0 0,14 64 1 0 0,-15-99 76 0 0,0 0 0 0 0,1 0 0 0 0,1-1 0 0 0,-1 0 0 0 0,2 0 0 0 0,6 11 0 0 0,-10-19-6 0 0,0 0-1 0 0,0 0 1 0 0,1 0 0 0 0,-1 0-1 0 0,0-1 1 0 0,1 1 0 0 0,0-1 0 0 0,0 1-1 0 0,-1-1 1 0 0,1 0 0 0 0,1 0-1 0 0,-1 0 1 0 0,0-1 0 0 0,0 1-1 0 0,1-1 1 0 0,-1 1 0 0 0,1-1-1 0 0,-1-1 1 0 0,1 1 0 0 0,-1 0-1 0 0,1-1 1 0 0,0 1 0 0 0,-1-1 0 0 0,5-1-1 0 0,-5 1-9 0 0,0-1-1 0 0,-1 0 0 0 0,1 0 1 0 0,-1 0-1 0 0,1 0 0 0 0,-1 0 1 0 0,1 0-1 0 0,-1-1 1 0 0,0 1-1 0 0,0-1 0 0 0,0 0 1 0 0,0 1-1 0 0,0-1 0 0 0,0 0 1 0 0,0 0-1 0 0,-1-1 0 0 0,1 1 1 0 0,-1 0-1 0 0,1 0 1 0 0,-1-1-1 0 0,2-4 0 0 0,2-5-38 0 0,-1 0 0 0 0,0 0 0 0 0,2-16 0 0 0,-4 21 71 0 0,0-2 54 0 0,-1 0-1 0 0,1-1 0 0 0,-1 0 1 0 0,-1 1-1 0 0,0-1 0 0 0,0 0 1 0 0,-1 1-1 0 0,0-1 0 0 0,-3-13 1 0 0,3 22-43 0 0,1 1 1 0 0,0-1-1 0 0,0 1 1 0 0,0-1-1 0 0,0 1 1 0 0,-1-1 0 0 0,1 1-1 0 0,0-1 1 0 0,0 1-1 0 0,-1-1 1 0 0,1 1-1 0 0,0 0 1 0 0,-1-1-1 0 0,1 1 1 0 0,-1 0 0 0 0,1-1-1 0 0,0 1 1 0 0,-1 0-1 0 0,1-1 1 0 0,-1 1-1 0 0,1 0 1 0 0,-1 0 0 0 0,1-1-1 0 0,-1 1 1 0 0,1 0-1 0 0,-1 0 1 0 0,1 0-1 0 0,-1 0 1 0 0,1 0-1 0 0,-1 0 1 0 0,0 0-10 0 0,1 0 0 0 0,-1 0 0 0 0,1 0 0 0 0,0 1 0 0 0,-1-1 0 0 0,1 0 0 0 0,-1 0 1 0 0,1 1-1 0 0,0-1 0 0 0,-1 0 0 0 0,1 0 0 0 0,0 1 0 0 0,0-1 0 0 0,-1 0 0 0 0,1 1 0 0 0,0-1 0 0 0,0 1 0 0 0,-1-1 0 0 0,1 0 0 0 0,0 1 0 0 0,0-1 0 0 0,0 1 0 0 0,0-1 1 0 0,0 0-1 0 0,-1 1 0 0 0,1-1 0 0 0,0 1 0 0 0,0-1 0 0 0,0 1 0 0 0,0-1 0 0 0,0 0 0 0 0,0 1 0 0 0,1-1 0 0 0,-1 2 0 0 0,0 1-44 0 0,1 1 0 0 0,0 0 0 0 0,0-1 0 0 0,0 1 0 0 0,1 0 0 0 0,-1-1-1 0 0,1 1 1 0 0,-1-1 0 0 0,1 0 0 0 0,3 4 0 0 0,9 7-5193 0 0,-3-7-541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4.7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142 562 4143 0 0,'-1'-24'619'0'0,"-2"-12"2488"0"0,3 34-2826 0 0,-1 0 0 0 0,1 0-1 0 0,-1 0 1 0 0,1 0 0 0 0,-1 0-1 0 0,0 1 1 0 0,0-1 0 0 0,1 0-1 0 0,-1 0 1 0 0,-1 1 0 0 0,1-1-1 0 0,0 1 1 0 0,0-1 0 0 0,-2-1-1 0 0,1 2-147 0 0,1 1 0 0 0,0-1 0 0 0,0 1-1 0 0,0-1 1 0 0,0 1 0 0 0,-1 0 0 0 0,1-1-1 0 0,0 1 1 0 0,0 0 0 0 0,-1 0 0 0 0,1 0-1 0 0,0 0 1 0 0,-1 0 0 0 0,1 0 0 0 0,0 0-1 0 0,0 0 1 0 0,-1 0 0 0 0,1 1 0 0 0,0-1-1 0 0,0 1 1 0 0,0-1 0 0 0,-1 1 0 0 0,1-1-1 0 0,0 1 1 0 0,0 0 0 0 0,0-1 0 0 0,0 1-1 0 0,0 0 1 0 0,-1 1 0 0 0,-4 3 79 0 0,0 0 1 0 0,1 1-1 0 0,-7 7 1 0 0,11-12-191 0 0,-7 9 53 0 0,1-1-1 0 0,0 2 1 0 0,1-1-1 0 0,0 1 1 0 0,1 0 0 0 0,-6 14-1 0 0,10-20-66 0 0,-1 1-1 0 0,1-1 1 0 0,0 0-1 0 0,0 1 1 0 0,1-1-1 0 0,-1 1 1 0 0,2 6-1 0 0,-1-9 0 0 0,0 0-1 0 0,1-1 0 0 0,0 1 0 0 0,-1 0 0 0 0,1 0 0 0 0,0 0 0 0 0,0-1 0 0 0,1 1 0 0 0,-1 0 0 0 0,0-1 0 0 0,1 1 0 0 0,0-1 0 0 0,0 0 0 0 0,2 3 0 0 0,-2-3-6 0 0,0 0 1 0 0,1-1-1 0 0,-1 0 0 0 0,0 1 0 0 0,1-1 1 0 0,-1 0-1 0 0,1 0 0 0 0,-1 0 0 0 0,1 0 1 0 0,-1-1-1 0 0,1 1 0 0 0,0-1 0 0 0,-1 0 1 0 0,1 1-1 0 0,0-1 0 0 0,-1 0 0 0 0,1-1 1 0 0,0 1-1 0 0,-1 0 0 0 0,1-1 0 0 0,0 1 1 0 0,-1-1-1 0 0,1 0 0 0 0,3-2 0 0 0,1 0-50 0 0,1 0-1 0 0,-2 0 0 0 0,1-1 0 0 0,0 0 1 0 0,-1-1-1 0 0,0 1 0 0 0,9-9 0 0 0,-8 6-63 0 0,0-1 0 0 0,-1 0 0 0 0,0-1 0 0 0,0 1-1 0 0,0-1 1 0 0,-1-1 0 0 0,-1 1 0 0 0,0-1 0 0 0,0 0-1 0 0,4-16 1 0 0,-8 21 232 0 0,-4 11 211 0 0,-3 10 112 0 0,5-6-321 0 0,0-1-1 0 0,1 0 1 0 0,0 1-1 0 0,0-1 1 0 0,1 1-1 0 0,1-1 1 0 0,-1 1 0 0 0,1-1-1 0 0,3 10 1 0 0,-3-16-112 0 0,0 1 1 0 0,0-1 0 0 0,0 0 0 0 0,0 0-1 0 0,1 0 1 0 0,-1 0 0 0 0,1 0 0 0 0,0-1 0 0 0,0 1-1 0 0,0 0 1 0 0,0-1 0 0 0,4 4 0 0 0,-3-4-9 0 0,-1-1 1 0 0,0 0-1 0 0,1 1 1 0 0,-1-1 0 0 0,0 0-1 0 0,1 0 1 0 0,-1-1-1 0 0,1 1 1 0 0,0 0 0 0 0,-1-1-1 0 0,1 0 1 0 0,-1 1-1 0 0,1-1 1 0 0,0 0-1 0 0,-1 0 1 0 0,1-1 0 0 0,5 0-1 0 0,3-2 6 0 0,0 0-1 0 0,0-1 0 0 0,-1 0 0 0 0,1-1 1 0 0,-1 0-1 0 0,0 0 0 0 0,0-1 1 0 0,-1 0-1 0 0,0-1 0 0 0,0 0 0 0 0,14-16 1 0 0,-6 5 30 0 0,-1-1 0 0 0,-1 0 1 0 0,-1-1-1 0 0,18-32 1 0 0,-16 18 7 0 0,-1 0 1 0 0,-1 0 0 0 0,-2-1 0 0 0,-1-1 0 0 0,-2 0-1 0 0,-2 0 1 0 0,-1-1 0 0 0,-1 0 0 0 0,-2-52 0 0 0,-3 81-1 0 0,-1 0 1 0 0,0 0 0 0 0,0 0 0 0 0,-1 0 0 0 0,0 0 0 0 0,0 0 0 0 0,-4-8 0 0 0,5 14-7 0 0,1 1 0 0 0,-1-1 0 0 0,0 0 0 0 0,0 1 0 0 0,0-1 0 0 0,0 1 0 0 0,0-1 0 0 0,0 1 0 0 0,0-1 0 0 0,-1 1 0 0 0,1 0 0 0 0,0 0 0 0 0,-1 0 0 0 0,1 0 0 0 0,-1 0 0 0 0,0 0 0 0 0,1 0 0 0 0,-1 0-1 0 0,1 0 1 0 0,-1 1 0 0 0,0-1 0 0 0,0 1 0 0 0,1-1 0 0 0,-1 1 0 0 0,0 0 0 0 0,0 0 0 0 0,0-1 0 0 0,0 1 0 0 0,1 1 0 0 0,-1-1 0 0 0,0 0 0 0 0,0 0 0 0 0,0 1 0 0 0,1-1 0 0 0,-1 1 0 0 0,0-1 0 0 0,-2 2 0 0 0,0 0-18 0 0,-1 1 0 0 0,1 0 0 0 0,0 0 1 0 0,0 0-1 0 0,0 0 0 0 0,1 0 0 0 0,-1 1 0 0 0,1 0 0 0 0,-1 0 0 0 0,1 0 0 0 0,1 0 0 0 0,-4 5 0 0 0,-2 5-27 0 0,1 0 0 0 0,-8 24 0 0 0,3-4 8 0 0,2 0 0 0 0,2 1 0 0 0,1 1 0 0 0,2-1 0 0 0,-2 42 0 0 0,7-55-8 0 0,0 0 0 0 0,1 0 0 0 0,2-1 0 0 0,0 1 0 0 0,1-1 0 0 0,1 1 0 0 0,1-1 0 0 0,1-1 0 0 0,16 36 0 0 0,-18-47-45 0 0,1 0 0 0 0,0 0-1 0 0,0-1 1 0 0,0 0 0 0 0,1 0-1 0 0,1 0 1 0 0,-1-1 0 0 0,18 12 0 0 0,-24-18-46 0 0,1 1 1 0 0,-1-1-1 0 0,1 0 1 0 0,0-1-1 0 0,0 1 1 0 0,-1 0-1 0 0,1 0 1 0 0,0-1-1 0 0,0 1 1 0 0,0-1-1 0 0,0 0 1 0 0,-1 1-1 0 0,1-1 1 0 0,0 0 0 0 0,0 0-1 0 0,0 0 1 0 0,0 0-1 0 0,0-1 1 0 0,0 1-1 0 0,3-2 1 0 0,-2 1-32 0 0,-1 0 1 0 0,1-1-1 0 0,-1 1 0 0 0,0-1 1 0 0,0 0-1 0 0,0 0 1 0 0,0 0-1 0 0,0 0 1 0 0,0 0-1 0 0,0 0 0 0 0,-1 0 1 0 0,3-5-1 0 0,2-5-182 0 0,0-1 0 0 0,-1 0 0 0 0,-1 0 0 0 0,5-21 0 0 0,-1 2 1061 0 0,1-1-1 0 0,17-36 0 0 0,-26 68-659 0 0,1-1 0 0 0,0 1 0 0 0,0-1 0 0 0,0 1-1 0 0,-1-1 1 0 0,1 1 0 0 0,0 0 0 0 0,1-1 0 0 0,-1 1-1 0 0,0 0 1 0 0,0 0 0 0 0,1 0 0 0 0,-1 0 0 0 0,0 0 0 0 0,1 0-1 0 0,-1 0 1 0 0,1 0 0 0 0,-1 1 0 0 0,4-2 0 0 0,-4 2-61 0 0,0 0 0 0 0,0 0 0 0 0,0 0 0 0 0,0 0 1 0 0,0 0-1 0 0,1 0 0 0 0,-1 0 0 0 0,0 1 0 0 0,0-1 0 0 0,0 0 1 0 0,0 1-1 0 0,0-1 0 0 0,0 1 0 0 0,0-1 0 0 0,0 1 1 0 0,0 0-1 0 0,0-1 0 0 0,0 1 0 0 0,0 0 0 0 0,0 0 0 0 0,0-1 1 0 0,-1 1-1 0 0,1 0 0 0 0,0 0 0 0 0,-1 0 0 0 0,1 0 1 0 0,-1 0-1 0 0,1 0 0 0 0,0 2 0 0 0,4 8-6 0 0,1-1 1 0 0,0 0-1 0 0,1 0 0 0 0,0-1 1 0 0,16 17-1 0 0,-18-21-382 0 0,1 0 0 0 0,0 0 0 0 0,0-1 0 0 0,1 0 0 0 0,-1 0 1 0 0,1-1-1 0 0,0 1 0 0 0,0-1 0 0 0,0-1 0 0 0,8 2 0 0 0,-15-3 319 0 0,1-1-1 0 0,-1 0 0 0 0,0 1 0 0 0,0-1 1 0 0,0 0-1 0 0,0 0 0 0 0,0 1 1 0 0,1-1-1 0 0,-1 0 0 0 0,0 1 0 0 0,0-1 1 0 0,0 0-1 0 0,0 1 0 0 0,0-1 1 0 0,0 0-1 0 0,0 1 0 0 0,0-1 1 0 0,0 0-1 0 0,0 0 0 0 0,0 1 0 0 0,0-1 1 0 0,0 0-1 0 0,-1 1 0 0 0,1-1 1 0 0,0 0-1 0 0,0 1 0 0 0,0-1 0 0 0,0 0 1 0 0,0 0-1 0 0,-1 1 0 0 0,-7 16 520 0 0,4-9-301 0 0,2-1 141 0 0,-1 1 0 0 0,2-1 1 0 0,-1 1-1 0 0,1-1 0 0 0,0 1 0 0 0,0-1 1 0 0,1 1-1 0 0,0 0 0 0 0,2 9 0 0 0,-2-15-305 0 0,0 1 0 0 0,1-1 0 0 0,-1 1 0 0 0,1-1 0 0 0,0 0 0 0 0,-1 0 0 0 0,1 1 1 0 0,0-1-1 0 0,0 0 0 0 0,0 0 0 0 0,1 0 0 0 0,-1 0 0 0 0,0 0 0 0 0,1 0 0 0 0,-1 0 0 0 0,1 0 0 0 0,0-1 0 0 0,0 1 0 0 0,0-1 0 0 0,-1 1 0 0 0,1-1 0 0 0,1 0 0 0 0,-1 0 0 0 0,0 0 0 0 0,0 0 0 0 0,0 0 0 0 0,1 0 0 0 0,-1 0 0 0 0,0-1 0 0 0,1 1 0 0 0,-1-1 0 0 0,0 0 0 0 0,4 1 0 0 0,-3-1-610 0 0,-1-1-1 0 0,1 1 0 0 0,-1 0 1 0 0,1-1-1 0 0,-1 0 1 0 0,1 1-1 0 0,-1-1 1 0 0,4-2-1 0 0,8-5-5378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4.9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2 10591 0 0,'-11'-2'472'0'0,"5"2"96"0"0,1 0-456 0 0,2 0-112 0 0,1 2 0 0 0,4-1-216 0 0,-1 2-64 0 0,1 2-8 0 0,1 0-8 0 0,3 2 56 0 0,3 3 16 0 0,4 1 0 0 0,-2-1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5.3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0 676 3679 0 0,'3'-6'134'0'0,"0"-1"-1"0"0,1 1 1 0 0,0 0-1 0 0,0-1 0 0 0,7-6 1 0 0,3-6 97 0 0,16-26 1455 0 0,-1-1 1 0 0,-3-1-1 0 0,27-69 0 0 0,-43 91-993 0 0,-1 0 1 0 0,-2-1 0 0 0,-1 0 0 0 0,-1-1 0 0 0,-1 1 0 0 0,-1-1 0 0 0,-1 0 0 0 0,-4-48 0 0 0,1 68-595 0 0,0 0 1 0 0,0 1 0 0 0,-1-1 0 0 0,0 1 0 0 0,0-1 0 0 0,-5-9 0 0 0,6 15-109 0 0,1 0-1 0 0,-1 0 1 0 0,1 0 0 0 0,-1 0 0 0 0,1 0 0 0 0,-1 0 0 0 0,0 0 0 0 0,1 0-1 0 0,-1 1 1 0 0,0-1 0 0 0,0 0 0 0 0,0 0 0 0 0,1 1 0 0 0,-1-1-1 0 0,0 0 1 0 0,0 1 0 0 0,0-1 0 0 0,0 1 0 0 0,0-1 0 0 0,0 1 0 0 0,0-1-1 0 0,0 1 1 0 0,-1 0 0 0 0,1 0 0 0 0,0 0 0 0 0,0-1 0 0 0,0 1-1 0 0,0 0 1 0 0,0 0 0 0 0,0 0 0 0 0,-1 1 0 0 0,1-1 0 0 0,0 0 0 0 0,0 0-1 0 0,0 1 1 0 0,0-1 0 0 0,0 0 0 0 0,0 1 0 0 0,0-1 0 0 0,0 1-1 0 0,0 0 1 0 0,0-1 0 0 0,0 1 0 0 0,0 0 0 0 0,1-1 0 0 0,-1 1 0 0 0,0 0-1 0 0,-1 1 1 0 0,-1 2-32 0 0,-1 0 0 0 0,1 0 0 0 0,-1 1 0 0 0,1-1 0 0 0,0 1 0 0 0,1 0 0 0 0,-1 0 0 0 0,1 0 0 0 0,0 1 0 0 0,0-1 0 0 0,1 0 0 0 0,-1 1 0 0 0,0 9 0 0 0,0 7-4 0 0,1 0 0 0 0,1 24 0 0 0,1-32 16 0 0,20 303 15 0 0,-18-298 14 0 0,1 0 0 0 0,8 27 0 0 0,-10-42 0 0 0,-1 1 0 0 0,1-1 0 0 0,0 0 0 0 0,0 0 0 0 0,0 0 0 0 0,0 0 0 0 0,1 0 0 0 0,-1 0 0 0 0,1-1 0 0 0,0 1 0 0 0,1-1 0 0 0,-1 0 0 0 0,0 0 0 0 0,1 0 0 0 0,0 0 0 0 0,5 2 0 0 0,-6-4 1 0 0,0 0 0 0 0,0 0 0 0 0,0-1-1 0 0,0 0 1 0 0,0 1 0 0 0,0-1 0 0 0,0 0 0 0 0,0-1-1 0 0,0 1 1 0 0,0 0 0 0 0,0-1 0 0 0,0 0-1 0 0,0 1 1 0 0,0-1 0 0 0,0-1 0 0 0,0 1 0 0 0,0 0-1 0 0,-1-1 1 0 0,1 1 0 0 0,3-3 0 0 0,2-2 7 0 0,0 0 0 0 0,-1 0 0 0 0,0 0-1 0 0,0-1 1 0 0,7-9 0 0 0,-6 6-24 0 0,-1-1 0 0 0,0 0 0 0 0,-1 0 0 0 0,9-21 0 0 0,-12 25 151 0 0,-1 0-1 0 0,1 0 0 0 0,-2 0 1 0 0,1 0-1 0 0,-1-1 1 0 0,0 1-1 0 0,0 0 0 0 0,-1-1 1 0 0,-1-11-1 0 0,1 17 14 0 0,-1 0 0 0 0,1 0 0 0 0,-1 0 0 0 0,1 1 0 0 0,-1-1 0 0 0,0 0 0 0 0,0 1 0 0 0,0-1 0 0 0,0 1 0 0 0,-2-3 0 0 0,3 3-109 0 0,0 1 0 0 0,0 0 1 0 0,0 0-1 0 0,0 0 0 0 0,-1 0 0 0 0,1-1 0 0 0,0 1 0 0 0,0 0 0 0 0,0 0 0 0 0,0 0 1 0 0,-1 0-1 0 0,1 0 0 0 0,0 0 0 0 0,0 0 0 0 0,0 0 0 0 0,-1 0 0 0 0,1 0 1 0 0,0-1-1 0 0,0 1 0 0 0,-1 0 0 0 0,1 0 0 0 0,0 0 0 0 0,0 0 0 0 0,0 0 1 0 0,-1 1-1 0 0,1-1 0 0 0,0 0 0 0 0,0 0 0 0 0,-1 0 0 0 0,1 0 0 0 0,-1 1 0 0 0,1-1 0 0 0,-1 1 0 0 0,1-1 0 0 0,-1 1 0 0 0,1 0-1 0 0,0-1 1 0 0,-1 1 0 0 0,1 0 0 0 0,0-1 0 0 0,-1 1 0 0 0,1 0 0 0 0,0 0-1 0 0,0-1 1 0 0,0 2 0 0 0,-1 6-47 0 0,0 0-1 0 0,1 0 1 0 0,0 0-1 0 0,0 0 1 0 0,1-1 0 0 0,0 1-1 0 0,0 0 1 0 0,1 0-1 0 0,0-1 1 0 0,1 1-1 0 0,-1-1 1 0 0,1 0-1 0 0,1 0 1 0 0,-1 0 0 0 0,1 0-1 0 0,0 0 1 0 0,1-1-1 0 0,0 0 1 0 0,0 0-1 0 0,11 10 1 0 0,-11-12-1024 0 0,2-2-4159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5.5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71 7831 0 0,'-7'-13'344'0'0,"3"7"72"0"0,1 0-328 0 0,1 1-88 0 0,2 4 0 0 0,0-1 0 0 0,0-1-272 0 0,0 0-72 0 0,2-3-8 0 0,1-1-8 0 0,1 0-504 0 0,3 2-104 0 0,3 2-24 0 0,0 0 0 0 0,1 3 808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6.4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35 3223 0 0,'0'-1'276'0'0,"-1"-1"0"0"0,1 1 0 0 0,0-1 0 0 0,0 1 0 0 0,-1-1 0 0 0,1 1 0 0 0,0-1 0 0 0,0 1 0 0 0,0 0 0 0 0,1-1 0 0 0,-1 1 0 0 0,0-1 0 0 0,0 1 0 0 0,1-1 0 0 0,-1 1 0 0 0,1-1 0 0 0,-1 1 0 0 0,1 0 0 0 0,0-1 0 0 0,0 1 0 0 0,-1 0 0 0 0,3-2 0 0 0,-3 3-179 0 0,0 0-1 0 0,1 0 0 0 0,-1 0 1 0 0,0 0-1 0 0,1 0 0 0 0,-1-1 1 0 0,0 1-1 0 0,1 0 0 0 0,-1 0 0 0 0,0 0 1 0 0,1 0-1 0 0,-1 0 0 0 0,0 0 1 0 0,1 1-1 0 0,-1-1 0 0 0,1 0 1 0 0,-1 0-1 0 0,0 0 0 0 0,1 0 1 0 0,-1 0-1 0 0,0 0 0 0 0,1 1 1 0 0,-1-1-1 0 0,0 0 0 0 0,0 0 0 0 0,1 0 1 0 0,-1 1-1 0 0,0-1 0 0 0,1 0 1 0 0,-1 0-1 0 0,0 1 0 0 0,0-1 1 0 0,0 0-1 0 0,1 1 0 0 0,-1-1 1 0 0,0 0-1 0 0,0 1 0 0 0,0-1 1 0 0,0 0-1 0 0,1 1 0 0 0,5 16 1109 0 0,-1 2-685 0 0,-1 1 1 0 0,-1 0 0 0 0,-1-1-1 0 0,0 1 1 0 0,-2 29 0 0 0,-16 102 115 0 0,13-126-472 0 0,-36 192 578 0 0,31-178-734 0 0,5-24-29 0 0,-2 7-65 0 0,4-16-327 0 0,3-8-451 0 0,16-39-123 0 0,2 2 0 0 0,29-44 0 0 0,-49 82 1031 0 0,0 0 1 0 0,1 1-1 0 0,-1-1 1 0 0,1 0-1 0 0,-1 0 0 0 0,1 0 1 0 0,0 1-1 0 0,-1-1 0 0 0,1 0 1 0 0,0 1-1 0 0,-1-1 1 0 0,1 0-1 0 0,0 1 0 0 0,0-1 1 0 0,0 1-1 0 0,-1 0 1 0 0,1-1-1 0 0,0 1 0 0 0,0-1 1 0 0,0 1-1 0 0,0 0 1 0 0,0 0-1 0 0,0 0 0 0 0,0 0 1 0 0,0-1-1 0 0,0 1 1 0 0,0 0-1 0 0,0 0 0 0 0,-1 1 1 0 0,3-1-1 0 0,0 1 90 0 0,-1 1 1 0 0,0-1-1 0 0,0 1 1 0 0,1-1-1 0 0,-1 1 0 0 0,0 0 1 0 0,0 0-1 0 0,0 0 1 0 0,3 4-1 0 0,56 62 12 0 0,-55-62-141 0 0,0 0 0 0 0,1-1 0 0 0,0 1 1 0 0,0-2-1 0 0,1 1 0 0 0,-1-1 1 0 0,1 0-1 0 0,11 4 0 0 0,-16-7 24 0 0,0 0 0 0 0,0-1 0 0 0,0 1 0 0 0,0-1 0 0 0,1 0 0 0 0,-1 0 0 0 0,0 0-1 0 0,0 0 1 0 0,0-1 0 0 0,1 1 0 0 0,-1-1 0 0 0,0 0 0 0 0,0 0 0 0 0,0 0 0 0 0,0 0 0 0 0,0 0-1 0 0,0-1 1 0 0,-1 1 0 0 0,1-1 0 0 0,0 0 0 0 0,-1 0 0 0 0,1 0 0 0 0,-1 0 0 0 0,0 0 0 0 0,3-4 0 0 0,5-6 161 0 0,-1 0 0 0 0,-1 0 1 0 0,0-1-1 0 0,7-16 0 0 0,-9 18-150 0 0,2-5 188 0 0,1-1 1 0 0,-2 0-1 0 0,6-20 0 0 0,-13 37-217 0 0,0 0 0 0 0,0 0 0 0 0,0 0-1 0 0,0 0 1 0 0,0 0 0 0 0,0 0 0 0 0,0 0-1 0 0,0 0 1 0 0,0 0 0 0 0,0 0 0 0 0,0 0 0 0 0,0 0-1 0 0,0 0 1 0 0,0 0 0 0 0,0 0 0 0 0,-1 0-1 0 0,1 0 1 0 0,0 0 0 0 0,0 0 0 0 0,0 0 0 0 0,0 0-1 0 0,0 0 1 0 0,0-1 0 0 0,0 1 0 0 0,0 0 0 0 0,0 0-1 0 0,0 0 1 0 0,0 0 0 0 0,0 0 0 0 0,0 0-1 0 0,0 0 1 0 0,0 0 0 0 0,0 0 0 0 0,0 0 0 0 0,0 0-1 0 0,0 0 1 0 0,0 0 0 0 0,0 0 0 0 0,0 0 0 0 0,0 0-1 0 0,0 0 1 0 0,0 0 0 0 0,0 0 0 0 0,0 0-1 0 0,0 0 1 0 0,0 0 0 0 0,0 0 0 0 0,-4 5 201 0 0,-4 8-47 0 0,4-4-136 0 0,1 0 1 0 0,0 0-1 0 0,0 1 1 0 0,1-1-1 0 0,0 1 1 0 0,0 0-1 0 0,1-1 1 0 0,1 15-1 0 0,0-20-43 0 0,0 1-1 0 0,0 0 1 0 0,1 0 0 0 0,0 0 0 0 0,0-1 0 0 0,0 1-1 0 0,0 0 1 0 0,1-1 0 0 0,0 1 0 0 0,0-1-1 0 0,0 0 1 0 0,1 0 0 0 0,-1 1 0 0 0,1-1-1 0 0,0-1 1 0 0,0 1 0 0 0,0 0 0 0 0,8 5 0 0 0,-10-8-23 0 0,1 0 0 0 0,0 1 0 0 0,0-1 1 0 0,0 0-1 0 0,0 0 0 0 0,0-1 1 0 0,0 1-1 0 0,0 0 0 0 0,1-1 1 0 0,-1 1-1 0 0,0-1 0 0 0,0 0 1 0 0,0 1-1 0 0,1-1 0 0 0,3-1 0 0 0,-2 1-41 0 0,-1-1-1 0 0,1 0 1 0 0,-1 0-1 0 0,1-1 1 0 0,0 1-1 0 0,-1 0 1 0 0,0-1-1 0 0,6-4 1 0 0,-2 2-61 0 0,-1-1 0 0 0,-1 0 1 0 0,1-1-1 0 0,0 1 0 0 0,-1-1 0 0 0,0 0 0 0 0,-1 0 1 0 0,6-11-1 0 0,-6 9 80 0 0,0 0 0 0 0,0 0 0 0 0,3-14 0 0 0,-7 20 58 0 0,1-1 1 0 0,-1 1-1 0 0,1 0 0 0 0,-1 0 1 0 0,0-1-1 0 0,0 1 1 0 0,0 0-1 0 0,0-1 1 0 0,0 1-1 0 0,0 0 1 0 0,-1-1-1 0 0,1 1 1 0 0,-1 0-1 0 0,1 0 0 0 0,-1-1 1 0 0,0 1-1 0 0,0 0 1 0 0,-2-4-1 0 0,2 6 28 0 0,1 0 0 0 0,0-1 0 0 0,-1 1 0 0 0,1-1 0 0 0,0 1 0 0 0,-1 0 0 0 0,1 0 0 0 0,0-1 0 0 0,-1 1 0 0 0,1 0 0 0 0,-1 0 0 0 0,1-1 0 0 0,0 1 0 0 0,-1 0 0 0 0,1 0 0 0 0,-1 0 0 0 0,1 0 0 0 0,-1 0 0 0 0,1 0 1 0 0,-1 0-1 0 0,1 0 0 0 0,-1 0 0 0 0,1 0 0 0 0,-1 0 0 0 0,1 0 0 0 0,0 0 0 0 0,-2 0 0 0 0,1 1 24 0 0,0-1 0 0 0,0 1-1 0 0,-1 0 1 0 0,1-1 0 0 0,0 1 0 0 0,0 0 0 0 0,0 0 0 0 0,0 0 0 0 0,-1 2 0 0 0,-16 25 539 0 0,18-28-570 0 0,-10 20 78 0 0,2-1 0 0 0,1 2 0 0 0,0-1 0 0 0,1 1 1 0 0,-3 28-1 0 0,-7 110-54 0 0,10-74 33 0 0,2-45-50 0 0,-14 118 296 0 0,13-133-276 0 0,0 0 1 0 0,-2 0-1 0 0,-1-1 0 0 0,-12 27 0 0 0,19-48-45 0 0,0-1 0 0 0,-1 1 1 0 0,1 0-1 0 0,-1-1 0 0 0,0 1 0 0 0,0-1 0 0 0,0 0 0 0 0,0 0 0 0 0,0 0 1 0 0,0 0-1 0 0,0 0 0 0 0,-1 0 0 0 0,1 0 0 0 0,-4 1 0 0 0,5-3-1 0 0,0 1 0 0 0,-1-1 0 0 0,1 0 0 0 0,0 1 0 0 0,-1-1 0 0 0,1 0 0 0 0,-1 0 0 0 0,1 0 0 0 0,0 0 0 0 0,-1-1 0 0 0,1 1 0 0 0,-1 0 0 0 0,1 0 0 0 0,0-1 0 0 0,-1 1 0 0 0,1-1 0 0 0,0 1 0 0 0,0-1 0 0 0,-1 0 0 0 0,1 0 0 0 0,0 1 0 0 0,0-1 0 0 0,0 0 0 0 0,0 0 0 0 0,0 0 0 0 0,0 0 0 0 0,0 0 0 0 0,0 0 0 0 0,0 0 0 0 0,1-1 0 0 0,-2-1 0 0 0,-4-6 11 0 0,1-1 0 0 0,-1 0 0 0 0,2 0 0 0 0,0 0 0 0 0,0-1 0 0 0,1 0 0 0 0,0 1 0 0 0,1-1 0 0 0,0 0 0 0 0,1 0 0 0 0,-1-17 0 0 0,2 11 13 0 0,1-1 0 0 0,1 1 1 0 0,0 0-1 0 0,1 0 0 0 0,1-1 0 0 0,9-25 0 0 0,-9 32 3 0 0,1 1-1 0 0,0 0 0 0 0,1 0 1 0 0,0 1-1 0 0,1-1 1 0 0,0 1-1 0 0,0 1 1 0 0,1-1-1 0 0,0 1 0 0 0,10-8 1 0 0,10-4-52 0 0,0 1 1 0 0,32-16-1 0 0,3-2-551 0 0,-28 16-443 0 0,-18 11-2296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46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21 5983 0 0,'-2'-3'103'0'0,"1"2"-47"0"0,0-1 0 0 0,1 1-1 0 0,-1 0 1 0 0,0-1-1 0 0,0 1 1 0 0,1 0 0 0 0,-1-1-1 0 0,1 1 1 0 0,-1-1-1 0 0,1-1 1 0 0,2 27 6339 0 0,7 20-3598 0 0,0-1-1801 0 0,2 55-435 0 0,-11-98-561 0 0,0 1 0 0 0,0-1 0 0 0,0 0 0 0 0,0 0 0 0 0,0 0-1 0 0,0 0 1 0 0,0 1 0 0 0,0-1 0 0 0,0 0 0 0 0,0 0 0 0 0,1 0 0 0 0,-1 1 0 0 0,0-1-1 0 0,0 0 1 0 0,0 0 0 0 0,0 0 0 0 0,0 0 0 0 0,0 0 0 0 0,0 1 0 0 0,1-1 0 0 0,-1 0-1 0 0,0 0 1 0 0,0 0 0 0 0,0 0 0 0 0,0 0 0 0 0,1 0 0 0 0,-1 0 0 0 0,0 1-1 0 0,0-1 1 0 0,0 0 0 0 0,1 0 0 0 0,-1 0 0 0 0,0 0 0 0 0,0 0 0 0 0,0 0 0 0 0,0 0-1 0 0,1 0 1 0 0,8-5-12 0 0,9-12-23 0 0,-16 15 27 0 0,14-13-194 0 0,8-9-870 0 0,0 0 0 0 0,-2-2 1 0 0,30-43-1 0 0,-52 68 1737 0 0,-6 4-71 0 0,-5 7 691 0 0,4-3-748 0 0,1 1 1 0 0,0 1-1 0 0,1-1 0 0 0,0 1 0 0 0,0 0 1 0 0,-4 12-1 0 0,-16 58 812 0 0,7-15-1286 0 0,8-38-143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51.9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77 73 919 0 0,'-3'-6'627'0'0,"1"0"0"0"0,0 0 0 0 0,1 0 0 0 0,-1 0-1 0 0,0-8 1 0 0,-3-15 4540 0 0,5 40-1204 0 0,-5 31-2823 0 0,-2 3-746 0 0,0-1-181 0 0,-2 71 0 0 0,12 5 75 0 0,0-61 270 0 0,-7 94 1 0 0,-3-92-479 0 0,5-51-69 0 0,1-10 12 0 0,-1 0-2 0 0,-1 8-12 0 0,-1 8-9 0 0,1-19 0 0 0,1-3 0 0 0,2 6 0 0 0,0 0 0 0 0,-1 0 0 0 0,1 0 0 0 0,0 0 0 0 0,0 0 0 0 0,0 0 0 0 0,-1 0 0 0 0,1 0 0 0 0,0 0 0 0 0,0 0 0 0 0,0 0 0 0 0,-1 0 0 0 0,1 1 0 0 0,0-1 0 0 0,0 0 0 0 0,0 0 0 0 0,0 0 0 0 0,0 0 0 0 0,-1 0 0 0 0,1 0 0 0 0,0 1 0 0 0,0-1 0 0 0,0 0 0 0 0,0 0 0 0 0,0 0 0 0 0,0 0 0 0 0,0 1 0 0 0,-1-1 0 0 0,1 0 0 0 0,0 0 0 0 0,0 0 0 0 0,0 1 0 0 0,0-1 0 0 0,0 0 0 0 0,0 0 0 0 0,0 0 0 0 0,0 1 0 0 0,0-1 0 0 0,-2 4 0 0 0,1-5 0 0 0,0-41 0 0 0,1 41 0 0 0,0 1 0 0 0,0 0 0 0 0,0 0 0 0 0,-1 0 0 0 0,1 0 0 0 0,0-1 0 0 0,0 1 0 0 0,0 0 0 0 0,0 0 0 0 0,0 0 0 0 0,0-1 0 0 0,0 1 0 0 0,0 0 0 0 0,0 0 0 0 0,0 0 0 0 0,0-1 0 0 0,1 1 0 0 0,-1 0 0 0 0,0 0 0 0 0,0 0 0 0 0,0 0 0 0 0,0-1 0 0 0,0 1 0 0 0,0 0 0 0 0,0 0 0 0 0,0 0 0 0 0,0 0 0 0 0,1-1 0 0 0,-1 1 0 0 0,0 0 0 0 0,0 0 0 0 0,0 0 0 0 0,0 0 0 0 0,1 0 0 0 0,-1 0 0 0 0,0 0 0 0 0,0-1 0 0 0,0 1 0 0 0,0 0 0 0 0,1 0 0 0 0,-1 0 0 0 0,0 0 0 0 0,0 0 0 0 0,0 0 0 0 0,1 0 0 0 0,-1 0 0 0 0,0 0 0 0 0,0 0 0 0 0,1 0 0 0 0,-1 0 0 0 0,0 0 0 0 0,0 0 0 0 0,1 0 0 0 0,-1 0 0 0 0,0 0 0 0 0,0 0 0 0 0,0 0 0 0 0,1 0 0 0 0,-1 0 0 0 0,0 0 0 0 0,0 0 0 0 0,1 0 0 0 0,-1 0 0 0 0,0 0 0 0 0,0-1 0 0 0,0 1 0 0 0,1 0 0 0 0,-1 0 0 0 0,0 0 0 0 0,0 0 0 0 0,0-1 0 0 0,0 1 0 0 0,1 0 0 0 0,-1 0 0 0 0,0 0 0 0 0,0 0 0 0 0,0-1 0 0 0,0 1 0 0 0,0 0 0 0 0,0 0 0 0 0,0 0 0 0 0,0-1 0 0 0,0 1 0 0 0,0 0 0 0 0,1 0 0 0 0,-1-1 0 0 0,0 1 0 0 0,0 0 0 0 0,0 0 0 0 0,0-1 0 0 0,-1 1 0 0 0,5-20 0 0 0,-4 19 0 0 0,0 1 0 0 0,0 0 0 0 0,0 0 0 0 0,0-1 0 0 0,0 1 0 0 0,0 0 0 0 0,0-1 0 0 0,0 1 0 0 0,1 0 0 0 0,-1 0 0 0 0,0-1 0 0 0,0 1 0 0 0,0 0 0 0 0,0 0 0 0 0,1-1 0 0 0,-1 1 0 0 0,0 0 0 0 0,0 0 0 0 0,0 0 0 0 0,1-1 0 0 0,-1 1 0 0 0,0 0 0 0 0,0 0 0 0 0,1 0 0 0 0,-1 0 0 0 0,0-1 0 0 0,0 1 0 0 0,1 0 0 0 0,-1 0 0 0 0,0 0 0 0 0,1 0 0 0 0,-1 0 0 0 0,0 0 0 0 0,1 0 0 0 0,-1 0 0 0 0,0 0 0 0 0,0 0 0 0 0,1 0 0 0 0,6-2 0 0 0,-6 1 4 0 0,-1 0 0 0 0,1 0 0 0 0,0 0 0 0 0,0 1 0 0 0,0-1 1 0 0,-1 0-1 0 0,1 0 0 0 0,0 1 0 0 0,0-1 0 0 0,0 0 0 0 0,0 1 0 0 0,0-1 0 0 0,0 1 0 0 0,0 0 0 0 0,0-1 0 0 0,0 1 0 0 0,1 0 0 0 0,-1-1 0 0 0,0 1 0 0 0,0 0 0 0 0,0 0 0 0 0,0 0 0 0 0,0 0 0 0 0,1 0 0 0 0,-1 0 0 0 0,0 0 1 0 0,0 1-1 0 0,2 0 0 0 0,61 7 182 0 0,17 2-202 0 0,41-12-232 0 0,-121 2 248 0 0,0 0 0 0 0,0 0 0 0 0,0 0 0 0 0,0 0 0 0 0,0 0 0 0 0,0 0 0 0 0,0-1 0 0 0,0 1 0 0 0,0 0 0 0 0,0-1 0 0 0,0 1 0 0 0,-1-1 0 0 0,1 1 0 0 0,0-1 0 0 0,0 0 0 0 0,0 1 0 0 0,0-1 0 0 0,-1 0 0 0 0,1 1 0 0 0,0-1 0 0 0,-1 0 0 0 0,1 0 0 0 0,0 0 0 0 0,-1 0 0 0 0,1 1 0 0 0,-1-1 0 0 0,1 0 0 0 0,-1 0 0 0 0,0 0 0 0 0,1-1 0 0 0,23-69 0 0 0,-24 70 0 0 0,1 0 0 0 0,0 0 0 0 0,-1-1 0 0 0,1 1 1 0 0,0 0-1 0 0,0 0 0 0 0,0 0 0 0 0,0 0 0 0 0,0 0 0 0 0,0 0 0 0 0,0 0 0 0 0,0 0 0 0 0,0 0 0 0 0,0 0 0 0 0,1 1 0 0 0,-1-1 0 0 0,0 1 0 0 0,0-1 0 0 0,1 1 0 0 0,-1-1 0 0 0,0 1 0 0 0,1-1 0 0 0,-1 1 1 0 0,1 0-1 0 0,-1 0 0 0 0,0 0 0 0 0,1 0 0 0 0,-1 0 0 0 0,1 0 0 0 0,-1 0 0 0 0,3 1 0 0 0,4 0 9 0 0,49 0-60 0 0,82 11 1 0 0,-138-11 44 0 0,0-1 1 0 0,0 0 0 0 0,0 0 0 0 0,0 0 0 0 0,0 0 0 0 0,0 0 0 0 0,0 0 0 0 0,0 0 0 0 0,0 0 0 0 0,0 0 0 0 0,0 0 0 0 0,0-1 0 0 0,0 1 0 0 0,0 0-1 0 0,0-1 1 0 0,0 1 0 0 0,0-1 0 0 0,0 1 0 0 0,0-1 0 0 0,0 1 0 0 0,-1-1 0 0 0,1 0 0 0 0,0 1 0 0 0,0-1 0 0 0,1-2 0 0 0,23-41-171 0 0,-24 43 150 0 0,0 0 0 0 0,0 0 1 0 0,1 0-1 0 0,-1 0 0 0 0,0 0 1 0 0,1 1-1 0 0,-1-1 1 0 0,0 0-1 0 0,1 1 0 0 0,-1-1 1 0 0,1 1-1 0 0,-1 0 1 0 0,1-1-1 0 0,-1 1 0 0 0,1 0 1 0 0,-1 0-1 0 0,1 0 0 0 0,-1 0 1 0 0,1 0-1 0 0,-1 1 1 0 0,1-1-1 0 0,-1 0 0 0 0,1 1 1 0 0,-1-1-1 0 0,1 1 0 0 0,1 0 1 0 0,7 1-199 0 0,-3-1 19 0 0,1-1 1 0 0,0 1 0 0 0,9-3 0 0 0,-9 2 30 0 0,0-1-1 0 0,16 2 1 0 0,60 7-478 0 0,-81-8 645 0 0,-1 0 0 0 0,1 0 0 0 0,-1 0 0 0 0,0 0 0 0 0,1-1 1 0 0,-1 1-1 0 0,1-1 0 0 0,-1 0 0 0 0,0 1 0 0 0,1-1 0 0 0,-1 0 0 0 0,0-1 1 0 0,0 1-1 0 0,0 0 0 0 0,3-3 0 0 0,11-5-10 0 0,-12 7 4 0 0,1 1-1 0 0,0-1 1 0 0,0 1 0 0 0,0 1-1 0 0,0-1 1 0 0,0 1 0 0 0,1 0 0 0 0,8 0-1 0 0,-8 1 10 0 0,0-1 0 0 0,0 0 1 0 0,0 0-1 0 0,0-1 0 0 0,0 0 0 0 0,0 0 0 0 0,6-2 0 0 0,29-17 4 0 0,-33 18 1 0 0,1 0-1 0 0,-1 1 0 0 0,0 0 0 0 0,1 0 1 0 0,14 1-1 0 0,-1-1 9 0 0,21 1 39 0 0,-25 0-15 0 0,0-1 1 0 0,0 0-1 0 0,27-6 0 0 0,-19 0 1 0 0,-14 4-15 0 0,-1-1-1 0 0,1 2 1 0 0,0 0 0 0 0,14-1 0 0 0,-4 3 9 0 0,-11 0-11 0 0,1 0-1 0 0,-1-1 1 0 0,1 0 0 0 0,-1-1 0 0 0,14-4-1 0 0,1-4 15 0 0,-18 7-26 0 0,1-1 0 0 0,-1 2-1 0 0,1-1 1 0 0,-1 1 0 0 0,1 0 0 0 0,12 0-1 0 0,-3 1-5 0 0,5 0 29 0 0,35-6-1 0 0,-39 3-21 0 0,2 0 37 0 0,0 0 0 0 0,27-1 1 0 0,164 4 316 0 0,-152 1-308 0 0,-36-1-23 0 0,30-6 0 0 0,-30 4-11 0 0,32-1 0 0 0,344 24-18 0 0,-316-16 0 0 0,5 1 0 0 0,-65-2 0 0 0,-14 0 0 0 0,0-2 0 0 0,0 1 0 0 0,0-2 0 0 0,0 1 0 0 0,0-1 0 0 0,16-3 0 0 0,30-15 0 0 0,-46 17 0 0 0,1 0 0 0 0,-1 1 0 0 0,0 0 0 0 0,0 1 0 0 0,0 0 0 0 0,12 2 0 0 0,-13-1 0 0 0,0-1 0 0 0,0 0 0 0 0,1 0 0 0 0,-1-1 0 0 0,0 0 0 0 0,1 0 0 0 0,14-4 0 0 0,33-20 0 0 0,-47 22 0 0 0,-1 1 0 0 0,1 0 0 0 0,0 0 0 0 0,0 1 0 0 0,0 0 0 0 0,0 1 0 0 0,10 2 0 0 0,-10-2 0 0 0,0 1 0 0 0,1-2 0 0 0,-1 1 0 0 0,0-2 0 0 0,0 1 0 0 0,19-5 0 0 0,30-18 0 0 0,-48 21 0 0 0,-1 0 0 0 0,1 1 0 0 0,0 1 0 0 0,-1-1 0 0 0,1 2 0 0 0,16 2 0 0 0,-2-1 0 0 0,94 7 0 0 0,-119-9 0 0 0,9 1 2 0 0,1-1 1 0 0,-1 1-1 0 0,1-2 0 0 0,9-1 0 0 0,35-13 41 0 0,-42 13-41 0 0,-1 1 0 0 0,0 1 1 0 0,0 0-1 0 0,15 2 0 0 0,-17-1-2 0 0,-1-1 0 0 0,1 1 0 0 0,0-1 0 0 0,-1-1 0 0 0,1 1 0 0 0,0-2-1 0 0,-1 1 1 0 0,11-4 0 0 0,8-8-1 0 0,-22 10-6 0 0,0 0 1 0 0,0 1-1 0 0,0 0 1 0 0,0-1-1 0 0,0 2 1 0 0,0-1-1 0 0,0 1 1 0 0,1 0-1 0 0,-1 0 0 0 0,1 0 1 0 0,8 1-1 0 0,12 1-8 0 0,-14 0-1 0 0,-1 0 0 0 0,1-1 0 0 0,-1-1-1 0 0,18-2 1 0 0,24-13-42 0 0,-43 15 8 0 0,1 1 0 0 0,-1 0-1 0 0,1 0 1 0 0,-1 1 0 0 0,0 0 0 0 0,12 3 0 0 0,-11-1-23 0 0,0-1-1 0 0,1-1 1 0 0,-1 0 0 0 0,22-1-1 0 0,19-13-152 0 0,-42 13 189 0 0,1-1 0 0 0,0 1 0 0 0,0 1 0 0 0,19 3 0 0 0,-4 0-14 0 0,-5-2 13 0 0,-11 0 14 0 0,0-1 0 0 0,1 0 1 0 0,0 0-1 0 0,-1-1 0 0 0,18-3 1 0 0,21-13-80 0 0,-38 14 75 0 0,1 1 0 0 0,-1 1 0 0 0,1-1 0 0 0,-1 2 0 0 0,12 1 0 0 0,4 0-27 0 0,0 0 2 0 0,-13 0 26 0 0,0-1-1 0 0,0-1 1 0 0,1 0-1 0 0,17-3 1 0 0,25-14-47 0 0,-46 16 59 0 0,1 0 0 0 0,-1 1 0 0 0,0 0-1 0 0,0 1 1 0 0,12 1 0 0 0,-12 0 4 0 0,1-1 1 0 0,-1 0-1 0 0,1-1 1 0 0,18-2-1 0 0,17-11 11 0 0,-38 12 0 0 0,0 0 0 0 0,0 1 0 0 0,0 0 0 0 0,12 1 0 0 0,-13 0 0 0 0,-1 0 0 0 0,1-1 0 0 0,0 0 0 0 0,-1 0 0 0 0,1-1 0 0 0,11-3 0 0 0,1-3-1 0 0,-16 5 2 0 0,-1 0 0 0 0,1 1 0 0 0,0-1 0 0 0,0 1 0 0 0,0 0 0 0 0,0 1 0 0 0,-1-1 1 0 0,1 0-1 0 0,0 1 0 0 0,5 0 0 0 0,40 5 26 0 0,92 20-1 0 0,-86-16-26 0 0,-14-4 0 0 0,-37-4 0 0 0,-1-1 0 0 0,1 0 0 0 0,-1 0 0 0 0,1 0 0 0 0,0 0 0 0 0,5-2 0 0 0,-5 2 0 0 0,-1-1 0 0 0,0 1 0 0 0,0-1 0 0 0,1 1 0 0 0,-1 0 0 0 0,0 0 0 0 0,1 1 0 0 0,5 0 0 0 0,-6 0 11 0 0,-1-1-80 0 0,0 0-1 0 0,0 1 1 0 0,0-1 0 0 0,-1 1-1 0 0,1-1 1 0 0,0 1 0 0 0,0 0-1 0 0,0 0 1 0 0,-1 0 0 0 0,1 0-1 0 0,-1 0 1 0 0,3 1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52.2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226 56 7367 0 0,'-25'-45'382'0'0,"18"35"-541"0"0,7 10 183 0 0,0 0 0 0 0,0 0 0 0 0,0 0 0 0 0,-1 0 0 0 0,1 0 0 0 0,0 0 0 0 0,0 0 0 0 0,0 0 0 0 0,0 0 0 0 0,0 0 0 0 0,-1 0 0 0 0,1 0 0 0 0,0 0 0 0 0,0 0 0 0 0,0 0 0 0 0,0 0 0 0 0,0 0 1 0 0,-1 0-1 0 0,1 0 0 0 0,0 0 0 0 0,0 0 0 0 0,0 0 0 0 0,0 0 0 0 0,0 0 0 0 0,0 1 0 0 0,-1-1 0 0 0,1 0 0 0 0,0 0 0 0 0,0 0 0 0 0,0 0 0 0 0,0 0 0 0 0,0 0 0 0 0,0 0 0 0 0,0 1 0 0 0,0-1 0 0 0,0 0 0 0 0,0 0 1 0 0,-1 0-1 0 0,1 0 0 0 0,-4 22 2319 0 0,3-17-2209 0 0,-24 146 5019 0 0,13-93-4106 0 0,-37 103-1 0 0,-23 14-1184 0 0,47-121-456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57.7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1975 0 0,'13'40'171'0'0,"-9"-28"-169"0"0,0 0 1 0 0,4 18-1 0 0,-8-26-8 0 0,1 1-1 0 0,-1-1 0 0 0,0 1 0 0 0,0-1 1 0 0,0 1-1 0 0,-1-1 0 0 0,1 1 1 0 0,-1-1-1 0 0,0 1 0 0 0,-3 6 0 0 0,0-1 3 0 0,1-5-4 0 0,1 1 1 0 0,0-1-1 0 0,0 1 1 0 0,0 0-1 0 0,1-1 1 0 0,-1 1-1 0 0,1 0 1 0 0,0 9-1 0 0,2-13 8 0 0,-1-1 0 0 0,1 1 0 0 0,0-1 0 0 0,-1 0 0 0 0,1 1 0 0 0,0-1 0 0 0,0 0 0 0 0,0 1 0 0 0,0-1 0 0 0,0 0 0 0 0,1 0 0 0 0,-1 0 0 0 0,0 0 0 0 0,0 0 0 0 0,1 0 0 0 0,-1-1 0 0 0,1 1 0 0 0,-1 0 0 0 0,0 0 0 0 0,1-1 0 0 0,2 1 0 0 0,36 9 0 0 0,-32-8 0 0 0,7 0 0 0 0,1 0 0 0 0,0-1 0 0 0,0-1 0 0 0,19-2 0 0 0,64-11 0 0 0,-98 13 0 0 0,29-6 0 0 0,2 0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58.0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47 3 1839 0 0,'0'-1'80'0'0,"0"-1"16"0"0,-1 2-96 0 0,-1 0 0 0 0,0 0 0 0 0,1 2 0 0 0,-2-1 0 0 0,-2 2 0 0 0,-3 2 0 0 0,-3 0 0 0 0,-3-1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1:59.3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269 134 4143 0 0,'1'-8'21'0'0,"9"-51"2653"0"0,-9 53-2095 0 0,-1 0 0 0 0,0 0 1 0 0,0 0-1 0 0,-1 0 1 0 0,1 0-1 0 0,-1 0 0 0 0,-3-10 1 0 0,4 16-531 0 0,0 0 1 0 0,0-1-1 0 0,0 1 1 0 0,-1-1 0 0 0,1 1-1 0 0,0-1 1 0 0,0 1-1 0 0,0 0 1 0 0,-1-1-1 0 0,1 1 1 0 0,0 0 0 0 0,0-1-1 0 0,-1 1 1 0 0,1 0-1 0 0,0-1 1 0 0,-1 1-1 0 0,1 0 1 0 0,0-1 0 0 0,-1 1-1 0 0,1 0 1 0 0,0 0-1 0 0,-1 0 1 0 0,1-1-1 0 0,-1 1 1 0 0,1 0 0 0 0,0 0-1 0 0,-1 0 1 0 0,1 0-1 0 0,-1 0 1 0 0,1 0-1 0 0,-1 0 1 0 0,1 0 0 0 0,-2 0 14 0 0,1 0 0 0 0,0 1 0 0 0,0-1 0 0 0,0 1 0 0 0,0-1 0 0 0,0 1 0 0 0,0 0 0 0 0,0-1 0 0 0,0 1 1 0 0,1 0-1 0 0,-1 0 0 0 0,-1 0 0 0 0,-18 27 341 0 0,4 4-283 0 0,1 0 0 0 0,-14 43-1 0 0,-14 71-51 0 0,9-27-237 0 0,21-69-1514 0 0,13-61 494 0 0,0 0 1 0 0,-1 0-1 0 0,0-1 0 0 0,-3-11 1 0 0,3 17 993 0 0,-2-10-663 0 0,-8-24-1 0 0,10 36 910 0 0,-1-1-1 0 0,1 1 1 0 0,-1 0-1 0 0,-1 0 1 0 0,1 0-1 0 0,0 0 1 0 0,-1 0-1 0 0,0 0 1 0 0,0 1-1 0 0,-4-5 1 0 0,7 8 38 0 0,-1 0 1 0 0,1-1-1 0 0,-1 1 1 0 0,1-1 0 0 0,-1 1-1 0 0,1 0 1 0 0,0-1-1 0 0,-1 1 1 0 0,1 0-1 0 0,-1 0 1 0 0,1-1 0 0 0,-1 1-1 0 0,0 0 1 0 0,1 0-1 0 0,-1 0 1 0 0,1 0-1 0 0,-1 0 1 0 0,1-1 0 0 0,-1 1-1 0 0,1 0 1 0 0,-1 0-1 0 0,0 0 1 0 0,1 1-1 0 0,-1-1 1 0 0,1 0 0 0 0,-1 0-1 0 0,1 0 1 0 0,-1 0-1 0 0,1 0 1 0 0,-2 1-1 0 0,1 0 98 0 0,0 0 0 0 0,0 0-1 0 0,0 0 1 0 0,1 0 0 0 0,-1 0-1 0 0,0 1 1 0 0,0-1-1 0 0,1 0 1 0 0,-1 0 0 0 0,1 1-1 0 0,-1-1 1 0 0,0 2-1 0 0,0 3 255 0 0,0-1-1 0 0,0 1 0 0 0,0 0 0 0 0,1 0 0 0 0,0 7 1 0 0,1-3-285 0 0,1 0 1 0 0,0 0 0 0 0,1 0-1 0 0,0 0 1 0 0,0 0 0 0 0,5 9 0 0 0,-5-13-104 0 0,1 0 0 0 0,-1-1 0 0 0,1 1 0 0 0,0-1 0 0 0,1 1 0 0 0,0-1 0 0 0,-1-1 0 0 0,1 1 0 0 0,1-1 0 0 0,5 5 0 0 0,-9-8-7 0 0,0 0 0 0 0,-1 0 0 0 0,1 0 1 0 0,0 0-1 0 0,0 0 0 0 0,0 0 0 0 0,0 0 1 0 0,1-1-1 0 0,-1 1 0 0 0,0-1 0 0 0,0 0 0 0 0,0 1 1 0 0,0-1-1 0 0,3 0 0 0 0,-1-1-1 0 0,0 0 0 0 0,-1 0 1 0 0,0 0-1 0 0,1 0 0 0 0,-1-1 0 0 0,1 1 0 0 0,-1-1 0 0 0,3-2 1 0 0,37-22-1123 0 0,-26 15-4412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00.4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56 186 6911 0 0,'-17'-47'814'0'0,"17"46"-741"0"0,-1 1 0 0 0,1-1 0 0 0,0 1-1 0 0,0-1 1 0 0,0 1 0 0 0,-1-1 0 0 0,1 1 0 0 0,0-1 0 0 0,-1 1 0 0 0,1 0 0 0 0,0-1 0 0 0,-1 1 0 0 0,1-1 0 0 0,0 1 0 0 0,-1 0 0 0 0,1-1 0 0 0,-1 1 0 0 0,1 0 0 0 0,-1 0 0 0 0,1-1 0 0 0,-1 1-1 0 0,1 0 1 0 0,-1 0 0 0 0,1 0 0 0 0,-2-1 0 0 0,2 2 7 0 0,-1-1 0 0 0,1 0 0 0 0,-1 0 0 0 0,1 1-1 0 0,-1-1 1 0 0,1 0 0 0 0,-1 1 0 0 0,1-1 0 0 0,-1 0 0 0 0,1 1 0 0 0,-1-1-1 0 0,1 1 1 0 0,-1-1 0 0 0,1 1 0 0 0,0-1 0 0 0,-1 1 0 0 0,1-1 0 0 0,0 1-1 0 0,-3 4 182 0 0,1 0 0 0 0,1-1 0 0 0,-1 1 0 0 0,-1 5 0 0 0,0 8-122 0 0,1-1-1 0 0,0 1 0 0 0,1 25 0 0 0,1-33-85 0 0,1 0-1 0 0,0 0 0 0 0,1 0 1 0 0,0 0-1 0 0,0-1 1 0 0,1 1-1 0 0,7 15 0 0 0,-10-24-54 0 0,1 1 0 0 0,0 0 0 0 0,0-1-1 0 0,0 1 1 0 0,0-1 0 0 0,0 1 0 0 0,0-1-1 0 0,0 1 1 0 0,0-1 0 0 0,0 0 0 0 0,1 0-1 0 0,-1 1 1 0 0,1-1 0 0 0,-1 0 0 0 0,0 0-1 0 0,1 0 1 0 0,0-1 0 0 0,-1 1 0 0 0,1 0-1 0 0,0-1 1 0 0,-1 1 0 0 0,1-1 0 0 0,0 1-1 0 0,0-1 1 0 0,-1 0 0 0 0,1 1 0 0 0,0-1-1 0 0,0 0 1 0 0,0 0 0 0 0,-1-1 0 0 0,1 1-1 0 0,0 0 1 0 0,0-1 0 0 0,-1 1 0 0 0,1-1 0 0 0,0 1-1 0 0,-1-1 1 0 0,1 0 0 0 0,0 1 0 0 0,1-3-1 0 0,5-1-12 0 0,-1-1-1 0 0,0 0 1 0 0,-1-1-1 0 0,1 1 1 0 0,-1-1-1 0 0,0-1 1 0 0,5-7-1 0 0,0 0-26 0 0,0-1 0 0 0,-2 0 0 0 0,13-26-1 0 0,-19 33 57 0 0,1 0-1 0 0,-2 0 0 0 0,1-1 0 0 0,-1 1 0 0 0,0-1 0 0 0,-1 0 0 0 0,0 0 1 0 0,0 1-1 0 0,-1-12 0 0 0,0 19 12 0 0,0 0 0 0 0,0 1 1 0 0,0-1-1 0 0,0 0 0 0 0,0 0 0 0 0,0 0 1 0 0,0 0-1 0 0,-1 0 0 0 0,1 1 0 0 0,0-1 1 0 0,-1 0-1 0 0,1 0 0 0 0,0 0 0 0 0,-1 1 0 0 0,1-1 1 0 0,-1 0-1 0 0,1 1 0 0 0,-2-2 0 0 0,2 2-5 0 0,-1 0-1 0 0,1 0 0 0 0,-1-1 1 0 0,1 1-1 0 0,0 0 0 0 0,-1 0 1 0 0,1 0-1 0 0,-1 0 0 0 0,1 0 1 0 0,-1 0-1 0 0,1 0 0 0 0,0 0 1 0 0,-1 1-1 0 0,1-1 0 0 0,-1 0 0 0 0,1 0 1 0 0,0 0-1 0 0,-1 0 0 0 0,1 1 1 0 0,-1-1-1 0 0,1 0 0 0 0,0 0 1 0 0,-1 0-1 0 0,1 1 0 0 0,-1 0 1 0 0,-1 0 12 0 0,0 1 1 0 0,0 0-1 0 0,1 0 0 0 0,-1 1 1 0 0,0-1-1 0 0,1 0 1 0 0,-1 1-1 0 0,1-1 1 0 0,0 1-1 0 0,-1 2 1 0 0,-1 7-37 0 0,1 0-1 0 0,1 0 1 0 0,0 0 0 0 0,0 0 0 0 0,2 0 0 0 0,-1 0 0 0 0,1 1 0 0 0,1-2 0 0 0,0 1 0 0 0,1 0-1 0 0,0 0 1 0 0,7 14 0 0 0,-10-24-4 0 0,1-1 0 0 0,0 1 0 0 0,0 0 0 0 0,0-1 0 0 0,-1 1-1 0 0,2-1 1 0 0,-1 1 0 0 0,0-1 0 0 0,0 0 0 0 0,0 1 0 0 0,1-1 0 0 0,-1 0-1 0 0,0 0 1 0 0,1 0 0 0 0,-1 0 0 0 0,1 0 0 0 0,0 0 0 0 0,2 1 0 0 0,-3-2-4 0 0,1 0 1 0 0,0 0-1 0 0,0 0 1 0 0,0 0-1 0 0,-1 0 1 0 0,1 0-1 0 0,0-1 1 0 0,0 1-1 0 0,0 0 1 0 0,-1-1-1 0 0,1 0 1 0 0,0 1-1 0 0,-1-1 0 0 0,1 0 1 0 0,0 0-1 0 0,-1 0 1 0 0,1 0-1 0 0,1-1 1 0 0,5-4 23 0 0,-1-1-1 0 0,0 0 1 0 0,0 0 0 0 0,0 0 0 0 0,0-1-1 0 0,-1 0 1 0 0,-1 0 0 0 0,6-10 0 0 0,3-10 73 0 0,13-37-1 0 0,-1 3 900 0 0,-25 60-903 0 0,0 0 0 0 0,0 0 0 0 0,0 0 0 0 0,0 0 0 0 0,0 0 0 0 0,1 1 0 0 0,-1-1 0 0 0,1 0 0 0 0,-1 1 0 0 0,1-1 0 0 0,0 1 0 0 0,0 0 0 0 0,0-1 0 0 0,-1 1 0 0 0,1 0 0 0 0,0 0 0 0 0,0 0 0 0 0,1 0 0 0 0,-1 1 0 0 0,0-1 0 0 0,4 0 1 0 0,-5 1-67 0 0,1 0 1 0 0,0 0 0 0 0,-1 0 0 0 0,1 0 0 0 0,0 1 0 0 0,0-1-1 0 0,-1 0 1 0 0,1 1 0 0 0,0 0 0 0 0,-1-1 0 0 0,1 1 0 0 0,-1 0 0 0 0,1 0-1 0 0,-1 0 1 0 0,1 0 0 0 0,-1 0 0 0 0,0 0 0 0 0,1 0 0 0 0,-1 0 0 0 0,0 1-1 0 0,0-1 1 0 0,0 0 0 0 0,0 1 0 0 0,0-1 0 0 0,0 1 0 0 0,0-1 0 0 0,0 1-1 0 0,0 2 1 0 0,4 10-16 0 0,0 0 0 0 0,-1 0 0 0 0,-1 0 0 0 0,0 0 0 0 0,-1 0 0 0 0,-1 1 0 0 0,0-1 0 0 0,-1 1 0 0 0,-1-1 0 0 0,-3 22 0 0 0,5-34-66 0 0,3-8 56 0 0,4-10-39 0 0,14-45 36 0 0,-13 35 14 0 0,0 1 0 0 0,14-24-1 0 0,-18 39 3 0 0,15-23 35 0 0,-19 31-34 0 0,1 0 0 0 0,0 0-1 0 0,0 0 1 0 0,0 0 0 0 0,0 0 0 0 0,0 0 0 0 0,1 0-1 0 0,-1 1 1 0 0,0-1 0 0 0,6-1 0 0 0,-7 2 1 0 0,-1 1-1 0 0,1 0 1 0 0,-1 0 0 0 0,1 0 0 0 0,-1 0-1 0 0,1 0 1 0 0,0 0 0 0 0,-1 0 0 0 0,1 0 0 0 0,-1 0-1 0 0,1 0 1 0 0,-1 0 0 0 0,1 0 0 0 0,0 0-1 0 0,-1 0 1 0 0,1 0 0 0 0,-1 1 0 0 0,1-1-1 0 0,-1 0 1 0 0,1 0 0 0 0,-1 1 0 0 0,1-1-1 0 0,-1 0 1 0 0,1 1 0 0 0,1 1 8 0 0,-1-1 0 0 0,0 0 0 0 0,0 1 0 0 0,0-1 0 0 0,0 1 0 0 0,0-1 0 0 0,0 1-1 0 0,0 2 1 0 0,1 1 12 0 0,0 1-1 0 0,0 0 0 0 0,-1-1 1 0 0,1 7-1 0 0,-2 3 26 0 0,0-1-1 0 0,-3 26 1 0 0,-1 11-55 0 0,4-51 5 0 0,0 1 0 0 0,0 0 0 0 0,0-1 0 0 0,0 1 0 0 0,0 0 0 0 0,0 0 0 0 0,0-1 0 0 0,0 1 0 0 0,0 0 0 0 0,0-1 0 0 0,1 1 0 0 0,-1 0 0 0 0,0-1 0 0 0,0 1 0 0 0,1-1 0 0 0,-1 1 0 0 0,0 0 0 0 0,1-1 0 0 0,-1 1 0 0 0,0-1 0 0 0,1 1 0 0 0,-1-1 0 0 0,1 1 0 0 0,-1-1 0 0 0,1 1 0 0 0,0 0 0 0 0,0-1 0 0 0,0 0 0 0 0,0 0 0 0 0,0 0 0 0 0,-1 0 0 0 0,1 0 0 0 0,0 0 0 0 0,0-1 0 0 0,0 1 0 0 0,0 0 0 0 0,-1 0 0 0 0,1-1 0 0 0,0 1 0 0 0,0 0 0 0 0,0-1 0 0 0,-1 1 0 0 0,1-1 0 0 0,1 0 0 0 0,3-3 0 0 0,1-1 0 0 0,-1 1 0 0 0,9-11 0 0 0,-1-3 0 0 0,0-1 0 0 0,-1 0 0 0 0,-1 0 0 0 0,-1-1 0 0 0,0-1 0 0 0,-2 0 0 0 0,9-34 0 0 0,-16 51 24 0 0,-4 9 10 0 0,-4 10 55 0 0,2 2 121 0 0,-13 58 464 0 0,17-67-628 0 0,0 1 1 0 0,1-1-1 0 0,-1 0 0 0 0,1 1 0 0 0,1-1 0 0 0,0 0 0 0 0,2 10 0 0 0,-3-16-45 0 0,1 0-1 0 0,-1 0 0 0 0,1 0 1 0 0,0 0-1 0 0,-1 0 1 0 0,1 0-1 0 0,0 0 0 0 0,0 0 1 0 0,0 0-1 0 0,0 0 1 0 0,1-1-1 0 0,-1 1 0 0 0,0 0 1 0 0,1-1-1 0 0,-1 1 1 0 0,1-1-1 0 0,-1 1 0 0 0,1-1 1 0 0,0 0-1 0 0,0 0 1 0 0,0 0-1 0 0,0 0 0 0 0,-1 0 1 0 0,1 0-1 0 0,0-1 1 0 0,1 1-1 0 0,-1 0 0 0 0,0-1 1 0 0,0 0-1 0 0,0 1 1 0 0,0-1-1 0 0,0 0 0 0 0,0 0 1 0 0,4-1-1 0 0,1 0-280 0 0,-1 0 1 0 0,1-1-1 0 0,-1 0 0 0 0,0-1 0 0 0,0 1 0 0 0,0-1 1 0 0,0 0-1 0 0,0 0 0 0 0,0-1 0 0 0,5-4 0 0 0,7-8-5704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00.5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5 4607 0 0,'-11'-3'200'0'0,"3"1"48"0"0,3 2-248 0 0,2 0 0 0 0,5 0 352 0 0,-1 2 32 0 0,2 1 0 0 0,4-1 0 0 0,2-1-856 0 0,3 1-168 0 0,5 1-32 0 0,2 0 0 0 0,1 2 536 0 0,0-2 136 0 0,4-2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00.8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0 396 3223 0 0,'7'-28'1401'0'0,"0"1"-1"0"0,23-52 1 0 0,-10 27 159 0 0,-7 18-537 0 0,15-46 1362 0 0,-25 70-1846 0 0,-1 0 1 0 0,0-1 0 0 0,0 1 0 0 0,-1 0-1 0 0,-1-20 1 0 0,0 29-519 0 0,0 0 0 0 0,0 1-1 0 0,0-1 1 0 0,0 1 0 0 0,0-1 0 0 0,0 0-1 0 0,0 1 1 0 0,0-1 0 0 0,-1 1-1 0 0,1-1 1 0 0,0 0 0 0 0,0 1 0 0 0,-1-1-1 0 0,1 1 1 0 0,0-1 0 0 0,0 1-1 0 0,-1-1 1 0 0,1 1 0 0 0,-1-1 0 0 0,1 1-1 0 0,-1-1 1 0 0,0 0 0 0 0,0 1 8 0 0,1 0 0 0 0,-1 0 0 0 0,1 0 0 0 0,-1 0 0 0 0,1 0 0 0 0,-1 0 1 0 0,1 0-1 0 0,-1 0 0 0 0,1 0 0 0 0,-1 1 0 0 0,1-1 0 0 0,-1 0 0 0 0,1 0 0 0 0,-1 0 1 0 0,1 1-1 0 0,-1-1 0 0 0,1 0 0 0 0,-1 1 0 0 0,1-1 0 0 0,-1 1 0 0 0,-2 1 97 0 0,0 1-1 0 0,0 0 0 0 0,1 0 1 0 0,-1 0-1 0 0,-3 7 0 0 0,-2 6-146 0 0,0 1 0 0 0,2 0-1 0 0,0 1 1 0 0,1 0 0 0 0,1-1 0 0 0,-3 24-1 0 0,-3 112-150 0 0,10-149 171 0 0,-19 430-23 0 0,19-420-33 0 0,-1 1-486 0 0,2 28 1 0 0,1-38-414 0 0,-1-1-248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01.3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16 446 2759 0 0,'0'0'2'0'0,"-2"-2"19"0"0,0 0 0 0 0,1 0 0 0 0,-1 0 1 0 0,0 0-1 0 0,1-1 0 0 0,0 1 0 0 0,0 0 1 0 0,-2-4-1 0 0,3 5 59 0 0,0-1-1 0 0,0 1 1 0 0,0 0 0 0 0,0-1 0 0 0,0 1-1 0 0,1 0 1 0 0,-1-1 0 0 0,0 1 0 0 0,1 0 0 0 0,-1-1-1 0 0,1 1 1 0 0,-1 0 0 0 0,1 0 0 0 0,0-1 0 0 0,-1 1-1 0 0,1 0 1 0 0,0 0 0 0 0,0 0 0 0 0,1-1-1 0 0,12-15 604 0 0,2 0 0 0 0,0 1-1 0 0,1 0 1 0 0,24-16 0 0 0,81-47-206 0 0,-118 77-470 0 0,16-9 56 0 0,28-19-45 0 0,-43 26 36 0 0,-1 1 0 0 0,1-1 1 0 0,-1 0-1 0 0,0 0 1 0 0,0 0-1 0 0,-1-1 0 0 0,5-7 1 0 0,-7 12-34 0 0,-1 0 0 0 0,0 0 0 0 0,0 0 0 0 0,0-1 0 0 0,0 1 1 0 0,1 0-1 0 0,-1 0 0 0 0,0 0 0 0 0,0-1 0 0 0,0 1 0 0 0,0 0 0 0 0,0 0 1 0 0,0-1-1 0 0,0 1 0 0 0,0 0 0 0 0,0-1 0 0 0,0 1 0 0 0,0 0 0 0 0,0 0 1 0 0,0-1-1 0 0,0 1 0 0 0,0 0 0 0 0,0 0 0 0 0,0-1 0 0 0,0 1 0 0 0,0 0 1 0 0,0 0-1 0 0,0-1 0 0 0,0 1 0 0 0,0 0 0 0 0,-1 0 0 0 0,1-1 1 0 0,0 1-1 0 0,0 0 0 0 0,0 0 0 0 0,0 0 0 0 0,-1-1 0 0 0,1 1 0 0 0,0 0 1 0 0,0 0-1 0 0,-1 0 29 0 0,1 0 0 0 0,-1 0 0 0 0,1 0 0 0 0,0 0 0 0 0,-1 0 0 0 0,1 0 0 0 0,-1 0 0 0 0,1 0 0 0 0,0 0 0 0 0,-1 0 0 0 0,1 0 0 0 0,-1 0 0 0 0,1 1 0 0 0,0-1 1 0 0,-1 0-1 0 0,1 0 0 0 0,0 0 0 0 0,-1 1 0 0 0,1-1 0 0 0,0 0 0 0 0,0 0 0 0 0,-1 1 0 0 0,1-1 0 0 0,0 0 0 0 0,0 1 0 0 0,-1-1 0 0 0,1 0 0 0 0,0 1 0 0 0,-3 5 112 0 0,0 0 0 0 0,0 0 0 0 0,1 0 0 0 0,0 1 0 0 0,0-1 0 0 0,1 1 0 0 0,-1-1 0 0 0,1 1 0 0 0,1-1 0 0 0,-1 1 0 0 0,1 0 0 0 0,1-1 0 0 0,-1 1 0 0 0,1 0 0 0 0,2 6 0 0 0,-3-9-142 0 0,1-1 1 0 0,0 0-1 0 0,0 1 1 0 0,0-1-1 0 0,0 0 1 0 0,1 0-1 0 0,-1 0 1 0 0,1 0-1 0 0,0 0 1 0 0,0 0-1 0 0,0 0 1 0 0,0-1-1 0 0,0 1 1 0 0,1-1-1 0 0,-1 1 1 0 0,1-1-1 0 0,0 0 1 0 0,0 0-1 0 0,0 0 1 0 0,0 0-1 0 0,0-1 1 0 0,0 1-1 0 0,0-1 1 0 0,0 0-1 0 0,0 0 1 0 0,1 0-1 0 0,-1 0 0 0 0,1 0 1 0 0,-1-1-1 0 0,6 1 1 0 0,-6-1 1 0 0,-1 0 0 0 0,1 0 0 0 0,-1-1 0 0 0,1 1 0 0 0,-1 0 1 0 0,1-1-1 0 0,-1 0 0 0 0,0 1 0 0 0,1-1 0 0 0,-1 0 0 0 0,0 0 0 0 0,0 0 0 0 0,1-1 0 0 0,-1 1 0 0 0,0 0 0 0 0,0-1 1 0 0,-1 0-1 0 0,1 1 0 0 0,0-1 0 0 0,0 0 0 0 0,-1 0 0 0 0,1 0 0 0 0,-1 0 0 0 0,1 0 0 0 0,0-3 0 0 0,-1 2-21 0 0,1 0 0 0 0,-1-1 0 0 0,0 1 0 0 0,-1-1 0 0 0,1 1 0 0 0,-1-1-1 0 0,1 1 1 0 0,-1-1 0 0 0,0 0 0 0 0,-1 1 0 0 0,1-1 0 0 0,0 1 0 0 0,-1-1 0 0 0,0 1 0 0 0,0-1-1 0 0,-2-5 1 0 0,-2-1-3 0 0,0 1 1 0 0,0 0-1 0 0,-1-1 0 0 0,0 2 0 0 0,0-1 0 0 0,-15-13 1 0 0,-1 1 79 0 0,-28-20 0 0 0,50 40-72 0 0,-1 1 0 0 0,0-1 0 0 0,0 1 0 0 0,1-1 0 0 0,-1 0 0 0 0,0 1 0 0 0,0-1 0 0 0,1 0 0 0 0,-1 1 0 0 0,1-1 0 0 0,-1 0 0 0 0,1 0 0 0 0,-1 0 0 0 0,1 1 0 0 0,-1-1 0 0 0,1 0 0 0 0,0 0 0 0 0,-1 0 0 0 0,1 0 0 0 0,0 0 0 0 0,0 0 0 0 0,0 0 0 0 0,0 0 0 0 0,0-2 0 0 0,0 2 12 0 0,1 0 0 0 0,-1 0 1 0 0,1 0-1 0 0,0 0 0 0 0,-1 0 0 0 0,1-1 0 0 0,0 1 0 0 0,0 0 0 0 0,0 0 1 0 0,0 1-1 0 0,0-1 0 0 0,0 0 0 0 0,0 0 0 0 0,0 0 0 0 0,2 0 0 0 0,6-4 88 0 0,0 1 0 0 0,0 1 0 0 0,16-5 0 0 0,-24 8-106 0 0,16-4 6 0 0,0 0-1 0 0,1 1 0 0 0,27-1 0 0 0,-40 3-2 0 0,1 1-1 0 0,0 0 1 0 0,-1 1-1 0 0,1-1 0 0 0,-1 1 1 0 0,1 0-1 0 0,-1 0 1 0 0,1 1-1 0 0,-1 0 1 0 0,0 0-1 0 0,1 0 1 0 0,-1 1-1 0 0,0-1 0 0 0,-1 1 1 0 0,7 4-1 0 0,-9-4 8 0 0,1 0 0 0 0,-1 0-1 0 0,0 0 1 0 0,0 1 0 0 0,0-1 0 0 0,-1 0-1 0 0,1 1 1 0 0,-1-1 0 0 0,1 1-1 0 0,-1-1 1 0 0,0 1 0 0 0,-1 0 0 0 0,1-1-1 0 0,-1 1 1 0 0,0 0 0 0 0,1 0-1 0 0,-2 7 1 0 0,-1 6 125 0 0,0 0 1 0 0,-8 26-1 0 0,7-32-32 0 0,1 0-3 0 0,-1 0-45 0 0,0 0-1 0 0,0 13 1 0 0,3-21-41 0 0,-1-1 0 0 0,1 1 0 0 0,0 0 0 0 0,1-1 0 0 0,-1 1 0 0 0,0-1-1 0 0,1 1 1 0 0,-1-1 0 0 0,1 1 0 0 0,0-1 0 0 0,0 1 0 0 0,0-1 0 0 0,0 0 0 0 0,0 1 0 0 0,2 1 0 0 0,-1-3 0 0 0,-1 0 0 0 0,1 0 0 0 0,-1 0 0 0 0,1 0 0 0 0,-1 0 0 0 0,1 0 0 0 0,0-1 0 0 0,-1 1 0 0 0,1-1 0 0 0,0 1 0 0 0,0-1 0 0 0,-1 0 0 0 0,1 1 0 0 0,0-1 0 0 0,0 0 0 0 0,0 0 0 0 0,-1 0 0 0 0,1-1 0 0 0,0 1 0 0 0,0 0 0 0 0,0-1 0 0 0,2 0 0 0 0,6-2 68 0 0,-1 0 1 0 0,15-7-1 0 0,56-31-1086 0 0,-62 30-5016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01.9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57 249 2303 0 0,'-1'1'187'0'0,"0"-1"0"0"0,-1 1 0 0 0,1-1-1 0 0,-1 1 1 0 0,1-1 0 0 0,-1 1-1 0 0,1-1 1 0 0,0 0 0 0 0,-1 0 0 0 0,1 0-1 0 0,-1 0 1 0 0,1 0 0 0 0,-1 0-1 0 0,1 0 1 0 0,-1-1 0 0 0,1 1 0 0 0,-1 0-1 0 0,1-1 1 0 0,0 1 0 0 0,-1-1-1 0 0,1 1 1 0 0,-1-1 0 0 0,1 0 0 0 0,0 0-1 0 0,0 0 1 0 0,0 1 0 0 0,-1-1-1 0 0,1 0 1 0 0,0-1 0 0 0,0 1 0 0 0,0 0-1 0 0,-1-1 1 0 0,1-1 88 0 0,-1 1 0 0 0,1 0 0 0 0,0 0 0 0 0,0-1 0 0 0,0 1 0 0 0,0-1 0 0 0,0 1 0 0 0,0-1 0 0 0,1 1 0 0 0,-1-1 0 0 0,1 1 0 0 0,0-1 0 0 0,-1 0 0 0 0,1 1 0 0 0,0-1 0 0 0,1 0 0 0 0,0-4 0 0 0,1 1-90 0 0,0 0 0 0 0,1 0 0 0 0,-1 0 0 0 0,2 0 0 0 0,-1 0 0 0 0,0 1 0 0 0,1-1 0 0 0,0 1 1 0 0,0 0-1 0 0,1 0 0 0 0,0 0 0 0 0,-1 1 0 0 0,2 0 0 0 0,-1 0 0 0 0,0 0 0 0 0,1 1 0 0 0,-1-1 0 0 0,1 1 0 0 0,0 0 0 0 0,0 1 0 0 0,1 0 0 0 0,-1 0 0 0 0,0 0 0 0 0,1 1 0 0 0,11-2 0 0 0,-15 3-182 0 0,-1 0 1 0 0,1 0-1 0 0,0 1 1 0 0,-1-1-1 0 0,1 1 1 0 0,-1-1-1 0 0,1 1 0 0 0,-1 0 1 0 0,1 0-1 0 0,-1 0 1 0 0,1 0-1 0 0,-1 0 1 0 0,0 1-1 0 0,0-1 1 0 0,0 1-1 0 0,0-1 0 0 0,0 1 1 0 0,0 0-1 0 0,0 0 1 0 0,0 0-1 0 0,-1 0 1 0 0,1 0-1 0 0,-1 0 1 0 0,1 0-1 0 0,-1 0 0 0 0,0 1 1 0 0,0-1-1 0 0,0 1 1 0 0,0-1-1 0 0,0 1 1 0 0,0 2-1 0 0,0 0-4 0 0,0 1 1 0 0,0-1-1 0 0,-1 1 1 0 0,0-1-1 0 0,0 1 0 0 0,0-1 1 0 0,-1 1-1 0 0,0-1 0 0 0,0 1 1 0 0,0-1-1 0 0,-1 1 0 0 0,0-1 1 0 0,-4 9-1 0 0,4-10-25 0 0,0 1-1 0 0,-1-1 1 0 0,1 1 0 0 0,-1-1-1 0 0,-1 0 1 0 0,1 0-1 0 0,0 0 1 0 0,-1 0 0 0 0,-5 4-1 0 0,9-10 21 0 0,-1 0-1 0 0,1 0 1 0 0,0 1 0 0 0,0-1-1 0 0,0 0 1 0 0,0 0-1 0 0,0 0 1 0 0,0 1 0 0 0,1-3-1 0 0,7-20 7 0 0,0 0 0 0 0,2 1 0 0 0,0 0 0 0 0,2 0 0 0 0,0 1 0 0 0,20-25 0 0 0,-29 43 6 0 0,0 0 0 0 0,1 1 1 0 0,-1-1-1 0 0,1 1 0 0 0,0-1 0 0 0,5-2 0 0 0,-9 6 9 0 0,1-1 0 0 0,0 1-1 0 0,-1 0 1 0 0,1-1 0 0 0,0 1 0 0 0,-1 0 0 0 0,1-1-1 0 0,0 1 1 0 0,0 0 0 0 0,-1 0 0 0 0,1 0 0 0 0,0-1-1 0 0,0 1 1 0 0,-1 0 0 0 0,1 0 0 0 0,0 0 0 0 0,0 0-1 0 0,-1 1 1 0 0,1-1 0 0 0,0 0 0 0 0,0 0 0 0 0,-1 0-1 0 0,1 1 1 0 0,0-1 0 0 0,0 0 0 0 0,-1 0 0 0 0,1 1-1 0 0,0-1 1 0 0,-1 1 0 0 0,1-1 0 0 0,-1 1 0 0 0,1-1-1 0 0,0 1 1 0 0,-1-1 0 0 0,1 1 0 0 0,-1-1 0 0 0,1 1-1 0 0,-1 0 1 0 0,0-1 0 0 0,1 1 0 0 0,-1 0 0 0 0,0 0-1 0 0,1-1 1 0 0,-1 1 0 0 0,0 0 0 0 0,0-1 0 0 0,0 1-1 0 0,1 1 1 0 0,1 8 45 0 0,0 0 0 0 0,-1 0 0 0 0,0 0-1 0 0,-1 0 1 0 0,0 12 0 0 0,-1-12-60 0 0,1 0 0 0 0,1 0 1 0 0,0 0-1 0 0,0 0 0 0 0,3 12 0 0 0,-4-21 0 0 0,0 0 0 0 0,1 0 0 0 0,-1 0 0 0 0,1 0 0 0 0,-1 0 0 0 0,1 0 0 0 0,-1 0 0 0 0,1 0 0 0 0,-1 0 0 0 0,1 0 0 0 0,0 0 0 0 0,0 0 0 0 0,-1 0 0 0 0,1 0 0 0 0,0 0 0 0 0,0-1 0 0 0,0 1 0 0 0,0 0 0 0 0,2 0 0 0 0,-2 0 0 0 0,0-1 0 0 0,0 0 0 0 0,0 0 0 0 0,0 0 0 0 0,0 0 0 0 0,0 0 0 0 0,0 0 0 0 0,0 0 0 0 0,0 0 0 0 0,0-1 0 0 0,0 1 0 0 0,0 0 0 0 0,0-1 0 0 0,0 1 0 0 0,0-1 0 0 0,0 1 0 0 0,2-2 0 0 0,3-2 0 0 0,1-2 0 0 0,-1 1 0 0 0,0-1 0 0 0,8-10 0 0 0,-7 8 0 0 0,5-7 0 0 0,0-1 0 0 0,-1 0 0 0 0,-1-1 0 0 0,-1 0 0 0 0,0-1 0 0 0,10-29 0 0 0,-18 40-9 0 0,-5 14 36 0 0,-7 16 46 0 0,8-12 9 0 0,0 1-1 0 0,0 0 1 0 0,1 0-1 0 0,1 0 1 0 0,0 0 0 0 0,1 0-1 0 0,1 17 1 0 0,-1-26-60 0 0,1 0 0 0 0,-1 1 1 0 0,1-1-1 0 0,0 0 0 0 0,0 0 0 0 0,0 0 0 0 0,0 0 0 0 0,0 0 0 0 0,1 0 1 0 0,-1 0-1 0 0,1-1 0 0 0,0 1 0 0 0,0 0 0 0 0,0-1 0 0 0,0 1 0 0 0,0-1 1 0 0,1 0-1 0 0,-1 0 0 0 0,1 0 0 0 0,-1 0 0 0 0,1 0 0 0 0,0-1 0 0 0,0 1 1 0 0,0-1-1 0 0,0 1 0 0 0,0-1 0 0 0,0 0 0 0 0,0 0 0 0 0,0-1 0 0 0,0 1 1 0 0,1-1-1 0 0,3 1 0 0 0,15-1-1379 0 0,2-3-5497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32.0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165 129 1495 0 0,'1'-14'1362'0'0,"3"-23"-1"0"0,0 14 316 0 0,-4 21-1587 0 0,0 0 0 0 0,0 1 0 0 0,0-1 0 0 0,-1 1 0 0 0,1-1 0 0 0,0 1 0 0 0,-1-1 0 0 0,1 1 0 0 0,-1-1 0 0 0,0 1 0 0 0,1-1 0 0 0,-1 1 0 0 0,0 0 0 0 0,0-1 0 0 0,0 1 0 0 0,0 0 0 0 0,0 0 0 0 0,0-1 0 0 0,0 1 0 0 0,0 0 0 0 0,-1 0 0 0 0,1 0 0 0 0,0 0 0 0 0,-1 1 0 0 0,1-1 0 0 0,-2 0 0 0 0,-13-11 480 0 0,16 11-568 0 0,-2 0 0 0 0,1 0 0 0 0,0 1-1 0 0,0-1 1 0 0,0 1 0 0 0,0-1 0 0 0,0 1-1 0 0,0-1 1 0 0,-1 1 0 0 0,1 0 0 0 0,0-1-1 0 0,0 1 1 0 0,0 0 0 0 0,-1 0-1 0 0,1 0 1 0 0,0 0 0 0 0,0 0 0 0 0,-1 0-1 0 0,1 0 1 0 0,0 1 0 0 0,0-1 0 0 0,-1 0-1 0 0,1 1 1 0 0,0-1 0 0 0,0 1 0 0 0,0-1-1 0 0,0 1 1 0 0,0 0 0 0 0,0-1 0 0 0,0 1-1 0 0,-2 1 1 0 0,-4 3 19 0 0,0 1 0 0 0,0 0 0 0 0,-7 8 0 0 0,8-8-11 0 0,-7 7 53 0 0,7-7-18 0 0,-1 1 1 0 0,-9 11 0 0 0,14-15 1 0 0,1-1 0 0 0,-1 1 0 0 0,1-1 0 0 0,-1 1 0 0 0,1 0 0 0 0,0 0 1 0 0,0-1-1 0 0,0 1 0 0 0,1 0 0 0 0,-1 0 0 0 0,1 0 0 0 0,-1 4 0 0 0,9 85 884 0 0,-1-21-352 0 0,-3 63-131 0 0,-3-126-416 0 0,-1 0-1 0 0,1 0 0 0 0,1-1 0 0 0,-1 1 0 0 0,5 12 1 0 0,-5-19-26 0 0,-1 0 0 0 0,1 0 0 0 0,-1 0 0 0 0,1 1 0 0 0,0-1 0 0 0,0 0 0 0 0,-1 0 0 0 0,1 0 1 0 0,0 0-1 0 0,0-1 0 0 0,0 1 0 0 0,0 0 0 0 0,0 0 0 0 0,0 0 0 0 0,0-1 0 0 0,0 1 0 0 0,2 0 1 0 0,-1 0 7 0 0,-1-1 1 0 0,1 0-1 0 0,-1 0 1 0 0,0 0-1 0 0,1 0 1 0 0,-1 0-1 0 0,1-1 1 0 0,-1 1-1 0 0,1 0 1 0 0,-1-1-1 0 0,1 1 1 0 0,-1-1 0 0 0,0 1-1 0 0,1-1 1 0 0,-1 0-1 0 0,0 1 1 0 0,0-1-1 0 0,1 0 1 0 0,0-1-1 0 0,7-5 106 0 0,-9 6-183 0 0,1 0 0 0 0,0 1 0 0 0,-1-1 0 0 0,1 0 0 0 0,0 1 0 0 0,-1-1 1 0 0,1 0-1 0 0,0 1 0 0 0,0-1 0 0 0,0 1 0 0 0,0-1 0 0 0,0 1 0 0 0,0 0 0 0 0,-1-1 1 0 0,1 1-1 0 0,0 0 0 0 0,0 0 0 0 0,0-1 0 0 0,0 1 0 0 0,0 0 0 0 0,0 0 0 0 0,0 0 0 0 0,0 0 1 0 0,0 0-1 0 0,0 1 0 0 0,0-1 0 0 0,2 1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32.46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123 88 2759 0 0,'0'-1'56'0'0,"-1"-1"-1"0"0,1 1 0 0 0,-1-1 0 0 0,1 1 0 0 0,-1 0 0 0 0,1-1 0 0 0,-1 1 0 0 0,0-1 0 0 0,0 1 0 0 0,1 0 0 0 0,-1 0 0 0 0,0-1 0 0 0,0 1 1 0 0,0 0-1 0 0,-1 0 0 0 0,1 0 0 0 0,0 0 0 0 0,0 0 0 0 0,-3-1 0 0 0,2 1 78 0 0,0 1 0 0 0,0 0 0 0 0,0 0 0 0 0,0 0 0 0 0,0 0 0 0 0,1 0-1 0 0,-1 0 1 0 0,0 1 0 0 0,0-1 0 0 0,0 0 0 0 0,0 1 0 0 0,0 0 0 0 0,1-1 0 0 0,-1 1 0 0 0,0 0 0 0 0,-2 2 0 0 0,-1 0 89 0 0,0 0 1 0 0,1 1 0 0 0,-1 0-1 0 0,1 0 1 0 0,0 0 0 0 0,0 1-1 0 0,0-1 1 0 0,1 1 0 0 0,0 0-1 0 0,0 0 1 0 0,0 0 0 0 0,-4 10-1 0 0,4-8-49 0 0,0 0-1 0 0,1 0 0 0 0,0 1 0 0 0,0-1 1 0 0,1 1-1 0 0,0 0 0 0 0,0-1 0 0 0,0 1 1 0 0,2 10-1 0 0,-1-16-152 0 0,0 0 0 0 0,0 0 1 0 0,1 0-1 0 0,-1 0 0 0 0,1 0 0 0 0,-1 0 1 0 0,1 0-1 0 0,0-1 0 0 0,0 1 0 0 0,0 0 0 0 0,0 0 1 0 0,0-1-1 0 0,0 1 0 0 0,0-1 0 0 0,0 1 1 0 0,1-1-1 0 0,-1 1 0 0 0,1-1 0 0 0,-1 0 0 0 0,4 2 1 0 0,-2-1 14 0 0,-1-1 1 0 0,1 0 0 0 0,0 0-1 0 0,0-1 1 0 0,0 1-1 0 0,1 0 1 0 0,-1-1 0 0 0,0 0-1 0 0,0 0 1 0 0,0 0 0 0 0,0 0-1 0 0,3-1 1 0 0,6-1 60 0 0,0-1-1 0 0,-1 0 1 0 0,1-1 0 0 0,-1 0 0 0 0,20-10 0 0 0,-26 11-65 0 0,0-1 1 0 0,0 0-1 0 0,0 0 1 0 0,0 0 0 0 0,0 0-1 0 0,-1-1 1 0 0,0 0-1 0 0,0 0 1 0 0,0 0 0 0 0,-1 0-1 0 0,0 0 1 0 0,0-1-1 0 0,0 0 1 0 0,0 1 0 0 0,2-10-1 0 0,-3 9-17 0 0,0-1 0 0 0,-1 0 0 0 0,0 1 0 0 0,0-1 0 0 0,0 0-1 0 0,-1 0 1 0 0,0 0 0 0 0,0 1 0 0 0,-1-1 0 0 0,0 0 0 0 0,0 0-1 0 0,0 1 1 0 0,-1-1 0 0 0,-2-6 0 0 0,3 10-23 0 0,-1 1 0 0 0,1-1 0 0 0,0 1 0 0 0,-1 0 0 0 0,1 0 0 0 0,-1-1 0 0 0,0 1-1 0 0,1 0 1 0 0,-1 0 0 0 0,0 1 0 0 0,0-1 0 0 0,-1 0 0 0 0,1 1 0 0 0,0-1 0 0 0,0 1 0 0 0,-1-1 0 0 0,1 1 0 0 0,-1 0 0 0 0,-3-1 0 0 0,2 1 55 0 0,0 1 0 0 0,1-1 0 0 0,-1 1 1 0 0,1 0-1 0 0,-1 0 0 0 0,0 0 0 0 0,1 1 1 0 0,-1-1-1 0 0,0 1 0 0 0,1 0 0 0 0,-1 0 1 0 0,1 0-1 0 0,-5 2 0 0 0,4-1-81 0 0,1-1 0 0 0,-1 1 0 0 0,1 0 1 0 0,0 1-1 0 0,-1-1 0 0 0,1 1 0 0 0,0-1 0 0 0,0 1 0 0 0,1 0 0 0 0,-1 0 1 0 0,1 0-1 0 0,-3 5 0 0 0,3-6-148 0 0,1 0-1 0 0,0 1 1 0 0,0 0 0 0 0,0-1 0 0 0,0 1-1 0 0,0 0 1 0 0,1-1 0 0 0,-1 1-1 0 0,1 0 1 0 0,0 0 0 0 0,-1-1 0 0 0,1 1-1 0 0,1 0 1 0 0,-1 0 0 0 0,0 0 0 0 0,1-1-1 0 0,-1 1 1 0 0,2 4 0 0 0,3 4-3879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32.7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 1 2759 0 0,'0'0'126'0'0,"-1"2"211"0"0,0 0-1 0 0,0 0 1 0 0,1 0 0 0 0,-1 0 0 0 0,0 0-1 0 0,1 0 1 0 0,0 1 0 0 0,0-1 0 0 0,-1 4-1 0 0,1-4 287 0 0,-3 41 4250 0 0,2-27-3368 0 0,2 32 0 0 0,-1-47-1483 0 0,0 1-1 0 0,1-1 1 0 0,-1 0 0 0 0,0 0 0 0 0,1 0-1 0 0,-1 0 1 0 0,1 0 0 0 0,-1 0-1 0 0,1-1 1 0 0,-1 1 0 0 0,1 0-1 0 0,-1 0 1 0 0,1 0 0 0 0,0 0 0 0 0,1 0-1 0 0,-2 0-167 0 0,0-1 0 0 0,1 0 0 0 0,-1 1 0 0 0,1-1-1 0 0,-1 0 1 0 0,1 0 0 0 0,-1 1 0 0 0,1-1 0 0 0,-1 0-1 0 0,1 0 1 0 0,-1 0 0 0 0,1 0 0 0 0,-1 0 0 0 0,1 0-1 0 0,-1 0 1 0 0,1 0 0 0 0,-1 0 0 0 0,1 0 0 0 0,-1 0-1 0 0,1 0 1 0 0,-1 0 0 0 0,1 0 0 0 0,-1 0-1 0 0,1-1 1 0 0,-1 1 0 0 0,1 0 0 0 0,-1 0 0 0 0,1 0-1 0 0,-1-1 1 0 0,0 1 0 0 0,1 0 0 0 0,0-1 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32.9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80 3 1375 0 0,'-5'-3'8720'0'0,"2"8"-7524"0"0,-14 31 1372 0 0,-13 40 0 0 0,24-59-2209 0 0,1 0 0 0 0,1 0 0 0 0,0 0 0 0 0,2 0 0 0 0,-2 23 0 0 0,4-36-331 0 0,1 0 1 0 0,-1 0-1 0 0,1 0 1 0 0,-1-1 0 0 0,1 1-1 0 0,3 7 1 0 0,-4-10-92 0 0,1 0 0 0 0,-1-1 0 0 0,0 1 0 0 0,0 0 0 0 0,1-1 0 0 0,-1 1 0 0 0,1 0-1 0 0,-1-1 1 0 0,0 1 0 0 0,1-1 0 0 0,-1 1 0 0 0,1 0 0 0 0,0-1 0 0 0,-1 1 0 0 0,1-1 0 0 0,-1 0 0 0 0,1 1 0 0 0,0-1 0 0 0,-1 1 0 0 0,1-1 0 0 0,0 0-1 0 0,-1 0 1 0 0,1 1 0 0 0,0-1 0 0 0,0 0 0 0 0,-1 0 0 0 0,1 0 0 0 0,0 0 0 0 0,-1 0 0 0 0,1 0 0 0 0,0 0 0 0 0,0 0 0 0 0,-1 0 0 0 0,1 0 0 0 0,0 0 0 0 0,0 0-1 0 0,-1-1 1 0 0,1 1 0 0 0,0 0 0 0 0,-1-1 0 0 0,1 1 0 0 0,0 0 0 0 0,0-1 0 0 0,5-7-2184 0 0,-4 2 791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33.4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10 238 919 0 0,'-3'-14'893'0'0,"1"0"0"0"0,0 0 0 0 0,0-1 0 0 0,2 1 0 0 0,0-1 0 0 0,2-14 0 0 0,-2 28-823 0 0,0 1 1 0 0,0 0-1 0 0,0-1 0 0 0,0 1 1 0 0,0 0-1 0 0,0-1 0 0 0,1 1 1 0 0,-1 0-1 0 0,0-1 1 0 0,0 1-1 0 0,1 0 0 0 0,-1-1 1 0 0,0 1-1 0 0,0 0 0 0 0,1 0 1 0 0,-1-1-1 0 0,0 1 0 0 0,0 0 1 0 0,1 0-1 0 0,-1-1 0 0 0,0 1 1 0 0,1 0-1 0 0,-1 0 0 0 0,1 0 1 0 0,-1 0-1 0 0,0 0 0 0 0,1 0 1 0 0,-1-1-1 0 0,0 1 0 0 0,1 0 1 0 0,-1 0-1 0 0,1 0 1 0 0,-1 0-1 0 0,0 0 0 0 0,1 0 1 0 0,-1 1-1 0 0,0-1 0 0 0,1 0 1 0 0,17 5 803 0 0,-12-3-648 0 0,2 0-196 0 0,1-1 0 0 0,-1 0 0 0 0,1 0 1 0 0,-1-1-1 0 0,1 0 0 0 0,-1-1 0 0 0,0 0 0 0 0,1 0 0 0 0,9-3 1 0 0,1-1 23 0 0,-1-2 1 0 0,34-16-1 0 0,-42 19-54 0 0,-1-1 0 0 0,-1-1 0 0 0,1 1 0 0 0,-1-1 0 0 0,0-1 0 0 0,0 0 0 0 0,9-10 0 0 0,-16 16 13 0 0,-1 1 0 0 0,1-1 0 0 0,-1 0 0 0 0,1 1 0 0 0,-1-1 0 0 0,1 1 0 0 0,-1-1 0 0 0,0 0 0 0 0,0 0 0 0 0,1 1 0 0 0,-1-1 0 0 0,0 0 0 0 0,0 0 0 0 0,0 1-1 0 0,0-1 1 0 0,0 0 0 0 0,0 0 0 0 0,0 1 0 0 0,0-1 0 0 0,0 0 0 0 0,0 0 0 0 0,0 1 0 0 0,0-1 0 0 0,0 0 0 0 0,-1 1 0 0 0,1-1 0 0 0,0 0 0 0 0,-1 0 0 0 0,1 1 0 0 0,0-1 0 0 0,-1 0 0 0 0,1 1-1 0 0,-1-1 1 0 0,1 1 0 0 0,-1-1 0 0 0,0 0 3 0 0,0 1 0 0 0,1 0-1 0 0,-1-1 1 0 0,0 1 0 0 0,0 0 0 0 0,1-1-1 0 0,-1 1 1 0 0,0 0 0 0 0,0 0 0 0 0,0 0-1 0 0,1 0 1 0 0,-1 0 0 0 0,0 0-1 0 0,0 0 1 0 0,0 0 0 0 0,1 0 0 0 0,-1 0-1 0 0,0 1 1 0 0,0-1 0 0 0,1 0-1 0 0,-1 0 1 0 0,0 1 0 0 0,0-1 0 0 0,1 0-1 0 0,-1 1 1 0 0,0-1 0 0 0,1 1 0 0 0,-1-1-1 0 0,1 1 1 0 0,-1-1 0 0 0,0 1-1 0 0,1 0 1 0 0,-1-1 0 0 0,1 1 0 0 0,-1 0-1 0 0,-1 3 49 0 0,-1 0-1 0 0,1 0 1 0 0,0 1-1 0 0,0-1 0 0 0,1 0 1 0 0,-1 1-1 0 0,1-1 1 0 0,0 1-1 0 0,-1 6 0 0 0,-1 43 299 0 0,5-25-84 0 0,1 0 0 0 0,1-1 0 0 0,2 1-1 0 0,9 28 1 0 0,-7-29-152 0 0,-1 0-1 0 0,-1 1 1 0 0,-2-1 0 0 0,1 32 0 0 0,-5-21 199 0 0,-2-1 0 0 0,-2 1 1 0 0,-10 43-1 0 0,13-78-307 0 0,-1 0 0 0 0,1 0 0 0 0,-1 0 0 0 0,0 0 0 0 0,0 0 0 0 0,0-1 0 0 0,-1 1 0 0 0,1-1 0 0 0,-1 0 0 0 0,0 0 0 0 0,0 0 0 0 0,0 0 0 0 0,0 0 0 0 0,-1 0 0 0 0,-3 1 0 0 0,-1 2 162 0 0,0-2-1 0 0,-1 1 1 0 0,0-1-1 0 0,0 0 1 0 0,-13 3-1 0 0,20-7-135 0 0,0 1-1 0 0,1-1 1 0 0,-1 1-1 0 0,0-1 1 0 0,0 0-1 0 0,1 0 1 0 0,-1 0 0 0 0,0 0-1 0 0,0 0 1 0 0,1 0-1 0 0,-1 0 1 0 0,0-1-1 0 0,0 1 1 0 0,1-1-1 0 0,-1 1 1 0 0,0-1-1 0 0,1 0 1 0 0,-1 0 0 0 0,-2-1-1 0 0,4 1-39 0 0,-1 0 1 0 0,0 0-1 0 0,0 0 1 0 0,1 1-1 0 0,-1-2 1 0 0,0 1-1 0 0,1 0 0 0 0,-1 0 1 0 0,1 0-1 0 0,-1 0 1 0 0,1 0-1 0 0,0 0 0 0 0,-1-1 1 0 0,1 1-1 0 0,0 0 1 0 0,0 0-1 0 0,0 0 0 0 0,0-1 1 0 0,0 1-1 0 0,0 0 1 0 0,0 0-1 0 0,1 0 0 0 0,-1 0 1 0 0,0-1-1 0 0,1 1 1 0 0,-1 0-1 0 0,0 0 0 0 0,2-2 1 0 0,3-9-220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58.7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 3223 0 0,'15'0'-1112'0'0,"86"-12"1180"0"0,89-9 248 0 0,-137 18-216 0 0,84 5 0 0 0,-98 1-100 0 0,4 0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2:58.9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0 119 3223 0 0,'1'-2'-32'0'0,"-1"1"0"0"0,1-1 0 0 0,0 1-1 0 0,0-1 1 0 0,-1 1 0 0 0,1-1-1 0 0,0 1 1 0 0,0 0 0 0 0,0 0-1 0 0,0-1 1 0 0,0 1 0 0 0,1 0-1 0 0,-1 0 1 0 0,0 0 0 0 0,0 0 0 0 0,1 0-1 0 0,-1 1 1 0 0,1-1 0 0 0,-1 0-1 0 0,0 1 1 0 0,1-1 0 0 0,0 1-1 0 0,-1-1 1 0 0,3 0 0 0 0,10-4-255 0 0,32-15 569 0 0,73-22 0 0 0,-94 35-269 0 0,0 2 0 0 0,0 0 1 0 0,0 2-1 0 0,50-1 0 0 0,-53 6-13 0 0,0 2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3:01.36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81 455 0 0,'4'-3'83'0'0,"0"1"0"0"0,1-1-1 0 0,-1 1 1 0 0,1 0 0 0 0,0 0-1 0 0,0 0 1 0 0,-1 0-1 0 0,1 1 1 0 0,7-1 0 0 0,3-2-55 0 0,10-2 94 0 0,1 1-1 0 0,1 1 0 0 0,-1 2 1 0 0,0 0-1 0 0,30 3 0 0 0,133 19 178 0 0,-130-11-156 0 0,1-3 1 0 0,79-1-1 0 0,-67-12 205 0 0,107-25 0 0 0,-6 1 256 0 0,-138 27-514 0 0,0 1 0 0 0,0 2 0 0 0,36 4 0 0 0,-58-2-84 0 0,1 1 0 0 0,-1 0 0 0 0,0 2-1 0 0,1-1 1 0 0,-1 2 0 0 0,-1-1 0 0 0,1 2-1 0 0,-1 0 1 0 0,14 8 0 0 0,-24-12-61 0 0,1 0 0 0 0,0 1 0 0 0,0-1 0 0 0,-1 0 0 0 0,0 1 0 0 0,1 0 0 0 0,-1-1 1 0 0,0 1-1 0 0,0 0 0 0 0,-1 0 0 0 0,1 0 0 0 0,-1 1 0 0 0,1-1 0 0 0,-1 0 0 0 0,0 0 0 0 0,1 4 0 0 0,0 9-257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3:05.1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544 0 1495 0 0,'-62'2'1249'0'0,"48"-3"-1396"0"0,-1 2-1 0 0,0-1 0 0 0,0 2 1 0 0,-28 6-1 0 0,29-4 132 0 0,0 2-1 0 0,0-1 1 0 0,0 2 0 0 0,0 0-1 0 0,1 1 1 0 0,0 0 0 0 0,-14 12-1 0 0,12-6-4 0 0,0 0 0 0 0,1 1-1 0 0,1 0 1 0 0,-21 31 0 0 0,13-12-16 0 0,2 2 0 0 0,1 0 0 0 0,2 2 0 0 0,-21 72-1 0 0,20-43-14 0 0,4 1 0 0 0,2 0 0 0 0,-2 102 0 0 0,12-132 52 0 0,6 54 0 0 0,-3-71 0 0 0,1-1 0 0 0,2 1 0 0 0,0 0 0 0 0,9 22 0 0 0,-13-42 0 0 0,0 0 0 0 0,-1 0 0 0 0,1 0-1 0 0,0 0 1 0 0,-1 0 0 0 0,1 0 0 0 0,0 0-1 0 0,0 0 1 0 0,0-1 0 0 0,0 1 0 0 0,0 0-1 0 0,0 0 1 0 0,0-1 0 0 0,0 1 0 0 0,0-1-1 0 0,0 1 1 0 0,0-1 0 0 0,1 0 0 0 0,-1 1 0 0 0,0-1-1 0 0,0 0 1 0 0,0 0 0 0 0,1 1 0 0 0,-1-1-1 0 0,0 0 1 0 0,0 0 0 0 0,1-1 0 0 0,1 1-1 0 0,5-1 7 0 0,1-1 0 0 0,0 0 1 0 0,9-3-1 0 0,2 0 43 0 0,5 0 182 0 0,1 1-1 0 0,0 1 0 0 0,0 1 1 0 0,0 2-1 0 0,1 0 0 0 0,-1 2 1 0 0,0 1-1 0 0,33 8 0 0 0,-43-7-225 0 0,30 7-9 0 0,68 26 1 0 0,-89-26-71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3:07.04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25 1407 0 0,'10'-4'16'0'0,"-1"0"0"0"0,1 1 0 0 0,-1 1 0 0 0,1-1 0 0 0,12 0 0 0 0,52-3 16 0 0,-10 7-32 0 0,108 14 0 0 0,-45-2 0 0 0,237-2 0 0 0,-85-5 0 0 0,-269-5 0 0 0,10-1 0 0 0,1 2 0 0 0,-1 0 0 0 0,21 6 0 0 0,-33-5 0 0 0,-1 2 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3:20.5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180 349 1375 0 0,'-4'-1'254'0'0,"1"-1"0"0"0,-1 1 0 0 0,0 0-1 0 0,0 1 1 0 0,0-1 0 0 0,-5 0-1 0 0,6 1 0 0 0,0 0 0 0 0,1 0 0 0 0,-1 0 0 0 0,0-1 1 0 0,0 1-1 0 0,0-1 0 0 0,-19-16 2894 0 0,22 17-3108 0 0,9-7 506 0 0,10 0-202 0 0,119-19 35 0 0,-14 4-130 0 0,58-20 10 0 0,249-59 763 0 0,-171 49-587 0 0,1 16-278 0 0,-169 24-185 0 0,-51 6 29 0 0,-19 2-37 0 0,41-2 1 0 0,-63 5 36 0 0,1 1-1 0 0,-1 0 1 0 0,1 0 0 0 0,-1 0-1 0 0,1 0 1 0 0,-1 0 0 0 0,1 0-1 0 0,-1 0 1 0 0,1 0-1 0 0,-1 0 1 0 0,1 0 0 0 0,-1 0-1 0 0,1 0 1 0 0,-1 0 0 0 0,1 0-1 0 0,-1 1 1 0 0,1-1 0 0 0,-1 0-1 0 0,1 0 1 0 0,-1 1 0 0 0,0-1-1 0 0,1 0 1 0 0,-1 0 0 0 0,1 1-1 0 0,-1-1 1 0 0,0 0-1 0 0,1 1 1 0 0,-1-1 0 0 0,0 1-1 0 0,1-1 1 0 0,-1 1-1 0 0,-1 0 1 0 0,1 0-1 0 0,0-1 1 0 0,-1 1-1 0 0,1 0 0 0 0,-1 0 1 0 0,1-1-1 0 0,-1 1 1 0 0,1 0-1 0 0,-1-1 0 0 0,0 1 1 0 0,1-1-1 0 0,-1 1 1 0 0,0-1-1 0 0,0 1 0 0 0,-32 19-187 0 0,-27 8-866 0 0,-85 27 0 0 0,-68 7 326 0 0,-89 32-82 0 0,272-83 699 0 0,-229 92-226 0 0,6 14 945 0 0,-105 43-296 0 0,346-156-312 0 0,9-3 0 0 0,0-1 0 0 0,1 1 0 0 0,-1 0 0 0 0,0 0 0 0 0,0 1 0 0 0,1-1 0 0 0,-1 0 0 0 0,-2 3 0 0 0,5-4 0 0 0,0 0 1 0 0,0 0-1 0 0,0 0 0 0 0,0 0 0 0 0,0 0 0 0 0,0 0 0 0 0,0 0 0 0 0,0 0 0 0 0,0 0 0 0 0,0 0 0 0 0,0 0 0 0 0,0 1 0 0 0,0-1 0 0 0,0 0 1 0 0,0 0-1 0 0,0 0 0 0 0,0 0 0 0 0,0 0 0 0 0,0 0 0 0 0,0 0 0 0 0,0 0 0 0 0,0 0 0 0 0,0 0 0 0 0,0 0 0 0 0,0 0 0 0 0,0 0 1 0 0,0 1-1 0 0,0-1 0 0 0,0 0 0 0 0,0 0 0 0 0,0 0 0 0 0,0 0 0 0 0,0 0 0 0 0,0 0 0 0 0,0 0 0 0 0,0 0 0 0 0,0 0 0 0 0,0 0 0 0 0,0 0 1 0 0,0 0-1 0 0,0 0 0 0 0,0 0 0 0 0,0 0 0 0 0,0 0 0 0 0,0 0 0 0 0,0 0 0 0 0,0 1 0 0 0,1-1 0 0 0,-1 0 0 0 0,0 0 0 0 0,0 0 1 0 0,0 0-1 0 0,0 0 0 0 0,0 0 0 0 0,0 0 0 0 0,0 0 0 0 0,0 0 0 0 0,0 0 0 0 0,0 0 0 0 0,0 0 0 0 0,0 0 0 0 0,1 0 0 0 0,8 0 15 0 0,10-2 45 0 0,22-7 374 0 0,58-21 0 0 0,40-24 709 0 0,-87 32-866 0 0,638-207 1489 0 0,-248 130-1633 0 0,-375 86-89 0 0,-40 8-22 0 0,56-10 93 0 0,-72 14-144 0 0,-1 0 0 0 0,0 1 1 0 0,1 0-1 0 0,-1 1 0 0 0,20 3 0 0 0,-29-4 28 0 0,0 0 0 0 0,0 1 0 0 0,0-1 0 0 0,0 0 0 0 0,0 0 0 0 0,0 1 1 0 0,-1-1-1 0 0,1 0 0 0 0,0 1 0 0 0,0-1 0 0 0,0 1 0 0 0,0-1 0 0 0,-1 1 0 0 0,1-1 0 0 0,0 1 0 0 0,-1 0 0 0 0,1-1 0 0 0,0 1 0 0 0,-1 0 0 0 0,1-1 1 0 0,-1 1-1 0 0,1 0 0 0 0,-1 0 0 0 0,1 1 0 0 0,-1-1-4 0 0,0 0 1 0 0,0 0-1 0 0,0 0 0 0 0,0 0 1 0 0,-1 0-1 0 0,1 0 0 0 0,0 0 1 0 0,0 0-1 0 0,-1 0 1 0 0,1 0-1 0 0,-1 0 0 0 0,1 0 1 0 0,-1 0-1 0 0,1-1 0 0 0,-1 1 1 0 0,0 0-1 0 0,-1 1 0 0 0,-4 4-84 0 0,0 0 0 0 0,0-1-1 0 0,-15 10 1 0 0,-28 14-258 0 0,-1-1 0 0 0,-76 29 0 0 0,-115 29 297 0 0,130-49-60 0 0,51-16 49 0 0,-392 142-360 0 0,371-132 386 0 0,-119 49-2 0 0,145-55 46 0 0,-242 99 110 0 0,287-121-119 0 0,-3 1 0 0 0,2 0 0 0 0,-17 8 0 0 0,36-11 14 0 0,8-4 32 0 0,227-81 87 0 0,-170 57 1 0 0,384-119 1259 0 0,-253 86-1080 0 0,336-83 702 0 0,69 36-1431 0 0,-565 102 515 0 0,-44 5-97 0 0,0 0 1 0 0,0 0-1 0 0,1 0 0 0 0,-1 0 0 0 0,0 0 1 0 0,0 0-1 0 0,1 0 0 0 0,-1 0 1 0 0,0 0-1 0 0,0 0 0 0 0,1 0 0 0 0,-1 0 1 0 0,0 0-1 0 0,0 0 0 0 0,0 0 1 0 0,1 0-1 0 0,-1 1 0 0 0,0-1 0 0 0,0 0 1 0 0,1 0-1 0 0,-1 0 0 0 0,0 0 1 0 0,0 0-1 0 0,0 0 0 0 0,1 1 1 0 0,-1-1-1 0 0,0 0 0 0 0,0 0 0 0 0,0 0 1 0 0,1 1-1 0 0,-6 5-34 0 0,-9 4-36 0 0,-50 18-104 0 0,-126 36 1 0 0,84-30-28 0 0,-118 42 71 0 0,-81 27-16 0 0,-71 34 144 0 0,182-69 0 0 0,151-56 0 0 0,-1-2 0 0 0,-71 7 0 0 0,115-16 0 0 0,-1-1 0 0 0,0 0 0 0 0,0 0 0 0 0,1 0 0 0 0,-1 0 0 0 0,0 0 0 0 0,1 0 0 0 0,-1 0 0 0 0,0 0 0 0 0,0 0 0 0 0,1 0 0 0 0,-1 0 0 0 0,0-1 0 0 0,1 1 0 0 0,-1 0 0 0 0,0 0 0 0 0,0-1 0 0 0,1 0 0 0 0,0 1 0 0 0,0 0 0 0 0,0-1 0 0 0,0 1 0 0 0,0 0 0 0 0,0-1 0 0 0,0 1 0 0 0,0 0 0 0 0,0-1 0 0 0,0 1 0 0 0,0 0 0 0 0,0-1 0 0 0,1 1 0 0 0,-1 0 0 0 0,0 0 0 0 0,0-1 0 0 0,0 1 0 0 0,1 0 0 0 0,-1 0 0 0 0,0-1 0 0 0,0 1 0 0 0,1 0 0 0 0,-1 0 0 0 0,0 0 0 0 0,1-1 0 0 0,24-15 0 0 0,1 4 13 0 0,1 2 0 0 0,0 0 0 0 0,33-6 0 0 0,-3 0-1 0 0,195-68 28 0 0,32-10 8 0 0,258-86-114 0 0,-467 156-73 0 0,-438 146-2256 0 0,327-110-1077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3:23.5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105 353 1375 0 0,'-1'-2'83'0'0,"0"1"0"0"0,0 0-1 0 0,0 0 1 0 0,0 1 0 0 0,0-1-1 0 0,0 0 1 0 0,0 0 0 0 0,0 0-1 0 0,-1 1 1 0 0,1-1-1 0 0,0 1 1 0 0,0-1 0 0 0,-1 1-1 0 0,1-1 1 0 0,0 1 0 0 0,-1 0-1 0 0,1-1 1 0 0,0 1-1 0 0,-3 0 1 0 0,-30-1 1504 0 0,30 1-1399 0 0,1 0-1 0 0,0 0 0 0 0,-1 1 1 0 0,1-1-1 0 0,0 1 0 0 0,0 0 1 0 0,-1 0-1 0 0,1 0 0 0 0,0 1 1 0 0,0-1-1 0 0,-3 3 0 0 0,6-4-171 0 0,0 0 0 0 0,0 0-1 0 0,-1 0 1 0 0,1 0-1 0 0,0 0 1 0 0,0 0 0 0 0,0 0-1 0 0,0 0 1 0 0,0 0 0 0 0,-1 1-1 0 0,1-1 1 0 0,0 0-1 0 0,0 0 1 0 0,0 0 0 0 0,0 0-1 0 0,0 0 1 0 0,0 0-1 0 0,0 0 1 0 0,0 1 0 0 0,0-1-1 0 0,-1 0 1 0 0,1 0 0 0 0,0 0-1 0 0,0 0 1 0 0,0 1-1 0 0,0-1 1 0 0,0 0 0 0 0,0 0-1 0 0,0 0 1 0 0,0 0-1 0 0,0 0 1 0 0,0 1 0 0 0,0-1-1 0 0,0 0 1 0 0,0 0-1 0 0,0 0 1 0 0,0 0 0 0 0,0 1-1 0 0,1-1 1 0 0,-1 0 0 0 0,0 0-1 0 0,0 0 1 0 0,0 0-1 0 0,0 1 1 0 0,9 1 273 0 0,12-3-113 0 0,0-4-171 0 0,1 0 0 0 0,-1-2 0 0 0,-1-1 0 0 0,31-16-1 0 0,-20 10 7 0 0,386-214 1850 0 0,-379 203-1425 0 0,-26 15-200 0 0,2 2 1 0 0,-1 0-1 0 0,17-7 1 0 0,-30 15-231 0 0,0 0-1 0 0,0 0 1 0 0,0 0 0 0 0,0 0 0 0 0,0 0 0 0 0,0 0 0 0 0,0 0-1 0 0,0 0 1 0 0,0 0 0 0 0,0 0 0 0 0,0 0 0 0 0,0 1 0 0 0,0-1 0 0 0,0 0-1 0 0,0 0 1 0 0,0 0 0 0 0,0 0 0 0 0,0 0 0 0 0,0 0 0 0 0,0 0 0 0 0,0 0-1 0 0,0 0 1 0 0,0 0 0 0 0,0 1 0 0 0,0-1 0 0 0,0 0 0 0 0,0 0-1 0 0,0 0 1 0 0,0 0 0 0 0,0 0 0 0 0,0 0 0 0 0,0 0 0 0 0,0 0 0 0 0,0 0-1 0 0,0 0 1 0 0,0 0 0 0 0,1 0 0 0 0,-1 0 0 0 0,0 0 0 0 0,0 0 0 0 0,0 0-1 0 0,0 0 1 0 0,0 0 0 0 0,0 0 0 0 0,0 1 0 0 0,0-1 0 0 0,0 0-1 0 0,0 0 1 0 0,0 0 0 0 0,1 0 0 0 0,-1 0 0 0 0,0 0 0 0 0,0 0 0 0 0,0 0-1 0 0,0-1 1 0 0,0 1 0 0 0,0 0 0 0 0,0 0 0 0 0,0 0 0 0 0,-8 12 90 0 0,-15 14-71 0 0,-256 218-233 0 0,122-115-382 0 0,-75 68 382 0 0,217-186 211 0 0,13-10 32 0 0,10-8 53 0 0,91-60 477 0 0,70-51-194 0 0,-121 81-371 0 0,3-3 23 0 0,81-48 0 0 0,-127 85-10 0 0,-2 1 20 0 0,0 1-1 0 0,0-1 1 0 0,0 0 0 0 0,0 1 0 0 0,1 0-1 0 0,-1 0 1 0 0,6-1 0 0 0,-9 2-25 0 0,0 0-1 0 0,1 0 1 0 0,-1 0 0 0 0,0 0 0 0 0,0 1 0 0 0,0-1-1 0 0,0 0 1 0 0,0 0 0 0 0,0 0 0 0 0,1 0-1 0 0,-1 1 1 0 0,0-1 0 0 0,0 0 0 0 0,0 0-1 0 0,0 1 1 0 0,0-1 0 0 0,0 0 0 0 0,0 0-1 0 0,0 0 1 0 0,0 1 0 0 0,0-1 0 0 0,0 0-1 0 0,0 0 1 0 0,0 1 0 0 0,0-1 0 0 0,0 0-1 0 0,0 0 1 0 0,0 0 0 0 0,-1 1 0 0 0,1-1-1 0 0,0 0 1 0 0,0 0 0 0 0,0 0 0 0 0,0 0-1 0 0,0 1 1 0 0,0-1 0 0 0,-1 0 0 0 0,1 0-1 0 0,0 0 1 0 0,0 0 0 0 0,0 1 0 0 0,0-1-1 0 0,-1 0 1 0 0,-7 12 72 0 0,7-11-52 0 0,-14 16 91 0 0,0 0-1 0 0,-1-1 1 0 0,-1-1-1 0 0,-20 15 1 0 0,12-11 15 0 0,-24 26 1 0 0,1 8 100 0 0,23-24 277 0 0,-56 49 1 0 0,66-69-225 0 0,7-5-99 0 0,8-4-186 0 0,0 0 1 0 0,-1 0 0 0 0,1 0-1 0 0,0 0 1 0 0,0 0-1 0 0,0 0 1 0 0,0 0 0 0 0,0 0-1 0 0,0 0 1 0 0,0 0 0 0 0,0 0-1 0 0,0 0 1 0 0,0 0 0 0 0,0 0-1 0 0,0 0 1 0 0,0 0-1 0 0,0 0 1 0 0,0 0 0 0 0,-1 0-1 0 0,1 0 1 0 0,0 0 0 0 0,0 0-1 0 0,0 0 1 0 0,0 0 0 0 0,0 0-1 0 0,0 0 1 0 0,0 0 0 0 0,0 0-1 0 0,0 0 1 0 0,0 0-1 0 0,0 0 1 0 0,0 0 0 0 0,0 0-1 0 0,0 0 1 0 0,-1 0 0 0 0,1 0-1 0 0,0 0 1 0 0,0 0 0 0 0,0 0-1 0 0,0 0 1 0 0,0 0-1 0 0,0 0 1 0 0,0 0 0 0 0,0-1-1 0 0,0 1 1 0 0,0 0 0 0 0,0 0-1 0 0,0 0 1 0 0,0 0 0 0 0,0 0-1 0 0,0 0 1 0 0,0 0-1 0 0,0 0 1 0 0,0 0 0 0 0,0 0-1 0 0,0 0 1 0 0,0 0 0 0 0,0 0-1 0 0,0-1 1 0 0,0 1 0 0 0,0 0-1 0 0,2-4-112 0 0,1 0 0 0 0,-1 1 0 0 0,1-1 0 0 0,0 0 0 0 0,0 1 0 0 0,0 0 0 0 0,7-6 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7:34.54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3794 439 1439 0 0,'0'-3'37'0'0,"0"2"-33"0"0,0 0-1 0 0,0 0 1 0 0,0 0 0 0 0,0 0 0 0 0,0 0 0 0 0,0 1-1 0 0,0-1 1 0 0,0 0 0 0 0,0 0 0 0 0,0 0 0 0 0,0 0 0 0 0,-1 1-1 0 0,1-1 1 0 0,0 0 0 0 0,-1 0 0 0 0,1 1 0 0 0,0-1 0 0 0,-1 0-1 0 0,1 0 1 0 0,-1 1 0 0 0,1-1 0 0 0,-1 0 0 0 0,-1 0-1 0 0,-10-12 161 0 0,6 4-38 0 0,2 6-90 0 0,1 0 0 0 0,-1 1 0 0 0,0-1-1 0 0,1 1 1 0 0,-1 0 0 0 0,0-1 0 0 0,0 2 0 0 0,-1-1 0 0 0,-5-1 0 0 0,-44-8 114 0 0,10 3-141 0 0,-13-8 119 0 0,-1 3 0 0 0,-1 3-1 0 0,-66-4 1 0 0,-33 3 77 0 0,-164-34-1 0 0,244 32-195 0 0,-1 3-1 0 0,0 4 1 0 0,0 4-1 0 0,0 2 0 0 0,0 4 1 0 0,-110 21-1 0 0,-504 148 165 0 0,209-41-173 0 0,90-14 0 0 0,342-99-18 0 0,0 2-1 0 0,2 2 0 0 0,0 3 1 0 0,-51 35-1 0 0,66-36-15 0 0,0 2 1 0 0,2 2-1 0 0,-34 38 1 0 0,48-45 31 0 0,0 1 0 0 0,1 1 0 0 0,2 0 0 0 0,0 1-1 0 0,-19 44 1 0 0,32-61 2 0 0,0 0 0 0 0,1 1 0 0 0,0-1 0 0 0,0 0 0 0 0,0 1 0 0 0,1-1 0 0 0,1 1 0 0 0,-1-1 0 0 0,2 1 0 0 0,-1-1 0 0 0,1 1 0 0 0,0-1 0 0 0,1 1 0 0 0,3 13 0 0 0,-4-18-16 0 0,1 1-1 0 0,-1 0 1 0 0,1-1-1 0 0,-1 1 1 0 0,1-1-1 0 0,1 1 0 0 0,-1-1 1 0 0,0 0-1 0 0,1 0 1 0 0,0 0-1 0 0,0 0 1 0 0,0 0-1 0 0,6 4 0 0 0,7 5 17 0 0,1-2 0 0 0,0 0 0 0 0,0-1 0 0 0,1-1 0 0 0,0-1 0 0 0,28 10 0 0 0,8-2 0 0 0,57 9 0 0 0,206 22 28 0 0,1-21 108 0 0,-199-17-84 0 0,428 15-52 0 0,-439-25 3 0 0,618 7 218 0 0,-621-2-93 0 0,160-13 0 0 0,-65-16 116 0 0,228-57 0 0 0,-408 77-232 0 0,286-76 546 0 0,-238 59-409 0 0,-1-3 0 0 0,91-47-1 0 0,-29-7-74 0 0,-106 63-52 0 0,-2-1 0 0 0,0-1 1 0 0,27-31-1 0 0,-26 24 15 0 0,-2 0-1 0 0,-1-2 1 0 0,-1 0-1 0 0,25-53 1 0 0,-36 64-22 0 0,0 0 0 0 0,-2 0 0 0 0,0-1 0 0 0,-1 0 1 0 0,0 0-1 0 0,-2 0 0 0 0,0 0 0 0 0,-1-1 0 0 0,0 1 0 0 0,-4-29 0 0 0,0 29-9 0 0,0 1 0 0 0,-1 0 0 0 0,0 0-1 0 0,-2 1 1 0 0,1 0 0 0 0,-2 0 0 0 0,0 0-1 0 0,-15-22 1 0 0,8 17 14 0 0,-1 1-1 0 0,-1 1 1 0 0,0 0 0 0 0,-1 1-1 0 0,-23-17 1 0 0,3 7 44 0 0,-75-43-1 0 0,-42-6 19 0 0,-121-38 108 0 0,172 74-183 0 0,57 22-7 0 0,-1 2 0 0 0,-60-13 0 0 0,81 25 0 0 0,1 0 0 0 0,0 2 0 0 0,-1 1 0 0 0,0 0 0 0 0,1 2 0 0 0,-31 5 0 0 0,14 2 0 0 0,1 1 0 0 0,0 3 0 0 0,0 1 0 0 0,-47 22 0 0 0,29-4 0 0 0,-109 77 0 0 0,-39 62 0 0 0,105-76 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3.7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38 115 5063 0 0,'-1'-11'1096'0'0,"1"0"-1"0"0,-1 0 1 0 0,-1-1-1 0 0,0 1 1 0 0,-1 0-1 0 0,0 0 1 0 0,-9-19-1 0 0,12 30-1043 0 0,0 0 0 0 0,0-1 0 0 0,0 1-1 0 0,0 0 1 0 0,0-1 0 0 0,0 1 0 0 0,-1 0 0 0 0,1 0-1 0 0,0-1 1 0 0,0 1 0 0 0,0 0 0 0 0,0 0 0 0 0,-1-1-1 0 0,1 1 1 0 0,0 0 0 0 0,0 0 0 0 0,-1-1-1 0 0,1 1 1 0 0,0 0 0 0 0,0 0 0 0 0,-1 0 0 0 0,1 0-1 0 0,0-1 1 0 0,0 1 0 0 0,-1 0 0 0 0,1 0 0 0 0,0 0-1 0 0,-1 0 1 0 0,0 0 0 0 0,-3 8 1004 0 0,2 15-343 0 0,2-23-716 0 0,0 34 103 0 0,2 0 0 0 0,1 0 0 0 0,10 39-1 0 0,-2-4-40 0 0,37 314 15 0 0,-46-368-86 0 0,-2-7-3 0 0,1 1 0 0 0,0 0-1 0 0,0-1 1 0 0,1 1 0 0 0,0-1-1 0 0,0 0 1 0 0,8 15 0 0 0,-4-17-288 0 0,-6-6 202 0 0,0 0 1 0 0,0 0-1 0 0,0 0 0 0 0,0 0 1 0 0,0 0-1 0 0,0 0 1 0 0,0 0-1 0 0,0 1 0 0 0,0-1 1 0 0,1 0-1 0 0,-1 0 0 0 0,0 0 1 0 0,0 0-1 0 0,0 0 0 0 0,0 0 1 0 0,0 0-1 0 0,0 0 1 0 0,0 0-1 0 0,1 0 0 0 0,-1 0 1 0 0,0 0-1 0 0,0 0 0 0 0,0 0 1 0 0,0 0-1 0 0,0 0 1 0 0,0 0-1 0 0,0 0 0 0 0,1 0 1 0 0,-1 0-1 0 0,0 0 0 0 0,0 0 1 0 0,0 0-1 0 0,0 0 1 0 0,0 0-1 0 0,0 0 0 0 0,1 0 1 0 0,-1 0-1 0 0,0 0 0 0 0,0 0 1 0 0,0 0-1 0 0,0 0 0 0 0,0 0 1 0 0,0 0-1 0 0,0 0 1 0 0,0 0-1 0 0,1-1 0 0 0,-1 1 1 0 0,0 0-1 0 0,0 0 0 0 0,0 0 1 0 0,0 0-1 0 0,0 0 1 0 0,0 0-1 0 0,0 0 0 0 0,0-1 1 0 0,0 1-1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4.7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26 813 455 0 0,'-3'-2'818'0'0,"0"-1"-1"0"0,0 1 0 0 0,0-1 1 0 0,0 0-1 0 0,1 0 0 0 0,-4-4 0 0 0,6 6-663 0 0,-1 0 1 0 0,1 1-1 0 0,0-1 0 0 0,-1 0 0 0 0,1 0 0 0 0,0 1 0 0 0,0-1 0 0 0,0 0 0 0 0,0 0 0 0 0,0 1 0 0 0,0-1 0 0 0,0 0 0 0 0,0 0 0 0 0,0 1 0 0 0,0-1 1 0 0,0 0-1 0 0,0 0 0 0 0,1 1 0 0 0,-1-1 0 0 0,0 0 0 0 0,0 1 0 0 0,1-1 0 0 0,-1 0 0 0 0,1 1 0 0 0,-1-1 0 0 0,0 0 0 0 0,1 1 0 0 0,-1-1 1 0 0,1 1-1 0 0,0-1 0 0 0,-1 1 0 0 0,1-1 0 0 0,-1 1 0 0 0,1 0 0 0 0,0-1 0 0 0,-1 1 0 0 0,1-1 0 0 0,0 1 0 0 0,1 0 0 0 0,95-45 731 0 0,-64 31-127 0 0,57-32 1 0 0,-80 40-688 0 0,-1 0 1 0 0,-1-1-1 0 0,1 0 1 0 0,-1-1-1 0 0,0 1 1 0 0,-1-1-1 0 0,1-1 1 0 0,-2 0-1 0 0,1 0 1 0 0,6-12-1 0 0,0-7-71 0 0,-1 0 0 0 0,-2-1 0 0 0,9-33 0 0 0,11-93 0 0 0,-26 122 129 0 0,1-46 0 0 0,-5 63-66 0 0,-1 0-1 0 0,0 1 1 0 0,-1-1-1 0 0,-1 1 1 0 0,-6-19 0 0 0,8 31 12 0 0,0 0 1 0 0,-1 0-1 0 0,1 0 1 0 0,-1 0-1 0 0,0 0 1 0 0,0 0-1 0 0,0 1 1 0 0,-5-6-1 0 0,7 8-64 0 0,-1-1-1 0 0,1 1 1 0 0,-1-1 0 0 0,1 1-1 0 0,-1 0 1 0 0,1-1 0 0 0,-1 1-1 0 0,0-1 1 0 0,1 1 0 0 0,-1 0-1 0 0,0 0 1 0 0,1-1-1 0 0,-1 1 1 0 0,0 0 0 0 0,1 0-1 0 0,-1 0 1 0 0,0 0 0 0 0,1 0-1 0 0,-1 0 1 0 0,0 0 0 0 0,1 0-1 0 0,-1 0 1 0 0,0 0 0 0 0,0 0-1 0 0,1 0 1 0 0,-1 1 0 0 0,0-1-1 0 0,1 0 1 0 0,-1 0 0 0 0,1 1-1 0 0,-1-1 1 0 0,0 0 0 0 0,1 1-1 0 0,-1-1 1 0 0,1 1-1 0 0,-1-1 1 0 0,1 1 0 0 0,-1-1-1 0 0,1 1 1 0 0,-1-1 0 0 0,1 1-1 0 0,0-1 1 0 0,-1 1 0 0 0,1 0-1 0 0,0-1 1 0 0,-1 1 0 0 0,1 0-1 0 0,0-1 1 0 0,0 2 0 0 0,-5 8-6 0 0,1 1 0 0 0,0-1 0 0 0,1 1 0 0 0,0 0 1 0 0,1 0-1 0 0,-1 13 0 0 0,-1 70 22 0 0,4-58-24 0 0,12 370 248 0 0,-9-379-175 0 0,9 39 0 0 0,-10-59-68 0 0,0 0 0 0 0,0 0 0 0 0,1 0 0 0 0,0 0 0 0 0,0-1 0 0 0,1 1 0 0 0,-1-1 0 0 0,1 0 0 0 0,1 0 0 0 0,8 10 0 0 0,-11-15-7 0 0,-1 1 0 0 0,1-1 0 0 0,0 0 0 0 0,0 0 0 0 0,0 1 0 0 0,0-1 0 0 0,0 0 0 0 0,0 0 0 0 0,0-1 0 0 0,0 1 0 0 0,0 0 0 0 0,0-1 0 0 0,0 1 0 0 0,0-1 0 0 0,1 0 0 0 0,3 0 0 0 0,-3 0 1 0 0,1-1-1 0 0,-1 1 1 0 0,0-1 0 0 0,0 0-1 0 0,1 0 1 0 0,-1-1-1 0 0,0 1 1 0 0,0 0-1 0 0,0-1 1 0 0,3-2 0 0 0,1-1 0 0 0,-1 0 0 0 0,0-1 0 0 0,0 1 0 0 0,-1-1 0 0 0,1 0 0 0 0,-1-1 0 0 0,-1 1 0 0 0,7-12 0 0 0,-1-2 6 0 0,-1-1 0 0 0,-1 0 0 0 0,9-38 0 0 0,4-68 24 0 0,-22 153 264 0 0,1-1 0 0 0,1 0 0 0 0,2 1 0 0 0,6 27 0 0 0,-9-48-285 0 0,2-1 1 0 0,-1 1-1 0 0,0-1 0 0 0,1 1 1 0 0,0-1-1 0 0,0 0 0 0 0,0 1 0 0 0,1-1 1 0 0,-1 0-1 0 0,1-1 0 0 0,0 1 0 0 0,0 0 1 0 0,0-1-1 0 0,1 1 0 0 0,-1-1 0 0 0,1 0 1 0 0,0 0-1 0 0,-1-1 0 0 0,1 1 0 0 0,1-1 1 0 0,-1 0-1 0 0,0 0 0 0 0,1 0 1 0 0,-1-1-1 0 0,1 1 0 0 0,-1-1 0 0 0,1 0 1 0 0,-1 0-1 0 0,1-1 0 0 0,0 1 0 0 0,0-1 1 0 0,-1 0-1 0 0,1 0 0 0 0,0-1 0 0 0,-1 0 1 0 0,1 1-1 0 0,6-4 0 0 0,0 1-6 0 0,-1-1-1 0 0,0 0 1 0 0,-1 0 0 0 0,1-1-1 0 0,-1-1 1 0 0,0 0-1 0 0,0 0 1 0 0,-1 0-1 0 0,1-1 1 0 0,-2-1 0 0 0,1 1-1 0 0,11-16 1 0 0,-13 15-1 0 0,0 0 0 0 0,-1 0 1 0 0,0-1-1 0 0,-1 0 0 0 0,1 0 1 0 0,-2 0-1 0 0,1 0 0 0 0,-1-1 0 0 0,-1 1 1 0 0,0-1-1 0 0,0 0 0 0 0,-1 0 1 0 0,0 0-1 0 0,-1-10 0 0 0,0 18-4 0 0,0-1 0 0 0,-1 0 0 0 0,1 1 0 0 0,-1-1 0 0 0,0 1 0 0 0,0-1 0 0 0,0 1 0 0 0,-2-5 0 0 0,3 7 0 0 0,0-1 0 0 0,0 1 0 0 0,-1-1 0 0 0,1 1 0 0 0,0 0 0 0 0,-1-1 0 0 0,1 1 0 0 0,0 0 0 0 0,-1-1 0 0 0,1 1 0 0 0,-1 0 0 0 0,1 0 0 0 0,-1-1 0 0 0,1 1 0 0 0,0 0 0 0 0,-1 0 0 0 0,1 0 0 0 0,-1 0 0 0 0,1-1 0 0 0,-2 1 0 0 0,2 0 0 0 0,-1 1 0 0 0,0-1 0 0 0,0 0 0 0 0,1 0 0 0 0,-1 1 0 0 0,0-1 0 0 0,1 0 0 0 0,-1 1 0 0 0,0-1 0 0 0,1 0 0 0 0,-1 1 0 0 0,0-1 0 0 0,1 1 0 0 0,-1 0 0 0 0,1-1 0 0 0,-1 1 0 0 0,0 1 0 0 0,-3 3 2 0 0,1 0 1 0 0,-1 1-1 0 0,1 0 0 0 0,1 0 0 0 0,-1 0 0 0 0,1 0 0 0 0,0 0 1 0 0,0 1-1 0 0,1-1 0 0 0,0 1 0 0 0,0-1 0 0 0,1 1 0 0 0,-1-1 1 0 0,2 13-1 0 0,-1-13 8 0 0,1 0-1 0 0,0-1 1 0 0,0 1 0 0 0,1 0 0 0 0,-1-1 0 0 0,1 1 0 0 0,0-1 0 0 0,1 1 0 0 0,-1-1 0 0 0,1 0 0 0 0,0 0-1 0 0,0 0 1 0 0,1-1 0 0 0,-1 1 0 0 0,1-1 0 0 0,0 1 0 0 0,5 3 0 0 0,-6-6-1 0 0,1 0 0 0 0,-1-1 0 0 0,1 1 0 0 0,0 0 0 0 0,0-1 0 0 0,-1 0 1 0 0,1 0-1 0 0,0 0 0 0 0,0-1 0 0 0,0 1 0 0 0,0-1 0 0 0,0 0 0 0 0,0 0 0 0 0,0 0 0 0 0,0 0 1 0 0,0-1-1 0 0,0 0 0 0 0,7-2 0 0 0,4-1 34 0 0,-1-2 0 0 0,1 0 0 0 0,18-11 0 0 0,-22 11-30 0 0,0 0 1 0 0,0-1-1 0 0,-1-1 0 0 0,0 0 0 0 0,0 0 1 0 0,-1-1-1 0 0,0 0 0 0 0,-1-1 0 0 0,0 0 1 0 0,0 0-1 0 0,-1 0 0 0 0,0-1 0 0 0,-1 0 1 0 0,-1-1-1 0 0,5-12 0 0 0,-9 22-11 0 0,0-1-1 0 0,0 1 1 0 0,0-1 0 0 0,-1 1-1 0 0,1-1 1 0 0,-1 0-1 0 0,0 1 1 0 0,0-1 0 0 0,0 1-1 0 0,0-1 1 0 0,0 0-1 0 0,-1 1 1 0 0,1-1 0 0 0,-1 1-1 0 0,0-1 1 0 0,0 1 0 0 0,1-1-1 0 0,-2 1 1 0 0,1 0-1 0 0,0-1 1 0 0,0 1 0 0 0,-1 0-1 0 0,-2-3 1 0 0,2 3-1 0 0,0 0 0 0 0,-1 0 1 0 0,1 0-1 0 0,-1 1 0 0 0,1-1 0 0 0,-1 1 1 0 0,0 0-1 0 0,0 0 0 0 0,0 0 1 0 0,0 0-1 0 0,0 0 0 0 0,0 0 0 0 0,0 1 1 0 0,0 0-1 0 0,0-1 0 0 0,0 1 0 0 0,0 0 1 0 0,0 1-1 0 0,-5 0 0 0 0,-8 1-1 0 0,-1 2 0 0 0,0 0 0 0 0,1 0 0 0 0,0 2 0 0 0,0 0 0 0 0,1 1 0 0 0,-1 0 0 0 0,-24 17 0 0 0,36-19 0 0 0,11-4 0 0 0,8-4 0 0 0,12-5-18 0 0,0 0 0 0 0,-1-1-1 0 0,-1-2 1 0 0,1-1 0 0 0,-2-1-1 0 0,44-29 1 0 0,-59 35-402 0 0,1-1 0 0 0,-1 0-1 0 0,-1 0 1 0 0,11-14 0 0 0,-17 18-1655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5.6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2015 0 0,'0'-1'0'0'0,"0"-1"0"0"0,2 2 0 0 0,-2-2 0 0 0,1 1 0 0 0,1 1 0 0 0,1-2 0 0 0,-2 1 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6.8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1 215 1767 0 0,'0'5'6387'0'0,"0"-4"-6283"0"0,39-7 1172 0 0,-36 5-1161 0 0,0 0 1 0 0,0 0-1 0 0,0 0 1 0 0,0-1-1 0 0,0 0 0 0 0,0 1 1 0 0,0-1-1 0 0,0 0 0 0 0,-1 0 1 0 0,1 0-1 0 0,-1-1 1 0 0,0 1-1 0 0,0-1 0 0 0,1 1 1 0 0,-2-1-1 0 0,1 0 1 0 0,0 0-1 0 0,0 0 0 0 0,-1 0 1 0 0,2-4-1 0 0,0-1 6 0 0,0 1 0 0 0,0-1 0 0 0,-1 0 1 0 0,0-1-1 0 0,-1 1 0 0 0,0 0 0 0 0,0-9 0 0 0,-1 9-45 0 0,0 0 0 0 0,-1 0 1 0 0,0 1-1 0 0,-4-11 0 0 0,5 15-5 0 0,-1 0-1 0 0,0 0 1 0 0,0 0 0 0 0,-1 0 0 0 0,1 0 0 0 0,-1 0-1 0 0,1 1 1 0 0,-1-1 0 0 0,0 0 0 0 0,0 1 0 0 0,0 0-1 0 0,0-1 1 0 0,-4-2 0 0 0,5 5-45 0 0,0-1 0 0 0,1 1 0 0 0,-1 0 0 0 0,1-1-1 0 0,-1 1 1 0 0,0 0 0 0 0,1 0 0 0 0,-1-1 0 0 0,0 1 0 0 0,0 0 0 0 0,1 0 0 0 0,-1 0 0 0 0,0 0 0 0 0,1 0-1 0 0,-1 0 1 0 0,0 0 0 0 0,0 0 0 0 0,1 0 0 0 0,-1 1 0 0 0,0-1 0 0 0,1 0 0 0 0,-1 0 0 0 0,-1 1 0 0 0,1 0 4 0 0,-1 0 0 0 0,0 0 0 0 0,1 0 0 0 0,-1 1 0 0 0,1-1 0 0 0,0 0 0 0 0,-1 1 0 0 0,-1 2 0 0 0,-1 2-19 0 0,1-1 1 0 0,0 1-1 0 0,0 0 1 0 0,-2 8-1 0 0,2-5-13 0 0,1 0 1 0 0,0 1-1 0 0,0-1 0 0 0,1 1 0 0 0,1 0 0 0 0,0-1 0 0 0,0 1 0 0 0,2 11 1 0 0,3 9-23 0 0,11 36-1 0 0,-14-58 29 0 0,6 29 56 0 0,-7-27-40 0 0,1 0 0 0 0,1 0 0 0 0,-1 0 0 0 0,2 0 0 0 0,-1 0 0 0 0,1-1 0 0 0,8 14 0 0 0,-11-22 9 0 0,0 0 0 0 0,-1 0 0 0 0,1 0 0 0 0,0 0 0 0 0,0 0 0 0 0,0 0 0 0 0,0 0 1 0 0,0-1-1 0 0,0 1 0 0 0,1 0 0 0 0,-1-1 0 0 0,0 1 0 0 0,0 0 0 0 0,0-1 0 0 0,1 1 0 0 0,-1-1 0 0 0,0 0 0 0 0,1 1 0 0 0,1-1 0 0 0,-1 0 5 0 0,0 0 0 0 0,1 0-1 0 0,-1-1 1 0 0,0 1-1 0 0,1-1 1 0 0,-1 1-1 0 0,0-1 1 0 0,1 0-1 0 0,-1 0 1 0 0,2-1-1 0 0,4-2 62 0 0,-1-1 0 0 0,0 0 0 0 0,0-1 0 0 0,12-11 0 0 0,-16 14-50 0 0,1-1 0 0 0,-1 0-1 0 0,0 0 1 0 0,-1-1 0 0 0,1 1-1 0 0,-1-1 1 0 0,0 1 0 0 0,0-1 0 0 0,2-5-1 0 0,0-5 82 0 0,3-25-1 0 0,-4 24-43 0 0,6-24 0 0 0,-5 28-62 0 0,1 1 0 0 0,0 0 0 0 0,0 0 1 0 0,1 1-1 0 0,0 0 0 0 0,1 0 0 0 0,0 0 1 0 0,0 1-1 0 0,16-15 0 0 0,-22 23-20 0 0,-1 1 0 0 0,1-1 0 0 0,0 0 0 0 0,-1 1 0 0 0,1-1 0 0 0,0 1 0 0 0,0-1 0 0 0,0 1 0 0 0,-1-1 0 0 0,1 1 0 0 0,0 0 0 0 0,0-1 0 0 0,0 1 0 0 0,2-1 0 0 0,-3 2 0 0 0,0-1 0 0 0,0 0 0 0 0,1 0 0 0 0,-1 0 0 0 0,0 0 0 0 0,0 0 0 0 0,0 0 0 0 0,1 1 0 0 0,-1-1 0 0 0,0 0 0 0 0,0 0 0 0 0,0 0 0 0 0,1 1 0 0 0,-1-1 0 0 0,0 0 0 0 0,0 0 0 0 0,0 0 0 0 0,0 1 0 0 0,0-1 0 0 0,0 0 0 0 0,1 0 0 0 0,-1 1 0 0 0,0-1 0 0 0,0 0 0 0 0,0 0 0 0 0,0 1 0 0 0,0-1 0 0 0,0 0 0 0 0,0 0 0 0 0,0 1 0 0 0,0-1 0 0 0,-1 4 0 0 0,1-1 0 0 0,0 0 0 0 0,-1 1 0 0 0,0-1 0 0 0,0 0 0 0 0,-2 6 0 0 0,1-4 0 0 0,0 0 0 0 0,0 0 0 0 0,1 0 0 0 0,-1 5 0 0 0,1-8 0 0 0,1-1 0 0 0,0 1 0 0 0,0-1 0 0 0,0 1 0 0 0,0-1 0 0 0,0 1 0 0 0,0-1 0 0 0,0 1 0 0 0,0-1 0 0 0,1 1 0 0 0,-1-1 0 0 0,0 1 0 0 0,1-1 0 0 0,-1 0 0 0 0,1 1 0 0 0,0-1 0 0 0,0 0 0 0 0,1 3 0 0 0,-2-4 1 0 0,0 1 0 0 0,1-1 0 0 0,-1 0 0 0 0,0 1 0 0 0,0-1 0 0 0,1 0 0 0 0,-1 0 0 0 0,0 1 0 0 0,1-1 0 0 0,-1 0 0 0 0,0 0 0 0 0,1 1 0 0 0,-1-1 0 0 0,0 0 0 0 0,1 0 0 0 0,-1 0 0 0 0,0 0 0 0 0,1 0 0 0 0,-1 1 0 0 0,1-1 0 0 0,-1 0 0 0 0,0 0 0 0 0,1 0 0 0 0,-1 0 0 0 0,1 0 0 0 0,-1 0 0 0 0,1 0 0 0 0,-1 0 0 0 0,0-1 0 0 0,1 1 0 0 0,-1 0 0 0 0,0 0 0 0 0,1 0 0 0 0,-1 0 0 0 0,1 0 0 0 0,-1-1 0 0 0,0 1 0 0 0,1 0 0 0 0,-1 0 0 0 0,0-1 0 0 0,1 1-1 0 0,-1 0 1 0 0,0 0 0 0 0,0-1 0 0 0,1 1 0 0 0,-1 0 0 0 0,0-1 0 0 0,0 1 0 0 0,0 0 0 0 0,1-1 0 0 0,-1 1 0 0 0,0-1 0 0 0,0 1 0 0 0,0 0 0 0 0,0-1 0 0 0,0 1 0 0 0,0-1 0 0 0,0 0 0 0 0,1-1-216 0 0,0-1 0 0 0,-1 0-1 0 0,1 1 1 0 0,-1-1 0 0 0,0 0 0 0 0,0 0-1 0 0,0-4 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7.3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32 423 1375 0 0,'-1'1'43'0'0,"0"0"0"0"0,0 0-1 0 0,0-1 1 0 0,-1 1-1 0 0,1 0 1 0 0,0-1 0 0 0,0 1-1 0 0,-1-1 1 0 0,1 0-1 0 0,0 1 1 0 0,-1-1 0 0 0,1 0-1 0 0,-1 0 1 0 0,-2 0-1 0 0,4 0 52 0 0,-1-1-1 0 0,0 1 0 0 0,1-1 0 0 0,-1 1 0 0 0,1 0 0 0 0,-1-1 0 0 0,1 1 0 0 0,-1-1 0 0 0,1 0 0 0 0,-1 1 1 0 0,1-1-1 0 0,-1 1 0 0 0,1-1 0 0 0,0 0 0 0 0,-1 1 0 0 0,1-1 0 0 0,0 0 0 0 0,0 1 0 0 0,-1-1 0 0 0,1 0 1 0 0,0 0-1 0 0,0 1 0 0 0,0-1 0 0 0,0 0 0 0 0,0 1 0 0 0,0-1 0 0 0,0 0 0 0 0,0 0 0 0 0,0 0 0 0 0,2-11 506 0 0,0 1 0 0 0,0 0 0 0 0,1 0 0 0 0,1 0 0 0 0,0 0 0 0 0,9-19 0 0 0,-6 15 40 0 0,34-87 2382 0 0,-23 53-1315 0 0,37-69 1 0 0,-55 116-1669 0 0,14-18 403 0 0,-14 20-427 0 0,0-1 0 0 0,0 1 0 0 0,1-1-1 0 0,-1 1 1 0 0,0-1 0 0 0,1 1 0 0 0,-1-1 0 0 0,1 1-1 0 0,-1 0 1 0 0,0-1 0 0 0,1 1 0 0 0,-1-1-1 0 0,1 1 1 0 0,-1 0 0 0 0,1 0 0 0 0,0-1-1 0 0,-1 1 1 0 0,1 0 0 0 0,-1 0 0 0 0,1 0 0 0 0,-1 0-1 0 0,1-1 1 0 0,-1 1 0 0 0,1 0 0 0 0,0 0-1 0 0,-1 0 1 0 0,1 0 0 0 0,-1 0 0 0 0,1 0-1 0 0,0 1 1 0 0,-1-1 0 0 0,1 0 0 0 0,0 0 0 0 0,0 2-10 0 0,0 0 0 0 0,0 0 0 0 0,-1 0 0 0 0,1 0 0 0 0,0 0 1 0 0,-1 0-1 0 0,0 0 0 0 0,1 0 0 0 0,-1 1 0 0 0,0-1 0 0 0,0 0 0 0 0,0 0 1 0 0,0 0-1 0 0,-1 3 0 0 0,1 2 0 0 0,0 18-4 0 0,1-1 0 0 0,9 48 0 0 0,-7-62 0 0 0,-1 0 0 0 0,1 0 0 0 0,0 0 0 0 0,1 0 0 0 0,1-1 0 0 0,-1 0 0 0 0,1 0 0 0 0,1 0 0 0 0,11 15 0 0 0,-14-21 13 0 0,0 0 0 0 0,0 0 0 0 0,0-1 0 0 0,0 1 0 0 0,1-1 0 0 0,-1 1 0 0 0,1-1-1 0 0,-1 0 1 0 0,1 0 0 0 0,0-1 0 0 0,0 1 0 0 0,-1-1 0 0 0,1 0 0 0 0,0 0 0 0 0,0 0 0 0 0,7 0-1 0 0,-6-1 26 0 0,0 0-1 0 0,0-1 0 0 0,-1 1 1 0 0,1-1-1 0 0,0 0 0 0 0,-1-1 0 0 0,1 1 1 0 0,-1-1-1 0 0,1 0 0 0 0,-1 0 1 0 0,0 0-1 0 0,7-6 0 0 0,-4 4 4 0 0,-1-1-1 0 0,-1-1 1 0 0,1 1-1 0 0,-1-1 0 0 0,0 0 1 0 0,0 0-1 0 0,0 0 1 0 0,-1-1-1 0 0,0 0 1 0 0,0 0-1 0 0,-1 0 1 0 0,0 0-1 0 0,0 0 0 0 0,-1-1 1 0 0,1 1-1 0 0,-2-1 1 0 0,2-9-1 0 0,-3 14-26 0 0,1-33 114 0 0,-2 34-102 0 0,1-1-1 0 0,0 0 1 0 0,-1 1-1 0 0,0-1 1 0 0,1 1-1 0 0,-1-1 1 0 0,0 1-1 0 0,0-1 1 0 0,-1 1-1 0 0,1 0 1 0 0,-2-3-1 0 0,3 4-22 0 0,-1 1-1 0 0,1 0 1 0 0,0-1-1 0 0,0 1 1 0 0,-1 0-1 0 0,1-1 1 0 0,-1 1-1 0 0,1 0 1 0 0,0 0-1 0 0,-1-1 1 0 0,1 1-1 0 0,0 0 1 0 0,-1 0-1 0 0,1 0 1 0 0,-1 0-1 0 0,1-1 1 0 0,-1 1-1 0 0,1 0 1 0 0,-1 0-1 0 0,1 0 1 0 0,0 0-1 0 0,-1 0 1 0 0,1 0-1 0 0,-1 0 1 0 0,1 0-1 0 0,-1 0 1 0 0,1 1-1 0 0,-1-1 1 0 0,-12 9 110 0 0,11-6-91 0 0,-1 0-1 0 0,1 0 0 0 0,0 0 1 0 0,0 0-1 0 0,0 1 1 0 0,-1 4-1 0 0,2-7-83 0 0,1-1-1 0 0,0 1 1 0 0,0 0-1 0 0,-1 0 1 0 0,1 0-1 0 0,0 0 0 0 0,0-1 1 0 0,0 1-1 0 0,0 0 1 0 0,0 0-1 0 0,0 0 1 0 0,0 0-1 0 0,0-1 1 0 0,1 1-1 0 0,-1 0 1 0 0,0 0-1 0 0,0 0 1 0 0,1-1-1 0 0,-1 1 0 0 0,1 0 1 0 0,-1 0-1 0 0,1-1 1 0 0,-1 1-1 0 0,1 0 1 0 0,-1-1-1 0 0,1 1 1 0 0,-1 0-1 0 0,1-1 1 0 0,0 1-1 0 0,0 0 1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8.2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12 245 4143 0 0,'19'-20'2851'0'0,"-2"1"-1695"0"0,20-30 1 0 0,-32 41-839 0 0,0 0 0 0 0,0 0 0 0 0,-1-1 1 0 0,0 1-1 0 0,-1-1 0 0 0,0 0 0 0 0,3-11 1 0 0,-6 17-258 0 0,1 0 1 0 0,-1 0 0 0 0,0 0-1 0 0,0 0 1 0 0,0 0 0 0 0,-1 0 0 0 0,1 0-1 0 0,-1 0 1 0 0,1 0 0 0 0,-1 0-1 0 0,0 1 1 0 0,0-1 0 0 0,0 0 0 0 0,-1 0-1 0 0,1 1 1 0 0,-1-1 0 0 0,1 1-1 0 0,-1-1 1 0 0,0 1 0 0 0,0 0 0 0 0,0 0-1 0 0,0 0 1 0 0,0 0 0 0 0,-1 0-1 0 0,1 0 1 0 0,-4-1 0 0 0,4 2-18 0 0,1 0 0 0 0,-1 0 0 0 0,0 0 0 0 0,0 1 1 0 0,0-1-1 0 0,0 0 0 0 0,0 1 0 0 0,0 0 0 0 0,0 0 0 0 0,0-1 0 0 0,-1 1 1 0 0,1 0-1 0 0,0 1 0 0 0,0-1 0 0 0,0 0 0 0 0,0 1 0 0 0,0-1 1 0 0,0 1-1 0 0,0-1 0 0 0,0 1 0 0 0,0 0 0 0 0,0 0 0 0 0,1 0 0 0 0,-1 0 1 0 0,0 0-1 0 0,1 0 0 0 0,-1 1 0 0 0,0-1 0 0 0,1 1 0 0 0,-1-1 1 0 0,1 1-1 0 0,0-1 0 0 0,0 1 0 0 0,-1 0 0 0 0,1-1 0 0 0,0 1 0 0 0,-1 3 1 0 0,-1 2-6 0 0,0 1 0 0 0,0-1 1 0 0,1 1-1 0 0,0 0 0 0 0,0-1 1 0 0,1 1-1 0 0,0 0 0 0 0,0 0 1 0 0,1 0-1 0 0,1 14 0 0 0,0-11 13 0 0,1 0 1 0 0,0-1-1 0 0,0 1 0 0 0,1-1 0 0 0,0 0 1 0 0,1 1-1 0 0,7 12 0 0 0,-8-18-59 0 0,0 0 0 0 0,1-1 0 0 0,-1 0 0 0 0,1 1 1 0 0,0-2-1 0 0,0 1 0 0 0,1 0 0 0 0,-1-1 0 0 0,1 0 0 0 0,-1 0 0 0 0,1 0 0 0 0,0 0 0 0 0,0-1 0 0 0,1 0 0 0 0,-1 0 0 0 0,0 0 0 0 0,1-1 0 0 0,-1 0 0 0 0,1 0 0 0 0,-1 0 0 0 0,1-1 1 0 0,0 1-1 0 0,-1-1 0 0 0,1-1 0 0 0,-1 1 0 0 0,1-1 0 0 0,-1 0 0 0 0,1 0 0 0 0,-1-1 0 0 0,1 0 0 0 0,-1 0 0 0 0,0 0 0 0 0,10-5 0 0 0,0-4-5653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8.63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38 20 5527 0 0,'-5'-5'369'0'0,"3"3"-277"0"0,1 0-1 0 0,0 1 1 0 0,-1 0-1 0 0,1-1 1 0 0,-1 1-1 0 0,0 0 1 0 0,1 0-1 0 0,-1 0 1 0 0,-2-2-1 0 0,2 5 504 0 0,1 0 0 0 0,0 0 0 0 0,0 1 0 0 0,0-1 0 0 0,0 0-1 0 0,0 0 1 0 0,-1 4 0 0 0,1 1-136 0 0,-1 1-1 0 0,2 0 1 0 0,-1-1 0 0 0,1 1-1 0 0,0 0 1 0 0,0 0 0 0 0,1 0-1 0 0,2 9 1 0 0,18 65 848 0 0,-13-57-818 0 0,16 51 496 0 0,-8-25-622 0 0,21 103 0 0 0,-36-145-362 0 0,0 0 1 0 0,-1 0-1 0 0,0-1 1 0 0,0 1-1 0 0,-1 0 1 0 0,-3 15-1 0 0,2-20-16 0 0,0-6-20 0 0,1-10-32 0 0,6-15-106 0 0,1 0 0 0 0,2 1 0 0 0,0-1 0 0 0,16-31 0 0 0,-5 18-252 0 0,48-70 0 0 0,-63 104 595 0 0,0 0 0 0 0,1 0 0 0 0,0 0 0 0 0,0 1 0 0 0,10-8 0 0 0,-14 12-142 0 0,0 0-1 0 0,-1 0 1 0 0,1 1-1 0 0,0-1 1 0 0,0 0-1 0 0,0 1 0 0 0,0-1 1 0 0,0 1-1 0 0,1-1 1 0 0,-1 1-1 0 0,0 0 1 0 0,0-1-1 0 0,0 1 1 0 0,0 0-1 0 0,0 0 1 0 0,0 0-1 0 0,1 0 1 0 0,-1 0-1 0 0,0 0 1 0 0,0 0-1 0 0,0 0 0 0 0,0 0 1 0 0,1 0-1 0 0,-1 1 1 0 0,0-1-1 0 0,0 0 1 0 0,0 1-1 0 0,0-1 1 0 0,0 1-1 0 0,0 0 1 0 0,0-1-1 0 0,0 1 1 0 0,0 0-1 0 0,0-1 1 0 0,0 1-1 0 0,-1 0 0 0 0,1 0 1 0 0,0 0-1 0 0,0 0 1 0 0,-1 0-1 0 0,1 0 1 0 0,0 0-1 0 0,-1 0 1 0 0,1 1-1 0 0,2 4 89 0 0,0 1 0 0 0,-1-1-1 0 0,1 0 1 0 0,-1 1 0 0 0,-1 0 0 0 0,0-1-1 0 0,0 1 1 0 0,0 0 0 0 0,0 6 0 0 0,-2 8-29 0 0,-5 33 0 0 0,4-39-92 0 0,0 0-1 0 0,0 0 0 0 0,2 1 1 0 0,1 22-1 0 0,-1-37-12 0 0,0-1 0 0 0,0 1-1 0 0,0 0 1 0 0,1 0 0 0 0,-1 0-1 0 0,0-1 1 0 0,0 1 0 0 0,0 0 0 0 0,1 0-1 0 0,-1-1 1 0 0,0 1 0 0 0,1 0-1 0 0,-1 0 1 0 0,0-1 0 0 0,1 1 0 0 0,-1 0-1 0 0,1-1 1 0 0,0 1 0 0 0,-1-1-1 0 0,1 1 1 0 0,-1-1 0 0 0,1 1 0 0 0,0-1-1 0 0,-1 1 1 0 0,2 0 0 0 0,-1-1-78 0 0,0 0 1 0 0,0 0-1 0 0,0 0 1 0 0,0-1-1 0 0,0 1 1 0 0,0 0-1 0 0,0 0 1 0 0,0-1-1 0 0,0 1 1 0 0,0-1-1 0 0,0 1 1 0 0,0 0-1 0 0,0-1 1 0 0,0 0-1 0 0,-1 1 1 0 0,1-1-1 0 0,0 0 1 0 0,0 1-1 0 0,0-2 1 0 0,10-8-776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8.7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 1 6447 0 0,'-11'0'576'0'0,"4"0"-464"0"0,3 1-112 0 0,4 1 0 0 0,2-2 192 0 0,-4 1 24 0 0,2 3 0 0 0,-4 0 0 0 0,2 1-144 0 0,4-2-72 0 0,7 2 80 0 0,7-2-80 0 0,7-2 0 0 0,3-2 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19.5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143 761 3679 0 0,'-16'1'78'0'0,"11"-1"277"0"0,1 1 0 0 0,-1-1-1 0 0,0 1 1 0 0,1 0 0 0 0,-1 0 0 0 0,1 1-1 0 0,-1-1 1 0 0,1 1 0 0 0,-7 4 0 0 0,5-3 51 0 0,1 2 1 0 0,-1-1-1 0 0,1 0 0 0 0,0 1 1 0 0,0 0-1 0 0,1 0 1 0 0,-1 1-1 0 0,1-1 0 0 0,0 1 1 0 0,1 0-1 0 0,-1 0 1 0 0,1 0-1 0 0,0 1 0 0 0,1-1 1 0 0,-1 1-1 0 0,1-1 1 0 0,-1 10-1 0 0,2-12-289 0 0,1 0-1 0 0,-1 0 1 0 0,1 1 0 0 0,0-1 0 0 0,0 0-1 0 0,0 0 1 0 0,1 0 0 0 0,-1 0-1 0 0,1 0 1 0 0,0 0 0 0 0,1 0-1 0 0,-1 0 1 0 0,0 0 0 0 0,1-1 0 0 0,0 1-1 0 0,0 0 1 0 0,0-1 0 0 0,0 0-1 0 0,1 1 1 0 0,0-1 0 0 0,-1 0 0 0 0,1 0-1 0 0,0 0 1 0 0,0-1 0 0 0,0 1-1 0 0,1-1 1 0 0,-1 1 0 0 0,1-1-1 0 0,-1 0 1 0 0,7 2 0 0 0,-2-1-77 0 0,-1-1 0 0 0,1 0 0 0 0,0-1 0 0 0,-1 0 0 0 0,1 0 0 0 0,0 0 0 0 0,0-1 0 0 0,0 0 0 0 0,-1-1 0 0 0,1 0 0 0 0,0 0 0 0 0,0 0 0 0 0,-1-1 0 0 0,1 0 0 0 0,-1-1 0 0 0,1 0 0 0 0,12-7 0 0 0,-1 0-37 0 0,-1-1 0 0 0,0-1 0 0 0,-1-1 0 0 0,0 0-1 0 0,19-21 1 0 0,-25 23-7 0 0,-1-1 0 0 0,-1 1 1 0 0,12-20-1 0 0,-17 24-12 0 0,0 0 0 0 0,0 0-1 0 0,-1-1 1 0 0,0 1 0 0 0,0-1 0 0 0,-1 0 0 0 0,3-15 0 0 0,-5 21 16 0 0,1 1 1 0 0,-1-1-1 0 0,0 0 0 0 0,0 0 0 0 0,0 0 0 0 0,0 1 1 0 0,-1-1-1 0 0,1 0 0 0 0,0 0 0 0 0,-1 1 0 0 0,1-1 1 0 0,-1 0-1 0 0,0 0 0 0 0,0 1 0 0 0,-1-3 0 0 0,1 3 0 0 0,0 0-1 0 0,0 0 1 0 0,0 0 0 0 0,0 0-1 0 0,0 0 1 0 0,0 1-1 0 0,0-1 1 0 0,0 0-1 0 0,0 1 1 0 0,0-1 0 0 0,0 1-1 0 0,-1-1 1 0 0,1 1-1 0 0,0 0 1 0 0,0-1-1 0 0,-1 1 1 0 0,0 0 0 0 0,-2 0 4 0 0,0 0 0 0 0,1 0 0 0 0,-1 1 0 0 0,0-1 0 0 0,1 1 0 0 0,-1 0 1 0 0,1 0-1 0 0,-1 0 0 0 0,1 1 0 0 0,0-1 0 0 0,-1 1 0 0 0,1 0 0 0 0,-6 4 1 0 0,1 1 5 0 0,0 0 1 0 0,1 0 0 0 0,0 1-1 0 0,0 0 1 0 0,0 0 0 0 0,-8 15-1 0 0,13-19-5 0 0,-1-1-1 0 0,1 1 0 0 0,1 0 0 0 0,-1 0 0 0 0,0 0 1 0 0,1 0-1 0 0,0 0 0 0 0,0 0 0 0 0,0 1 0 0 0,1-1 1 0 0,-1 0-1 0 0,1 0 0 0 0,0 1 0 0 0,0-1 0 0 0,1 0 0 0 0,-1 0 1 0 0,1 1-1 0 0,0-1 0 0 0,1 5 0 0 0,-1-8 1 0 0,0 1 1 0 0,0 0-1 0 0,0 0 0 0 0,0 0 0 0 0,0-1 0 0 0,0 1 0 0 0,0-1 0 0 0,1 1 1 0 0,-1-1-1 0 0,0 1 0 0 0,1-1 0 0 0,0 0 0 0 0,-1 1 0 0 0,1-1 0 0 0,0 0 1 0 0,-1 0-1 0 0,1 0 0 0 0,0-1 0 0 0,3 2 0 0 0,-2-1 9 0 0,1-1 0 0 0,-1 1 1 0 0,1-1-1 0 0,-1 0 0 0 0,1 0 0 0 0,-1 0 0 0 0,0-1 0 0 0,1 1 0 0 0,-1-1 0 0 0,6-2 0 0 0,4-2 61 0 0,-1 0-1 0 0,0-1 1 0 0,0-1-1 0 0,19-12 1 0 0,-21 11-65 0 0,0 0 1 0 0,-1-1-1 0 0,1 1 1 0 0,12-18 0 0 0,-17 20-8 0 0,0-1 1 0 0,-1 0-1 0 0,1 0 1 0 0,-1-1 0 0 0,-1 1-1 0 0,1-1 1 0 0,-2 0 0 0 0,4-9-1 0 0,-6 16-1 0 0,0 0-1 0 0,0 0 0 0 0,1 0 1 0 0,-1-1-1 0 0,0 1 1 0 0,0 0-1 0 0,0 0 0 0 0,0 0 1 0 0,0 0-1 0 0,-1 0 1 0 0,1 0-1 0 0,0-1 0 0 0,0 1 1 0 0,-1 0-1 0 0,1 0 1 0 0,-1 0-1 0 0,1 0 0 0 0,-1 0 1 0 0,1 0-1 0 0,-2-1 1 0 0,2 2-1 0 0,0 0-1 0 0,-1-1 1 0 0,1 1 0 0 0,0 0 0 0 0,-1 0 0 0 0,1 0 0 0 0,0-1 0 0 0,-1 1 0 0 0,1 0 0 0 0,0 0 0 0 0,-1 0 0 0 0,1 0 0 0 0,0 0 0 0 0,-1 0 0 0 0,1 0 0 0 0,-1 0 0 0 0,1 0 0 0 0,0 0 0 0 0,-1 0 0 0 0,1 0 0 0 0,0 0 0 0 0,-1 0 0 0 0,1 0 0 0 0,-1 1 0 0 0,0-1 1 0 0,0 1 0 0 0,0-1-1 0 0,0 1 1 0 0,0 0 0 0 0,0-1 0 0 0,1 1-1 0 0,-1 0 1 0 0,0 0 0 0 0,0 0-1 0 0,0 0 1 0 0,0 1 0 0 0,-2 2 20 0 0,1 1 1 0 0,-1-1 0 0 0,1 1-1 0 0,0 0 1 0 0,1 0-1 0 0,-1 0 1 0 0,1 0-1 0 0,0 0 1 0 0,0 0-1 0 0,0 0 1 0 0,1 0-1 0 0,0 0 1 0 0,0 0 0 0 0,0 0-1 0 0,1 0 1 0 0,0 1-1 0 0,1 5 1 0 0,-1-8-14 0 0,0-1-1 0 0,-1 1 1 0 0,1-1 0 0 0,0 1 0 0 0,1-1 0 0 0,-1 1 0 0 0,0-1-1 0 0,1 0 1 0 0,-1 0 0 0 0,1 0 0 0 0,0 0 0 0 0,0 0-1 0 0,0 0 1 0 0,0 0 0 0 0,0 0 0 0 0,0-1 0 0 0,0 1 0 0 0,0-1-1 0 0,1 1 1 0 0,-1-1 0 0 0,1 0 0 0 0,-1 0 0 0 0,1 0-1 0 0,-1-1 1 0 0,1 1 0 0 0,0 0 0 0 0,-1-1 0 0 0,1 0 0 0 0,0 1-1 0 0,-1-1 1 0 0,1 0 0 0 0,0-1 0 0 0,-1 1 0 0 0,4-1 0 0 0,5-1 8 0 0,0-1 1 0 0,-1-1-1 0 0,0 1 1 0 0,1-2-1 0 0,-1 1 0 0 0,-1-2 1 0 0,1 1-1 0 0,-1-1 1 0 0,0 0-1 0 0,9-9 1 0 0,11-12-1 0 0,37-41 0 0 0,-46 43 0 0 0,0 0 0 0 0,-2-1 1 0 0,0 0-1 0 0,27-59 0 0 0,-30 48 7 0 0,-1-1 0 0 0,-1-1 0 0 0,10-58 0 0 0,-15 56 6 0 0,0 2 124 0 0,-1-1 1 0 0,2-59-1 0 0,-9 93-93 0 0,0 1-1 0 0,0-1 1 0 0,-1 0 0 0 0,1 1 0 0 0,-2-1 0 0 0,1 1 0 0 0,0-1-1 0 0,-1 1 1 0 0,-3-7 0 0 0,4 11-53 0 0,0-1 1 0 0,0 1-1 0 0,0-1 1 0 0,0 1-1 0 0,-1-1 0 0 0,1 1 1 0 0,0 0-1 0 0,-1 0 1 0 0,1 0-1 0 0,-1 0 0 0 0,1 0 1 0 0,-1 0-1 0 0,1 0 1 0 0,-1 0-1 0 0,0 1 0 0 0,1-1 1 0 0,-1 0-1 0 0,0 1 1 0 0,0 0-1 0 0,1-1 0 0 0,-1 1 1 0 0,0 0-1 0 0,0 0 1 0 0,0 0-1 0 0,1 0 0 0 0,-1 0 1 0 0,0 0-1 0 0,0 1 1 0 0,0-1-1 0 0,1 1 0 0 0,-1-1 1 0 0,-2 2-1 0 0,0-1-11 0 0,0 1 0 0 0,1 0 0 0 0,-1 0 0 0 0,1 0 0 0 0,0 0 0 0 0,-1 1 0 0 0,1 0 0 0 0,0-1 0 0 0,0 1-1 0 0,1 0 1 0 0,-1 0 0 0 0,1 0 0 0 0,-1 1 0 0 0,-2 5 0 0 0,0 0-1 0 0,1 0 1 0 0,-1 0-1 0 0,2 1 1 0 0,-5 16-1 0 0,4-6-1 0 0,1 0-1 0 0,1 0 1 0 0,0 0 0 0 0,2 1-1 0 0,3 36 1 0 0,2-23-6 0 0,1 0 1 0 0,17 53-1 0 0,-15-65 96 0 0,0-1 0 0 0,1 1 0 0 0,16 25 0 0 0,-18-36-35 0 0,0 0-1 0 0,0-1 1 0 0,1 0-1 0 0,1-1 1 0 0,-1 1-1 0 0,2-2 1 0 0,16 14-1 0 0,-19-18-10 0 0,1 0-1 0 0,0 0 0 0 0,-1-1 1 0 0,1 0-1 0 0,1-1 0 0 0,-1 1 1 0 0,0-2-1 0 0,1 1 1 0 0,-1-1-1 0 0,0 0 0 0 0,1-1 1 0 0,-1 0-1 0 0,1 0 0 0 0,-1-1 1 0 0,16-3-1 0 0,-2-1 1 0 0,0-1 0 0 0,0-1 0 0 0,-1 0-1 0 0,36-20 1 0 0,-30 11-1603 0 0,-3-3-3480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38.5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83 184 3223 0 0,'-4'0'123'0'0,"0"-1"-1"0"0,0 0 1 0 0,0 0-1 0 0,0 0 0 0 0,0-1 1 0 0,-4-2-1 0 0,-10-3 1109 0 0,-14-4 1689 0 0,36 12-2473 0 0,-1 1-1 0 0,1-1 0 0 0,0-1 0 0 0,0 1 0 0 0,0 0 0 0 0,0-1 0 0 0,6 0 1 0 0,36-3 611 0 0,-32 2-510 0 0,48-6-84 0 0,0-3-1 0 0,79-24 0 0 0,3-1-6 0 0,-42 17-181 0 0,120-30 457 0 0,-198 43-685 0 0,-23 5-47 0 0,0 0 0 0 0,1 0 0 0 0,-1 0 0 0 0,0 0 0 0 0,1 0 0 0 0,-1 0-1 0 0,0 0 1 0 0,1 1 0 0 0,-1-1 0 0 0,0 0 0 0 0,1 1 0 0 0,-1-1 0 0 0,0 1 0 0 0,0 0 0 0 0,0-1-1 0 0,1 1 1 0 0,0 1 0 0 0,-17 4-153 0 0,-15 1-2972 0 0,-52 21-1 0 0,61-20 1502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38.9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104 131 3223 0 0,'-42'4'229'0'0,"29"-4"71"0"0,1 1 0 0 0,0 0 0 0 0,-12 4-1 0 0,24-5-260 0 0,0 0 0 0 0,0 0 0 0 0,0 0 0 0 0,0 0 0 0 0,0 0 0 0 0,0 0-1 0 0,0 0 1 0 0,0 0 0 0 0,0 0 0 0 0,0 0 0 0 0,0 0 0 0 0,0 0 0 0 0,0 0-1 0 0,0 0 1 0 0,0 0 0 0 0,0 0 0 0 0,1 0 0 0 0,-1 0 0 0 0,0 0-1 0 0,0 0 1 0 0,0 0 0 0 0,0 0 0 0 0,0 1 0 0 0,0-1 0 0 0,0 0 0 0 0,0 0-1 0 0,0 0 1 0 0,0 0 0 0 0,0 0 0 0 0,0 0 0 0 0,0 0 0 0 0,0 0 0 0 0,0 0-1 0 0,0 0 1 0 0,0 0 0 0 0,0 0 0 0 0,0 0 0 0 0,0 0 0 0 0,0 0 0 0 0,0 0-1 0 0,0 0 1 0 0,0 0 0 0 0,0 1 0 0 0,0-1 0 0 0,0 0 0 0 0,0 0-1 0 0,0 0 1 0 0,0 0 0 0 0,0 0 0 0 0,0 0 0 0 0,0 0 0 0 0,0 0 0 0 0,0 0-1 0 0,-1 0 1 0 0,1 0 0 0 0,0 0 0 0 0,0 0 0 0 0,0 0 0 0 0,9 3 1095 0 0,12 1 86 0 0,7 0-47 0 0,0-2 1 0 0,0-1-1 0 0,45-3 0 0 0,-27-4-188 0 0,63-16 0 0 0,228-84 1573 0 0,-317 100-2358 0 0,41-9 0 0 0,-54 15-276 0 0,-10 5 223 0 0,-9 5-1622 0 0,4-5-4801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49.5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92 1503 0 0,'-1'0'0'0'0,"1"-1"0"0"0,-1 1 0 0 0,0-1 0 0 0,1 1 0 0 0,-1-1 0 0 0,1 1 0 0 0,-1-1 0 0 0,1 0 0 0 0,-1 1 0 0 0,1-1 0 0 0,-1 0 0 0 0,1 1 0 0 0,0-1 0 0 0,-1 0 0 0 0,1 0 0 0 0,0 1 0 0 0,0-1 0 0 0,-1 0 0 0 0,1-1 0 0 0,0 1 0 0 0,3-5 0 0 0,3 2-7 0 0,1 1 0 0 0,-1-1-1 0 0,1 1 1 0 0,0 0-1 0 0,0 1 1 0 0,0 0-1 0 0,0 0 1 0 0,0 0-1 0 0,10 0 1 0 0,38-4 352 0 0,0 3 0 0 0,75 5-1 0 0,-60-2 23 0 0,-1-2-1 0 0,97-16 0 0 0,-51 5 167 0 0,-49 10-77 0 0,-66 3-457 0 0,0 0-1 0 0,0 0 0 0 0,1 0 0 0 0,-1 0 0 0 0,0 0 1 0 0,0 0-1 0 0,0 0 0 0 0,0 0 0 0 0,0 0 0 0 0,1 0 1 0 0,-1 0-1 0 0,0 0 0 0 0,0 1 0 0 0,0-1 0 0 0,0 0 1 0 0,0 0-1 0 0,0 0 0 0 0,0 0 0 0 0,0 0 0 0 0,1 1 1 0 0,-1-1-1 0 0,0 0 0 0 0,0 0 0 0 0,0 0 0 0 0,0 0 0 0 0,0 0 1 0 0,0 1-1 0 0,0-1 0 0 0,0 0 0 0 0,0 0 0 0 0,0 0 1 0 0,0 0-1 0 0,0 1 0 0 0,0-1 0 0 0,0 0 0 0 0,0 0 1 0 0,0 0-1 0 0,0 0 0 0 0,0 0 0 0 0,0 1 0 0 0,0-1 1 0 0,-1 0-1 0 0,1 0 0 0 0,0 0 0 0 0,0 0 0 0 0,0 0 1 0 0,0 1-1 0 0,0-1 0 0 0,-6 12-177 0 0,2-6 62 0 0,2 3-43 0 0,-2 1 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51.6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1 179 1903 0 0,'5'0'14'0'0,"0"0"-1"0"0,0 0 0 0 0,1 0 0 0 0,-1-1 1 0 0,0 1-1 0 0,0-1 0 0 0,0 0 0 0 0,0-1 1 0 0,0 1-1 0 0,0-1 0 0 0,0 0 0 0 0,5-3 1 0 0,-2 1-15 0 0,1 1 0 0 0,-1 0 0 0 0,11-2-1 0 0,18 1 0 0 0,-25 3 36 0 0,1-1 0 0 0,22-5 0 0 0,90-20-1156 0 0,-63 15 1352 0 0,306-70 1570 0 0,-342 77-1560 0 0,35-2-1 0 0,-53 6-218 0 0,-1 1 0 0 0,1 0 0 0 0,0 0 0 0 0,0 1 0 0 0,0 0 0 0 0,-1 1 0 0 0,1 0 1 0 0,0 0-1 0 0,7 3 0 0 0,-14-4-71 0 0,1-1 0 0 0,0 1 1 0 0,-1 0-1 0 0,1 0 0 0 0,0 0 1 0 0,-1 0-1 0 0,1 0 0 0 0,-1 0 1 0 0,0 0-1 0 0,1 0 0 0 0,-1 1 1 0 0,0-1-1 0 0,0 1 0 0 0,0-1 0 0 0,1 1 1 0 0,-2-1-1 0 0,1 1 0 0 0,0 0 1 0 0,0-1-1 0 0,0 1 0 0 0,-1 0 1 0 0,1 0-1 0 0,-1-1 0 0 0,0 1 1 0 0,1 0-1 0 0,-1 0 0 0 0,0 0 1 0 0,0-1-1 0 0,0 1 0 0 0,0 0 1 0 0,0 0-1 0 0,-1 0 0 0 0,0 2 0 0 0,-1 3-88 0 0,-1 0 0 0 0,0 0 0 0 0,0 0-1 0 0,-1-1 1 0 0,0 1 0 0 0,-9 10-1 0 0,1-1 139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52.3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1 131 2047 0 0,'0'0'15'0'0,"0"-1"0"0"0,0 1 0 0 0,0-1-1 0 0,0 0 1 0 0,0 1 0 0 0,0-1 0 0 0,0 0-1 0 0,0 1 1 0 0,0-1 0 0 0,0 0 0 0 0,1 1-1 0 0,-1-1 1 0 0,0 1 0 0 0,0-1 0 0 0,1 0-1 0 0,-1 1 1 0 0,1-1 0 0 0,-1 1 0 0 0,0-1-1 0 0,1 1 1 0 0,-1-1 0 0 0,1 1 0 0 0,-1-1-1 0 0,1 1 1 0 0,-1 0 0 0 0,1-1 0 0 0,-1 1-1 0 0,1 0 1 0 0,-1-1 0 0 0,1 1 0 0 0,0 0-1 0 0,1-1 1 0 0,1 1 54 0 0,0 0 0 0 0,0 0-1 0 0,0 0 1 0 0,0 0 0 0 0,0 0 0 0 0,5 2-1 0 0,20 2 156 0 0,1-1-1 0 0,0-2 0 0 0,0 0 1 0 0,40-6-1 0 0,115-24 352 0 0,-127 18-431 0 0,84-17 265 0 0,-61 10-270 0 0,0 4 0 0 0,86-4 0 0 0,-142 17-191 0 0,1 1 1 0 0,-1 1-1 0 0,42 8 1 0 0,-56-7-179 0 0,0 1 1 0 0,-1 0-1 0 0,0 0 0 0 0,0 0 0 0 0,0 2 1 0 0,0-1-1 0 0,0 1 0 0 0,-1 0 0 0 0,0 0 1 0 0,0 1-1 0 0,14 14 0 0 0,-14-12 203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4:59.5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21 1263 0 0,'145'-2'118'0'0,"-41"1"-124"0"0,676-16 6 0 0,-512 17 0 0 0,-221 0 0 0 0,26 2 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01.7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32 1263 0 0,'157'-10'112'0'0,"-61"4"-112"0"0,-10 2 0 0 0,-21 0 0 0 0,-22 4 0 0 0,-9-1 0 0 0,13-2 0 0 0,37 0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00.1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7 1263 0 0,'27'-3'108'0'0,"-6"1"-106"0"0,29 1 0 0 0,170 2-2 0 0,84 6 0 0 0,77 28 0 0 0,-304-28 0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02.2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1231 0 0,'68'11'112'0'0,"-20"-5"-112"0"0,-15 0 0 0 0,-14-3 0 0 0,-5-1 64 0 0,9-2-64 0 0,25 3 0 0 0,40 1 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03.2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31 1351 0 0,'31'-6'120'0'0,"-9"1"-120"0"0,-13 4 0 0 0,-3 1 0 0 0,-1 0 0 0 0,6 0 0 0 0,9-2 0 0 0,14-1 0 0 0,14 0 0 0 0,10 1 0 0 0,5 2 0 0 0,-2 0 0 0 0,-1 4 0 0 0,1-4 0 0 0,-1-5 0 0 0,6-3 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3.6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2232 466 455 0 0,'4'-5'114'0'0,"0"0"0"0"0,-1 0 0 0 0,0 0-1 0 0,0 0 1 0 0,0 0 0 0 0,0-1-1 0 0,-1 0 1 0 0,0 1 0 0 0,0-1-1 0 0,1-10 1 0 0,-1 7 16 0 0,-2 1 0 0 0,1-1 1 0 0,-1 0-1 0 0,0 0 0 0 0,-1 1 0 0 0,0-1 0 0 0,-1 0 0 0 0,0 1 1 0 0,0-1-1 0 0,0 1 0 0 0,-1 0 0 0 0,-4-9 0 0 0,1 8 123 0 0,1-1 0 0 0,-2 0 0 0 0,1 1 0 0 0,-1 0 0 0 0,-1 1 0 0 0,0-1 0 0 0,0 2 0 0 0,-17-14 0 0 0,-68-41 676 0 0,34 23-848 0 0,43 28-76 0 0,0 1 0 0 0,-1 1 1 0 0,1 1-1 0 0,-2 0 0 0 0,1 1 1 0 0,-1 1-1 0 0,0 1 0 0 0,-20-3 1 0 0,1 2 163 0 0,0 3 0 0 0,0 1 0 0 0,0 1 0 0 0,-1 2 0 0 0,1 2 0 0 0,0 2 0 0 0,1 1 0 0 0,-1 1 0 0 0,-62 22 0 0 0,-210 94-369 0 0,234-87 88 0 0,1 3 0 0 0,-68 48 0 0 0,-28 23 86 0 0,-47 33-12 0 0,178-113 38 0 0,1 1 0 0 0,1 1 0 0 0,3 3 0 0 0,0 0 0 0 0,-53 76 0 0 0,66-80 0 0 0,2 2 0 0 0,0 0 0 0 0,3 1 0 0 0,0 1 0 0 0,3 0 0 0 0,0 1 0 0 0,3 1 0 0 0,-7 41 0 0 0,13-51 0 0 0,1 1 0 0 0,2 0 0 0 0,0 0 0 0 0,2 0 0 0 0,1 0 0 0 0,2 0 0 0 0,12 52 0 0 0,-9-58 0 0 0,0-1 0 0 0,2 0 0 0 0,0 0 0 0 0,1 0 0 0 0,1-1 0 0 0,1-1 0 0 0,1 0 0 0 0,1-1 0 0 0,0 0 0 0 0,20 17 0 0 0,-15-17-24 0 0,1-2-1 0 0,0 0 1 0 0,1-1-1 0 0,1-2 0 0 0,1 0 1 0 0,-1-1-1 0 0,2-1 0 0 0,0-1 1 0 0,0-2-1 0 0,1 0 1 0 0,0-1-1 0 0,37 4 0 0 0,-21-8-76 0 0,0-2 0 0 0,0-1 0 0 0,55-8-1 0 0,121-30-545 0 0,-162 27 425 0 0,19-6-36 0 0,-1-3-1 0 0,120-49 1 0 0,-86 20 188 0 0,103-65 0 0 0,-76 39 57 0 0,37-24 36 0 0,-118 66 39 0 0,56-48-1 0 0,-66 45 77 0 0,-1-1-1 0 0,-2-3 0 0 0,-2-1 1 0 0,-2-2-1 0 0,58-87 0 0 0,-55 63 164 0 0,41-92 0 0 0,-68 129-98 0 0,-1 0 0 0 0,-2 0 0 0 0,0-1 0 0 0,-3 0 0 0 0,7-63 0 0 0,-13 84-114 0 0,0 1 0 0 0,0-1-1 0 0,-1 1 1 0 0,0 0-1 0 0,0-1 1 0 0,-1 1-1 0 0,0 0 1 0 0,-1 0 0 0 0,-4-10-1 0 0,4 13-20 0 0,-1 0 0 0 0,1 0 0 0 0,-1 0 0 0 0,0 1 0 0 0,0-1-1 0 0,-1 1 1 0 0,0 0 0 0 0,1 1 0 0 0,-2-1 0 0 0,1 1 0 0 0,0 0 0 0 0,-1 0-1 0 0,-8-4 1 0 0,-4 0 33 0 0,-1 0-1 0 0,0 1 1 0 0,-1 0-1 0 0,0 2 1 0 0,1 0-1 0 0,-2 2 1 0 0,1 0-1 0 0,0 1 0 0 0,-1 1 1 0 0,-30 3-1 0 0,10 2-304 0 0,-1 2 0 0 0,1 2 0 0 0,0 1 0 0 0,-44 17-1 0 0,34-9-607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4.9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68 88 2303 0 0,'3'-8'508'0'0,"0"0"-1"0"0,0 0 1 0 0,-1 0-1 0 0,0 0 0 0 0,-1-1 1 0 0,1 1-1 0 0,-2-1 1 0 0,1-8-1 0 0,-3 12 147 0 0,-1 10-278 0 0,0 9 107 0 0,4 8 315 0 0,5 28 0 0 0,-3-33-473 0 0,-1-1 1 0 0,-1 0-1 0 0,0 1 1 0 0,-2 16-1 0 0,-5-4-10 0 0,0 0 1 0 0,-2-1-1 0 0,-1 0 0 0 0,-13 28 1 0 0,-9 29-132 0 0,29-80-167 0 0,0 1 1 0 0,1 0-1 0 0,0-1 0 0 0,0 1 0 0 0,1 0 0 0 0,-1 0 1 0 0,1 0-1 0 0,1-1 0 0 0,-1 1 0 0 0,3 10 0 0 0,-3-13-15 0 0,1-1 0 0 0,0 0-1 0 0,0 0 1 0 0,0 0 0 0 0,0 0 0 0 0,0 0-1 0 0,0 0 1 0 0,0 0 0 0 0,1 0 0 0 0,-1 0-1 0 0,1-1 1 0 0,0 1 0 0 0,-1-1 0 0 0,1 1-1 0 0,0-1 1 0 0,0 0 0 0 0,0 1-1 0 0,0-1 1 0 0,0 0 0 0 0,0 0 0 0 0,0 0-1 0 0,0-1 1 0 0,0 1 0 0 0,0 0 0 0 0,1-1-1 0 0,-1 1 1 0 0,0-1 0 0 0,0 0-1 0 0,1 0 1 0 0,2 0 0 0 0,16-2-651 0 0,-7-2-2643 0 0,-4 1-866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5.0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69 88 1375 0 0,'-17'-7'-147'0'0,"11"5"797"0"0,0 0 1 0 0,0-1-1 0 0,1 0 1 0 0,-1 0 0 0 0,1 0-1 0 0,0 0 1 0 0,-5-5 0 0 0,9 8-589 0 0,1-1 0 0 0,0 1 0 0 0,0 0 0 0 0,0 0 0 0 0,0 0 0 0 0,0 0 0 0 0,-1 0 0 0 0,1 0 0 0 0,0-1 0 0 0,0 1 0 0 0,0 0 0 0 0,0 0 0 0 0,0 0 1 0 0,0 0-1 0 0,0 0 0 0 0,0-1 0 0 0,0 1 0 0 0,0 0 0 0 0,0 0 0 0 0,0 0 0 0 0,0 0 0 0 0,0-1 0 0 0,0 1 0 0 0,0 0 0 0 0,0 0 0 0 0,0 0 0 0 0,0-1 0 0 0,0 1 0 0 0,0 0 0 0 0,0 0 1 0 0,0 0-1 0 0,0 0 0 0 0,0-1 0 0 0,0 1 0 0 0,7-3 1103 0 0,14 0-360 0 0,-17 2-565 0 0,158-16 1416 0 0,31-3-3177 0 0,-177 17 898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5.65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1 337 3223 0 0,'6'-28'313'0'0,"-4"16"211"0"0,1 0-1 0 0,0 1 1 0 0,8-19 0 0 0,22-48 2562 0 0,-18 41-1525 0 0,30-54-1 0 0,-16 53-480 0 0,-30 39-773 0 0,0-1-280 0 0,0 1 0 0 0,0 0 1 0 0,0-1-1 0 0,1 1 1 0 0,-1 0-1 0 0,0 0 1 0 0,0 0-1 0 0,1-1 1 0 0,-1 1-1 0 0,0 0 1 0 0,1 0-1 0 0,-1 0 0 0 0,1 0 1 0 0,-1 0-1 0 0,1 0 1 0 0,-1 2-1 0 0,-12 35 97 0 0,2 1 0 0 0,2 1 0 0 0,2-1 0 0 0,-4 45 0 0 0,2-13-151 0 0,5-42-3823 0 0,1-10-625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6.2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208 2 2303 0 0,'-1'-1'47'0'0,"0"1"-1"0"0,0 0 0 0 0,0 0 0 0 0,0-1 0 0 0,-1 1 0 0 0,1 0 0 0 0,0 0 0 0 0,0 0 1 0 0,0 1-1 0 0,0-1 0 0 0,0 0 0 0 0,0 0 0 0 0,0 0 0 0 0,0 1 0 0 0,0-1 0 0 0,0 1 0 0 0,-2 0 1 0 0,-19 12 1102 0 0,15-8-923 0 0,-7 4 152 0 0,0 0 0 0 0,2 1 0 0 0,-1 0 0 0 0,1 1 0 0 0,0 1 0 0 0,1 0 0 0 0,-12 17 0 0 0,18-21-169 0 0,-1 0-1 0 0,1 1 1 0 0,0 0-1 0 0,1 0 1 0 0,0 0-1 0 0,0 0 0 0 0,1 1 1 0 0,0 0-1 0 0,1-1 1 0 0,0 1-1 0 0,0 0 1 0 0,1 20-1 0 0,1-23-113 0 0,1 0-1 0 0,0 0 0 0 0,1 0 1 0 0,-1 0-1 0 0,1 0 0 0 0,1-1 1 0 0,-1 1-1 0 0,1-1 1 0 0,0 1-1 0 0,1-1 0 0 0,0 0 1 0 0,0 0-1 0 0,0 0 0 0 0,7 7 1 0 0,-4-7-244 0 0,-1 1 1 0 0,1-1-1 0 0,1-1 0 0 0,-1 1 1 0 0,1-1-1 0 0,0 0 1 0 0,0-1-1 0 0,1 0 1 0 0,-1 0-1 0 0,14 4 1 0 0,1-2-3510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6.4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30 4143 0 0,'8'-29'408'0'0,"-5"69"2402"0"0,0 69-403 0 0,-3 82-736 0 0,-1-182-2194 0 0,0-1 0 0 0,-1 0 0 0 0,0 0 0 0 0,0 0 0 0 0,-6 12 0 0 0,-1 1-3043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6.7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8 217 455 0 0,'-1'-1'46'0'0,"0"1"-1"0"0,1-1 1 0 0,-1 1-1 0 0,1-1 1 0 0,-1 0-1 0 0,1 1 1 0 0,-1-1-1 0 0,1 0 1 0 0,0 0-1 0 0,-1 1 1 0 0,1-1-1 0 0,0 0 1 0 0,-1 0-1 0 0,1 0 1 0 0,0 1-1 0 0,0-1 1 0 0,0 0-1 0 0,0 0 0 0 0,0 0 1 0 0,0 0-1 0 0,0 1 1 0 0,0-1-1 0 0,0 0 1 0 0,0 0-1 0 0,0-1 1 0 0,2 1 130 0 0,-1-1 0 0 0,1 1 0 0 0,-1 0 0 0 0,1 0 0 0 0,-1 0 0 0 0,1 0 1 0 0,-1 0-1 0 0,1 0 0 0 0,3-1 0 0 0,1-1 4 0 0,12-5 464 0 0,0 1-1 0 0,0 0 1 0 0,1 2-1 0 0,28-5 1 0 0,80-6 785 0 0,-99 13-1048 0 0,318-29 2577 0 0,-230 20-2529 0 0,138-20-56 0 0,-222 27-332 0 0,246-37-2 0 0,-259 41-89 0 0,-18 1-56 0 0,0 0 0 0 0,0 0 0 0 0,0 0 0 0 0,0 0 0 0 0,0 0 0 0 0,0 0 0 0 0,0 0 0 0 0,0 1 0 0 0,0-1 0 0 0,0 0 0 0 0,0 1 0 0 0,-1-1 0 0 0,1 0 0 0 0,0 1 0 0 0,0 0 0 0 0,1 0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7.3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28 919 0 0,'0'-1'88'0'0,"0"0"0"0"0,0 0 0 0 0,1 0 0 0 0,-1 0 0 0 0,0 0-1 0 0,1 0 1 0 0,-1 0 0 0 0,1 0 0 0 0,-1 0 0 0 0,1 0-1 0 0,0 0 1 0 0,-1 0 0 0 0,1 0 0 0 0,0 0 0 0 0,0 0 0 0 0,0 1-1 0 0,-1-1 1 0 0,1 0 0 0 0,0 1 0 0 0,0-1 0 0 0,0 0-1 0 0,0 1 1 0 0,0 0 0 0 0,0-1 0 0 0,0 1 0 0 0,1-1 0 0 0,-1 1-1 0 0,2 0 1 0 0,4-2 605 0 0,0 1 0 0 0,1 0 0 0 0,7 0 0 0 0,-13 1-630 0 0,9-1 248 0 0,1 2 0 0 0,0 0 0 0 0,0 0 0 0 0,-1 1 0 0 0,1 0 0 0 0,-1 1 0 0 0,1 1 0 0 0,-1 0 0 0 0,0 0 0 0 0,0 1 0 0 0,-1 0 0 0 0,0 1 0 0 0,15 11 0 0 0,-23-17-310 0 0,-1 1 0 0 0,0 0 0 0 0,0 0 0 0 0,0 0 0 0 0,-1 0 0 0 0,1 0 0 0 0,0 0 0 0 0,0 0 0 0 0,0 0 0 0 0,-1 1 0 0 0,1-1 0 0 0,-1 0 0 0 0,1 0 0 0 0,-1 1 0 0 0,1-1 0 0 0,-1 0 1 0 0,0 1-1 0 0,0-1 0 0 0,1 0 0 0 0,-1 1 0 0 0,0 1 0 0 0,-1-1-1 0 0,1 0 0 0 0,-1 0 1 0 0,1 0-1 0 0,-1 0 0 0 0,0 0 1 0 0,0 0-1 0 0,0 0 0 0 0,0 0 1 0 0,0 0-1 0 0,0-1 0 0 0,-4 4 1 0 0,-3 3-2 0 0,0 0 0 0 0,0-1 1 0 0,-1 0-1 0 0,-11 5 0 0 0,18-10 2 0 0,-13 8-2 0 0,0 0-1 0 0,1 0 1 0 0,0 1-1 0 0,1 1 1 0 0,1 1-1 0 0,0 0 1 0 0,-17 22-1 0 0,28-33 13 0 0,0 0 0 0 0,-1 0 0 0 0,1 0 0 0 0,0 0 0 0 0,0 1-1 0 0,0-1 1 0 0,1 0 0 0 0,-1 1 0 0 0,1-1 0 0 0,-1 0 0 0 0,1 1-1 0 0,0-1 1 0 0,-1 1 0 0 0,1-1 0 0 0,0 1 0 0 0,1-1 0 0 0,-1 0-1 0 0,0 1 1 0 0,1-1 0 0 0,0 1 0 0 0,-1-1 0 0 0,1 0 0 0 0,0 0-1 0 0,0 1 1 0 0,0-1 0 0 0,2 3 0 0 0,0-2 75 0 0,0 0 0 0 0,0 0 0 0 0,0 0 0 0 0,0 0 0 0 0,0 0 0 0 0,1-1 0 0 0,-1 0 0 0 0,1 0 0 0 0,-1 0 0 0 0,1 0 0 0 0,0 0 0 0 0,0-1 0 0 0,0 1 1 0 0,0-1-1 0 0,4 0 0 0 0,7 2 130 0 0,0-2 1 0 0,0 0 0 0 0,0 0 0 0 0,0-2-1 0 0,17-2 1 0 0,77-16 346 0 0,-52 7-348 0 0,-34 7-154 0 0,32-11 0 0 0,-53 16-532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8.02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 36 2303 0 0,'2'-4'417'0'0,"0"1"-1"0"0,1 0 1 0 0,-1 0-1 0 0,1-1 1 0 0,0 2-1 0 0,0-1 1 0 0,0 0-1 0 0,1 1 1 0 0,4-4-1 0 0,-7 6-336 0 0,0-1 1 0 0,0 1-1 0 0,0 0 0 0 0,0-1 0 0 0,0 1 0 0 0,0 0 0 0 0,0 0 0 0 0,0 0 0 0 0,0 0 0 0 0,0 0 0 0 0,0 0 0 0 0,0 0 0 0 0,1 0 0 0 0,-1 0 0 0 0,0 0 0 0 0,0 1 0 0 0,0-1 0 0 0,0 0 0 0 0,0 1 0 0 0,0-1 0 0 0,0 1 0 0 0,0-1 0 0 0,0 1 0 0 0,0-1 0 0 0,0 1 1 0 0,-1 0-1 0 0,1 0 0 0 0,0-1 0 0 0,0 1 0 0 0,0 0 0 0 0,-1 0 0 0 0,1 0 0 0 0,0 0 0 0 0,-1 0 0 0 0,1 0 0 0 0,-1 0 0 0 0,1 0 0 0 0,-1 1 0 0 0,5 9 93 0 0,-1 1 1 0 0,0-1-1 0 0,-1 1 1 0 0,0 0-1 0 0,-1 0 1 0 0,0 0-1 0 0,-1 1 1 0 0,0-1-1 0 0,-1 0 0 0 0,0 0 1 0 0,-4 18-1 0 0,3-22-142 0 0,0 0 1 0 0,-1 0-1 0 0,0-1 0 0 0,-1 1 0 0 0,0-1 0 0 0,0 0 0 0 0,0 0 0 0 0,-1 0 0 0 0,0 0 0 0 0,-1 0 1 0 0,1-1-1 0 0,-1 0 0 0 0,0 0 0 0 0,-1 0 0 0 0,1 0 0 0 0,-1-1 0 0 0,-7 5 0 0 0,-38 24-1527 0 0,47-32-2392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8.42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95 112 2527 0 0,'5'-27'-33'0'0,"-1"10"1926"0"0,0-1 0 0 0,1-32 0 0 0,-5 54-1535 0 0,-1-1 0 0 0,0 1 0 0 0,0-1 0 0 0,0 1 0 0 0,-2 4 0 0 0,-2 7-24 0 0,-25 125 1689 0 0,-10 34-352 0 0,31-147-1510 0 0,4-17-114 0 0,2 0 0 0 0,-1 1 0 0 0,1-1-1 0 0,1 1 1 0 0,0 0 0 0 0,1-1 0 0 0,-1 13 0 0 0,2-22-44 0 0,1 1 0 0 0,-1 0 0 0 0,0 0 1 0 0,1-1-1 0 0,-1 1 0 0 0,1 0 0 0 0,0-1 1 0 0,0 1-1 0 0,-1 0 0 0 0,1-1 0 0 0,0 1 1 0 0,0-1-1 0 0,1 0 0 0 0,-1 1 0 0 0,0-1 1 0 0,0 0-1 0 0,1 0 0 0 0,-1 1 0 0 0,0-1 1 0 0,1 0-1 0 0,-1 0 0 0 0,1-1 0 0 0,0 1 1 0 0,-1 0-1 0 0,1 0 0 0 0,0-1 0 0 0,-1 1 1 0 0,1-1-1 0 0,0 1 0 0 0,0-1 0 0 0,-1 0 1 0 0,5 0-1 0 0,4 1 14 0 0,0-1 1 0 0,-1-1-1 0 0,1 0 1 0 0,15-3-1 0 0,-8 1-44 0 0,0 1-139 0 0,0-2 0 0 0,-1 0 0 0 0,28-10 1 0 0,-36 9-1093 0 0,-3-1-3506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8.5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0 147 3223 0 0,'0'-2'23'0'0,"1"0"0"0"0,-1 0 0 0 0,1 0 0 0 0,-1 0 0 0 0,1 0 0 0 0,-1 0 0 0 0,1 0 0 0 0,0 0 0 0 0,0 1 0 0 0,0-1 0 0 0,0 0 0 0 0,0 1 0 0 0,1-1 0 0 0,-1 0 0 0 0,0 1 0 0 0,3-2 0 0 0,0 0 98 0 0,0 1 1 0 0,0-1 0 0 0,1 1-1 0 0,-1 0 1 0 0,7-2-1 0 0,4-1 590 0 0,36-16 376 0 0,0 3-1 0 0,2 2 1 0 0,0 3 0 0 0,79-10-1 0 0,-112 21-1786 0 0,-3 2-2800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8.8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127 140 3223 0 0,'14'-29'213'0'0,"-7"16"-25"0"0,8-22 0 0 0,-14 31 22 0 0,0 1 0 0 0,0-1 0 0 0,0 0 0 0 0,0 0 0 0 0,-1 0 0 0 0,0 1 0 0 0,1-1 0 0 0,-2 0 0 0 0,1 0 0 0 0,-1-6 0 0 0,1 9-131 0 0,0 0 0 0 0,0 1 0 0 0,-1-1 0 0 0,1 0 0 0 0,0 1 1 0 0,0-1-1 0 0,-1 0 0 0 0,1 1 0 0 0,0-1 0 0 0,-1 1 0 0 0,1-1 0 0 0,-1 1 0 0 0,1-1 0 0 0,-1 1 0 0 0,1-1 0 0 0,-1 1 0 0 0,1-1 1 0 0,-1 1-1 0 0,1-1 0 0 0,-1 1 0 0 0,1 0 0 0 0,-1-1 0 0 0,0 1 0 0 0,1 0 0 0 0,-1 0 0 0 0,-1-1 0 0 0,1 1 42 0 0,-1 0-1 0 0,0 0 1 0 0,0 0-1 0 0,1 0 1 0 0,-1 0-1 0 0,0 1 1 0 0,0-1-1 0 0,1 0 1 0 0,-1 1-1 0 0,-2 0 1 0 0,-3 2 258 0 0,0 1 1 0 0,-1 0-1 0 0,-7 6 1 0 0,7-5-285 0 0,1 0-1 0 0,0 1 1 0 0,0 0 0 0 0,1 0 0 0 0,-1 1 0 0 0,1 0 0 0 0,1 0 0 0 0,0 0 0 0 0,0 1 0 0 0,0-1 0 0 0,1 1 0 0 0,0 0 0 0 0,0 1-1 0 0,1-1 1 0 0,0 1 0 0 0,0-1 0 0 0,1 1 0 0 0,1 0 0 0 0,-1 0 0 0 0,1 0 0 0 0,1 0 0 0 0,0 0 0 0 0,0 0 0 0 0,1 0-1 0 0,0 0 1 0 0,4 16 0 0 0,-4-19-60 0 0,1-1 1 0 0,0 0-1 0 0,0 0 0 0 0,1 0 0 0 0,-1 0 0 0 0,1 0 0 0 0,0-1 1 0 0,1 1-1 0 0,-1-1 0 0 0,1 0 0 0 0,6 6 0 0 0,-3-4-735 0 0,0 0 0 0 0,1-1 0 0 0,0 0 0 0 0,0 0 0 0 0,17 7 0 0 0,-8-6-3554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9.07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1 283 2303 0 0,'-1'-5'104'0'0,"1"-1"-1"0"0,0 1 1 0 0,0 0-1 0 0,0 0 1 0 0,1 0-1 0 0,0 0 1 0 0,0 0-1 0 0,0 0 0 0 0,3-7 1 0 0,3-6 1105 0 0,11-20 0 0 0,-2 4-188 0 0,-15 31-926 0 0,10-22 1257 0 0,0 0 0 0 0,2 0-1 0 0,21-31 1 0 0,-43 68-1212 0 0,1 1 0 0 0,0 0 0 0 0,1 1 0 0 0,0 0 0 0 0,-7 23 0 0 0,11-26-68 0 0,0 0 0 0 0,1 0 0 0 0,0 0 0 0 0,0 1 0 0 0,1-1 0 0 0,1 0 0 0 0,0 0 0 0 0,3 21 0 0 0,-3-30-295 0 0,1 1 0 0 0,-1-1 1 0 0,1 1-1 0 0,0-1 0 0 0,0 1 0 0 0,0-1 0 0 0,0 0 0 0 0,0 0 0 0 0,1 0 0 0 0,-1 0 0 0 0,1 0 1 0 0,-1 0-1 0 0,1 0 0 0 0,0 0 0 0 0,0 0 0 0 0,3 2 0 0 0,5 2-4068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9.2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21 3223 0 0,'2'-3'57'0'0,"9"-9"147"0"0,-11 11-201 0 0,0 1-1 0 0,1 0 0 0 0,-1-1 0 0 0,0 1 0 0 0,1 0 0 0 0,-1-1 0 0 0,1 1 0 0 0,-1 0 0 0 0,0-1 0 0 0,1 1 0 0 0,-1 0 0 0 0,1 0 0 0 0,-1 0 0 0 0,1-1 0 0 0,-1 1 0 0 0,1 0 0 0 0,-1 0 0 0 0,1 0 0 0 0,-1 0 0 0 0,1 0 0 0 0,-1 0 0 0 0,1 0 0 0 0,-1 0 0 0 0,1 0 0 0 0,2 2 264 0 0,-1-1-1 0 0,0 1 1 0 0,0 0 0 0 0,0 0-1 0 0,0 0 1 0 0,0 0-1 0 0,0 0 1 0 0,0 1-1 0 0,-1-1 1 0 0,1 0-1 0 0,-1 1 1 0 0,2 4-1 0 0,0 1 380 0 0,0 0-1 0 0,4 16 1 0 0,-4-9-191 0 0,-2 1 0 0 0,0-1 0 0 0,0 0 0 0 0,-1 1 0 0 0,-3 16 0 0 0,-16 77-693 0 0,19-107 194 0 0,-5 24-4005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9.5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0 206 4607 0 0,'8'-8'204'0'0,"-1"0"0"0"0,1 1-1 0 0,1 0 1 0 0,-1 0 0 0 0,1 1-1 0 0,1 0 1 0 0,-1 0 0 0 0,17-6-1 0 0,10-2 1374 0 0,40-11-1 0 0,-49 17-1116 0 0,66-18 1428 0 0,176-26 1 0 0,-190 44-862 0 0,-1 2 0 0 0,137 10 0 0 0,-184-1-1468 0 0,0 2 0 0 0,-1 1-1 0 0,38 12 1 0 0,-46-10-5026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19.9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 24 4143 0 0,'0'0'16'0'0,"1"-1"-1"0"0,-1 0 1 0 0,0 0-1 0 0,0 0 1 0 0,0 0-1 0 0,1 0 1 0 0,-1 1-1 0 0,0-1 0 0 0,1 0 1 0 0,-1 0-1 0 0,1 0 1 0 0,-1 1-1 0 0,1-1 1 0 0,-1 0-1 0 0,1 1 1 0 0,0-1-1 0 0,-1 0 1 0 0,1 1-1 0 0,0-1 0 0 0,-1 1 1 0 0,1-1-1 0 0,0 1 1 0 0,0 0-1 0 0,-1-1 1 0 0,1 1-1 0 0,0-1 1 0 0,0 1-1 0 0,0 0 1 0 0,0 0-1 0 0,-1 0 0 0 0,1 0 1 0 0,1-1-1 0 0,6 0 274 0 0,-1 1 0 0 0,0 0 0 0 0,9 0 0 0 0,-1 1 421 0 0,14-3-8 0 0,-10 1-249 0 0,0 0-1 0 0,-1 1 0 0 0,1 1 1 0 0,-1 0-1 0 0,35 9 0 0 0,-52-10-419 0 0,0 0 0 0 0,1 1-1 0 0,-1-1 1 0 0,1 1 0 0 0,-1-1 0 0 0,0 1-1 0 0,0-1 1 0 0,1 1 0 0 0,-1 0 0 0 0,0 0-1 0 0,0 0 1 0 0,0 0 0 0 0,0 0-1 0 0,0 0 1 0 0,0 0 0 0 0,0 0 0 0 0,0 0-1 0 0,0 0 1 0 0,0 1 0 0 0,-1-1-1 0 0,1 0 1 0 0,0 1 0 0 0,-1-1 0 0 0,1 2-1 0 0,-1-1-10 0 0,0 0 0 0 0,0 0-1 0 0,0 0 1 0 0,0 0 0 0 0,-1-1 0 0 0,1 1-1 0 0,-1 0 1 0 0,1 0 0 0 0,-1 0-1 0 0,0-1 1 0 0,0 1 0 0 0,1 0 0 0 0,-1-1-1 0 0,0 1 1 0 0,-1-1 0 0 0,1 1 0 0 0,0-1-1 0 0,-2 2 1 0 0,-10 10 28 0 0,-2-1 0 0 0,0 0 0 0 0,0-1-1 0 0,-33 17 1 0 0,-9 6-10 0 0,43-24-34 0 0,-24 16-18 0 0,36-24 18 0 0,0 0 0 0 0,0 0-1 0 0,-1 0 1 0 0,1 0 0 0 0,1 1 0 0 0,-1-1 0 0 0,0 0 0 0 0,1 1 0 0 0,-1 0 0 0 0,1-1 0 0 0,0 1 0 0 0,-2 3 0 0 0,3-5 3 0 0,0 1-1 0 0,0-1 1 0 0,0 0-1 0 0,0 0 1 0 0,0 1 0 0 0,1-1-1 0 0,-1 0 1 0 0,0 1 0 0 0,1-1-1 0 0,-1 0 1 0 0,1 0-1 0 0,-1 0 1 0 0,1 1 0 0 0,-1-1-1 0 0,1 0 1 0 0,0 0 0 0 0,0 0-1 0 0,-1 0 1 0 0,1 0-1 0 0,0 0 1 0 0,0 0 0 0 0,0 0-1 0 0,0 0 1 0 0,0-1 0 0 0,0 1-1 0 0,0 0 1 0 0,3 0-1 0 0,4 3 44 0 0,0 0-1 0 0,0 0 0 0 0,9 2 1 0 0,-9-3-2 0 0,53 18 581 0 0,-20-8 116 0 0,-1 3 0 0 0,53 27 0 0 0,-86-40-644 0 0,-1 1 0 0 0,0 0-1 0 0,0 1 1 0 0,-1-1 0 0 0,1 1-1 0 0,-1 0 1 0 0,0 0 0 0 0,0 1-1 0 0,5 7 1 0 0,-8-10-72 0 0,-1 0 0 0 0,1 0 1 0 0,-1 0-1 0 0,0 0 0 0 0,0 0 0 0 0,0 0 0 0 0,0 0 0 0 0,-1 1 1 0 0,1-1-1 0 0,-1 0 0 0 0,0 1 0 0 0,0-1 0 0 0,0 0 1 0 0,0 1-1 0 0,0-1 0 0 0,-1 0 0 0 0,0 0 0 0 0,1 1 1 0 0,-1-1-1 0 0,-1 0 0 0 0,1 0 0 0 0,-2 5 0 0 0,0-4-9 0 0,0 0 0 0 0,0 0 0 0 0,0 0 0 0 0,0 0 0 0 0,-1 0 0 0 0,1-1 0 0 0,-1 1-1 0 0,0-1 1 0 0,0 0 0 0 0,-1 0 0 0 0,-4 2 0 0 0,-5 3 43 0 0,-32 11-1 0 0,25-12-1 0 0,-1 0-1 0 0,-1-2 0 0 0,-44 6 1 0 0,53-10 51 0 0,1 0 0 0 0,-1-1 1 0 0,1 0-1 0 0,-1-1 0 0 0,1-1 1 0 0,0 0-1 0 0,0-1 1 0 0,-16-5-1 0 0,28 7-92 0 0,-1 0 0 0 0,0 1 0 0 0,0-1-1 0 0,0 0 1 0 0,0 0 0 0 0,1 0 0 0 0,-1-1 0 0 0,0 1 0 0 0,1 0 0 0 0,-1 0 0 0 0,1-1-1 0 0,-1 1 1 0 0,1-1 0 0 0,0 0 0 0 0,0 1 0 0 0,0-1 0 0 0,0 0 0 0 0,0 1 0 0 0,0-1 0 0 0,0 0-1 0 0,-1-3 1 0 0,2 2-18 0 0,0 1-1 0 0,0 0 1 0 0,0 0-1 0 0,0-1 0 0 0,0 1 1 0 0,1 0-1 0 0,-1 0 0 0 0,1-1 1 0 0,-1 1-1 0 0,1 0 1 0 0,0 0-1 0 0,0 0 0 0 0,0 0 1 0 0,0 0-1 0 0,0 0 1 0 0,0 0-1 0 0,1 0 0 0 0,-1 0 1 0 0,2-1-1 0 0,1-1-126 0 0,0 1 1 0 0,-1-1-1 0 0,1 1 0 0 0,1 0 0 0 0,-1 0 0 0 0,5-2 0 0 0,15-6-773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20.1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38 6447 0 0,'1'-18'288'0'0,"1"9"56"0"0,2 1-280 0 0,-1 5-64 0 0,1 3 0 0 0,-3 0 0 0 0,2 2 0 0 0,2-1 0 0 0,3 2 0 0 0,4-1 64 0 0,5 3 16 0 0,2-1 0 0 0,-2 1 0 0 0,-2-3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20.2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 50 6911 0 0,'-7'-12'304'0'0,"4"4"64"0"0,0 4-296 0 0,1-1-72 0 0,4 3 0 0 0,-1 1 0 0 0,2-1 176 0 0,2-1 16 0 0,3-1 8 0 0,10 4-2368 0 0,9-8-472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20.4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89 12895 0 0,'0'-18'1152'0'0,"3"4"-928"0"0,2 7-224 0 0,0 6 0 0 0,-2 1 856 0 0,-2-3 120 0 0,1-5 24 0 0,1-3 8 0 0,0-1-1008 0 0,0-2-96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5:24.7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199 244 1375 0 0,'-51'-4'416'0'0,"32"4"128"0"0,-32-6 0 0 0,46 5-355 0 0,0 0-1 0 0,0-1 0 0 0,-1 0 1 0 0,1 1-1 0 0,1-2 1 0 0,-1 1-1 0 0,0 0 0 0 0,0-1 1 0 0,1 0-1 0 0,-7-5 0 0 0,9 6-45 0 0,1 0 0 0 0,-1 0 0 0 0,0 0 0 0 0,1-1 0 0 0,0 1-1 0 0,-1 0 1 0 0,1-1 0 0 0,0 1 0 0 0,0-1 0 0 0,0 1 0 0 0,0-1 0 0 0,1 1-1 0 0,-1-1 1 0 0,1 0 0 0 0,0 1 0 0 0,0-1 0 0 0,-1 0 0 0 0,2 1-1 0 0,-1-1 1 0 0,0 0 0 0 0,0 1 0 0 0,1-1 0 0 0,0 1 0 0 0,-1-1 0 0 0,2-2-1 0 0,0 0 40 0 0,0 0-1 0 0,0 1 1 0 0,0-1-1 0 0,1 1 0 0 0,-1-1 1 0 0,1 1-1 0 0,0 0 0 0 0,0 0 1 0 0,1 1-1 0 0,-1-1 1 0 0,1 1-1 0 0,5-5 0 0 0,-4 5-174 0 0,0 0 0 0 0,1 0 0 0 0,-1 0-1 0 0,1 1 1 0 0,-1 0 0 0 0,1 0 0 0 0,0 0-1 0 0,0 1 1 0 0,0 0 0 0 0,0 0 0 0 0,0 0-1 0 0,0 1 1 0 0,0 0 0 0 0,0 0 0 0 0,0 0-1 0 0,1 1 1 0 0,-1 0 0 0 0,9 3 0 0 0,4 3 34 0 0,1 0 1 0 0,-2 2 0 0 0,1 0-1 0 0,19 14 1 0 0,-10-7 47 0 0,-16-9 21 0 0,1-1 1 0 0,1 0 0 0 0,-1-1 0 0 0,1 0-1 0 0,0-1 1 0 0,0-1 0 0 0,0 0 0 0 0,15 1 0 0 0,-8-3 66 0 0,-1-1 1 0 0,0-1 0 0 0,0 0-1 0 0,0-2 1 0 0,21-5 0 0 0,-4-1 243 0 0,66-28 1 0 0,28-24-92 0 0,-122 56-324 0 0,1 0 6 0 0,0 0 0 0 0,1 0 0 0 0,-1 1 0 0 0,14-3 0 0 0,-21 7-12 0 0,0-1 0 0 0,0 1 1 0 0,0-1-1 0 0,0 1 1 0 0,1 0-1 0 0,-1 0 1 0 0,0 1-1 0 0,0-1 0 0 0,0 1 1 0 0,0-1-1 0 0,0 1 1 0 0,0 0-1 0 0,0 0 1 0 0,0 0-1 0 0,0 1 1 0 0,0-1-1 0 0,0 1 0 0 0,-1-1 1 0 0,6 5-1 0 0,30 30-16 0 0,-27-25 7 0 0,0 0-1 0 0,0-1 1 0 0,2 0 0 0 0,-1-1 0 0 0,22 12-1 0 0,-19-15 60 0 0,0-1-1 0 0,0 0 0 0 0,1 0 0 0 0,-1-2 1 0 0,1 0-1 0 0,0-1 0 0 0,0 0 0 0 0,1-1 1 0 0,-1-1-1 0 0,17-2 0 0 0,5-3 165 0 0,1-1 0 0 0,74-23 0 0 0,81-43 232 0 0,-115 39-289 0 0,-74 31-164 0 0,1 0 1 0 0,-1 1-1 0 0,1-1 0 0 0,-1 1 1 0 0,1 0-1 0 0,-1 0 1 0 0,1 1-1 0 0,0-1 0 0 0,-1 1 1 0 0,1 1-1 0 0,0-1 1 0 0,-1 1-1 0 0,1 0 0 0 0,0 0 1 0 0,-1 1-1 0 0,0-1 1 0 0,1 1-1 0 0,-1 0 0 0 0,0 1 1 0 0,10 5-1 0 0,-1 0 5 0 0,0-1-1 0 0,0-1 0 0 0,1-1 1 0 0,0 0-1 0 0,0 0 1 0 0,0-2-1 0 0,1 0 1 0 0,-1-1-1 0 0,1 0 0 0 0,22-1 1 0 0,17-3-15 0 0,87-15-1 0 0,-112 12 17 0 0,61-9 34 0 0,-9 1 67 0 0,101-4-1 0 0,-38 16-89 0 0,128-6-36 0 0,-215 1 20 0 0,1 4-1 0 0,0 2 1 0 0,-1 2 0 0 0,80 14-1 0 0,-69-6 32 0 0,1-4 0 0 0,83-3-1 0 0,83 8 30 0 0,-191-6-86 0 0,0-2 0 0 0,0-2 0 0 0,0-2 0 0 0,63-9 0 0 0,132-32 32 0 0,-139 30 2 0 0,-89 11-5 0 0,-1 1 1 0 0,1 0 0 0 0,0 1 0 0 0,0 1 0 0 0,-1 0 0 0 0,18 5 0 0 0,-29-7-7 0 0,11 5 104 0 0,-11-5-126 0 0,0 0 0 0 0,0 1 1 0 0,0-1-1 0 0,0 0 1 0 0,0 0-1 0 0,0 1 0 0 0,0-1 1 0 0,0 0-1 0 0,0 0 1 0 0,0 1-1 0 0,0-1 0 0 0,0 0 1 0 0,-1 0-1 0 0,1 1 1 0 0,0-1-1 0 0,0 0 0 0 0,0 0 1 0 0,0 0-1 0 0,-1 1 0 0 0,1-1 1 0 0,0 0-1 0 0,0 0 1 0 0,0 0-1 0 0,-1 0 0 0 0,1 0 1 0 0,0 1-1 0 0,0-1 1 0 0,-1 0-1 0 0,1 0 0 0 0,0 0 1 0 0,0 0-1 0 0,-1 0 1 0 0,1 0-1 0 0,0 0 0 0 0,0 0 1 0 0,-1 0-1 0 0,1 0 1 0 0,0 0-1 0 0,-7 3-5456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6:02.7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1 173 2463 0 0,'31'-16'224'0'0,"-11"5"-224"0"0,-9 5 0 0 0,-8 3 0 0 0,0 1 0 0 0,8-2 0 0 0,12-7 0 0 0,16-8 0 0 0,15-4-96 0 0,7-3 96 0 0,1-1 0 0 0,-5 2 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6:03.7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1583 0 0,'11'5'136'0'0,"-4"-4"-136"0"0,0-1 0 0 0,-4 0 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7:00.7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270 405 455 0 0,'44'-74'6491'0'0,"-17"32"-3236"0"0,-27 39-503 0 0,-4 7-1639 0 0,-6 9-532 0 0,2 3-450 0 0,0 0-1 0 0,2 1 0 0 0,0 0 0 0 0,0 0 0 0 0,2 0 1 0 0,-4 26-1 0 0,5-7-107 0 0,1 0 0 0 0,3 44 1 0 0,-1-80-25 0 0,2 33 167 0 0,-1-1-1 0 0,-2 1 0 0 0,-6 38 1 0 0,6-65-127 0 0,0 1 0 0 0,-1-1 0 0 0,0 0 0 0 0,0 0 0 0 0,-5 9 0 0 0,5-13-33 0 0,1 1 0 0 0,-1-1 0 0 0,0 1 1 0 0,1-1-1 0 0,-1 0 0 0 0,-1 0 1 0 0,1 0-1 0 0,0 0 0 0 0,0 0 0 0 0,-1 0 1 0 0,1 0-1 0 0,-1-1 0 0 0,1 1 1 0 0,-5 0-1 0 0,6-1 3 0 0,0-1 0 0 0,0 0 0 0 0,0 1 0 0 0,0-1 1 0 0,-1 0-1 0 0,1 0 0 0 0,0 0 0 0 0,0 0 0 0 0,0 0 0 0 0,0 0 0 0 0,-1-1 0 0 0,1 1 0 0 0,0 0 1 0 0,0-1-1 0 0,0 1 0 0 0,0 0 0 0 0,0-1 0 0 0,0 1 0 0 0,0-1 0 0 0,0 0 0 0 0,0 1 0 0 0,0-1 1 0 0,0 0-1 0 0,0 0 0 0 0,0 1 0 0 0,0-1 0 0 0,0 0 0 0 0,1 0 0 0 0,-1 0 0 0 0,0 0 1 0 0,1 0-1 0 0,-1 0 0 0 0,1 0 0 0 0,-1 0 0 0 0,1 0 0 0 0,-1-2 0 0 0,-2-6 63 0 0,0 1 1 0 0,0-1-1 0 0,-2-15 0 0 0,3 13-61 0 0,-7-28 2 0 0,-2 1 0 0 0,-1 0 0 0 0,-2 0-1 0 0,-28-53 1 0 0,24 58 85 0 0,-25-62 0 0 0,38 81 74 0 0,1 1 1 0 0,1-1-1 0 0,0 0 1 0 0,0-1 0 0 0,1 1-1 0 0,1 0 1 0 0,2-27-1 0 0,-1 37-109 0 0,0 1-1 0 0,1-1 0 0 0,0 0 0 0 0,0 1 1 0 0,0-1-1 0 0,0 0 0 0 0,1 1 1 0 0,-1 0-1 0 0,1-1 0 0 0,0 1 1 0 0,0 0-1 0 0,0 0 0 0 0,1 0 0 0 0,-1 0 1 0 0,1 0-1 0 0,-1 0 0 0 0,1 1 1 0 0,0 0-1 0 0,0-1 0 0 0,0 1 1 0 0,0 0-1 0 0,0 0 0 0 0,1 0 0 0 0,-1 1 1 0 0,1-1-1 0 0,4 0 0 0 0,10-3 58 0 0,-1 1-1 0 0,1 1 0 0 0,-1 1 1 0 0,26-1-1 0 0,-11 1 90 0 0,17-2 122 0 0,-1-1-1 0 0,0-3 1 0 0,88-27 0 0 0,-29-6 22 0 0,18-6 147 0 0,-70 30-52 0 0,-60 21-848 0 0,1 0 0 0 0,-1 1 0 0 0,-4 5 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7:29.7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36 183 1151 0 0,'-17'-30'105'0'0,"15"28"-105"0"0,0 0 0 0 0,1-1 0 0 0,0 1 0 0 0,-1 0 1 0 0,1-1-1 0 0,0 1 0 0 0,0-1 0 0 0,0 0 0 0 0,1 1 1 0 0,-1-1-1 0 0,1 0 0 0 0,-1-3 0 0 0,-1-6 13 0 0,1 6-8 0 0,1 0 0 0 0,-1 0 0 0 0,1-1 0 0 0,0 1 0 0 0,0 0 0 0 0,1 0 0 0 0,1-8 0 0 0,-2 14-5 0 0,0-1 0 0 0,0 1 0 0 0,0 0 0 0 0,0 0 0 0 0,0 0 0 0 0,1 0 0 0 0,-1-1 0 0 0,0 1 0 0 0,0 0 0 0 0,0 0 0 0 0,0 0 0 0 0,0 0 0 0 0,1 0 0 0 0,-1-1 0 0 0,0 1 0 0 0,0 0 0 0 0,0 0 0 0 0,0 0 0 0 0,1 0 0 0 0,-1 0 0 0 0,0 0 0 0 0,0 0 0 0 0,0 0 0 0 0,1 0 0 0 0,-1 0 0 0 0,0 0 0 0 0,0 0 0 0 0,0 0 0 0 0,0 0 0 0 0,1 0 0 0 0,-1 0 0 0 0,0 0 0 0 0,0 0 0 0 0,0 0 0 0 0,1 0 0 0 0,-1 0 0 0 0,0 0 0 0 0,0 1 0 0 0,11 4 0 0 0,-3-1 0 0 0,1-2 0 0 0,1-1 0 0 0,-1 0 0 0 0,1-1 0 0 0,11 0 0 0 0,-9-1 0 0 0,0 1 0 0 0,15 2 0 0 0,106 30 0 0 0,-86-19 0 0 0,54 7 0 0 0,32-3-64 0 0,-113-16 64 0 0,-1 0 0 0 0,1-1 0 0 0,-1-1 0 0 0,1-1 0 0 0,-1-1 0 0 0,0-1 0 0 0,0 0 0 0 0,0-1 0 0 0,30-13 0 0 0,-38 12 13 0 0,-1 0 0 0 0,12-9 0 0 0,9-6 12 0 0,-26 19-25 0 0,0 0 0 0 0,0 1 0 0 0,0-1 0 0 0,1 1 0 0 0,-1 1 0 0 0,0-1 0 0 0,1 1 0 0 0,10 0 0 0 0,10-1 0 0 0,217-24 0 0 0,-225 22 0 0 0,24-7 0 0 0,-2 0 0 0 0,-38 10 0 0 0,0 0 0 0 0,0-1 0 0 0,1 1 0 0 0,-1 0 0 0 0,0 0 0 0 0,0 0 0 0 0,0 0 0 0 0,0 1 0 0 0,1-1 0 0 0,-1 1 0 0 0,0-1 0 0 0,0 1 0 0 0,0 0 0 0 0,0 0 0 0 0,0 0 0 0 0,0 0 0 0 0,0 0 0 0 0,-1 0 0 0 0,1 0 0 0 0,0 1 0 0 0,0-1 0 0 0,-1 1 0 0 0,1-1 0 0 0,-1 1 0 0 0,1-1 0 0 0,-1 1 0 0 0,0 0 0 0 0,0 0 0 0 0,0 0 0 0 0,0 0 0 0 0,1 2 0 0 0,-2-4 0 0 0,1 1 0 0 0,-1-1 0 0 0,0 0 0 0 0,0 1 0 0 0,0-1 0 0 0,0 0 0 0 0,1 1 0 0 0,-1-1 0 0 0,0 0 0 0 0,0 1 0 0 0,0-1 0 0 0,0 0 0 0 0,0 1 0 0 0,0-1 0 0 0,0 0 0 0 0,0 1 0 0 0,0-1 0 0 0,0 0 0 0 0,0 1 0 0 0,0-1 0 0 0,0 0 0 0 0,0 1 0 0 0,0-1 0 0 0,0 0 0 0 0,-1 1 0 0 0,1-1 0 0 0,0 0 0 0 0,0 0 0 0 0,0 1 0 0 0,0-1 0 0 0,-1 0 0 0 0,1 1 0 0 0,-7-1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7:46.9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1599 0 0,'0'8'0'0'0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7:51.5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266 35 1791 0 0,'-22'-14'20'0'0,"19"12"-15"0"0,-1-1 0 0 0,1 1 0 0 0,0 0 0 0 0,-1 0 0 0 0,0 0 0 0 0,1 1 0 0 0,-1-1 0 0 0,-7-1-1 0 0,6 2-6 0 0,1 1-1 0 0,-1-1 0 0 0,0 1 0 0 0,0 0 0 0 0,0 0 0 0 0,0 1 0 0 0,0-1 1 0 0,1 1-1 0 0,-1 0 0 0 0,0 0 0 0 0,0 1 0 0 0,1 0 0 0 0,-6 2 0 0 0,0 2-5 0 0,0 0 0 0 0,1 0 0 0 0,0 2 0 0 0,-13 10 0 0 0,15-11-2 0 0,-1 1 0 0 0,1 0 0 0 0,0 0 0 0 0,0 0 0 0 0,1 0 0 0 0,0 1 0 0 0,-8 17 0 0 0,12-21 6 0 0,0 0-1 0 0,0 1 0 0 0,1-1 1 0 0,0 0-1 0 0,0 1 0 0 0,0-1 1 0 0,1 0-1 0 0,0 1 0 0 0,0-1 0 0 0,0 1 1 0 0,1-1-1 0 0,0 1 0 0 0,0-1 1 0 0,0 0-1 0 0,0 0 0 0 0,5 10 0 0 0,0-1 5 0 0,17 25 0 0 0,-14-25 0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02.7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1326 122 455 0 0,'-1'-2'47'0'0,"-1"0"-1"0"0,1 1 1 0 0,-1-1-1 0 0,0 1 1 0 0,1 0-1 0 0,-1 0 1 0 0,0-1-1 0 0,0 1 1 0 0,0 0-1 0 0,1 0 1 0 0,-1 1-1 0 0,-3-2 1 0 0,-29-6 953 0 0,24 6-769 0 0,-23-4 436 0 0,0 2 0 0 0,0 1 0 0 0,-1 1 0 0 0,-65 7 0 0 0,-131 32 1178 0 0,168-23-1692 0 0,2 3-1 0 0,0 3 1 0 0,1 2 0 0 0,1 3-1 0 0,1 3 1 0 0,1 2-1 0 0,2 2 1 0 0,1 3-1 0 0,-50 43 1 0 0,85-63-35 0 0,1 0 0 0 0,0 2 1 0 0,2 0-1 0 0,0 1 1 0 0,-25 38-1 0 0,33-43-37 0 0,0 1-1 0 0,0-1 1 0 0,1 2 0 0 0,1-1-1 0 0,0 1 1 0 0,1 0 0 0 0,1 0 0 0 0,1 0-1 0 0,-2 30 1 0 0,4-22-72 0 0,1 0 0 0 0,0 0 0 0 0,2 0-1 0 0,1-1 1 0 0,1 0 0 0 0,1 1 0 0 0,1-2 0 0 0,12 27 0 0 0,-12-32-8 0 0,2 0 0 0 0,0-1 0 0 0,0 0 0 0 0,2 0 0 0 0,-1-1 1 0 0,2-1-1 0 0,0 0 0 0 0,1 0 0 0 0,0-1 0 0 0,1-1 0 0 0,16 11 0 0 0,0-4 10 0 0,0-2 0 0 0,1-1 0 0 0,57 19 0 0 0,103 17 9 0 0,-88-32-21 0 0,0-4-1 0 0,1-5 0 0 0,1-4 0 0 0,106-9 1 0 0,417-64 448 0 0,129-50 834 0 0,-533 73-536 0 0,-185 33-449 0 0,-1-2 1 0 0,0-2-1 0 0,57-30 0 0 0,-84 38-275 0 0,0 1 1 0 0,-1-1-1 0 0,1-1 1 0 0,-2 0-1 0 0,1 0 1 0 0,-1-1-1 0 0,13-16 1 0 0,-18 19-13 0 0,0 0-1 0 0,0-1 1 0 0,0 1 0 0 0,-1-1-1 0 0,0 0 1 0 0,-1 0 0 0 0,0 0-1 0 0,0 0 1 0 0,0 0 0 0 0,-1 0 0 0 0,1 0-1 0 0,-2-1 1 0 0,1 1 0 0 0,-2-11-1 0 0,-1-3-4 0 0,-1 1 0 0 0,-2-1 0 0 0,0 1 0 0 0,-1 0 0 0 0,-1 0 0 0 0,0 0 0 0 0,-12-19 0 0 0,-8-10 12 0 0,-46-65 0 0 0,45 76-16 0 0,-1 1 0 0 0,-1 1 0 0 0,-2 2 0 0 0,-2 1 0 0 0,-1 2 0 0 0,-1 1 0 0 0,-1 2 0 0 0,-51-29 0 0 0,44 33 0 0 0,-1 3 0 0 0,-2 1 0 0 0,0 2 0 0 0,-1 3 0 0 0,0 1 0 0 0,-1 3 0 0 0,0 2 0 0 0,-1 2 0 0 0,0 2 0 0 0,-95 3 0 0 0,73 7-20 0 0,0 3-1 0 0,1 3 0 0 0,-106 30 1 0 0,17 5-1116 0 0,80-22-3694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04.6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933 274 455 0 0,'1'-7'208'0'0,"-1"1"-1"0"0,2 0 1 0 0,-1-1-1 0 0,4-11 1 0 0,-2 12 167 0 0,-1-1 0 0 0,-1 0 1 0 0,1 0-1 0 0,0-8 0 0 0,-2 13-304 0 0,0 0 0 0 0,0-1 0 0 0,0 1 0 0 0,-1-1 0 0 0,1 1 0 0 0,-1 0 0 0 0,1-1 0 0 0,-1 1 0 0 0,0 0 0 0 0,0 0 0 0 0,0-1 0 0 0,0 1 0 0 0,0 0 0 0 0,-1 0 0 0 0,1 0-1 0 0,-3-2 1 0 0,-2-2 353 0 0,-1 0-1 0 0,1 0 1 0 0,-1 0-1 0 0,-1 1 1 0 0,-11-6-1 0 0,-43-19 871 0 0,53 26-1129 0 0,-31-12 175 0 0,-1 2 0 0 0,-1 1 0 0 0,-75-12 0 0 0,101 22-160 0 0,1 2-1 0 0,0 0 1 0 0,-1 1-1 0 0,1 0 0 0 0,-1 2 1 0 0,1 0-1 0 0,0 0 1 0 0,0 1-1 0 0,-19 7 0 0 0,16-3-70 0 0,1 0-1 0 0,0 1 1 0 0,0 1-1 0 0,0 1 0 0 0,1 0 1 0 0,1 2-1 0 0,-16 13 1 0 0,7-3-80 0 0,1 1 0 0 0,0 2 1 0 0,2 0-1 0 0,1 1 0 0 0,1 1 1 0 0,2 1-1 0 0,0 1 0 0 0,2 0 1 0 0,-21 59-1 0 0,27-61-6 0 0,1 1 0 0 0,2 0 0 0 0,0 1 0 0 0,2-1 1 0 0,2 1-1 0 0,0 0 0 0 0,2 0 0 0 0,1-1 0 0 0,1 1 0 0 0,1 0 0 0 0,12 44 0 0 0,-11-59-22 0 0,1-1 1 0 0,0 1-1 0 0,1-1 0 0 0,1 1 0 0 0,0-2 0 0 0,0 1 0 0 0,2-1 0 0 0,17 21 0 0 0,-11-18 3 0 0,-1-1 0 0 0,2-1-1 0 0,0 0 1 0 0,0-1 0 0 0,33 17-1 0 0,-10-10 3 0 0,1-2-1 0 0,1-2 0 0 0,1-2 1 0 0,0-1-1 0 0,59 8 0 0 0,-72-16 12 0 0,1-1 0 0 0,-1-1 0 0 0,0-2 0 0 0,1-1 0 0 0,-1-1 0 0 0,0-1 0 0 0,45-12 0 0 0,-50 8 0 0 0,-1 0 0 0 0,1-2 0 0 0,-1-1-1 0 0,-1 0 1 0 0,0-2 0 0 0,0-1 0 0 0,-1 0 0 0 0,-1-1-1 0 0,23-22 1 0 0,-32 25 88 0 0,0 0 1 0 0,-1-1-1 0 0,-1 0 0 0 0,0-1 0 0 0,0 0 0 0 0,-2 0 0 0 0,1-1 0 0 0,-2 0 1 0 0,0 0-1 0 0,0-1 0 0 0,-2 1 0 0 0,1-1 0 0 0,-2 0 0 0 0,0-1 0 0 0,-1 1 1 0 0,-1 0-1 0 0,0-1 0 0 0,-1 1 0 0 0,0-1 0 0 0,-2 1 0 0 0,0-1 0 0 0,0 1 1 0 0,-1 0-1 0 0,-1 0 0 0 0,-1 0 0 0 0,0 0 0 0 0,-11-20 0 0 0,-4-2-34 0 0,-1 1-1 0 0,-2 0 0 0 0,-2 2 1 0 0,-31-34-1 0 0,46 57-74 0 0,-2 0 1 0 0,0 1-1 0 0,0 0 0 0 0,-1 1 0 0 0,0 0 0 0 0,0 1 0 0 0,-17-7 1 0 0,8 5-50 0 0,1 2 1 0 0,-1 1-1 0 0,-1 1 0 0 0,-26-5 1 0 0,42 10-1871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14.9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28 455 0 0,'-1'-2'290'0'0,"0"0"-1"0"0,0-1 0 0 0,0 1 0 0 0,0-1 0 0 0,0 1 0 0 0,1-1 0 0 0,-1 1 0 0 0,1-1 0 0 0,0-2 0 0 0,21 21 972 0 0,-16-12-1231 0 0,0-1 0 0 0,0 0-1 0 0,1 0 1 0 0,-1 0 0 0 0,1-1-1 0 0,-1 0 1 0 0,1 0-1 0 0,0-1 1 0 0,0 1 0 0 0,0-1-1 0 0,0 0 1 0 0,0-1 0 0 0,0 1-1 0 0,0-1 1 0 0,7-1-1 0 0,-1-1 25 0 0,0 0-1 0 0,0-1 1 0 0,-1 0-1 0 0,1-1 1 0 0,-1 0-1 0 0,17-9 0 0 0,-23 11-55 0 0,-1 0-1 0 0,0 1 0 0 0,0 0 0 0 0,0-1 1 0 0,1 1-1 0 0,-1 1 0 0 0,1-1 0 0 0,-1 1 1 0 0,1-1-1 0 0,-1 1 0 0 0,7 1 0 0 0,2 1-9 0 0,-1 1-1 0 0,20 6 0 0 0,-25-7 12 0 0,2 0 8 0 0,0-1-1 0 0,0 0 1 0 0,1 0 0 0 0,-1-1-1 0 0,0 0 1 0 0,1 0-1 0 0,-1-1 1 0 0,10-3-1 0 0,-11 3 0 0 0,0-1 1 0 0,0 1-1 0 0,0 1 0 0 0,0-1 1 0 0,0 1-1 0 0,0 1 0 0 0,0 0 1 0 0,0 0-1 0 0,0 0 0 0 0,14 5 0 0 0,-12-1-6 0 0,-1 0 0 0 0,0 1 0 0 0,-1 0 0 0 0,0 0 0 0 0,1 1 0 0 0,7 9 0 0 0,21 16 0 0 0,-35-30 9 0 0,1-1 0 0 0,0 1 0 0 0,0-1 0 0 0,-1 0 0 0 0,1 0 0 0 0,0 0 0 0 0,0 0 0 0 0,0 0 0 0 0,0-1 0 0 0,0 1 0 0 0,0-1 0 0 0,0 0 0 0 0,0 0 0 0 0,0 0 0 0 0,0 0 0 0 0,0-1 0 0 0,0 1 0 0 0,4-2 0 0 0,6-1 82 0 0,0-2 0 0 0,23-10 0 0 0,-13 5-31 0 0,-19 8-50 0 0,16-6 15 0 0,1 0-1 0 0,24-4 0 0 0,-39 10-9 0 0,1 1 0 0 0,-1 0-1 0 0,0 1 1 0 0,0-1 0 0 0,0 1 0 0 0,0 1 0 0 0,1-1-1 0 0,-1 1 1 0 0,0 0 0 0 0,0 0 0 0 0,0 1-1 0 0,9 3 1 0 0,-11-3-8 0 0,0 0 0 0 0,1-1 1 0 0,-1 1-1 0 0,0-1 0 0 0,1 0 0 0 0,-1-1 1 0 0,1 1-1 0 0,-1-1 0 0 0,1 0 0 0 0,4 0 0 0 0,2-1-7 0 0,1-1-1 0 0,16-6 0 0 0,-9 3 12 0 0,-8 2 0 0 0,0 0 1 0 0,0 1-1 0 0,1 1 1 0 0,13-1-1 0 0,-19 3-10 0 0,1-1 0 0 0,-1 1 0 0 0,1 0 0 0 0,-1 0 0 0 0,1 1 0 0 0,-1 0 0 0 0,0 0-1 0 0,10 5 1 0 0,-15-7 0 0 0,9 6 72 0 0,1-1 0 0 0,12 3 0 0 0,-20-7-21 0 0,1 0 0 0 0,-1 0 0 0 0,0 0 0 0 0,1-1 0 0 0,-1 0 0 0 0,1 0 0 0 0,-1 0 0 0 0,0 0 0 0 0,1 0 0 0 0,-1 0 0 0 0,6-2 0 0 0,18-9 441 0 0,-21 8-438 0 0,1 0 1 0 0,-1 1-1 0 0,1-1 0 0 0,-1 2 0 0 0,9-3 0 0 0,-5 4-39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20.2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0 0 1663 0 0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20.3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1727 0 0,'8'9'0'0'0,"-4"-2"0"0"0,-1-3 0 0 0,-1-2 0 0 0,-1 1 0 0 0,3 2 0 0 0,2 4 0 0 0,3 7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30.2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41 919 0 0,'-1'0'166'0'0,"-1"-1"0"0"0,1 1 0 0 0,0-1-1 0 0,-1 1 1 0 0,1-1 0 0 0,0 0-1 0 0,0 1 1 0 0,0-1 0 0 0,-1 0-1 0 0,1 0 1 0 0,0 0 0 0 0,0 0 0 0 0,0 0-1 0 0,0 0 1 0 0,0 0 0 0 0,1 0-1 0 0,-2-3 1 0 0,1 4-120 0 0,1-1 0 0 0,-1 1-1 0 0,1 0 1 0 0,0-1 0 0 0,0 1 0 0 0,-1-1 0 0 0,1 0 0 0 0,0 1-1 0 0,0-1 1 0 0,0 1 0 0 0,-1-1 0 0 0,1 1 0 0 0,0-1-1 0 0,0 0 1 0 0,0 1 0 0 0,0-1 0 0 0,0 1 0 0 0,0-1-1 0 0,0 1 1 0 0,0-1 0 0 0,0 0 0 0 0,1 1 0 0 0,-1-1-1 0 0,0 1 1 0 0,0-1 0 0 0,0 1 0 0 0,1-1 0 0 0,-1 1-1 0 0,0-1 1 0 0,1 1 0 0 0,-1-1 0 0 0,0 1 0 0 0,1-1-1 0 0,-1 1 1 0 0,0-1 0 0 0,1 1 0 0 0,-1 0 0 0 0,1-1-1 0 0,-1 1 1 0 0,1 0 0 0 0,-1-1 0 0 0,1 1 0 0 0,-1 0 0 0 0,1 0-1 0 0,-1 0 1 0 0,1-1 0 0 0,0 1 0 0 0,2 0-42 0 0,-1-1-1 0 0,0 1 1 0 0,0 0 0 0 0,1 0 0 0 0,-1 0 0 0 0,0 0 0 0 0,0 0-1 0 0,1 1 1 0 0,-1-1 0 0 0,0 1 0 0 0,0-1 0 0 0,0 1-1 0 0,0 0 1 0 0,0 0 0 0 0,0 0 0 0 0,2 1 0 0 0,6 4 21 0 0,-1 0 1 0 0,10 9-1 0 0,10 7 4 0 0,-24-20-24 0 0,-1 1-1 0 0,1-1 0 0 0,1 0 1 0 0,-1 0-1 0 0,0 0 1 0 0,0-1-1 0 0,1 0 0 0 0,6 1 1 0 0,2-1 19 0 0,-1-1 1 0 0,15-3 0 0 0,-13 2-9 0 0,-6 1 66 0 0,0 0 1 0 0,1 0-1 0 0,-1 1 1 0 0,0 0-1 0 0,0 0 1 0 0,0 1-1 0 0,0 0 1 0 0,11 4-1 0 0,-16-4-79 0 0,1-1-1 0 0,-1 1 0 0 0,1-1 0 0 0,0 0 1 0 0,-1-1-1 0 0,1 1 0 0 0,0-1 0 0 0,-1 0 1 0 0,1-1-1 0 0,0 1 0 0 0,0-1 1 0 0,7-1-1 0 0,3-3 17 0 0,0 0 0 0 0,21-11 0 0 0,-25 10-11 0 0,0 1 1 0 0,0 1-1 0 0,0 0 0 0 0,24-5 0 0 0,-23 8-8 0 0,0 1 0 0 0,0 1 0 0 0,-1 0 0 0 0,1 1 0 0 0,-1 0 0 0 0,13 4 0 0 0,29 4 0 0 0,58 7 47 0 0,-52-7-30 0 0,-26-8-17 0 0,-21-1 0 0 0,0 0 0 0 0,14 3 0 0 0,-23-3 0 0 0,0-1 0 0 0,0 1 0 0 0,0 0 0 0 0,0 0 0 0 0,0 1 0 0 0,-1-1 0 0 0,1 1 0 0 0,0-1 0 0 0,-1 1 0 0 0,1 0 0 0 0,-1 0 0 0 0,0 0 0 0 0,3 3 0 0 0,-3-3-5 0 0,0 0 1 0 0,-1-1-1 0 0,1 1 0 0 0,0-1 0 0 0,0 0 0 0 0,0 1 0 0 0,0-1 0 0 0,0 0 0 0 0,0 0 0 0 0,0 0 0 0 0,1 0 0 0 0,-1-1 0 0 0,0 1 0 0 0,0-1 0 0 0,1 1 0 0 0,2-1 0 0 0,2 1-55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03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29 1583 0 0,'-1'1'73'0'0,"-14"15"62"0"0,15-15-121 0 0,0-1-1 0 0,-1 0 1 0 0,1 1 0 0 0,0-1 0 0 0,-1 1-1 0 0,1-1 1 0 0,0 0 0 0 0,0 1-1 0 0,-1-1 1 0 0,1 1 0 0 0,0-1 0 0 0,0 0-1 0 0,0 1 1 0 0,0-1 0 0 0,-1 1-1 0 0,1-1 1 0 0,0 1 0 0 0,0-1-1 0 0,0 1 1 0 0,0-1 0 0 0,0 1 0 0 0,0-1-1 0 0,0 1 1 0 0,0-1 0 0 0,1 1-1 0 0,-1-1 1 0 0,0 1 0 0 0,0-1-1 0 0,0 0 1 0 0,0 1 0 0 0,1-1 0 0 0,-1 1-1 0 0,0-1 1 0 0,0 1 0 0 0,1-1-1 0 0,0 1 1 0 0,-1-1 38 0 0,1 0 0 0 0,0 0 0 0 0,0 0 0 0 0,0 0 0 0 0,0 0 0 0 0,-1 0 1 0 0,1 0-1 0 0,0 0 0 0 0,0 0 0 0 0,0 0 0 0 0,0 0 0 0 0,-1 0 0 0 0,1-1 0 0 0,0 1 0 0 0,0 0 0 0 0,0-1 0 0 0,-1 1 0 0 0,1-1 0 0 0,0 1 0 0 0,-1 0 0 0 0,1-1 0 0 0,1-1 0 0 0,17-14 542 0 0,-16 13-505 0 0,4-3 37 0 0,0 0 0 0 0,15-9 0 0 0,-20 13-110 0 0,1 1 0 0 0,0-1 0 0 0,0 1 0 0 0,0 0 0 0 0,0 0 0 0 0,0 0 0 0 0,0 1 0 0 0,0-1 0 0 0,0 1 1 0 0,0-1-1 0 0,0 1 0 0 0,4 0 0 0 0,191 27-1734 0 0,-126-17 1750 0 0,39 6 78 0 0,-89-11-93 0 0,-1 0-1 0 0,1 2 1 0 0,21 9-1 0 0,-9 0-13 0 0,57 16-1 0 0,-77-28-9 0 0,-1-1 0 0 0,1-1-1 0 0,0 0 1 0 0,-1-1 0 0 0,1-1 0 0 0,0 0-1 0 0,23-3 1 0 0,71-19-29 0 0,-70 12 87 0 0,0 3 0 0 0,51-4 0 0 0,-35 7 363 0 0,-1-2-1 0 0,88-20 0 0 0,-110 18-417 0 0,47-12 191 0 0,-76 18 137 0 0,-4 2-139 0 0,-12 1-83 0 0,-2 0-113 0 0,14 0-229 0 0,1 0-47 0 0,0 0 111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08.9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74 173 3223 0 0,'-6'0'-96'0'0,"-1"0"-1"0"0,1 0 0 0 0,0 0 1 0 0,-1-1-1 0 0,1 0 0 0 0,-8-2 1 0 0,13 3 99 0 0,-1-1 0 0 0,1 1 0 0 0,-1-1 0 0 0,1 1 0 0 0,0-1 0 0 0,-1 0 0 0 0,1 0 0 0 0,0 1 0 0 0,0-1 0 0 0,-1 0 0 0 0,1 0 0 0 0,0 0 0 0 0,-2-3 0 0 0,3 4 76 0 0,0-1 0 0 0,-1 0 1 0 0,1 0-1 0 0,0 0 0 0 0,0 0 0 0 0,-1 1 0 0 0,1-1 0 0 0,0 0 0 0 0,0 0 0 0 0,0 0 0 0 0,0 0 0 0 0,0 0 0 0 0,0 0 0 0 0,1 0 0 0 0,-1 0 0 0 0,0 1 0 0 0,0-1 0 0 0,1 0 0 0 0,-1 0 0 0 0,0 0 0 0 0,1 0 1 0 0,-1 1-1 0 0,1-1 0 0 0,-1 0 0 0 0,2-1 0 0 0,-1 1 82 0 0,0-1 0 0 0,0 1 1 0 0,0 0-1 0 0,0-1 0 0 0,0 1 0 0 0,1 0 1 0 0,-1 0-1 0 0,1 0 0 0 0,-1 0 0 0 0,1 0 1 0 0,-1 0-1 0 0,1 0 0 0 0,-1 1 1 0 0,1-1-1 0 0,0 1 0 0 0,-1-1 0 0 0,4 0 1 0 0,0 1 258 0 0,1-1 1 0 0,0 1-1 0 0,0 0 1 0 0,6 1-1 0 0,16 1 369 0 0,-13-4-490 0 0,9 0 194 0 0,38 2 1 0 0,-54 1-455 0 0,0 0 1 0 0,0 0-1 0 0,0 1 1 0 0,0 0-1 0 0,-1 0 0 0 0,1 1 1 0 0,-1 0-1 0 0,13 7 0 0 0,-11-5 23 0 0,9 7 164 0 0,1-2-1 0 0,33 14 1 0 0,-45-22-155 0 0,-1 0 0 0 0,1 0 0 0 0,0 0 0 0 0,0-1 0 0 0,0-1 0 0 0,0 1 1 0 0,0-1-1 0 0,0 0 0 0 0,0 0 0 0 0,0-1 0 0 0,0 0 0 0 0,8-2 0 0 0,7-5 181 0 0,1 0 0 0 0,20-12 0 0 0,-28 13-104 0 0,1-1 0 0 0,0 2-1 0 0,0 0 1 0 0,1 1 0 0 0,23-4 0 0 0,-30 9-124 0 0,-1 0 1 0 0,1 0-1 0 0,-1 1 0 0 0,1 1 1 0 0,-1-1-1 0 0,10 4 1 0 0,-7-1-24 0 0,1-2 0 0 0,16 2 0 0 0,-5-4-6 0 0,-1-1 0 0 0,0-1-1 0 0,31-7 1 0 0,30-3 133 0 0,-73 11-8 0 0,1 1 0 0 0,0 0-1 0 0,-1 1 1 0 0,1 0 0 0 0,15 4 0 0 0,-1 2 311 0 0,-7-2 4 0 0,30 5-1 0 0,-42-9-378 0 0,0-1-1 0 0,0 0 1 0 0,0 0-1 0 0,0-1 1 0 0,0 1-1 0 0,0-1 1 0 0,0-1-1 0 0,7-2 1 0 0,9-5 175 0 0,0-2 0 0 0,-1 0 1 0 0,-1-2-1 0 0,0 0 1 0 0,20-17-1 0 0,10-6 325 0 0,-50 35-548 0 0,1 0 0 0 0,0 0 0 0 0,-1 0 0 0 0,1 0 0 0 0,0 0 0 0 0,-1 1 0 0 0,1-1 0 0 0,0 1 0 0 0,0-1 0 0 0,-1 1 0 0 0,5-1 0 0 0,-6 1-6 0 0,1 0 0 0 0,-1 0 0 0 0,0 0 0 0 0,1 0 0 0 0,-1 1 0 0 0,0-1 0 0 0,1 0 0 0 0,-1 0 0 0 0,0 0 0 0 0,1 0 0 0 0,-1 0 0 0 0,0 1 0 0 0,1-1 0 0 0,-1 0 0 0 0,0 0 0 0 0,0 1 0 0 0,1-1 0 0 0,-1 0 0 0 0,0 0 0 0 0,0 1 0 0 0,1-1 0 0 0,-1 0 0 0 0,0 1 0 0 0,0 0-2 0 0,1 0 1 0 0,-1 0-1 0 0,0 0 1 0 0,0 0-1 0 0,0 0 1 0 0,0 0-1 0 0,0 0 0 0 0,0 0 1 0 0,0 0-1 0 0,0 0 1 0 0,0-1-1 0 0,-1 1 1 0 0,1 1-1 0 0,-9 36-1354 0 0,6-22-5420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13.5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1663 0 0,'1'0'5'0'0,"-1"1"-1"0"0,1-1 1 0 0,-1 1-1 0 0,1-1 0 0 0,-1 0 1 0 0,1 1-1 0 0,-1-1 0 0 0,1 0 1 0 0,-1 1-1 0 0,1-1 0 0 0,-1 0 1 0 0,1 0-1 0 0,0 1 0 0 0,-1-1 1 0 0,1 0-1 0 0,0 0 0 0 0,-1 0 1 0 0,1 0-1 0 0,-1 0 0 0 0,1 0 1 0 0,0 0-1 0 0,0 0 0 0 0,19-3 44 0 0,-15 2-44 0 0,31 0-4 0 0,-28 1 0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13.9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 1823 0 0,'18'-1'0'0'0,"0"1"0"0"0,0 1 0 0 0,0 0 0 0 0,19 5 0 0 0,20 1 0 0 0,147 20 0 0 0,-117-14 0 0 0,-78-11 0 0 0,-1 0 0 0 0,0 1 0 0 0,0 0 0 0 0,-1 0 0 0 0,1 1 0 0 0,8 5 0 0 0,3 1 0 0 0,-9-5 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14.5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25 1951 0 0,'234'-2'0'0'0,"-108"-10"0"0"0,-45 3 0 0 0,-76 8 0 0 0,1 1 0 0 0,-1 0 0 0 0,1 0 0 0 0,-1 0 0 0 0,1 1 0 0 0,-1 0 0 0 0,6 2 0 0 0,-29 0 0 0 0,10-1 0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16.9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4940 727 2207 0 0,'-2'-7'116'0'0,"0"0"-1"0"0,-1 0 0 0 0,0 1 0 0 0,0-1 0 0 0,-9-11 0 0 0,-24-28 717 0 0,29 37-617 0 0,-6-5-131 0 0,0 1 0 0 0,0 1 0 0 0,-1 0 0 0 0,-1 1 1 0 0,0 0-1 0 0,0 2 0 0 0,-1-1 0 0 0,-26-10 0 0 0,-15-3 208 0 0,-69-17 0 0 0,119 38-291 0 0,-757-207 17 0 0,579 155 345 0 0,9 3-88 0 0,-227-37 247 0 0,282 70-239 0 0,-169-5 0 0 0,123 24 93 0 0,-1 7 0 0 0,-217 39 0 0 0,382-47-372 0 0,-389 72 401 0 0,9 34-406 0 0,227-49 17 0 0,-166 87-1 0 0,241-102 45 0 0,2 5 1 0 0,2 2-1 0 0,-116 99 0 0 0,175-132-46 0 0,0 1 0 0 0,2 1 0 0 0,0 1 0 0 0,-23 35 0 0 0,28-37 3 0 0,2 0 1 0 0,1 1-1 0 0,0 0 1 0 0,1 1-1 0 0,1 0 1 0 0,-5 22-1 0 0,5-5-11 0 0,2 1-1 0 0,2-1 0 0 0,1 0 1 0 0,1 1-1 0 0,2-1 0 0 0,2 1 1 0 0,1-1-1 0 0,18 63 0 0 0,-17-83-3 0 0,0 0-1 0 0,0 0 0 0 0,2 0 1 0 0,0-1-1 0 0,10 14 0 0 0,54 67-17 0 0,-44-64 22 0 0,1-1-1 0 0,1-1 0 0 0,2-2 1 0 0,1-2-1 0 0,64 41 0 0 0,-42-36 3 0 0,2-2 0 0 0,1-2 0 0 0,72 22 0 0 0,466 117 7 0 0,-456-137 32 0 0,0-7 0 0 0,1-6 0 0 0,282-5 0 0 0,169-66 480 0 0,-71-45-153 0 0,0-40-108 0 0,-414 105-170 0 0,-2-5 0 0 0,178-95 0 0 0,224-197 14 0 0,-478 310-86 0 0,-1-1-1 0 0,46-51 1 0 0,-63 63-14 0 0,-2-2 1 0 0,1 1-1 0 0,-2-1 0 0 0,1 0 1 0 0,-2-1-1 0 0,0 0 1 0 0,-1 0-1 0 0,0-1 1 0 0,5-19-1 0 0,-10 27 46 0 0,1 0 0 0 0,-2 0 0 0 0,1 0 0 0 0,-1 0 0 0 0,0 0 0 0 0,0 0 0 0 0,-1 0 0 0 0,0 0 0 0 0,0 0 0 0 0,0 0 0 0 0,-1 0 0 0 0,0 1 0 0 0,-4-9 0 0 0,1 5 94 0 0,-1 1-1 0 0,1 0 1 0 0,-2 0-1 0 0,1 0 0 0 0,-1 1 1 0 0,-1 0-1 0 0,1 0 1 0 0,-10-6-1 0 0,-19-13-189 0 0,-1 2 0 0 0,-1 1 0 0 0,-54-24 0 0 0,74 38-221 0 0,-8-3-2856 0 0,2 4-1041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37.3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20 188 919 0 0,'-1'0'41'0'0,"0"-1"0"0"0,0 1 0 0 0,0-1 0 0 0,0 1 0 0 0,0-1 0 0 0,1 1-1 0 0,-1-1 1 0 0,0 1 0 0 0,0-1 0 0 0,0 0 0 0 0,0 0 0 0 0,1 0-1 0 0,-1 1 1 0 0,0-1 0 0 0,1 0 0 0 0,-1 0 0 0 0,1 0 0 0 0,-1 0-1 0 0,1 0 1 0 0,-1 0 0 0 0,1 0 0 0 0,-1 0 0 0 0,1 0 0 0 0,0 0 0 0 0,0 0-1 0 0,0 0 1 0 0,-1 0 0 0 0,1-2 0 0 0,-1-4 102 0 0,1 0 0 0 0,-1 1 0 0 0,2-11-1 0 0,1 0 227 0 0,-2 16-321 0 0,0 0-1 0 0,0 1 1 0 0,0-1-1 0 0,0 1 1 0 0,1-1-1 0 0,-1 0 1 0 0,0 1-1 0 0,0-1 1 0 0,0 0-1 0 0,1 1 1 0 0,-1-1 0 0 0,0 1-1 0 0,1-1 1 0 0,-1 1-1 0 0,0-1 1 0 0,1 1-1 0 0,-1-1 1 0 0,1 1-1 0 0,-1-1 1 0 0,1 1-1 0 0,-1-1 1 0 0,1 1-1 0 0,0-1 1 0 0,10 20 1182 0 0,-9-17-1196 0 0,0 0-1 0 0,0 0 0 0 0,0 0 0 0 0,0-1 0 0 0,0 1 0 0 0,0-1 1 0 0,1 1-1 0 0,-1-1 0 0 0,0 0 0 0 0,1 1 0 0 0,-1-1 1 0 0,1-1-1 0 0,0 1 0 0 0,-1 0 0 0 0,1 0 0 0 0,0-1 0 0 0,-1 0 1 0 0,1 1-1 0 0,0-1 0 0 0,-1 0 0 0 0,1-1 0 0 0,0 1 1 0 0,-1 0-1 0 0,5-1 0 0 0,6-2 6 0 0,1-1 0 0 0,0 0-1 0 0,17-9 1 0 0,-21 9-53 0 0,5-2-5 0 0,-3 1 8 0 0,1 0 0 0 0,-1 1-1 0 0,25-5 1 0 0,-34 8 39 0 0,1 1-1 0 0,-1-1 1 0 0,1 1 0 0 0,-1 0 0 0 0,0 0-1 0 0,1 1 1 0 0,-1-1 0 0 0,1 1-1 0 0,-1-1 1 0 0,0 1 0 0 0,1 0-1 0 0,-1 1 1 0 0,0-1 0 0 0,0 0-1 0 0,0 1 1 0 0,0 0 0 0 0,0 0-1 0 0,0-1 1 0 0,-1 2 0 0 0,4 1-1 0 0,4 7 22 0 0,-2-3 25 0 0,-1 0-1 0 0,1-1 0 0 0,1 0 1 0 0,10 6-1 0 0,-16-11-59 0 0,0 0 0 0 0,0-1-1 0 0,1 1 1 0 0,-1-1-1 0 0,0 0 1 0 0,1 0 0 0 0,-1 0-1 0 0,1-1 1 0 0,0 1 0 0 0,-1-1-1 0 0,1 0 1 0 0,-1 0 0 0 0,1 0-1 0 0,0 0 1 0 0,-1-1 0 0 0,7-1-1 0 0,5-3-6 0 0,-1-1 0 0 0,1-1 0 0 0,-2 0 0 0 0,1-1 0 0 0,-1 0 0 0 0,15-13 0 0 0,-7 7 5 0 0,24-14-1 0 0,-38 24 22 0 0,1 0 1 0 0,-1 1-1 0 0,1 0 0 0 0,0 0 0 0 0,0 1 0 0 0,12-2 0 0 0,-14 4-7 0 0,-1-1 1 0 0,1 1-1 0 0,0 1 0 0 0,0-1 1 0 0,-1 1-1 0 0,1 0 0 0 0,-1 0 1 0 0,1 1-1 0 0,-1 0 0 0 0,7 2 1 0 0,-7-1-8 0 0,1-1 0 0 0,0 0 0 0 0,0 0 0 0 0,0 0 0 0 0,0-1 0 0 0,0 0 0 0 0,0 0 0 0 0,0-1 0 0 0,0 1 0 0 0,1-1 0 0 0,-1-1 0 0 0,0 1 0 0 0,0-1 0 0 0,0 0 0 0 0,0 0 0 0 0,0-1 0 0 0,10-3 0 0 0,0-1 60 0 0,0 1-1 0 0,1 0 0 0 0,-1 2 1 0 0,1 0-1 0 0,0 1 0 0 0,0 0 1 0 0,0 1-1 0 0,0 2 0 0 0,0-1 0 0 0,0 2 1 0 0,0 0-1 0 0,0 1 0 0 0,-1 1 1 0 0,17 6-1 0 0,-23-7-12 0 0,-1 0 0 0 0,1-1 0 0 0,0 0 0 0 0,-1-1 0 0 0,1 0 1 0 0,0 0-1 0 0,0-1 0 0 0,0 0 0 0 0,0-1 0 0 0,0 0 0 0 0,0-1 0 0 0,-1 0 0 0 0,1 0 0 0 0,0-1 0 0 0,9-4 0 0 0,48-25-2944 0 0,-47 25-476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20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186 4243 2303 0 0,'0'0'-26'0'0,"0"0"0"0"0,0 0 0 0 0,1 0 0 0 0,-1-1 0 0 0,0 1 0 0 0,0 0 0 0 0,0 0 0 0 0,0-1 0 0 0,1 1 0 0 0,-1 0 0 0 0,0 0-1 0 0,0-1 1 0 0,0 1 0 0 0,0 0 0 0 0,0-1 0 0 0,0 1 0 0 0,0 0 0 0 0,0 0 0 0 0,0-1 0 0 0,0 1 0 0 0,0 0 0 0 0,0-1-1 0 0,0 1 1 0 0,0 0 0 0 0,0-1 0 0 0,0 1 0 0 0,0 0 0 0 0,0 0 0 0 0,0-1 0 0 0,0 1 0 0 0,-1-1 0 0 0,-7-6 1133 0 0,-8 0-196 0 0,-46-19 681 0 0,-39-20-560 0 0,102 44-1011 0 0,17-7 0 0 0,140-54 21 0 0,1129-425 42 0 0,395-144-32 0 0,2538-958 74 0 0,-3374 1265-76 0 0,-418 155 4 0 0,-280 102 0 0 0,-147 67-51 0 0,1 1-1 0 0,-1-1 0 0 0,0 0 0 0 0,0 1 0 0 0,0-1 0 0 0,0 0 0 0 0,0 0 1 0 0,-1 0-1 0 0,1 1 0 0 0,0-1 0 0 0,0 0 0 0 0,1-2 0 0 0,-2 3-1 0 0,0-1 0 0 0,0 1 0 0 0,0 0 0 0 0,0 0 0 0 0,0 0 0 0 0,-1-1 0 0 0,1 1 0 0 0,0 0 0 0 0,0 0 0 0 0,0-1 0 0 0,0 1 0 0 0,0 0 0 0 0,0 0 0 0 0,0 0 0 0 0,-1-1 0 0 0,1 1 0 0 0,0 0 0 0 0,0 0 0 0 0,0 0 0 0 0,0 0 0 0 0,-1 0 0 0 0,1-1 0 0 0,0 1 0 0 0,0 0 0 0 0,0 0 0 0 0,-1 0 0 0 0,1 0 0 0 0,0 0-1 0 0,-94-54 451 0 0,-3 4 0 0 0,-1 4 0 0 0,-127-40 0 0 0,17 16-120 0 0,-129-38-42 0 0,-99-1-225 0 0,-67 21 164 0 0,276 50-136 0 0,-442-47 476 0 0,-465 46 16 0 0,207 39 184 0 0,666-6-620 0 0,-77 1 24 0 0,-380 59-172 0 0,471-11 0 0 0,186-28 0 0 0,-116 45 0 0 0,177-60 0 0 0,-2 2 0 0 0,5 3 0 0 0,43 25 0 0 0,350 198 0 0 0,2836 1572 0 0 0,11601 6404 0 0 0,-11598-6403 0 0 0,-2837-1572 0 0 0,-351-198 0 0 0,-43-26 0 0 0,-5-3 0 0 0,1-2 0 0 0,-23 16 0 0 0,1 1 0 0 0,1 2 0 0 0,1 0 0 0 0,-24 29 0 0 0,39-42-76 0 0,0 0 0 0 0,1 1 0 0 0,0 0-1 0 0,0-1 1 0 0,1 1 0 0 0,0 1 0 0 0,0-1 0 0 0,1 0-1 0 0,0 1 1 0 0,0-1 0 0 0,-1 9 0 0 0,0 15-3802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33.4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 71 2759 0 0,'-24'16'795'0'0,"20"-13"-416"0"0,1-1 0 0 0,-1 1 0 0 0,0-1 0 0 0,0 1 0 0 0,0-1-1 0 0,0 0 1 0 0,0-1 0 0 0,0 1 0 0 0,-5 0 0 0 0,9-2-335 0 0,0 0 0 0 0,0 0-1 0 0,-1 0 1 0 0,1 0 0 0 0,0 1-1 0 0,0-1 1 0 0,0 0 0 0 0,0 0-1 0 0,0 0 1 0 0,-1-1 0 0 0,1 1-1 0 0,0 0 1 0 0,0 0 0 0 0,0 0-1 0 0,0 0 1 0 0,-1 0 0 0 0,1 0 0 0 0,0 0-1 0 0,0 0 1 0 0,0 0 0 0 0,0 0-1 0 0,0 0 1 0 0,0 0 0 0 0,-1 0-1 0 0,1 0 1 0 0,0-1 0 0 0,0 1-1 0 0,0 0 1 0 0,0 0 0 0 0,0 0-1 0 0,0 0 1 0 0,0 0 0 0 0,0 0-1 0 0,0-1 1 0 0,-1 1 0 0 0,1 0-1 0 0,0 0 1 0 0,0 0 0 0 0,0 0-1 0 0,0-1 1 0 0,0 1 0 0 0,0 0-1 0 0,0 0 1 0 0,0 0 0 0 0,3-11 1194 0 0,8-7 229 0 0,-3 8-741 0 0,0 0 0 0 0,1 0 0 0 0,13-11-1 0 0,-19 18-559 0 0,0 1-1 0 0,0-1 0 0 0,0 1 0 0 0,0 0 0 0 0,1 0 1 0 0,-1 0-1 0 0,1 0 0 0 0,-1 1 0 0 0,1-1 0 0 0,0 1 1 0 0,0 0-1 0 0,0 0 0 0 0,-1 0 0 0 0,1 1 0 0 0,5-1 1 0 0,-7 1-116 0 0,1 1 0 0 0,-1 0 1 0 0,0-1-1 0 0,0 1 1 0 0,1 0-1 0 0,-1 0 0 0 0,0 0 1 0 0,0 0-1 0 0,0 0 1 0 0,0 1-1 0 0,3 2 0 0 0,21 22 744 0 0,-7-7-498 0 0,-15-16-296 0 0,0 0 0 0 0,0 0 0 0 0,1 0 0 0 0,0-1 0 0 0,-1 0 0 0 0,1 0 0 0 0,0 0 0 0 0,0 0 0 0 0,0-1 0 0 0,0 0 0 0 0,0 0 0 0 0,1 0 0 0 0,-1-1 0 0 0,6 1 0 0 0,8-2 0 0 0,0 0 0 0 0,29-7 0 0 0,-7 2 0 0 0,-15 2 0 0 0,42 1 0 0 0,-56 4 0 0 0,0 0 0 0 0,-1 0 0 0 0,1 1 0 0 0,-1 1 0 0 0,0 0 0 0 0,13 5 0 0 0,-17-5-4 0 0,0 0-1 0 0,1 0 1 0 0,-1-1-1 0 0,0 0 1 0 0,1-1-1 0 0,-1 0 1 0 0,1 0-1 0 0,0 0 1 0 0,-1-1-1 0 0,1 0 1 0 0,0 0-1 0 0,-1-1 1 0 0,1 0-1 0 0,-1-1 1 0 0,13-3-1 0 0,27-14-68 0 0,-36 14 44 0 0,0 0 0 0 0,0 1 0 0 0,1 0 0 0 0,-1 1-1 0 0,19-3 1 0 0,-27 5 29 0 0,-1 1 0 0 0,0 0 0 0 0,1 1 0 0 0,-1-1 0 0 0,0 0 0 0 0,0 1 0 0 0,1-1 0 0 0,-1 1 0 0 0,0-1 0 0 0,0 1 0 0 0,0 0 0 0 0,0 0 0 0 0,0 0 0 0 0,3 2 0 0 0,0 1 0 0 0,-1 0 0 0 0,0 0 0 0 0,8 10 0 0 0,-8-10 0 0 0,0 1 0 0 0,0-1 0 0 0,8 7 0 0 0,-10-9 0 0 0,0-1 0 0 0,0 0 0 0 0,0 0 0 0 0,0 0 0 0 0,0 0 0 0 0,0-1 0 0 0,0 1 0 0 0,0 0 0 0 0,0-1 0 0 0,0 0 0 0 0,1 1 0 0 0,-1-1 0 0 0,0 0 0 0 0,3 0 0 0 0,13-2 0 0 0,-1-1 0 0 0,1-1 0 0 0,19-7 0 0 0,-20 6 0 0 0,0 0 0 0 0,0 1 0 0 0,22-2 0 0 0,-36 6 1 0 0,-1 0-1 0 0,1 0 0 0 0,0 0 1 0 0,0 1-1 0 0,-1-1 0 0 0,1 1 1 0 0,0 0-1 0 0,-1-1 0 0 0,1 1 1 0 0,-1 0-1 0 0,1 1 0 0 0,-1-1 1 0 0,3 2-1 0 0,2 2-6 0 0,0 1-1 0 0,11 10 1 0 0,-14-11 0 0 0,0-1-1 0 0,0 0 1 0 0,1-1 0 0 0,-1 1-1 0 0,1-1 1 0 0,0 1 0 0 0,0-1-1 0 0,0-1 1 0 0,7 4 0 0 0,-3-5-90 0 0,0 0 1 0 0,-1 0 0 0 0,1-1-1 0 0,0 0 1 0 0,-1 0 0 0 0,1-1-1 0 0,0 0 1 0 0,11-4-1 0 0,-6 3-26 0 0,0 0-1 0 0,16-1 0 0 0,-17 4 112 0 0,0 0 0 0 0,0 1 0 0 0,-1 1 0 0 0,14 4 0 0 0,-9-2-24 0 0,25 3 0 0 0,-36-7 31 0 0,-1-1 0 0 0,1 0 1 0 0,0 0-1 0 0,-1 0 0 0 0,1-1 0 0 0,-1 0 0 0 0,1 0 0 0 0,8-3 0 0 0,0-2-45 0 0,0 0-1 0 0,-1-2 1 0 0,0 1-1 0 0,12-11 0 0 0,11-6-1403 0 0,-23 16-4222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8:35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19 455 0 0,'0'0'9'0'0,"0"0"0"0"0,0 0 0 0 0,0 0 0 0 0,1 0 0 0 0,-1-1 0 0 0,0 1 0 0 0,0 0 0 0 0,0 0 0 0 0,0 0 0 0 0,0 0 0 0 0,0 0 0 0 0,0 0 0 0 0,0 0 0 0 0,0 0 0 0 0,0 0 0 0 0,0 0 0 0 0,0 0 0 0 0,0 0 0 0 0,0 0 0 0 0,0 0 0 0 0,0 0 0 0 0,0 0 0 0 0,0 0 0 0 0,0-1 0 0 0,0 1 0 0 0,0 0 0 0 0,0-2 2407 0 0,1 1-2246 0 0,-1 1 1 0 0,0 0 0 0 0,0 0-1 0 0,0 0 1 0 0,1 0-1 0 0,-1 0 1 0 0,0 0 0 0 0,0 0-1 0 0,2 1 1024 0 0,-2-1-1023 0 0,6 5-102 0 0,-1 1 1 0 0,0 0-1 0 0,5 7 0 0 0,-7-10-55 0 0,-1-1-1 0 0,1 0 1 0 0,-1 0-1 0 0,1 0 1 0 0,0 0-1 0 0,0 0 1 0 0,0 0-1 0 0,0-1 0 0 0,0 1 1 0 0,0-1-1 0 0,0 0 1 0 0,0 0-1 0 0,1 0 1 0 0,3 1-1 0 0,9 0 149 0 0,28 1-1 0 0,-24-2-68 0 0,8 3 55 0 0,-24-2-77 0 0,1-1-1 0 0,-1-1 1 0 0,1 1 0 0 0,0-1 0 0 0,-1 1-1 0 0,1-1 1 0 0,0-1 0 0 0,-1 1 0 0 0,1-1-1 0 0,-1 1 1 0 0,1-1 0 0 0,7-3 0 0 0,8-6-13 0 0,-3 2-44 0 0,0 0-1 0 0,25-7 1 0 0,-37 14-14 0 0,0-1 1 0 0,0 1-1 0 0,1 1 1 0 0,-1-1-1 0 0,0 1 1 0 0,1 0-1 0 0,-1 0 1 0 0,1 0-1 0 0,-1 1 1 0 0,0 0-1 0 0,0 0 1 0 0,11 3-1 0 0,-12-2 6 0 0,1 0 1 0 0,0-1-1 0 0,-1 0 1 0 0,1 0-1 0 0,0 0 1 0 0,0-1-1 0 0,0 0 0 0 0,8 0 1 0 0,-1-2-11 0 0,25-5 0 0 0,-4-1 7 0 0,-30 8-3 0 0,1 0 0 0 0,-1 0 0 0 0,0 0 0 0 0,0 1 0 0 0,1-1 0 0 0,-1 1 0 0 0,0 0 0 0 0,0 0 0 0 0,0 0 0 0 0,0 0 0 0 0,0 1 0 0 0,0-1 0 0 0,0 1 0 0 0,0 0 0 0 0,0-1 0 0 0,4 6 0 0 0,-4-5 0 0 0,1 1 0 0 0,0 0 0 0 0,0-1 0 0 0,0 0 0 0 0,0 0 0 0 0,0 0 0 0 0,0 0 0 0 0,7 1 0 0 0,-4-2 0 0 0,0-1 0 0 0,0 0 0 0 0,-1 0 0 0 0,1 0 0 0 0,0-1 0 0 0,-1 0 0 0 0,7-2 0 0 0,47-17 0 0 0,-12 4 0 0 0,-47 16 1 0 0,11-4-7 0 0,1 1 0 0 0,13-1 0 0 0,-22 3 1 0 0,1 1 1 0 0,0 0-1 0 0,-1 0 0 0 0,1 1 1 0 0,-1-1-1 0 0,1 1 0 0 0,-1 0 1 0 0,0 1-1 0 0,7 1 0 0 0,17 10 1 0 0,-20-9-1 0 0,0 0 1 0 0,1 0 0 0 0,0-1 0 0 0,0 0-1 0 0,0-1 1 0 0,16 3 0 0 0,-3-4-26 0 0,-1 2 1 0 0,0 0 0 0 0,29 8-1 0 0,-39-8 33 0 0,-1 0-1 0 0,1-2 0 0 0,-1 1 1 0 0,1-1-1 0 0,0-1 0 0 0,-1 0 0 0 0,1 0 1 0 0,0-1-1 0 0,12-3 0 0 0,9-3 16 0 0,51-20-1 0 0,-28 9-11 0 0,-49 16 3 0 0,0 0 0 0 0,0 1 0 0 0,1 0 0 0 0,-1 0 1 0 0,0 1-1 0 0,1 0 0 0 0,-1 0 0 0 0,1 1 0 0 0,-1-1 0 0 0,0 1 0 0 0,1 1 0 0 0,7 2 0 0 0,-10-3-8 0 0,0-1 0 0 0,0 1 0 0 0,-1 0 0 0 0,1-1 0 0 0,0 0 0 0 0,1 0 0 0 0,-1 0-1 0 0,0 0 1 0 0,-1-1 0 0 0,1 0 0 0 0,8-2 0 0 0,-1-1-1 0 0,0-1-1 0 0,17-9 0 0 0,-7 3 2 0 0,-21 11-1 0 0,0 0-1 0 0,0 0 0 0 0,1-1 1 0 0,-1 1-1 0 0,0 0 0 0 0,1 0 1 0 0,-1 0-1 0 0,1-1 1 0 0,-1 1-1 0 0,0 0 0 0 0,1 0 1 0 0,-1 0-1 0 0,0 0 0 0 0,1 0 1 0 0,-1 0-1 0 0,1 0 0 0 0,-1 0 1 0 0,0 0-1 0 0,1 0 0 0 0,-1 0 1 0 0,1 0-1 0 0,-1 0 0 0 0,0 0 1 0 0,1 0-1 0 0,-1 0 0 0 0,1 0 1 0 0,-1 1-1 0 0,0-1 1 0 0,1 0-1 0 0,-1 0 0 0 0,0 0 1 0 0,1 1-1 0 0,-1-1 0 0 0,0 0 1 0 0,0 0-1 0 0,1 1 0 0 0,-1-1 1 0 0,0 0-1 0 0,1 1 0 0 0,-1-1 1 0 0,0 0-1 0 0,0 1 0 0 0,0-1 1 0 0,0 0-1 0 0,1 1 0 0 0,-1-1 1 0 0,0 1-1 0 0,0-1 1 0 0,0 0-1 0 0,0 1 0 0 0,0 0 1 0 0,3 6-211 0 0,-1-5 71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00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38 1919 0 0,'0'1'0'0'0,"-1"0"0"0"0,1 0 0 0 0,0 0 0 0 0,0 0 0 0 0,-1 0 0 0 0,1 0 0 0 0,0-1 0 0 0,-1 1 0 0 0,1 0 0 0 0,-1 0 0 0 0,1 0 0 0 0,-1 0 0 0 0,0 0 0 0 0,1-1 0 0 0,-2 2 0 0 0,0-6 0 0 0,1-22 0 0 0,1 25 0 0 0,-1 1 0 0 0,1-1 0 0 0,0 1 0 0 0,0-1 0 0 0,0 1 0 0 0,-1-1 0 0 0,1 1 0 0 0,0 0 0 0 0,-1-1 0 0 0,1 1 0 0 0,0-1 0 0 0,-1 1 0 0 0,1 0 0 0 0,0-1 0 0 0,-1 1 0 0 0,1 0 0 0 0,-1 0 0 0 0,1-1 0 0 0,-1 1 0 0 0,1 0 0 0 0,-1 0 0 0 0,1 0 0 0 0,-1-1 0 0 0,1 1 0 0 0,-1 0 0 0 0,1 0 0 0 0,-1 0 0 0 0,1 0 0 0 0,-1 0 0 0 0,0 0 0 0 0,-9-3 0 0 0,9 2 0 0 0,1 1 0 0 0,0 0 0 0 0,0 0 0 0 0,-1-1 0 0 0,1 1 0 0 0,0 0 0 0 0,0-1 0 0 0,0 1 0 0 0,-1 0 0 0 0,1-1 0 0 0,0 1 0 0 0,0 0 0 0 0,0-1 0 0 0,0 1 0 0 0,0 0 0 0 0,0-1 0 0 0,0 1 0 0 0,0 0 0 0 0,0-1 0 0 0,0 1 0 0 0,0 0 0 0 0,0-1 0 0 0,0 1 0 0 0,0 0 0 0 0,0-1 0 0 0,0 1 0 0 0,0 0 0 0 0,0-1 0 0 0,1 0 0 0 0,-1 1 0 0 0,0 0 0 0 0,0 0 0 0 0,0 1 0 0 0,0-1 0 0 0,0 0 0 0 0,0 0 0 0 0,0 0 0 0 0,0 0 0 0 0,0 0 0 0 0,0 0 0 0 0,0 0 0 0 0,0 0 0 0 0,0 0 0 0 0,0 0 0 0 0,0 0 0 0 0,0 0 0 0 0,0 0 0 0 0,0 0 0 0 0,0 0 0 0 0,0 0 0 0 0,0 0 0 0 0,0 0 0 0 0,0 0 0 0 0,0 1 0 0 0,0-1 0 0 0,0 0 0 0 0,0 0 0 0 0,1 0 0 0 0,-1 0 0 0 0,0 0 0 0 0,0 0 0 0 0,0 0 0 0 0,0 0 0 0 0,0 0 0 0 0,0 0 0 0 0,0 0 0 0 0,0 0 0 0 0,0 0 0 0 0,0 0 0 0 0,0 0 0 0 0,0 0 0 0 0,0 0 0 0 0,0 0 0 0 0,0 0 0 0 0,1 0 0 0 0,-1 0 0 0 0,1 9 0 0 0,-1-4 0 0 0,4 1 0 0 0,1-4 0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01.3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3 455 0 0,'-14'4'744'0'0,"17"-6"404"0"0,-1 1-1062 0 0,0 0-1 0 0,1 0 0 0 0,-1 1 0 0 0,1-1 0 0 0,-1 1 1 0 0,0-1-1 0 0,1 1 0 0 0,-1 0 0 0 0,5 0 0 0 0,12 4 378 0 0,6 2-284 0 0,1-2 0 0 0,43 2 0 0 0,-69-6-179 0 0,38 0 0 0 0,0 1 0 0 0,-1 2 0 0 0,40 7 0 0 0,-45-4-6 0 0,1-1 0 0 0,-1-2-1 0 0,1-2 1 0 0,35-2-1 0 0,129-23-25 0 0,-174 20 32 0 0,1 2 0 0 0,-1 1 0 0 0,1 0 0 0 0,30 5 0 0 0,91 21 0 0 0,-113-19-9 0 0,1-1 0 0 0,-1-2 0 0 0,1-1 0 0 0,0-1 0 0 0,0-2 0 0 0,52-9-1 0 0,-62 6 10 0 0,1 1 0 0 0,0 1 0 0 0,0 1 0 0 0,-1 1 0 0 0,1 1 0 0 0,32 5 0 0 0,-46-4 0 0 0,0 0 0 0 0,1-1 0 0 0,-1-1 0 0 0,0 0 0 0 0,0 0 0 0 0,11-2 0 0 0,56-16 0 0 0,-46 10 0 0 0,-27 7-2 0 0,-2 1-2 0 0,0-1-1 0 0,0 1 1 0 0,0-1-1 0 0,0 1 1 0 0,0 0-1 0 0,0-1 1 0 0,-1 1-1 0 0,1 0 1 0 0,0 0-1 0 0,0 1 1 0 0,0-1-1 0 0,0 0 1 0 0,0 1-1 0 0,0-1 0 0 0,0 1 1 0 0,0 0-1 0 0,-1-1 1 0 0,4 3-1 0 0,-1-6-1531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49:33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4539 1493 455 0 0,'-2'-3'333'0'0,"0"0"-1"0"0,0 0 0 0 0,1-1 0 0 0,0 1 0 0 0,0 0 0 0 0,0-1 0 0 0,-1-3 0 0 0,-5-14 893 0 0,5 16-858 0 0,0 0 0 0 0,0 1 0 0 0,-1-1 0 0 0,0 0 0 0 0,-4-4 0 0 0,5 7-287 0 0,0 0 0 0 0,-1 0 1 0 0,1 0-1 0 0,0 1 1 0 0,-1-1-1 0 0,1 1 0 0 0,-1 0 1 0 0,1-1-1 0 0,-1 1 1 0 0,0 0-1 0 0,-3 0 0 0 0,4 0-85 0 0,0 0 0 0 0,0 0 0 0 0,-1-1-1 0 0,1 1 1 0 0,0 0 0 0 0,0-1 0 0 0,1 0-1 0 0,-1 1 1 0 0,0-1 0 0 0,0 0 0 0 0,1 0 0 0 0,-1 0-1 0 0,1 0 1 0 0,0 0 0 0 0,-1 0 0 0 0,1 0-1 0 0,0 0 1 0 0,0-1 0 0 0,-1-2 0 0 0,-1-7-17 0 0,-1-1 0 0 0,-2-18 0 0 0,4 19 40 0 0,-5-23 86 0 0,-2 0 1 0 0,-20-53-1 0 0,22 70-24 0 0,-2 0 1 0 0,0 1 0 0 0,-1 0 0 0 0,-1 0-1 0 0,0 1 1 0 0,-18-19 0 0 0,-58-53 249 0 0,-3 3 1 0 0,-4 5 0 0 0,-115-76-1 0 0,148 116-68 0 0,-120-59-1 0 0,137 79-26 0 0,-1 3-1 0 0,0 1 1 0 0,-87-17 0 0 0,-345-41 364 0 0,430 67-604 0 0,2 0-19 0 0,2-1 0 0 0,-1-3 0 0 0,-71-27 0 0 0,6-10 50 0 0,-36-13 56 0 0,101 45-43 0 0,-62-15 1 0 0,3 11 132 0 0,0 5 1 0 0,-127-3-1 0 0,156 17-187 0 0,-135 16-1 0 0,156-7 59 0 0,0 2 1 0 0,0 3-1 0 0,-63 24 1 0 0,81-22 80 0 0,0 2 1 0 0,1 1-1 0 0,-47 33 0 0 0,-88 80 228 0 0,128-98-312 0 0,-19 19-74 0 0,2 2-1 0 0,-74 89 0 0 0,-78 141-69 0 0,103-112 72 0 0,84-129 22 0 0,2 1-1 0 0,-17 51 0 0 0,17-32 2 0 0,3 1 0 0 0,2 1 0 0 0,4 0 0 0 0,2 1 0 0 0,3 0-1 0 0,4 123 1 0 0,8-122-23 0 0,16 85 0 0 0,-14-114 16 0 0,3 0 0 0 0,1-1 0 0 0,27 59 0 0 0,-25-71 13 0 0,1 0 0 0 0,1-1 0 0 0,1-1 0 0 0,1 0 0 0 0,37 37 0 0 0,-11-20-15 0 0,85 61 1 0 0,-19-19 6 0 0,-31-23 11 0 0,123 72 0 0 0,-124-92 0 0 0,106 37 0 0 0,87 15 0 0 0,-170-60 0 0 0,-23-7 19 0 0,2-3-1 0 0,107 13 0 0 0,-134-28-10 0 0,0-3-1 0 0,1-2 1 0 0,-1-2-1 0 0,89-13 0 0 0,-5-11-30 0 0,185-25-14 0 0,-251 44 18 0 0,0 4 0 0 0,1 3-1 0 0,100 14 1 0 0,6 6-103 0 0,-135-18 72 0 0,1-2 1 0 0,50-6-1 0 0,56-20-44 0 0,-103 15 22 0 0,1 2 1 0 0,74-3 0 0 0,-108 11 70 0 0,1 1-1 0 0,-1 1 1 0 0,0 0 0 0 0,0 1-1 0 0,0 0 1 0 0,0 1-1 0 0,-1 0 1 0 0,1 1-1 0 0,-1 1 1 0 0,0 0 0 0 0,-1 0-1 0 0,1 1 1 0 0,10 9-1 0 0,10 11 4 0 0,0 2-1 0 0,47 56 0 0 0,-71-76-1 0 0,8 9 4 0 0,0 0 0 0 0,2-1 0 0 0,0-1-1 0 0,31 21 1 0 0,-42-32-2 0 0,0-1 0 0 0,1 0 0 0 0,-1 0 0 0 0,1-1 0 0 0,0 0 0 0 0,0 0 0 0 0,0-1 0 0 0,1 0 0 0 0,-1-1 0 0 0,0 1 0 0 0,1-2 0 0 0,-1 1 0 0 0,1-1 1 0 0,-1 0-1 0 0,1-1 0 0 0,13-3 0 0 0,-6 0 1 0 0,-1-2 1 0 0,1 0 0 0 0,-1 0 0 0 0,0-2 0 0 0,-1 0-1 0 0,0 0 1 0 0,0-1 0 0 0,-1-1 0 0 0,0-1-1 0 0,0 0 1 0 0,18-21 0 0 0,-8 5 2 0 0,-1-1 0 0 0,-2-1 0 0 0,-1-1-1 0 0,23-46 1 0 0,-22 31-22 0 0,-2 0-1 0 0,23-91 0 0 0,5-100-53 0 0,-31 155 62 0 0,6-66 8 0 0,-19 122 0 0 0,-2-1 0 0 0,0 1 0 0 0,-7-47 0 0 0,-23-143 0 0 0,-21-103 0 0 0,46 299 0 0 0,0 0 0 0 0,-1 1 0 0 0,-1-1 0 0 0,-18-32 0 0 0,17 39 0 0 0,0 0 0 0 0,-1 0 0 0 0,0 0 0 0 0,-1 1 0 0 0,0 0 0 0 0,0 1 0 0 0,-15-10 0 0 0,-33-23 0 0 0,-100-82 0 0 0,150 118 22 0 0,-4-4 65 0 0,-20-13-1 0 0,29 21-169 0 0,0 1-1 0 0,-1 0 1 0 0,0 0-1 0 0,1 0 1 0 0,-1 1 0 0 0,0-1-1 0 0,0 1 1 0 0,0 0-1 0 0,0 0 1 0 0,0 1-1 0 0,-5-1 1 0 0,-6 3-3951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1:13.6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4834 644 228 0 0,'77'-118'18967'0'0,"-76"118"-18943"0"0,-1-1 0 0 0,0 0-1 0 0,1 1 1 0 0,-1-1-1 0 0,0 0 1 0 0,1 0 0 0 0,-1 1-1 0 0,0-1 1 0 0,0 0 0 0 0,0 0-1 0 0,0 1 1 0 0,0-1-1 0 0,0 0 1 0 0,0 0 0 0 0,0 1-1 0 0,0-1 1 0 0,0 0 0 0 0,0 0-1 0 0,0 0 1 0 0,-1-1 0 0 0,-10-12-70 0 0,1 0 60 0 0,-2-7-367 0 0,-2 0 0 0 0,0 1 1 0 0,-1 0-1 0 0,-1 1 0 0 0,-1 1 0 0 0,-31-26 0 0 0,33 32-751 0 0,-1 1 0 0 0,0 1 0 0 0,0 0 0 0 0,-1 2 0 0 0,0 0 0 0 0,-1 0 0 0 0,1 2 0 0 0,-2 0 0 0 0,-26-5 0 0 0,-66-2-2331 0 0,-60 9 2785 0 0,80 3 647 0 0,38 0 4 0 0,-136-5-31 0 0,136 1 18 0 0,-85-18-1 0 0,-7-13 31 0 0,-213-42 86 0 0,20 32 123 0 0,-3 31 4 0 0,-367 45-87 0 0,601-25-146 0 0,-311 28 36 0 0,358-26-34 0 0,-46 7 4 0 0,-137 34-1 0 0,166-23 23 0 0,1 3-1 0 0,-135 69 1 0 0,158-68-35 0 0,2 3 0 0 0,1 1 1 0 0,-87 77-1 0 0,107-82 3 0 0,1 2 0 0 0,2 0 0 0 0,0 3 0 0 0,3 0 0 0 0,0 1-1 0 0,-29 59 1 0 0,42-67 2 0 0,1 1 0 0 0,1 0 0 0 0,1 0 0 0 0,1 1 0 0 0,2 0 0 0 0,-4 46-1 0 0,8-28 6 0 0,1-1 0 0 0,2 1-1 0 0,11 62 1 0 0,-9-83 1 0 0,2-1 1 0 0,0 0 0 0 0,1 0-1 0 0,2-1 1 0 0,0 0 0 0 0,2-1-1 0 0,0 0 1 0 0,1 0 0 0 0,2-1-1 0 0,0-1 1 0 0,29 32 0 0 0,-16-24 18 0 0,1-2 0 0 0,2-1 0 0 0,0-1 0 0 0,1-2 0 0 0,2-1 0 0 0,0-2 0 0 0,1 0 0 0 0,1-3 1 0 0,0-1-1 0 0,41 11 0 0 0,309 54 419 0 0,-308-67-346 0 0,277 30 203 0 0,6-20-29 0 0,-349-22-259 0 0,335 4 134 0 0,-241-5-110 0 0,242-16 53 0 0,2-20-18 0 0,116-26-91 0 0,-239 29 12 0 0,548-110 51 0 0,-647 113-40 0 0,-2-5 0 0 0,158-67 0 0 0,-249 87 0 0 0,0-2 0 0 0,-1-1 0 0 0,-1-1 0 0 0,-1-2 0 0 0,-1-1 0 0 0,49-47 0 0 0,-59 48 0 0 0,0-1 0 0 0,-1-1 0 0 0,-2 0 0 0 0,0-2 0 0 0,-2 1 0 0 0,-1-2 0 0 0,0 0 0 0 0,-2-1 0 0 0,10-32 0 0 0,-15 36 24 0 0,-2 1 0 0 0,0-1 0 0 0,-1 0 0 0 0,-2 0-1 0 0,0 0 1 0 0,-1 0 0 0 0,-1-1 0 0 0,-4-24 0 0 0,1 30-1 0 0,-1 1 1 0 0,0-1-1 0 0,-1 1 0 0 0,-1 0 0 0 0,-1 1 0 0 0,0-1 0 0 0,-1 1 0 0 0,-1 0 1 0 0,0 1-1 0 0,-1 0 0 0 0,-12-14 0 0 0,-1 5 59 0 0,-1 0 0 0 0,0 2 1 0 0,-2 0-1 0 0,-51-32 0 0 0,-123-55 38 0 0,-163-55-164 0 0,317 149-338 0 0,0 1-1 0 0,-1 2 1 0 0,-1 3-1 0 0,-68-6 1 0 0,53 11-1134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1:29.9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0 258 228 0 0,'4'-4'528'0'0,"-4"3"-442"0"0,0 0-1 0 0,1 0 1 0 0,0 0 0 0 0,-1 0-1 0 0,1 0 1 0 0,-1 1 0 0 0,1-1 0 0 0,0 0-1 0 0,-1 0 1 0 0,1 1 0 0 0,0-1-1 0 0,0 0 1 0 0,0 1 0 0 0,0-1 0 0 0,-1 1-1 0 0,1-1 1 0 0,0 1 0 0 0,15-4 6441 0 0,-13 2-5990 0 0,4-2 712 0 0,20-5 1461 0 0,1 2 0 0 0,54-9-1 0 0,-32 8-2855 0 0,346-77-9314 0 0,-116 23 799 0 0,-211 46 8635 0 0,59-10-26 0 0,-124 25 131 0 0,-1 1 0 0 0,1 0 0 0 0,-1 0 1 0 0,1 0-1 0 0,0 0 0 0 0,-1 1 0 0 0,1-1 1 0 0,-1 1-1 0 0,5 1 0 0 0,3 2 453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1:30.2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0 848 0 0,'20'14'12300'0'0,"-10"-10"-9502"0"0,5 1-1062 0 0,159 71 416 0 0,-133-61-2210 0 0,1-2 0 0 0,57 10 0 0 0,-61-17 58 0 0,32 6 0 0 0,-69-12 0 0 0,0 1 1 0 0,-1-1-1 0 0,1 0 0 0 0,0 0 0 0 0,0 1 0 0 0,0-1 0 0 0,0 0 1 0 0,-1 1-1 0 0,1-1 0 0 0,0 1 0 0 0,0-1 0 0 0,-1 1 0 0 0,1-1 1 0 0,1 2-1 0 0,-2-2-1 0 0,0 1 1 0 0,0-1-1 0 0,0 0 1 0 0,0 1-1 0 0,0-1 1 0 0,0 0-1 0 0,0 1 1 0 0,0-1-1 0 0,0 0 1 0 0,0 1-1 0 0,0-1 1 0 0,0 0 0 0 0,0 1-1 0 0,0-1 1 0 0,0 0-1 0 0,0 0 1 0 0,0 1-1 0 0,0-1 1 0 0,0 0-1 0 0,0 1 1 0 0,-1-1-1 0 0,1 0 1 0 0,0 1-1 0 0,0-1 1 0 0,0 0-1 0 0,-1 1 1 0 0,-1 1-2 0 0,-1 1 0 0 0,0 0 0 0 0,0-1 1 0 0,0 0-1 0 0,-5 3 0 0 0,3-1 16 0 0,-50 30-420 0 0,-81 39 0 0 0,78-46-99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10.6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0 177 1152 0 0,'6'-20'19570'0'0,"-4"16"-20905"0"0,4-2 1365 0 0,-1-1 0 0 0,1 1-1 0 0,1 1 1 0 0,-1-1 0 0 0,1 1-1 0 0,-1 0 1 0 0,1 1 0 0 0,1 0-1 0 0,9-5 1 0 0,3 0-38 0 0,1 1 0 0 0,28-6 0 0 0,-8 5-71 0 0,-1 2-1 0 0,50-3 0 0 0,82 5-2242 0 0,-58 3 1007 0 0,327 5-7648 0 0,-48 16 8639 0 0,-153-9 331 0 0,184-15 250 0 0,-237-2 114 0 0,-114 4 100 0 0,1-3-1 0 0,132-30 0 0 0,-205 35-421 0 0,6 0 379 0 0,-1-1 1 0 0,0 1-1 0 0,10 0 1 0 0,-11 2-429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13.3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34 243 920 0 0,'-18'-16'17066'0'0,"16"13"-15771"0"0,-1-5-1301 0 0,1-1 76 0 0,-1 0 0 0 0,1-1 0 0 0,1 1-1 0 0,0 0 1 0 0,0-17 0 0 0,1 20-73 0 0,1 0-1 0 0,0 0 1 0 0,0 0-1 0 0,1 0 1 0 0,-1 0 0 0 0,1 1-1 0 0,0-1 1 0 0,1 0 0 0 0,5-9-1 0 0,-4 9 4 0 0,-1-1 0 0 0,2 0 0 0 0,-1 0 0 0 0,1 0 0 0 0,0 1 0 0 0,0 0 0 0 0,1 0 0 0 0,0 0 0 0 0,11-9 0 0 0,-16 15 0 0 0,0-1 0 0 0,0 1 0 0 0,0 0 0 0 0,0-1 0 0 0,0 1 0 0 0,0 0 0 0 0,0 0 0 0 0,0 0 0 0 0,0 0 0 0 0,0 0 0 0 0,0 0 0 0 0,0 0 0 0 0,0 0 0 0 0,0 0 0 0 0,0 0 0 0 0,0 0 0 0 0,0 1 0 0 0,0-1 0 0 0,0 0 0 0 0,0 1 0 0 0,0-1 0 0 0,0 1 0 0 0,-1-1 0 0 0,1 1 0 0 0,0-1 0 0 0,0 1 0 0 0,0 0 0 0 0,0 0 0 0 0,4 4 0 0 0,-1 0 0 0 0,1 0 0 0 0,4 9 0 0 0,-1-3 0 0 0,4 4-23 0 0,1-1 0 0 0,0 0-1 0 0,1-1 1 0 0,0-1 0 0 0,18 12-1 0 0,-18-15-1001 0 0,1 0 0 0 0,-1-2 0 0 0,24 9 0 0 0,-22-10-1179 0 0,-1-1 1 0 0,23 4 0 0 0,-31-8 1909 0 0,1 0 0 0 0,-1 0 0 0 0,0-1 1 0 0,1-1-1 0 0,-1 1 0 0 0,0-1 0 0 0,13-3 1 0 0,79-29 293 0 0,-97 32-2 0 0,1 1 1 0 0,-1-1-1 0 0,0 1 1 0 0,0-1-1 0 0,0 1 0 0 0,1 0 1 0 0,-1 0-1 0 0,0 0 1 0 0,1 0-1 0 0,-1 0 1 0 0,0 1-1 0 0,0-1 1 0 0,0 1-1 0 0,1-1 1 0 0,-1 1-1 0 0,0 0 1 0 0,4 2-1 0 0,0 1 77 0 0,-1 0 1 0 0,1 0-1 0 0,-1 1 0 0 0,7 7 0 0 0,-7-8-22 0 0,-1 1 0 0 0,1-1 0 0 0,0 0 0 0 0,0 0 0 0 0,11 6 0 0 0,-8-7-110 0 0,0 0 0 0 0,1 0 0 0 0,-1-1 0 0 0,1 0 0 0 0,0-1 0 0 0,0 0 0 0 0,-1 0 0 0 0,1-1 0 0 0,17-1 0 0 0,5-3 124 0 0,44-12 0 0 0,-49 10-81 0 0,16-6 58 0 0,-31 9-34 0 0,-1-1 0 0 0,1 1 0 0 0,0 1 0 0 0,-1 0 0 0 0,1 0 0 0 0,0 1 0 0 0,22 1 0 0 0,-28 1 10 0 0,0 1-1 0 0,0 0 1 0 0,0 0 0 0 0,-1 0 0 0 0,1 0 0 0 0,0 1 0 0 0,-1-1 0 0 0,1 1 0 0 0,4 5 0 0 0,-5-5 349 0 0,0 1 0 0 0,1-1 0 0 0,-1-1 0 0 0,0 1 0 0 0,1 0 1 0 0,0-1-1 0 0,0 0 0 0 0,-1 0 0 0 0,1-1 0 0 0,8 2 0 0 0,4-2-403 0 0,0 0-1 0 0,0-2 1 0 0,0 0-1 0 0,0-1 1 0 0,0 0-1 0 0,25-8 1 0 0,100-40-3377 0 0,-70 22 3448 0 0,-60 24-101 0 0,5-2 158 0 0,-1 0 0 0 0,1 1 0 0 0,27-4-1 0 0,-39 9-22 0 0,0-1-1 0 0,1 1 1 0 0,-1 0-1 0 0,0 1 1 0 0,1-1-1 0 0,-1 1 1 0 0,0 0-1 0 0,0 0 1 0 0,0 1-1 0 0,0 0 1 0 0,0 0-1 0 0,0 0 1 0 0,0 0-1 0 0,0 1 1 0 0,-1-1-1 0 0,5 5 1 0 0,5 3 1713 0 0,-1 0 1 0 0,1-1 0 0 0,1-1-1 0 0,16 8 1 0 0,-21-13-1576 0 0,-1 1-1 0 0,1-2 1 0 0,0 1-1 0 0,0-1 1 0 0,0-1 0 0 0,0 0-1 0 0,21 0 1 0 0,2-4-245 0 0,0-2-1 0 0,0-1 1 0 0,36-11 0 0 0,-29 6 111 0 0,56-7 0 0 0,-88 18-64 0 0,-1 0-1 0 0,0 1 1 0 0,1 0-1 0 0,-1 0 0 0 0,0 0 1 0 0,0 1-1 0 0,0 0 1 0 0,0 1-1 0 0,0 0 1 0 0,11 5-1 0 0,-9-3-11 0 0,1-1 0 0 0,-1 0 0 0 0,1-1-1 0 0,19 4 1 0 0,-12-6-629 0 0,1 0-1 0 0,0-1 0 0 0,-1-1 1 0 0,1 0-1 0 0,21-6 0 0 0,85-27-5435 0 0,-90 23 5919 0 0,-2 0 114 0 0,-1 2 0 0 0,46-8 0 0 0,-67 15 45 0 0,1 1-1 0 0,0 1 1 0 0,0 0 0 0 0,0 0-1 0 0,-1 1 1 0 0,1 1 0 0 0,0-1-1 0 0,-1 2 1 0 0,1-1-1 0 0,-1 2 1 0 0,14 5 0 0 0,11 7-4 0 0,55 24 67 0 0,-74-34-57 0 0,0-1 0 0 0,0 0 0 0 0,32 3 1 0 0,-24-6 21 0 0,-1-2 1 0 0,0 0 0 0 0,0-2 0 0 0,1-1 0 0 0,-1 0 0 0 0,37-12 0 0 0,131-55 401 0 0,-67 21-314 0 0,-88 36-25 0 0,116-37 669 0 0,-150 50-749 0 0,-1-1 0 0 0,0 1 0 0 0,0 0 0 0 0,1-1 0 0 0,-1 1-1 0 0,0 0 1 0 0,1 0 0 0 0,-1 0 0 0 0,0 0 0 0 0,0 0 0 0 0,1 0 0 0 0,-1 1 0 0 0,0-1 0 0 0,1 0-1 0 0,-1 1 1 0 0,0-1 0 0 0,0 1 0 0 0,0-1 0 0 0,1 1 0 0 0,1 1 0 0 0,-2-1-33 0 0,-1 0 0 0 0,1 0 1 0 0,0 0-1 0 0,-1 0 0 0 0,1 0 0 0 0,-1 0 1 0 0,1 0-1 0 0,-1 0 0 0 0,0 1 0 0 0,1-1 1 0 0,-1 0-1 0 0,0 0 0 0 0,0 0 0 0 0,0 1 1 0 0,0-1-1 0 0,0 0 0 0 0,0 0 1 0 0,0 1-1 0 0,0-1 0 0 0,-1 0 0 0 0,0 2 1 0 0,-3 11-2439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35.1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45 90 1840 0 0,'-17'-15'8832'0'0,"0"-8"-3660"0"0,16 21-4960 0 0,-1 0 0 0 0,1-1 0 0 0,0 1 0 0 0,0 0 0 0 0,0-1 0 0 0,0 1 0 0 0,0-1 0 0 0,1 1 0 0 0,-1-1 0 0 0,1 1 0 0 0,-1-1 0 0 0,1 1 0 0 0,0-1 0 0 0,0 0 0 0 0,0 1 0 0 0,0-1 0 0 0,2-4 0 0 0,-2 7-212 0 0,0 0 0 0 0,0 0 0 0 0,0 0 0 0 0,0 0 0 0 0,0 0 0 0 0,0-1 0 0 0,0 1 0 0 0,0 0 0 0 0,0 0 0 0 0,0 0 0 0 0,0 0 0 0 0,0 0 0 0 0,0 0 0 0 0,0 0 0 0 0,0-1 0 0 0,0 1 0 0 0,0 0 0 0 0,0 0 0 0 0,0 0 0 0 0,1 0 0 0 0,-1 0 0 0 0,0 0 0 0 0,0 0 0 0 0,0 0 0 0 0,0 0 0 0 0,0 0 0 0 0,0-1 0 0 0,0 1 0 0 0,1 0 0 0 0,-1 0 0 0 0,0 0 0 0 0,0 0 0 0 0,0 0 0 0 0,0 0 0 0 0,0 0 0 0 0,0 0 0 0 0,1 0 0 0 0,-1 0 0 0 0,0 0 0 0 0,0 0 0 0 0,0 0 0 0 0,0 0 0 0 0,0 0 0 0 0,0 0 0 0 0,1 0 0 0 0,-1 1 0 0 0,4 5 0 0 0,1 12 0 0 0,-1-3-805 0 0,1 1-1 0 0,0-1 1 0 0,1 0-1 0 0,0 0 1 0 0,2-1 0 0 0,8 14-1 0 0,61 76-7703 0 0,-59-78 8504 0 0,-1-1 1 0 0,-1 2-1 0 0,-2 0 0 0 0,14 36 0 0 0,-21-49 4 0 0,-1-1-162 0 0,-2-6 295 0 0,-1 1 1 0 0,5 13 0 0 0,-8-19-133 0 0,1 0 0 0 0,-1 0 0 0 0,1 0 0 0 0,-1 0 0 0 0,0 0 0 0 0,0 0 0 0 0,0 0 0 0 0,0 0 1 0 0,0 0-1 0 0,-1 0 0 0 0,1 0 0 0 0,-1 0 0 0 0,1 0 0 0 0,-1 0 0 0 0,1 0 0 0 0,-3 3 0 0 0,3-4 136 0 0,-1 0 1 0 0,0-1-1 0 0,1 1 0 0 0,-1 0 0 0 0,0 0 0 0 0,0 0 1 0 0,0 0-1 0 0,0-1 0 0 0,0 1 0 0 0,0 0 0 0 0,0-1 1 0 0,0 1-1 0 0,0-1 0 0 0,0 1 0 0 0,0-1 1 0 0,0 1-1 0 0,0-1 0 0 0,0 0 0 0 0,-1 0 0 0 0,1 1 1 0 0,0-1-1 0 0,0 0 0 0 0,0 0 0 0 0,0 0 0 0 0,-1 0 1 0 0,1-1-1 0 0,0 1 0 0 0,0 0 0 0 0,0 0 1 0 0,0-1-1 0 0,0 1 0 0 0,-1 0 0 0 0,1-1 0 0 0,-2-1 1 0 0,0 1 779 0 0,-1-1 1 0 0,1-1 0 0 0,0 1 0 0 0,-1 0 0 0 0,1-1 0 0 0,0 0 0 0 0,0 1-1 0 0,1-1 1 0 0,-4-4 0 0 0,-32-42-917 0 0,38 49 0 0 0,0-1 0 0 0,-1 1 0 0 0,1 0 0 0 0,0 0 0 0 0,0-1 0 0 0,0 1 0 0 0,0 0 0 0 0,0-1 0 0 0,0 1 0 0 0,0 0 0 0 0,0 0 0 0 0,0-1 0 0 0,0 1 0 0 0,0 0 0 0 0,0-1 0 0 0,0 1 0 0 0,0 0 0 0 0,0 0 0 0 0,0-1 0 0 0,0 1 0 0 0,0 0 0 0 0,0 0 0 0 0,0-1 0 0 0,0 1 0 0 0,0 0 0 0 0,0-1 0 0 0,1 1 0 0 0,-1 0 0 0 0,0 0 0 0 0,0-1 0 0 0,1 1 0 0 0,-1 0 0 0 0,1 0 0 0 0,0 0 0 0 0,-1-1 0 0 0,1 1 0 0 0,-1 0 0 0 0,1 0 0 0 0,0 0 0 0 0,-1 0 0 0 0,1 0 0 0 0,-1 0 0 0 0,1 0 0 0 0,0 0 0 0 0,-1 0 0 0 0,1 0 0 0 0,-1 1 0 0 0,1-1 0 0 0,-1 0 0 0 0,1 0 0 0 0,-1 1 0 0 0,1-1 0 0 0,0 0 0 0 0,-1 0 0 0 0,1 1 0 0 0,-1-1 0 0 0,1 1 0 0 0,8 6-248 0 0,-1-1 0 0 0,0 2 0 0 0,0-1 0 0 0,9 12-1 0 0,-8-8-2385 0 0,1 0-1 0 0,14 11 0 0 0,-22-20 2439 0 0,0-1 0 0 0,0 0 0 0 0,-1 1 1 0 0,1-1-1 0 0,0 0 0 0 0,0 0 0 0 0,0 0 0 0 0,0 0 1 0 0,1-1-1 0 0,-1 1 0 0 0,0 0 0 0 0,0-1 0 0 0,0 0 0 0 0,1 1 1 0 0,-1-1-1 0 0,0 0 0 0 0,0 0 0 0 0,1 0 0 0 0,3-1 0 0 0,-3 0 173 0 0,0 0 0 0 0,-1-1 0 0 0,1 1 0 0 0,0 0 0 0 0,-1-1 0 0 0,1 0 0 0 0,-1 0 0 0 0,0 0 0 0 0,0 0 0 0 0,1 0 0 0 0,-1 0 0 0 0,-1 0 0 0 0,3-3-1 0 0,3-5 170 0 0,-2 0 0 0 0,1-1 0 0 0,-1 1-1 0 0,-1-1 1 0 0,0 0 0 0 0,4-16 0 0 0,-6 16-200 0 0,0 1 0 0 0,0 0 0 0 0,-1 0 1 0 0,-1-19-1 0 0,-1 20-2449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25.4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249 145 688 0 0,'2'-21'9644'0'0,"2"9"-7232"0"0,16-39 3073 0 0,-12 31-4054 0 0,-2 9-1431 0 0,-5 8 0 0 0,1 1 0 0 0,-1-1 0 0 0,0 0 0 0 0,0 0 0 0 0,0 1 0 0 0,0-1 0 0 0,-1 0 0 0 0,2-4 0 0 0,-19 25 0 0 0,-46 72-1823 0 0,-48 71-6067 0 0,83-116 5419 0 0,-37 81-1 0 0,63-120 2461 0 0,-8 20-231 0 0,9-25 206 0 0,1 0 1 0 0,0 1 0 0 0,-1-1-1 0 0,1 0 1 0 0,0 0 0 0 0,0 0-1 0 0,0 1 1 0 0,0-1-1 0 0,0 0 1 0 0,0 0 0 0 0,0 1-1 0 0,0-1 1 0 0,1 0 0 0 0,-1 0-1 0 0,0 0 1 0 0,1 0 0 0 0,0 3-1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25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55 3 920 0 0,'-31'-3'15733'0'0,"26"4"-14748"0"0,5-1-897 0 0,-1 1-1 0 0,0-1 1 0 0,0 0 0 0 0,0 1 0 0 0,0 0 0 0 0,1-1 0 0 0,-1 1 0 0 0,0-1 0 0 0,1 1 0 0 0,-1 0 0 0 0,0 0 0 0 0,1-1 0 0 0,-1 1 0 0 0,1 0 0 0 0,-1 0 0 0 0,1 0 0 0 0,-1 0 0 0 0,1-1-1 0 0,0 1 1 0 0,-1 0 0 0 0,1 0 0 0 0,0 1 0 0 0,-2 6-88 0 0,1 0 0 0 0,0-1 0 0 0,0 1 0 0 0,1 0 0 0 0,0 0 0 0 0,0-1 0 0 0,1 1 0 0 0,3 12 0 0 0,-3-14 0 0 0,0-1 0 0 0,1 0 0 0 0,0 0 0 0 0,0 1 0 0 0,0-1 0 0 0,0-1 0 0 0,1 1 0 0 0,0 0 0 0 0,0 0 0 0 0,0-1 0 0 0,0 0 0 0 0,8 8 0 0 0,-8-11 0 0 0,-1 1 0 0 0,1-1 0 0 0,-1 0 0 0 0,1 0 0 0 0,0 0 0 0 0,-1 0 0 0 0,1 0 0 0 0,0-1 0 0 0,0 1 0 0 0,0-1 0 0 0,-1 0 0 0 0,1 1 0 0 0,0-1 0 0 0,0-1 0 0 0,0 1 0 0 0,0 0 0 0 0,-1-1 0 0 0,1 1 0 0 0,0-1 0 0 0,0 0 0 0 0,-1 0 0 0 0,6-2 0 0 0,3-3 0 0 0,1 0 0 0 0,-1 0 0 0 0,16-13 0 0 0,15-14 0 0 0,-28 22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39.7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2332 461 1840 0 0,'4'-14'3292'0'0,"0"0"0"0"0,3-24-1 0 0,-6 27-2152 0 0,0 0 0 0 0,-1 0 0 0 0,0 0 0 0 0,-3-11 0 0 0,2 14-999 0 0,0 1 1 0 0,-1-1 0 0 0,0 1-1 0 0,-1 0 1 0 0,1-1 0 0 0,-1 1-1 0 0,-1 0 1 0 0,1 1 0 0 0,-1-1-1 0 0,-1 1 1 0 0,1 0 0 0 0,-1 0-1 0 0,0 0 1 0 0,0 0 0 0 0,-9-6-1 0 0,0 1-328 0 0,-1 1-1 0 0,0 1 0 0 0,0 0 1 0 0,-1 1-1 0 0,-23-8 0 0 0,-89-23-2958 0 0,69 22 1250 0 0,28 8 512 0 0,-142-39-4151 0 0,122 36 5134 0 0,-75-7 1 0 0,57 14 406 0 0,1 2 0 0 0,-1 4 1 0 0,1 3-1 0 0,-105 18 0 0 0,154-18 1 0 0,-420 98 42 0 0,379-83-49 0 0,1 3 0 0 0,0 2 1 0 0,2 3-1 0 0,0 2 0 0 0,-57 40 1 0 0,77-43 0 0 0,0 2 0 0 0,-60 60 0 0 0,84-75 0 0 0,2 1 0 0 0,-1 0 0 0 0,2 1 0 0 0,0 0 0 0 0,0 0 0 0 0,2 1 0 0 0,0 0 0 0 0,1 1 0 0 0,0 0 0 0 0,-5 22 0 0 0,8-15 0 0 0,1 0 0 0 0,1-1 0 0 0,1 1 0 0 0,1 0 0 0 0,1 0 0 0 0,1-1 0 0 0,1 1 0 0 0,1 0 0 0 0,9 25 0 0 0,10 25 0 0 0,48 102 0 0 0,-67-168 0 0 0,34 75 0 0 0,3-2 0 0 0,63 94 0 0 0,-84-149 0 0 0,0 0 0 0 0,2-1 0 0 0,1-2 0 0 0,0 0 0 0 0,2-1 0 0 0,1-2 0 0 0,0 0 0 0 0,43 22 0 0 0,-2-5 0 0 0,108 41 0 0 0,79 5 0 0 0,-176-63 12 0 0,1-4 0 0 0,1-4 0 0 0,1-3 1 0 0,-1-3-1 0 0,134-8 0 0 0,-156-3 41 0 0,0-3 1 0 0,-1-2-1 0 0,64-20 1 0 0,-48 7-4 0 0,134-62 1 0 0,-120 37-43 0 0,-1-3 0 0 0,-3-3 0 0 0,84-73 0 0 0,-138 103 51 0 0,-2 0 0 0 0,0-2 0 0 0,-2 0 0 0 0,43-60 0 0 0,-60 74-34 0 0,0-1-1 0 0,0 0 1 0 0,-1-1 0 0 0,-1 0 0 0 0,-1 0 0 0 0,0 0 0 0 0,0-1 0 0 0,-2 1-1 0 0,1-1 1 0 0,-2 0 0 0 0,0 0 0 0 0,-1 0 0 0 0,-1-1 0 0 0,-2-25 0 0 0,-1 20 97 0 0,-2 2 0 0 0,0-1 0 0 0,-13-31 0 0 0,-32-55 292 0 0,34 75-339 0 0,-100-192 228 0 0,91 180-299 0 0,-3 1 0 0 0,-65-75 0 0 0,84 106-2 0 0,-1 1 0 0 0,-1 1 0 0 0,0 0 0 0 0,0 0 0 0 0,-1 1 0 0 0,0 1 1 0 0,0 0-1 0 0,-1 0 0 0 0,0 1 0 0 0,0 1 0 0 0,0 0 0 0 0,-1 1 0 0 0,0 1 0 0 0,-16-3 1 0 0,11 4 309 0 0,12 1 5 0 0,0 1 0 0 0,1-1 0 0 0,-1-1 1 0 0,-9-2-1 0 0,13 2-640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0.3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63 545 4376 0 0,'-8'-6'2180'0'0,"3"4"-1891"0"0,1-1 0 0 0,1 0 1 0 0,-1 0-1 0 0,0 0 1 0 0,1 0-1 0 0,-5-6 0 0 0,0-8 4063 0 0,8 15-3939 0 0,-11-49 5043 0 0,9 37-5242 0 0,0 0 1 0 0,1 0 0 0 0,2-22-1 0 0,1 11-389 0 0,2 0 0 0 0,1 0 0 0 0,1 1 0 0 0,2 0 0 0 0,0 0 0 0 0,1 0 0 0 0,1 1 0 0 0,1 1 0 0 0,2 0 0 0 0,0 0 1 0 0,1 1-1 0 0,22-25 0 0 0,-32 42-307 0 0,0 0 1 0 0,0 0-1 0 0,1 0 1 0 0,-1 0-1 0 0,1 0 1 0 0,0 1 0 0 0,8-4-1 0 0,-12 6 479 0 0,1 1-1 0 0,-1-1 0 0 0,0 1 1 0 0,0 0-1 0 0,0-1 1 0 0,0 1-1 0 0,0 0 1 0 0,0 0-1 0 0,0 0 1 0 0,0 0-1 0 0,0 0 0 0 0,0 0 1 0 0,1 0-1 0 0,-1 0 1 0 0,0 1-1 0 0,0-1 1 0 0,0 0-1 0 0,2 1 1 0 0,-2 0 207 0 0,0 0 0 0 0,0 0 0 0 0,0 1 0 0 0,0-1 0 0 0,0 0 0 0 0,0 0 0 0 0,0 0 0 0 0,0 1 0 0 0,0-1 0 0 0,-1 0 0 0 0,1 1 0 0 0,-1-1 0 0 0,1 0 0 0 0,-1 1 0 0 0,1-1 0 0 0,-1 1 0 0 0,1 2 0 0 0,0 5 139 0 0,-1 0-1 0 0,1 0 1 0 0,-2 1-1 0 0,1-1 1 0 0,-1 0 0 0 0,0 0-1 0 0,-5 13 1 0 0,-22 61-1344 0 0,24-71 997 0 0,3-9-7 0 0,-6 14-1247 0 0,0 1 0 0 0,2 0 0 0 0,0 1 0 0 0,-4 30 0 0 0,9-44 848 0 0,0 0 0 0 0,0 0 1 0 0,0 0-1 0 0,1 0 0 0 0,0 0 0 0 0,0 0 0 0 0,0 0 0 0 0,0 0 0 0 0,4 8 0 0 0,-3-10 287 0 0,0 0 0 0 0,0 1 0 0 0,0-1 0 0 0,1 0-1 0 0,-1 0 1 0 0,1 0 0 0 0,-1-1 0 0 0,1 1 0 0 0,0 0 0 0 0,0-1-1 0 0,1 0 1 0 0,-1 0 0 0 0,0 0 0 0 0,5 2 0 0 0,12 3-319 0 0,0-2-1764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0.9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225 139 2304 0 0,'-1'-7'1029'0'0,"0"0"0"0"0,-1 0 0 0 0,-5-14 0 0 0,5 17-78 0 0,0-1 0 0 0,-1 1-1 0 0,0 0 1 0 0,0-1 0 0 0,0 1 0 0 0,0 1 0 0 0,0-1 0 0 0,-1 0 0 0 0,0 1-1 0 0,-6-5 1 0 0,5 4-628 0 0,-1 0-1 0 0,0 0 0 0 0,0 1 1 0 0,0 0-1 0 0,0 0 0 0 0,0 0 1 0 0,-1 1-1 0 0,-10-3 0 0 0,15 4-326 0 0,-1 1-1 0 0,0 0 0 0 0,1 0 1 0 0,-1 0-1 0 0,1 0 1 0 0,-1 0-1 0 0,0 1 0 0 0,1-1 1 0 0,-1 1-1 0 0,1 0 1 0 0,-1-1-1 0 0,1 1 0 0 0,-1 0 1 0 0,1 1-1 0 0,0-1 0 0 0,-1 0 1 0 0,1 1-1 0 0,0-1 1 0 0,0 1-1 0 0,0-1 0 0 0,0 1 1 0 0,0 0-1 0 0,0 0 0 0 0,1 0 1 0 0,-3 3-1 0 0,-1 4 5 0 0,0-1 0 0 0,0 1 0 0 0,1 0 0 0 0,0 1 0 0 0,0-1 0 0 0,-2 13 0 0 0,2-2 0 0 0,0 0 0 0 0,-1 22 0 0 0,4-37 0 0 0,1 0 0 0 0,0 0 0 0 0,0 0 0 0 0,1 0 0 0 0,0-1 0 0 0,-1 1 0 0 0,1 0 0 0 0,1 0 0 0 0,-1-1 0 0 0,1 1 0 0 0,2 5 0 0 0,-2-8 0 0 0,-1 0 0 0 0,0 0 0 0 0,1 0 0 0 0,-1-1 0 0 0,1 1 0 0 0,-1 0 0 0 0,1-1 0 0 0,0 1 0 0 0,0-1 0 0 0,-1 0 0 0 0,1 0 0 0 0,0 1 0 0 0,0-1 0 0 0,0-1 0 0 0,0 1 0 0 0,1 0 0 0 0,-1 0 0 0 0,0-1 0 0 0,0 1 0 0 0,0-1 0 0 0,1 0 0 0 0,-1 0 0 0 0,0 1 0 0 0,0-2 0 0 0,1 1 0 0 0,2 0 0 0 0,1-1 4 0 0,1-1 1 0 0,-1 1-1 0 0,0-1 0 0 0,1-1 0 0 0,-1 1 0 0 0,0-1 0 0 0,0 0 1 0 0,-1 0-1 0 0,1-1 0 0 0,0 1 0 0 0,7-8 0 0 0,-6 5-81 0 0,-1-1-1 0 0,1 1 0 0 0,-1-1 0 0 0,-1 0 1 0 0,1-1-1 0 0,-1 1 0 0 0,7-16 1 0 0,-9 17 129 0 0,-1 0 0 0 0,1 0 0 0 0,-1-1-1 0 0,-1 1 1 0 0,1 0 0 0 0,-1-1 0 0 0,0 1 0 0 0,-1-1 0 0 0,1 1 0 0 0,-2-10 0 0 0,-1 11-52 0 0,-1 8 0 0 0,0 9 0 0 0,2-5-114 0 0,2 0 1 0 0,-1 0-1 0 0,1-1 0 0 0,-1 1 0 0 0,2 0 0 0 0,-1-1 0 0 0,1 1 0 0 0,0-1 1 0 0,0 1-1 0 0,1-1 0 0 0,0 0 0 0 0,0 0 0 0 0,1 0 0 0 0,-1 0 0 0 0,1-1 1 0 0,0 1-1 0 0,1-1 0 0 0,-1 0 0 0 0,9 6 0 0 0,-9-8-232 0 0,-1 0-1 0 0,1 0 0 0 0,0 0 1 0 0,0-1-1 0 0,0 0 1 0 0,1 1-1 0 0,-1-2 0 0 0,0 1 1 0 0,1 0-1 0 0,0-1 1 0 0,-1 0-1 0 0,1 0 0 0 0,0-1 1 0 0,-1 1-1 0 0,1-1 0 0 0,0 0 1 0 0,-1 0-1 0 0,1 0 1 0 0,0-1-1 0 0,0 0 0 0 0,-1 1 1 0 0,1-2-1 0 0,-1 1 1 0 0,1-1-1 0 0,-1 1 0 0 0,1-1 1 0 0,-1 0-1 0 0,6-5 1 0 0,-3 2 346 0 0,0 0 0 0 0,0-1 0 0 0,-1 0 1 0 0,0 0-1 0 0,0 0 0 0 0,0-1 0 0 0,-1 0 1 0 0,0 0-1 0 0,-1-1 0 0 0,7-12 0 0 0,-7 10-4 0 0,0 0 0 0 0,0 0-1 0 0,-1-1 1 0 0,0 1 0 0 0,-1-1-1 0 0,0 0 1 0 0,0-22 0 0 0,-2 31 68 0 0,0 1 1 0 0,0-1 0 0 0,-1 0 0 0 0,1 0-1 0 0,0 0 1 0 0,-1 0 0 0 0,0 1 0 0 0,1-1 0 0 0,-1 0-1 0 0,-1-1 1 0 0,2 2-21 0 0,0 1-1 0 0,0 0 1 0 0,0 0-1 0 0,0 0 1 0 0,0 0-1 0 0,0-1 1 0 0,-1 1-1 0 0,1 0 1 0 0,0 0-1 0 0,0 0 1 0 0,0 0-1 0 0,0 0 1 0 0,0 0-1 0 0,-1 0 1 0 0,1-1-1 0 0,0 1 1 0 0,0 0-1 0 0,0 0 1 0 0,-1 0-1 0 0,1 0 1 0 0,0 0-1 0 0,0 0 1 0 0,0 0-1 0 0,0 0 1 0 0,-1 0-1 0 0,1 0 1 0 0,0 0-1 0 0,0 0 1 0 0,0 0-1 0 0,-1 0 1 0 0,1 0-1 0 0,0 0 1 0 0,0 0-1 0 0,-6 11 1953 0 0,3-3-1341 0 0,1 1 0 0 0,1 0 0 0 0,-2 16 0 0 0,3-13-1249 0 0,0 0 0 0 0,1-1 0 0 0,1 1 0 0 0,-1-1 0 0 0,2 0 1 0 0,-1 1-1 0 0,2-1 0 0 0,8 20 0 0 0,-10-28 522 0 0,-1 1-1 0 0,1-1 1 0 0,0 0 0 0 0,0-1 0 0 0,0 1-1 0 0,0 0 1 0 0,1 0 0 0 0,-1-1-1 0 0,1 1 1 0 0,-1-1 0 0 0,1 0 0 0 0,0 0-1 0 0,0 0 1 0 0,0 0 0 0 0,0-1-1 0 0,0 1 1 0 0,1-1 0 0 0,-1 1 0 0 0,0-1-1 0 0,1 0 1 0 0,3 0 0 0 0,-3-1 80 0 0,1 0 0 0 0,0 0 0 0 0,0 0 0 0 0,-1 0 0 0 0,1-1 0 0 0,-1 0 0 0 0,1 0 0 0 0,0 0 0 0 0,-1-1 0 0 0,0 1 0 0 0,1-1 0 0 0,-1 0 0 0 0,0-1 0 0 0,0 1 0 0 0,5-4 0 0 0,1-2-10 0 0,0-1 0 0 0,0 0 0 0 0,-1-1 0 0 0,0 0 0 0 0,0 0 1 0 0,10-19-1 0 0,37-72-20 0 0,-49 85 25 0 0,5-11-89 0 0,-1 6 3709 0 0,-11 21-3599 0 0,-16 80 7765 0 0,15-72-7690 0 0,0-1 1 0 0,1 1-1 0 0,0-1 0 0 0,0 1 1 0 0,1-1-1 0 0,0 1 0 0 0,0-1 1 0 0,4 14-1 0 0,-4-19-121 0 0,1 1 0 0 0,-1-1 1 0 0,0 0-1 0 0,0 0 0 0 0,1 0 0 0 0,-1 0 0 0 0,1 0 1 0 0,0 0-1 0 0,0 0 0 0 0,-1 0 0 0 0,1-1 0 0 0,0 1 1 0 0,1-1-1 0 0,-1 0 0 0 0,4 3 0 0 0,-2-3-135 0 0,0 1 0 0 0,1-1 1 0 0,-1 1-1 0 0,1-1 0 0 0,-1-1 0 0 0,1 1 0 0 0,8 0 0 0 0,8-2-3319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2.0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263 466 2764 0 0,'-5'-8'1314'0'0,"1"0"0"0"0,-1 0 1 0 0,-4-12-1 0 0,4-1 4700 0 0,-2-39-798 0 0,2 10-4807 0 0,5 49-409 0 0,0 0 0 0 0,0 0 0 0 0,-1 0 0 0 0,1 0 0 0 0,0 0 0 0 0,0 0 0 0 0,-1 0 0 0 0,1 0 0 0 0,0 0 0 0 0,-1 1 0 0 0,1-1 0 0 0,-1 0 0 0 0,1 0 0 0 0,-1 0 0 0 0,0 0 0 0 0,1 1 0 0 0,-1-1 0 0 0,0 0 0 0 0,1 1 0 0 0,-2-2 0 0 0,1 2 0 0 0,0-1 0 0 0,0 1 0 0 0,0 0 0 0 0,0 0 0 0 0,0 0 0 0 0,0 0 0 0 0,0 0 0 0 0,0 0 0 0 0,0 0 0 0 0,0 0 0 0 0,0 0 0 0 0,0 0 0 0 0,0 1 0 0 0,0-1 0 0 0,0 0 0 0 0,1 0 0 0 0,-2 1 0 0 0,-5 3 0 0 0,1 0 0 0 0,0 0 0 0 0,0 0 0 0 0,-8 8 0 0 0,10-9 0 0 0,-15 13 0 0 0,2 1 0 0 0,0 1 0 0 0,1 0 0 0 0,-17 25 0 0 0,27-34 0 0 0,0 0 0 0 0,0 1 0 0 0,1 0 0 0 0,0 0 0 0 0,1 0 0 0 0,0 1 0 0 0,1 0 0 0 0,0 0 0 0 0,1-1 0 0 0,0 2 0 0 0,-1 15 0 0 0,3-25 0 0 0,0 1 0 0 0,0-1 0 0 0,0 1 0 0 0,0 0 0 0 0,1-1 0 0 0,-1 1 0 0 0,1-1 0 0 0,-1 1 0 0 0,1-1 0 0 0,0 1 0 0 0,0-1 0 0 0,0 1 0 0 0,0-1 0 0 0,1 0 0 0 0,-1 0 0 0 0,1 1 0 0 0,-1-1 0 0 0,1 0 0 0 0,0 0 0 0 0,0-1 0 0 0,0 1 0 0 0,0 0 0 0 0,0-1 0 0 0,0 1 0 0 0,0-1 0 0 0,0 1 0 0 0,1-1 0 0 0,-1 0 0 0 0,1 0 0 0 0,-1 0 0 0 0,0 0 0 0 0,1-1 0 0 0,0 1 0 0 0,-1-1 0 0 0,4 1 0 0 0,2-1 0 0 0,0 0 0 0 0,0 0 0 0 0,0 0 0 0 0,-1-1 0 0 0,1-1 0 0 0,0 1 0 0 0,0-1 0 0 0,0 0 0 0 0,-1-1 0 0 0,11-5 0 0 0,-7 3-164 0 0,0-1 0 0 0,-1-1 0 0 0,1 0 1 0 0,-1 0-1 0 0,-1-1 0 0 0,0 0 0 0 0,0-1 0 0 0,0 0 0 0 0,10-15 0 0 0,-10 10-362 0 0,0 0 1 0 0,-1-1-1 0 0,0 0 1 0 0,-1-1-1 0 0,-1 1 1 0 0,5-20-1 0 0,-3 2-761 0 0,-2 0 0 0 0,4-42 0 0 0,-3-66-898 0 0,-6 115 2113 0 0,-1 1 107 0 0,-4-28 476 0 0,4 53-464 0 0,0 0 1 0 0,0 0 0 0 0,0 0-1 0 0,0 0 1 0 0,-1 0-1 0 0,1 0 1 0 0,0 0 0 0 0,0 0-1 0 0,0 0 1 0 0,0 0-1 0 0,0 0 1 0 0,0 0-1 0 0,-1 0 1 0 0,1 0 0 0 0,0 0-1 0 0,-2-1 858 0 0,2 1-858 0 0,0 0 1 0 0,0-1-1 0 0,0 1 1 0 0,0 0 0 0 0,0 0-1 0 0,0 0 1 0 0,-7 14 1411 0 0,7-12-1434 0 0,-7 18 2143 0 0,-7 33 1 0 0,0 24-2419 0 0,8-45-850 0 0,0 5-818 0 0,-2 59 0 0 0,8-81 1473 0 0,0 1 0 0 0,1-1-1 0 0,1 0 1 0 0,0 0 0 0 0,1 0 0 0 0,9 25 0 0 0,-11-36 444 0 0,1 0 0 0 0,0 0 0 0 0,0 0 0 0 0,0 0 0 0 0,0 0 1 0 0,1-1-1 0 0,-1 1 0 0 0,1-1 0 0 0,0 0 0 0 0,0 1 0 0 0,1-1 1 0 0,-1-1-1 0 0,1 1 0 0 0,-1 0 0 0 0,1-1 0 0 0,0 0 0 0 0,0 1 0 0 0,7 1 1 0 0,-6-2-1 0 0,1-1-1 0 0,-1 0 1 0 0,1 0 0 0 0,-1-1 0 0 0,1 1 0 0 0,0-1 0 0 0,-1 0 0 0 0,1-1 0 0 0,0 0 0 0 0,-1 1 0 0 0,1-2 0 0 0,-1 1 0 0 0,1-1 0 0 0,6-2 0 0 0,-1-1 18 0 0,0 0 0 0 0,0-1 0 0 0,0 0 1 0 0,-1-1-1 0 0,0 0 0 0 0,0-1 1 0 0,12-12-1 0 0,-15 13-23 0 0,-1 1 0 0 0,-1-1 0 0 0,1 0 0 0 0,-1-1 0 0 0,-1 1 0 0 0,1-1 0 0 0,-1 0 1 0 0,-1 0-1 0 0,1 0 0 0 0,3-18 0 0 0,-6 24 126 0 0,-1 0 0 0 0,1 0 0 0 0,-1 0 0 0 0,0 0 0 0 0,0 0 1 0 0,0 0-1 0 0,0-1 0 0 0,0 1 0 0 0,0 0 0 0 0,-1 0 0 0 0,1 0 1 0 0,-1 0-1 0 0,1 0 0 0 0,-2-3 0 0 0,1 5-104 0 0,1 0 0 0 0,0 0 1 0 0,0-1-1 0 0,-1 1 0 0 0,1 0 0 0 0,0 0 0 0 0,0 0 0 0 0,-1 0 1 0 0,1 0-1 0 0,0 0 0 0 0,0 0 0 0 0,-1 0 0 0 0,1 0 1 0 0,0 0-1 0 0,0 1 0 0 0,-1-1 0 0 0,1 0 0 0 0,0 0 0 0 0,0 0 1 0 0,-1 0-1 0 0,1 0 0 0 0,0 0 0 0 0,0 0 0 0 0,-1 1 0 0 0,1-1 1 0 0,0 0-1 0 0,0 0 0 0 0,0 0 0 0 0,0 1 0 0 0,-1-1 1 0 0,1 0-1 0 0,0 0 0 0 0,0 0 0 0 0,0 1 0 0 0,0-1 0 0 0,0 0 1 0 0,0 0-1 0 0,-1 1 0 0 0,1-1 0 0 0,0 0 0 0 0,0 0 0 0 0,0 1 1 0 0,-5 12 4012 0 0,4-6-3234 0 0,-1 1 0 0 0,1 0 0 0 0,0-1 0 0 0,0 11 0 0 0,1-10-640 0 0,1 0 0 0 0,-1-1 0 0 0,1 1 0 0 0,1 0 0 0 0,0 0 0 0 0,0-1 0 0 0,5 13 0 0 0,-6-16-168 0 0,1-1 1 0 0,0 0-1 0 0,-1 0 0 0 0,1 0 0 0 0,0 1 0 0 0,0-2 0 0 0,1 1 0 0 0,-1 0 1 0 0,1 0-1 0 0,-1-1 0 0 0,1 1 0 0 0,0-1 0 0 0,0 0 0 0 0,0 0 1 0 0,0 0-1 0 0,0 0 0 0 0,1-1 0 0 0,-1 1 0 0 0,0-1 0 0 0,1 0 0 0 0,-1 0 1 0 0,1 0-1 0 0,0 0 0 0 0,-1-1 0 0 0,1 1 0 0 0,-1-1 0 0 0,1 0 1 0 0,0 0-1 0 0,-1-1 0 0 0,1 1 0 0 0,6-2 0 0 0,-7 1 15 0 0,0 1-1 0 0,1-1 1 0 0,-1 0-1 0 0,0-1 1 0 0,1 1-1 0 0,-1 0 1 0 0,0-1-1 0 0,0 0 1 0 0,0 0-1 0 0,-1 0 1 0 0,1 0 0 0 0,0 0-1 0 0,-1-1 1 0 0,1 1-1 0 0,-1-1 1 0 0,0 1-1 0 0,0-1 1 0 0,0 0-1 0 0,0 0 1 0 0,2-5-1 0 0,-2 4-23 0 0,-1 0 0 0 0,0 0 0 0 0,0 0 0 0 0,0 0 0 0 0,-1 0 0 0 0,0 0 0 0 0,1 0 0 0 0,-1 0 0 0 0,-1 0 0 0 0,1 0-1 0 0,-1 1 1 0 0,1-1 0 0 0,-1 0 0 0 0,0 0 0 0 0,0 0 0 0 0,-1 0 0 0 0,-3-6 0 0 0,1 2-489 0 0,0 1 1 0 0,-1-1-1 0 0,0 1 1 0 0,0 0-1 0 0,-1 1 1 0 0,0-1-1 0 0,0 1 1 0 0,-1 0-1 0 0,0 0 1 0 0,0 1-1 0 0,0 0 1 0 0,0 0-1 0 0,-1 1 1 0 0,0 0-1 0 0,0 0 1 0 0,0 1-1 0 0,0 0 1 0 0,-1 1-1 0 0,1-1 1 0 0,-1 1-1 0 0,-9 0 1 0 0,17 2 510 0 0,1-1 0 0 0,-1 1 0 0 0,1 0 0 0 0,-1 0 0 0 0,1 0 0 0 0,-1 0 0 0 0,1 0 0 0 0,-1 0 0 0 0,1 0 0 0 0,-1 0 0 0 0,1 0 0 0 0,0 0 0 0 0,-1 0 0 0 0,1 0 0 0 0,-1 1 0 0 0,1-1 0 0 0,-1 0 0 0 0,1 0 0 0 0,-1 0 0 0 0,1 1 0 0 0,0-1 0 0 0,-1 0 0 0 0,1 0 0 0 0,-1 1 0 0 0,1-1 0 0 0,0 0 0 0 0,-1 1 0 0 0,1-1 0 0 0,0 0 0 0 0,0 1 0 0 0,-1-1 0 0 0,1 1 0 0 0,0-1 0 0 0,0 1 0 0 0,-1 0 0 0 0,1-1 0 0 0,1 1 0 0 0,-1-1 0 0 0,0 1 0 0 0,0 0 0 0 0,0-1 0 0 0,1 1 0 0 0,-1-1 0 0 0,0 1 0 0 0,1 0 0 0 0,-1-1 0 0 0,0 1 0 0 0,1-1 0 0 0,-1 1 0 0 0,1-1 0 0 0,-1 0 0 0 0,1 1 0 0 0,-1-1 0 0 0,1 1 0 0 0,-1-1 0 0 0,1 0 0 0 0,-1 1 0 0 0,1-1 0 0 0,0 0 0 0 0,-1 0 0 0 0,2 1 0 0 0,5 1 0 0 0,0 0 0 0 0,0-1 0 0 0,0 0 0 0 0,0 0 0 0 0,0 0 0 0 0,0-1 0 0 0,0 0 0 0 0,8-1 0 0 0,59-11 0 0 0,-60 10 0 0 0,10-3 9 0 0,-1-1-4 0 0,1 2 0 0 0,0 1-1 0 0,32 0 1 0 0,-54 3-7 0 0,0 0-1 0 0,-1 0 1 0 0,1 0-1 0 0,0 0 0 0 0,0 1 1 0 0,0-1-1 0 0,-1 1 1 0 0,1-1-1 0 0,0 1 0 0 0,-1-1 1 0 0,1 1-1 0 0,0 0 1 0 0,-1 0-1 0 0,1 0 1 0 0,-1 0-1 0 0,1 0 0 0 0,-1 0 1 0 0,0 1-1 0 0,3 1 1 0 0,-4-1 9 0 0,1 0 1 0 0,0-1-1 0 0,0 1 1 0 0,-1 0-1 0 0,1 0 1 0 0,-1 0-1 0 0,1 0 1 0 0,-1 0-1 0 0,0-1 1 0 0,1 1 0 0 0,-1 0-1 0 0,0 0 1 0 0,-1 0-1 0 0,1 0 1 0 0,0 0-1 0 0,0 0 1 0 0,-2 3-1 0 0,-4 13 119 0 0,0 0 1 0 0,-16 27-1 0 0,15-32-148 0 0,1 0 0 0 0,0 1 0 0 0,1-1 0 0 0,0 1 0 0 0,-4 25 0 0 0,8-37 21 0 0,1 0 0 0 0,0 0 0 0 0,0 0 0 0 0,0 0 0 0 0,0 0 0 0 0,0 0 1 0 0,0 0-1 0 0,0 0 0 0 0,1 0 0 0 0,-1 0 0 0 0,1 0 0 0 0,0 0 0 0 0,-1-1 0 0 0,1 1 0 0 0,0 0 0 0 0,0 0 0 0 0,0-1 0 0 0,0 1 0 0 0,0 0 0 0 0,0-1 0 0 0,2 2 1 0 0,-1-2 16 0 0,0 1 0 0 0,0-1 1 0 0,0 0-1 0 0,0-1 1 0 0,0 1-1 0 0,0 0 1 0 0,0 0-1 0 0,0-1 1 0 0,0 1-1 0 0,1-1 1 0 0,-1 0-1 0 0,0 0 0 0 0,0 0 1 0 0,0 0-1 0 0,0 0 1 0 0,1 0-1 0 0,-1 0 1 0 0,0-1-1 0 0,3 0 1 0 0,8-3 11 0 0,1 0 0 0 0,-1-1 0 0 0,0-1 0 0 0,0 0 0 0 0,0-1 0 0 0,-1 0 0 0 0,0-1 0 0 0,-1 0 0 0 0,12-10 0 0 0,-8 4-23 0 0,-1 0 0 0 0,0-1 1 0 0,-1 0-1 0 0,0-1 0 0 0,18-31 1 0 0,-26 38-23 0 0,0-1 0 0 0,6-19 0 0 0,-10 25 87 0 0,1-1-1 0 0,-1 0 0 0 0,0 1 0 0 0,-1-1 0 0 0,1 0 0 0 0,-1 0 0 0 0,0 0 0 0 0,-1-8 0 0 0,1 13-19 0 0,0 0 1 0 0,0-1-1 0 0,0 1 0 0 0,0 0 0 0 0,0-1 1 0 0,0 1-1 0 0,0 0 0 0 0,0-1 0 0 0,0 1 1 0 0,0 0-1 0 0,0-1 0 0 0,0 1 0 0 0,0 0 0 0 0,-1-1 1 0 0,1 1-1 0 0,0 0 0 0 0,0-1 0 0 0,0 1 1 0 0,0 0-1 0 0,-1 0 0 0 0,1-1 0 0 0,0 1 1 0 0,0 0-1 0 0,-1 0 0 0 0,1 0 0 0 0,0-1 1 0 0,0 1-1 0 0,-1 0 0 0 0,1 0 0 0 0,0 0 1 0 0,-1 0-1 0 0,1-1 0 0 0,-1 1 0 0 0,-7 8 2217 0 0,-3 19 756 0 0,9-17-2557 0 0,1 0 0 0 0,0 0 1 0 0,0 0-1 0 0,1 0 0 0 0,1 0 0 0 0,2 19 0 0 0,-2-25-485 0 0,0 1 0 0 0,0-1-1 0 0,0 1 1 0 0,1-1-1 0 0,-1 1 1 0 0,1-1-1 0 0,0 0 1 0 0,0 0-1 0 0,1 0 1 0 0,-1 0 0 0 0,1 0-1 0 0,0 0 1 0 0,0-1-1 0 0,0 0 1 0 0,1 1-1 0 0,6 4 1 0 0,-7-6 3 0 0,-1-1 1 0 0,0 0 0 0 0,1 0-1 0 0,-1 0 1 0 0,1 0-1 0 0,-1-1 1 0 0,1 1 0 0 0,0-1-1 0 0,-1 1 1 0 0,1-1-1 0 0,0 0 1 0 0,-1 0-1 0 0,5-1 1 0 0,-2 0 21 0 0,0 0-1 0 0,0 0 1 0 0,0-1 0 0 0,0 0-1 0 0,0 0 1 0 0,7-4 0 0 0,1-2-76 0 0,-1 0-1 0 0,0-2 1 0 0,19-17 0 0 0,-21 18-789 0 0,0-1 1 0 0,-1 0 0 0 0,0-1 0 0 0,-1 0-1 0 0,0 0 1 0 0,11-23 0 0 0,-18 33 887 0 0,-1 0 1 0 0,0 1-1 0 0,1-1 0 0 0,-1 0 0 0 0,0 0 1 0 0,1 0-1 0 0,-1 0 0 0 0,0 1 1 0 0,0-1-1 0 0,0 0 0 0 0,0 0 0 0 0,0 0 1 0 0,0 0-1 0 0,0 0 0 0 0,0 0 1 0 0,0 0-1 0 0,0 1 0 0 0,0-1 0 0 0,0 0 1 0 0,-1 0-1 0 0,1 0 0 0 0,-1-1 1 0 0,0 2 64 0 0,1-1 0 0 0,-1 1 1 0 0,1 0-1 0 0,-1 0 0 0 0,1 0 1 0 0,-1 0-1 0 0,0 0 1 0 0,1-1-1 0 0,-1 1 0 0 0,1 0 1 0 0,-1 0-1 0 0,0 1 0 0 0,1-1 1 0 0,-1 0-1 0 0,1 0 0 0 0,-1 0 1 0 0,1 0-1 0 0,-1 0 1 0 0,0 1-1 0 0,1-1 0 0 0,-1 0 1 0 0,1 0-1 0 0,-1 1 0 0 0,1-1 1 0 0,-1 0-1 0 0,1 1 1 0 0,0-1-1 0 0,-1 1 0 0 0,1-1 1 0 0,-1 0-1 0 0,1 1 0 0 0,0-1 1 0 0,-1 2-1 0 0,-2 2 102 0 0,-1 0 1 0 0,1 1-1 0 0,0-1 0 0 0,1 1 0 0 0,-1 0 1 0 0,1 0-1 0 0,0 0 0 0 0,0 0 0 0 0,1 0 1 0 0,-1 0-1 0 0,1 0 0 0 0,0 1 0 0 0,1-1 1 0 0,-1 7-1 0 0,1 1-268 0 0,0 0-1 0 0,1-1 1 0 0,0 1 0 0 0,6 23 0 0 0,-6-32-155 0 0,0 0 0 0 0,0 0 1 0 0,1 0-1 0 0,-1 0 0 0 0,1-1 0 0 0,0 1 1 0 0,0-1-1 0 0,0 1 0 0 0,0-1 0 0 0,1 0 0 0 0,0 0 1 0 0,-1 0-1 0 0,1 0 0 0 0,0 0 0 0 0,0-1 1 0 0,1 1-1 0 0,-1-1 0 0 0,0 0 0 0 0,1 0 1 0 0,-1 0-1 0 0,1 0 0 0 0,0-1 0 0 0,0 0 0 0 0,0 1 1 0 0,-1-1-1 0 0,8 0 0 0 0,9 0-258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2.3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76 24 2532 0 0,'-19'-23'15784'0'0,"19"24"-15514"0"0,-5 9 809 0 0,5-10-1084 0 0,-9 23 9 0 0,1 1 0 0 0,1 0 0 0 0,1 0 0 0 0,-3 30 1 0 0,-2 100-548 0 0,11-154 551 0 0,-1 26-1148 0 0,1-1 1 0 0,6 41-1 0 0,-4-59 917 0 0,0 1 1 0 0,0-1-1 0 0,0 1 0 0 0,1-1 1 0 0,0 0-1 0 0,0 0 0 0 0,5 7 1 0 0,-6-11 398 0 0,1 1 0 0 0,0-1 0 0 0,-1 1 1 0 0,2-1-1 0 0,-1 0 0 0 0,0 0 0 0 0,1 0 0 0 0,3 2 1 0 0,-3-3-55 0 0,0 0 1 0 0,0-1 0 0 0,0 1 0 0 0,0-1-1 0 0,0 1 1 0 0,0-1 0 0 0,0-1 0 0 0,1 1-1 0 0,-1-1 1 0 0,0 1 0 0 0,0-1 0 0 0,7-1-1 0 0,13-1-1725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2.5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14 3684 0 0,'-21'-13'12043'0'0,"21"14"-11854"0"0,-9 18 495 0 0,0 1 1 0 0,1 0 0 0 0,1 0 0 0 0,1 1 0 0 0,-5 26 0 0 0,-9 110-2957 0 0,19-137 1975 0 0,0-9-195 0 0,-3 50-288 0 0,4-55 1379 0 0,1 0 0 0 0,0-1 0 0 0,0 1 0 0 0,2 9 0 0 0,0-9-988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2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31 204 3456 0 0,'-4'-4'587'0'0,"2"2"-1"0"0,-1-1 1 0 0,1 1-1 0 0,0 0 1 0 0,0-1-1 0 0,0 1 1 0 0,0-1-1 0 0,0 0 1 0 0,1 0-1 0 0,-1 0 1 0 0,1 0-1 0 0,0 0 1 0 0,0 0-1 0 0,0 0 1 0 0,0 0-1 0 0,0 0 1 0 0,1 0-1 0 0,-1 0 1 0 0,1-1-1 0 0,0-3 1 0 0,0 2-27 0 0,1-1 0 0 0,0 1 0 0 0,0-1 0 0 0,0 1 0 0 0,1 0 0 0 0,3-9 0 0 0,-2 9-562 0 0,-1 1 1 0 0,1-1-1 0 0,0 1 0 0 0,1 0 0 0 0,-1 0 1 0 0,1 0-1 0 0,-1 0 0 0 0,1 1 0 0 0,0 0 1 0 0,0-1-1 0 0,1 1 0 0 0,-1 1 1 0 0,1-1-1 0 0,-1 1 0 0 0,1 0 0 0 0,0 0 1 0 0,0 0-1 0 0,9-2 0 0 0,28-4-5 0 0,1 1-1 0 0,45-1 0 0 0,-41 4 31 0 0,-22 3-23 0 0,-2 0 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42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28 2764 0 0,'2'-6'974'0'0,"-1"4"-200"0"0,0 0 0 0 0,0 0 0 0 0,0 0 0 0 0,3-3 1547 0 0,0 1-1547 0 0,-3 3-518 0 0,-1 1 0 0 0,1-1 0 0 0,0 1 0 0 0,0-1 0 0 0,0 1-1 0 0,0-1 1 0 0,0 1 0 0 0,0 0 0 0 0,0 0 0 0 0,0-1 0 0 0,0 1 0 0 0,0 0 0 0 0,0 0 0 0 0,0 0-1 0 0,0 0 1 0 0,0 0 0 0 0,1 0 0 0 0,-1 1 0 0 0,0-1 0 0 0,1 1 0 0 0,4 0 153 0 0,-1 1-1 0 0,1 0 1 0 0,0 0 0 0 0,-1 1 0 0 0,0-1-1 0 0,1 1 1 0 0,-1 0 0 0 0,0 1 0 0 0,8 7 0 0 0,-6-5-314 0 0,-2 0 0 0 0,1 1 0 0 0,-1 0 1 0 0,0 0-1 0 0,0 0 0 0 0,5 11 0 0 0,-4-5-208 0 0,-1 1 0 0 0,0 0 0 0 0,-1 0 0 0 0,0 1 0 0 0,-1-1-1 0 0,-1 1 1 0 0,1 26 0 0 0,-3-15-547 0 0,-2 1 1 0 0,-1-1-1 0 0,-2 1 0 0 0,0-1 0 0 0,-1-1 0 0 0,-2 1 0 0 0,-17 37 1 0 0,-94 165-3889 0 0,92-180 4249 0 0,-6 10-2924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4:24.6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1077 381 992 0 0,'-22'-25'14542'0'0,"7"7"-10655"0"0,11 13-3737 0 0,0 1 1 0 0,0 0-1 0 0,-9-7 0 0 0,11 10-168 0 0,-1 0 0 0 0,1-1 0 0 0,0 1 0 0 0,-1 0 0 0 0,1 0 0 0 0,-1 0 0 0 0,1 0-1 0 0,-1 1 1 0 0,1-1 0 0 0,-1 1 0 0 0,1-1 0 0 0,-1 1 0 0 0,0 0 0 0 0,1 0 0 0 0,-1 0 0 0 0,0 0 0 0 0,1 1-1 0 0,-1-1 1 0 0,-4 2 0 0 0,-12 6 18 0 0,1-1 0 0 0,0 2 0 0 0,-23 15 0 0 0,-14 7 0 0 0,-56 21-1627 0 0,-47 26-3298 0 0,130-62 2777 0 0,0 1-1 0 0,1 1 1 0 0,-36 33-1 0 0,32-20 1339 0 0,1 2 0 0 0,1 1-1 0 0,-28 44 1 0 0,-64 119 1306 0 0,101-161-500 0 0,2 2 1 0 0,1 1-1 0 0,2 0 0 0 0,2 1 1 0 0,2 0-1 0 0,1 1 1 0 0,2 0-1 0 0,2 0 0 0 0,2 1 1 0 0,1 56-1 0 0,5-47 10 0 0,2 0-1 0 0,3 0 1 0 0,1 0 0 0 0,3-1-1 0 0,3 0 1 0 0,1-1-1 0 0,2-1 1 0 0,26 49 0 0 0,-16-43-7 0 0,2-2 1 0 0,3-1-1 0 0,1-1 1 0 0,3-1-1 0 0,2-3 1 0 0,2-1-1 0 0,50 43 1 0 0,-77-76-17 0 0,2 0 1 0 0,-1-1 0 0 0,1-1 0 0 0,1-1-1 0 0,0 0 1 0 0,0-1 0 0 0,1 0 0 0 0,0-2-1 0 0,0 0 1 0 0,0-1 0 0 0,1 0 0 0 0,0-2-1 0 0,0 0 1 0 0,0-1 0 0 0,32 0 0 0 0,-29-4-45 0 0,0 0 1 0 0,-1-1-1 0 0,0-1 0 0 0,0 0 1 0 0,0-2-1 0 0,23-9 1 0 0,-18 4-19 0 0,0-2 1 0 0,-1 0 0 0 0,-1-1 0 0 0,24-20 0 0 0,-4-2-54 0 0,-1-3 0 0 0,-2-1 0 0 0,68-90 0 0 0,-84 98 126 0 0,-3-1 0 0 0,0-1 0 0 0,-2-1 0 0 0,-2-1 0 0 0,15-41 0 0 0,-16 27 55 0 0,-2 0-1 0 0,-2 0 1 0 0,7-76 0 0 0,-10 10 23 0 0,-8-173 0 0 0,-40-117 32 0 0,22 298-7 0 0,-36-123-1 0 0,35 170-38 0 0,-3 1 0 0 0,-2 2 0 0 0,-45-82 0 0 0,59 124-52 0 0,-1 0 0 0 0,-1 0 0 0 0,0 1 0 0 0,-1 1 0 0 0,-1 0 0 0 0,-28-25 0 0 0,35 34-5 0 0,0 1-1 0 0,-1 0 0 0 0,1 0 0 0 0,-1 0 0 0 0,0 1 1 0 0,0 0-1 0 0,0 0 0 0 0,0 0 0 0 0,-1 1 1 0 0,1 0-1 0 0,-1 1 0 0 0,0 0 0 0 0,1 0 0 0 0,-1 0 1 0 0,0 1-1 0 0,1 0 0 0 0,-1 1 0 0 0,0 0 1 0 0,-11 3-1 0 0,13-3 0 0 0,-1 2 0 0 0,1-1 0 0 0,0 1 0 0 0,-1 0 0 0 0,1 0 0 0 0,0 1 0 0 0,1 0 0 0 0,-1 0 0 0 0,1 0 0 0 0,0 1 0 0 0,0-1 0 0 0,0 1 0 0 0,-4 7 0 0 0,-5 7 0 0 0,2 0 0 0 0,-17 34 0 0 0,27-49 0 0 0,-30 55 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5:07.5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22 241 688 0 0,'-21'-18'20662'0'0,"28"15"-22352"0"0,114-21 1690 0 0,38-11 0 0 0,245-73-2505 0 0,-274 75-1072 0 0,-117 30 2863 0 0,8-3-1669 0 0,27-3-1 0 0,-43 9 2511 0 0,1-1 0 0 0,-1 1 1 0 0,1 0-1 0 0,-1 0 0 0 0,1 0 0 0 0,-1 1 0 0 0,0 0 0 0 0,1 0 0 0 0,-1 1 1 0 0,7 2-1 0 0,-10-4 155 0 0,-1 1 0 0 0,1 1 0 0 0,0-1 1 0 0,-1 0-1 0 0,1 0 0 0 0,-1 1 0 0 0,1-1 1 0 0,-1 0-1 0 0,0 1 0 0 0,1 0 0 0 0,-1-1 1 0 0,0 1-1 0 0,0 0 0 0 0,0-1 0 0 0,0 3 1 0 0,1 2-1378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5:07.8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46 261 1604 0 0,'-11'4'3533'0'0,"-23"19"10563"0"0,36-23-13811 0 0,12-2-248 0 0,-1-1 0 0 0,1-1 0 0 0,12-5 0 0 0,6-2-43 0 0,351-121-2181 0 0,-100 30-6685 0 0,-225 86 5616 0 0,-47 13 3153 0 0,0 1-1 0 0,0 0 1 0 0,0 1 0 0 0,0 1 0 0 0,22 1 0 0 0,-16 2 65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22.09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55 1152 0 0,'1'-48'15856'0'0,"2"45"-15130"0"0,-2 3-673 0 0,0-1-1 0 0,-1 1 0 0 0,1-1 1 0 0,-1 1-1 0 0,1 0 0 0 0,0-1 1 0 0,-1 1-1 0 0,1 0 1 0 0,0 0-1 0 0,-1 0 0 0 0,1-1 1 0 0,0 1-1 0 0,-1 0 0 0 0,1 0 1 0 0,0 0-1 0 0,0 0 1 0 0,-1 0-1 0 0,1 0 0 0 0,0 1 1 0 0,-1-1-1 0 0,1 0 0 0 0,0 0 1 0 0,-1 0-1 0 0,1 1 1 0 0,0-1-1 0 0,-1 0 0 0 0,1 1 1 0 0,-1-1-1 0 0,1 0 0 0 0,0 1 1 0 0,-1-1-1 0 0,1 1 0 0 0,-1-1 1 0 0,1 1-1 0 0,-1-1 1 0 0,1 1-1 0 0,-1-1 0 0 0,0 1 1 0 0,1 0-1 0 0,2 3-86 0 0,0 0 1 0 0,0 0-1 0 0,-1 0 0 0 0,4 7 0 0 0,0 4 34 0 0,-1 0 0 0 0,0 1 0 0 0,-1-1 0 0 0,3 22 0 0 0,2 66 0 0 0,-9-99 0 0 0,4 134 4 0 0,1 12-61 0 0,1-112 46 0 0,-1-22 75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3:22.4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113 206 3684 0 0,'-4'-5'1427'0'0,"-13"-21"1749"0"0,13 14 1022 0 0,-3-13 1792 0 0,7 24-5924 0 0,-1 0 0 0 0,1-1 0 0 0,0 1-1 0 0,-1 0 1 0 0,0 0 0 0 0,1 0 0 0 0,-1 0 0 0 0,0 0 0 0 0,1 0 0 0 0,-1 0-1 0 0,0 0 1 0 0,0 0 0 0 0,0 0 0 0 0,0 0 0 0 0,0 0 0 0 0,0 1-1 0 0,-2-2 1 0 0,3 2-66 0 0,-1 0 0 0 0,0 0 0 0 0,0 1 0 0 0,0-1 0 0 0,0 0 0 0 0,1 0 0 0 0,-1 1 0 0 0,0-1 0 0 0,0 0 0 0 0,0 1 0 0 0,1-1 0 0 0,-1 1 0 0 0,0-1 0 0 0,1 1 0 0 0,-1 0 0 0 0,0-1 0 0 0,1 1 0 0 0,-1-1 0 0 0,1 1 0 0 0,-1 0 0 0 0,1 0 0 0 0,-1 1 0 0 0,-11 20 0 0 0,10-19 0 0 0,-32 63 0 0 0,34-66 0 0 0,0 0 0 0 0,0 0 0 0 0,-1 0 0 0 0,1 1 0 0 0,0-1 0 0 0,0 0 0 0 0,0 0 0 0 0,0 0 0 0 0,0 0 0 0 0,0 0 0 0 0,0 0 0 0 0,0 0 0 0 0,0 1 0 0 0,0-1 0 0 0,0 0 0 0 0,0 0 0 0 0,0 0 0 0 0,0 0 0 0 0,0 0 0 0 0,0 1 0 0 0,0-1 0 0 0,0 0 0 0 0,0 0 0 0 0,0 0 0 0 0,0 0 0 0 0,0 0 0 0 0,0 0 0 0 0,0 1 0 0 0,0-1 0 0 0,0 0 0 0 0,0 0 0 0 0,0 0 0 0 0,0 0 0 0 0,0 0 0 0 0,0 0 0 0 0,1 0 0 0 0,-1 1 0 0 0,0-1 0 0 0,0 0 0 0 0,0 0 0 0 0,0 0 0 0 0,0 0 0 0 0,0 0 0 0 0,1 0 0 0 0,6-2 0 0 0,12-9 0 0 0,-18 10 0 0 0,20-12 0 0 0,0-1 0 0 0,21-19 0 0 0,-32 23 0 0 0,0 0 0 0 0,-1 0 0 0 0,0-1 0 0 0,0 0 0 0 0,8-17 0 0 0,-12 20-229 0 0,0 0 0 0 0,0 1 0 0 0,1-1 0 0 0,0 1 0 0 0,12-12 0 0 0,-16 18 58 0 0,0-1 0 0 0,0 1 0 0 0,-1-1 0 0 0,1 1 0 0 0,0 0 0 0 0,0 0-1 0 0,0 0 1 0 0,0 0 0 0 0,1 0 0 0 0,-1 0 0 0 0,0 0 0 0 0,0 1 0 0 0,0-1 0 0 0,1 1 0 0 0,-1 0-1 0 0,0-1 1 0 0,1 1 0 0 0,-1 0 0 0 0,0 1 0 0 0,0-1 0 0 0,1 0 0 0 0,-1 1 0 0 0,0-1 0 0 0,0 1 0 0 0,1-1-1 0 0,-1 1 1 0 0,0 0 0 0 0,0 0 0 0 0,2 2 0 0 0,10 8-304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5:09.9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47 756 0 0,'19'-6'9334'0'0,"9"-5"-359"0"0,-13 8-8559 0 0,-1 0-561 0 0,14-4 263 0 0,0 1-1 0 0,38-2 1 0 0,-50 6-123 0 0,0 2 0 0 0,0 0 0 0 0,1 1 1 0 0,-1 1-1 0 0,27 6 0 0 0,-39-7 5 0 0,0 0 0 0 0,0 1 0 0 0,0-1 0 0 0,0 1 0 0 0,6 4 0 0 0,-9-5 0 0 0,0-1 0 0 0,0 1 0 0 0,-1-1 0 0 0,1 1 0 0 0,0 0 0 0 0,0 0 0 0 0,0-1 0 0 0,-1 1 0 0 0,1 0 0 0 0,-1 0 0 0 0,1 0 0 0 0,0 0 0 0 0,-1 0 0 0 0,0 0 0 0 0,1 0 0 0 0,-1 0 0 0 0,0 0 0 0 0,1 0 0 0 0,-1 0 0 0 0,0 0 0 0 0,0 0 0 0 0,0 0 0 0 0,0 0 0 0 0,0 0 0 0 0,0 0 0 0 0,0 1 0 0 0,0 0 0 0 0,-4 6 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5:10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25 124 1612 0 0,'-2'-1'421'0'0,"-1"0"0"0"0,1-1 1 0 0,0 1-1 0 0,-1-1 1 0 0,1 0-1 0 0,0 0 0 0 0,0 1 1 0 0,-5-27 11613 0 0,8 24-11390 0 0,1 1-557 0 0,-1-1 1 0 0,1 1-1 0 0,-1 0 0 0 0,1-1 0 0 0,0 1 0 0 0,0 0 0 0 0,0 0 0 0 0,1 0 0 0 0,-1 0 1 0 0,1 1-1 0 0,-1-1 0 0 0,1 1 0 0 0,0-1 0 0 0,0 1 0 0 0,0 0 0 0 0,0 0 0 0 0,1 0 1 0 0,-1 1-1 0 0,0-1 0 0 0,1 1 0 0 0,-1 0 0 0 0,7-2 0 0 0,7-1-115 0 0,1 1 1 0 0,-1 1-1 0 0,28 0 0 0 0,-23 1 104 0 0,200-5-1374 0 0,-87 3-2332 0 0,-96 3-709 0 0,65 7 1 0 0,-91-5 4930 0 0,-6-3-445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5:26.9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125 66 840 0 0,'-21'-8'10362'0'0,"17"5"-9325"0"0,-17-19 4453 0 0,18 19-5297 0 0,0-1 0 0 0,0 1 0 0 0,0 0 0 0 0,-1 0 0 0 0,1 0 1 0 0,-1 0-1 0 0,0 1 0 0 0,0-1 0 0 0,-6-2 0 0 0,9 5-194 0 0,0-1-1 0 0,0 1 1 0 0,0 0-1 0 0,0 0 0 0 0,0 0 1 0 0,0 0-1 0 0,0 0 1 0 0,0 1-1 0 0,0-1 1 0 0,0 0-1 0 0,-1 0 1 0 0,2 1-1 0 0,-1-1 0 0 0,0 0 1 0 0,0 1-1 0 0,0-1 1 0 0,0 1-1 0 0,0 0 1 0 0,0-1-1 0 0,0 1 1 0 0,1 0-1 0 0,-1-1 0 0 0,0 1 1 0 0,0 0-1 0 0,1 0 1 0 0,-1 0-1 0 0,0-1 1 0 0,1 1-1 0 0,-1 0 1 0 0,0 2-1 0 0,0 0-136 0 0,-1 0 0 0 0,1 0 0 0 0,0 0 0 0 0,0 0 0 0 0,0 0 0 0 0,0 0 0 0 0,0 1 0 0 0,0 5 0 0 0,29-7-9439 0 0,-23-3 8787 0 0,5 1-1199 0 0,0 0 0 0 0,19 2 1 0 0,-21 0 1965 0 0,1 0 1 0 0,-1 0 0 0 0,0 1-1 0 0,1 0 1 0 0,-1 0 0 0 0,0 1-1 0 0,-1 0 1 0 0,1 0 0 0 0,-1 1-1 0 0,10 8 1 0 0,103 75 116 0 0,-101-76-89 0 0,1-1 1 0 0,0-1 0 0 0,0-1-1 0 0,36 11 1 0 0,-21-11 34 0 0,1-1-1 0 0,0-2 1 0 0,45 2 0 0 0,-55-7 30 0 0,1-1 0 0 0,-1-2-1 0 0,1 0 1 0 0,-1-2 0 0 0,31-8 0 0 0,317-114 449 0 0,-365 123-520 0 0,0 1 0 0 0,0 0 0 0 0,0 0-1 0 0,1 0 1 0 0,14 1 0 0 0,49 4 0 0 0,7 0 3 0 0,0-8 2 0 0,50-2 11 0 0,-103 7-12 0 0,1 1 0 0 0,47 9 0 0 0,-5 5 7 0 0,-9-1 21 0 0,1-3-1 0 0,75 4 1 0 0,216-22-20 0 0,-272-2 30 0 0,-1-2 0 0 0,106-31 0 0 0,-137 28-42 0 0,2 3 1 0 0,97-11-1 0 0,-125 21 78 0 0,1 1 0 0 0,-1 0 0 0 0,1 2-1 0 0,-1 1 1 0 0,1 0 0 0 0,-1 2 0 0 0,0 1 0 0 0,36 14-1 0 0,-18-4-16 0 0,1-2-1 0 0,0-2 1 0 0,1-1-1 0 0,0-2 1 0 0,83 5-1 0 0,-55-12-332 0 0,0-4 1 0 0,133-19-1 0 0,180-49 525 0 0,-338 60-221 0 0,1 2 0 0 0,73-4 1 0 0,-114 12-32 0 0,0 1 0 0 0,0-1 1 0 0,1 1-1 0 0,-1 0 0 0 0,0 0 1 0 0,0 1-1 0 0,0 0 0 0 0,0 0 1 0 0,9 5-1 0 0,-8-3 6 0 0,0 1-1 0 0,0 0 1 0 0,0 0 0 0 0,-1 1-1 0 0,0 0 1 0 0,8 9-1 0 0,-3-3 174 0 0,0 0-1 0 0,1-1 0 0 0,0-1 1 0 0,1 0-1 0 0,0 0 0 0 0,0-2 1 0 0,1 1-1 0 0,0-2 0 0 0,1 0 1 0 0,0 0-1 0 0,0-2 0 0 0,0 1 1 0 0,0-2-1 0 0,32 5 0 0 0,6-4-942 0 0,1-2 0 0 0,108-9 0 0 0,-104 3 609 0 0,151-14 306 0 0,215-45 0 0 0,-341 44-150 0 0,-39 7 7 0 0,1 3 0 0 0,47-3 1 0 0,-86 11 195 0 0,-1 1 1 0 0,1 0 0 0 0,0 0-1 0 0,-1 0 1 0 0,1 1 0 0 0,-1 0-1 0 0,0 0 1 0 0,1 0-1 0 0,-1 1 1 0 0,0 0 0 0 0,8 6-1 0 0,-4-4 263 0 0,1 1 0 0 0,10 4-1 0 0,-1-4 1061 0 0,1 0 1 0 0,0-1-1 0 0,31 4 0 0 0,64-1 3103 0 0,-56-5-4004 0 0,14 0-1465 0 0,-1-2 1 0 0,80-11-1 0 0,-75-1-4280 0 0,138-37 1 0 0,-1-7 2965 0 0,-160 44 2271 0 0,0 2 0 0 0,57-1 0 0 0,102 7-14 0 0,19-2 773 0 0,-73-1-621 0 0,211 3 13059 0 0,-328 3-13321 0 0,-25 0 7 0 0,-1 0 1 0 0,1 1 0 0 0,29 5-1 0 0,-30 0-1 0 0,-5 2 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6.2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0 437 919 0 0,'2'-20'2012'0'0,"0"-1"0"0"0,2 1 0 0 0,0 0 0 0 0,14-38 0 0 0,0-4 535 0 0,5-68 2166 0 0,-10 45-2557 0 0,-13 84-2125 0 0,0 0-1 0 0,0 0 1 0 0,0-1-1 0 0,1 1 0 0 0,-1 0 1 0 0,0 0-1 0 0,1 0 1 0 0,-1 0-1 0 0,1 0 1 0 0,-1 0-1 0 0,1 0 1 0 0,0 0-1 0 0,-1 0 0 0 0,1 0 1 0 0,0 0-1 0 0,0 0 1 0 0,-1 0-1 0 0,2-1 1 0 0,-1 2-21 0 0,0 0 1 0 0,0 0 0 0 0,0 0-1 0 0,-1 1 1 0 0,1-1-1 0 0,0 0 1 0 0,0 0 0 0 0,0 0-1 0 0,-1 1 1 0 0,1-1 0 0 0,0 0-1 0 0,0 1 1 0 0,-1-1-1 0 0,1 0 1 0 0,0 1 0 0 0,-1-1-1 0 0,1 1 1 0 0,0 0 0 0 0,-1-1-1 0 0,1 1 1 0 0,-1-1-1 0 0,1 1 1 0 0,-1 0 0 0 0,1-1-1 0 0,-1 1 1 0 0,1 0 0 0 0,-1 1-1 0 0,10 12 16 0 0,-2 1 0 0 0,0 0 0 0 0,0 0 0 0 0,-2 1 0 0 0,6 20 0 0 0,18 85-38 0 0,-10 52-351 0 0,-15-97-3872 0 0,-5-63 2931 0 0,4 55-5362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9.3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71 292 4143 0 0,'-7'-8'678'0'0,"0"0"0"0"0,0 0 0 0 0,1-1-1 0 0,0 0 1 0 0,1 0 0 0 0,0 0-1 0 0,0-1 1 0 0,1 1 0 0 0,0-1-1 0 0,1 0 1 0 0,-4-21 0 0 0,5 18-127 0 0,0 1-1 0 0,1-1 1 0 0,1 0 0 0 0,0 0-1 0 0,1 0 1 0 0,1 0 0 0 0,0 0 0 0 0,0 0-1 0 0,7-17 1 0 0,-9 29-528 0 0,0 1 0 0 0,0-1 0 0 0,0 0 0 0 0,0 0 0 0 0,1 0 0 0 0,-1 1 0 0 0,0-1 0 0 0,1 0 0 0 0,-1 1 0 0 0,0-1 0 0 0,1 0 0 0 0,-1 0 0 0 0,1 1 0 0 0,-1-1 0 0 0,1 1 0 0 0,-1-1 0 0 0,1 0 0 0 0,0 1 0 0 0,-1-1 0 0 0,1 1 0 0 0,0 0 0 0 0,0-1 0 0 0,0 1 13 0 0,-1 0 0 0 0,1 0-1 0 0,0 1 1 0 0,-1-1 0 0 0,1 0 0 0 0,-1 1-1 0 0,1-1 1 0 0,-1 0 0 0 0,0 1-1 0 0,1-1 1 0 0,-1 1 0 0 0,1-1-1 0 0,-1 1 1 0 0,0-1 0 0 0,1 1-1 0 0,-1-1 1 0 0,0 1 0 0 0,1-1-1 0 0,-1 1 1 0 0,0 0 0 0 0,0 0-1 0 0,3 7 306 0 0,0 1 0 0 0,2 12-1 0 0,5 35-406 0 0,3 0 0 0 0,3-1 0 0 0,26 62 0 0 0,-34-100-848 0 0,1-1-3758 0 0,-1-3-1462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9.6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4 139 10591 0 0,'-3'-2'865'0'0,"2"4"-204"0"0,7 10 197 0 0,10 17 22 0 0,-10-22-687 0 0,0 1 0 0 0,1-1 0 0 0,0 0 0 0 0,0 0 0 0 0,1-1 0 0 0,0 0 0 0 0,0 0 0 0 0,0-1 0 0 0,12 6-1 0 0,-8-6-16 0 0,0 0-1 0 0,1 0 1 0 0,0-1-1 0 0,-1-1 1 0 0,1 0-1 0 0,19 2 1 0 0,-29-5-170 0 0,0 0 0 0 0,1 0 1 0 0,-1 0-1 0 0,1 0 0 0 0,-1-1 1 0 0,0 1-1 0 0,1-1 0 0 0,-1 0 1 0 0,0 0-1 0 0,1 0 0 0 0,-1-1 1 0 0,0 1-1 0 0,0-1 0 0 0,0 1 1 0 0,0-1-1 0 0,-1 0 1 0 0,1 0-1 0 0,0-1 0 0 0,-1 1 1 0 0,1 0-1 0 0,-1-1 0 0 0,0 0 1 0 0,0 1-1 0 0,0-1 0 0 0,0 0 1 0 0,0 0-1 0 0,-1 0 0 0 0,1 0 1 0 0,-1 0-1 0 0,0-1 0 0 0,0 1 1 0 0,0 0-1 0 0,-1-1 0 0 0,1 1 1 0 0,-1 0-1 0 0,1-1 1 0 0,-1 1-1 0 0,0-1 0 0 0,0 1 1 0 0,-1-1-1 0 0,-1-5 0 0 0,-1-5 76 0 0,-1 1-1 0 0,-1 0 1 0 0,0 0 0 0 0,-1 0-1 0 0,-12-19 1 0 0,13 23-1 0 0,-1 1 0 0 0,0 0-1 0 0,-1 0 1 0 0,0 1 0 0 0,0 0 0 0 0,0 0 0 0 0,-1 0 0 0 0,-13-8 0 0 0,19 14 12 0 0,0 0 1 0 0,0 0 0 0 0,-1 0 0 0 0,1 0 0 0 0,0 0 0 0 0,0 0 0 0 0,-1 1 0 0 0,1-1 0 0 0,0 1-1 0 0,-1 0 1 0 0,1 0 0 0 0,-1 0 0 0 0,1 0 0 0 0,0 0 0 0 0,-1 0 0 0 0,-3 1 0 0 0,3 0-30 0 0,-1 1 0 0 0,1-1-1 0 0,0 1 1 0 0,-1-1 0 0 0,1 1 0 0 0,0 0 0 0 0,0 0 0 0 0,0 0 0 0 0,1 1 0 0 0,-4 2 0 0 0,1 1-47 0 0,0 0 0 0 0,0 0 1 0 0,0 1-1 0 0,1 0 0 0 0,0 0 0 0 0,0 0 0 0 0,1 0 0 0 0,0 0 0 0 0,-3 11 0 0 0,4-13-91 0 0,1 0 0 0 0,0 0 0 0 0,1 0 0 0 0,-1 0-1 0 0,1 0 1 0 0,0 0 0 0 0,0 0 0 0 0,0 0 0 0 0,1 0 0 0 0,-1 0 0 0 0,1 0 0 0 0,1 0-1 0 0,-1 0 1 0 0,1 0 0 0 0,0-1 0 0 0,0 1 0 0 0,0-1 0 0 0,0 1 0 0 0,1-1-1 0 0,0 0 1 0 0,0 0 0 0 0,0 0 0 0 0,1 0 0 0 0,-1 0 0 0 0,1-1 0 0 0,0 1-1 0 0,0-1 1 0 0,0 0 0 0 0,0 0 0 0 0,0-1 0 0 0,1 1 0 0 0,4 1 0 0 0,12 4-1312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0.0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11 241 6911 0 0,'-1'0'61'0'0,"1"0"-1"0"0,0 0 1 0 0,-1 0-1 0 0,1 0 1 0 0,0 0-1 0 0,-1 0 1 0 0,1 0-1 0 0,-1 0 1 0 0,1 0-1 0 0,0 0 0 0 0,-1 0 1 0 0,1 0-1 0 0,0 0 1 0 0,-1 0-1 0 0,1 0 1 0 0,0 0-1 0 0,-1 1 1 0 0,1-1-1 0 0,0 0 1 0 0,-1 0-1 0 0,1 0 0 0 0,0 1 1 0 0,0-1-1 0 0,-1 0 1 0 0,1 0-1 0 0,0 1 1 0 0,0-1-1 0 0,-1 0 1 0 0,1 1-1 0 0,3 10 2095 0 0,-2-8-1961 0 0,0 1 95 0 0,1 0 0 0 0,0 0 0 0 0,0 0 0 0 0,0-1 0 0 0,0 1 0 0 0,0-1 0 0 0,1 0 0 0 0,0 1-1 0 0,-1-1 1 0 0,1 0 0 0 0,1-1 0 0 0,-1 1 0 0 0,0 0 0 0 0,5 2 0 0 0,-2-2-50 0 0,-1-1-1 0 0,1 1 1 0 0,0-1-1 0 0,-1 0 1 0 0,1-1 0 0 0,0 1-1 0 0,0-1 1 0 0,1-1-1 0 0,5 1 1 0 0,0-1-62 0 0,0 0 1 0 0,1-1 0 0 0,-1-1-1 0 0,0 0 1 0 0,0-1-1 0 0,0 0 1 0 0,0-1 0 0 0,0 0-1 0 0,13-7 1 0 0,-15 6-144 0 0,-1 0 1 0 0,0-1 0 0 0,0 0-1 0 0,0 0 1 0 0,-1-1-1 0 0,15-15 1 0 0,-20 18-34 0 0,0 1 1 0 0,-1-1-1 0 0,1 0 1 0 0,-1 0-1 0 0,0 0 0 0 0,0 0 1 0 0,0-1-1 0 0,0 1 1 0 0,-1-1-1 0 0,0 1 1 0 0,0-1-1 0 0,0 1 1 0 0,0-1-1 0 0,-1 0 0 0 0,0 1 1 0 0,0-1-1 0 0,0 0 1 0 0,-1-5-1 0 0,-1 1 2 0 0,0 1-1 0 0,-1 0 1 0 0,0 0-1 0 0,0 0 1 0 0,0 1-1 0 0,-1-1 1 0 0,-1 1-1 0 0,1 0 1 0 0,-1 0-1 0 0,-8-9 0 0 0,8 10 39 0 0,0 0-1 0 0,-1 1 1 0 0,1 0-1 0 0,-1 0 0 0 0,0 1 1 0 0,0-1-1 0 0,-1 1 1 0 0,1 1-1 0 0,-1-1 0 0 0,0 1 1 0 0,-13-4-1 0 0,13 6 22 0 0,1 0 0 0 0,-1 1 0 0 0,1-1 0 0 0,-1 1 0 0 0,0 1 0 0 0,1-1 0 0 0,-1 1 0 0 0,1 0 0 0 0,-1 1 0 0 0,1 0 0 0 0,0 0 0 0 0,-1 0 0 0 0,1 1 0 0 0,0-1 0 0 0,1 1 0 0 0,-1 1 0 0 0,0-1 0 0 0,1 1 0 0 0,0 0 0 0 0,0 1 0 0 0,0-1 0 0 0,0 1-1 0 0,1 0 1 0 0,0 0 0 0 0,-6 8 0 0 0,7-8-78 0 0,-1 0-1 0 0,1 0 0 0 0,0 1 1 0 0,0-1-1 0 0,1 1 0 0 0,0 0 1 0 0,0-1-1 0 0,0 1 0 0 0,1 0 1 0 0,0 0-1 0 0,0 0 0 0 0,0 0 0 0 0,1 0 1 0 0,0 0-1 0 0,0 0 0 0 0,0 1 1 0 0,1-1-1 0 0,0 0 0 0 0,0 0 1 0 0,1 0-1 0 0,-1-1 0 0 0,1 1 1 0 0,1 0-1 0 0,-1-1 0 0 0,1 1 1 0 0,0-1-1 0 0,5 8 0 0 0,-2-6-472 0 0,0-1-1 0 0,0 0 1 0 0,1 0-1 0 0,0 0 1 0 0,0-1-1 0 0,0 0 1 0 0,15 7-1 0 0,-7-4-5962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0.3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20 262 9215 0 0,'25'11'4297'0'0,"-18"-7"-3760"0"0,5 1-103 0 0,1 0 0 0 0,-1 0 0 0 0,1-2 1 0 0,-1 1-1 0 0,1-2 0 0 0,0 1 1 0 0,0-2-1 0 0,0 0 0 0 0,0 0 0 0 0,1-2 1 0 0,17-1-1 0 0,-20 0-330 0 0,-1 1 1 0 0,1-2-1 0 0,-1 0 1 0 0,0 0-1 0 0,0 0 0 0 0,0-1 1 0 0,0-1-1 0 0,-1 0 1 0 0,0 0-1 0 0,0-1 0 0 0,0 0 1 0 0,-1 0-1 0 0,1-1 0 0 0,10-12 1 0 0,-16 15-101 0 0,0 1 0 0 0,-1 0 0 0 0,1-1 0 0 0,-1 1 0 0 0,0-1 0 0 0,0 0 0 0 0,0 0 0 0 0,0 0 0 0 0,-1 0 0 0 0,0 0 0 0 0,0 0 1 0 0,0 0-1 0 0,0 0 0 0 0,-1-1 0 0 0,1-6 0 0 0,-2 6-2 0 0,1 0 1 0 0,-1 0 0 0 0,0 0 0 0 0,0 1-1 0 0,-1-1 1 0 0,0 0 0 0 0,0 0-1 0 0,0 1 1 0 0,0 0 0 0 0,-1-1-1 0 0,-5-6 1 0 0,1 2 6 0 0,-1 1-1 0 0,0 0 1 0 0,0 0 0 0 0,-1 0-1 0 0,0 1 1 0 0,0 1-1 0 0,-1 0 1 0 0,0 0 0 0 0,0 1-1 0 0,-20-8 1 0 0,22 10 38 0 0,-1 1-1 0 0,1 0 1 0 0,-1 1 0 0 0,1 0-1 0 0,-1 0 1 0 0,1 1 0 0 0,-1 0 0 0 0,0 1-1 0 0,1 0 1 0 0,-1 0 0 0 0,1 0-1 0 0,-1 1 1 0 0,1 1 0 0 0,0 0 0 0 0,-16 7-1 0 0,16-6-22 0 0,0 0-1 0 0,1 1 0 0 0,-1 0 1 0 0,1 1-1 0 0,0-1 1 0 0,0 1-1 0 0,0 1 0 0 0,1-1 1 0 0,0 1-1 0 0,0 0 0 0 0,1 1 1 0 0,0 0-1 0 0,1-1 0 0 0,-1 1 1 0 0,-3 10-1 0 0,7-15-38 0 0,0 0-1 0 0,0-1 1 0 0,0 1 0 0 0,0 0-1 0 0,1 1 1 0 0,-1-1 0 0 0,1 0-1 0 0,0 0 1 0 0,0 0 0 0 0,0 0-1 0 0,0 0 1 0 0,0 0 0 0 0,1 0-1 0 0,-1 0 1 0 0,1 1 0 0 0,0-1-1 0 0,0-1 1 0 0,0 1 0 0 0,0 0-1 0 0,1 0 1 0 0,-1 0-1 0 0,1-1 1 0 0,-1 1 0 0 0,1 0-1 0 0,0-1 1 0 0,0 0 0 0 0,0 1-1 0 0,1-1 1 0 0,-1 0 0 0 0,0 0-1 0 0,1 0 1 0 0,-1-1 0 0 0,1 1-1 0 0,0 0 1 0 0,0-1 0 0 0,-1 0-1 0 0,1 0 1 0 0,5 2 0 0 0,29 6-2413 0 0,-17-4-4518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0.7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178 247 4607 0 0,'-7'-19'7182'0'0,"11"30"-3901"0"0,-3-4-2282 0 0,1 0-1 0 0,0 0 1 0 0,0 0 0 0 0,1-1-1 0 0,6 12 1 0 0,-8-15-937 0 0,1-1-1 0 0,-1 0 1 0 0,1 0 0 0 0,0 0-1 0 0,0 0 1 0 0,0 0 0 0 0,0-1-1 0 0,0 1 1 0 0,0-1 0 0 0,0 1-1 0 0,1-1 1 0 0,-1 0 0 0 0,0 0-1 0 0,1 1 1 0 0,-1-2 0 0 0,1 1-1 0 0,-1 0 1 0 0,1-1-1 0 0,3 1 1 0 0,2 0-33 0 0,0-1 0 0 0,0 0-1 0 0,0 0 1 0 0,0-1 0 0 0,0 0-1 0 0,0-1 1 0 0,0 0 0 0 0,0 0 0 0 0,-1 0-1 0 0,1-1 1 0 0,-1-1 0 0 0,1 1-1 0 0,7-6 1 0 0,-4 2 12 0 0,1-1 0 0 0,-1 0 0 0 0,-1-1 0 0 0,1 0-1 0 0,-2 0 1 0 0,18-22 0 0 0,-25 28-41 0 0,1-1 0 0 0,-1 0 0 0 0,1 0 0 0 0,-1 0 0 0 0,-1 0 0 0 0,1 0 0 0 0,0 0 0 0 0,-1 0 0 0 0,0 0 0 0 0,0-1 0 0 0,0 1 0 0 0,0 0 0 0 0,-1-1 0 0 0,0 1 0 0 0,0-1 0 0 0,0 1 0 0 0,0-1 0 0 0,-2-6 0 0 0,0 5 0 0 0,0 1 0 0 0,0-1 0 0 0,0 1 0 0 0,-1-1 0 0 0,0 1 0 0 0,0 0 0 0 0,-1 0 0 0 0,1 0 0 0 0,-1 0 0 0 0,0 1 0 0 0,0-1 0 0 0,0 1 0 0 0,-6-4 0 0 0,2 2 0 0 0,0 0 0 0 0,0 1 0 0 0,0 0 0 0 0,-1 0 0 0 0,1 1 0 0 0,-1 0 0 0 0,0 1 0 0 0,-1 0 0 0 0,1 0 0 0 0,0 1 0 0 0,-1 0 0 0 0,1 1 0 0 0,-1 0 0 0 0,0 0 0 0 0,1 1 0 0 0,-1 1 0 0 0,0-1 0 0 0,1 2 0 0 0,-1-1 0 0 0,1 1 0 0 0,-1 1 0 0 0,1-1 0 0 0,0 2 0 0 0,0-1 0 0 0,0 1 0 0 0,1 0 0 0 0,-1 1 0 0 0,1 0 0 0 0,0 1 0 0 0,0 0 0 0 0,1 0 0 0 0,-11 10 0 0 0,6-2-233 0 0,0 0-1 0 0,1 0 1 0 0,1 1 0 0 0,0 0 0 0 0,1 1-1 0 0,0 0 1 0 0,1 0 0 0 0,1 1-1 0 0,1 0 1 0 0,1 0 0 0 0,-7 33-1 0 0,9-20-7078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13.6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1 582 1999 0 0,'1'-20'0'0'0,"-1"17"0"0"0,4-1 13 0 0,-1 1 70 0 0,0-1 1 0 0,0 1 0 0 0,1 0 0 0 0,0 0-1 0 0,-1 0 1 0 0,1 0 0 0 0,0 1 0 0 0,0 0 0 0 0,0 0-1 0 0,1 0 1 0 0,6-2 0 0 0,28-6-80 0 0,0 2-1 0 0,0 2 1 0 0,1 2 0 0 0,0 1 0 0 0,50 4-1 0 0,0 6 250 0 0,109 22 0 0 0,-134-17-198 0 0,102 16 108 0 0,-141-26-146 0 0,0-1 0 0 0,0-1 0 0 0,0-1 0 0 0,40-6-1 0 0,-32-1 5 0 0,0-1-1 0 0,32-13 0 0 0,63-32 115 0 0,0 0 7 0 0,-96 42-116 0 0,0 1 0 0 0,36-5 0 0 0,16 3 25 0 0,0 4 0 0 0,129 3-1 0 0,-148 10-78 0 0,90 17-1 0 0,-98-11 47 0 0,0-2 0 0 0,79-1-1 0 0,-72-10 120 0 0,78-16-1 0 0,62-22 560 0 0,-160 31-521 0 0,218-42 1070 0 0,3 21-484 0 0,-140 19-480 0 0,-104 8-240 0 0,0 0-1 0 0,-1-2 1 0 0,36-14 0 0 0,-25 5 25 0 0,0-2 1 0 0,30-20-1 0 0,55-47 166 0 0,-81 58-153 0 0,-11 11-67 0 0,-22 14-1 0 0,-2 4 42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8.9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31 386 3223 0 0,'0'0'240'0'0,"-1"-6"1026"0"0,0 0-1 0 0,0 0 0 0 0,0 0 0 0 0,-1 0 0 0 0,-4-11 0 0 0,-1-3 978 0 0,3 4-1822 0 0,1 1 0 0 0,1 0 1 0 0,0-1-1 0 0,1 1 1 0 0,2-25-1 0 0,1 14 269 0 0,2-1 0 0 0,9-36 0 0 0,-11 53-690 0 0,2 0 0 0 0,5-14 0 0 0,-7 20 0 0 0,0 1 0 0 0,0-1 0 0 0,0 0 0 0 0,1 1 0 0 0,-1-1 0 0 0,1 1 0 0 0,0 0 0 0 0,6-5 0 0 0,-9 7 0 0 0,1 1-1 0 0,-1-1 1 0 0,1 1 0 0 0,0-1-1 0 0,-1 1 1 0 0,1 0 0 0 0,0-1-1 0 0,-1 1 1 0 0,1 0 0 0 0,0-1-1 0 0,0 1 1 0 0,-1 0-1 0 0,1 0 1 0 0,0 0 0 0 0,0 0-1 0 0,0 0 1 0 0,-1 0 0 0 0,1 0-1 0 0,0 0 1 0 0,0 0-1 0 0,0 0 1 0 0,-1 0 0 0 0,1 0-1 0 0,0 0 1 0 0,0 1 0 0 0,0-1-1 0 0,0 1 0 0 0,1 0-1 0 0,-1 0 0 0 0,0 0 0 0 0,0 0 1 0 0,0 1-1 0 0,0-1 0 0 0,0 0 1 0 0,0 0-1 0 0,0 1 0 0 0,0-1 1 0 0,-1 1-1 0 0,2 1 0 0 0,1 4-6 0 0,-1 1 0 0 0,1 0 0 0 0,1 14 0 0 0,4 42-5 0 0,-4-29-24 0 0,16 66 0 0 0,-17-91 33 0 0,0 0 0 0 0,1 0-1 0 0,0 0 1 0 0,1-1 0 0 0,0 0 0 0 0,0 0 0 0 0,1 0 0 0 0,0-1 0 0 0,0 0 0 0 0,1 0 0 0 0,8 7 0 0 0,-13-13 4 0 0,0-1 0 0 0,0 1 0 0 0,0-1 0 0 0,0 1 0 0 0,0-1 0 0 0,0 0 0 0 0,0 1 0 0 0,1-1 0 0 0,-1 0 0 0 0,0-1 0 0 0,1 1 0 0 0,-1 0 0 0 0,1-1 0 0 0,-1 1 0 0 0,1-1 0 0 0,-1 0 0 0 0,1 0 0 0 0,-1 0 0 0 0,1 0 0 0 0,2-1 0 0 0,-1 0 0 0 0,-1 0 0 0 0,1 0 0 0 0,-1-1 0 0 0,0 1 0 0 0,1-1 0 0 0,-1 0 0 0 0,0 0 0 0 0,0 0 0 0 0,0-1 0 0 0,-1 1 0 0 0,1-1 0 0 0,0 1 0 0 0,2-5 0 0 0,1-1 3 0 0,-1 0 0 0 0,0-1-1 0 0,0 1 1 0 0,-1-1 0 0 0,0 0 0 0 0,0 0-1 0 0,-1 0 1 0 0,0-1 0 0 0,2-18 0 0 0,-3 13 6 0 0,-1 0 0 0 0,0 0 0 0 0,-1 0 0 0 0,0 0 1 0 0,-6-27-1 0 0,4 35 134 0 0,0 6 19 0 0,0 11 183 0 0,-1 19 189 0 0,2-14-504 0 0,1 0 0 0 0,1 0 0 0 0,0-1 0 0 0,1 1 0 0 0,1 0 0 0 0,8 27 1 0 0,-9-36-25 0 0,0 0 1 0 0,1 0-1 0 0,0 0 1 0 0,-1-1-1 0 0,2 1 1 0 0,-1-1-1 0 0,1 0 1 0 0,-1 0-1 0 0,1 0 1 0 0,1 0-1 0 0,-1-1 1 0 0,1 1-1 0 0,0-1 1 0 0,0 0 0 0 0,0-1-1 0 0,0 1 1 0 0,1-1-1 0 0,-1 0 1 0 0,7 2-1 0 0,-9-4-6 0 0,1 0 0 0 0,0 0 0 0 0,-1-1 0 0 0,1 1 0 0 0,0-1 0 0 0,-1 0 0 0 0,1 0 0 0 0,0 0 0 0 0,-1 0 0 0 0,1 0 0 0 0,0-1 0 0 0,-1 0 0 0 0,7-2 0 0 0,-5 1 0 0 0,1-1 0 0 0,-1 1 0 0 0,-1-1 0 0 0,1 0 0 0 0,0-1 0 0 0,-1 1 0 0 0,1-1 0 0 0,4-5 0 0 0,-1 0 0 0 0,-1 0 0 0 0,-1 0 0 0 0,1 0 0 0 0,-2-1 0 0 0,1 0 0 0 0,-1 0 0 0 0,-1 0 0 0 0,6-18 0 0 0,-8 22 0 0 0,-1 0 0 0 0,0 0 0 0 0,-1-1 0 0 0,1 1 0 0 0,-1-9 0 0 0,0 13 0 0 0,0-1 0 0 0,-1 1 0 0 0,1 0 0 0 0,0 0 0 0 0,-1 0 0 0 0,1-1 0 0 0,-1 1 0 0 0,0 0 0 0 0,0 0 0 0 0,0 0 0 0 0,0 0 0 0 0,0 0 0 0 0,0 0 0 0 0,0 0 0 0 0,0 1 0 0 0,-1-1 0 0 0,1 0 0 0 0,-4-1 0 0 0,5 2 6 0 0,-1 1-1 0 0,0-1 0 0 0,0 1 1 0 0,1 0-1 0 0,-1-1 1 0 0,0 1-1 0 0,0 0 0 0 0,0 0 1 0 0,0 0-1 0 0,0 0 0 0 0,0 0 1 0 0,1 0-1 0 0,-1 0 1 0 0,0 0-1 0 0,0 0 0 0 0,0 0 1 0 0,0 0-1 0 0,0 0 1 0 0,1 1-1 0 0,-1-1 0 0 0,0 0 1 0 0,0 1-1 0 0,0-1 0 0 0,1 1 1 0 0,-1-1-1 0 0,0 1 1 0 0,0-1-1 0 0,1 1 0 0 0,-1-1 1 0 0,1 1-1 0 0,-1 0 1 0 0,0-1-1 0 0,1 1 0 0 0,-1 0 1 0 0,1-1-1 0 0,-1 1 0 0 0,1 0 1 0 0,-1 1-1 0 0,-1 2 44 0 0,0 0 0 0 0,0 0 0 0 0,0 1 0 0 0,0-1 0 0 0,-2 10 0 0 0,3-7-14 0 0,0 0 0 0 0,1 0 0 0 0,-1 0 0 0 0,1 0 0 0 0,1 0 0 0 0,-1 0 0 0 0,1 0 0 0 0,1 0 0 0 0,-1 0-1 0 0,1 0 1 0 0,0 0 0 0 0,5 9 0 0 0,-5-12-39 0 0,0 0 0 0 0,0 0 0 0 0,1 0 0 0 0,-1-1-1 0 0,1 1 1 0 0,-1-1 0 0 0,1 0 0 0 0,1 0 0 0 0,-1 0 0 0 0,0 0 0 0 0,1 0-1 0 0,-1-1 1 0 0,1 1 0 0 0,0-1 0 0 0,-1 0 0 0 0,1 0 0 0 0,0-1-1 0 0,1 1 1 0 0,-1-1 0 0 0,0 0 0 0 0,7 1 0 0 0,10 0-1419 0 0,0-3-5293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9.2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187 40 8287 0 0,'-20'-10'1253'0'0,"-28"-11"-1"0"0,42 19-931 0 0,0 1 0 0 0,0-1 0 0 0,0 1-1 0 0,0 0 1 0 0,0 0 0 0 0,0 1 0 0 0,0 0-1 0 0,-1 0 1 0 0,1 0 0 0 0,-7 2 0 0 0,11-2-172 0 0,0 1 0 0 0,0-1 0 0 0,0 1-1 0 0,0 0 1 0 0,0 0 0 0 0,0 0 0 0 0,0 0 0 0 0,1 0 0 0 0,-1 1 0 0 0,0-1 0 0 0,1 0 0 0 0,-1 1 0 0 0,0-1 0 0 0,1 1 0 0 0,0 0 0 0 0,-2 2 0 0 0,1-1-19 0 0,0 1-1 0 0,0-1 1 0 0,1 1-1 0 0,0 0 1 0 0,-1-1-1 0 0,1 1 1 0 0,0 0-1 0 0,0 7 1 0 0,0-6-78 0 0,1 0 0 0 0,0 1 0 0 0,0-1 0 0 0,1 1 1 0 0,-1-1-1 0 0,1 1 0 0 0,0-1 0 0 0,1 0 0 0 0,-1 0 0 0 0,1 1 0 0 0,0-1 0 0 0,0 0 0 0 0,4 5 1 0 0,-4-7-34 0 0,0 0 1 0 0,0-1 0 0 0,1 1 0 0 0,-1-1 0 0 0,1 1 0 0 0,0-1 0 0 0,-1 0 0 0 0,1 0 0 0 0,0 0 0 0 0,0-1 0 0 0,0 1 0 0 0,0-1 0 0 0,1 1-1 0 0,-1-1 1 0 0,0 0 0 0 0,7 1 0 0 0,-6-2-8 0 0,1 1 0 0 0,0-1 0 0 0,-1-1 0 0 0,1 1 0 0 0,0 0 0 0 0,-1-1-1 0 0,1 0 1 0 0,-1 0 0 0 0,1-1 0 0 0,-1 1 0 0 0,7-4 0 0 0,-6 2-11 0 0,1 1-1 0 0,-1-1 1 0 0,0 0 0 0 0,-1-1-1 0 0,1 0 1 0 0,0 1-1 0 0,-1-1 1 0 0,0-1 0 0 0,0 1-1 0 0,0-1 1 0 0,-1 1 0 0 0,1-1-1 0 0,-1 0 1 0 0,0 0-1 0 0,0-1 1 0 0,-1 1 0 0 0,0-1-1 0 0,0 1 1 0 0,0-1 0 0 0,1-6-1 0 0,-3 10-3 0 0,0-1-1 0 0,0 1 1 0 0,-1-1-1 0 0,1 1 0 0 0,0-1 1 0 0,-1 1-1 0 0,0 0 1 0 0,0-1-1 0 0,1 1 1 0 0,-3-3-1 0 0,3 4 4 0 0,-1 0-1 0 0,1 1 1 0 0,0-1 0 0 0,0 1-1 0 0,-1-1 1 0 0,1 1-1 0 0,0-1 1 0 0,-1 1-1 0 0,1 0 1 0 0,-1-1 0 0 0,1 1-1 0 0,0-1 1 0 0,-1 1-1 0 0,1 0 1 0 0,-1-1-1 0 0,1 1 1 0 0,-1 0 0 0 0,1 0-1 0 0,-1-1 1 0 0,0 1-1 0 0,1 0 1 0 0,-1 0 0 0 0,1 0-1 0 0,-1 0 1 0 0,1 0-1 0 0,-1-1 1 0 0,0 1-1 0 0,1 0 1 0 0,-1 0 0 0 0,1 1-1 0 0,-1-1 1 0 0,1 0-1 0 0,-1 0 1 0 0,0 0 0 0 0,1 0-1 0 0,-1 0 1 0 0,1 1-1 0 0,-1-1 1 0 0,1 0-1 0 0,-1 0 1 0 0,1 1 0 0 0,-1-1-1 0 0,1 0 1 0 0,-1 1-1 0 0,1-1 1 0 0,-1 1-1 0 0,1-1 1 0 0,0 0 0 0 0,-1 2-1 0 0,0-1 1 0 0,-1 1 0 0 0,1 0 0 0 0,0 0 0 0 0,0 0 0 0 0,1 0 0 0 0,-1 0 0 0 0,0 0 0 0 0,1 0 0 0 0,-1 0 0 0 0,1 0 0 0 0,-1 0 0 0 0,1 0 0 0 0,0 4 0 0 0,2 28 0 0 0,0-27 10 0 0,-1 0-1 0 0,1 0 0 0 0,1 0 1 0 0,-1 0-1 0 0,1-1 0 0 0,0 0 1 0 0,1 1-1 0 0,0-1 0 0 0,-1 0 1 0 0,2-1-1 0 0,5 7 0 0 0,-7-9-3 0 0,0 0-1 0 0,0 0 0 0 0,0 0 1 0 0,1-1-1 0 0,-1 0 0 0 0,1 0 1 0 0,-1 0-1 0 0,1 0 0 0 0,0 0 1 0 0,0-1-1 0 0,0 1 0 0 0,0-1 1 0 0,0 0-1 0 0,0-1 0 0 0,0 1 1 0 0,0-1-1 0 0,0 1 0 0 0,1-1 1 0 0,-1-1-1 0 0,7 0 0 0 0,9-3-966 0 0,-1-2-3459 0 0,0-3-1623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9.4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 9215 0 0,'0'0'19'0'0,"0"0"-1"0"0,0 0 0 0 0,0 0 0 0 0,0 0 1 0 0,0 0-1 0 0,0 0 0 0 0,0-1 0 0 0,0 1 1 0 0,0 0-1 0 0,0 0 0 0 0,0 0 0 0 0,0 0 1 0 0,0 0-1 0 0,0 0 0 0 0,0 0 0 0 0,0 0 1 0 0,0 0-1 0 0,0-1 0 0 0,0 1 1 0 0,0 0-1 0 0,0 0 0 0 0,0 0 0 0 0,0 0 1 0 0,0 0-1 0 0,0 0 0 0 0,0 0 0 0 0,0 0 1 0 0,0-1-1 0 0,0 1 0 0 0,0 0 0 0 0,0 0 1 0 0,0 0-1 0 0,0 0 0 0 0,0 0 0 0 0,0 0 1 0 0,0 0-1 0 0,0 0 0 0 0,0 0 0 0 0,0 0 1 0 0,0 0-1 0 0,0-1 0 0 0,1 1 0 0 0,-1 0 1 0 0,0 0-1 0 0,0 0 0 0 0,0 0 0 0 0,7 1 1061 0 0,12 7 849 0 0,-14-5-1533 0 0,82 38 4316 0 0,-39-16-3299 0 0,-19-10-656 0 0,50 38-1 0 0,9 5-2055 0 0,-80-54-3522 0 0,1-1-1622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9.6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204 17 4607 0 0,'0'0'-3'0'0,"-4"-3"163"0"0,1 1-1 0 0,0 0 1 0 0,-1 0-1 0 0,1 0 1 0 0,-7-3-1 0 0,8 5 155 0 0,0 0 1 0 0,0 0-1 0 0,1-1 0 0 0,-1 1 0 0 0,0 0 0 0 0,0 0 0 0 0,0 1 0 0 0,0-1 0 0 0,1 0 1 0 0,-1 1-1 0 0,0-1 0 0 0,0 1 0 0 0,1-1 0 0 0,-1 1 0 0 0,-2 1 0 0 0,-3 2 294 0 0,1 0-1 0 0,-1 0 1 0 0,1 1 0 0 0,0 0-1 0 0,0 0 1 0 0,0 1-1 0 0,1-1 1 0 0,0 1-1 0 0,0 0 1 0 0,1 1-1 0 0,-5 7 1 0 0,-6 12-51 0 0,-16 42-1 0 0,30-67-598 0 0,-12 32-4470 0 0,-1 1-1678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0.0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8 351 10135 0 0,'-1'-4'181'0'0,"-1"0"-1"0"0,1 0 0 0 0,0-1 1 0 0,0 1-1 0 0,0 0 0 0 0,1-1 0 0 0,-1 1 1 0 0,1-1-1 0 0,0 1 0 0 0,1 0 1 0 0,-1-1-1 0 0,2-4 0 0 0,42-226 3748 0 0,-33 181-2181 0 0,-19 98-1547 0 0,1 1 0 0 0,1 52 1 0 0,6-72-125 0 0,0 1 1 0 0,2-1 0 0 0,2 0 0 0 0,0 0-1 0 0,11 38 1 0 0,-13-58-144 0 0,0 0 0 0 0,0 0-1 0 0,0 0 1 0 0,1 0 0 0 0,0 0 0 0 0,-1-1-1 0 0,2 1 1 0 0,5 6 0 0 0,-8-10-53 0 0,1 1 0 0 0,0 0 0 0 0,0-1 0 0 0,0 1 1 0 0,1-1-1 0 0,-1 0 0 0 0,0 0 0 0 0,0 0 0 0 0,1 0 0 0 0,-1 0 0 0 0,1 0 0 0 0,-1 0 1 0 0,1-1-1 0 0,-1 1 0 0 0,1-1 0 0 0,-1 0 0 0 0,1 0 0 0 0,-1 0 0 0 0,1 0 0 0 0,2-1 1 0 0,11-1-5775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0.4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67 36 8751 0 0,'-1'0'44'0'0,"0"-1"-1"0"0,1 1 1 0 0,-1 0-1 0 0,0 0 1 0 0,0 0-1 0 0,0 0 1 0 0,1 0-1 0 0,-1 0 0 0 0,0 0 1 0 0,0 0-1 0 0,0 0 1 0 0,0 0-1 0 0,1 0 1 0 0,-1 0-1 0 0,0 1 1 0 0,0-1-1 0 0,1 0 1 0 0,-1 0-1 0 0,0 1 0 0 0,0-1 1 0 0,1 1-1 0 0,-1-1 1 0 0,-1 2-1 0 0,1-1 22 0 0,0 1-1 0 0,1 0 1 0 0,-1-1 0 0 0,0 1-1 0 0,1 0 1 0 0,-1 0-1 0 0,1-1 1 0 0,-1 5 0 0 0,0-1 96 0 0,-1 5 306 0 0,1 1 1 0 0,0-1-1 0 0,0 1 1 0 0,2-1-1 0 0,-1 1 1 0 0,1-1-1 0 0,0 1 0 0 0,1-1 1 0 0,6 20-1 0 0,-6-26-331 0 0,-1 0 0 0 0,1 0-1 0 0,0 0 1 0 0,0 0-1 0 0,0 0 1 0 0,0 0 0 0 0,1 0-1 0 0,0-1 1 0 0,0 1-1 0 0,0-1 1 0 0,0 0 0 0 0,0 0-1 0 0,0 0 1 0 0,1 0-1 0 0,0 0 1 0 0,-1-1 0 0 0,1 0-1 0 0,0 0 1 0 0,0 0-1 0 0,0 0 1 0 0,1-1 0 0 0,-1 1-1 0 0,0-1 1 0 0,1 0-1 0 0,-1 0 1 0 0,6 0 0 0 0,-5-1-121 0 0,1-1 0 0 0,-1 0 0 0 0,1 0 0 0 0,-1 0 0 0 0,0 0 0 0 0,1-1 1 0 0,-1 0-1 0 0,0 0 0 0 0,0 0 0 0 0,0-1 0 0 0,0 1 0 0 0,-1-1 1 0 0,1-1-1 0 0,-1 1 0 0 0,0-1 0 0 0,6-5 0 0 0,-5 5-16 0 0,-1-1 0 0 0,0 1-1 0 0,0-1 1 0 0,0 0 0 0 0,-1 0 0 0 0,0-1-1 0 0,0 1 1 0 0,0-1 0 0 0,0 1 0 0 0,-1-1-1 0 0,0 0 1 0 0,0 0 0 0 0,-1 0-1 0 0,2-9 1 0 0,-3 9 1 0 0,-1 1 0 0 0,0-1-1 0 0,0 1 1 0 0,0-1 0 0 0,0 1 0 0 0,-1 0-1 0 0,0-1 1 0 0,0 1 0 0 0,0 0 0 0 0,-1 0-1 0 0,1 0 1 0 0,-1 0 0 0 0,-1 1-1 0 0,1-1 1 0 0,-1 1 0 0 0,1 0 0 0 0,-1 0-1 0 0,0 0 1 0 0,-7-4 0 0 0,7 5 26 0 0,0-1 0 0 0,0 1 0 0 0,-1 1 0 0 0,1-1 0 0 0,-1 1 0 0 0,0-1 0 0 0,0 1 0 0 0,1 1 0 0 0,-2-1 0 0 0,1 1 0 0 0,0 0 0 0 0,0 0 0 0 0,0 0 0 0 0,0 1 0 0 0,-1-1 0 0 0,1 2 0 0 0,0-1 0 0 0,0 0 0 0 0,-1 1 1 0 0,-7 2-1 0 0,5 0 75 0 0,1 0 0 0 0,0 0 0 0 0,0 1 1 0 0,1 0-1 0 0,-1 0 0 0 0,1 1 0 0 0,-1-1 1 0 0,2 1-1 0 0,-12 12 0 0 0,13-12-96 0 0,1 0-1 0 0,-1 0 1 0 0,1 0-1 0 0,0 0 0 0 0,0 0 1 0 0,0 1-1 0 0,1 0 1 0 0,0-1-1 0 0,0 1 0 0 0,0 0 1 0 0,1 0-1 0 0,0 0 1 0 0,-1 8-1 0 0,2-11-59 0 0,0 1-1 0 0,0-1 1 0 0,1 0 0 0 0,-1 0-1 0 0,1 1 1 0 0,-1-1 0 0 0,1 0-1 0 0,0 0 1 0 0,0 0-1 0 0,1 0 1 0 0,-1 0 0 0 0,1 0-1 0 0,-1 0 1 0 0,1 0-1 0 0,0 0 1 0 0,0-1 0 0 0,0 1-1 0 0,1-1 1 0 0,-1 0 0 0 0,0 1-1 0 0,1-1 1 0 0,0 0-1 0 0,-1 0 1 0 0,1-1 0 0 0,6 4-1 0 0,4 1-1152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0.69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103 203 10591 0 0,'0'3'248'0'0,"0"1"-1"0"0,0-1 0 0 0,1 0 1 0 0,-1 0-1 0 0,1 1 0 0 0,0-1 1 0 0,0 0-1 0 0,0 0 0 0 0,0 0 0 0 0,1 0 1 0 0,1 3-1 0 0,-1-2 84 0 0,0 1-115 0 0,1-1 0 0 0,-1 1 0 0 0,1-1-1 0 0,0 0 1 0 0,0 0 0 0 0,0 0 0 0 0,1-1 0 0 0,-1 1 0 0 0,1-1 0 0 0,0 0-1 0 0,0 0 1 0 0,0 0 0 0 0,0 0 0 0 0,1-1 0 0 0,-1 0 0 0 0,1 0 0 0 0,-1 0-1 0 0,1 0 1 0 0,0-1 0 0 0,-1 1 0 0 0,1-1 0 0 0,0 0 0 0 0,0-1 0 0 0,0 1 0 0 0,0-1-1 0 0,0 0 1 0 0,0-1 0 0 0,0 1 0 0 0,9-3 0 0 0,-3 1-71 0 0,0-1 0 0 0,0-1 0 0 0,0 0 1 0 0,-1 0-1 0 0,0-1 0 0 0,0 0 0 0 0,0-1 0 0 0,0 0 0 0 0,14-13 1 0 0,-17 13-130 0 0,0 0 0 0 0,0-1 0 0 0,-1 0 0 0 0,0-1 0 0 0,0 1 0 0 0,0-1 0 0 0,-1 0 0 0 0,-1 0 0 0 0,1-1 0 0 0,-1 0 0 0 0,5-16 0 0 0,-8 21-9 0 0,0 0 1 0 0,0 0-1 0 0,-1-1 0 0 0,0 1 1 0 0,1 0-1 0 0,-1 0 0 0 0,-1-1 1 0 0,1 1-1 0 0,-1 0 1 0 0,1-1-1 0 0,-1 1 0 0 0,-1 0 1 0 0,1 0-1 0 0,0 0 0 0 0,-1 0 1 0 0,0 0-1 0 0,0 0 0 0 0,0 1 1 0 0,-1-1-1 0 0,1 1 1 0 0,-1-1-1 0 0,0 1 0 0 0,1 0 1 0 0,-2 0-1 0 0,1 0 0 0 0,0 0 1 0 0,0 1-1 0 0,-1-1 1 0 0,-5-2-1 0 0,0 0-7 0 0,0 1 0 0 0,0-1 0 0 0,0 2 0 0 0,-1-1-1 0 0,0 2 1 0 0,1-1 0 0 0,-1 1 0 0 0,0 0 0 0 0,-1 1 0 0 0,1 1 0 0 0,-15 0 0 0 0,8 1 68 0 0,-1 2 0 0 0,1 0 1 0 0,0 1-1 0 0,0 0 0 0 0,1 2 0 0 0,-29 13 1 0 0,37-16-176 0 0,0 2 0 0 0,1-1 0 0 0,-1 1 0 0 0,1 0 0 0 0,0 0 0 0 0,1 0 1 0 0,-1 1-1 0 0,1 0 0 0 0,0 1 0 0 0,1-1 0 0 0,-1 1 0 0 0,1 0 0 0 0,1 1 1 0 0,-1-1-1 0 0,-4 14 0 0 0,4-2-7412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14.6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1 438 919 0 0,'1'-2'28'0'0,"0"1"-21"0"0,-1-1-1 0 0,1 1 1 0 0,-1 0 0 0 0,1 0-1 0 0,0 0 1 0 0,-1 0 0 0 0,1 0-1 0 0,0 1 1 0 0,0-1 0 0 0,0 0-1 0 0,0 0 1 0 0,0 0-1 0 0,0 1 1 0 0,0-1 0 0 0,0 0-1 0 0,0 1 1 0 0,0-1 0 0 0,0 1-1 0 0,0-1 1 0 0,0 1-1 0 0,1 0 1 0 0,-1-1 0 0 0,0 1-1 0 0,0 0 1 0 0,0 0 0 0 0,1 0-1 0 0,-1 0 1 0 0,0 0 0 0 0,2 0-1 0 0,2 1 64 0 0,1 0 0 0 0,0-1 0 0 0,0 0 0 0 0,-1 0 0 0 0,1 0 0 0 0,7-2 0 0 0,15 0 28 0 0,22 5-36 0 0,-1 2 0 0 0,96 23 0 0 0,-94-16-20 0 0,0-3 1 0 0,89 6-1 0 0,-96-16-42 0 0,0-2 0 0 0,-1-2 0 0 0,1-1 0 0 0,55-17 0 0 0,165-65 0 0 0,-39 11 0 0 0,-22 26 0 0 0,-160 43 0 0 0,0 3 0 0 0,79-2 0 0 0,-83 9 123 0 0,0-3 0 0 0,-1-1 0 0 0,1-2 0 0 0,-1-2 0 0 0,45-12 0 0 0,29-17 527 0 0,-55 15-298 0 0,1 3 0 0 0,110-18 0 0 0,-108 31-252 0 0,1 2-1 0 0,75 7 0 0 0,120 30 143 0 0,-110-1-88 0 0,21 3 59 0 0,-138-33-173 0 0,1-1 1 0 0,-1-1-1 0 0,54-4 0 0 0,-44-2 13 0 0,0-3 0 0 0,-1-1 0 0 0,38-14-1 0 0,107-46 297 0 0,-18 5-189 0 0,-152 59-320 0 0,0 0 1 0 0,0 1-1 0 0,15-2 0 0 0,-25 5 113 0 0,1-1-1 0 0,-1 1 1 0 0,0 0 0 0 0,0 0 0 0 0,1 0-1 0 0,-1 1 1 0 0,0-1 0 0 0,0 1 0 0 0,0-1-1 0 0,0 1 1 0 0,0 0 0 0 0,1 1 0 0 0,-2-1-1 0 0,1 0 1 0 0,0 1 0 0 0,0 0 0 0 0,0-1-1 0 0,3 4 1 0 0,2 6-472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15.3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122 195 3223 0 0,'-3'0'60'0'0,"-18"-3"167"0"0,20 4-228 0 0,0-1 0 0 0,0 0 0 0 0,0 0-1 0 0,0 1 1 0 0,0-1 0 0 0,0 0 0 0 0,1 1 0 0 0,-1-1-1 0 0,0 1 1 0 0,0-1 0 0 0,0 1 0 0 0,1-1 0 0 0,-1 1-1 0 0,0 0 1 0 0,1-1 0 0 0,-1 1 0 0 0,0 0-1 0 0,1-1 1 0 0,-1 1 0 0 0,0 1 0 0 0,-3 4-84 0 0,0 0 0 0 0,-1 0 1 0 0,-8 8-1 0 0,-8 10 329 0 0,16-16-99 0 0,0-1 1 0 0,1 1-1 0 0,-1 0 0 0 0,2 0 1 0 0,-1 0-1 0 0,-2 11 1 0 0,6-16-109 0 0,-1 0 1 0 0,1-1 0 0 0,-1 1 0 0 0,1 0 0 0 0,0 0 0 0 0,0-1-1 0 0,0 1 1 0 0,0 0 0 0 0,1 0 0 0 0,1 4 0 0 0,-2-5-31 0 0,1-1 1 0 0,-1 1 0 0 0,1-1 0 0 0,0 0-1 0 0,0 1 1 0 0,0-1 0 0 0,0 0 0 0 0,0 0-1 0 0,0 0 1 0 0,0 0 0 0 0,0 0 0 0 0,1 0-1 0 0,-1 0 1 0 0,0 0 0 0 0,1 0-1 0 0,-1 0 1 0 0,0 0 0 0 0,1-1 0 0 0,-1 1-1 0 0,3 0 1 0 0,0 0-6 0 0,0 0-1 0 0,0-1 1 0 0,0 1-1 0 0,0-1 1 0 0,0 0-1 0 0,0 0 1 0 0,0-1-1 0 0,0 1 1 0 0,1-1-1 0 0,4-1 1 0 0,43-16-5 0 0,-43 14 2 0 0,77-34 1 0 0,50-17 0 0 0,-68 36 0 0 0,1 4 0 0 0,93-9 0 0 0,-63 10 0 0 0,-42 4 0 0 0,-1-2-1 0 0,54-21 0 0 0,104-48 7 0 0,-147 55 1 0 0,-49 19 14 0 0,0 1 0 0 0,1 0 0 0 0,-1 2 0 0 0,1 0 0 0 0,0 1 1 0 0,31 0-1 0 0,-35 3 65 0 0,-1 1 1 0 0,1 0 0 0 0,0 2-1 0 0,-1-1 1 0 0,0 2 0 0 0,1 0 0 0 0,-1 1-1 0 0,-1 0 1 0 0,16 8 0 0 0,7 8 406 0 0,-2 2 1 0 0,51 42-1 0 0,-52-38 52 0 0,0-2-1 0 0,56 31 0 0 0,-77-49-467 0 0,2-2 1 0 0,-1 0-1 0 0,0-1 0 0 0,1 0 1 0 0,0-1-1 0 0,0-1 0 0 0,0 0 1 0 0,0-1-1 0 0,0 0 0 0 0,24-2 0 0 0,11-5 235 0 0,85-20-1 0 0,-44 6 23 0 0,229-59-24 0 0,-185 34-3443 0 0,-72 22-350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0.7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49 359 3223 0 0,'-3'-2'292'0'0,"0"0"-1"0"0,0 0 1 0 0,0 0-1 0 0,1 0 0 0 0,-1-1 1 0 0,1 1-1 0 0,-1-1 1 0 0,1 0-1 0 0,0 0 0 0 0,0 0 1 0 0,0 0-1 0 0,0 0 0 0 0,1 0 1 0 0,-1-1-1 0 0,1 1 1 0 0,0-1-1 0 0,-1-6 0 0 0,-1-5 1014 0 0,0 0 0 0 0,1-28-1 0 0,1 37-991 0 0,0-13 95 0 0,1 1-1 0 0,1-1 1 0 0,1 1-1 0 0,0 0 0 0 0,1-1 1 0 0,11-33-1 0 0,-12 47-409 0 0,0 0-1 0 0,0 1 0 0 0,1-1 1 0 0,-1 1-1 0 0,1 0 0 0 0,0 0 1 0 0,0 0-1 0 0,1 0 1 0 0,-1 0-1 0 0,5-3 0 0 0,-6 6 2 0 0,-1 0-1 0 0,1 0 1 0 0,-1 0-1 0 0,1 0 1 0 0,0 0-1 0 0,-1 0 1 0 0,1 1-1 0 0,0-1 1 0 0,0 1-1 0 0,-1-1 1 0 0,1 1-1 0 0,0 0 1 0 0,0 0-1 0 0,0 0 1 0 0,0 0-1 0 0,-1 0 0 0 0,1 0 1 0 0,0 0-1 0 0,0 0 1 0 0,0 1-1 0 0,-1-1 1 0 0,1 1-1 0 0,0-1 1 0 0,0 1-1 0 0,-1 0 1 0 0,1 0-1 0 0,0 0 1 0 0,-1 0-1 0 0,1 0 1 0 0,1 2-1 0 0,4 3-2 0 0,0 0 0 0 0,-1 1 0 0 0,0-1 0 0 0,0 1 0 0 0,0 1 0 0 0,-1-1 0 0 0,0 1 0 0 0,-1 0 0 0 0,0 0 0 0 0,5 13 0 0 0,2 10-30 0 0,10 51-1 0 0,-7-24 20 0 0,-12-51 16 0 0,-1-2-3 0 0,0 0 1 0 0,1 0 0 0 0,-1 0-1 0 0,1-1 1 0 0,0 1-1 0 0,1 0 1 0 0,4 6 0 0 0,-7-10 0 0 0,0-1 1 0 0,0 0-1 0 0,0 0 1 0 0,1 1-1 0 0,-1-1 1 0 0,0 0-1 0 0,0 0 1 0 0,0 0-1 0 0,1 1 1 0 0,-1-1 0 0 0,0 0-1 0 0,0 0 1 0 0,1 0-1 0 0,-1 0 1 0 0,0 1-1 0 0,0-1 1 0 0,1 0-1 0 0,-1 0 1 0 0,0 0-1 0 0,1 0 1 0 0,-1 0 0 0 0,0 0-1 0 0,1 0 1 0 0,-1 0-1 0 0,0 0 1 0 0,0 0-1 0 0,1 0 1 0 0,-1 0-1 0 0,0 0 1 0 0,1 0-1 0 0,-1 0 1 0 0,0 0 0 0 0,0 0-1 0 0,1 0 1 0 0,-1-1-1 0 0,0 1 1 0 0,1 0-1 0 0,7-12-16 0 0,0-16-2 0 0,-4-3 81 0 0,0-46-1 0 0,-3 48 26 0 0,8-55-1 0 0,-9 80-33 0 0,1 0-1 0 0,0 0 0 0 0,0 0 1 0 0,1 1-1 0 0,-1-1 0 0 0,5-6 1 0 0,-6 9-34 0 0,0 1 1 0 0,1-1-1 0 0,-1 1 0 0 0,0 0 1 0 0,1-1-1 0 0,-1 1 1 0 0,0-1-1 0 0,1 1 1 0 0,-1 0-1 0 0,1 0 1 0 0,-1-1-1 0 0,1 1 0 0 0,-1 0 1 0 0,1 0-1 0 0,-1-1 1 0 0,1 1-1 0 0,-1 0 1 0 0,1 0-1 0 0,-1 0 1 0 0,1 0-1 0 0,-1 0 1 0 0,2 0-1 0 0,-1 0 5 0 0,0 0 0 0 0,-1 1 0 0 0,1-1 0 0 0,0 1-1 0 0,0-1 1 0 0,0 1 0 0 0,0-1 0 0 0,0 1 0 0 0,0 0 0 0 0,-1-1 0 0 0,1 1 0 0 0,0 0 0 0 0,-1 0 0 0 0,1-1-1 0 0,0 1 1 0 0,0 2 0 0 0,7 10 14 0 0,-1 1-1 0 0,-1 0 1 0 0,0 1-1 0 0,0 0 1 0 0,5 25 0 0 0,4 10 12 0 0,-15-48-50 0 0,5 11-8 0 0,0 1 0 0 0,0-1 0 0 0,15 24 0 0 0,-19-35 6 0 0,1 1 1 0 0,0-1 0 0 0,-1 1 0 0 0,1-1-1 0 0,0 1 1 0 0,0-1 0 0 0,1 0 0 0 0,-1 0-1 0 0,0 0 1 0 0,1-1 0 0 0,-1 1 0 0 0,1 0-1 0 0,0-1 1 0 0,-1 0 0 0 0,1 1 0 0 0,0-1-1 0 0,0 0 1 0 0,0-1 0 0 0,0 1 0 0 0,0 0-1 0 0,0-1 1 0 0,0 0 0 0 0,0 1-1 0 0,6-2 1 0 0,-6 0 1 0 0,0 0 0 0 0,1 0 0 0 0,-1 0 0 0 0,0 0 0 0 0,0-1 0 0 0,0 0 0 0 0,0 1 0 0 0,-1-1 0 0 0,1 0 0 0 0,0-1 0 0 0,-1 1 0 0 0,1 0 0 0 0,-1-1 0 0 0,0 1 0 0 0,0-1 0 0 0,4-5 0 0 0,0-3 0 0 0,0 0 0 0 0,0 0 0 0 0,4-14 0 0 0,-4 9 0 0 0,-1 0 0 0 0,5-28 0 0 0,-9 36 0 0 0,0 1 0 0 0,-1 0 0 0 0,1-1 0 0 0,-2 1 0 0 0,1-1 0 0 0,-1 1 0 0 0,0 0 0 0 0,-3-12 0 0 0,4 18 2 0 0,0 1-1 0 0,0 0 1 0 0,-1-1 0 0 0,1 1-1 0 0,0-1 1 0 0,0 1 0 0 0,0 0-1 0 0,0-1 1 0 0,0 1-1 0 0,-1-1 1 0 0,1 1 0 0 0,0 0-1 0 0,0-1 1 0 0,0 1 0 0 0,-1 0-1 0 0,1 0 1 0 0,0-1-1 0 0,-1 1 1 0 0,1 0 0 0 0,0-1-1 0 0,-1 1 1 0 0,1 0 0 0 0,0 0-1 0 0,-1 0 1 0 0,1-1-1 0 0,0 1 1 0 0,-1 0 0 0 0,1 0-1 0 0,-1 0 1 0 0,1 0 0 0 0,0 0-1 0 0,-1 0 1 0 0,0 0-1 0 0,0 0 9 0 0,0 1-1 0 0,1-1 0 0 0,-1 0 0 0 0,0 1 0 0 0,0 0 1 0 0,0-1-1 0 0,0 1 0 0 0,1-1 0 0 0,-1 1 0 0 0,0 0 1 0 0,1 0-1 0 0,-1-1 0 0 0,0 2 0 0 0,-3 3 55 0 0,1 1 0 0 0,0-1 0 0 0,-4 9 0 0 0,3-4 20 0 0,1 0 0 0 0,0 1 0 0 0,1-1 0 0 0,0 1 0 0 0,0 0 0 0 0,1-1 0 0 0,0 1 0 0 0,1 0 0 0 0,1 0 0 0 0,0 0 0 0 0,0-1 0 0 0,1 1 0 0 0,5 19 0 0 0,-6-27-87 0 0,0-1-1 0 0,0 1 1 0 0,1-1-1 0 0,-1 1 0 0 0,1-1 1 0 0,-1 0-1 0 0,1 1 1 0 0,0-1-1 0 0,-1 0 1 0 0,1 0-1 0 0,0 0 1 0 0,1 0-1 0 0,-1-1 0 0 0,0 1 1 0 0,4 1-1 0 0,-2-1 20 0 0,0 0 0 0 0,1 0-1 0 0,-1-1 1 0 0,1 0 0 0 0,-1 1-1 0 0,1-2 1 0 0,0 1 0 0 0,6 0-1 0 0,3-2-308 0 0,0 1 0 0 0,-1-2 0 0 0,1 0 0 0 0,-1-1 0 0 0,17-5 0 0 0,-2-1-5793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1.0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195 91 1839 0 0,'-6'-10'898'0'0,"0"0"0"0"0,-1 0 0 0 0,0 1 0 0 0,-13-13 0 0 0,17 19-508 0 0,0 0-1 0 0,0 1 1 0 0,0-1-1 0 0,0 1 1 0 0,-1 0 0 0 0,1-1-1 0 0,-1 1 1 0 0,1 1-1 0 0,-1-1 1 0 0,0 1-1 0 0,0-1 1 0 0,0 1-1 0 0,0 0 1 0 0,0 0-1 0 0,0 1 1 0 0,-7-1-1 0 0,8 2-214 0 0,0-1-1 0 0,1 1 0 0 0,-1 0 0 0 0,0 0 1 0 0,0 0-1 0 0,1 0 0 0 0,-1 1 1 0 0,0-1-1 0 0,1 1 0 0 0,-1 0 0 0 0,1 0 1 0 0,0-1-1 0 0,0 2 0 0 0,-1-1 1 0 0,2 0-1 0 0,-1 0 0 0 0,0 1 0 0 0,0-1 1 0 0,1 1-1 0 0,-1-1 0 0 0,-1 6 1 0 0,-3 3 116 0 0,2 1 1 0 0,-1 0 0 0 0,-4 22 0 0 0,8-26-230 0 0,-1 0 1 0 0,2 0-1 0 0,-1 0 1 0 0,1 0 0 0 0,0 1-1 0 0,2 13 1 0 0,-1-17-39 0 0,0-1 0 0 0,0 1 0 0 0,0-1 0 0 0,1 1 0 0 0,0-1 0 0 0,0 0 0 0 0,0 0 0 0 0,0 0 0 0 0,0 0 0 0 0,1 0 0 0 0,0 0 0 0 0,0 0 0 0 0,4 3 0 0 0,-6-6-23 0 0,1 1 1 0 0,-1-1-1 0 0,1 0 0 0 0,-1 0 0 0 0,1 0 1 0 0,0 0-1 0 0,0-1 0 0 0,-1 1 0 0 0,1 0 1 0 0,0-1-1 0 0,0 1 0 0 0,0-1 0 0 0,0 0 1 0 0,0 1-1 0 0,0-1 0 0 0,3 0 0 0 0,-2-1 5 0 0,0 1-1 0 0,1-1 0 0 0,-1 0 0 0 0,0 0 0 0 0,1 0 1 0 0,-1 0-1 0 0,0 0 0 0 0,5-4 0 0 0,-2 1 2 0 0,0 0 0 0 0,-1 0 0 0 0,0 0-1 0 0,0-1 1 0 0,0 1 0 0 0,-1-1 0 0 0,1 0 0 0 0,-1-1-1 0 0,3-5 1 0 0,-4 6-7 0 0,-1 0 0 0 0,0 0 0 0 0,0 0 0 0 0,0 0 0 0 0,-1-1 0 0 0,1 1 0 0 0,-1 0 0 0 0,-1-1 0 0 0,1 1 0 0 0,-1-1 0 0 0,0 1 0 0 0,0-1 0 0 0,-2-9 0 0 0,2 15 2 0 0,0 0-1 0 0,0 0 0 0 0,0 0 1 0 0,1-1-1 0 0,-1 1 0 0 0,0 0 0 0 0,0 0 1 0 0,0 0-1 0 0,0 0 0 0 0,0 0 1 0 0,-1-1-1 0 0,1 1 0 0 0,0 0 1 0 0,0 0-1 0 0,0 0 0 0 0,0 0 1 0 0,0-1-1 0 0,0 1 0 0 0,0 0 1 0 0,0 0-1 0 0,0 0 0 0 0,0 0 1 0 0,0 0-1 0 0,0-1 0 0 0,-1 1 1 0 0,1 0-1 0 0,0 0 0 0 0,0 0 1 0 0,0 0-1 0 0,0 0 0 0 0,0 0 1 0 0,0 0-1 0 0,-1 0 0 0 0,1 0 0 0 0,0-1 1 0 0,0 1-1 0 0,0 0 0 0 0,0 0 1 0 0,-1 0-1 0 0,1 0 0 0 0,0 0 1 0 0,0 0-1 0 0,0 0 0 0 0,0 0 1 0 0,-1 0-1 0 0,-3 9 7 0 0,-1 13-2 0 0,5-16 40 0 0,0 1 0 0 0,0 0-1 0 0,0 0 1 0 0,1 0 0 0 0,0-1 0 0 0,0 1 0 0 0,1 0-1 0 0,0-1 1 0 0,0 1 0 0 0,1-1 0 0 0,6 11 0 0 0,-8-13-34 0 0,1-1 0 0 0,1 0 1 0 0,-1-1-1 0 0,0 1 0 0 0,1 0 1 0 0,0-1-1 0 0,-1 1 0 0 0,1-1 1 0 0,0 0-1 0 0,0 0 0 0 0,0 0 0 0 0,0 0 1 0 0,1-1-1 0 0,-1 1 0 0 0,1-1 1 0 0,-1 0-1 0 0,0 0 0 0 0,1 0 1 0 0,0 0-1 0 0,-1 0 0 0 0,1-1 1 0 0,0 0-1 0 0,5 0 0 0 0,-3-1-178 0 0,1 1 0 0 0,0-2 0 0 0,0 1 0 0 0,-1-1 0 0 0,1 0-1 0 0,-1 0 1 0 0,1-1 0 0 0,-1 0 0 0 0,7-4 0 0 0,9-7-6341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1.2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6 5983 0 0,'-8'-5'479'0'0,"10"7"515"0"0,14 12 1365 0 0,-9-7-1515 0 0,16 12 1392 0 0,0-2-1 0 0,32 19 0 0 0,25 18-887 0 0,-50-30-1289 0 0,-13-8-195 0 0,2-2 0 0 0,-1-1 1 0 0,26 14-1 0 0,-35-23-1378 0 0,-2-2-4530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1.4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287 33 2759 0 0,'-1'-2'228'0'0,"0"-1"-1"0"0,-1 0 1 0 0,0 1-1 0 0,1-1 1 0 0,-1 1-1 0 0,0 0 0 0 0,-1 0 1 0 0,1 0-1 0 0,0 0 1 0 0,-5-3-1 0 0,7 4-51 0 0,-1 1-1 0 0,0-1 1 0 0,-1 1-1 0 0,1-1 1 0 0,0 1-1 0 0,0 0 1 0 0,0-1-1 0 0,0 1 1 0 0,0 0-1 0 0,0 0 1 0 0,0 0-1 0 0,0 0 1 0 0,0 0-1 0 0,-1 0 1 0 0,1 0-1 0 0,0 0 1 0 0,0 0-1 0 0,0 0 1 0 0,0 1-1 0 0,0-1 1 0 0,0 0-1 0 0,0 1 1 0 0,0-1-1 0 0,0 1 1 0 0,0-1-1 0 0,0 1 1 0 0,0 0-1 0 0,0-1 1 0 0,0 1-1 0 0,-1 2 1 0 0,-8 8 857 0 0,0 2 0 0 0,2-1 1 0 0,-1 1-1 0 0,-9 20 0 0 0,2-3-390 0 0,-32 50 349 0 0,-49 93-1864 0 0,85-144-5048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2.0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2 435 6911 0 0,'-1'-6'344'0'0,"1"0"0"0"0,-1 0 0 0 0,1 0 0 0 0,1-1 0 0 0,-1 1 0 0 0,1 0 0 0 0,2-9 1 0 0,0-1 885 0 0,23-124 4285 0 0,-12 77-4371 0 0,6-75 0 0 0,-20 135-1129 0 0,1-11 47 0 0,-2 12-28 0 0,-1 9 3 0 0,-4 41-57 0 0,1 0 1 0 0,3 77 0 0 0,2-91 15 0 0,0-22 3 0 0,0 13-16 0 0,5 46 0 0 0,-4-65 15 0 0,0 0 0 0 0,0 1-1 0 0,1-1 1 0 0,0 0 0 0 0,0 1 0 0 0,1-1 0 0 0,-1 0-1 0 0,2-1 1 0 0,-1 1 0 0 0,0 0 0 0 0,1-1-1 0 0,5 6 1 0 0,-6-9-92 0 0,-1 0 0 0 0,1 0 0 0 0,-1 0 0 0 0,1 0 0 0 0,-1 0 0 0 0,1-1 0 0 0,3 2 0 0 0,7 1-722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2.3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106 212 8287 0 0,'-1'-1'84'0'0,"-7"-8"552"0"0,7 9-617 0 0,1 0-1 0 0,0 0 1 0 0,-1 1-1 0 0,1-1 1 0 0,0 0-1 0 0,-1 0 1 0 0,1 0-1 0 0,0 0 0 0 0,-1 0 1 0 0,1 1-1 0 0,0-1 1 0 0,0 0-1 0 0,-1 0 1 0 0,1 1-1 0 0,0-1 1 0 0,0 0-1 0 0,-1 0 1 0 0,1 1-1 0 0,0-1 1 0 0,0 0-1 0 0,0 1 1 0 0,0-1-1 0 0,-1 0 1 0 0,1 1-1 0 0,0-1 1 0 0,0 0-1 0 0,0 1 1 0 0,0-1-1 0 0,0 0 0 0 0,0 1 1 0 0,0-1-1 0 0,0 0 1 0 0,0 1-1 0 0,-2 6 349 0 0,0 0 0 0 0,1 0 0 0 0,0 0 0 0 0,0 1 0 0 0,1-1 0 0 0,0 0 0 0 0,0 0-1 0 0,0 1 1 0 0,1-1 0 0 0,0 0 0 0 0,1 0 0 0 0,3 12 0 0 0,-3-15-261 0 0,0 0 0 0 0,-1-1 0 0 0,1 1 0 0 0,1-1 0 0 0,-1 0 0 0 0,0 1 0 0 0,1-1-1 0 0,0 0 1 0 0,-1 0 0 0 0,1-1 0 0 0,0 1 0 0 0,1-1 0 0 0,-1 1 0 0 0,0-1 0 0 0,1 0 0 0 0,-1 0 0 0 0,1-1 0 0 0,0 1 0 0 0,-1-1 0 0 0,1 1 0 0 0,0-1 0 0 0,0 0 0 0 0,0-1 0 0 0,6 1 0 0 0,-3-1-87 0 0,-1 0 1 0 0,1 0-1 0 0,0-1 0 0 0,-1 0 1 0 0,1 0-1 0 0,-1-1 0 0 0,1 0 1 0 0,-1 0-1 0 0,0-1 0 0 0,0 1 1 0 0,0-1-1 0 0,0-1 1 0 0,0 1-1 0 0,-1-1 0 0 0,10-7 1 0 0,-11 7-9 0 0,1 0 1 0 0,-1-1 0 0 0,0 1 0 0 0,0-1-1 0 0,0 1 1 0 0,-1-1 0 0 0,1 0 0 0 0,-1-1-1 0 0,0 1 1 0 0,-1 0 0 0 0,1-1 0 0 0,-1 0-1 0 0,0 1 1 0 0,-1-1 0 0 0,1 0 0 0 0,-1 0-1 0 0,1-9 1 0 0,-3 6 33 0 0,0-1 0 0 0,-1 1 0 0 0,0-1-1 0 0,0 1 1 0 0,-1-1 0 0 0,0 1 0 0 0,0 0-1 0 0,-1 0 1 0 0,-1 1 0 0 0,1-1 0 0 0,-12-14 0 0 0,7 11 45 0 0,-1 0 0 0 0,0 1 0 0 0,0 0 0 0 0,-1 1 0 0 0,0 0 1 0 0,-1 1-1 0 0,-13-8 0 0 0,21 14-5 0 0,0 1 0 0 0,0 0 0 0 0,0 0 0 0 0,0 0 0 0 0,0 1 0 0 0,-1-1 0 0 0,1 1 0 0 0,0 0 0 0 0,-1 0 0 0 0,1 1 0 0 0,-1-1 0 0 0,1 1 0 0 0,-1 0 0 0 0,0 1 0 0 0,1-1 0 0 0,-1 1 0 0 0,1-1-1 0 0,-1 1 1 0 0,1 1 0 0 0,0-1 0 0 0,-1 1 0 0 0,1-1 0 0 0,0 1 0 0 0,0 0 0 0 0,0 1 0 0 0,0-1 0 0 0,1 1 0 0 0,-1-1 0 0 0,1 1 0 0 0,-1 0 0 0 0,1 1 0 0 0,0-1 0 0 0,-4 5 0 0 0,1 0-63 0 0,1 1-1 0 0,-1-1 0 0 0,1 1 1 0 0,1 0-1 0 0,0 0 1 0 0,0 0-1 0 0,1 1 1 0 0,0-1-1 0 0,0 1 0 0 0,-1 15 1 0 0,3-15-1547 0 0,0-1 0 0 0,1 1 0 0 0,2 15 0 0 0,3 3-5287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37.0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5805 382 1767 0 0,'1'0'30'0'0,"-1"-1"-1"0"0,0 0 0 0 0,0 0 0 0 0,1 1 0 0 0,-1-1 1 0 0,0 0-1 0 0,0 0 0 0 0,0 0 0 0 0,0 0 0 0 0,0 1 0 0 0,0-1 1 0 0,0 0-1 0 0,0 0 0 0 0,0 0 0 0 0,0 0 0 0 0,-1 1 0 0 0,1-1 1 0 0,0 0-1 0 0,0 0 0 0 0,-1 1 0 0 0,0-3 0 0 0,-1 1 101 0 0,1 0 0 0 0,-1 0-1 0 0,0 0 1 0 0,1 0-1 0 0,-1 0 1 0 0,0 1 0 0 0,-3-3-1 0 0,-1 0 174 0 0,-1 0 1 0 0,1 0-1 0 0,-1 1 0 0 0,-10-4 0 0 0,4 3-143 0 0,-1 1 0 0 0,1 1 0 0 0,0 0 0 0 0,-1 1 0 0 0,-18 0 0 0 0,-69 9-115 0 0,37-2 27 0 0,-210-6 393 0 0,-2-25 547 0 0,149 13-250 0 0,9-1-213 0 0,1-4 0 0 0,-152-44 0 0 0,67-4-450 0 0,-9-3-51 0 0,148 51 52 0 0,-91-13-1 0 0,75 21-1 0 0,-1 4 0 0 0,0 2 0 0 0,0 5-1 0 0,0 3 1 0 0,-112 21 0 0 0,-490 156-90 0 0,27 46-284 0 0,-11 3 541 0 0,562-197-74 0 0,-151 51 658 0 0,7 21 262 0 0,204-82-856 0 0,0 2-1 0 0,1 1 1 0 0,-46 41-1 0 0,62-44-159 0 0,1 1-1 0 0,1 1 1 0 0,1 1-1 0 0,1 1 1 0 0,-25 43-1 0 0,37-53-98 0 0,1 0-1 0 0,1 1 1 0 0,1 1-1 0 0,0-1 1 0 0,1 1-1 0 0,2 0 1 0 0,0 1-1 0 0,1-1 0 0 0,0 1 1 0 0,2 0-1 0 0,1 0 1 0 0,1 0-1 0 0,0 0 1 0 0,2 0-1 0 0,0 0 1 0 0,1-1-1 0 0,1 1 1 0 0,2-1-1 0 0,12 36 1 0 0,-7-30-25 0 0,1-1 1 0 0,2 0-1 0 0,0-1 1 0 0,1-1 0 0 0,31 37-1 0 0,-18-30-56 0 0,0-1 0 0 0,2-2-1 0 0,43 31 1 0 0,112 58-251 0 0,6-19 181 0 0,369 161 72 0 0,-293-141 82 0 0,194 80-72 0 0,-284-132 66 0 0,2-8-1 0 0,333 60 1 0 0,-390-102 7 0 0,1-6 0 0 0,139-8 0 0 0,73-31 83 0 0,-3-28 137 0 0,280-107 269 0 0,-15-55 17 0 0,-135 19-356 0 0,-359 148-107 0 0,-2-5 0 0 0,125-95-1 0 0,-162 102-6 0 0,-2-3 0 0 0,-2-3 0 0 0,93-115 0 0 0,-133 145-31 0 0,0-1-1 0 0,-2-1 0 0 0,-1-1 0 0 0,-1-1 1 0 0,-2 0-1 0 0,-1-1 0 0 0,-2-1 0 0 0,-1 1 1 0 0,-1-2-1 0 0,-2 1 0 0 0,-2-1 0 0 0,0 0 1 0 0,-3-1-1 0 0,-2-53 0 0 0,-4 35 27 0 0,-3 1-1 0 0,-2 0 0 0 0,-2 0 0 0 0,-2 1 1 0 0,-3 0-1 0 0,-34-76 0 0 0,31 91 122 0 0,0 2 1 0 0,-2 0-1 0 0,-2 1 0 0 0,0 2 0 0 0,-3 0 1 0 0,0 1-1 0 0,-42-34 0 0 0,24 26-27 0 0,-3 3 1 0 0,0 1-1 0 0,-3 3 0 0 0,-73-36 0 0 0,75 46-169 0 0,-1 3-1 0 0,-1 1 0 0 0,0 3 1 0 0,-1 2-1 0 0,0 2 1 0 0,0 2-1 0 0,-1 3 0 0 0,-66 1 1 0 0,-12 8-1201 0 0,-165 26 1 0 0,234-21-3930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39.0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5832 943 1375 0 0,'-1'-13'345'0'0,"-1"0"-1"0"0,0 0 1 0 0,-2 1-1 0 0,1-1 0 0 0,-1 1 1 0 0,-11-23-1 0 0,11 28-217 0 0,0 0 0 0 0,0 0 0 0 0,-1 1 0 0 0,1-1 0 0 0,-1 1 0 0 0,-1 0 0 0 0,1 0 0 0 0,-1 1 0 0 0,0-1 0 0 0,-14-8 0 0 0,7 7 37 0 0,0 0-1 0 0,-1 0 0 0 0,0 1 0 0 0,-28-7 0 0 0,6 2-493 0 0,-63-29 0 0 0,-31-26-107 0 0,-40-19 281 0 0,88 54 403 0 0,-168-40 0 0 0,-90 7 811 0 0,-135-33-538 0 0,193 15-446 0 0,-102-29 71 0 0,318 94-49 0 0,0 3 1 0 0,-1 3 0 0 0,-1 3-1 0 0,0 2 1 0 0,-70 5 0 0 0,28 8 38 0 0,-1 5 1 0 0,-176 41-1 0 0,259-46-135 0 0,-605 155 0 0 0,67 19 19 0 0,455-137-7 0 0,2 5-1 0 0,-203 125 1 0 0,298-165-11 0 0,-270 191 11 0 0,241-166-12 0 0,2 2-1 0 0,1 2 0 0 0,2 1 1 0 0,-44 60-1 0 0,68-80-7 0 0,2 1 0 0 0,0 1 0 0 0,1 0 0 0 0,1 1 0 0 0,0 0-1 0 0,2 1 1 0 0,1-1 0 0 0,1 1 0 0 0,1 1 0 0 0,1-1 0 0 0,1 1 0 0 0,1 0-1 0 0,1 0 1 0 0,1-1 0 0 0,1 1 0 0 0,1 0 0 0 0,8 35 0 0 0,1-12-3 0 0,3-1 0 0 0,2 0 0 0 0,2-1 0 0 0,2-1 0 0 0,1 0 0 0 0,3-2 0 0 0,1 0 0 0 0,45 54 0 0 0,-21-38-5 0 0,2-2-1 0 0,2-2 0 0 0,3-2 1 0 0,103 72-1 0 0,-71-66 11 0 0,2-4 0 0 0,2-4 0 0 0,2-4 0 0 0,2-4 0 0 0,155 44 0 0 0,-92-44-6 0 0,1-8 0 0 0,298 25 0 0 0,742-39 1412 0 0,-851-28-900 0 0,284-19-330 0 0,-502 10-101 0 0,142-36 0 0 0,119-61-117 0 0,64-54-240 0 0,21-40 207 0 0,-12-21 229 0 0,-425 207-126 0 0,-1-2 0 0 0,-1-1 0 0 0,59-53 0 0 0,-79 61-5 0 0,-1 0 1 0 0,0-2-1 0 0,-2 0 1 0 0,0 0-1 0 0,-1-2 1 0 0,-1 0-1 0 0,-2 0 1 0 0,16-37-1 0 0,-16 26 42 0 0,-1-1-1 0 0,-2 1 1 0 0,-2-2-1 0 0,-1 1 0 0 0,-1-1 1 0 0,-2 1-1 0 0,-3-61 1 0 0,-4 38 212 0 0,-3 1 1 0 0,-2 0-1 0 0,-32-100 1 0 0,32 127-78 0 0,0 1 1 0 0,-2 0 0 0 0,-1 1 0 0 0,-1 1-1 0 0,-1 0 1 0 0,-1 1 0 0 0,-25-28 0 0 0,27 36-84 0 0,-2 0 0 0 0,0 2 0 0 0,0-1 0 0 0,-2 2 1 0 0,1 1-1 0 0,-2 0 0 0 0,0 1 0 0 0,0 1 1 0 0,-1 0-1 0 0,-27-8 0 0 0,19 10-46 0 0,-1 1 0 0 0,0 1-1 0 0,0 2 1 0 0,-1 1 0 0 0,-41 0 0 0 0,12 6-2356 0 0,-100 17 0 0 0,79-6-2019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1.3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1 458 5063 0 0,'1'-88'5683'0'0,"16"-101"0"0"0,-12 154-5183 0 0,-2-1 1 0 0,-1-61 0 0 0,-2 96-500 0 0,0 1 0 0 0,0-1 0 0 0,0 0-1 0 0,0 1 1 0 0,0-1 0 0 0,0 0 0 0 0,0 1-1 0 0,0-1 1 0 0,0 0 0 0 0,0 1 0 0 0,0-1-1 0 0,-1 1 1 0 0,1-1 0 0 0,0 0 0 0 0,0 1-1 0 0,-1-1 1 0 0,1 1 0 0 0,-1-2 0 0 0,-4 11 7 0 0,-1 22-3 0 0,0 20 134 0 0,3 0 0 0 0,3 52-1 0 0,0-79-367 0 0,2 0 0 0 0,0-1-1 0 0,2 0 1 0 0,0 1 0 0 0,2-1-1 0 0,0-1 1 0 0,19 42 0 0 0,-16-47-5745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1.5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1 143 6911 0 0,'0'-2'123'0'0,"0"1"-1"0"0,0 0 1 0 0,-1-1-1 0 0,1 1 1 0 0,0 0-1 0 0,0-1 0 0 0,0 1 1 0 0,0 0-1 0 0,1 0 1 0 0,-1-1-1 0 0,0 1 1 0 0,1 0-1 0 0,-1 0 1 0 0,0-1-1 0 0,1 1 0 0 0,-1 0 1 0 0,1 0-1 0 0,0 0 1 0 0,-1 0-1 0 0,1-1 1 0 0,0 1-1 0 0,0 0 0 0 0,2-1 1 0 0,2-5 855 0 0,0 1-1 0 0,12-9 1 0 0,-4 5-449 0 0,0 1-1 0 0,0 1 1 0 0,1 0-1 0 0,0 1 1 0 0,1 0 0 0 0,-1 1-1 0 0,1 1 1 0 0,1 1-1 0 0,21-5 1 0 0,-7 4-577 0 0,0 2 0 0 0,1 1 0 0 0,59 3 0 0 0,-69 1-758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2.2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83 5063 0 0,'1'-1'229'0'0,"-1"-1"0"0"0,0 1-1 0 0,0-1 1 0 0,0 1-1 0 0,1-1 1 0 0,-1 1-1 0 0,1 0 1 0 0,-1-1 0 0 0,1 1-1 0 0,0 0 1 0 0,0-1-1 0 0,-1 1 1 0 0,1 0-1 0 0,0 0 1 0 0,0 0 0 0 0,0 0-1 0 0,2-2 1 0 0,0 0 115 0 0,0-2 105 0 0,1 1 1 0 0,0-1-1 0 0,0 1 0 0 0,0 0 1 0 0,0 1-1 0 0,1-1 0 0 0,-1 1 1 0 0,1 0-1 0 0,0 0 0 0 0,0 0 0 0 0,0 1 1 0 0,0 0-1 0 0,1 0 0 0 0,-1 0 1 0 0,1 0-1 0 0,-1 1 0 0 0,7-1 1 0 0,-7 2-343 0 0,-1 0 1 0 0,1 0 0 0 0,0 0-1 0 0,-1 1 1 0 0,1-1 0 0 0,0 1 0 0 0,-1 0-1 0 0,1 1 1 0 0,0-1 0 0 0,-1 1-1 0 0,0 0 1 0 0,1 0 0 0 0,-1 0-1 0 0,0 1 1 0 0,0-1 0 0 0,0 1-1 0 0,-1 0 1 0 0,1 0 0 0 0,-1 0 0 0 0,6 8-1 0 0,-5-7-108 0 0,0 1-1 0 0,-1 0 0 0 0,0 0 1 0 0,0 0-1 0 0,0 1 0 0 0,-1-1 1 0 0,0 0-1 0 0,0 1 1 0 0,0 0-1 0 0,-1-1 0 0 0,0 1 1 0 0,0 0-1 0 0,0 8 1 0 0,-1-6 7 0 0,0 0 0 0 0,-1 0 0 0 0,0 0 0 0 0,0 0 0 0 0,-1 0 1 0 0,0 0-1 0 0,-1-1 0 0 0,-6 15 0 0 0,2-9-161 0 0,0-1 0 0 0,0 0 0 0 0,-1-1 1 0 0,-1 1-1 0 0,0-2 0 0 0,-1 1 0 0 0,0-1 0 0 0,0-1 0 0 0,-1 0 0 0 0,-21 14 1 0 0,19-17-35 0 0,4-1 26 0 0,16-7 89 0 0,-5 1 79 0 0,0 0-1 0 0,0 0 0 0 0,0 1 1 0 0,1-1-1 0 0,-1 1 0 0 0,0 0 1 0 0,0-1-1 0 0,1 1 1 0 0,-1 0-1 0 0,4 1 0 0 0,9 0 12 0 0,54 2 622 0 0,116 21 0 0 0,-148-18-394 0 0,-11-3 25 0 0,0 2 1 0 0,26 8-1 0 0,-48-12-278 0 0,14 5-502 0 0,-18-6 440 0 0,1 1 0 0 0,-1-1 0 0 0,1 0 0 0 0,-1 0 0 0 0,1 0 0 0 0,-1 0 0 0 0,0 1 0 0 0,1-1 0 0 0,-1 0 0 0 0,1 0 0 0 0,-1 1 0 0 0,0-1 0 0 0,1 0 0 0 0,-1 1 0 0 0,0-1 0 0 0,0 0 0 0 0,1 1 0 0 0,-1-1 0 0 0,0 0 0 0 0,0 1 0 0 0,1-1 0 0 0,-1 1 0 0 0,0-1 0 0 0,0 1 0 0 0,0-1 0 0 0,0 0 0 0 0,0 1 0 0 0,0-1 0 0 0,0 1 0 0 0,0 0 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4.5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58 2759 0 0,'0'0'112'0'0,"-1"0"0"0"0,1 0 0 0 0,-1-1-1 0 0,1 1 1 0 0,0 0 0 0 0,0-1-1 0 0,-1 1 1 0 0,1-1 0 0 0,0 1-1 0 0,0 0 1 0 0,-1-1 0 0 0,1 1-1 0 0,0-1 1 0 0,0 1 0 0 0,0-1 0 0 0,0 1-1 0 0,0 0 1 0 0,0-1 0 0 0,0 1-1 0 0,-1-1 1 0 0,1 1 0 0 0,1-1-1 0 0,-1 1 1 0 0,0-1 0 0 0,0 1 0 0 0,0-1-1 0 0,0 1 1 0 0,0 0 0 0 0,0-1-1 0 0,1 0 55 0 0,0 0 0 0 0,-1 0 0 0 0,1 0 0 0 0,0 0 0 0 0,0 0 0 0 0,0 0 0 0 0,0 1 0 0 0,0-1 0 0 0,0 0 0 0 0,0 1 0 0 0,1-2 0 0 0,6-1 401 0 0,0 0 0 0 0,14-4-1 0 0,-17 6-322 0 0,4-2-180 0 0,3-1 22 0 0,-1 0 0 0 0,1 1 0 0 0,0 1 1 0 0,0 0-1 0 0,1 1 0 0 0,-1 0 0 0 0,13 0 0 0 0,-14 4-86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4.7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44 3223 0 0,'3'-3'288'0'0,"0"0"-288"0"0,0 0 0 0 0,0 1 0 0 0,0 1-104 0 0,2-1-80 0 0,4-2-8 0 0,3-1-8 0 0,4-2 200 0 0,4 1 0 0 0,1 3 0 0 0,-2-2-64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4.8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10135 0 0,'2'2'896'0'0,"1"-2"-712"0"0,-2 1-184 0 0,1 1-328 0 0,1-2-104 0 0,3 1-16 0 0,3 1-8 0 0,4-1 520 0 0,2-1 96 0 0,2 0 32 0 0,-2-1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5.1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56 10135 0 0,'5'-10'458'0'0,"-5"8"-382"0"0,1 0 0 0 0,0 0 1 0 0,0 0-1 0 0,0 0 0 0 0,0 0 1 0 0,0 1-1 0 0,0-1 0 0 0,0 0 0 0 0,1 1 1 0 0,-1-1-1 0 0,1 1 0 0 0,-1-1 1 0 0,1 1-1 0 0,-1-1 0 0 0,1 1 1 0 0,0 0-1 0 0,0 0 0 0 0,0 0 0 0 0,0 0 1 0 0,-1 0-1 0 0,4 0 0 0 0,7-2-12 0 0,-1 0 0 0 0,1 0-1 0 0,0 2 1 0 0,0-1-1 0 0,0 2 1 0 0,-1-1 0 0 0,1 2-1 0 0,0-1 1 0 0,0 2 0 0 0,0 0-1 0 0,0 0 1 0 0,14 5-1 0 0,12 7 323 0 0,0 1 0 0 0,46 27-1 0 0,28 12-9 0 0,-97-49-376 0 0,-11-4 0 0 0,0 0 0 0 0,0 0 0 0 0,0 1 0 0 0,0-1 0 0 0,0 1 0 0 0,-1 0 0 0 0,1 0 0 0 0,-1 0 0 0 0,1 0 0 0 0,-1 1 0 0 0,5 4 0 0 0,-7-6 0 0 0,-1 0 0 0 0,0 0 0 0 0,1 0 0 0 0,-1 0 0 0 0,0 0 0 0 0,0 0 0 0 0,0-1 0 0 0,0 1 0 0 0,0 0 0 0 0,0 0 0 0 0,0 0 0 0 0,0 0 0 0 0,-1 0 0 0 0,1 0 0 0 0,0 0 0 0 0,0-1 0 0 0,-1 1 0 0 0,1 0 0 0 0,0 0 0 0 0,-1 0 0 0 0,1-1 0 0 0,-1 1 0 0 0,1 0 0 0 0,-1 0 0 0 0,0-1 0 0 0,1 1 0 0 0,-2 0 0 0 0,-21 20 0 0 0,19-17 0 0 0,-30 22 300 0 0,-70 40-1 0 0,3-1-132 0 0,56-33-2042 0 0,27-17-3064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5.7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1 485 5063 0 0,'25'-75'5060'0'0,"16"-39"-224"0"0,-26 62-4074 0 0,13-73-1 0 0,-26 117-757 0 0,-1 0 1 0 0,0 0-1 0 0,0 0 1 0 0,-1 0-1 0 0,0 0 1 0 0,0 0-1 0 0,-1 0 0 0 0,0 0 1 0 0,0 0-1 0 0,-1 0 1 0 0,-5-15-1 0 0,7 23-4 0 0,0-1 0 0 0,-1 1 0 0 0,1 0 0 0 0,0-1 0 0 0,0 1 0 0 0,0-1 0 0 0,0 1 0 0 0,-1 0 0 0 0,1-1 0 0 0,0 1 0 0 0,0 0 0 0 0,-1-1 0 0 0,1 1 0 0 0,0 0 0 0 0,-1-1 0 0 0,1 1 0 0 0,0 0 0 0 0,-1 0 0 0 0,1-1 0 0 0,0 1 0 0 0,-1 0 0 0 0,1 0 0 0 0,0 0 0 0 0,-1 0 0 0 0,1 0 0 0 0,-1-1 0 0 0,0 1 0 0 0,1 1 0 0 0,0-1 0 0 0,-1 0 0 0 0,1 0 0 0 0,-1 1 0 0 0,1-1 0 0 0,0 1 0 0 0,-1-1 0 0 0,1 0 0 0 0,0 1 0 0 0,-1-1 0 0 0,1 1 0 0 0,0-1 0 0 0,0 1 0 0 0,0-1 0 0 0,-1 0 0 0 0,1 1 0 0 0,0 0 0 0 0,-4 24 0 0 0,5-3 48 0 0,0-1-1 0 0,2 0 1 0 0,9 36 0 0 0,26 61 233 0 0,-35-106-265 0 0,42 95 682 0 0,-2-3-1292 0 0,-38-87-158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6.0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45 102 5063 0 0,'-40'-13'496'0'0,"40"13"-480"0"0,0 0 0 0 0,0 0-1 0 0,-1 0 1 0 0,1 0 0 0 0,0 0-1 0 0,0 0 1 0 0,0 0 0 0 0,0 0-1 0 0,-1 0 1 0 0,1-1 0 0 0,0 1-1 0 0,0 0 1 0 0,0 0-1 0 0,0 0 1 0 0,-1 0 0 0 0,1 0-1 0 0,0 0 1 0 0,0 0 0 0 0,0 0-1 0 0,0 0 1 0 0,0-1 0 0 0,-1 1-1 0 0,1 0 1 0 0,0 0 0 0 0,0 0-1 0 0,0 0 1 0 0,0 0 0 0 0,0-1-1 0 0,0 1 1 0 0,0 0-1 0 0,0 0 1 0 0,0 0 0 0 0,0 0-1 0 0,-1 0 1 0 0,1-1 0 0 0,0 1-1 0 0,0 0 1 0 0,0 0 0 0 0,0 0-1 0 0,0-1 1 0 0,0 1 0 0 0,0 0-1 0 0,0 0 1 0 0,0 0 0 0 0,1 0-1 0 0,-1-1 1 0 0,0 1-1 0 0,0 0 1 0 0,0 0 0 0 0,0 0-1 0 0,0 0 1 0 0,0-1 0 0 0,0 1-1 0 0,0 0 1 0 0,1 0 0 0 0,13-5 1949 0 0,22 2 1257 0 0,353-17 2706 0 0,-115-6-4902 0 0,-174 15-584 0 0,-56 6-378 0 0,73-6-158 0 0,-94 12-1493 0 0,-17 0-4672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6.7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187 61 5063 0 0,'-5'-6'282'0'0,"0"-1"-1"0"0,0 1 0 0 0,-1 0 0 0 0,0 1 0 0 0,0-1 0 0 0,-7-4 0 0 0,10 8-63 0 0,1 1-1 0 0,-1-1 0 0 0,0 0 0 0 0,1 1 0 0 0,-1 0 1 0 0,0 0-1 0 0,0 0 0 0 0,0 0 0 0 0,0 0 0 0 0,0 1 1 0 0,0-1-1 0 0,0 1 0 0 0,0 0 0 0 0,0 0 0 0 0,0 0 1 0 0,0 0-1 0 0,0 0 0 0 0,0 1 0 0 0,-4 0 0 0 0,4 1-58 0 0,0-1 0 0 0,0 0-1 0 0,0 1 1 0 0,1 0 0 0 0,-1 0-1 0 0,1 0 1 0 0,-1 0 0 0 0,1 0-1 0 0,0 0 1 0 0,0 1 0 0 0,-1-1-1 0 0,2 1 1 0 0,-1-1 0 0 0,0 1-1 0 0,0 0 1 0 0,1 0 0 0 0,0 0-1 0 0,0 0 1 0 0,-1 0 0 0 0,2 0-1 0 0,-2 3 1 0 0,-1 8 6 0 0,1 1 1 0 0,0-1-1 0 0,0 19 0 0 0,2-31-141 0 0,0 8-19 0 0,0 0 0 0 0,1 0-1 0 0,0 1 1 0 0,1-2 0 0 0,0 1 0 0 0,0 0-1 0 0,1 0 1 0 0,0-1 0 0 0,1 1 0 0 0,0-1-1 0 0,1 0 1 0 0,0 0 0 0 0,0-1 0 0 0,1 0-1 0 0,0 1 1 0 0,9 8 0 0 0,-10-12 52 0 0,1 1 0 0 0,0-1 0 0 0,0 0 0 0 0,0-1 0 0 0,0 1 0 0 0,1-1 0 0 0,0-1 0 0 0,0 1 0 0 0,0-1 0 0 0,0 0 1 0 0,1-1-1 0 0,-1 0 0 0 0,1 0 0 0 0,0 0 0 0 0,-1-1 0 0 0,1 0 0 0 0,0-1 0 0 0,0 0 0 0 0,-1 0 0 0 0,1-1 0 0 0,11-1 0 0 0,-11 0-12 0 0,0 0 1 0 0,0-1-1 0 0,0 0 0 0 0,0 0 0 0 0,-1-1 0 0 0,0 0 0 0 0,1 0 1 0 0,-2 0-1 0 0,1-1 0 0 0,0 0 0 0 0,9-11 0 0 0,-13 14-32 0 0,-1-1-1 0 0,0 1 1 0 0,1-1-1 0 0,-1 0 0 0 0,-1 0 1 0 0,1 0-1 0 0,0 0 1 0 0,-1 0-1 0 0,1 0 1 0 0,-1-1-1 0 0,0 1 1 0 0,0 0-1 0 0,0-1 1 0 0,-1 1-1 0 0,1-1 0 0 0,-1 1 1 0 0,0 0-1 0 0,0-1 1 0 0,0 1-1 0 0,0-1 1 0 0,-1 1-1 0 0,1-1 1 0 0,-1 1-1 0 0,0-1 1 0 0,0 1-1 0 0,0 0 0 0 0,0 0 1 0 0,-1-1-1 0 0,1 1 1 0 0,-4-4-1 0 0,-3-4-5 0 0,0 0 0 0 0,-1 0 0 0 0,0 1 0 0 0,-1 0 0 0 0,0 1 0 0 0,-1 0 0 0 0,0 0 0 0 0,0 1 0 0 0,-1 1 0 0 0,1 0 0 0 0,-2 1 0 0 0,-15-7 0 0 0,21 11 13 0 0,0 1 0 0 0,-1-1 0 0 0,1 1-1 0 0,-1 0 1 0 0,1 1 0 0 0,-1 0 0 0 0,0 0 0 0 0,1 1 0 0 0,-1-1 0 0 0,-13 5-1 0 0,12-3-12 0 0,0 1 0 0 0,0 0-1 0 0,1 0 1 0 0,-1 1-1 0 0,1 0 1 0 0,0 0-1 0 0,0 1 1 0 0,-11 8-1 0 0,16-10-3 0 0,1-1 0 0 0,-1 0 0 0 0,1 1 1 0 0,-1-1-1 0 0,1 1 0 0 0,0 0 0 0 0,0 0 0 0 0,1 0 0 0 0,-1 0 0 0 0,1 0 0 0 0,-1 0 0 0 0,1 1 0 0 0,0-1 1 0 0,-1 7-1 0 0,1-8-65 0 0,1 1 0 0 0,0 0 1 0 0,1 0-1 0 0,-1 0 0 0 0,0 0 0 0 0,1 0 1 0 0,-1 0-1 0 0,1-1 0 0 0,0 1 1 0 0,0 0-1 0 0,0 0 0 0 0,1-1 1 0 0,-1 1-1 0 0,0-1 0 0 0,1 1 1 0 0,0-1-1 0 0,3 5 0 0 0,7 5-1026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54 3679 0 0,'1'-4'427'0'0,"-1"0"-1"0"0,1 0 1 0 0,-1 0-1 0 0,0-1 1 0 0,-1-7-1 0 0,-3-9 5277 0 0,12 30-1914 0 0,3 5-5602 0 0,-9-10-3201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7.7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96 570 5983 0 0,'-1'0'33'0'0,"1"-1"-1"0"0,-1 0 0 0 0,0 1 0 0 0,0-1 1 0 0,1 0-1 0 0,-1 1 0 0 0,1-1 0 0 0,-1 0 1 0 0,1 0-1 0 0,-1 0 0 0 0,1 0 0 0 0,-1 1 1 0 0,1-1-1 0 0,0 0 0 0 0,-1 0 0 0 0,1-2 1 0 0,-2 0 136 0 0,-3-11 1084 0 0,1-1 0 0 0,1 1 1 0 0,-1-1-1 0 0,2 0 0 0 0,-1-25 0 0 0,-3-12 605 0 0,-17-87 593 0 0,-9-61-1389 0 0,29 152-968 0 0,4 91-58 0 0,2-1 1 0 0,14 72 0 0 0,-9-76 62 0 0,30 115 417 0 0,-32-136-656 0 0,0-1 1 0 0,1 0 0 0 0,1 0-1 0 0,0 0 1 0 0,1-1-1 0 0,20 25 1 0 0,-11-21-728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8.0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126 215 10591 0 0,'-5'-9'422'0'0,"3"6"-317"0"0,1-1-1 0 0,-1 1 0 0 0,0 0 0 0 0,0 0 1 0 0,-1 0-1 0 0,-4-5 0 0 0,7 8-44 0 0,-1 0 1 0 0,1 0-1 0 0,-1 0 0 0 0,1-1 0 0 0,-1 1 0 0 0,0 0 0 0 0,1 0 0 0 0,-1 0 1 0 0,1 0-1 0 0,-1 0 0 0 0,1 0 0 0 0,-1 0 0 0 0,1 0 0 0 0,-1 1 0 0 0,0-1 1 0 0,1 0-1 0 0,-1 0 0 0 0,1 0 0 0 0,-1 0 0 0 0,1 1 0 0 0,-1-1 0 0 0,1 0 0 0 0,-1 1 1 0 0,1-1-1 0 0,-1 0 0 0 0,1 1 0 0 0,0-1 0 0 0,-1 1 0 0 0,1-1 0 0 0,0 0 1 0 0,-1 1-1 0 0,1-1 0 0 0,0 1 0 0 0,-1-1 0 0 0,1 1 0 0 0,0-1 0 0 0,0 1 1 0 0,-1 0-1 0 0,1 1 81 0 0,-1-1 1 0 0,0 1 0 0 0,1-1 0 0 0,0 1 0 0 0,-1-1 0 0 0,1 1 0 0 0,0 0-1 0 0,0-1 1 0 0,0 1 0 0 0,0 0 0 0 0,0-1 0 0 0,0 4 0 0 0,2 0-1 0 0,1 0 0 0 0,-1-1 1 0 0,1 1-1 0 0,0-1 0 0 0,0 1 1 0 0,0-1-1 0 0,1 0 0 0 0,-1 0 1 0 0,1 0-1 0 0,0-1 0 0 0,0 1 1 0 0,0-1-1 0 0,1 0 0 0 0,-1 0 1 0 0,9 4-1 0 0,-5-4-37 0 0,-1 1 0 0 0,1-1 0 0 0,0 0-1 0 0,0-1 1 0 0,0 0 0 0 0,0 0 0 0 0,1-1 0 0 0,-1 0 0 0 0,12 0 0 0 0,-14-1-100 0 0,0-1 1 0 0,0 0-1 0 0,0 0 1 0 0,0 0 0 0 0,0-1-1 0 0,0 0 1 0 0,0 0 0 0 0,-1 0-1 0 0,1-1 1 0 0,-1 0 0 0 0,0 0-1 0 0,10-8 1 0 0,-12 9-4 0 0,-1-1 0 0 0,1 1 0 0 0,-1-1 0 0 0,1 0 0 0 0,-1 0 0 0 0,0 1 1 0 0,0-2-1 0 0,0 1 0 0 0,-1 0 0 0 0,1 0 0 0 0,-1-1 0 0 0,1 1 0 0 0,-1 0 0 0 0,0-1 0 0 0,-1 1 0 0 0,1-1 1 0 0,-1 0-1 0 0,1 1 0 0 0,-1-1 0 0 0,0 1 0 0 0,0-1 0 0 0,-1 0 0 0 0,0-4 0 0 0,-2-3 65 0 0,0 1 1 0 0,0-1-1 0 0,-1 0 0 0 0,-1 1 0 0 0,0 0 1 0 0,0 0-1 0 0,-1 1 0 0 0,0-1 0 0 0,-1 1 0 0 0,0 0 1 0 0,0 1-1 0 0,-1 0 0 0 0,0 0 0 0 0,0 1 1 0 0,-11-8-1 0 0,14 11-26 0 0,0 1 1 0 0,-1 0-1 0 0,0-1 1 0 0,0 2-1 0 0,1-1 1 0 0,-2 1-1 0 0,1-1 1 0 0,0 2-1 0 0,0-1 1 0 0,-1 1-1 0 0,1 0 1 0 0,-1 0-1 0 0,1 1 1 0 0,-1 0-1 0 0,1 0 1 0 0,-1 0-1 0 0,1 1 1 0 0,-1 0-1 0 0,1 0 1 0 0,0 1-1 0 0,-1 0 1 0 0,1 0 0 0 0,0 0-1 0 0,0 1 1 0 0,0 0-1 0 0,-9 6 1 0 0,9-5-38 0 0,0 1 1 0 0,1-1 0 0 0,0 1 0 0 0,0 0 0 0 0,0 0 0 0 0,0 1 0 0 0,1-1 0 0 0,0 1 0 0 0,0 0 0 0 0,1 0 0 0 0,0 0 0 0 0,0 1-1 0 0,0-1 1 0 0,1 1 0 0 0,-3 10 0 0 0,4-12-65 0 0,0-1 0 0 0,1 1 0 0 0,0-1 0 0 0,0 0 0 0 0,0 1 0 0 0,0-1 0 0 0,0 1 0 0 0,1-1 0 0 0,0 0-1 0 0,0 1 1 0 0,0-1 0 0 0,1 0 0 0 0,-1 0 0 0 0,1 0 0 0 0,0 0 0 0 0,0 0 0 0 0,1 0 0 0 0,-1 0 0 0 0,1-1 0 0 0,0 1 0 0 0,0-1 0 0 0,0 0-1 0 0,0 0 1 0 0,0 0 0 0 0,7 4 0 0 0,-2-2-748 0 0,-1 0 0 0 0,1-1-1 0 0,11 4 1 0 0,7 2-5382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58.3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8 191 11519 0 0,'-8'-10'1268'0'0,"13"17"324"0"0,-3-5-1349 0 0,-1 0-1 0 0,1 0 0 0 0,-1 0 1 0 0,1 0-1 0 0,0 0 1 0 0,0-1-1 0 0,-1 1 0 0 0,1-1 1 0 0,1 1-1 0 0,1 0 1 0 0,3 3 80 0 0,-2-2-173 0 0,0-1 0 0 0,0 1 0 0 0,0-1 0 0 0,0 1 0 0 0,1-2 0 0 0,-1 1 0 0 0,1 0 0 0 0,8 0 0 0 0,2 0 309 0 0,24-1 0 0 0,-39-1-425 0 0,24 0 245 0 0,0-2 0 0 0,43-7-1 0 0,-57 7-214 0 0,-1-1-1 0 0,0 0 1 0 0,0 0 0 0 0,0-1-1 0 0,0 0 1 0 0,-1-1-1 0 0,1 0 1 0 0,-1-1 0 0 0,9-7-1 0 0,-15 11-57 0 0,-1 0-1 0 0,1 0 1 0 0,-1-1-1 0 0,0 1 0 0 0,0-1 1 0 0,0 1-1 0 0,0-1 1 0 0,0 0-1 0 0,-1 0 1 0 0,1 0-1 0 0,-1 0 1 0 0,0 0-1 0 0,0 0 0 0 0,0 0 1 0 0,0 0-1 0 0,0 0 1 0 0,-1-1-1 0 0,1 1 1 0 0,-1 0-1 0 0,0-5 1 0 0,-1 4 6 0 0,0 0 0 0 0,0 0 0 0 0,0 0 1 0 0,0 0-1 0 0,0 0 0 0 0,-1 0 0 0 0,0 1 1 0 0,0-1-1 0 0,0 1 0 0 0,0-1 0 0 0,-1 1 1 0 0,1 0-1 0 0,-1-1 0 0 0,0 1 1 0 0,-6-5-1 0 0,1 2 55 0 0,0 0 1 0 0,-1 1-1 0 0,0 0 0 0 0,0 1 1 0 0,0-1-1 0 0,0 2 0 0 0,-1-1 1 0 0,0 1-1 0 0,0 1 1 0 0,1 0-1 0 0,-1 0 0 0 0,-1 1 1 0 0,-14 0-1 0 0,10 1-34 0 0,1 1 0 0 0,0 0 0 0 0,0 1 0 0 0,0 0 0 0 0,0 1 0 0 0,0 1 0 0 0,1 0 0 0 0,-1 1 0 0 0,-13 7 0 0 0,22-10-66 0 0,1 0-1 0 0,0 1 1 0 0,0-1 0 0 0,0 1-1 0 0,1 0 1 0 0,-1 0-1 0 0,0 0 1 0 0,1 0 0 0 0,0 0-1 0 0,0 1 1 0 0,0 0-1 0 0,0-1 1 0 0,1 1 0 0 0,-1 0-1 0 0,1 0 1 0 0,0 1-1 0 0,0-1 1 0 0,1 0 0 0 0,-1 1-1 0 0,1-1 1 0 0,-2 8-1 0 0,3 2-791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4.32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0 423 2759 0 0,'23'-50'4340'0'0,"25"-76"-1"0"0,-44 109-3610 0 0,1 0 0 0 0,-2-1 1 0 0,2-26-1 0 0,-4-55 734 0 0,-1 65-1380 0 0,-2 17-38 0 0,1 17-24 0 0,-1 9-13 0 0,0 30 115 0 0,1 0 0 0 0,5 54 0 0 0,19 76 430 0 0,-12-94-467 0 0,2-11-1222 0 0,-10-51-4544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4.5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 73 3223 0 0,'-1'-1'22'0'0,"1"1"0"0"0,-1-1-1 0 0,0 1 1 0 0,0-1-1 0 0,0 0 1 0 0,0 1-1 0 0,1-1 1 0 0,-1 0-1 0 0,0 0 1 0 0,1 1-1 0 0,-1-1 1 0 0,0 0 0 0 0,0-1-1 0 0,1 1 50 0 0,0 1 0 0 0,0-1-1 0 0,0 1 1 0 0,0-1 0 0 0,0 1 0 0 0,0 0 0 0 0,0-1-1 0 0,0 1 1 0 0,0-1 0 0 0,0 1 0 0 0,0-1 0 0 0,0 1-1 0 0,0-1 1 0 0,0 1 0 0 0,0 0 0 0 0,1-1 0 0 0,-1 1-1 0 0,0-1 1 0 0,0 1 0 0 0,1 0 0 0 0,-1-1 0 0 0,0 1-1 0 0,2-2 300 0 0,1 0 0 0 0,-1 0 0 0 0,0 0 0 0 0,1 1 0 0 0,-1-1 0 0 0,1 1 0 0 0,-1 0 0 0 0,5-2 0 0 0,2 0 134 0 0,0 0-1 0 0,-1 1 1 0 0,1 0-1 0 0,0 1 1 0 0,18-1-1 0 0,47 4 854 0 0,-32 1-752 0 0,9-4-95 0 0,0-1 0 0 0,80-14 1 0 0,-118 13-530 0 0,1 0 0 0 0,-1 2 0 0 0,0 0 0 0 0,1 0 0 0 0,-1 1 1 0 0,0 1-1 0 0,16 2 0 0 0,-21 0-1082 0 0,-1 1-3837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5.8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3 115 1839 0 0,'0'-1'133'0'0,"0"0"0"0"0,-1 0 0 0 0,1 0 0 0 0,-1 0 0 0 0,1 0 0 0 0,0 0 0 0 0,0-1 0 0 0,0 1 0 0 0,0 0 0 0 0,0 0 0 0 0,0 0 0 0 0,0 0 0 0 0,0-1 0 0 0,1 0 0 0 0,-1-2 256 0 0,0-1 112 0 0,0 0 0 0 0,0 1 0 0 0,1-1 0 0 0,0 0 0 0 0,0 1 0 0 0,0-1 0 0 0,0 1 0 0 0,1-1 0 0 0,0 1 0 0 0,0 0-1 0 0,0-1 1 0 0,4-4 0 0 0,-4 7-342 0 0,0-1 0 0 0,0 1 0 0 0,0 0 0 0 0,0 0 0 0 0,0 0 0 0 0,1 0 0 0 0,-1 0 0 0 0,1 0 0 0 0,0 1 0 0 0,-1 0 0 0 0,1-1 0 0 0,0 1 0 0 0,0 0 0 0 0,0 0 0 0 0,0 0 0 0 0,0 1 0 0 0,0-1 0 0 0,0 1 0 0 0,0-1 0 0 0,4 1 0 0 0,-5 1-157 0 0,-1-1-1 0 0,1 0 1 0 0,0 1-1 0 0,0-1 1 0 0,-1 1 0 0 0,1-1-1 0 0,0 1 1 0 0,-1 0 0 0 0,1-1-1 0 0,-1 1 1 0 0,1 0-1 0 0,-1 0 1 0 0,1 0 0 0 0,-1 0-1 0 0,0 1 1 0 0,1-1 0 0 0,-1 0-1 0 0,0 1 1 0 0,0-1-1 0 0,0 0 1 0 0,0 1 0 0 0,0 0-1 0 0,0-1 1 0 0,-1 1 0 0 0,1-1-1 0 0,0 1 1 0 0,-1 0-1 0 0,0-1 1 0 0,1 4 0 0 0,1 0 1 0 0,-1 1 1 0 0,0 0-1 0 0,-1 0 1 0 0,1 0 0 0 0,-1 0-1 0 0,0 0 1 0 0,-2 8-1 0 0,-3 5-8 0 0,0-1-1 0 0,-2 0 0 0 0,0 0 1 0 0,-1-1-1 0 0,-14 23 0 0 0,13-25 1 0 0,1 0-1 0 0,0 1 1 0 0,1 1 0 0 0,0-1-1 0 0,2 1 1 0 0,-6 26-1 0 0,10-40 6 0 0,1 0 0 0 0,-1 0 0 0 0,1 1 0 0 0,0-1 0 0 0,0 0 0 0 0,0 1 0 0 0,1-1 0 0 0,0 5 0 0 0,0-7 0 0 0,-1 0 0 0 0,1 0 0 0 0,0 0 0 0 0,-1 0 0 0 0,1 0 0 0 0,0-1 0 0 0,0 1 0 0 0,-1 0 0 0 0,1 0 0 0 0,0 0 0 0 0,0-1 0 0 0,0 1 0 0 0,0 0 0 0 0,0-1 0 0 0,0 1 0 0 0,0-1 0 0 0,0 1 0 0 0,0-1 0 0 0,1 0 0 0 0,-1 1 0 0 0,0-1 0 0 0,0 0 0 0 0,0 0 0 0 0,0 0 0 0 0,1 0 0 0 0,0 0 0 0 0,13 0 216 0 0,-1-1 1 0 0,0 0-1 0 0,0-1 0 0 0,0-1 0 0 0,23-7 0 0 0,5-1 115 0 0,-8 4-433 0 0,50-4 0 0 0,-73 10-210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6.1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32 3679 0 0,'-4'-7'41'0'0,"-1"-6"1016"0"0,5 13-906 0 0,0-1-1 0 0,0 1 1 0 0,1-1-1 0 0,-1 1 1 0 0,0-1-1 0 0,0 1 1 0 0,1 0-1 0 0,-1-1 1 0 0,0 1-1 0 0,1 0 1 0 0,-1-1-1 0 0,0 1 1 0 0,1 0-1 0 0,-1 0 1 0 0,1-1 0 0 0,-1 1-1 0 0,0 0 1 0 0,1 0-1 0 0,-1 0 1 0 0,1-1-1 0 0,-1 1 1 0 0,1 0-1 0 0,-1 0 1 0 0,0 0-1 0 0,1 0 1 0 0,-1 0-1 0 0,1 0 1 0 0,-1 0-1 0 0,1 0 1 0 0,-1 0-1 0 0,1 0 1 0 0,157-2 592 0 0,-56 4-822 0 0,-34-4-192 0 0,-36-1-5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6.4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 5983 0 0,'2'-1'91'0'0,"-1"1"-1"0"0,1 0 1 0 0,-1 0-1 0 0,0-1 1 0 0,1 1-1 0 0,-1 0 1 0 0,1 0-1 0 0,-1 0 1 0 0,1 1-1 0 0,-1-1 1 0 0,0 0-1 0 0,1 0 1 0 0,-1 1-1 0 0,3 0 1 0 0,23 12 1386 0 0,-14-7-1048 0 0,82 30 825 0 0,60 26 2607 0 0,-127-48-3294 0 0,0 1 0 0 0,-1 0 1 0 0,32 25-1 0 0,-52-35-567 0 0,-1 0 0 0 0,0 1 0 0 0,0 0 0 0 0,0 0 0 0 0,7 11 0 0 0,-12-16 0 0 0,0 0 0 0 0,0 1 0 0 0,0-1 0 0 0,0 1 0 0 0,-1 0 0 0 0,1-1 0 0 0,0 1 0 0 0,-1 0 0 0 0,1-1 0 0 0,-1 1 0 0 0,0 0 0 0 0,0-1 0 0 0,1 1 0 0 0,-1 0 0 0 0,0 0 0 0 0,-1-1 0 0 0,1 1 0 0 0,0 0 0 0 0,0 0 0 0 0,-1-1 0 0 0,1 1 0 0 0,-1 0 0 0 0,1-1 0 0 0,-1 1 0 0 0,0 0 0 0 0,0-1 0 0 0,0 1 0 0 0,1-1 0 0 0,-2 0 0 0 0,1 1 0 0 0,0-1 0 0 0,-2 2 0 0 0,-5 5 0 0 0,-1-1 0 0 0,0 0 0 0 0,0-1 0 0 0,-1 0 0 0 0,-18 9 0 0 0,-56 18 0 0 0,52-22 0 0 0,23-7-24 0 0,-98 39-3412 0 0,85-33-1456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8.1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1 498 6447 0 0,'0'-7'746'0'0,"1"0"1"0"0,0 0-1 0 0,0 0 0 0 0,0 1 0 0 0,1-1 0 0 0,5-12 0 0 0,20-36 2024 0 0,-3 8-1841 0 0,-16 28-851 0 0,-1 0 0 0 0,-1 0 0 0 0,0-1 0 0 0,-2 0 0 0 0,3-34 0 0 0,-6 40-82 0 0,0-1 0 0 0,-2 1-1 0 0,0-1 1 0 0,0 1 0 0 0,-1-1 0 0 0,-1 1 0 0 0,-1 0-1 0 0,-9-24 1 0 0,12 35-7 0 0,0 0 0 0 0,-1 0 0 0 0,1 0 0 0 0,-1 0 0 0 0,0 1 0 0 0,0-1-1 0 0,0 1 1 0 0,-3-4 0 0 0,5 6 9 0 0,-1-1 0 0 0,0 1-1 0 0,1-1 1 0 0,-1 1 0 0 0,0 0-1 0 0,1-1 1 0 0,-1 1 0 0 0,0 0-1 0 0,1 0 1 0 0,-1-1 0 0 0,0 1-1 0 0,1 0 1 0 0,-1 0 0 0 0,0 0-1 0 0,0 0 1 0 0,1 0 0 0 0,-1 0-1 0 0,0 0 1 0 0,1 0 0 0 0,-1 0-1 0 0,0 1 1 0 0,0-1 0 0 0,1 0-1 0 0,-1 0 1 0 0,0 1 0 0 0,1-1-1 0 0,-1 0 1 0 0,1 1 0 0 0,-1-1 0 0 0,0 0-1 0 0,1 1 1 0 0,-1-1 0 0 0,1 1-1 0 0,-1-1 1 0 0,1 1 0 0 0,-1-1-1 0 0,1 1 1 0 0,-1 0 0 0 0,1-1-1 0 0,0 1 1 0 0,-1 0 0 0 0,1 0-1 0 0,-2 3 1 0 0,0-1 0 0 0,0 1 0 0 0,1 0 0 0 0,0 0 0 0 0,-1 0 0 0 0,1-1 0 0 0,1 1 0 0 0,-1 0-1 0 0,1 1 1 0 0,-1-1 0 0 0,1 0 0 0 0,0 0 0 0 0,1 6 0 0 0,2 9-15 0 0,7 28 0 0 0,-8-40 16 0 0,-1-2 1 0 0,24 91-487 0 0,19 159 1 0 0,-43-231-931 0 0,-2-1-3393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8.3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5 134 4607 0 0,'0'0'37'0'0,"0"-1"-1"0"0,-1 1 0 0 0,1 0 0 0 0,0-1 0 0 0,-1 1 0 0 0,1 0 0 0 0,0-1 0 0 0,-1 1 0 0 0,1-1 0 0 0,0 1 0 0 0,0 0 0 0 0,0-1 0 0 0,-1 1 1 0 0,1-1-1 0 0,0 1 0 0 0,0-1 0 0 0,0 1 0 0 0,0 0 0 0 0,0-1 0 0 0,0 1 0 0 0,0-1 0 0 0,0 1 0 0 0,0-1 0 0 0,0 1 0 0 0,0-1 0 0 0,0 1 1 0 0,0-1-1 0 0,0 1 0 0 0,0-1 0 0 0,1 1 0 0 0,-1 0 0 0 0,0-1 0 0 0,0 1 0 0 0,0-1 0 0 0,1 1 0 0 0,-1 0 0 0 0,0-1 0 0 0,1 1 1 0 0,-1 0-1 0 0,0-1 0 0 0,1 1 0 0 0,-1 0 0 0 0,0-1 0 0 0,1 1 0 0 0,-1 0 0 0 0,0 0 0 0 0,1-1 0 0 0,-1 1 0 0 0,2 0 0 0 0,26-11 2568 0 0,-20 9-2353 0 0,36-10 2495 0 0,73-12 0 0 0,48 5-818 0 0,0 0-1372 0 0,-104 8-479 0 0,-35 5-209 0 0,1 2 0 0 0,0 0-1 0 0,0 2 1 0 0,44 2 0 0 0,-53 3-3911 0 0,-4 4-1373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8.7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 2759 0 0,'0'0'124'0'0,"1"-1"0"0"0,-1 1 0 0 0,0 0 0 0 0,0-1 0 0 0,0 1 0 0 0,0-1 0 0 0,1 1 0 0 0,-1-1 0 0 0,0 1-1 0 0,0-1 1 0 0,1 1 0 0 0,-1 0 0 0 0,0-1 0 0 0,1 1 0 0 0,-1 0 0 0 0,0-1 0 0 0,1 1 0 0 0,-1 0 0 0 0,1-1-1 0 0,-1 1 1 0 0,0 0 0 0 0,1 0 0 0 0,-1 0 0 0 0,1-1 0 0 0,-1 1 0 0 0,1 0 0 0 0,-1 0 0 0 0,1 0 0 0 0,-1 0-1 0 0,1 0 1 0 0,-1 0 0 0 0,1 0 0 0 0,-1 0 0 0 0,1 0 0 0 0,-1 0 0 0 0,1 0 0 0 0,0 0 0 0 0,1 0 299 0 0,-1 1 1 0 0,1-1-1 0 0,0 0 1 0 0,-1 0-1 0 0,1 1 1 0 0,-1-1-1 0 0,1 1 1 0 0,0 0-1 0 0,-1-1 0 0 0,3 2 1 0 0,-2 1 7 0 0,0 0 0 0 0,0-1 0 0 0,0 1 0 0 0,0 0 0 0 0,0 0 0 0 0,0 0 0 0 0,-1 0 1 0 0,1 0-1 0 0,-1 0 0 0 0,1 5 0 0 0,7 35 1017 0 0,-8-40-1326 0 0,3 33 142 0 0,0 47 0 0 0,2 14-279 0 0,-5-88 21 0 0,1 0 0 0 0,0 0 0 0 0,0 0 0 0 0,4 8 1 0 0,5 3-5287 0 0,-4-12-615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9.1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63 140 10135 0 0,'19'18'1846'0'0,"1"-1"0"0"0,0-1 1 0 0,41 23-1 0 0,-46-30-1614 0 0,1 0 1 0 0,1-2 0 0 0,-1 0-1 0 0,1 0 1 0 0,0-2 0 0 0,32 6 0 0 0,-44-10-230 0 0,0-1 0 0 0,0 0 0 0 0,1 0 1 0 0,-1 0-1 0 0,0-1 0 0 0,0 1 1 0 0,0-1-1 0 0,0-1 0 0 0,0 1 0 0 0,0-1 1 0 0,0 1-1 0 0,0-1 0 0 0,-1-1 1 0 0,9-4-1 0 0,-11 5-2 0 0,0 0 0 0 0,1 1 0 0 0,-1-1 1 0 0,0-1-1 0 0,0 1 0 0 0,0 0 0 0 0,-1 0 0 0 0,1-1 1 0 0,0 1-1 0 0,-1-1 0 0 0,0 1 0 0 0,1-1 0 0 0,-1 0 1 0 0,0 1-1 0 0,0-1 0 0 0,-1 0 0 0 0,1 0 0 0 0,-1 0 0 0 0,1 0 1 0 0,-1 0-1 0 0,0 1 0 0 0,0-1 0 0 0,0 0 0 0 0,0 0 1 0 0,-1 0-1 0 0,1 0 0 0 0,-2-3 0 0 0,-1-5-1 0 0,-1 1 0 0 0,0 0 0 0 0,-1 1 0 0 0,0-1 0 0 0,0 1 0 0 0,-1 0 0 0 0,-13-16 0 0 0,9 14 0 0 0,0 0 0 0 0,-1 1 0 0 0,0 0 0 0 0,0 0 0 0 0,-16-9 0 0 0,20 15 0 0 0,0 1 0 0 0,-1-1 0 0 0,1 1 0 0 0,0 1 0 0 0,-1-1 0 0 0,0 1 0 0 0,1 0 0 0 0,-1 1 0 0 0,0 0 0 0 0,0 0 0 0 0,0 1 0 0 0,0 0 0 0 0,0 0 0 0 0,-12 3 0 0 0,8-1 0 0 0,0 1 0 0 0,-1 1 0 0 0,2 0 0 0 0,-1 0 0 0 0,0 2 0 0 0,1-1 0 0 0,0 1 0 0 0,-16 12 0 0 0,19-12-26 0 0,1 0-1 0 0,-1 0 0 0 0,1 1 1 0 0,-8 9-1 0 0,14-15 11 0 0,-1 1-1 0 0,1 0 1 0 0,0 0 0 0 0,-1-1 0 0 0,1 1 0 0 0,0 0-1 0 0,0 0 1 0 0,0 0 0 0 0,1 0 0 0 0,-1 0 0 0 0,0 0-1 0 0,1 0 1 0 0,-1 0 0 0 0,1 1 0 0 0,0-1 0 0 0,0 0-1 0 0,-1 0 1 0 0,2 0 0 0 0,-1 0 0 0 0,0 0 0 0 0,0 1-1 0 0,1-1 1 0 0,-1 0 0 0 0,1 0 0 0 0,1 3 0 0 0,3 5-582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39.8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5 186 3223 0 0,'0'-1'1'0'0,"-1"1"0"0"0,1 0-1 0 0,0-1 1 0 0,-1 1-1 0 0,1 0 1 0 0,0-1-1 0 0,-1 1 1 0 0,1 0-1 0 0,0-1 1 0 0,0 1 0 0 0,0-1-1 0 0,-1 1 1 0 0,1 0-1 0 0,0-1 1 0 0,0 1-1 0 0,0-1 1 0 0,0 1-1 0 0,0-1 1 0 0,0 1-1 0 0,0 0 1 0 0,0-1 0 0 0,0 1-1 0 0,0-1 1 0 0,0 1-1 0 0,0-1 1 0 0,0 0-1 0 0,1 0 100 0 0,-1 0 0 0 0,1 1 0 0 0,-1-1 0 0 0,1 0-1 0 0,0 0 1 0 0,-1 1 0 0 0,1-1 0 0 0,0 1 0 0 0,-1-1 0 0 0,1 0-1 0 0,0 1 1 0 0,1-1 0 0 0,2-1 348 0 0,1 0 0 0 0,-1 0 0 0 0,1 0 1 0 0,7-1-1 0 0,198-24 4405 0 0,-163 23-4485 0 0,48-6 245 0 0,191-20 1821 0 0,-3-16-1778 0 0,-224 30-696 0 0,-34 9-149 0 0,31-6 0 0 0,-55 13 165 0 0,-1 0 0 0 0,0 0 1 0 0,0 0-1 0 0,0 0 0 0 0,0 0 0 0 0,0 0 0 0 0,0 0 0 0 0,0 0 0 0 0,0 0 0 0 0,0 0 0 0 0,0 0 0 0 0,0 0 0 0 0,0 0 0 0 0,0 0 0 0 0,0 0 0 0 0,0-1 1 0 0,0 1-1 0 0,1 0 0 0 0,-1 0 0 0 0,0 0 0 0 0,0 0 0 0 0,0 0 0 0 0,0 0 0 0 0,0 0 0 0 0,0 0 0 0 0,0 0 0 0 0,0 0 0 0 0,0 0 0 0 0,0 0 1 0 0,0 0-1 0 0,0 0 0 0 0,1 0 0 0 0,-1 1 0 0 0,0-1 0 0 0,0 0 0 0 0,0 0 0 0 0,0 0 0 0 0,0 0 0 0 0,0 0 0 0 0,0 0 0 0 0,0 0 0 0 0,0 0 1 0 0,0 0-1 0 0,0 0 0 0 0,0 0 0 0 0,0 0 0 0 0,0 0 0 0 0,0 0 0 0 0,0 0 0 0 0,0 0 0 0 0,1 0 0 0 0,-1 0 0 0 0,0 1 0 0 0,0-1 0 0 0,0 0 1 0 0,0 0-1 0 0,0 0 0 0 0,0 0 0 0 0,0 0 0 0 0,0 0 0 0 0,0 0 0 0 0,0 0 0 0 0,0 0 0 0 0,0 0 0 0 0,0 0 0 0 0,0 0 0 0 0,0 1 0 0 0,0-1 1 0 0,-1 0-1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0.17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44 222 5527 0 0,'-37'2'600'0'0,"36"-2"-574"0"0,1 0-1 0 0,0 0 1 0 0,0 0-1 0 0,-1 0 1 0 0,1 0-1 0 0,0 0 1 0 0,-1 0-1 0 0,1 0 1 0 0,0 0-1 0 0,0 0 0 0 0,-1 1 1 0 0,1-1-1 0 0,0 0 1 0 0,0 0-1 0 0,-1 0 1 0 0,1 0-1 0 0,0 1 1 0 0,0-1-1 0 0,0 0 1 0 0,-1 0-1 0 0,1 0 1 0 0,0 1-1 0 0,0-1 0 0 0,0 0 1 0 0,0 1-1 0 0,0-1-4 0 0,0 0-1 0 0,0 1 1 0 0,0-1-1 0 0,0 0 1 0 0,0 0-1 0 0,0 0 1 0 0,0 1-1 0 0,0-1 1 0 0,1 0 0 0 0,-1 0-1 0 0,0 0 1 0 0,0 0-1 0 0,0 1 1 0 0,0-1-1 0 0,1 0 1 0 0,-1 0-1 0 0,0 0 1 0 0,0 0-1 0 0,0 0 1 0 0,0 0-1 0 0,1 1 1 0 0,-1-1-1 0 0,0 0 1 0 0,0 0-1 0 0,1 0 1 0 0,-1 0-1 0 0,0 0 1 0 0,0 0-1 0 0,0 0 1 0 0,1 0-1 0 0,-1 0 1 0 0,0 0-1 0 0,0 0 1 0 0,1 0-1 0 0,-1 0 1 0 0,0 0-1 0 0,0 0 1 0 0,0 0-1 0 0,1-1 1 0 0,-1 1-1 0 0,0 0 1 0 0,1 0-1 0 0,81-14 3603 0 0,146-42 0 0 0,-103 21-2234 0 0,208-55 1920 0 0,-230 59-2195 0 0,-93 28-1100 0 0,-9 2-3 0 0,0 0-16 0 0,-2 4-2237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2.16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197 41 3223 0 0,'-1'-2'220'0'0,"0"-1"-1"0"0,1 1 0 0 0,-1 0 0 0 0,0 0 0 0 0,0-1 1 0 0,0 1-1 0 0,0 0 0 0 0,-1 0 0 0 0,1 0 0 0 0,-1 1 0 0 0,1-1 1 0 0,-1 0-1 0 0,1 0 0 0 0,-1 1 0 0 0,0-1 0 0 0,0 1 1 0 0,0-1-1 0 0,0 1 0 0 0,-2-1 0 0 0,2 1-105 0 0,1 1 1 0 0,-1-1-1 0 0,0 1 0 0 0,0 0 1 0 0,1-1-1 0 0,-1 1 0 0 0,0 0 1 0 0,0 0-1 0 0,1 0 0 0 0,-1 0 1 0 0,0 1-1 0 0,1-1 0 0 0,-1 0 1 0 0,0 1-1 0 0,0-1 0 0 0,1 1 1 0 0,-1 0-1 0 0,1-1 0 0 0,-1 1 1 0 0,1 0-1 0 0,-1 0 0 0 0,1 0 1 0 0,-1 0-1 0 0,1 0 0 0 0,0 0 1 0 0,-2 3-1 0 0,-3 2 90 0 0,1 0 1 0 0,0 1-1 0 0,0 0 1 0 0,1 0-1 0 0,0 1 1 0 0,0-1-1 0 0,-5 16 1 0 0,3-3 5 0 0,-8 41 0 0 0,13-51-178 0 0,0 0 0 0 0,0-1 0 0 0,1 1-1 0 0,0 0 1 0 0,1 0 0 0 0,0-1 0 0 0,0 1 0 0 0,1 0 0 0 0,1-1 0 0 0,0 1-1 0 0,0-1 1 0 0,0 0 0 0 0,6 9 0 0 0,-7-14 24 0 0,1 1 1 0 0,0 0-1 0 0,0-1 1 0 0,0 0-1 0 0,1 0 1 0 0,0 0-1 0 0,-1 0 0 0 0,1-1 1 0 0,0 1-1 0 0,1-1 1 0 0,-1 0-1 0 0,1 0 1 0 0,-1-1-1 0 0,1 1 1 0 0,0-1-1 0 0,0 0 0 0 0,0 0 1 0 0,0-1-1 0 0,0 1 1 0 0,0-1-1 0 0,1 0 1 0 0,-1-1-1 0 0,0 1 0 0 0,1-1 1 0 0,7-1-1 0 0,-6 1 7 0 0,-1-1 0 0 0,1-1-1 0 0,-1 1 1 0 0,1-1 0 0 0,-1 0-1 0 0,0-1 1 0 0,0 1 0 0 0,0-1 0 0 0,0-1-1 0 0,0 1 1 0 0,-1-1 0 0 0,1 0-1 0 0,-1 0 1 0 0,0 0 0 0 0,0-1-1 0 0,-1 0 1 0 0,1 0 0 0 0,-1 0 0 0 0,0 0-1 0 0,4-8 1 0 0,-5 7-43 0 0,1-1 0 0 0,-1 0 0 0 0,-1 1 0 0 0,1-1 0 0 0,-1 0 0 0 0,0-1 0 0 0,0 1 0 0 0,-1 0 0 0 0,0 0 0 0 0,-1-1 0 0 0,1 1 0 0 0,-1 0 0 0 0,-1-1 0 0 0,1 1 0 0 0,-1-1 0 0 0,-1 1 1 0 0,1 0-1 0 0,-4-8 0 0 0,2 7 60 0 0,-1-1 0 0 0,0 1 1 0 0,0 0-1 0 0,-1 0 1 0 0,0 0-1 0 0,0 1 1 0 0,-1 0-1 0 0,0 0 0 0 0,0 0 1 0 0,0 0-1 0 0,-1 1 1 0 0,-14-9-1 0 0,15 11 18 0 0,0 1 0 0 0,0 0 0 0 0,0 0 0 0 0,0 0 0 0 0,-1 1 0 0 0,1 0 0 0 0,-1 1 0 0 0,1-1 0 0 0,-1 1 0 0 0,0 0 0 0 0,1 1 0 0 0,-1 0 0 0 0,0 0 0 0 0,0 0 0 0 0,1 1 0 0 0,-1 0 1 0 0,0 0-1 0 0,-6 2 0 0 0,5 0-67 0 0,-1 0 0 0 0,1 1 0 0 0,0 0 0 0 0,0 0 0 0 0,1 0 0 0 0,-1 1 0 0 0,1 1 0 0 0,0-1 0 0 0,-9 11 0 0 0,12-13-63 0 0,0 1 0 0 0,0 1 0 0 0,1-1-1 0 0,0 1 1 0 0,0-1 0 0 0,0 1 0 0 0,1 0-1 0 0,-1 0 1 0 0,1 0 0 0 0,0 0 0 0 0,1 0-1 0 0,-1 1 1 0 0,1-1 0 0 0,0 0 0 0 0,0 1-1 0 0,1 8 1 0 0,0-11-129 0 0,0-1 0 0 0,1 0 0 0 0,-1 1 0 0 0,1-1 0 0 0,-1 0 0 0 0,1 1-1 0 0,0-1 1 0 0,0 0 0 0 0,0 0 0 0 0,0 0 0 0 0,2 3 0 0 0,8 7-6026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6:42.3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1 9671 0 0,'-1'0'81'0'0,"0"1"-1"0"0,0 0 0 0 0,0-1 1 0 0,1 1-1 0 0,-1-1 1 0 0,0 1-1 0 0,0 0 0 0 0,0 0 1 0 0,1 0-1 0 0,-1-1 0 0 0,0 1 1 0 0,1 0-1 0 0,-1 0 0 0 0,1 0 1 0 0,-1 0-1 0 0,1 0 1 0 0,-1 0-1 0 0,1 0 0 0 0,-1 2 1 0 0,-3 25 1108 0 0,3-18-828 0 0,-2 6-11 0 0,2-1 0 0 0,0 1 1 0 0,1 0-1 0 0,2 19 0 0 0,-1-27-324 0 0,0 0 0 0 0,1 0 0 0 0,0 0 0 0 0,0 0 0 0 0,1 0 0 0 0,0 0 0 0 0,0-1-1 0 0,1 1 1 0 0,8 12 0 0 0,-2-9-1014 0 0,2-1-3952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43.3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4 919 0 0,'2'-1'12'0'0,"1"0"-1"0"0,-1 1 0 0 0,1-1 0 0 0,0 1 0 0 0,-1-1 0 0 0,1 1 0 0 0,-1 0 0 0 0,1 0 0 0 0,0 0 0 0 0,-1 0 1 0 0,1 1-1 0 0,-1-1 0 0 0,1 1 0 0 0,-1 0 0 0 0,4 0 0 0 0,4 4 80 0 0,0-1-1 0 0,13 9 1 0 0,-2-1-5 0 0,24 9-56 0 0,1-2 0 0 0,1-1 0 0 0,1-3 0 0 0,0-2 0 0 0,1-2 0 0 0,0-2 0 0 0,83 4 0 0 0,-61-9-30 0 0,102 7 0 0 0,-138-6 0 0 0,0 0 0 0 0,64 21 0 0 0,20 18-60 0 0,63 19-544 0 0,-147-52 555 0 0,0 1-1 0 0,40 20 0 0 0,-57-24 119 0 0,-4-2-5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43.8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126 230 455 0 0,'-2'-1'0'0'0,"1"0"0"0"0,0 1 0 0 0,-1-1 0 0 0,1 0 0 0 0,-1 1 0 0 0,1-1 0 0 0,0 1 0 0 0,-1 0 0 0 0,1-1 0 0 0,-1 1 0 0 0,1 0 0 0 0,-1 0 0 0 0,1 0 0 0 0,-1 0 0 0 0,1 0 0 0 0,-1 0 0 0 0,0 0 0 0 0,1 0 0 0 0,0 1 0 0 0,-3 0 0 0 0,-4 0 97 0 0,0 0 0 0 0,0 0 0 0 0,0-1 0 0 0,0 0 0 0 0,0 0 0 0 0,-15-4 0 0 0,23 4-93 0 0,0 0 0 0 0,0 0 0 0 0,0 1 0 0 0,0-1 0 0 0,0 0 0 0 0,0 0-1 0 0,0 0 1 0 0,0 0 0 0 0,0 0 0 0 0,-1 0 0 0 0,1 0 0 0 0,0 0 0 0 0,0 0 0 0 0,0 0 0 0 0,0 0 0 0 0,0 0-1 0 0,0-1 1 0 0,0 1 0 0 0,0 0 0 0 0,0 0 0 0 0,0 0 0 0 0,0 0 0 0 0,0 0 0 0 0,0 0 0 0 0,-1 0 0 0 0,1 0-1 0 0,0 0 1 0 0,0 0 0 0 0,0 0 0 0 0,0 0 0 0 0,0 0 0 0 0,0 0 0 0 0,0 0 0 0 0,0 0 0 0 0,0 0 0 0 0,0 0-1 0 0,0 0 1 0 0,0-1 0 0 0,0 1 0 0 0,0 0 0 0 0,0 0 0 0 0,0 0 0 0 0,0 0 0 0 0,0 0 0 0 0,0 0-1 0 0,0 0 1 0 0,0 0 0 0 0,0 0 0 0 0,0 0 0 0 0,0 0 0 0 0,0 0 0 0 0,0-1 0 0 0,0 1 0 0 0,0 0 0 0 0,0 0-1 0 0,0 0 1 0 0,0 0 0 0 0,0 0 0 0 0,6-3 219 0 0,8-2 221 0 0,-12 5-409 0 0,-1 0-1 0 0,1 0 0 0 0,-1 0 0 0 0,1 0 0 0 0,-1 0 0 0 0,1 0 1 0 0,-1 0-1 0 0,1 1 0 0 0,-1-1 0 0 0,1 0 0 0 0,-1 1 0 0 0,0-1 0 0 0,1 1 1 0 0,-1 0-1 0 0,0 0 0 0 0,1-1 0 0 0,-1 1 0 0 0,0 0 0 0 0,2 1 1 0 0,-2 0-21 0 0,1 1 1 0 0,0-1-1 0 0,-1 0 1 0 0,1 0-1 0 0,-1 1 1 0 0,0-1 0 0 0,0 1-1 0 0,0-1 1 0 0,0 1-1 0 0,1 2 1 0 0,-1 2-20 0 0,0 0 1 0 0,0 0 0 0 0,0 0-1 0 0,-1 0 1 0 0,0 0-1 0 0,0 0 1 0 0,-2 11-1 0 0,2-18 5 0 0,-8 31-68 0 0,7-30 64 0 0,1 1 0 0 0,-1-1 0 0 0,1 1 0 0 0,-1-1 0 0 0,0 1 0 0 0,0-1 0 0 0,0 0 0 0 0,0 1 0 0 0,0-1 0 0 0,0 0 0 0 0,0 1 0 0 0,0-1 0 0 0,0 0 0 0 0,-1 0 0 0 0,1 0 0 0 0,-2 1 0 0 0,3-2 10 0 0,-1 0-1 0 0,1 0 0 0 0,0 0 0 0 0,-1-1 0 0 0,1 1 0 0 0,-1 0 0 0 0,1 0 1 0 0,0 0-1 0 0,-1 0 0 0 0,1 0 0 0 0,-1-1 0 0 0,1 1 0 0 0,0 0 1 0 0,-1 0-1 0 0,1-1 0 0 0,0 1 0 0 0,-1 0 0 0 0,1 0 0 0 0,0-1 0 0 0,0 1 1 0 0,-1 0-1 0 0,1-1 0 0 0,0 1 0 0 0,0-1 0 0 0,0 1 0 0 0,-1 0 0 0 0,1-1 1 0 0,0 1-1 0 0,0 0 0 0 0,0-1 0 0 0,0 1 0 0 0,0-1 0 0 0,0 1 1 0 0,0-1-1 0 0,0 1 0 0 0,0-1 0 0 0,-3-18 312 0 0,3 19-307 0 0,-1-22 479 0 0,-1-7 29 0 0,0-1 1 0 0,-2 1-1 0 0,-16-57 0 0 0,15 70-476 0 0,1-1-1 0 0,-4-20 0 0 0,7 30-30 0 0,0-1-1 0 0,1 1 1 0 0,0-1-1 0 0,0 1 1 0 0,1-1-1 0 0,0 1 1 0 0,3-12-1 0 0,-4 19-9 0 0,0-1 0 0 0,0 1-1 0 0,0 0 1 0 0,0-1 0 0 0,0 1-1 0 0,1 0 1 0 0,-1 0-1 0 0,0-1 1 0 0,0 1 0 0 0,0 0-1 0 0,0 0 1 0 0,1-1 0 0 0,-1 1-1 0 0,0 0 1 0 0,0 0-1 0 0,1-1 1 0 0,-1 1 0 0 0,0 0-1 0 0,0 0 1 0 0,1 0 0 0 0,-1 0-1 0 0,0 0 1 0 0,0-1-1 0 0,1 1 1 0 0,-1 0 0 0 0,0 0-1 0 0,1 0 1 0 0,-1 0 0 0 0,1 0-1 0 0,10 4 44 0 0,13 13 44 0 0,-19-13-79 0 0,24 16-290 0 0,0-2 0 0 0,2-2 1 0 0,57 23-1 0 0,9 5-536 0 0,1 7-979 0 0,-49-26 1468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1.5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1 174 1375 0 0,'8'-2'464'0'0,"1"1"0"0"0,0 0-1 0 0,0 0 1 0 0,-1 1 0 0 0,1 0-1 0 0,12 2 1 0 0,7-1-728 0 0,316-14-1338 0 0,-158 3 1342 0 0,264-32 1562 0 0,-288 19 135 0 0,157-26-704 0 0,-318 48-733 0 0,48-8-425 0 0,81-5-1 0 0,-114 13 462 0 0,-1 2 0 0 0,1-1 0 0 0,-1 2 0 0 0,0 0 1 0 0,0 1-1 0 0,0 1 0 0 0,0 0 0 0 0,0 1 0 0 0,23 11 0 0 0,-20-6 699 0 0,1-1 0 0 0,0-1 0 0 0,0 0 0 0 0,1-2 0 0 0,29 7 0 0 0,-4-7-115 0 0,1-2 0 0 0,0-1-1 0 0,0-3 1 0 0,0-1-1 0 0,53-10 1 0 0,-41 2-1031 0 0,0-4 0 0 0,-1-2 0 0 0,87-35 0 0 0,-107 35-3895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1.7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59 10591 0 0,'2'-2'95'0'0,"0"0"-1"0"0,0 0 0 0 0,0 0 0 0 0,1 0 1 0 0,-1 0-1 0 0,1 1 0 0 0,-1-1 1 0 0,1 1-1 0 0,0-1 0 0 0,4-1 1 0 0,31-6-842 0 0,-18 5 783 0 0,15-4 189 0 0,0 1 0 0 0,0 3 0 0 0,1 0 0 0 0,38 3 1 0 0,-53 1-59 0 0,-1 1 1 0 0,0 2 0 0 0,0 0-1 0 0,0 1 1 0 0,-1 1 0 0 0,1 1-1 0 0,-1 0 1 0 0,33 17 0 0 0,-45-19-78 0 0,-2-1 1 0 0,1 1-1 0 0,0-1 1 0 0,-1 2-1 0 0,1-1 1 0 0,-1 1-1 0 0,0-1 1 0 0,-1 1-1 0 0,1 1 1 0 0,-1-1-1 0 0,0 1 1 0 0,0-1-1 0 0,-1 1 1 0 0,0 0-1 0 0,0 1 1 0 0,0-1-1 0 0,-1 0 1 0 0,0 1-1 0 0,0 0 1 0 0,0-1-1 0 0,-1 1 1 0 0,0 0-1 0 0,-1 0 1 0 0,1-1-1 0 0,-1 1 1 0 0,-1 0-1 0 0,1 0 1 0 0,-1 0-1 0 0,0 0 1 0 0,-1-1-1 0 0,-2 9 1 0 0,-1-2 56 0 0,0 0-1 0 0,0 0 1 0 0,-2-1 0 0 0,0 0 0 0 0,0 0 0 0 0,-1-1 0 0 0,-11 13 0 0 0,-72 70 386 0 0,72-76-507 0 0,1 0-800 0 0,0-1-3400 0 0,1 0-1510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2.2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14 600 5527 0 0,'-3'-6'304'0'0,"1"0"-1"0"0,0 0 1 0 0,0-1-1 0 0,1 1 1 0 0,-1-1-1 0 0,1 1 0 0 0,1-1 1 0 0,-1 1-1 0 0,1-1 1 0 0,1 0-1 0 0,0-7 1 0 0,26-161 3051 0 0,-1 20-347 0 0,-24 129-2243 0 0,0-1-1 0 0,-2 0 0 0 0,-5-47 1 0 0,5 73-753 0 0,-3-17 187 0 0,2 18-194 0 0,1-1-1 0 0,0 1 0 0 0,0-1 0 0 0,0 0 0 0 0,0 1 0 0 0,0-1 0 0 0,-1 1 0 0 0,1-1 0 0 0,0 1 0 0 0,-1-1 0 0 0,1 1 0 0 0,0-1 0 0 0,-1 1 0 0 0,1-1 0 0 0,0 1 1 0 0,-1-1-1 0 0,1 1 0 0 0,-1 0 0 0 0,1-1 0 0 0,-1 1 0 0 0,1 0 0 0 0,-1-1 0 0 0,1 1 0 0 0,-2 0 0 0 0,2 0-4 0 0,-1 0 0 0 0,1 0 0 0 0,0 0 0 0 0,-1 0 0 0 0,1 1 0 0 0,0-1 0 0 0,-1 0 0 0 0,1 0 0 0 0,0 1 0 0 0,-1-1 0 0 0,1 0 0 0 0,0 1 0 0 0,-1-1 0 0 0,1 0 0 0 0,0 1 0 0 0,0-1 0 0 0,-1 0 0 0 0,1 1 0 0 0,0-1 0 0 0,0 0 0 0 0,0 1 0 0 0,0-1 0 0 0,0 1 0 0 0,0-1 0 0 0,-1 0 0 0 0,1 2 0 0 0,-2 13 0 0 0,2-12 0 0 0,-1 18 0 0 0,0-1 0 0 0,1 1 0 0 0,2 0 0 0 0,0-1 0 0 0,5 22 0 0 0,2-6 0 0 0,26 69 0 0 0,25 13 36 0 0,-32-66-1389 0 0,-20-36-4946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2.5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36 174 7367 0 0,'-5'-1'129'0'0,"3"1"-68"0"0,-1 0 0 0 0,0-1 0 0 0,1 1 0 0 0,-1-1 0 0 0,1 0 0 0 0,-1 0 0 0 0,1 0 0 0 0,-1 0 0 0 0,1 0 0 0 0,-4-3 0 0 0,6 4 10 0 0,0-1-1 0 0,0 0 0 0 0,0 0 0 0 0,0 1 0 0 0,1-1 1 0 0,-1 0-1 0 0,0 1 0 0 0,0-1 0 0 0,1 0 0 0 0,-1 1 1 0 0,0-1-1 0 0,1 0 0 0 0,-1 1 0 0 0,1-1 0 0 0,-1 1 1 0 0,0-1-1 0 0,1 1 0 0 0,0-1 0 0 0,-1 1 1 0 0,1-1-1 0 0,-1 1 0 0 0,1-1 0 0 0,0 0 0 0 0,16-10 2137 0 0,-5 5-1702 0 0,0 0-1 0 0,0 1 1 0 0,0 1-1 0 0,1 0 1 0 0,-1 0-1 0 0,15-1 0 0 0,82-6 608 0 0,-64 8-668 0 0,196-24 772 0 0,44-4-739 0 0,-147 19-430 0 0,138-5 114 0 0,-264 17-274 0 0,0 0 0 0 0,-1 2 0 0 0,19 3 0 0 0,-13-1-387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2.7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 6 2759 0 0,'-34'-6'302'0'0,"33"6"-245"0"0,1 0 1 0 0,0 0 0 0 0,0 0 0 0 0,0 0-1 0 0,-1 0 1 0 0,1 0 0 0 0,0 0-1 0 0,0 0 1 0 0,0 0 0 0 0,-1 0-1 0 0,1 1 1 0 0,0-1 0 0 0,0 0 0 0 0,0 0-1 0 0,-1 0 1 0 0,1 0 0 0 0,0 0-1 0 0,0 0 1 0 0,0 0 0 0 0,0 0-1 0 0,-1 0 1 0 0,1 1 0 0 0,0-1-1 0 0,0 0 1 0 0,0 0 0 0 0,0 0 0 0 0,0 0-1 0 0,-1 1 1 0 0,1-1 0 0 0,0 0-1 0 0,0 0 1 0 0,0 0 0 0 0,0 1-1 0 0,2 7 2419 0 0,10 9 1357 0 0,-10-15-3599 0 0,16 22 2701 0 0,16 29 1 0 0,8 28-849 0 0,-19-24-1917 0 0,16 60 0 0 0,-38-111-264 0 0,-1-5-16 0 0,1 1 1 0 0,-1 0-1 0 0,0-1 0 0 0,1 1 1 0 0,-1 0-1 0 0,1-1 0 0 0,0 1 1 0 0,0-1-1 0 0,-1 1 0 0 0,1-1 1 0 0,0 1-1 0 0,0-1 0 0 0,0 0 1 0 0,0 1-1 0 0,1-1 0 0 0,1 2 1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3.0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70 113 9215 0 0,'2'2'148'0'0,"0"-1"1"0"0,-1 0-1 0 0,0 0 0 0 0,1 0 0 0 0,-1 1 0 0 0,0-1 0 0 0,1 1 0 0 0,-1-1 0 0 0,0 1 0 0 0,0 0 1 0 0,1 1-1 0 0,1 3 1128 0 0,12 14 520 0 0,-1-1 1 0 0,25 23-1 0 0,-33-37-1591 0 0,-1 0 0 0 0,1 0 0 0 0,0-1 0 0 0,1 1 1 0 0,-1-1-1 0 0,1-1 0 0 0,0 1 0 0 0,-1-1 0 0 0,2 0 0 0 0,-1-1 0 0 0,15 4 0 0 0,-20-6-179 0 0,0 0-1 0 0,1 0 1 0 0,-1 0 0 0 0,0 0-1 0 0,1 0 1 0 0,-1 0-1 0 0,0-1 1 0 0,1 1 0 0 0,-1-1-1 0 0,0 0 1 0 0,0 1-1 0 0,1-1 1 0 0,-1 0 0 0 0,0 0-1 0 0,0-1 1 0 0,0 1-1 0 0,0 0 1 0 0,0-1 0 0 0,-1 1-1 0 0,1-1 1 0 0,0 1-1 0 0,0-1 1 0 0,-1 0 0 0 0,0 0-1 0 0,1 0 1 0 0,-1 0-1 0 0,0 0 1 0 0,0 0 0 0 0,1-2-1 0 0,0-1-9 0 0,0 1 0 0 0,-1 0-1 0 0,0 0 1 0 0,0-1-1 0 0,0 1 1 0 0,0-1 0 0 0,-1 1-1 0 0,1-1 1 0 0,-1 1 0 0 0,0-1-1 0 0,-1 1 1 0 0,1-1 0 0 0,-1 1-1 0 0,-1-6 1 0 0,-2-1-10 0 0,0 1 0 0 0,-1 1 1 0 0,0-1-1 0 0,-1 1 0 0 0,0 0 0 0 0,0 0 0 0 0,-1 0 1 0 0,0 1-1 0 0,-1 0 0 0 0,0 0 0 0 0,0 1 1 0 0,-16-11-1 0 0,18 14 7 0 0,-1-1 0 0 0,0 1 0 0 0,0 0 0 0 0,0 1 0 0 0,-1 0 0 0 0,0 0 0 0 0,1 0 0 0 0,-1 1 0 0 0,0 0 0 0 0,0 1 0 0 0,0 0 0 0 0,0 0 0 0 0,0 0 0 0 0,0 1 0 0 0,0 1 0 0 0,0-1 0 0 0,-14 3 0 0 0,19-2 2 0 0,-1 1 1 0 0,0-1 0 0 0,1 0 0 0 0,-1 1-1 0 0,1 0 1 0 0,0 0 0 0 0,-1 0 0 0 0,1 0-1 0 0,0 0 1 0 0,0 1 0 0 0,0-1 0 0 0,0 1-1 0 0,1 0 1 0 0,-1 0 0 0 0,1 0 0 0 0,0 0-1 0 0,0 0 1 0 0,0 1 0 0 0,0-1 0 0 0,0 1-1 0 0,-1 4 1 0 0,2-5-166 0 0,1 0-1 0 0,-1 0 1 0 0,1 0-1 0 0,0 0 1 0 0,-1 1-1 0 0,1-1 1 0 0,1 0-1 0 0,-1 0 1 0 0,0 0-1 0 0,1 0 0 0 0,0 0 1 0 0,0 0-1 0 0,0 0 1 0 0,0 0-1 0 0,0 0 1 0 0,0 0-1 0 0,1 0 1 0 0,-1-1-1 0 0,1 1 1 0 0,0 0-1 0 0,0-1 1 0 0,0 1-1 0 0,0-1 1 0 0,0 0-1 0 0,1 0 1 0 0,3 3-1 0 0,8 5-6361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3.4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99 238 2303 0 0,'2'-5'588'0'0,"-1"0"-1"0"0,1 0 0 0 0,-1-1 1 0 0,0 1-1 0 0,1-8 0 0 0,-2 8 877 0 0,1 0-1 0 0,0 0 0 0 0,0 0 1 0 0,0 0-1 0 0,3-8 0 0 0,-4 18 2481 0 0,2 7-3150 0 0,0-6-197 0 0,-1 2-461 0 0,0 1-1 0 0,1-1 1 0 0,1 0 0 0 0,-1 0 0 0 0,1 0 0 0 0,1 0-1 0 0,-1-1 1 0 0,1 1 0 0 0,9 12 0 0 0,-10-17-137 0 0,-1 0 0 0 0,1 0 0 0 0,0 0 0 0 0,0 0 0 0 0,0-1 0 0 0,0 0 1 0 0,0 1-1 0 0,1-1 0 0 0,-1 0 0 0 0,0-1 0 0 0,1 1 0 0 0,0 0 1 0 0,-1-1-1 0 0,1 0 0 0 0,0 0 0 0 0,0 0 0 0 0,0 0 0 0 0,-1-1 0 0 0,1 0 1 0 0,0 0-1 0 0,0 0 0 0 0,0 0 0 0 0,7-1 0 0 0,-5-1 1 0 0,0 1 0 0 0,0-1 0 0 0,0 0 0 0 0,0-1 0 0 0,0 1 0 0 0,-1-1 0 0 0,1 0 0 0 0,-1-1 0 0 0,0 1 0 0 0,0-1 0 0 0,0 0 0 0 0,0-1 0 0 0,5-5 0 0 0,-7 6 0 0 0,0 1 0 0 0,0-1 0 0 0,-1 1 0 0 0,1-1 0 0 0,-1 0 0 0 0,0 0 0 0 0,0 0 0 0 0,-1 0 0 0 0,1 0 0 0 0,-1-1 0 0 0,1 1 0 0 0,-2 0 0 0 0,1-1 0 0 0,0 1 0 0 0,-1-1 0 0 0,0 1 0 0 0,0-1 0 0 0,0 1 0 0 0,-1-7 0 0 0,-2 0 0 0 0,-1 0 0 0 0,0 1 0 0 0,0-1 0 0 0,-1 1 0 0 0,0 0 0 0 0,-1 0 0 0 0,0 1 0 0 0,-1 0 0 0 0,0 0 0 0 0,0 0 0 0 0,-1 1 0 0 0,0 0 0 0 0,-1 0 0 0 0,-18-12 0 0 0,21 17 1 0 0,0 0 0 0 0,0 0 0 0 0,0 1-1 0 0,-1 0 1 0 0,1 0 0 0 0,-1 0 0 0 0,1 1 0 0 0,-1 0 0 0 0,0 0-1 0 0,1 1 1 0 0,-1 0 0 0 0,0 0 0 0 0,1 1 0 0 0,-1 0-1 0 0,0 0 1 0 0,1 0 0 0 0,-1 1 0 0 0,1 0 0 0 0,-10 4 0 0 0,9-3 1 0 0,0 0 1 0 0,0 0 0 0 0,0 1 0 0 0,0 0 0 0 0,1 1-1 0 0,0-1 1 0 0,0 1 0 0 0,0 1 0 0 0,1-1 0 0 0,-1 1-1 0 0,1 0 1 0 0,0 0 0 0 0,1 0 0 0 0,0 0 0 0 0,0 1-1 0 0,-5 12 1 0 0,8-17-1 0 0,0 1 0 0 0,0-1 0 0 0,1 0 0 0 0,-1 1 0 0 0,1-1 0 0 0,0 0-1 0 0,0 1 1 0 0,0-1 0 0 0,0 1 0 0 0,0-1 0 0 0,0 1 0 0 0,1-1 0 0 0,-1 0 0 0 0,1 1 0 0 0,-1-1 0 0 0,1 0-1 0 0,0 1 1 0 0,0-1 0 0 0,0 0 0 0 0,0 0 0 0 0,1 0 0 0 0,-1 0 0 0 0,1 0 0 0 0,-1 0 0 0 0,1 0 0 0 0,-1 0-1 0 0,1-1 1 0 0,0 1 0 0 0,0-1 0 0 0,0 1 0 0 0,0-1 0 0 0,4 2 0 0 0,3 2-295 0 0,1-1 0 0 0,-1 0-1 0 0,1 0 1 0 0,0-1 0 0 0,0 0 0 0 0,16 2 0 0 0,4-2-6662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3.81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64 179 10591 0 0,'-2'-4'297'0'0,"0"0"0"0"0,0 0 0 0 0,0 0 0 0 0,-5-6 0 0 0,6 9-224 0 0,1 1 1 0 0,0-1-1 0 0,0 1 0 0 0,-1 0 0 0 0,1-1 1 0 0,0 1-1 0 0,-1-1 0 0 0,1 1 0 0 0,-1 0 1 0 0,1 0-1 0 0,0-1 0 0 0,-1 1 0 0 0,1 0 1 0 0,-1 0-1 0 0,1-1 0 0 0,-1 1 0 0 0,1 0 1 0 0,0 0-1 0 0,-1 0 0 0 0,1 0 0 0 0,-1 0 1 0 0,1-1-1 0 0,-1 1 0 0 0,1 0 0 0 0,-1 0 1 0 0,1 0-1 0 0,-1 0 0 0 0,1 1 0 0 0,-1-1 1 0 0,1 0-1 0 0,-1 0 0 0 0,1 0 0 0 0,-1 0 1 0 0,1 0-1 0 0,-1 1 0 0 0,1-1 0 0 0,0 0 1 0 0,-1 0-1 0 0,1 1 0 0 0,-1-1 0 0 0,1 0 1 0 0,0 1-1 0 0,-1-1 0 0 0,1 0 0 0 0,0 1 1 0 0,-1-1-1 0 0,1 1 0 0 0,0-1 0 0 0,0 0 1 0 0,-1 1-1 0 0,1-1 0 0 0,0 1 0 0 0,0-1 1 0 0,0 1-1 0 0,-1-1 0 0 0,1 1 0 0 0,0 0 1 0 0,0 1 93 0 0,-1 1 0 0 0,0-1 0 0 0,1 0 1 0 0,0 1-1 0 0,0-1 0 0 0,0 1 1 0 0,0-1-1 0 0,0 1 0 0 0,0-1 0 0 0,0 1 1 0 0,1-1-1 0 0,-1 1 0 0 0,1-1 1 0 0,0 0-1 0 0,0 1 0 0 0,0-1 1 0 0,0 0-1 0 0,0 1 0 0 0,0-1 0 0 0,3 2 1 0 0,1 5 172 0 0,2-1 0 0 0,-1 0 0 0 0,13 11 0 0 0,-12-13-288 0 0,0-1 0 0 0,0 1 0 0 0,1-1 0 0 0,0-1 0 0 0,0 1 0 0 0,0-2 1 0 0,0 1-1 0 0,1-1 0 0 0,0 0 0 0 0,-1 0 0 0 0,1-1 0 0 0,0-1 0 0 0,0 1 0 0 0,13-1 0 0 0,-13-1-55 0 0,1 0 0 0 0,-1 0 0 0 0,1-1 0 0 0,-1-1 0 0 0,0 0-1 0 0,0 0 1 0 0,0 0 0 0 0,0-1 0 0 0,0-1 0 0 0,0 0 0 0 0,-1 0-1 0 0,1 0 1 0 0,14-11 0 0 0,-21 13 3 0 0,1-1 0 0 0,0 1 0 0 0,-1-1 0 0 0,1 0 0 0 0,-1 1 0 0 0,0-1 0 0 0,1 0 0 0 0,-2 0 0 0 0,1-1 0 0 0,0 1 0 0 0,-1 0 0 0 0,1 0 0 0 0,-1-1 0 0 0,0 1 0 0 0,0-1 0 0 0,0 1 0 0 0,0-6 0 0 0,-1 3 0 0 0,0 1 0 0 0,0-1 0 0 0,-1 1 0 0 0,0-1 0 0 0,0 1 0 0 0,0-1 0 0 0,-1 1 0 0 0,1 0 0 0 0,-1 0 0 0 0,-1 0 0 0 0,-2-6 0 0 0,0 1 0 0 0,-2 0 0 0 0,1 0 0 0 0,-1 1 0 0 0,0 0 0 0 0,-1 0 0 0 0,0 0 0 0 0,0 1 0 0 0,-1 0 0 0 0,0 1 0 0 0,-17-11 0 0 0,19 14 0 0 0,0 1 0 0 0,0-1 0 0 0,0 1 0 0 0,-1 1 0 0 0,1 0 0 0 0,-1 0 0 0 0,0 0 0 0 0,0 1 0 0 0,0 0 0 0 0,0 0 0 0 0,1 1 0 0 0,-1 0 0 0 0,0 0 0 0 0,0 1 0 0 0,0 0 0 0 0,-12 4 0 0 0,9-2 0 0 0,1 0 0 0 0,1 1 0 0 0,-1 0 0 0 0,0 1 0 0 0,-9 6 0 0 0,14-7 0 0 0,0-1 0 0 0,0 1 0 0 0,1 0 0 0 0,-1 0 0 0 0,1 1 0 0 0,0 0 0 0 0,0-1 0 0 0,0 1 0 0 0,-6 11 0 0 0,9-14 4 0 0,0-1-1 0 0,1 1 1 0 0,-1 0-1 0 0,0 0 1 0 0,1 0-1 0 0,0 0 1 0 0,-1 0-1 0 0,1-1 1 0 0,0 1 0 0 0,0 0-1 0 0,0 0 1 0 0,0 0-1 0 0,0 0 1 0 0,0 0-1 0 0,0 0 1 0 0,1 0-1 0 0,-1 0 1 0 0,1 0-1 0 0,-1-1 1 0 0,1 1-1 0 0,0 0 1 0 0,0 0 0 0 0,0-1-1 0 0,0 1 1 0 0,0 0-1 0 0,0-1 1 0 0,0 1-1 0 0,1-1 1 0 0,-1 0-1 0 0,3 3 1 0 0,2 0-284 0 0,0 1 1 0 0,1 0-1 0 0,0-1 1 0 0,0 0-1 0 0,0-1 1 0 0,9 4 0 0 0,3 0-6931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04.1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264 211 10591 0 0,'1'1'477'0'0,"0"-1"0"0"0,-1 0-1 0 0,1 1 1 0 0,0-1-1 0 0,0 1 1 0 0,-1-1 0 0 0,1 0-1 0 0,0 0 1 0 0,0 1-1 0 0,-1-1 1 0 0,1 0 0 0 0,0 0-1 0 0,0 0 1 0 0,0 0-1 0 0,-1 0 1 0 0,1 0 0 0 0,0 0-1 0 0,1 0 1 0 0,21-1 1054 0 0,-13-2-1381 0 0,0 1 1 0 0,-1-1-1 0 0,1-1 1 0 0,-1 0-1 0 0,1 0 0 0 0,-1-1 1 0 0,-1 0-1 0 0,1-1 1 0 0,-1 1-1 0 0,0-2 1 0 0,11-10-1 0 0,-15 14-132 0 0,-1 0-1 0 0,1-1 1 0 0,-1 0 0 0 0,0 1-1 0 0,0-1 1 0 0,-1-1-1 0 0,1 1 1 0 0,-1 0-1 0 0,0-1 1 0 0,0 1 0 0 0,3-9-1 0 0,-5 10-21 0 0,1 1-1 0 0,-1-1 1 0 0,0 1-1 0 0,0-1 0 0 0,0 1 1 0 0,0-1-1 0 0,0 0 1 0 0,0 1-1 0 0,-1-1 1 0 0,1 1-1 0 0,-1-1 1 0 0,0 1-1 0 0,0 0 1 0 0,0-1-1 0 0,0 1 0 0 0,0 0 1 0 0,0-1-1 0 0,-1 1 1 0 0,1 0-1 0 0,-1 0 1 0 0,1 0-1 0 0,-1 0 1 0 0,0 1-1 0 0,-3-4 0 0 0,-1 1 4 0 0,0 0-1 0 0,0 1 1 0 0,0-1-1 0 0,-1 1 1 0 0,1 1-1 0 0,-1-1 1 0 0,0 1-1 0 0,0 0 1 0 0,0 0-1 0 0,0 1 0 0 0,0 0 1 0 0,0 0-1 0 0,-10 1 1 0 0,0 0 2 0 0,0 1 0 0 0,0 1-1 0 0,1 1 1 0 0,-27 6 0 0 0,29-5 25 0 0,0 1-1 0 0,0 1 1 0 0,0 0 0 0 0,1 0-1 0 0,0 2 1 0 0,0-1-1 0 0,1 2 1 0 0,0-1 0 0 0,-18 18-1 0 0,23-18-161 0 0,0 0-1 0 0,0 0 1 0 0,1 0-1 0 0,0 1 0 0 0,0 0 1 0 0,1 0-1 0 0,0 1 1 0 0,1-1-1 0 0,0 1 1 0 0,0 0-1 0 0,1 0 1 0 0,1 1-1 0 0,-1-1 1 0 0,0 14-1 0 0,1 5-7479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34.9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4143 0 0,'3'0'359'0'0,"0"5"-182"0"0,4 12-87 0 0,-5-10-30 0 0,38 92-635 0 0,-34-81 431 0 0,-1 0 0 0 0,-1 1 0 0 0,3 32 0 0 0,-6-10 189 0 0,-6 72 0 0 0,-14 41 723 0 0,9-89-265 0 0,10-63-466 0 0,-1 5 39 0 0,0 1-1 0 0,1-1 1 0 0,0 12-1 0 0,0-18-70 0 0,0 0 1 0 0,0 0-1 0 0,0 0 0 0 0,1 0 0 0 0,-1 0 0 0 0,0 0 0 0 0,1 0 1 0 0,-1 0-1 0 0,0 0 0 0 0,1 0 0 0 0,-1 0 0 0 0,1 0 1 0 0,-1-1-1 0 0,1 1 0 0 0,1 1 0 0 0,-2-2-1 0 0,1 0 0 0 0,-1 1-1 0 0,1-1 1 0 0,0 0 0 0 0,-1 0-1 0 0,1 0 1 0 0,0 1 0 0 0,-1-1-1 0 0,1 0 1 0 0,-1 0 0 0 0,1 0-1 0 0,0 0 1 0 0,-1 0 0 0 0,1 0-1 0 0,0-1 1 0 0,-1 1 0 0 0,1 0 0 0 0,0 0-1 0 0,-1 0 1 0 0,1 0 0 0 0,0-1-1 0 0,-1 1 1 0 0,1 0 0 0 0,-1-1-1 0 0,1 1 1 0 0,0-1 0 0 0,13-7 68 0 0,0 1-1 0 0,0 0 1 0 0,1 1 0 0 0,0 1 0 0 0,0 0 0 0 0,0 1 0 0 0,29-3-1 0 0,161-14 615 0 0,139 5-557 0 0,-188 13-128 0 0,55-12 38 0 0,21-2 40 0 0,54 26-141 0 0,-215-2-15 0 0,141 34 0 0 0,25 35-391 0 0,-35-10-414 0 0,-140-49 245 0 0,81 12 1 0 0,-107-25 534 0 0,0-2 0 0 0,-1-1 1 0 0,1-1-1 0 0,0-2 0 0 0,36-7 0 0 0,-24-1 127 0 0,-2-1 0 0 0,0-2 0 0 0,56-25 0 0 0,-35 10-25 0 0,-2-2 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35.1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426 2 6447 0 0,'-10'-1'194'0'0,"5"1"-183"0"0,0 0-1 0 0,1 0 1 0 0,-1 0-1 0 0,0 0 0 0 0,0 1 1 0 0,1 0-1 0 0,-1 0 1 0 0,0 0-1 0 0,1 0 0 0 0,-1 1 1 0 0,1 0-1 0 0,-8 4 1 0 0,-4 3-430 0 0,0-1 1 0 0,-26 11-1 0 0,-9 3 169 0 0,32-12 211 0 0,0 1 0 0 0,0 1-1 0 0,1 0 1 0 0,-28 26 0 0 0,37-30 188 0 0,1 1 1 0 0,0 1 0 0 0,1 0-1 0 0,0 0 1 0 0,0 0-1 0 0,1 1 1 0 0,0-1 0 0 0,1 2-1 0 0,0-1 1 0 0,-3 13 0 0 0,0 8 409 0 0,2 0-1 0 0,1 0 1 0 0,-2 65 0 0 0,13 98 1109 0 0,-6-193-1655 0 0,40 357 340 0 0,-17-227-4216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46.3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2613 664 2759 0 0,'-27'-36'54'0'0,"-2"0"0"0"0,-2 2 0 0 0,-60-52 0 0 0,77 73-126 0 0,-1 2-1 0 0,-1 0 0 0 0,0 0 1 0 0,0 2-1 0 0,-24-11 1 0 0,6 7 541 0 0,-64-16 1 0 0,77 23-325 0 0,1-1-1 0 0,0 0 1 0 0,0-2-1 0 0,-30-17 1 0 0,-65-53 781 0 0,57 37-759 0 0,19 16-167 0 0,0 2 0 0 0,-2 1 0 0 0,-69-27 0 0 0,78 38 0 0 0,-1 2 0 0 0,-1 1 0 0 0,1 1 0 0 0,-2 2 0 0 0,-51-2 0 0 0,-2 6 0 0 0,0 4 0 0 0,0 4 0 0 0,-131 25 0 0 0,180-21-17 0 0,1 1-1 0 0,0 1 1 0 0,1 3-1 0 0,-40 21 0 0 0,25-8-11 0 0,1 3 0 0 0,-51 41-1 0 0,61-39 29 0 0,2 3 0 0 0,1 0-1 0 0,-58 75 1 0 0,53-53 23 0 0,2 2 0 0 0,-38 77-1 0 0,60-99 13 0 0,3 0 0 0 0,1 1 0 0 0,2 0 0 0 0,1 1 0 0 0,3 1 0 0 0,1-1 0 0 0,-4 68 0 0 0,10-60 19 0 0,2 0 0 0 0,3 1 0 0 0,1-1-1 0 0,3-1 1 0 0,2 1 0 0 0,18 56 0 0 0,2-18-53 0 0,4-1 1 0 0,59 108-1 0 0,116 144-15 0 0,-153-258-444 0 0,4-3 0 0 0,100 100-1 0 0,-117-136 198 0 0,1-2 0 0 0,2-2 0 0 0,2-1 0 0 0,1-3 0 0 0,76 38 0 0 0,-41-34-303 0 0,1-3-1 0 0,151 37 1 0 0,184 7 405 0 0,48-25 302 0 0,-405-46-142 0 0,0-3 0 0 0,0-3 0 0 0,1-2 0 0 0,85-15 0 0 0,-114 10 0 0 0,-1-2 0 0 0,0 0 0 0 0,55-25 0 0 0,-65 22 0 0 0,0 0 0 0 0,0-2 0 0 0,-1 0 0 0 0,-1-2 0 0 0,30-27 0 0 0,-23 14 70 0 0,0-1-1 0 0,-3-2 0 0 0,0-1 0 0 0,-2 0 1 0 0,-2-2-1 0 0,-1 0 0 0 0,28-71 0 0 0,-30 58 115 0 0,-3 0 0 0 0,-2-1-1 0 0,-2 0 1 0 0,-2 0 0 0 0,5-101-1 0 0,-14 98 18 0 0,-3 1-1 0 0,-1 0 1 0 0,-3 0-1 0 0,-2 0 0 0 0,-2 1 1 0 0,-3 0-1 0 0,-1 1 1 0 0,-3 1-1 0 0,-39-76 0 0 0,27 71 931 0 0,-2 2 0 0 0,-62-75-1 0 0,-92-84 526 0 0,87 102-1482 0 0,18 18-471 0 0,-4 4 1 0 0,-125-98-1 0 0,127 121-1222 0 0,-172-97 0 0 0,189 127-787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50.8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41 919 0 0,'0'-4'75'0'0,"-1"-4"-118"0"0,1 7 52 0 0,0 1-1 0 0,0 0 0 0 0,0 0 1 0 0,0 0-1 0 0,0 0 1 0 0,0 0-1 0 0,0 0 0 0 0,0 0 1 0 0,0 0-1 0 0,0 0 1 0 0,0-1-1 0 0,0 1 0 0 0,0 0 1 0 0,0 0-1 0 0,0 0 1 0 0,-1 0-1 0 0,1 0 1 0 0,0 0-1 0 0,0 0 0 0 0,0 0 1 0 0,0 0-1 0 0,0 0 1 0 0,0 0-1 0 0,0 0 0 0 0,0 0 1 0 0,0 0-1 0 0,-1 0 1 0 0,1 0-1 0 0,0 0 1 0 0,0 0-1 0 0,0 0 0 0 0,0 0 1 0 0,0 0-1 0 0,0 0 1 0 0,0 0-1 0 0,0 0 0 0 0,-1 0 1 0 0,1 0-1 0 0,0 0 1 0 0,0 0-1 0 0,0 0 1 0 0,0 0-1 0 0,0 0 0 0 0,0 0 1 0 0,0 0-1 0 0,0 0 1 0 0,0 0-1 0 0,0 0 0 0 0,-1 0 1 0 0,1 1-1 0 0,0-1 1 0 0,0 0-1 0 0,0 0 0 0 0,0 0 1 0 0,0 0-1 0 0,0 0 1 0 0,0 0-1 0 0,0 0 1 0 0,0 0-1 0 0,0 0 0 0 0,0 1 1 0 0,10-1 216 0 0,-1 0 0 0 0,1-1 0 0 0,13-3 0 0 0,-17 3-259 0 0,18-6-146 0 0,1 2 0 0 0,0 0 0 0 0,33-1 0 0 0,-50 6 147 0 0,-1 0 0 0 0,1 1 0 0 0,-1-1 0 0 0,0 1-1 0 0,1 1 1 0 0,-1 0 0 0 0,0 0 0 0 0,0 0 0 0 0,0 1 0 0 0,0 0 0 0 0,0 0-1 0 0,0 0 1 0 0,-1 1 0 0 0,0 0 0 0 0,11 10 0 0 0,-1 1-4 0 0,-1 1 1 0 0,-1 1 0 0 0,21 31-1 0 0,29 62 279 0 0,-39-65-88 0 0,16 28 174 0 0,124 205 820 0 0,44 3-350 0 0,18-12-206 0 0,-205-244-542 0 0,445 477 698 0 0,42 49-280 0 0,-392-405-335 0 0,-7 5 0 0 0,-6 4 0 0 0,-7 6 0 0 0,121 272-1 0 0,-180-338 10 0 0,-4 2-1 0 0,40 183 0 0 0,-52-155 152 0 0,10 242 1 0 0,-32 36 779 0 0,8 170-273 0 0,-2-493-851 0 0,1 13-301 0 0,-7 173-1 0 0,-4-219-2623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51.2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74 30 5527 0 0,'-10'-10'213'0'0,"7"8"-165"0"0,1-1 1 0 0,-1 1-1 0 0,0-1 1 0 0,0 1-1 0 0,0 0 1 0 0,0 0-1 0 0,-4-1 0 0 0,7 3-46 0 0,-1 0-1 0 0,0 1 1 0 0,1-1-1 0 0,-1 1 0 0 0,0-1 1 0 0,0 1-1 0 0,1-1 0 0 0,-1 1 1 0 0,1-1-1 0 0,-1 1 1 0 0,1-1-1 0 0,-1 1 0 0 0,1 0 1 0 0,-1-1-1 0 0,1 1 1 0 0,-1 0-1 0 0,1 0 0 0 0,-1 0 1 0 0,-8 16-6 0 0,6-8-86 0 0,0-1-1 0 0,1 1 1 0 0,-1 0-1 0 0,1 0 1 0 0,1 0 0 0 0,0 0-1 0 0,0 0 1 0 0,1 0-1 0 0,1 13 1 0 0,1 1 48 0 0,2 1 0 0 0,9 33-1 0 0,-10-47 45 0 0,1 1-1 0 0,0-1 0 0 0,1 0 1 0 0,0 0-1 0 0,0 0 0 0 0,1 0 1 0 0,0-1-1 0 0,1 0 0 0 0,0 0 0 0 0,15 13 1 0 0,-11-12 57 0 0,0-1 0 0 0,1 0 0 0 0,1-1 0 0 0,-1 0 0 0 0,1-1 0 0 0,0-1 0 0 0,27 10 0 0 0,-26-12-200 0 0,0 0 0 0 0,1 0 0 0 0,-1-2 0 0 0,1 1 0 0 0,0-2 1 0 0,0 0-1 0 0,0-1 0 0 0,0-1 0 0 0,0 0 0 0 0,0 0 0 0 0,-1-2 0 0 0,1 0 0 0 0,-1-1 1 0 0,1 0-1 0 0,-1-1 0 0 0,0-1 0 0 0,20-10 0 0 0,-10-3-682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7:52.06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226 48 1839 0 0,'0'-2'64'0'0,"0"-11"-17"0"0,0 13-41 0 0,0 0 1 0 0,0 0-1 0 0,0-1 0 0 0,0 1 1 0 0,0 0-1 0 0,0 0 0 0 0,0 0 1 0 0,0 0-1 0 0,0 0 0 0 0,0-1 0 0 0,0 1 1 0 0,0 0-1 0 0,0 0 0 0 0,0 0 1 0 0,0 0-1 0 0,0 0 0 0 0,0-1 1 0 0,0 1-1 0 0,0 0 0 0 0,0 0 0 0 0,-1 0 1 0 0,1 0-1 0 0,0 0 0 0 0,0 0 1 0 0,0-1-1 0 0,0 1 0 0 0,0 0 1 0 0,0 0-1 0 0,0 0 0 0 0,0 0 1 0 0,0 0-1 0 0,-1 0 0 0 0,1 0 0 0 0,0 0 1 0 0,0 0-1 0 0,0 0 0 0 0,0 0 1 0 0,0-1-1 0 0,-1 1 0 0 0,1 0 1 0 0,0 0-1 0 0,0 0 0 0 0,0 0 0 0 0,0 0 1 0 0,0 0-1 0 0,-1 0 0 0 0,1 0 1 0 0,0 0-1 0 0,0 0 0 0 0,0 0 1 0 0,0 0-1 0 0,0 0 0 0 0,-1 1 0 0 0,1-1 1 0 0,0 0-1 0 0,0 0 0 0 0,0 0 1 0 0,0 0-1 0 0,0 0 0 0 0,0 0 1 0 0,-1 0-1 0 0,1 0 0 0 0,0 0 1 0 0,0 0-1 0 0,0 1 0 0 0,-12 5 1314 0 0,10-6-1263 0 0,1 0 1 0 0,0 1 0 0 0,0-1 0 0 0,-1 1 0 0 0,1-1-1 0 0,0 1 1 0 0,0 0 0 0 0,0-1 0 0 0,-3 3-1 0 0,2-1-6 0 0,0 1 0 0 0,0 0 0 0 0,0 1 0 0 0,0-1 0 0 0,0 0-1 0 0,1 0 1 0 0,-1 1 0 0 0,1-1 0 0 0,0 1 0 0 0,0-1 0 0 0,0 1 0 0 0,1 0-1 0 0,-1 6 1 0 0,0 2-61 0 0,1-1 0 0 0,1 1 0 0 0,1 12 0 0 0,7 20 23 0 0,14 47-1 0 0,-14-59-2 0 0,0 1 0 0 0,-3 0 0 0 0,5 55-1 0 0,-11-79-80 0 0,0 1 0 0 0,-1 0 0 0 0,0 0 0 0 0,-1 0 0 0 0,0-1-1 0 0,-1 1 1 0 0,0-1 0 0 0,0 0 0 0 0,-6 11 0 0 0,7-15 27 0 0,-1 0 1 0 0,0 0-1 0 0,0-1 1 0 0,0 1-1 0 0,0-1 1 0 0,-1 0 0 0 0,0 0-1 0 0,1 0 1 0 0,-1-1-1 0 0,-1 1 1 0 0,1-1-1 0 0,0 0 1 0 0,-1 0-1 0 0,0-1 1 0 0,0 1-1 0 0,0-1 1 0 0,0 0 0 0 0,-7 2-1 0 0,10-4 24 0 0,-1 1 0 0 0,0-1-1 0 0,0 1 1 0 0,0-1 0 0 0,0 0-1 0 0,1-1 1 0 0,-1 1 0 0 0,0 0 0 0 0,0-1-1 0 0,0 1 1 0 0,0-1 0 0 0,1 0-1 0 0,-1 0 1 0 0,0 0 0 0 0,1 0 0 0 0,-4-2-1 0 0,2 0 3 0 0,0 0 0 0 0,0-1-1 0 0,1 1 1 0 0,-1-1 0 0 0,1 1-1 0 0,-1-1 1 0 0,1 0 0 0 0,-4-7-1 0 0,0-2 122 0 0,1 1 0 0 0,1-1 0 0 0,0-1-1 0 0,1 1 1 0 0,-6-25 0 0 0,6 10 245 0 0,0 1-1 0 0,1-1 1 0 0,2 0 0 0 0,1 0 0 0 0,1 0 0 0 0,1 1 0 0 0,2-1 0 0 0,9-35-1 0 0,-10 54-340 0 0,1-1-1 0 0,0 1 0 0 0,1 0 1 0 0,0 1-1 0 0,0-1 0 0 0,1 1 1 0 0,0 0-1 0 0,1 0 0 0 0,0 1 1 0 0,0 0-1 0 0,0 0 0 0 0,1 0 1 0 0,0 1-1 0 0,12-7 0 0 0,4-1 10 0 0,0 2-1 0 0,0 0 1 0 0,1 2-1 0 0,31-9 0 0 0,-36 13-195 0 0,1 0-1 0 0,-1 2 1 0 0,1 1-1 0 0,0 0 1 0 0,0 1-1 0 0,38 3 1 0 0,-46 0 53 0 0,0 1 0 0 0,0 0 0 0 0,-1 1 0 0 0,1 0 0 0 0,-1 1 0 0 0,0 1 0 0 0,0 0 1 0 0,-1 0-1 0 0,1 1 0 0 0,-1 1 0 0 0,0 0 0 0 0,14 12 0 0 0,-12-7-24 0 0,-1 0 0 0 0,0 1 0 0 0,-1 0 0 0 0,0 1 1 0 0,-1 1-1 0 0,9 16 0 0 0,-8-9-17 0 0,0 1 1 0 0,-1 0-1 0 0,10 39 0 0 0,-6 2 168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04.35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58 746 4607 0 0,'-6'-18'536'0'0,"6"18"-288"0"0,-11-16 2218 0 0,11 15-2400 0 0,-1 1 0 0 0,1-1 0 0 0,0 1 0 0 0,0 0 0 0 0,-1-1-1 0 0,1 1 1 0 0,-1 0 0 0 0,1-1 0 0 0,0 1 0 0 0,-1 0 0 0 0,1-1 0 0 0,-1 1 0 0 0,1 0 0 0 0,-1 0 0 0 0,1 0 0 0 0,0-1 0 0 0,-1 1 0 0 0,1 0 0 0 0,-1 0 0 0 0,1 0 0 0 0,-1 0 0 0 0,1 0 0 0 0,-1 0 0 0 0,1 0 0 0 0,-1 0 0 0 0,1 0 0 0 0,-1 0 0 0 0,0 0-11 0 0,0 1-1 0 0,0-1 1 0 0,1 1 0 0 0,-1-1 0 0 0,0 1 0 0 0,0 0 0 0 0,1-1 0 0 0,-1 1 0 0 0,1 0 0 0 0,-1-1 0 0 0,1 1 0 0 0,-1 0-1 0 0,0 1 1 0 0,-1 2 62 0 0,0 1 0 0 0,0 0-1 0 0,0-1 1 0 0,-1 6-1 0 0,0 6-18 0 0,1 0-1 0 0,0 0 0 0 0,1 0 0 0 0,2 20 0 0 0,9 67 503 0 0,-4-53-486 0 0,-2 61-35 0 0,1 5 24 0 0,-4-111-81 0 0,-1 0 0 0 0,1 0 1 0 0,0 0-1 0 0,1 0 0 0 0,-1-1 1 0 0,1 1-1 0 0,0 0 0 0 0,0-1 1 0 0,4 6-1 0 0,-4-7 5 0 0,0-1 0 0 0,0 1 0 0 0,0-1-1 0 0,1 0 1 0 0,-1 0 0 0 0,1 0 0 0 0,-1 0 0 0 0,1 0 0 0 0,0 0 0 0 0,0-1 0 0 0,0 1-1 0 0,0-1 1 0 0,0 0 0 0 0,0 0 0 0 0,3 1 0 0 0,20 3 435 0 0,0-2 0 0 0,0 0 0 0 0,0-1-1 0 0,39-3 1 0 0,-21-4-22 0 0,1-1 1 0 0,58-16-1 0 0,-57 11-69 0 0,89-10 1 0 0,208 25-128 0 0,-284-2-248 0 0,43 3 14 0 0,389 1 108 0 0,-43-5-118 0 0,-119 2 0 0 0,-97-4 0 0 0,-72 5 30 0 0,135 3 108 0 0,1-17-50 0 0,-201 3-88 0 0,171 8 0 0 0,115 17 29 0 0,-173-12-4 0 0,163-11 179 0 0,-272 1-128 0 0,149 1 226 0 0,63-4 2 0 0,-121 1-150 0 0,159-15 43 0 0,-8-12-5 0 0,27 8 170 0 0,-200 10-207 0 0,-138 13-144 0 0,222-24 58 0 0,-200 18-69 0 0,-1 3 0 0 0,1 1 0 0 0,0 3 0 0 0,0 2 0 0 0,52 8 0 0 0,-60-3 0 0 0,20 5 0 0 0,-1-4 0 0 0,67-1 0 0 0,282 6 0 0 0,-83 8 0 0 0,-101-8 0 0 0,-87-6 0 0 0,90 8 0 0 0,-80-4 0 0 0,-121-10 0 0 0,-1-2 0 0 0,1-1 0 0 0,31-7 0 0 0,-55 9 0 0 0,-1-1 0 0 0,1 1 0 0 0,-1-1 0 0 0,1 0 0 0 0,-1-1 0 0 0,0 1 0 0 0,7-5 0 0 0,-10 5 0 0 0,0 1 0 0 0,-1-1 0 0 0,1 1 0 0 0,0-1 0 0 0,-1 0 0 0 0,1 0 0 0 0,-1 0 0 0 0,0 0 0 0 0,1 0 0 0 0,-1 0 0 0 0,0 0 0 0 0,0 0 0 0 0,0 0 0 0 0,-1-1 0 0 0,1 1 0 0 0,0 0 0 0 0,-1 0 0 0 0,0-1 0 0 0,1 1 0 0 0,-1-4 0 0 0,0-2 11 0 0,-1 0 0 0 0,1 0-1 0 0,-1 0 1 0 0,0 0 0 0 0,-4-10-1 0 0,3 9-10 0 0,0-1 0 0 0,1 1 0 0 0,0-17 0 0 0,-2-10 0 0 0,-4-15 29 0 0,-10-80 213 0 0,15 104-188 0 0,2 1 0 0 0,0-1 1 0 0,5-27-1 0 0,13-30 93 0 0,-12 60-100 0 0,0 1 1 0 0,-2-1-1 0 0,2-38 0 0 0,-7 55-47 0 0,0 1 0 0 0,0-1 0 0 0,-1 1 0 0 0,0-1 0 0 0,0 1 0 0 0,-1 0 0 0 0,0 0 0 0 0,0 0 0 0 0,0 0 0 0 0,-7-8 0 0 0,4 5 0 0 0,1-1 0 0 0,-8-15 0 0 0,10 11-6 0 0,-1 1 1 0 0,2 0-1 0 0,0-1 0 0 0,0 0 0 0 0,2-22 0 0 0,0 21 0 0 0,-1 0 1 0 0,0 0-1 0 0,-1 0 0 0 0,-5-16 0 0 0,7 29 6 0 0,-1 1 0 0 0,1-1 0 0 0,-1 1 0 0 0,0-1 0 0 0,0 1 0 0 0,0 0 0 0 0,0-1 0 0 0,0 1 0 0 0,0 0 0 0 0,0 0 0 0 0,-1-1 0 0 0,1 1 0 0 0,0 0 0 0 0,-1 0 0 0 0,1 1 0 0 0,0-1 0 0 0,-1 0 0 0 0,1 0 0 0 0,-1 1 0 0 0,0-1 0 0 0,1 1 0 0 0,-1-1 0 0 0,1 1 0 0 0,-1-1 0 0 0,-2 1 0 0 0,-4-1 0 0 0,-1 1 0 0 0,0 0 0 0 0,-14 2 0 0 0,14-2 0 0 0,-66 10-21 0 0,-77 18 0 0 0,8 0-1 0 0,-338 34 0 0 0,472-61 28 0 0,-237 23-386 0 0,-329-12 0 0 0,-345-48 178 0 0,575 14 146 0 0,107 5 58 0 0,-40-1-2 0 0,-256-13 0 0 0,9 23 0 0 0,153 4 0 0 0,2-14 0 0 0,113-6 0 0 0,-135-11 0 0 0,-82-13 0 0 0,138 11 0 0 0,277 33 0 0 0,1 2 0 0 0,0 3 0 0 0,-88 12 0 0 0,-164 23 0 0 0,94-13 0 0 0,-70-1 0 0 0,-1-17 0 0 0,127-3 0 0 0,65-4 0 0 0,1-3 0 0 0,-115-21 0 0 0,138 14-16 0 0,0 3 0 0 0,0 3 0 0 0,-79 5 0 0 0,147 1 16 0 0,1 0 0 0 0,0 0 0 0 0,0 1 0 0 0,-1-1 1 0 0,1 1-1 0 0,0 0 0 0 0,0 0 0 0 0,0 0 0 0 0,0 0 0 0 0,0 1 0 0 0,0-1 0 0 0,-4 4 0 0 0,5-3-1 0 0,0 0 1 0 0,1 0-1 0 0,-1-1 1 0 0,1 2-1 0 0,-1-1 0 0 0,1 0 1 0 0,0 0-1 0 0,0 0 0 0 0,0 1 1 0 0,0-1-1 0 0,0 0 0 0 0,0 1 1 0 0,1-1-1 0 0,-1 1 0 0 0,1-1 1 0 0,0 0-1 0 0,0 4 1 0 0,0 74-35 0 0,1 1 16 0 0,-2-72 44 0 0,1 0-1 0 0,1 0 1 0 0,0 0-1 0 0,0 0 1 0 0,5 14-1 0 0,17 43 280 0 0,-14-43-165 0 0,8 29-1 0 0,-9-12 324 0 0,2 50 0 0 0,4 17 486 0 0,-12-89-772 0 0,0 1 0 0 0,0 26 0 0 0,0-37-1701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14.0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234 313 4143 0 0,'9'-13'643'0'0,"-1"0"-1"0"0,-1-1 0 0 0,0 0 1 0 0,-1 0-1 0 0,-1 0 0 0 0,7-25 0 0 0,-12 37-495 0 0,1 0-1 0 0,-1 1 0 0 0,0-1 0 0 0,0 0 0 0 0,0 0 0 0 0,0 1 0 0 0,0-1 0 0 0,0 0 1 0 0,0 0-1 0 0,0 1 0 0 0,0-1 0 0 0,-1 0 0 0 0,1 1 0 0 0,-1-1 0 0 0,0 0 1 0 0,1 1-1 0 0,-1-1 0 0 0,0 1 0 0 0,-2-3 0 0 0,2 3-55 0 0,0 0 0 0 0,0 0 0 0 0,0 1 0 0 0,0-1 0 0 0,0 1 0 0 0,0-1-1 0 0,-1 1 1 0 0,1-1 0 0 0,0 1 0 0 0,0 0 0 0 0,-1 0 0 0 0,1-1 0 0 0,0 1 0 0 0,-1 0 0 0 0,1 0 0 0 0,0 0-1 0 0,-1 1 1 0 0,1-1 0 0 0,0 0 0 0 0,0 0 0 0 0,-1 1 0 0 0,1-1 0 0 0,0 0 0 0 0,0 1 0 0 0,0 0-1 0 0,-1-1 1 0 0,0 2 0 0 0,-10 4 53 0 0,0 1 0 0 0,1 1 0 0 0,0 0 0 0 0,0 1 0 0 0,1 0 0 0 0,0 0 0 0 0,0 1 0 0 0,1 0 0 0 0,1 1 1 0 0,0 0-1 0 0,-10 17 0 0 0,-1 7 81 0 0,2 1 0 0 0,-22 63 0 0 0,29-71-75 0 0,2 0 1 0 0,1 0-1 0 0,1 1 0 0 0,-3 56 0 0 0,8-71-115 0 0,1 1 0 0 0,1-1 0 0 0,0 0-1 0 0,1 1 1 0 0,1-1 0 0 0,0 0-1 0 0,0 0 1 0 0,2 0 0 0 0,0-1 0 0 0,0 0-1 0 0,1 0 1 0 0,8 13 0 0 0,-10-21-11 0 0,-1 0-1 0 0,1 0 1 0 0,0 0 0 0 0,1-1 0 0 0,-1 1-1 0 0,1-1 1 0 0,0 0 0 0 0,0 0 0 0 0,0-1 0 0 0,0 0-1 0 0,1 0 1 0 0,-1 0 0 0 0,1 0 0 0 0,0-1-1 0 0,0 0 1 0 0,0 0 0 0 0,0-1 0 0 0,0 1-1 0 0,0-1 1 0 0,1-1 0 0 0,-1 1 0 0 0,0-1-1 0 0,0 0 1 0 0,1 0 0 0 0,-1-1 0 0 0,0 0 0 0 0,0 0-1 0 0,0-1 1 0 0,0 1 0 0 0,0-1 0 0 0,0 0-1 0 0,0-1 1 0 0,5-3 0 0 0,2-2 100 0 0,-1 0 0 0 0,-1-1 0 0 0,0 0 1 0 0,0-1-1 0 0,-1-1 0 0 0,0 0 0 0 0,0 0 0 0 0,-1 0 1 0 0,7-15-1 0 0,1-3 23 0 0,-1 0 1 0 0,21-59-1 0 0,-25 54-142 0 0,-1 1-1 0 0,-2-1 1 0 0,-2-1 0 0 0,-1 0 0 0 0,-2 0 0 0 0,-1 0-1 0 0,-1 0 1 0 0,-3 0 0 0 0,0 0 0 0 0,-3 0-1 0 0,-12-59 1 0 0,14 85-5 0 0,-1 0 0 0 0,0 0 0 0 0,-1 0 0 0 0,0 0 0 0 0,0 1 0 0 0,-1 0 0 0 0,1 0 0 0 0,-10-11 0 0 0,9 14 0 0 0,0-1 0 0 0,-1 1 0 0 0,1 0 0 0 0,-1 1 0 0 0,0-1 0 0 0,-1 1 0 0 0,1 0 0 0 0,-1 1 0 0 0,1-1 0 0 0,-1 2 0 0 0,-8-4 0 0 0,4 3-15 0 0,1 0-1 0 0,-1 1 1 0 0,-1 0-1 0 0,1 0 1 0 0,0 1-1 0 0,0 1 1 0 0,-21 1-1 0 0,26 0 8 0 0,1 0-1 0 0,-1 0 0 0 0,1 0 1 0 0,-1 1-1 0 0,1 0 0 0 0,0 0 1 0 0,0 0-1 0 0,0 0 0 0 0,0 1 1 0 0,0 0-1 0 0,0 0 0 0 0,1 1 1 0 0,-1-1-1 0 0,1 1 0 0 0,0 0 1 0 0,0 0-1 0 0,-4 6 0 0 0,-2 5-15 0 0,1 0 0 0 0,0 1 0 0 0,2 1 0 0 0,0-1 0 0 0,-7 25 0 0 0,-17 89-88 0 0,30-126 114 0 0,-2 7 46 0 0,1 0 1 0 0,0 0 0 0 0,1 0 0 0 0,1 21-1 0 0,0-30-36 0 0,0 1-1 0 0,0-1 0 0 0,1 1 0 0 0,0 0 0 0 0,-1-1 1 0 0,1 1-1 0 0,0-1 0 0 0,0 1 0 0 0,0-1 1 0 0,1 0-1 0 0,-1 0 0 0 0,0 1 0 0 0,1-1 0 0 0,0 0 1 0 0,-1 0-1 0 0,1 0 0 0 0,0 0 0 0 0,0-1 0 0 0,0 1 1 0 0,0 0-1 0 0,0-1 0 0 0,1 0 0 0 0,-1 1 1 0 0,0-1-1 0 0,1 0 0 0 0,2 1 0 0 0,4 0 146 0 0,1 1-1 0 0,-1-2 0 0 0,1 1 1 0 0,-1-1-1 0 0,1-1 1 0 0,-1 1-1 0 0,1-2 1 0 0,16-2-1 0 0,-2-1 29 0 0,0-1-1 0 0,28-10 1 0 0,-9-2-143 0 0,-23 9-26 0 0,23-6 0 0 0,-37 15-98 0 0,-11 4 10 0 0,-13 9-1545 0 0,16-13 880 0 0,-10 8-6419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19.4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9 273 3223 0 0,'0'-1'65'0'0,"-1"0"0"0"0,0 0 0 0 0,0-1-1 0 0,0 1 1 0 0,1 0 0 0 0,-1 0 0 0 0,0 0 0 0 0,1-1-1 0 0,-1 1 1 0 0,1 0 0 0 0,0-1 0 0 0,-1 1-1 0 0,1 0 1 0 0,0-1 0 0 0,0 1 0 0 0,0-1-1 0 0,0 1 1 0 0,0 0 0 0 0,0-1 0 0 0,0 1-1 0 0,0-1 1 0 0,1-1 0 0 0,2-4 588 0 0,-1 0 0 0 0,1 0 0 0 0,5-9 0 0 0,2-3-16 0 0,-8 14-308 0 0,0-1 0 0 0,0 1 0 0 0,1 0 0 0 0,0 0 0 0 0,0 0 0 0 0,0 1 0 0 0,0-1 0 0 0,1 1 0 0 0,0 0 0 0 0,0 0 0 0 0,0 0 0 0 0,6-5 0 0 0,-5 6-9 0 0,-1-1-1 0 0,0 0 0 0 0,0 0 0 0 0,-1-1 0 0 0,0 1 1 0 0,5-8-1 0 0,-8 10-214 0 0,1 0-1 0 0,0 0 1 0 0,-1 1 0 0 0,1-1-1 0 0,0 0 1 0 0,0 0 0 0 0,0 1 0 0 0,1-1-1 0 0,-1 0 1 0 0,0 1 0 0 0,0-1-1 0 0,1 1 1 0 0,-1 0 0 0 0,1-1 0 0 0,-1 1-1 0 0,3-1 1 0 0,8-6 46 0 0,0 0 0 0 0,0 1 0 0 0,0 1 0 0 0,25-9 1 0 0,-30 12-109 0 0,0 1 0 0 0,0 0 0 0 0,-1 1 0 0 0,1 0 0 0 0,1 0 0 0 0,-1 0 1 0 0,0 1-1 0 0,0 0 0 0 0,0 0 0 0 0,0 1 0 0 0,9 2 0 0 0,-12-3-39 0 0,0 1-1 0 0,-1 1 0 0 0,1-1 1 0 0,-1 0-1 0 0,1 1 1 0 0,-1 0-1 0 0,0 0 0 0 0,1 0 1 0 0,-1 0-1 0 0,0 1 0 0 0,0-1 1 0 0,-1 1-1 0 0,1-1 1 0 0,-1 1-1 0 0,1 0 0 0 0,-1 0 1 0 0,0 0-1 0 0,0 1 1 0 0,0-1-1 0 0,0 0 0 0 0,-1 1 1 0 0,1-1-1 0 0,-1 1 1 0 0,0 0-1 0 0,0-1 0 0 0,0 1 1 0 0,-1 0-1 0 0,1 0 0 0 0,-1-1 1 0 0,0 7-1 0 0,-1 6 18 0 0,-1 1-1 0 0,0-1 1 0 0,-1 0-1 0 0,-1 0 1 0 0,-10 26-1 0 0,6-19 9 0 0,-2-1 1 0 0,0 1-1 0 0,-1-1 0 0 0,-1-1 0 0 0,-1 0 0 0 0,-16 19 0 0 0,-66 76 111 0 0,93-113-132 0 0,0 0 1 0 0,1 0-1 0 0,-1 0 0 0 0,1 0 0 0 0,0 1 0 0 0,-2 3 1 0 0,-4 12 4 0 0,4-12 0 0 0,2-5-9 0 0,-1 1 0 0 0,1-1 0 0 0,0 1 0 0 0,0 0 0 0 0,0 0 0 0 0,0-1 0 0 0,0 1 0 0 0,1 0 0 0 0,-1 3 0 0 0,3 6-4 0 0,-2-11 0 0 0,1 1 0 0 0,-1 0 0 0 0,0-1 0 0 0,1 1 0 0 0,-1-1 0 0 0,0 1 0 0 0,0 0 0 0 0,0-1 0 0 0,-1 1 0 0 0,1-1 0 0 0,-1 4 0 0 0,0-1-1 0 0,0-4 2 0 0,1 1-1 0 0,0 0 1 0 0,-1 0-1 0 0,1 0 1 0 0,0 0-1 0 0,-1-1 1 0 0,1 1-1 0 0,0 0 0 0 0,0 0 1 0 0,0 0-1 0 0,0 0 1 0 0,0 0-1 0 0,0 0 1 0 0,0 0-1 0 0,0-1 1 0 0,0 1-1 0 0,0 0 0 0 0,0 0 1 0 0,0 0-1 0 0,1 0 1 0 0,-1 0-1 0 0,0-1 1 0 0,1 1-1 0 0,-1 0 0 0 0,1 1 1 0 0,6 1 18 0 0,-6-2-17 0 0,0-1-1 0 0,0 0 0 0 0,0 1 1 0 0,0-1-1 0 0,0 1 0 0 0,-1-1 1 0 0,1 1-1 0 0,0-1 0 0 0,0 1 0 0 0,0-1 1 0 0,-1 1-1 0 0,1 0 0 0 0,0-1 1 0 0,-1 1-1 0 0,1 0 0 0 0,-1 0 1 0 0,1 0-1 0 0,-1-1 0 0 0,1 1 0 0 0,-1 0 1 0 0,1 0-1 0 0,-1 0 0 0 0,0 0 1 0 0,1 0-1 0 0,-1 1 0 0 0,0 0-1 0 0,0 0 0 0 0,0-1 0 0 0,0 1 0 0 0,1-1 0 0 0,-1 1 0 0 0,0-1 0 0 0,1 0 0 0 0,-1 1 0 0 0,1-1 0 0 0,0 1 0 0 0,-1-1 0 0 0,1 0 0 0 0,0 1 0 0 0,0-1 0 0 0,0 0 0 0 0,0 0 0 0 0,0 0 0 0 0,0 0 0 0 0,0 0 0 0 0,0 0 0 0 0,3 2 0 0 0,-3-3 0 0 0,-1 1 2 0 0,1 0 1 0 0,0 0-1 0 0,0 0 0 0 0,-1 0 0 0 0,1-1 0 0 0,0 1 0 0 0,-1 0 0 0 0,1 0 1 0 0,-1 0-1 0 0,0 0 0 0 0,1 0 0 0 0,-1 2 0 0 0,1-3 0 0 0,-1 1 0 0 0,0 0 0 0 0,0 0 0 0 0,1 0 0 0 0,-1-1 0 0 0,0 1-1 0 0,1 0 1 0 0,-1 0 0 0 0,1-1 0 0 0,-1 1 0 0 0,1 0 0 0 0,-1-1 0 0 0,1 1 0 0 0,0 0 0 0 0,-1-1 0 0 0,1 1-1 0 0,0-1 1 0 0,1 2 0 0 0,29 13-2 0 0,-30-15 0 0 0,0 0 0 0 0,-1 0 1 0 0,1 0-1 0 0,-1 0 0 0 0,1 0 0 0 0,0 1 0 0 0,-1-1 0 0 0,1 0 0 0 0,0 0 0 0 0,-1-1 0 0 0,1 1 0 0 0,-1 0 0 0 0,1 0 1 0 0,0 0-1 0 0,-1 0 0 0 0,1 0 0 0 0,-1-1 0 0 0,1 1 0 0 0,0 0 0 0 0,-1 0 0 0 0,1-1 0 0 0,-1 1 0 0 0,1-1 1 0 0,-1 1-1 0 0,1 0 0 0 0,0-1 0 0 0,-1 0-1 0 0,1 0 0 0 0,0 1 1 0 0,-1-1-1 0 0,1 1 0 0 0,0-1 1 0 0,0 1-1 0 0,-1 0 0 0 0,1-1 1 0 0,0 1-1 0 0,0 0 0 0 0,0-1 0 0 0,-1 1 1 0 0,1 0-1 0 0,0 0 0 0 0,0 0 1 0 0,0 0-1 0 0,0 0 0 0 0,1 0 1 0 0,7 0-6 0 0,0 0 1 0 0,1 0 0 0 0,-1-1-1 0 0,0 0 1 0 0,0 0 0 0 0,0-1-1 0 0,0 0 1 0 0,0-1 0 0 0,12-5-1 0 0,-19 7 4 0 0,0 0-1 0 0,1 0 1 0 0,-1 0 0 0 0,0-1-1 0 0,0 1 1 0 0,0-1 0 0 0,0 1-1 0 0,0-1 1 0 0,2-2 0 0 0,-2 2-4 0 0,0 0 1 0 0,0 0 0 0 0,1 0 0 0 0,-1 0 0 0 0,1 0-1 0 0,2-1 1 0 0,5-2-664 0 0,-1 0-1 0 0,0-1 0 0 0,9-8 1 0 0,-11 8-5001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20.3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110 46 6911 0 0,'-2'-4'423'0'0,"0"0"-1"0"0,-1 1 0 0 0,0-1 1 0 0,0 1-1 0 0,0 0 0 0 0,0 0 0 0 0,0 0 1 0 0,-1 1-1 0 0,1-1 0 0 0,-1 1 0 0 0,0 0 1 0 0,1 0-1 0 0,-6-2 0 0 0,7 4-313 0 0,1 0 0 0 0,0 0-1 0 0,0 0 1 0 0,-1 0 0 0 0,1 1-1 0 0,0-1 1 0 0,0 1-1 0 0,0-1 1 0 0,0 1 0 0 0,-1-1-1 0 0,1 1 1 0 0,0-1 0 0 0,0 1-1 0 0,0 0 1 0 0,0 0 0 0 0,0 0-1 0 0,0 0 1 0 0,1-1 0 0 0,-3 3-1 0 0,-16 25 822 0 0,17-24-877 0 0,-1 1 57 0 0,1-1 1 0 0,-1 1 0 0 0,1 0 0 0 0,-2 9 103 0 0,3-13-202 0 0,1 0-1 0 0,0 0 1 0 0,0 0-1 0 0,0 0 1 0 0,0 1-1 0 0,0-1 1 0 0,0 0-1 0 0,0 0 1 0 0,0 0 0 0 0,1 0-1 0 0,-1 1 1 0 0,0-1-1 0 0,1 0 1 0 0,-1 0-1 0 0,1 0 1 0 0,-1 0-1 0 0,1 0 1 0 0,0 1-1 0 0,12 15 136 0 0,-11-13-131 0 0,0-1-1 0 0,0 0 0 0 0,0 0 0 0 0,1 0 1 0 0,-1 0-1 0 0,1 0 0 0 0,4 4 1 0 0,-1-3 3 0 0,0 0 1 0 0,0 0 0 0 0,7 8-1 0 0,-13-12-16 0 0,1 1 0 0 0,0-1-1 0 0,-1 1 1 0 0,1-1 0 0 0,0 1-1 0 0,-1-1 1 0 0,1 1 0 0 0,0-1 0 0 0,0 0-1 0 0,-1 0 1 0 0,1 1 0 0 0,0-1-1 0 0,0 0 1 0 0,0 0 0 0 0,-1 0-1 0 0,1 0 1 0 0,0 0 0 0 0,0 0 0 0 0,0 0-1 0 0,-1 0 1 0 0,2 0 0 0 0,-1 0 5 0 0,0 0 0 0 0,1 0-1 0 0,-1 0 1 0 0,0 0 0 0 0,0 0 0 0 0,1 0 0 0 0,-1 0 0 0 0,0 1 0 0 0,0-1 0 0 0,0 0 0 0 0,2 2 0 0 0,1 0 38 0 0,0-1-1 0 0,1 1 1 0 0,-1-1 0 0 0,9 3-1 0 0,-12-4-44 0 0,1 0 0 0 0,-1 0 0 0 0,1 0 1 0 0,-1 0-1 0 0,1 0 0 0 0,0 0 0 0 0,-1 0 0 0 0,1 0 0 0 0,-1 0 0 0 0,1-1 0 0 0,-1 1 0 0 0,1 0 1 0 0,-1-1-1 0 0,1 0 0 0 0,-1 1 0 0 0,0-1 0 0 0,1 0 0 0 0,1-1 0 0 0,4-5-1 0 0,-6 5 3 0 0,1 0-1 0 0,0 0 1 0 0,0 0-1 0 0,0 0 1 0 0,0 0-1 0 0,4-1 1 0 0,-5 2 5 0 0,1 0 1 0 0,-1 1 0 0 0,1-1 0 0 0,-1 0 0 0 0,0 0 0 0 0,0 0 0 0 0,1 0 0 0 0,-1 0 0 0 0,0 0-1 0 0,0 0 1 0 0,0-1 0 0 0,0 1 0 0 0,0 0 0 0 0,-1 0 0 0 0,1-1 0 0 0,0 1 0 0 0,0-1-1 0 0,-1 1 1 0 0,1 0 0 0 0,-1-1 0 0 0,0 1 0 0 0,1-1 0 0 0,-1-2 0 0 0,2-3 4 0 0,-1 5-11 0 0,0 0-1 0 0,0 0 1 0 0,0-1-1 0 0,1 1 1 0 0,-1 0-1 0 0,1 1 1 0 0,0-1-1 0 0,-1 0 0 0 0,4-2 1 0 0,9-12-3 0 0,-14 16 1 0 0,1-1 0 0 0,-1 0 0 0 0,0 0 0 0 0,1 1 0 0 0,-1-1 0 0 0,1 0-1 0 0,-1 0 1 0 0,0 1 0 0 0,0-1 0 0 0,0 0 0 0 0,1 0 0 0 0,-1 0 0 0 0,0 0 0 0 0,0 1 0 0 0,0-1 0 0 0,0 0 0 0 0,0 0-1 0 0,0 0 1 0 0,-1-1 0 0 0,-2-4-3 0 0,2 5 5 0 0,0 0-1 0 0,1 0 1 0 0,-1-1 0 0 0,0 1 0 0 0,1 0-1 0 0,0 0 1 0 0,-1 0 0 0 0,1 0 0 0 0,0-1-1 0 0,-1-1 1 0 0,1 3 8 0 0,0-1 1 0 0,0 0-1 0 0,0 0 0 0 0,0 0 0 0 0,0 0 1 0 0,0 1-1 0 0,0-1 0 0 0,0 0 0 0 0,0 0 1 0 0,-1 0-1 0 0,1 1 0 0 0,0-1 0 0 0,-1 0 1 0 0,1 0-1 0 0,0 1 0 0 0,-1-1 0 0 0,0-1 1 0 0,0 2-5 0 0,1 0 1 0 0,0 0 0 0 0,-1 0 0 0 0,1 0 0 0 0,-1 0-1 0 0,1 0 1 0 0,-1 1 0 0 0,1-1 0 0 0,0 0-1 0 0,-1 0 1 0 0,1 0 0 0 0,-1 0 0 0 0,1 1 0 0 0,0-1-1 0 0,-1 0 1 0 0,1 0 0 0 0,0 1 0 0 0,-1-1 0 0 0,1 1-1 0 0,-1-1 3 0 0,1 1 1 0 0,-1-1-1 0 0,1 0 0 0 0,0 1 0 0 0,-1-1 0 0 0,1 0 0 0 0,-1 1 0 0 0,1-1 0 0 0,-1 0 0 0 0,1 1 1 0 0,-1-1-1 0 0,0 0 0 0 0,1 0 0 0 0,-1 0 0 0 0,1 0 0 0 0,-1 1 0 0 0,1-1 0 0 0,-1 0 0 0 0,0 0 1 0 0,1 0-1 0 0,-1 0 0 0 0,1 0 0 0 0,-1 0 0 0 0,0 0 0 0 0,1-1 0 0 0,-1 1 0 0 0,1 0 0 0 0,-1 0 0 0 0,1 0 1 0 0,-1-1-1 0 0,1 1 0 0 0,-1 0 0 0 0,1 0 0 0 0,-1-1 0 0 0,0 0 0 0 0,-5-3 155 0 0,0 0 0 0 0,0 0 0 0 0,0 0-1 0 0,0 0 1 0 0,-1 1 0 0 0,1 0 0 0 0,-1 1-1 0 0,0-1 1 0 0,0 1 0 0 0,0 1 0 0 0,0-1-1 0 0,0 1 1 0 0,0 1 0 0 0,0-1 0 0 0,0 1-1 0 0,-8 1 1 0 0,11-1-156 0 0,1 1 1 0 0,-1 0-1 0 0,1 0 0 0 0,0 0 0 0 0,-1 1 0 0 0,1-1 0 0 0,0 1 1 0 0,0 0-1 0 0,0 0 0 0 0,-3 2 0 0 0,-6 3-28 0 0,-3 6-1631 0 0,8-2-5424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40.3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163 3 4607 0 0,'-1'-2'222'0'0,"-1"2"-2"0"0,-25 10-163 0 0,-79 36-14 0 0,80-36-22 0 0,31-18 392 0 0,-3 7 64 0 0,-2 9 190 0 0,0-6-707 0 0,9-3 173 0 0,-8 1-65 0 0,1-1-1 0 0,0 1 1 0 0,-1 0 0 0 0,1 0-1 0 0,0-1 1 0 0,0 1 0 0 0,-1 0-1 0 0,1 1 1 0 0,0-1-1 0 0,-1 0 1 0 0,1 0 0 0 0,0 1-1 0 0,-1-1 1 0 0,1 1-1 0 0,2 1 1 0 0,-3-2-27 0 0,0 2 163 0 0,1-1 0 0 0,0 1 0 0 0,0-1 0 0 0,1 1-1 0 0,-1-1 1 0 0,0 0 0 0 0,0 0 0 0 0,1 0 0 0 0,-1 0 0 0 0,5 1 0 0 0,-7-2-202 0 0,14 6 230 0 0,42 26-67 0 0,182 113 93 0 0,-181-113-142 0 0,-41-27-4 0 0,21-8 318 0 0,-31 2-360 0 0,1 0 0 0 0,-1 0 0 0 0,1 1 0 0 0,0 0 0 0 0,-1 0 0 0 0,8 2 0 0 0,-1 1 29 0 0,-9-1-83 0 0,-1-1 0 0 0,1 0 0 0 0,0-1 0 0 0,0 1 0 0 0,-1-1 1 0 0,1 1-1 0 0,0-1 0 0 0,0 0 0 0 0,0 0 0 0 0,-1-1 0 0 0,5 0 0 0 0,27-8 7 0 0,-35 9-23 0 0,1 0 1 0 0,-1 0-1 0 0,0 0 1 0 0,1 0-1 0 0,-1 0 1 0 0,0 0-1 0 0,1 0 1 0 0,-1 0-1 0 0,1 0 1 0 0,-1 0 0 0 0,0 0-1 0 0,1 0 1 0 0,-1 0-1 0 0,0 0 1 0 0,1 0-1 0 0,-1-1 1 0 0,0 1-1 0 0,1 0 1 0 0,-1 0-1 0 0,0 0 1 0 0,1-1 0 0 0,-1 1-1 0 0,0 0 1 0 0,0 0-1 0 0,1-1 1 0 0,-1 1-1 0 0,0 0 1 0 0,0-1-1 0 0,0 1 1 0 0,1 0-1 0 0,-1-1 1 0 0,0 1 0 0 0,0 0-1 0 0,0-1 1 0 0,0 1-1 0 0,0 0 1 0 0,0-1-1 0 0,0 1 1 0 0,0-1-1 0 0,-2-3 3 0 0,-1 1-1 0 0,0-1 0 0 0,-1 1 1 0 0,1 0-1 0 0,-1 0 1 0 0,1 0-1 0 0,-1 1 0 0 0,-7-5 1 0 0,-208-127 7 0 0,215 132-10 0 0,0 0 0 0 0,0 0 0 0 0,1-1 0 0 0,-1 0 0 0 0,1 0 0 0 0,0 0 0 0 0,-1 0 0 0 0,1 0 0 0 0,-3-5 0 0 0,6 8 0 0 0,0-1 0 0 0,0 1 0 0 0,0-1 0 0 0,0 1 0 0 0,1-1 0 0 0,-1 1 0 0 0,0 0 0 0 0,0-1 0 0 0,0 1 0 0 0,0 0 0 0 0,1-1 0 0 0,-1 1 0 0 0,0 0 0 0 0,0-1 0 0 0,0 1 0 0 0,1 0 0 0 0,-1-1 0 0 0,0 1 0 0 0,1 0 0 0 0,-1 0 0 0 0,0-1 0 0 0,1 1 0 0 0,-1 0 0 0 0,0 0 0 0 0,1 0 0 0 0,-1-1 0 0 0,1 1 0 0 0,-1 0 0 0 0,0 0 0 0 0,1 0 0 0 0,-1 0 0 0 0,1 0 0 0 0,-1 0 0 0 0,0 0 0 0 0,1 0 0 0 0,0 0 0 0 0,22-6 0 0 0,-14 4 0 0 0,0 0 0 0 0,17-8 0 0 0,-19 1 0 0 0,1 6 0 0 0,1 0 0 0 0,0 0 0 0 0,14-2 0 0 0,-15 3 0 0 0,9-4 0 0 0,-17 6 0 0 0,1 0 0 0 0,-1-1 0 0 0,0 1 0 0 0,0 0 0 0 0,0 0 0 0 0,0-1 0 0 0,0 1 0 0 0,0 0 0 0 0,1 0 0 0 0,-1-1 0 0 0,0 1 0 0 0,0 0 0 0 0,0 0 0 0 0,0-1 0 0 0,0 1 0 0 0,0 0 0 0 0,0 0 0 0 0,0-1 0 0 0,0 1 0 0 0,0 0 0 0 0,0 0 0 0 0,0-1 0 0 0,0 1 0 0 0,0 0 0 0 0,0 0 0 0 0,-1-1 0 0 0,1-9 0 0 0,0 10 0 0 0,1-1 0 0 0,-1 1 0 0 0,0-1 0 0 0,1 1 0 0 0,-1-1 0 0 0,1 1 0 0 0,0 0 0 0 0,-1-1 0 0 0,1 1 0 0 0,-1 0 0 0 0,1-1 0 0 0,0 1 0 0 0,-1 0 0 0 0,1 0 0 0 0,-1-1 0 0 0,1 1 0 0 0,1 0 0 0 0,17-4 0 0 0,-17 4 0 0 0,8 1 0 0 0,14 17 0 0 0,63 66 0 0 0,-63-63 0 0 0,-16-19 0 0 0,-2-1 0 0 0,-5 2 0 0 0,-7-20 0 0 0,-17-56 0 0 0,17 59-80 0 0,0 12-481 0 0,5 1 376 0 0,-25-3-3949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41.5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15 252 455 0 0,'-1'-4'703'0'0,"1"-1"0"0"0,-1 1-1 0 0,0-1 1 0 0,-3-7-1 0 0,2 7 49 0 0,1 0 0 0 0,0 1-1 0 0,0-1 1 0 0,0 0 0 0 0,0-5 0 0 0,1 6-153 0 0,0 0 0 0 0,0 1 1 0 0,1-1-1 0 0,-1 0 0 0 0,1 0 0 0 0,0 1 1 0 0,0-1-1 0 0,0 1 0 0 0,0-1 1 0 0,1 1-1 0 0,-1-1 0 0 0,5-5 0 0 0,-4 6-430 0 0,1 1 0 0 0,-1-1 0 0 0,1 0 0 0 0,0 1 0 0 0,0 0 0 0 0,0-1 0 0 0,0 1 0 0 0,0 0 0 0 0,1 1 0 0 0,-1-1 0 0 0,1 1 0 0 0,6-3 0 0 0,27-5-131 0 0,1 2 0 0 0,0 0 0 0 0,64 0 0 0 0,6-2-36 0 0,97-8-70 0 0,-20 2 74 0 0,-19-10-75 0 0,-121 18-182 0 0,-34 6-216 0 0,-15 3-343 0 0,-18 6-1526 0 0,2-2-3013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41.9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65 132 5527 0 0,'-65'11'2355'0'0,"80"-13"480"0"0,22 1 0 0 0,5 1-1725 0 0,182-32 1819 0 0,-134 16-2057 0 0,123-10 419 0 0,65-13-510 0 0,-251 33-686 0 0,73-12 131 0 0,-87 17-151 0 0,1 0-1 0 0,0 0 1 0 0,-1 1-1 0 0,1 1 1 0 0,16 2-1 0 0,-23 0-61 0 0,-11 0-5 0 0,-10-1-127 0 0,13-2-7 0 0,-5 1-1379 0 0,-21 1-5510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5:59:45.9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48 216 1375 0 0,'-5'-5'1000'0'0,"0"0"-1"0"0,0-1 1 0 0,1 0-1 0 0,0 0 1 0 0,0 0-1 0 0,0 0 0 0 0,1-1 1 0 0,0 1-1 0 0,-4-11 1 0 0,6 14-913 0 0,0-1 1 0 0,1 1-1 0 0,-1 0 1 0 0,1 0-1 0 0,0 0 1 0 0,0 0 0 0 0,0-1-1 0 0,0 1 1 0 0,0 0-1 0 0,1 0 1 0 0,-1 0-1 0 0,1 0 1 0 0,0 0 0 0 0,0 0-1 0 0,0 0 1 0 0,0 0-1 0 0,1 0 1 0 0,-1 0-1 0 0,1 0 1 0 0,0 1 0 0 0,0-1-1 0 0,0 0 1 0 0,3-2-1 0 0,-3 2-68 0 0,1 0-1 0 0,0 1 1 0 0,-1 0-1 0 0,1-1 0 0 0,0 1 1 0 0,0 1-1 0 0,0-1 1 0 0,5-2-1 0 0,-6 4 38 0 0,0-1 0 0 0,0 1 0 0 0,-1-1 0 0 0,1 1 0 0 0,0 0 0 0 0,0 0 0 0 0,0 0 0 0 0,0 0 0 0 0,0 1 0 0 0,-1-1 0 0 0,1 0 0 0 0,0 1 0 0 0,0-1 0 0 0,0 1 0 0 0,-1-1 0 0 0,1 1 0 0 0,0 0 0 0 0,1 1 0 0 0,82 40 989 0 0,-71-36-845 0 0,0-1-1 0 0,1-1 0 0 0,0 0 1 0 0,17 3-1 0 0,-13-6 41 0 0,0 0 0 0 0,0-1-1 0 0,0-1 1 0 0,0-1 0 0 0,30-7 0 0 0,92-32 227 0 0,-58 15-181 0 0,-71 23-277 0 0,4-2 33 0 0,-1 1 0 0 0,1 0 1 0 0,29-2-1 0 0,-40 6-35 0 0,0 0 1 0 0,0 0-1 0 0,0 1 0 0 0,0 0 1 0 0,0-1-1 0 0,0 2 1 0 0,-1-1-1 0 0,1 1 1 0 0,0-1-1 0 0,0 1 1 0 0,-1 0-1 0 0,0 1 0 0 0,1-1 1 0 0,-1 1-1 0 0,0 0 1 0 0,6 5-1 0 0,-1 1 22 0 0,1 0 0 0 0,1 0 0 0 0,12 6 0 0 0,-19-12-17 0 0,0-1 0 0 0,0 0 0 0 0,0-1 1 0 0,1 1-1 0 0,-1-1 0 0 0,1 0 0 0 0,-1 0 1 0 0,1 0-1 0 0,-1 0 0 0 0,1-1 0 0 0,0 0 1 0 0,6 0-1 0 0,24-5 152 0 0,1-2 1 0 0,-2-1-1 0 0,53-20 1 0 0,24-6 17 0 0,-91 29-143 0 0,0 1 0 0 0,1 1 0 0 0,33 0 0 0 0,-18 4 123 0 0,0 1 0 0 0,0 2 0 0 0,67 17 0 0 0,-84-17-81 0 0,0 0 0 0 0,0-2 1 0 0,1 0-1 0 0,-1-1 0 0 0,37-4 0 0 0,97-21 180 0 0,-109 14-162 0 0,0 3-1 0 0,68-3 1 0 0,-59 12 8 0 0,86 16 0 0 0,18 2 36 0 0,102-28-61 0 0,-88-2 3 0 0,-125 10-64 0 0,81 10-1 0 0,27 23-20 0 0,-47-8 0 0 0,-82-21 0 0 0,0 0 0 0 0,1-2 0 0 0,-1-2 0 0 0,47-3 0 0 0,98-25 0 0 0,-153 24 0 0 0,32-4 0 0 0,0 2 0 0 0,56 0 0 0 0,98 11 0 0 0,31-7 13 0 0,-138-2 91 0 0,-28 6-131 0 0,104 15 0 0 0,-36-1 28 0 0,-61-12 38 0 0,0-3-1 0 0,0-3 0 0 0,-1-3 1 0 0,111-22-1 0 0,-168 23-35 0 0,72-11 67 0 0,-77 13-61 0 0,0 1 0 0 0,1 1 1 0 0,-1 0-1 0 0,1 1 0 0 0,13 2 0 0 0,-26-3-68 0 0,1 0-1 0 0,0 1 1 0 0,0-1-1 0 0,0 0 1 0 0,0 0 0 0 0,-1 0-1 0 0,1 1 1 0 0,0-1-1 0 0,0 0 1 0 0,0 1-1 0 0,-1-1 1 0 0,1 1-1 0 0,0-1 1 0 0,-1 1 0 0 0,1-1-1 0 0,0 1 1 0 0,-1 0-1 0 0,1-1 1 0 0,0 1-1 0 0,-1 0 1 0 0,1-1 0 0 0,-1 1-1 0 0,0 0 1 0 0,1 0-1 0 0,0 1 1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1.1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64 378 1375 0 0,'-14'1'809'0'0,"10"-1"-386"0"0,0 0 0 0 0,0 1-1 0 0,0-1 1 0 0,0-1 0 0 0,0 1-1 0 0,-1-1 1 0 0,-4-1 0 0 0,8 2-324 0 0,1 0 0 0 0,-1 0 0 0 0,0-1 0 0 0,1 1 0 0 0,-1-1 0 0 0,0 1 0 0 0,1 0 0 0 0,-1-1 0 0 0,1 1 0 0 0,-1-1 0 0 0,1 0 0 0 0,-1 1 0 0 0,1-1 0 0 0,-1 1 0 0 0,1-1 0 0 0,0 0 0 0 0,-1 1 0 0 0,0-2 0 0 0,1 0 27 0 0,0 1 0 0 0,0-1 0 0 0,-1 1 0 0 0,1-1 1 0 0,0 0-1 0 0,1 1 0 0 0,-1-1 0 0 0,0 1 0 0 0,0-1 0 0 0,1 0 0 0 0,-1 1 0 0 0,1-3 0 0 0,3-6 242 0 0,1 0 0 0 0,0 0-1 0 0,0 0 1 0 0,1 0 0 0 0,1 1 0 0 0,-1 0 0 0 0,10-10-1 0 0,60-53-101 0 0,-64 60-179 0 0,4-1-7 0 0,0 0 0 0 0,26-16-1 0 0,-34 24 16 0 0,0 1-1 0 0,1-1 1 0 0,0 2-1 0 0,0-1 0 0 0,0 1 1 0 0,0 1-1 0 0,15-3 0 0 0,-20 4-76 0 0,-1 1-1 0 0,0 0 0 0 0,0 0 1 0 0,0 0-1 0 0,0 0 0 0 0,0 1 1 0 0,1-1-1 0 0,-1 1 1 0 0,0 0-1 0 0,0-1 0 0 0,0 1 1 0 0,0 1-1 0 0,0-1 0 0 0,-1 0 1 0 0,1 1-1 0 0,0 0 1 0 0,0-1-1 0 0,-1 1 0 0 0,1 0 1 0 0,-1 1-1 0 0,0-1 0 0 0,0 0 1 0 0,0 1-1 0 0,0-1 0 0 0,0 1 1 0 0,0-1-1 0 0,-1 1 1 0 0,1 0-1 0 0,-1 0 0 0 0,1 0 1 0 0,-1 0-1 0 0,0 0 0 0 0,-1 0 1 0 0,1 0-1 0 0,0 0 0 0 0,-1 0 1 0 0,0 0-1 0 0,1 0 1 0 0,-1 1-1 0 0,-1 3 0 0 0,-2 17 29 0 0,-1 0-1 0 0,-2-1 0 0 0,0 0 1 0 0,-1 0-1 0 0,-14 29 1 0 0,-7 24 119 0 0,-56 206-251 0 0,81-267 86 0 0,4-12 0 0 0,5-9 0 0 0,53-85 32 0 0,57-119 0 0 0,-43 35-91 0 0,1-2 46 0 0,-65 163 9 0 0,-7 11 1 0 0,1 0 0 0 0,-1 0 0 0 0,-1 0 0 0 0,1 0 1 0 0,0-1-1 0 0,-1 1 0 0 0,0 0 0 0 0,1-1 0 0 0,0-5 0 0 0,-16 21-76 0 0,0 6 79 0 0,0 0 0 0 0,1 1 0 0 0,0 0 0 0 0,2 1 0 0 0,0 1 0 0 0,-9 27 0 0 0,10-18 0 0 0,0 1 0 0 0,3 0 0 0 0,-8 62 0 0 0,14-84 0 0 0,-2 14 0 0 0,1-1 0 0 0,1 0 0 0 0,1 0 0 0 0,1 0 0 0 0,4 25 0 0 0,-5-44 1 0 0,1-1 0 0 0,0 1 0 0 0,0-1-1 0 0,-1 1 1 0 0,1-1 0 0 0,1 1 0 0 0,-1-1-1 0 0,0 0 1 0 0,1 0 0 0 0,-1 0 0 0 0,1 0 0 0 0,-1 0-1 0 0,1 0 1 0 0,0 0 0 0 0,0 0 0 0 0,0-1-1 0 0,0 1 1 0 0,0-1 0 0 0,0 1 0 0 0,1-1-1 0 0,-1 0 1 0 0,0 0 0 0 0,1 0 0 0 0,-1 0 0 0 0,1 0-1 0 0,-1-1 1 0 0,1 1 0 0 0,-1-1 0 0 0,6 1-1 0 0,4-1 18 0 0,1 0 0 0 0,0-1 0 0 0,0-1 0 0 0,23-5 0 0 0,-15 2-67 0 0,-18 5-29 0 0,1-1-4 0 0,0 1 0 0 0,1-1 0 0 0,-1 0 0 0 0,0 0 0 0 0,0-1 1 0 0,-1 1-1 0 0,1-1 0 0 0,0 0 0 0 0,0 0 0 0 0,4-3 1 0 0,-8 5 24 0 0,0 0 0 0 0,0 0 0 0 0,0 0 0 0 0,0 0 0 0 0,0 0 1 0 0,0 0-1 0 0,0-1 0 0 0,0 1 0 0 0,0 0 0 0 0,0 0 1 0 0,1 0-1 0 0,-1 0 0 0 0,0 0 0 0 0,0 0 0 0 0,0-1 0 0 0,0 1 1 0 0,0 0-1 0 0,0 0 0 0 0,0 0 0 0 0,0 0 0 0 0,0 0 0 0 0,0 0 1 0 0,-1-1-1 0 0,1 1 0 0 0,0 0 0 0 0,0 0 0 0 0,0 0 0 0 0,0 0 1 0 0,0 0-1 0 0,0 0 0 0 0,0-1 0 0 0,0 1 0 0 0,0 0 0 0 0,0 0 1 0 0,0 0-1 0 0,-1 0 0 0 0,-4-2-1030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1.4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28 200 455 0 0,'-2'-2'123'0'0,"0"1"-1"0"0,0 0 1 0 0,0-1-1 0 0,0 0 0 0 0,0 1 1 0 0,0-1-1 0 0,1 0 0 0 0,-1 0 1 0 0,1 0-1 0 0,-1 0 1 0 0,1 0-1 0 0,0-1 0 0 0,0 1 1 0 0,0 0-1 0 0,0-1 0 0 0,0 1 1 0 0,-1-5-1 0 0,2 5-11 0 0,1 0 0 0 0,-1 0-1 0 0,0 0 1 0 0,1 0 0 0 0,-1 0-1 0 0,1 0 1 0 0,-1 0 0 0 0,1 0 0 0 0,0 0-1 0 0,0 0 1 0 0,0 1 0 0 0,0-1 0 0 0,0 0-1 0 0,1 0 1 0 0,-1 1 0 0 0,0-1-1 0 0,1 1 1 0 0,-1-1 0 0 0,1 1 0 0 0,-1 0-1 0 0,1-1 1 0 0,2 0 0 0 0,6-4 521 0 0,-1 0 0 0 0,1 1 0 0 0,0 0 1 0 0,1 1-1 0 0,15-5 0 0 0,59-11 1987 0 0,-14 5-1957 0 0,-37 5-571 0 0,82-26-96 0 0,-107 33-89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2.39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93 3223 0 0,'16'-2'283'0'0,"0"0"0"0"0,0-1 0 0 0,29-10-1 0 0,31-7 1522 0 0,-26 12-691 0 0,113-23-25 0 0,-147 27-1187 0 0,1 1 1 0 0,19-2-1 0 0,-17 4-1935 0 0,-12 0-564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2.7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25 8 3223 0 0,'-3'-2'66'0'0,"1"1"-8"0"0,1 1 0 0 0,-1-1 0 0 0,1 0 0 0 0,-1 0 0 0 0,0 1 0 0 0,0-1 0 0 0,1 1 0 0 0,-1 0 0 0 0,0-1 0 0 0,-2 1 0 0 0,7 3 1628 0 0,4 0-1348 0 0,13-1 103 0 0,0 0 0 0 0,0-2-1 0 0,19-1 1 0 0,5 0 140 0 0,-28 1-328 0 0,-1 1-1 0 0,1 0 0 0 0,-1 1 0 0 0,23 6 1 0 0,-32-6-158 0 0,0 0 0 0 0,1 0 0 0 0,-1 1-1 0 0,0 0 1 0 0,0 0 0 0 0,0 0 0 0 0,-1 1 0 0 0,1 0 0 0 0,-1 0 0 0 0,0 0 0 0 0,0 1 0 0 0,0 0 0 0 0,4 5 0 0 0,-8-8-53 0 0,1 0 0 0 0,-1 1 0 0 0,1-1 1 0 0,-1 1-1 0 0,0-1 0 0 0,0 1 0 0 0,0-1 0 0 0,0 1 0 0 0,-1 0 1 0 0,1-1-1 0 0,-1 1 0 0 0,1 0 0 0 0,-1-1 0 0 0,0 1 0 0 0,0 0 1 0 0,-1 5-1 0 0,0-3 3 0 0,0-1 1 0 0,0 0-1 0 0,-1 1 1 0 0,0-1-1 0 0,0 0 0 0 0,0 0 1 0 0,0 0-1 0 0,-1 0 1 0 0,-3 5-1 0 0,-6 3 65 0 0,0 0 0 0 0,0 0 0 0 0,-1-2 0 0 0,-20 14 0 0 0,31-22-97 0 0,-13 9 82 0 0,0-1 0 0 0,-1 0-1 0 0,0-1 1 0 0,-1-1 0 0 0,-20 8 0 0 0,37-16-94 0 0,0 0 1 0 0,0 0 0 0 0,0 0 0 0 0,0 0-1 0 0,0 0 1 0 0,-1 0 0 0 0,1 0 0 0 0,0 1-1 0 0,0-1 1 0 0,0 0 0 0 0,0 0 0 0 0,0 0 0 0 0,0 0-1 0 0,0 0 1 0 0,-1 0 0 0 0,1 0 0 0 0,0 0-1 0 0,0 0 1 0 0,0 0 0 0 0,0 0 0 0 0,0 0-1 0 0,0 0 1 0 0,0 0 0 0 0,-1 0 0 0 0,1 0-1 0 0,0 0 1 0 0,0 0 0 0 0,0 0 0 0 0,0 0 0 0 0,0 0-1 0 0,0 0 1 0 0,0 0 0 0 0,-1 0 0 0 0,1 0-1 0 0,0 0 1 0 0,0-1 0 0 0,0 1 0 0 0,0 0-1 0 0,0 0 1 0 0,0 0 0 0 0,0 0 0 0 0,0 0-1 0 0,0 0 1 0 0,-1 0 0 0 0,1 0 0 0 0,0 0-1 0 0,0-1 1 0 0,0 1 0 0 0,0 0 0 0 0,5-5-1040 0 0,2 1-3346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3.3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0 219 455 0 0,'5'-14'854'0'0,"1"1"-1"0"0,0 0 0 0 0,0 0 0 0 0,16-22 0 0 0,-13 20-319 0 0,-2 3 165 0 0,1 2 0 0 0,0-1 0 0 0,0 1 0 0 0,1 0 0 0 0,1 1 0 0 0,-1 0 0 0 0,17-12 0 0 0,-22 18-557 0 0,0 0 1 0 0,0 1 0 0 0,1-1-1 0 0,-1 1 1 0 0,1 0-1 0 0,-1 0 1 0 0,1 1-1 0 0,0-1 1 0 0,-1 1 0 0 0,1 0-1 0 0,0 0 1 0 0,0 1-1 0 0,0 0 1 0 0,0-1-1 0 0,0 1 1 0 0,0 1 0 0 0,0-1-1 0 0,0 1 1 0 0,0 0-1 0 0,-1 0 1 0 0,1 1-1 0 0,0-1 1 0 0,5 3 0 0 0,-7-2-143 0 0,0 0 0 0 0,-1-1 0 0 0,1 1 0 0 0,0 0 0 0 0,-1 0 0 0 0,0 1 0 0 0,1-1 0 0 0,-1 0 1 0 0,0 1-1 0 0,0-1 0 0 0,0 1 0 0 0,-1 0 0 0 0,3 3 0 0 0,-2 0 3 0 0,0-1 1 0 0,0 1-1 0 0,0 0 0 0 0,-1 0 1 0 0,0 0-1 0 0,1 10 0 0 0,-1-2 58 0 0,-1 0-1 0 0,-1 1 0 0 0,-1-1 1 0 0,0 0-1 0 0,-4 17 0 0 0,-5 2 144 0 0,0-1 1 0 0,-31 57-1 0 0,-1 2 295 0 0,36-74-441 0 0,1 1 0 0 0,1-1 0 0 0,-5 27 0 0 0,10-43-58 0 0,-1 0 0 0 0,1 0 0 0 0,0 0 0 0 0,0 0 0 0 0,0 0 0 0 0,0 0 0 0 0,0 0 0 0 0,0 0 0 0 0,0 0 0 0 0,0-1 0 0 0,0 1 0 0 0,0 0 0 0 0,0 0 0 0 0,1 0 0 0 0,-1 0 0 0 0,0 0 0 0 0,1 1 0 0 0,0-2 0 0 0,-1 0 0 0 0,0 0 0 0 0,1 0 0 0 0,-1 0 0 0 0,0 0 0 0 0,1 0 0 0 0,-1 0 0 0 0,1 0 0 0 0,-1 0 0 0 0,0 0 0 0 0,1 0 0 0 0,-1 0 0 0 0,0 0 0 0 0,1 0 0 0 0,-1 0 0 0 0,0-1 0 0 0,1 1 0 0 0,-1 0 0 0 0,0 0 0 0 0,1 0 0 0 0,-1-1 0 0 0,0 1 0 0 0,1 0 0 0 0,-1 0 0 0 0,0-1 0 0 0,0 1 0 0 0,1-1 0 0 0,3-3 0 0 0,0-1 0 0 0,0 0 0 0 0,6-10 0 0 0,20-39 11 0 0,-2-1 0 0 0,-2-1-1 0 0,-3-1 1 0 0,-3-1 0 0 0,13-60-1 0 0,-30 102-10 0 0,-1 7 0 0 0,0 0 0 0 0,0-1 0 0 0,0 1 0 0 0,2 0 0 0 0,5-14 0 0 0,-4 19 0 0 0,-4 10 0 0 0,-4 12 0 0 0,-13 16 0 0 0,-23 37 0 0 0,21-38 0 0 0,-25 55 0 0 0,39-77 0 0 0,1-1 0 0 0,0 0 0 0 0,0 1 0 0 0,1 0 0 0 0,0-1 0 0 0,1 1 0 0 0,0 0 0 0 0,1 0 0 0 0,0 0 0 0 0,2 11 0 0 0,-1-19 0 0 0,-1-1 0 0 0,1 1-1 0 0,-1 0 1 0 0,1-1 0 0 0,0 1 0 0 0,0-1-1 0 0,0 1 1 0 0,0-1 0 0 0,0 0-1 0 0,1 1 1 0 0,-1-1 0 0 0,1 0 0 0 0,0 0-1 0 0,-1 0 1 0 0,1 0 0 0 0,0 0-1 0 0,0 0 1 0 0,3 1 0 0 0,-2-1-1 0 0,0 0-1 0 0,1-1 1 0 0,-1 0 0 0 0,0 1 0 0 0,1-1-1 0 0,0-1 1 0 0,-1 1 0 0 0,1 0-1 0 0,-1-1 1 0 0,1 0 0 0 0,6 0 0 0 0,4-2-9 0 0,-1 0 1 0 0,1 0-1 0 0,-1-2 1 0 0,0 0-1 0 0,25-11 1 0 0,-5-1-4454 0 0,-18 7-493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3.55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41 175 1375 0 0,'-10'-3'50'0'0,"6"2"-36"0"0,0 0 1 0 0,1 0-1 0 0,-1 0 1 0 0,0-1-1 0 0,-4-1 0 0 0,8 3 4 0 0,0-1-1 0 0,-1 1 0 0 0,1 0 0 0 0,0 0 0 0 0,0 0 1 0 0,0 0-1 0 0,-1-1 0 0 0,1 1 0 0 0,0 0 0 0 0,0 0 1 0 0,0 0-1 0 0,0-1 0 0 0,0 1 0 0 0,-1 0 0 0 0,1 0 1 0 0,0-1-1 0 0,0 1 0 0 0,0 0 0 0 0,0-1 0 0 0,0 1 1 0 0,0 0-1 0 0,0 0 0 0 0,0-1 0 0 0,0 1 0 0 0,0 0 1 0 0,0 0-1 0 0,0-1 0 0 0,0 1 0 0 0,0 0 0 0 0,0 0 1 0 0,0-1-1 0 0,7-8 1228 0 0,12-4 903 0 0,4 2-1457 0 0,0 1 0 0 0,1 1-1 0 0,45-10 1 0 0,-25 8-310 0 0,120-40 179 0 0,-96 31-1304 0 0,-63 19-2280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3.9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 64 455 0 0,'-10'-26'2950'0'0,"8"19"-1544"0"0,-1 0 1 0 0,0 1 0 0 0,-6-11-1 0 0,15 21 3055 0 0,11 11-3466 0 0,-13-9-890 0 0,1 0 0 0 0,-1 0 0 0 0,0 1-1 0 0,0-1 1 0 0,-1 1 0 0 0,0 0 0 0 0,0 0-1 0 0,-1 0 1 0 0,0 0 0 0 0,0 0 0 0 0,0 1-1 0 0,-1-1 1 0 0,0 0 0 0 0,-1 1 0 0 0,0-1-1 0 0,0 1 1 0 0,0-1 0 0 0,-1 1 0 0 0,0-1-1 0 0,-1 0 1 0 0,1 1 0 0 0,-1-1 0 0 0,-1 0 0 0 0,1 0-1 0 0,-1 0 1 0 0,-1-1 0 0 0,-7 14 0 0 0,-4-1 115 0 0,-5 8-43 0 0,19-25-191 0 0,0-1 0 0 0,0 1 0 0 0,0 0 0 0 0,0 0 0 0 0,1-1 0 0 0,-1 1 0 0 0,1 0 0 0 0,-1 0 0 0 0,1 0 1 0 0,0 0-1 0 0,0 0 0 0 0,0-1 0 0 0,0 1 0 0 0,0 3 0 0 0,2 3-76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09.5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241 273 2759 0 0,'1'-5'283'0'0,"0"-1"0"0"0,0 1 0 0 0,0 0-1 0 0,1 1 1 0 0,3-9 0 0 0,1-2 303 0 0,-5 10-366 0 0,3-5 506 0 0,-1 0 1 0 0,0-1-1 0 0,0 1 1 0 0,-1-1-1 0 0,-1 1 1 0 0,0-1-1 0 0,0-15 1 0 0,-1 26-711 0 0,0-1 1 0 0,0 1-1 0 0,0 0 0 0 0,0-1 0 0 0,0 1 1 0 0,0 0-1 0 0,0 0 0 0 0,-1-1 0 0 0,1 1 1 0 0,0 0-1 0 0,0-1 0 0 0,0 1 0 0 0,0 0 1 0 0,0 0-1 0 0,0-1 0 0 0,-1 1 1 0 0,1 0-1 0 0,0 0 0 0 0,0 0 0 0 0,0-1 1 0 0,0 1-1 0 0,-1 0 0 0 0,1 0 0 0 0,0 0 1 0 0,0-1-1 0 0,-1 1 0 0 0,1 0 0 0 0,0 0 1 0 0,0 0-1 0 0,-1 0 0 0 0,1 0 1 0 0,0 0-1 0 0,-1 0 0 0 0,1 0 0 0 0,0-1 1 0 0,-11 7 850 0 0,-6 12 261 0 0,-34 52-1050 0 0,14-21 142 0 0,3 1-1 0 0,-29 57 1 0 0,55-92-181 0 0,1 1 1 0 0,0 0-1 0 0,1 1 1 0 0,1 0-1 0 0,0-1 1 0 0,2 2-1 0 0,0-1 1 0 0,1 0-1 0 0,0 1 1 0 0,2-1-1 0 0,2 31 1 0 0,-1-37-29 0 0,2-1 0 0 0,-1 0 0 0 0,1 0 0 0 0,1 0 0 0 0,-1 0 0 0 0,2-1 0 0 0,-1 1 0 0 0,2-1 0 0 0,-1 0 1 0 0,14 16-1 0 0,-16-21 20 0 0,1 0 1 0 0,0 0-1 0 0,0 0 0 0 0,0-1 1 0 0,1 1-1 0 0,-1-1 1 0 0,1 0-1 0 0,0 0 1 0 0,-1 0-1 0 0,1-1 1 0 0,1 0-1 0 0,-1 0 1 0 0,0 0-1 0 0,0-1 1 0 0,1 0-1 0 0,-1 1 0 0 0,1-2 1 0 0,-1 1-1 0 0,1-1 1 0 0,-1 0-1 0 0,1 0 1 0 0,7-1-1 0 0,-9 0 31 0 0,0-1 0 0 0,0 1 0 0 0,0-1 0 0 0,0 0 0 0 0,0 1 0 0 0,0-2 0 0 0,-1 1-1 0 0,1 0 1 0 0,-1-1 0 0 0,1 0 0 0 0,-1 0 0 0 0,0 0 0 0 0,0 0 0 0 0,0 0 0 0 0,0 0 0 0 0,-1-1 0 0 0,4-5 0 0 0,3-8 155 0 0,-1 0 1 0 0,11-31-1 0 0,-11 26-146 0 0,62-182 145 0 0,-57 154-170 0 0,-2-1 0 0 0,5-60 0 0 0,-15 94 15 0 0,-1 1 0 0 0,0-1 0 0 0,-1 1-1 0 0,0-1 1 0 0,-6-21 0 0 0,5 31-44 0 0,0-1 0 0 0,0 1-1 0 0,-1 0 1 0 0,1 0 0 0 0,-2 0 0 0 0,1 0 0 0 0,-1 1-1 0 0,0 0 1 0 0,0-1 0 0 0,-1 1 0 0 0,0 1 0 0 0,0-1-1 0 0,-11-9 1 0 0,13 13-18 0 0,0 0 1 0 0,-1 0-1 0 0,1 0 0 0 0,0 0 0 0 0,-1 1 0 0 0,1-1 1 0 0,-1 1-1 0 0,1 0 0 0 0,-1 0 0 0 0,0 1 0 0 0,1-1 1 0 0,-1 1-1 0 0,-6 0 0 0 0,4 0-2 0 0,0 1 0 0 0,0 0 1 0 0,1 0-1 0 0,-1 1 0 0 0,0-1 0 0 0,1 1 1 0 0,-1 1-1 0 0,-4 2 0 0 0,-6 4-4 0 0,2 1 0 0 0,-1 0 0 0 0,1 1-1 0 0,-22 23 1 0 0,22-19 4 0 0,0 1-1 0 0,1 0 1 0 0,1 1-1 0 0,0 0 0 0 0,2 1 1 0 0,0 0-1 0 0,0 1 1 0 0,-6 20-1 0 0,12-28 2 0 0,0 1 0 0 0,1 0 0 0 0,0 0 0 0 0,1 0 0 0 0,1 1-1 0 0,-1-1 1 0 0,2 0 0 0 0,0 1 0 0 0,0-1 0 0 0,1 0 0 0 0,1 1 0 0 0,0-1-1 0 0,1 0 1 0 0,7 21 0 0 0,-8-29 21 0 0,-1 0-1 0 0,1 0 1 0 0,0-1-1 0 0,0 1 1 0 0,1-1-1 0 0,-1 1 1 0 0,1-1-1 0 0,0 0 1 0 0,0 0-1 0 0,0 0 1 0 0,0 0-1 0 0,0 0 1 0 0,1-1-1 0 0,-1 1 1 0 0,1-1-1 0 0,0 0 1 0 0,-1 0-1 0 0,1-1 1 0 0,7 3-1 0 0,-5-3 17 0 0,-1 0 0 0 0,1 0-1 0 0,0-1 1 0 0,-1 1 0 0 0,1-1-1 0 0,0-1 1 0 0,0 1 0 0 0,-1-1 0 0 0,1 0-1 0 0,0 0 1 0 0,-1-1 0 0 0,1 0-1 0 0,9-4 1 0 0,16-10 739 0 0,0 0-1 0 0,48-36 0 0 0,-75 48-488 0 0,-10 5-2159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10.7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0 224 3223 0 0,'1'-9'731'0'0,"0"1"0"0"0,0 0 0 0 0,0 0 0 0 0,1-1 0 0 0,1 1 0 0 0,0 0-1 0 0,0 1 1 0 0,0-1 0 0 0,7-11 0 0 0,-3 7-376 0 0,1 0 1 0 0,0 1-1 0 0,1 0 0 0 0,20-19 1 0 0,-26 27-341 0 0,0 0 0 0 0,0 1 0 0 0,0-1 0 0 0,0 1 0 0 0,1-1 0 0 0,6-2 0 0 0,-9 5-14 0 0,0 0 1 0 0,-1-1-1 0 0,1 1 0 0 0,0 0 0 0 0,0 0 1 0 0,0 0-1 0 0,0 0 0 0 0,0 0 1 0 0,-1 0-1 0 0,1 0 0 0 0,0 0 1 0 0,0 1-1 0 0,0-1 0 0 0,0 0 0 0 0,-1 0 1 0 0,1 1-1 0 0,0-1 0 0 0,0 0 1 0 0,-1 1-1 0 0,1-1 0 0 0,0 1 1 0 0,0-1-1 0 0,-1 1 0 0 0,1-1 0 0 0,-1 1 1 0 0,1-1-1 0 0,0 1 0 0 0,-1 0 1 0 0,1-1-1 0 0,-1 1 0 0 0,1 0 1 0 0,-1 0-1 0 0,0-1 0 0 0,1 1 0 0 0,-1 0 1 0 0,0 0-1 0 0,1 1 0 0 0,2 6-1 0 0,-1 1 0 0 0,3 13 0 0 0,-4-15 0 0 0,0 0 0 0 0,0 0 0 0 0,1 0 0 0 0,0-1 0 0 0,6 13 0 0 0,-7-18 0 0 0,0 1 0 0 0,0-1 0 0 0,1 1 0 0 0,-1-1 0 0 0,0 1 0 0 0,1-1 0 0 0,-1 0 0 0 0,1 1 0 0 0,-1-1 0 0 0,1 0 0 0 0,0 0 0 0 0,-1 0 0 0 0,1 0 0 0 0,0 0 0 0 0,0-1 0 0 0,-1 1 0 0 0,1-1 0 0 0,0 1 0 0 0,0-1 0 0 0,0 1 0 0 0,0-1 0 0 0,0 0 0 0 0,0 0 0 0 0,0 0 0 0 0,3-1 0 0 0,3 1 0 0 0,0-2-1 0 0,-1 1 1 0 0,1-1-1 0 0,0 0 1 0 0,-1-1-1 0 0,1 0 1 0 0,-1 0 0 0 0,0-1-1 0 0,1 1 1 0 0,-2-2-1 0 0,13-8 1 0 0,-5 1 14 0 0,0-1 0 0 0,-1 0-1 0 0,-1-1 1 0 0,11-15 0 0 0,-21 26-14 0 0,0 1 0 0 0,0-1 0 0 0,0 1 0 0 0,0-1 0 0 0,1 1 0 0 0,-1 0 0 0 0,1 0 0 0 0,2-2 0 0 0,-4 4 0 0 0,0 0 0 0 0,-1-1 0 0 0,1 1 0 0 0,-1 0 0 0 0,1 0 0 0 0,-1 0 0 0 0,1 0 0 0 0,-1 0 0 0 0,1 0 0 0 0,0 0 0 0 0,-1 0 0 0 0,1 0 0 0 0,-1 0 0 0 0,1 0 0 0 0,-1 0 0 0 0,1 0 0 0 0,0 0 0 0 0,-1 0 0 0 0,2 1 0 0 0,-1 0 0 0 0,0-1 0 0 0,-1 1 0 0 0,1 0 0 0 0,0 0 0 0 0,0-1 0 0 0,0 1 0 0 0,-1 0 0 0 0,1 0 0 0 0,0 0 0 0 0,-1 0 0 0 0,1 0 0 0 0,-1 0 0 0 0,1 2 0 0 0,1 0 11 0 0,-1-1-1 0 0,0 1 1 0 0,0-1-1 0 0,1 1 0 0 0,0-1 1 0 0,-1 0-1 0 0,1 1 1 0 0,0-1-1 0 0,0 0 0 0 0,0 0 1 0 0,1 0-1 0 0,-1 0 1 0 0,0-1-1 0 0,1 1 0 0 0,-1-1 1 0 0,1 1-1 0 0,2 0 1 0 0,0 0 26 0 0,-1-1 1 0 0,0 0 0 0 0,1-1 0 0 0,-1 1 0 0 0,1-1-1 0 0,-1 0 1 0 0,0 0 0 0 0,1 0 0 0 0,-1 0-1 0 0,6-2 1 0 0,8-3 89 0 0,-1 0 0 0 0,1-1 1 0 0,-1-1-1 0 0,20-11 0 0 0,-34 16-126 0 0,14-7-1 0 0,10-7 0 0 0,-25 16 0 0 0,-1-1 0 0 0,1 0 0 0 0,0 0 0 0 0,0 1 0 0 0,0-1 0 0 0,0 1 0 0 0,0 0 0 0 0,0-1 0 0 0,-1 1 0 0 0,1 0 0 0 0,4 0 0 0 0,-5 1 2 0 0,1 0 1 0 0,-1-1-1 0 0,1 1 0 0 0,-1 0 0 0 0,1 0 0 0 0,-1 0 0 0 0,1 0 1 0 0,-1 0-1 0 0,0 1 0 0 0,1-1 0 0 0,-1 0 0 0 0,0 1 0 0 0,0-1 1 0 0,0 0-1 0 0,1 3 0 0 0,-1-2 2 0 0,0 0 1 0 0,1-1-1 0 0,-1 1 1 0 0,1 0-1 0 0,-1-1 1 0 0,1 1-1 0 0,0-1 0 0 0,3 3 1 0 0,-3-3-1 0 0,1 0 0 0 0,0 0 1 0 0,0 0-1 0 0,0-1 0 0 0,-1 1 0 0 0,1-1 1 0 0,0 0-1 0 0,0 1 0 0 0,0-1 0 0 0,0-1 1 0 0,0 1-1 0 0,0 0 0 0 0,3-2 0 0 0,6-1-12 0 0,20-8 0 0 0,-20 6 4 0 0,-3 1-274 0 0,-8 2 58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11.0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 28 5063 0 0,'-2'-2'83'0'0,"1"2"-55"0"0,0-1 0 0 0,0 0 0 0 0,0 0 0 0 0,0 0 0 0 0,0 0-1 0 0,1 0 1 0 0,-1 0 0 0 0,0 0 0 0 0,0 0 0 0 0,1-1 0 0 0,-1 1 0 0 0,1 0 0 0 0,-1 0 0 0 0,1-1 0 0 0,-1-1 0 0 0,2 3 40 0 0,-1-1 0 0 0,0 1 1 0 0,0 0-1 0 0,0-1 0 0 0,1 1 0 0 0,-1 0 1 0 0,0-1-1 0 0,1 1 0 0 0,-1-1 0 0 0,0 1 1 0 0,1 0-1 0 0,-1 0 0 0 0,1-1 0 0 0,-1 1 1 0 0,0 0-1 0 0,1 0 0 0 0,-1-1 0 0 0,1 1 1 0 0,-1 0-1 0 0,1 0 0 0 0,-1 0 0 0 0,1 0 1 0 0,-1 0-1 0 0,0 0 0 0 0,1 0 0 0 0,-1 0 1 0 0,1 0-1 0 0,-1 0 0 0 0,2 0 1 0 0,15 0 1664 0 0,-16 0-1646 0 0,24 3 990 0 0,1 0 0 0 0,0 2 0 0 0,42 13 1 0 0,-53-13-969 0 0,0 1 1 0 0,-1 1 0 0 0,0 0-1 0 0,0 0 1 0 0,0 2 0 0 0,-1 0 0 0 0,17 14-1 0 0,-27-20-82 0 0,0 0-1 0 0,0 0 1 0 0,-1 0-1 0 0,1 0 0 0 0,-1 1 1 0 0,1-1-1 0 0,-1 1 1 0 0,0-1-1 0 0,0 1 1 0 0,-1 0-1 0 0,1 0 1 0 0,1 7-1 0 0,-3-9 1 0 0,1 1 0 0 0,-1 0-1 0 0,0-1 1 0 0,0 1 0 0 0,0 0-1 0 0,-1-1 1 0 0,1 1 0 0 0,-1 0 0 0 0,1-1-1 0 0,-1 1 1 0 0,0-1 0 0 0,0 1 0 0 0,0-1-1 0 0,0 0 1 0 0,-1 1 0 0 0,1-1 0 0 0,-1 0-1 0 0,1 0 1 0 0,-1 0 0 0 0,-3 4 0 0 0,-10 6 82 0 0,0 0 1 0 0,0-1-1 0 0,-1-1 1 0 0,0 0-1 0 0,-32 13 1 0 0,21-10-223 0 0,-29 19-1 0 0,48-26-158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11.9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291 254 6911 0 0,'0'-8'124'0'0,"-1"-1"0"0"0,1 1 0 0 0,-1 0-1 0 0,-1-1 1 0 0,-3-13 0 0 0,4 20-32 0 0,1 1 0 0 0,0 0 0 0 0,-1-1 0 0 0,0 1 0 0 0,1 0 0 0 0,-1-1 0 0 0,0 1 0 0 0,1 0 0 0 0,-1 0 1 0 0,0 0-1 0 0,0 0 0 0 0,0 0 0 0 0,0 0 0 0 0,0 0 0 0 0,0 0 0 0 0,-1 0 0 0 0,1 0 0 0 0,0 0 0 0 0,0 1 0 0 0,-1-1 0 0 0,1 0 0 0 0,0 1 0 0 0,-1-1 0 0 0,1 1 1 0 0,0 0-1 0 0,-1-1 0 0 0,1 1 0 0 0,-1 0 0 0 0,1 0 0 0 0,0 0 0 0 0,-1 0 0 0 0,1 0 0 0 0,-1 0 0 0 0,1 0 0 0 0,-1 1 0 0 0,1-1 0 0 0,0 0 0 0 0,-1 1 0 0 0,1-1 1 0 0,0 1-1 0 0,-3 1 0 0 0,-4 2 43 0 0,1 0 0 0 0,0 1 1 0 0,-1 0-1 0 0,2 0 1 0 0,-1 1-1 0 0,0 0 0 0 0,1 0 1 0 0,-9 12-1 0 0,-39 61 315 0 0,53-77-437 0 0,-15 24 161 0 0,1 1 1 0 0,2 1 0 0 0,1 1-1 0 0,0-1 1 0 0,3 2-1 0 0,0 0 1 0 0,2 0-1 0 0,-5 41 1 0 0,12-60-131 0 0,-1 1 1 0 0,2-1 0 0 0,0 1 0 0 0,0 0 0 0 0,1-1-1 0 0,0 1 1 0 0,1-1 0 0 0,0 0 0 0 0,1 0 0 0 0,0 0-1 0 0,1-1 1 0 0,8 14 0 0 0,-10-19-34 0 0,1 1 1 0 0,0 0-1 0 0,1-1 1 0 0,-1 0-1 0 0,1 0 0 0 0,0 0 1 0 0,0-1-1 0 0,0 1 1 0 0,1-1-1 0 0,0 0 0 0 0,0-1 1 0 0,0 0-1 0 0,0 1 1 0 0,0-2-1 0 0,0 1 0 0 0,1-1 1 0 0,0 0-1 0 0,-1 0 1 0 0,1-1-1 0 0,0 0 1 0 0,13 0-1 0 0,-11-1 40 0 0,-1-1 0 0 0,0 1 1 0 0,1-2-1 0 0,-1 1 0 0 0,0-1 0 0 0,0-1 0 0 0,0 1 0 0 0,0-1 1 0 0,0-1-1 0 0,-1 0 0 0 0,8-4 0 0 0,-5 1 25 0 0,-1 0 0 0 0,1-1 0 0 0,-1 0 0 0 0,-1 0 0 0 0,1-1-1 0 0,-1 0 1 0 0,7-11 0 0 0,-4 3 43 0 0,-1-1 0 0 0,0 0 0 0 0,-1-1 1 0 0,-1 0-1 0 0,-1 0 0 0 0,-1 0 0 0 0,0-1 0 0 0,4-37 0 0 0,-7 26-69 0 0,-2 0 0 0 0,-1 1 0 0 0,-1-1 0 0 0,-8-47 0 0 0,-2 23 92 0 0,-29-85 0 0 0,37 128-127 0 0,-2 1 1 0 0,1-1 0 0 0,-2 1 0 0 0,0 0 0 0 0,0 0 0 0 0,-1 1 0 0 0,-9-12 0 0 0,13 19-15 0 0,1 0 0 0 0,-2 0 1 0 0,1 0-1 0 0,0 0 0 0 0,-1 0 1 0 0,1 1-1 0 0,-1 0 0 0 0,0-1 1 0 0,0 1-1 0 0,0 1 0 0 0,0-1 0 0 0,0 1 1 0 0,0-1-1 0 0,0 1 0 0 0,0 0 1 0 0,-1 1-1 0 0,1-1 0 0 0,0 1 1 0 0,-1 0-1 0 0,1 0 0 0 0,0 0 1 0 0,-1 0-1 0 0,-7 3 0 0 0,4-1-6 0 0,0 1 0 0 0,0 0-1 0 0,0 0 1 0 0,0 1 0 0 0,0 0-1 0 0,1 1 1 0 0,0-1 0 0 0,0 1-1 0 0,0 1 1 0 0,1-1 0 0 0,-7 8-1 0 0,4-3-3 0 0,0 1 0 0 0,1-1 0 0 0,0 1 0 0 0,1 1 0 0 0,0-1-1 0 0,-7 18 1 0 0,0 5 9 0 0,2 0 0 0 0,-8 43 0 0 0,15-57 0 0 0,2 1 0 0 0,0 0 0 0 0,2 0 0 0 0,0 1 0 0 0,3 23 0 0 0,-2-39 0 0 0,1-1 0 0 0,0 0 0 0 0,0 1 0 0 0,1-1 0 0 0,-1 0 0 0 0,1 0 0 0 0,0 0 0 0 0,0 0 0 0 0,1 0 0 0 0,0-1 0 0 0,-1 1 0 0 0,6 5 0 0 0,-6-7 0 0 0,1-1 0 0 0,0 1 0 0 0,1 0 0 0 0,-1-1 0 0 0,0 0 0 0 0,1 0 0 0 0,-1 0 0 0 0,1 0 0 0 0,-1 0 0 0 0,1-1 0 0 0,0 1 0 0 0,0-1 0 0 0,0 0 0 0 0,0-1 0 0 0,0 1 0 0 0,0-1 0 0 0,4 1 0 0 0,5-1 117 0 0,0-1 1 0 0,0 0-1 0 0,-1-1 0 0 0,1 0 0 0 0,0-1 0 0 0,20-7 0 0 0,71-36 1319 0 0,-25 10-876 0 0,-67 32-914 0 0,-11 4 373 0 0,-1 0 1 0 0,0 0-1 0 0,0 0 0 0 0,0 0 0 0 0,0 0 1 0 0,0 0-1 0 0,0 0 0 0 0,1 0 0 0 0,-1 0 1 0 0,0 0-1 0 0,0 0 0 0 0,0 0 0 0 0,0 1 1 0 0,0-1-1 0 0,0 0 0 0 0,0 0 0 0 0,1 0 1 0 0,-1 0-1 0 0,0 0 0 0 0,0 0 0 0 0,0 0 1 0 0,0 0-1 0 0,0 0 0 0 0,0 0 0 0 0,0 0 1 0 0,0 1-1 0 0,0-1 0 0 0,0 0 0 0 0,0 0 1 0 0,1 0-1 0 0,-1 0 0 0 0,0 0 0 0 0,0 0 1 0 0,0 0-1 0 0,0 1 0 0 0,0-1 0 0 0,0 0 1 0 0,0 0-1 0 0,0 0 0 0 0,0 0 0 0 0,-8 17-2435 0 0,4-12-1489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12.3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113 33 3223 0 0,'-1'-4'159'0'0,"1"1"-112"0"0,-1 0 1 0 0,1 1-1 0 0,-1-1 1 0 0,1 1-1 0 0,-1-1 1 0 0,0 1-1 0 0,0-1 1 0 0,0 1-1 0 0,-3-4 1 0 0,3 7 194 0 0,0-1 1 0 0,-1 1-1 0 0,1 0 1 0 0,0-1 0 0 0,0 1-1 0 0,0 0 1 0 0,0 0-1 0 0,0 0 1 0 0,0 0-1 0 0,0 0 1 0 0,0 0-1 0 0,0 0 1 0 0,0 0-1 0 0,0 0 1 0 0,0 2-1 0 0,0-2-98 0 0,-2 4 371 0 0,0 0 1 0 0,0 1 0 0 0,0-1 0 0 0,1 1 0 0 0,0 0-1 0 0,0 0 1 0 0,0 0 0 0 0,-1 9 0 0 0,-2 53 1702 0 0,5-45-1750 0 0,-1-9-229 0 0,0 0 0 0 0,-5 20 1 0 0,5-29-162 0 0,0-1 1 0 0,-1 1-1 0 0,0 0 1 0 0,0-1 0 0 0,0 0-1 0 0,0 1 1 0 0,-1-1-1 0 0,0 0 1 0 0,0 0 0 0 0,-5 6-1 0 0,5-8-14 0 0,1 1 0 0 0,0 0 0 0 0,0 1 0 0 0,0-1 0 0 0,-3 6 0 0 0,2-2-64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14.1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26 169 2759 0 0,'-2'-1'209'0'0,"-1"1"0"0"0,1-1 0 0 0,0 0 0 0 0,0 1-1 0 0,-1-1 1 0 0,1 0 0 0 0,0-1 0 0 0,-4-1-1 0 0,6 2-133 0 0,0 1-1 0 0,0 0 0 0 0,0 0 0 0 0,0 0 1 0 0,-1-1-1 0 0,1 1 0 0 0,0 0 0 0 0,0 0 1 0 0,0-1-1 0 0,0 1 0 0 0,0 0 0 0 0,0 0 1 0 0,-1-1-1 0 0,1 1 0 0 0,0 0 0 0 0,0 0 1 0 0,0-1-1 0 0,0 1 0 0 0,0 0 0 0 0,0-1 1 0 0,0 1-1 0 0,0 0 0 0 0,0 0 0 0 0,0-1 1 0 0,0 1-1 0 0,1 0 0 0 0,-1 0 0 0 0,0-1 1 0 0,1 0 49 0 0,-1 0 1 0 0,1 0 0 0 0,0 1-1 0 0,-1-1 1 0 0,1 0 0 0 0,0 0-1 0 0,0 1 1 0 0,0-1-1 0 0,0 1 1 0 0,0-1 0 0 0,1 0-1 0 0,10-4 1165 0 0,-1 1-1 0 0,1 0 0 0 0,23-3 0 0 0,8-3 214 0 0,93-37 753 0 0,19-6-1473 0 0,-112 43-737 0 0,-40 10-42 0 0,0-1 0 0 0,0 1 0 0 0,0 0 0 0 0,0 0 0 0 0,0 0 0 0 0,0 0 0 0 0,-1 1 0 0 0,1-1 0 0 0,0 1 0 0 0,0 0 0 0 0,0 0 0 0 0,4 1 0 0 0,-1 4-1204 0 0,-2 1-4806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0:14.6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69 182 6447 0 0,'-16'-6'588'0'0,"-11"-3"-420"0"0,26 8-105 0 0,0 1 0 0 0,-1 0 1 0 0,1 0-1 0 0,-1 0 0 0 0,1 0 1 0 0,-1 0-1 0 0,1 1 0 0 0,-1-1 0 0 0,1 0 1 0 0,0 1-1 0 0,-1-1 0 0 0,1 1 1 0 0,0-1-1 0 0,-1 1 0 0 0,1-1 0 0 0,0 1 1 0 0,-2 1-1 0 0,4 1 1202 0 0,5-1-556 0 0,6 1 126 0 0,9-3-198 0 0,-1 0 1 0 0,0-1-1 0 0,0-1 0 0 0,0-1 0 0 0,0-1 0 0 0,21-7 0 0 0,115-45 742 0 0,-124 43-834 0 0,15-5-137 0 0,-12 5 328 0 0,59-31 0 0 0,-82 33-1979 0 0,-9 7-412 0 0,-9 6-777 0 0,1 2-3614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22.6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 4322 1839 0 0,'-4'-1'1293'0'0,"-7"0"-633"0"0,6 5 4331 0 0,4-2-4921 0 0,1 0-1 0 0,-1 0 0 0 0,1 0 1 0 0,0 0-1 0 0,0 0 1 0 0,0 0-1 0 0,0-1 0 0 0,0 1 1 0 0,0 0-1 0 0,0 0 0 0 0,1 0 1 0 0,-1 0-1 0 0,1 0 1 0 0,-1 0-1 0 0,1-1 0 0 0,0 1 1 0 0,0 0-1 0 0,0 0 1 0 0,0-1-1 0 0,0 1 0 0 0,0-1 1 0 0,0 1-1 0 0,0-1 0 0 0,1 1 1 0 0,-1-1-1 0 0,0 0 1 0 0,1 0-1 0 0,-1 1 0 0 0,1-1 1 0 0,2 1-1 0 0,5 3-5 0 0,0-1-1 0 0,0 0 1 0 0,1-1-1 0 0,-1 0 1 0 0,1 0 0 0 0,0-1-1 0 0,0 0 1 0 0,16 1-1 0 0,2 1 86 0 0,0 0 63 0 0,0-2-1 0 0,1-1 1 0 0,-1 0 0 0 0,0-3-1 0 0,0 0 1 0 0,0-2-1 0 0,0 0 1 0 0,36-12-1 0 0,26-9 103 0 0,98-30 76 0 0,-86 15-170 0 0,-1-5 0 0 0,-3-3 0 0 0,99-66 0 0 0,93-75 340 0 0,-244 156-446 0 0,-1-1-1 0 0,-1-3 0 0 0,44-49 1 0 0,99-141 160 0 0,-156 186-212 0 0,181-254 359 0 0,-17-13-90 0 0,211-467-1 0 0,-309 567-279 0 0,101-201 90 0 0,75-64 105 0 0,-233 413-232 0 0,109-161 103 0 0,-98 151-78 0 0,67-68 1 0 0,-81 100-40 0 0,3 2 0 0 0,1 1 0 0 0,1 3 0 0 0,49-29 0 0 0,96-47 0 0 0,-145 87 0 0 0,1 3 0 0 0,72-23 0 0 0,-27 20 2 0 0,0 4-1 0 0,1 4 1 0 0,0 3-1 0 0,1 5 1 0 0,0 3-1 0 0,160 18 1 0 0,-214-11 15 0 0,0 2 0 0 0,-1 1 0 0 0,1 2 0 0 0,-2 2 0 0 0,1 1 0 0 0,-2 1 0 0 0,0 2 0 0 0,-1 1 0 0 0,49 35 1 0 0,-29-15 34 0 0,195 142 257 0 0,-10 14-188 0 0,-92-58-51 0 0,-6 6 1 0 0,161 213-1 0 0,-37 31 186 0 0,-151-222-77 0 0,170 191-1 0 0,-46-62-92 0 0,-71-84-36 0 0,149 189-50 0 0,-277-349 0 0 0,4 3 0 0 0,66 63 0 0 0,39 34 1 0 0,26 24-3 0 0,-120-124 8 0 0,82 57 0 0 0,-64-60 12 0 0,1-4-1 0 0,137 59 1 0 0,-64-44-18 0 0,109 49 0 0 0,-190-75 0 0 0,111 34 0 0 0,-131-52 0 0 0,1-2 0 0 0,0-2 0 0 0,76 5 0 0 0,273-30 0 0 0,-282 8 0 0 0,-111 9-75 0 0,8 0 189 0 0,-1-1 0 0 0,0 1 0 0 0,0 1 0 0 0,8 0 0 0 0,-13 0-208 0 0,0-1-1 0 0,0 1 0 0 0,0-1 0 0 0,0 1 0 0 0,0 0 0 0 0,-1 0 0 0 0,1 0 0 0 0,3 2 0 0 0,-4-3-229 0 0,0 1 1 0 0,0 0-1 0 0,-1 0 0 0 0,1 0 0 0 0,0 0 0 0 0,0 0 0 0 0,-1 0 0 0 0,1 0 0 0 0,0 0 0 0 0,-1 0 0 0 0,1 1 1 0 0,-1-1-1 0 0,0 0 0 0 0,1 0 0 0 0,-1 2 0 0 0,1 7-5847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2.8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98 11 455 0 0,'-1'-5'47'0'0,"1"5"7"0"0,0-1 0 0 0,0 1 1 0 0,0 0-1 0 0,0 0 0 0 0,0-1 1 0 0,0 1-1 0 0,0 0 0 0 0,0 0 1 0 0,0 0-1 0 0,0-1 0 0 0,0 1 1 0 0,0 0-1 0 0,0 0 0 0 0,-1 0 1 0 0,1-1-1 0 0,0 1 0 0 0,0 0 1 0 0,0 0-1 0 0,0 0 0 0 0,0 0 1 0 0,-1-1-1 0 0,1 1 0 0 0,0 0 1 0 0,0 0-1 0 0,0 0 0 0 0,0 0 1 0 0,-1 0-1 0 0,1 0 0 0 0,0-1 1 0 0,0 1-1 0 0,0 0 0 0 0,-1 0 1 0 0,1 0-1 0 0,0 0 0 0 0,0 0 1 0 0,0 0-1 0 0,-1 0 0 0 0,1 0 0 0 0,0 0 1 0 0,-1 0 868 0 0,1 3-879 0 0,-1-1 0 0 0,1 0 0 0 0,-1 1 0 0 0,1-1 0 0 0,-1 0 1 0 0,0 1-1 0 0,-2 2 0 0 0,-3 14 220 0 0,-1 19 178 0 0,0 6-119 0 0,-23 74 0 0 0,23-99-266 0 0,-14 49 0 0 0,19-60-41 0 0,1-1 0 0 0,0 1-1 0 0,0-1 1 0 0,0 1 0 0 0,1-1 0 0 0,1 1 0 0 0,0 9-1 0 0,-1-17-80 0 0,1 1 0 0 0,-1 0 0 0 0,0 0 0 0 0,1 0 0 0 0,-1 0 0 0 0,0-1 0 0 0,1 1 0 0 0,-1 0 0 0 0,1 0 0 0 0,-1 0 0 0 0,1-1 0 0 0,0 1 0 0 0,-1 0 0 0 0,1-1 0 0 0,-1 1 0 0 0,1-1 0 0 0,0 1 0 0 0,0-1 0 0 0,-1 1 0 0 0,1-1 0 0 0,0 1 0 0 0,0-1 0 0 0,0 0 0 0 0,0 1 0 0 0,0-1 0 0 0,-1 0 0 0 0,1 0 0 0 0,0 0 0 0 0,0 0 0 0 0,0 0 0 0 0,0 0 0 0 0,0 0 0 0 0,0 0 0 0 0,0 0 0 0 0,-1 0 0 0 0,1 0 0 0 0,0 0 0 0 0,0-1 0 0 0,0 1 0 0 0,0 0 0 0 0,0-1 0 0 0,-1 1 0 0 0,1 0 0 0 0,0-1 0 0 0,0 1 0 0 0,-1-1 0 0 0,1 0 0 0 0,0 1 0 0 0,-1-1 0 0 0,1 1 0 0 0,0-2 0 0 0,4-6 37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3.0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40 2015 0 0,'-1'-2'1'0'0,"-1"-2"319"0"0,-1 0 0 0 0,0 0 0 0 0,0 0 0 0 0,0 0 0 0 0,0 1 0 0 0,-1-1 0 0 0,1 1-1 0 0,-6-4 1 0 0,33 32 1321 0 0,-15-15-1419 0 0,18 21-102 0 0,-1 1-1 0 0,-2 2 1 0 0,-2 0 0 0 0,0 2-1 0 0,-3 0 1 0 0,19 49-1 0 0,-27-59-219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3.6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186 4 919 0 0,'-1'-1'40'0'0,"1"1"-1"0"0,-1-1 0 0 0,0 1 0 0 0,0 0 0 0 0,0-1 0 0 0,0 1 1 0 0,1 0-1 0 0,-1 0 0 0 0,0 0 0 0 0,0 0 0 0 0,0 0 0 0 0,0 0 1 0 0,0 0-1 0 0,0 0 0 0 0,0 0 0 0 0,1 0 0 0 0,-1 0 0 0 0,0 0 1 0 0,0 1-1 0 0,-1-1 0 0 0,-1 2 79 0 0,0-1 0 0 0,1 0 0 0 0,-1 1 1 0 0,1 0-1 0 0,-1 0 0 0 0,-2 2 0 0 0,-1 2 101 0 0,1-1-1 0 0,1 1 1 0 0,-1-1-1 0 0,-7 13 1 0 0,4 1-167 0 0,1-1-1 0 0,0 1 0 0 0,-5 25 1 0 0,-11 32-73 0 0,12-49 22 0 0,-26 61-2746 0 0,30-78 2741 0 0,5-11 64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3.9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46 455 0 0,'-13'-22'610'0'0,"13"21"-458"0"0,-1 0 0 0 0,1 0-1 0 0,-1 1 1 0 0,1-1-1 0 0,0 0 1 0 0,0 0-1 0 0,-1 0 1 0 0,1 0 0 0 0,0 0-1 0 0,0 0 1 0 0,0 0-1 0 0,0 0 1 0 0,0 0 0 0 0,0 0-1 0 0,0 0 1 0 0,0 1-1 0 0,0-1 1 0 0,0 0 0 0 0,0 0-1 0 0,1 0 1 0 0,-1 0-1 0 0,0 0 1 0 0,2-1-1 0 0,-2 2-123 0 0,0-1 0 0 0,1 1 0 0 0,-1 0 0 0 0,0 0 0 0 0,1 0 0 0 0,-1 0 0 0 0,1 0 0 0 0,-1 0 0 0 0,0 0 0 0 0,1 0-1 0 0,-1 0 1 0 0,0 0 0 0 0,1 1 0 0 0,-1-1 0 0 0,0 0 0 0 0,1 0 0 0 0,-1 0 0 0 0,0 0 0 0 0,1 0 0 0 0,-1 1-1 0 0,0-1 1 0 0,1 0 0 0 0,-1 0 0 0 0,0 1 0 0 0,0-1 0 0 0,1 0 0 0 0,-1 0 0 0 0,0 1 0 0 0,0-1 0 0 0,1 1 0 0 0,9 11 156 0 0,-8-10-139 0 0,48 62 197 0 0,-31-37-226 0 0,1-2-1 0 0,26 25 1 0 0,-44-48-17 0 0,12 11-451 0 0,21 26 1 0 0,-32-35 373 0 0,1 1 0 0 0,-1-1 1 0 0,0 1-1 0 0,-1 0 0 0 0,1 0 0 0 0,-1 0 0 0 0,0 1 1 0 0,0-1-1 0 0,-1 0 0 0 0,2 9 0 0 0,-3 0 78 0 0,-4-2 0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4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3 271 2759 0 0,'-1'-2'11'0'0,"1"1"-1"0"0,0 0 0 0 0,-1 0 0 0 0,1-1 0 0 0,0 1 0 0 0,0-1 0 0 0,0 1 0 0 0,0 0 0 0 0,0-1 0 0 0,0 1 0 0 0,0 0 0 0 0,1-1 0 0 0,-1 1 0 0 0,0 0 1 0 0,1-1-1 0 0,-1 1 0 0 0,1 0 0 0 0,-1 0 0 0 0,1 0 0 0 0,0-1 0 0 0,0 1 0 0 0,-1 0 0 0 0,1 0 0 0 0,0 0 0 0 0,0 0 0 0 0,2-1 0 0 0,114-108 478 0 0,-90 87-332 0 0,1 2-1 0 0,50-29 1 0 0,-31 29-223 0 0,-26 11 67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4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54 2303 0 0,'4'-17'103'0'0,"3"-9"18"0"0,-7 25-90 0 0,0 0-1 0 0,0 1 0 0 0,0-1 0 0 0,1 1 0 0 0,-1-1 1 0 0,0 0-1 0 0,1 1 0 0 0,-1-1 0 0 0,0 1 0 0 0,1-1 1 0 0,-1 1-1 0 0,1-1 0 0 0,-1 1 0 0 0,1 0 0 0 0,-1-1 1 0 0,1 1-1 0 0,0-1 0 0 0,1 9 1170 0 0,-5 19 592 0 0,-9 11-1679 0 0,-1-1-1 0 0,-34 64 1 0 0,10-24-220 0 0,20-38 0 0 0,4-14-211 0 0,-14 46 0 0 0,28-70-29 0 0,1-6-308 0 0,5-9-263 0 0,7-34 918 0 0,-8 27 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4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12 2303 0 0,'-6'-4'145'0'0,"5"3"-155"0"0,-1 0-1 0 0,1 0 1 0 0,0 1 0 0 0,0-1 0 0 0,0 0 0 0 0,-1 1-1 0 0,1-1 1 0 0,0 1 0 0 0,-1-1 0 0 0,-2 0-1 0 0,4 1 89 0 0,0 1-1 0 0,0-1 0 0 0,-1 0 0 0 0,1 1 1 0 0,0-1-1 0 0,0 0 0 0 0,0 1 1 0 0,0-1-1 0 0,0 1 0 0 0,0-1 0 0 0,-1 0 1 0 0,1 1-1 0 0,0-1 0 0 0,0 0 0 0 0,0 1 1 0 0,0-1-1 0 0,0 1 0 0 0,0-1 0 0 0,0 0 1 0 0,1 1-1 0 0,-1-1 0 0 0,0 0 0 0 0,0 1 1 0 0,0-1-1 0 0,0 1 0 0 0,3 11 169 0 0,0-4-229 0 0,0 0 0 0 0,1-1-1 0 0,-1 1 1 0 0,2-1 0 0 0,-1 0 0 0 0,1 0 0 0 0,10 12-1 0 0,47 41 166 0 0,-42-42-136 0 0,22 24 1 0 0,-36-35-292 0 0,1 1-1 0 0,-2 0 1 0 0,1 0-1 0 0,7 16 1 0 0,-12-22 169 0 0,0 1 1 0 0,0 0-1 0 0,0-1 1 0 0,0 1-1 0 0,-1 0 1 0 0,1-1-1 0 0,-1 1 1 0 0,0 0-1 0 0,0-1 0 0 0,0 1 1 0 0,0 0-1 0 0,0 0 1 0 0,0-1-1 0 0,-1 1 1 0 0,1 0-1 0 0,-1-1 1 0 0,0 1-1 0 0,0-1 1 0 0,0 1-1 0 0,0-1 1 0 0,-3 5-1 0 0,3-5 17 0 0,0 0 0 0 0,0-1 0 0 0,0 1 0 0 0,-1 0 0 0 0,1-1 0 0 0,0 1 0 0 0,-1-1 0 0 0,1 0 0 0 0,-1 1 0 0 0,1-1-1 0 0,-1 0 1 0 0,0 0 0 0 0,0 0 0 0 0,1 0 0 0 0,-1 0 0 0 0,-3 1 0 0 0,-3-3 112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4.9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37 203 455 0 0,'-9'-8'1'0'0,"-13"-8"30"0"0,21 15 17 0 0,1 1 0 0 0,-1-1 0 0 0,1 1 0 0 0,0-1 0 0 0,-1 0-1 0 0,1 1 1 0 0,-1-1 0 0 0,1 0 0 0 0,0 1 0 0 0,0-1-1 0 0,-1 0 1 0 0,1 1 0 0 0,0-1 0 0 0,0 0 0 0 0,0 0-1 0 0,0 1 1 0 0,0-1 0 0 0,0 0 0 0 0,0 0 0 0 0,0 0 0 0 0,2-18 943 0 0,0 14-876 0 0,-1-1-1 0 0,1 1 1 0 0,0 0-1 0 0,1 0 1 0 0,-1 0-1 0 0,1 0 1 0 0,0 0-1 0 0,1 0 1 0 0,-1 1-1 0 0,8-8 0 0 0,3-2 343 0 0,27-21-1 0 0,-34 30-601 0 0,0 0-1 0 0,0 1 1 0 0,0 0-1 0 0,12-5 1 0 0,-16 8 79 0 0,0 0 0 0 0,-1 0-1 0 0,1 0 1 0 0,0 0 0 0 0,0 1 0 0 0,0-1 0 0 0,0 1 0 0 0,0 0 0 0 0,-1 0 0 0 0,1 0 0 0 0,0 0 0 0 0,0 0-1 0 0,0 1 1 0 0,0-1 0 0 0,5 3 0 0 0,-2 1-597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5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56 3223 0 0,'-3'-55'-528'0'0,"3"55"688"0"0,-1 5 488 0 0,-76 454-556 0 0,75-454-80 0 0,-1-3-12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5.6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46 2303 0 0,'-33'-37'200'0'0,"21"29"572"0"0,9 8-230 0 0,5 6-272 0 0,1-1-250 0 0,1-1-1 0 0,0 1 0 0 0,0-1 1 0 0,0 0-1 0 0,1-1 0 0 0,4 4 0 0 0,4 4 9 0 0,228 224-268 0 0,-238-232 158 0 0,0 0 0 0 0,-1 0 0 0 0,1 1 0 0 0,-1-1 0 0 0,0 1 0 0 0,1 0 0 0 0,-2-1 0 0 0,1 1 0 0 0,0 0 0 0 0,-1 0 0 0 0,0 0 0 0 0,1 5-1 0 0,-2-8 80 0 0,0-1 0 0 0,0 1-1 0 0,-1-1 1 0 0,1 1 0 0 0,0-1-1 0 0,-1 1 1 0 0,1-1 0 0 0,0 0-1 0 0,-1 1 1 0 0,1-1 0 0 0,-1 1-1 0 0,1-1 1 0 0,-1 0 0 0 0,1 1-1 0 0,-1-1 1 0 0,1 0 0 0 0,-1 0-1 0 0,1 1 1 0 0,-1-1 0 0 0,1 0 0 0 0,-1 0-1 0 0,0 0 1 0 0,1 0 0 0 0,-1 0-1 0 0,1 0 1 0 0,-1 1 0 0 0,0-1-1 0 0,1-1 1 0 0,-1 1 0 0 0,1 0-1 0 0,-1 0 1 0 0,0 0 0 0 0,1 0-1 0 0,-1-1 1 0 0,-22-3-22 0 0,14 0-42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5.7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2 184 1647 0 0,'-1'-5'144'0'0,"1"2"-144"0"0,0 2 0 0 0,1-1 0 0 0,1 1 352 0 0,-1-5 32 0 0,5-6 16 0 0,3-6 0 0 0,6-3-160 0 0,3-2-32 0 0,2 4-8 0 0,1-1 0 0 0,0 4-200 0 0,1 2 0 0 0,-1 4 0 0 0,-1 4 0 0 0,-1 3 0 0 0,-1 0 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6.1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174 0 1983 0 0,'-10'22'658'0'0,"6"-15"-593"0"0,-73 155 534 0 0,58-116-548 0 0,-22 77 0 0 0,41-120-51 0 0,-4 12 0 0 0,-1 0 0 0 0,-9 22 0 0 0,14-33-66 0 0,3-9 52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6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39 1839 0 0,'-9'-11'132'0'0,"-9"-14"-45"0"0,14 23 1202 0 0,2 7-808 0 0,-1 8-312 0 0,3 4-124 0 0,1 1 0 0 0,0-1-1 0 0,2 1 1 0 0,-1-1 0 0 0,9 27 0 0 0,-9-37-33 0 0,1 0 1 0 0,0 0-1 0 0,0 0 1 0 0,0-1-1 0 0,0 1 0 0 0,1-1 1 0 0,0 0-1 0 0,1 0 0 0 0,-1 0 1 0 0,1 0-1 0 0,10 8 0 0 0,-12-12-8 0 0,0 0 0 0 0,0 0-1 0 0,0 0 1 0 0,1 0-1 0 0,-1 0 1 0 0,0-1-1 0 0,1 1 1 0 0,0-1-1 0 0,-1 0 1 0 0,1 0 0 0 0,0 0-1 0 0,-1-1 1 0 0,1 1-1 0 0,0-1 1 0 0,0 0-1 0 0,0 0 1 0 0,-1 0 0 0 0,1-1-1 0 0,0 1 1 0 0,0-1-1 0 0,-1 0 1 0 0,1 0-1 0 0,-1 0 1 0 0,7-3-1 0 0,-2 0 3 0 0,0-1-1 0 0,0 0 0 0 0,-1 0 1 0 0,0-1-1 0 0,0 0 0 0 0,0 0 1 0 0,8-10-1 0 0,-11 12-75 0 0,0-1 1 0 0,0 0-1 0 0,-1 0 0 0 0,1 0 0 0 0,-1 0 1 0 0,-1 0-1 0 0,1-1 0 0 0,-1 1 0 0 0,0-1 1 0 0,0 0-1 0 0,-1 0 0 0 0,2-7 0 0 0,-3 11 26 0 0,0 0 0 0 0,-1 0 0 0 0,1 0 0 0 0,-1-1 0 0 0,1 1 0 0 0,-1 0 0 0 0,0 0 0 0 0,1 0 0 0 0,-1 0 0 0 0,0 0 0 0 0,0 0 0 0 0,-1 1-1 0 0,1-1 1 0 0,0 0 0 0 0,-1 0 0 0 0,1 1 0 0 0,-1-1 0 0 0,1 1 0 0 0,-1-1 0 0 0,0 1 0 0 0,0 0 0 0 0,1 0 0 0 0,-1 0 0 0 0,0 0 0 0 0,-4-2-1 0 0,-2 0-124 0 0,-1-1 0 0 0,1 1 0 0 0,-1 0 0 0 0,-15-2-1 0 0,12 3 249 0 0,0 1-1 0 0,0 1 0 0 0,0-1 0 0 0,1 2 0 0 0,-1 0 1 0 0,-14 2-1 0 0,21-2-23 0 0,0 1 0 0 0,0-1 0 0 0,0 1 0 0 0,1 0 0 0 0,-1 0 0 0 0,1 0 0 0 0,-8 5 0 0 0,10-5-32 0 0,0 0-1 0 0,0 0 0 0 0,0-1 1 0 0,0 2-1 0 0,0-1 0 0 0,1 0 1 0 0,-1 0-1 0 0,0 0 0 0 0,1 1 0 0 0,0-1 1 0 0,-1 1-1 0 0,1-1 0 0 0,0 1 1 0 0,-1 4-1 0 0,2-6 41 0 0,0 0-1 0 0,-1 0 1 0 0,1 0 0 0 0,0 1-1 0 0,0-1 1 0 0,0 0 0 0 0,0 0-1 0 0,0 0 1 0 0,0 0 0 0 0,0 0-1 0 0,0 1 1 0 0,1-1-1 0 0,-1 0 1 0 0,0 0 0 0 0,1 0-1 0 0,-1 0 1 0 0,1 0 0 0 0,-1 0-1 0 0,1 0 1 0 0,-1 0 0 0 0,2 2-1 0 0,0-2-5 0 0,-1 0 0 0 0,0 0 0 0 0,1 0 0 0 0,-1 0 1 0 0,1-1-1 0 0,-1 1 0 0 0,1 0 0 0 0,-1-1 0 0 0,1 1 0 0 0,-1-1 0 0 0,1 1 0 0 0,0-1 0 0 0,2 0 0 0 0,3 1 37 0 0,1-1 1 0 0,0-1 0 0 0,-1 1-1 0 0,1-1 1 0 0,9-3-1 0 0,57-13-65 0 0,-47 12-29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7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245 4 1839 0 0,'0'0'26'0'0,"0"0"0"0"0,0 0 0 0 0,-1-1 0 0 0,1 1 0 0 0,0 0 0 0 0,0 0 0 0 0,0 0 0 0 0,0-1 0 0 0,0 1 0 0 0,0 0 0 0 0,0 0-1 0 0,-1 0 1 0 0,1 0 0 0 0,0-1 0 0 0,0 1 0 0 0,0 0 0 0 0,0 0 0 0 0,0 0 0 0 0,-1 0 0 0 0,1 0 0 0 0,0 0 0 0 0,0 0-1 0 0,0 0 1 0 0,-1-1 0 0 0,1 1 0 0 0,0 0 0 0 0,0 0 0 0 0,0 0 0 0 0,-1 0 0 0 0,1 0 0 0 0,0 0 0 0 0,0 0 0 0 0,0 0 0 0 0,-1 0-1 0 0,1 0 1 0 0,0 0 0 0 0,0 0 0 0 0,-1 0 0 0 0,1 1 0 0 0,0-1 0 0 0,0 0 0 0 0,0 0 0 0 0,0 0 0 0 0,-1 0 0 0 0,1 0-1 0 0,0 0 1 0 0,0 0 0 0 0,0 1 0 0 0,-13 11 579 0 0,-10 21-257 0 0,-62 129-252 0 0,12-21-113 0 0,63-123-123 0 0,6-10-270 0 0,0 0 0 0 0,-1 0 0 0 0,1 0-1 0 0,-12 12 1 0 0,18-20-453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7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22 3223 0 0,'-7'-5'166'0'0,"4"3"-167"0"0,0-1-1 0 0,0 1 1 0 0,0 0 0 0 0,0 1 0 0 0,0-1-1 0 0,-5-2 1 0 0,7 4-18 0 0,-1 0 0 0 0,0 0 0 0 0,0-1 0 0 0,1 1 0 0 0,-1 0 0 0 0,0 0-1 0 0,0 1 1 0 0,1-1 0 0 0,-1 0 0 0 0,0 0 0 0 0,0 1 0 0 0,1-1 0 0 0,-1 1 0 0 0,0 0 0 0 0,1-1 0 0 0,-2 2-1 0 0,1-1 40 0 0,0 0 0 0 0,1-1 0 0 0,-1 1 0 0 0,1 0 0 0 0,-1 0 0 0 0,1 0-1 0 0,0 0 1 0 0,-1 1 0 0 0,1-1 0 0 0,0 0 0 0 0,0 0 0 0 0,0 1 0 0 0,0-1-1 0 0,0 1 1 0 0,0-1 0 0 0,0 1 0 0 0,0-1 0 0 0,1 1 0 0 0,-1 0-1 0 0,1-1 1 0 0,-1 4 0 0 0,0-3-16 0 0,1 1-1 0 0,1-1 1 0 0,-1 1 0 0 0,0 0-1 0 0,1-1 1 0 0,-1 1 0 0 0,1-1-1 0 0,0 1 1 0 0,0-1 0 0 0,0 1-1 0 0,0-1 1 0 0,3 5 0 0 0,1 1 11 0 0,1 0 0 0 0,1 0 0 0 0,-1-1 0 0 0,1 1 0 0 0,1-1 0 0 0,10 8 0 0 0,73 44 620 0 0,-61-42-630 0 0,-1 2-1 0 0,45 39 1 0 0,-71-56-55 0 0,0 1-1 0 0,-1 0 0 0 0,1 0 1 0 0,-1 0-1 0 0,4 7 1 0 0,-5-9 44 0 0,-1 0 1 0 0,1 0 0 0 0,-1 0 0 0 0,0 0 0 0 0,1 0-1 0 0,-1 1 1 0 0,0-1 0 0 0,1 0 0 0 0,-1 0 0 0 0,0 0 0 0 0,0 1-1 0 0,0-1 1 0 0,0 0 0 0 0,0 0 0 0 0,0 1 0 0 0,-1-1 0 0 0,1 0-1 0 0,0 0 1 0 0,-1 0 0 0 0,1 1 0 0 0,-1-1 0 0 0,0 1-1 0 0,-7 7 6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8.1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12 161 3679 0 0,'-1'-1'37'0'0,"-9"-25"195"0"0,10 25-205 0 0,0 0 0 0 0,0-1 0 0 0,0 1 0 0 0,0 0 0 0 0,0 0 0 0 0,0-1-1 0 0,0 1 1 0 0,0 0 0 0 0,0 0 0 0 0,0-1 0 0 0,1 1 0 0 0,-1 0 0 0 0,1 0 0 0 0,-1 0 0 0 0,1-1 0 0 0,-1 1-1 0 0,1 0 1 0 0,0 0 0 0 0,1-2 0 0 0,8-8 248 0 0,0 0-1 0 0,1 0 0 0 0,1 1 1 0 0,0 1-1 0 0,0 0 1 0 0,26-14-1 0 0,-30 19-307 0 0,0 0 0 0 0,0 1-1 0 0,1 0 1 0 0,-1 1 0 0 0,1 0 0 0 0,0 0 0 0 0,0 1-1 0 0,-1 0 1 0 0,1 0 0 0 0,0 1 0 0 0,0 0-1 0 0,0 1 1 0 0,10 1 0 0 0,9 5 10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8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277 112 1375 0 0,'-1'-10'204'0'0,"0"1"-1"0"0,1-1 0 0 0,0 1 0 0 0,1-1 1 0 0,0 1-1 0 0,3-16 0 0 0,5-5 1240 0 0,-42 107-677 0 0,3-29-1058 0 0,-61 77 0 0 0,4-8-78 0 0,50-49-751 0 0,30-55 84 0 0,4-10 247 0 0,2-8 772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8.7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9 1895 0 0,'0'-9'149'0'0,"-1"13"-144"0"0,-1 12 115 0 0,3 1-10 0 0,1 0-1 0 0,0 0 1 0 0,1 0 0 0 0,1 0 0 0 0,0-1-1 0 0,10 23 1 0 0,-9-28-51 0 0,0-1 0 0 0,0 0-1 0 0,1 0 1 0 0,1 0 0 0 0,0-1 0 0 0,0 0-1 0 0,1 0 1 0 0,0-1 0 0 0,0 0 0 0 0,11 8-1 0 0,90 59 6 0 0,-96-66 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9.3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170 8 2303 0 0,'-1'0'30'0'0,"1"-1"0"0"0,0 1 0 0 0,0 0 0 0 0,0-1 0 0 0,0 1 0 0 0,0-1 0 0 0,-1 1 0 0 0,1 0 0 0 0,0-1 0 0 0,0 1 0 0 0,-1 0 0 0 0,1-1 0 0 0,0 1 0 0 0,0 0 0 0 0,-1 0 0 0 0,1-1 0 0 0,0 1 0 0 0,-1 0 0 0 0,1 0 0 0 0,0-1 0 0 0,-1 1 0 0 0,1 0 0 0 0,-1 0-1 0 0,1 0 1 0 0,0 0 0 0 0,-1 0 0 0 0,1 0 0 0 0,-1-1 0 0 0,1 1 0 0 0,0 0 0 0 0,-1 0 0 0 0,1 0 0 0 0,-1 0 0 0 0,1 0 0 0 0,0 1 0 0 0,-1-1 0 0 0,0 0 0 0 0,-15 14 968 0 0,16-14-1001 0 0,-9 9 66 0 0,1 1 0 0 0,0 0 0 0 0,1 0 0 0 0,-11 21 0 0 0,-18 50-209 0 0,25-55 121 0 0,2-6-39 0 0,-3 9-387 0 0,-10 33-1 0 0,21-54 62 0 0,2-9 380 0 0,-1 1 0 0 0,0 0 0 0 0,1 0 0 0 0,-1 0 0 0 0,0 0 0 0 0,0-1 0 0 0,1 1 0 0 0,-1 0 0 0 0,0 0 0 0 0,1 0 1 0 0,-1-1-1 0 0,0 1 0 0 0,0 0 0 0 0,1-1 0 0 0,-1 1 0 0 0,0 0 0 0 0,0 0 0 0 0,0-1 0 0 0,0 1 0 0 0,1 0 0 0 0,-1-1 0 0 0,0 1 0 0 0,0 0 0 0 0,0-1 0 0 0,5-11 10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9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1 455 0 0,'-5'0'33'0'0,"5"0"-21"0"0,-1 0-1 0 0,1 0 1 0 0,-1 0 0 0 0,1 0 0 0 0,-1 0 0 0 0,1 0 0 0 0,-1 0 0 0 0,1 0-1 0 0,-1 0 1 0 0,1 0 0 0 0,-1 0 0 0 0,1 0 0 0 0,-1 0 0 0 0,1 0 0 0 0,-1 0-1 0 0,1 1 1 0 0,-1-1 0 0 0,1 0 0 0 0,0 0 0 0 0,-1 1 0 0 0,1-1 0 0 0,-1 0-1 0 0,1 0 1 0 0,0 1 0 0 0,-1-1 0 0 0,1 1 0 0 0,0-1 0 0 0,-1 1-1 0 0,0 1 28 0 0,0 0 0 0 0,0-1-1 0 0,0 1 1 0 0,1 0-1 0 0,-1 0 1 0 0,0 0 0 0 0,1 0-1 0 0,0 0 1 0 0,-1 3-1 0 0,1-3-21 0 0,1-1-1 0 0,-1 0 0 0 0,0 1 1 0 0,1-1-1 0 0,-1 0 0 0 0,1 0 1 0 0,0 1-1 0 0,-1-1 0 0 0,1 0 1 0 0,0 0-1 0 0,0 0 0 0 0,-1 0 1 0 0,1 0-1 0 0,0 0 0 0 0,0 0 1 0 0,0 0-1 0 0,1 0 0 0 0,8 7 1 0 0,0-1 0 0 0,0-1-1 0 0,1 0 1 0 0,0 0-1 0 0,0-1 1 0 0,20 6 0 0 0,76 15 194 0 0,-10-3-107 0 0,-90-21-104 0 0,-6-1 0 0 0,1-1 0 0 0,0 1 0 0 0,0 0 0 0 0,0-1 0 0 0,-1 0 0 0 0,1 1 0 0 0,0-1 0 0 0,0 0 0 0 0,0 0 0 0 0,0 0 0 0 0,3 0 0 0 0,0-2 0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09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9 455 0 0,'0'0'10'0'0,"0"-1"0"0"0,0 1-1 0 0,0 0 1 0 0,-1 0 0 0 0,1 0-1 0 0,0-1 1 0 0,0 1 0 0 0,0 0-1 0 0,0 0 1 0 0,0 0 0 0 0,0-1-1 0 0,0 1 1 0 0,0 0 0 0 0,0 0-1 0 0,0-1 1 0 0,0 1 0 0 0,0 0-1 0 0,0 0 1 0 0,0 0 0 0 0,0-1-1 0 0,0 1 1 0 0,0 0 0 0 0,0 0-1 0 0,0-1 1 0 0,0 1 0 0 0,0 0-1 0 0,1 0 1 0 0,-1 0-1 0 0,0 0 1 0 0,0-1 0 0 0,0 1-1 0 0,0 0 1 0 0,0 0 0 0 0,1 0-1 0 0,-1 0 1 0 0,0-1 0 0 0,0 1-1 0 0,1 0 1 0 0,9 2 754 0 0,11 11-193 0 0,-15-6-560 0 0,0 0 0 0 0,0 0-1 0 0,-1 1 1 0 0,0-1-1 0 0,-1 1 1 0 0,1 0-1 0 0,-1 0 1 0 0,-1 1 0 0 0,0-1-1 0 0,0 1 1 0 0,-1-1-1 0 0,0 1 1 0 0,2 16-1 0 0,0 12-70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1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250 0 1375 0 0,'-1'0'56'0'0,"0"0"-1"0"0,0 0 0 0 0,0 1 0 0 0,0-1 0 0 0,1 0 0 0 0,-1 0 1 0 0,0 0-1 0 0,0 1 0 0 0,0-1 0 0 0,1 1 0 0 0,-1-1 0 0 0,0 0 0 0 0,1 1 1 0 0,-1-1-1 0 0,0 1 0 0 0,1 0 0 0 0,-1-1 0 0 0,0 1 0 0 0,1-1 1 0 0,-1 1-1 0 0,1 0 0 0 0,-1 1 0 0 0,-16 18 708 0 0,-8 20-208 0 0,2 0-1 0 0,-33 81 0 0 0,-21 94-544 0 0,70-194-12 0 0,-18 67-2986 0 0,23-84 2961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1.2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76 116 1839 0 0,'-13'-15'364'0'0,"1"0"0"0"0,1-1 0 0 0,0 0 0 0 0,1 0-1 0 0,-8-21 1 0 0,44 59 1293 0 0,136 146-961 0 0,-147-152-806 0 0,-1 0 0 0 0,-1 1 0 0 0,0 0 0 0 0,-1 1 0 0 0,-1 0 0 0 0,-1 1 0 0 0,0 0 0 0 0,-2 1-1 0 0,0 0 1 0 0,-1 0 0 0 0,4 24 0 0 0,-6-14-377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1.9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195 7 919 0 0,'0'0'23'0'0,"0"-1"-1"0"0,0 1 0 0 0,0 0 0 0 0,0 0 0 0 0,0-1 0 0 0,0 1 0 0 0,0 0 0 0 0,0 0 0 0 0,0 0 0 0 0,0-1 0 0 0,0 1 0 0 0,0 0 0 0 0,0 0 0 0 0,0 0 0 0 0,0-1 0 0 0,0 1 0 0 0,0 0 0 0 0,-1 0 0 0 0,1 0 0 0 0,0-1 0 0 0,0 1 0 0 0,0 0 0 0 0,0 0 0 0 0,0 0 0 0 0,0 0 0 0 0,-1-1 1 0 0,1 1-1 0 0,0 0 0 0 0,0 0 0 0 0,0 0 0 0 0,0 0 0 0 0,-1 0 0 0 0,1 0 0 0 0,0-1 0 0 0,0 1 0 0 0,0 0 0 0 0,-1 0 0 0 0,-7 5 639 0 0,-5 11-120 0 0,8-8-492 0 0,1 0 0 0 0,0 1 0 0 0,0 0 0 0 0,1 0 0 0 0,-4 12-1 0 0,-6 50 6 0 0,1-4 55 0 0,6-44-224 0 0,-1 0 0 0 0,-1-1-1 0 0,-1 0 1 0 0,-1 0-1 0 0,-1-1 1 0 0,-15 22-1 0 0,24-39 115 0 0,-2 3-14 0 0,-1 0-1 0 0,-1 0 0 0 0,-8 9 0 0 0,5-8 16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2.1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59 455 0 0,'-4'-11'89'0'0,"3"8"-4"0"0,-1 0 1 0 0,1 0-1 0 0,0 0 1 0 0,0 0-1 0 0,0 0 1 0 0,1 0-1 0 0,-1 0 1 0 0,1 0-1 0 0,0 0 1 0 0,-1-1-1 0 0,1 1 1 0 0,1-6-1 0 0,-1 9-66 0 0,0 0-1 0 0,1 0 0 0 0,-1 0 0 0 0,0 0 0 0 0,0 0 0 0 0,0 0 0 0 0,0-1 1 0 0,1 1-1 0 0,-1 0 0 0 0,0 0 0 0 0,0 0 0 0 0,0 0 0 0 0,0 0 0 0 0,1 0 1 0 0,-1 0-1 0 0,0 0 0 0 0,0 0 0 0 0,0 0 0 0 0,1 0 0 0 0,-1 0 0 0 0,0 0 1 0 0,0 0-1 0 0,0 0 0 0 0,1 0 0 0 0,-1 0 0 0 0,0 0 0 0 0,0 0 0 0 0,0 0 0 0 0,1 0 1 0 0,-1 0-1 0 0,0 0 0 0 0,0 0 0 0 0,0 1 0 0 0,0-1 0 0 0,1 0 0 0 0,-1 0 1 0 0,0 0-1 0 0,0 0 0 0 0,0 0 0 0 0,0 1 0 0 0,0-1 0 0 0,0 0 0 0 0,1 0 1 0 0,-1 0-1 0 0,0 0 0 0 0,0 1 0 0 0,0-1 0 0 0,0 0 0 0 0,0 0 0 0 0,0 0 1 0 0,0 1-1 0 0,8 9 238 0 0,6 17 190 0 0,14 37 0 0 0,-6-14-179 0 0,8 15 17 0 0,-9-14-59 0 0,56 90-1 0 0,-30-59-340 0 0,-36-57 116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3.0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227 2 3223 0 0,'0'-1'-2'0'0,"-1"1"0"0"0,1 0 0 0 0,-1 0 0 0 0,1 0 0 0 0,0 0 0 0 0,-1 0-1 0 0,1 0 1 0 0,-1 0 0 0 0,1-1 0 0 0,-1 1 0 0 0,1 0 0 0 0,-1 1-1 0 0,1-1 1 0 0,-1 0 0 0 0,1 0 0 0 0,0 0 0 0 0,-1 0 0 0 0,1 0 0 0 0,-1 0-1 0 0,1 0 1 0 0,-1 1 0 0 0,1-1 0 0 0,0 0 0 0 0,-1 1 0 0 0,-12 10-223 0 0,-10 18 369 0 0,1 5-164 0 0,-30 65 0 0 0,-8 41-170 0 0,58-135 174 0 0,1-2-2 0 0,-8 18-343 0 0,-20 37 0 0 0,25-51 361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3.2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66 1839 0 0,'-19'-42'-169'0'0,"8"22"1901"0"0,10 17-539 0 0,6 10-537 0 0,0 0-676 0 0,77 97 793 0 0,-59-77-818 0 0,-1 0 1 0 0,-1 1-1 0 0,19 34 1 0 0,-27-36-219 0 0,14 37 1 0 0,-20-43 328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3.8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0 232 919 0 0,'1'-4'214'0'0,"-1"0"-1"0"0,1 1 0 0 0,0-1 0 0 0,1 1 1 0 0,-1-1-1 0 0,0 1 0 0 0,1 0 0 0 0,0-1 1 0 0,0 1-1 0 0,3-4 0 0 0,24-29 1273 0 0,-9 16-1187 0 0,0 1-1 0 0,2 1 1 0 0,24-16-1 0 0,-32 24-346 0 0,1 2 1 0 0,-1 0-1 0 0,1 1 0 0 0,1 0 0 0 0,-1 1 0 0 0,25-5 0 0 0,-9 6 29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4.4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2 919 0 0,'-1'0'70'0'0,"0"-1"0"0"0,0 1-1 0 0,0 0 1 0 0,-1-1 0 0 0,1 1-1 0 0,0 0 1 0 0,0 0 0 0 0,-1 0-1 0 0,1 0 1 0 0,0 0-1 0 0,0 0 1 0 0,-1 1 0 0 0,1-1-1 0 0,0 0 1 0 0,0 1 0 0 0,0-1-1 0 0,0 0 1 0 0,-1 1 0 0 0,1 0-1 0 0,0-1 1 0 0,-1 2-1 0 0,-8 4 123 0 0,1 0 0 0 0,0 1 0 0 0,0 0-1 0 0,1 0 1 0 0,-1 1 0 0 0,2 1-1 0 0,-13 15 1 0 0,-41 73 51 0 0,32-48 40 0 0,-50 80-59 0 0,78-127-225 0 0,0-1-1 0 0,1 1 1 0 0,-1-1 0 0 0,0 0-1 0 0,1 1 1 0 0,-1-1-1 0 0,1 1 1 0 0,0-1-1 0 0,-1 1 1 0 0,1-1-1 0 0,0 3 1 0 0,0-3-1 0 0,0-1 0 0 0,0 0 0 0 0,0 0 0 0 0,0 0 0 0 0,0 1 0 0 0,0-1 0 0 0,0 0 0 0 0,0 0 0 0 0,0 0 0 0 0,0 0 0 0 0,0 0 0 0 0,1 1 0 0 0,-1-1 0 0 0,0 0 0 0 0,0 0 0 0 0,0 0 0 0 0,0 0 0 0 0,0 0 0 0 0,0 1 0 0 0,1-1 0 0 0,-1 0 0 0 0,0 0 0 0 0,0 0 0 0 0,0 0 0 0 0,0 0 0 0 0,0 0 0 0 0,1 0 0 0 0,-1 0 0 0 0,0 0 0 0 0,0 0 0 0 0,0 0 0 0 0,0 0 0 0 0,1 0 0 0 0,-1 0 0 0 0,11-5-108 0 0,-5 1 100 0 0,-3 2 9 0 0,-1 0 0 0 0,0 0-1 0 0,1 1 1 0 0,-1-1-1 0 0,0-1 1 0 0,0 1-1 0 0,0 0 1 0 0,2-4-1 0 0,4-8-58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4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67 1063 0 0,'-1'-3'15'0'0,"-1"-4"188"0"0,-1 1-1 0 0,1-1 0 0 0,1 1 1 0 0,-1-1-1 0 0,1 0 0 0 0,1 1 0 0 0,-1-9 1 0 0,1 15-183 0 0,0 0 0 0 0,0 0 1 0 0,0 0-1 0 0,0-1 0 0 0,0 1 1 0 0,0 0-1 0 0,0 0 0 0 0,0 0 1 0 0,0 0-1 0 0,0 0 0 0 0,0 0 1 0 0,0 0-1 0 0,0-1 0 0 0,0 1 1 0 0,1 0-1 0 0,-1 0 0 0 0,0 0 1 0 0,0 0-1 0 0,0 0 0 0 0,0 0 1 0 0,0 0-1 0 0,0 0 0 0 0,0 0 1 0 0,0-1-1 0 0,0 1 0 0 0,1 0 1 0 0,-1 0-1 0 0,0 0 0 0 0,0 0 1 0 0,0 0-1 0 0,0 0 0 0 0,0 0 1 0 0,0 0-1 0 0,1 0 0 0 0,-1 0 1 0 0,0 0-1 0 0,0 0 0 0 0,0 0 1 0 0,0 0-1 0 0,0 0 0 0 0,1 0 1 0 0,5 4 342 0 0,5 7-38 0 0,4 6-91 0 0,2-1-1 0 0,24 20 0 0 0,-26-24-179 0 0,-1 0 0 0 0,-1 0 0 0 0,0 2 0 0 0,-1-1 0 0 0,12 17 0 0 0,32 54-382 0 0,-55-82 265 0 0,0 0-1 0 0,0 0 0 0 0,0-1 0 0 0,0 1 0 0 0,-1 0 0 0 0,1 0 0 0 0,-1 0 0 0 0,1 0 0 0 0,-1 1 1 0 0,0-1-1 0 0,0 0 0 0 0,0 0 0 0 0,0 0 0 0 0,0 0 0 0 0,0 0 0 0 0,-1 0 0 0 0,1 0 0 0 0,-1 0 1 0 0,1 0-1 0 0,-1 0 0 0 0,0 0 0 0 0,0 0 0 0 0,-1 2 0 0 0,-2 1 141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4.8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32 201 455 0 0,'-9'-8'0'0'0,"6"7"0"0"0,1-2 0 0 0,-1 1 0 0 0,1 0 0 0 0,0 0 0 0 0,-4-5 0 0 0,5 5 135 0 0,1 1 0 0 0,-1-1 0 0 0,1 0 0 0 0,-1 1 0 0 0,1-1 0 0 0,-1 1 0 0 0,1-1 0 0 0,0 0 0 0 0,0 1 0 0 0,0-1 0 0 0,0 0-1 0 0,0 1 1 0 0,0-1 0 0 0,1 0 0 0 0,-1 1 0 0 0,0-1 0 0 0,1 0 0 0 0,0 1 0 0 0,-1-1 0 0 0,1 1 0 0 0,0-1 0 0 0,-1 1-1 0 0,1-1 1 0 0,0 1 0 0 0,0 0 0 0 0,0 0 0 0 0,1-1 0 0 0,-1 1 0 0 0,2-2 0 0 0,4-3 99 0 0,1 0 1 0 0,-1 1-1 0 0,1 0 1 0 0,10-5-1 0 0,-5 2-46 0 0,13-6-520 0 0,0 0 0 0 0,0 2-1 0 0,2 1 1 0 0,-1 1-1 0 0,51-12 1 0 0,-43 17-1066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26.3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10 449 4143 0 0,'-1'1'74'0'0,"-7"1"188"0"0,8-2-261 0 0,0 0 1 0 0,0 0-1 0 0,0 0 1 0 0,0 0 0 0 0,0 0-1 0 0,0 0 1 0 0,0 0-1 0 0,1 0 1 0 0,-1 0-1 0 0,0 0 1 0 0,0 0-1 0 0,0 0 1 0 0,0 0 0 0 0,0 0-1 0 0,0 0 1 0 0,0 0-1 0 0,0 0 1 0 0,1 0-1 0 0,-1 1 1 0 0,0-1 0 0 0,0 0-1 0 0,0 0 1 0 0,0 0-1 0 0,0 0 1 0 0,0 0-1 0 0,0 0 1 0 0,0 0-1 0 0,0 0 1 0 0,0 0 0 0 0,0 0-1 0 0,0 1 1 0 0,0-1-1 0 0,1 0 1 0 0,-1 0-1 0 0,0 0 1 0 0,0 0 0 0 0,0 0-1 0 0,0 0 1 0 0,0 0-1 0 0,0 0 1 0 0,0 1-1 0 0,0-1 1 0 0,0 0-1 0 0,0 0 1 0 0,0 0 0 0 0,0 0-1 0 0,0 0 1 0 0,0 0-1 0 0,-1 0 1 0 0,1 1-1 0 0,0-1 1 0 0,0 0 0 0 0,0 0-1 0 0,0 0 1 0 0,0 0-1 0 0,0 0 1 0 0,0 0-1 0 0,0 0 1 0 0,0 0-1 0 0,0 0 1 0 0,0 0 0 0 0,0 1-1 0 0,0-1 1 0 0,-1 0-1 0 0,1 0 1 0 0,0 0-1 0 0,1 1 1 0 0,16-1-14 0 0,72-9-357 0 0,27 0 116 0 0,343-12 693 0 0,-132-14 228 0 0,405-33 1448 0 0,-309 44-824 0 0,-7 9-965 0 0,-210 10-306 0 0,37 2 43 0 0,107-4-64 0 0,769-28 0 0 0,-269 25-61 0 0,-313-21 41 0 0,-16 15 65 0 0,-253 13-32 0 0,266-7-14 0 0,-111-13-32 0 0,473-16-70 0 0,-355 43 103 0 0,237-9 0 0 0,-464-11 0 0 0,54-3 0 0 0,-264 13-6 0 0,303-32-52 0 0,-379 32-282 0 0,-1 2 0 0 0,1 1 0 0 0,0 1 0 0 0,49 4 0 0 0,-71-2-2240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27.0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13 3223 0 0,'0'0'2'0'0,"0"0"0"0"0,0-1-1 0 0,0 1 1 0 0,-1 0-1 0 0,1 0 1 0 0,0-1-1 0 0,0 1 1 0 0,0 0-1 0 0,0 0 1 0 0,0-1 0 0 0,0 1-1 0 0,0 0 1 0 0,-1-1-1 0 0,1 1 1 0 0,0 0-1 0 0,0-1 1 0 0,0 1-1 0 0,0 0 1 0 0,0 0-1 0 0,0-1 1 0 0,0 1 0 0 0,0 0-1 0 0,1-1 1 0 0,-1 1-1 0 0,0 0 1 0 0,0-1-1 0 0,0 1 1 0 0,0 0-1 0 0,0 0 1 0 0,0-1 0 0 0,1 1-1 0 0,-1 0 1 0 0,0 0-1 0 0,0-1 1 0 0,0 1-1 0 0,1 0 1 0 0,-1 0-1 0 0,0 0 1 0 0,0-1 0 0 0,1 1-1 0 0,-1 0 1 0 0,0 0-1 0 0,0 0 1 0 0,1 0-1 0 0,-1 0 1 0 0,0-1-1 0 0,0 1 1 0 0,1 0-1 0 0,-1 0 1 0 0,0 0 0 0 0,1 0-1 0 0,0 0 2198 0 0,4 0-1763 0 0,1 0-269 0 0,1 0 0 0 0,0 1 1 0 0,-1 0-1 0 0,1 0 0 0 0,0 0 0 0 0,-1 1 0 0 0,0 0 0 0 0,9 4 0 0 0,52 29 1639 0 0,-46-24-1640 0 0,1 0-166 0 0,1-1 0 0 0,30 9 0 0 0,-51-18 0 0 0,0-1 0 0 0,-1 1 0 0 0,1 0 0 0 0,0 0 0 0 0,-1 0 0 0 0,1 0 0 0 0,-1 0 0 0 0,0 1 0 0 0,1-1 0 0 0,-1 0 0 0 0,0 1 0 0 0,0-1 0 0 0,0 1 0 0 0,0-1 0 0 0,0 1 0 0 0,0 0 0 0 0,0-1 0 0 0,0 1 0 0 0,-1 0 0 0 0,1-1 0 0 0,0 1 0 0 0,0 3 0 0 0,-1-4 0 0 0,0 1 0 0 0,0-1 0 0 0,0 0 0 0 0,0 0 0 0 0,0 0 0 0 0,0 0 0 0 0,0 0 0 0 0,0 1 0 0 0,0-1 0 0 0,-1 0 0 0 0,1 0 0 0 0,0 0 0 0 0,-1 0 0 0 0,1 0 0 0 0,-1 0 0 0 0,1 0 0 0 0,-1 0 0 0 0,1 0 0 0 0,-1 0 0 0 0,0 0 0 0 0,1 0 0 0 0,-1 0 0 0 0,0 0 0 0 0,0 0 0 0 0,0-1 0 0 0,0 1 0 0 0,0 0 0 0 0,0-1 0 0 0,0 1 0 0 0,0-1 0 0 0,0 1 0 0 0,0-1 0 0 0,0 1 0 0 0,0-1 0 0 0,0 0 0 0 0,-2 1 0 0 0,-5 1-30 0 0,0 1-1 0 0,-1 0 0 0 0,1 0 0 0 0,0 0 0 0 0,1 1 1 0 0,-1 1-1 0 0,-12 8 0 0 0,1 2-265 0 0,-26 27 0 0 0,29-26-1171 0 0,5-7 716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30.24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83 135 1807 0 0,'0'-10'204'0'0,"-1"1"-1"0"0,0-1 1 0 0,0 1-1 0 0,-1-1 1 0 0,-5-16-1 0 0,5 22 59 0 0,1 0 1 0 0,-1 0-1 0 0,0 0 1 0 0,0 0-1 0 0,0 1 0 0 0,0-1 1 0 0,-1 0-1 0 0,0 1 0 0 0,0 0 1 0 0,0 0-1 0 0,0 0 1 0 0,0 0-1 0 0,0 0 0 0 0,-1 1 1 0 0,-4-4-1 0 0,7 6-220 0 0,0-1 0 0 0,1 1-1 0 0,-1 0 1 0 0,1-1 0 0 0,-1 1 0 0 0,1 0 0 0 0,-1 0-1 0 0,0-1 1 0 0,1 1 0 0 0,-1 0 0 0 0,0 0-1 0 0,1 0 1 0 0,-1 0 0 0 0,0 0 0 0 0,1 0 0 0 0,-1 0-1 0 0,0 0 1 0 0,1 0 0 0 0,-1 0 0 0 0,0 0-1 0 0,1 1 1 0 0,-1-1 0 0 0,0 0 0 0 0,1 0 0 0 0,-1 1-1 0 0,1-1 1 0 0,-1 0 0 0 0,0 1 0 0 0,0 0-20 0 0,0 0 1 0 0,1 0 0 0 0,-1 0 0 0 0,1 0-1 0 0,-1 1 1 0 0,1-1 0 0 0,-1 0 0 0 0,1 0-1 0 0,0 0 1 0 0,-1 1 0 0 0,1-1 0 0 0,0 0-1 0 0,0 3 1 0 0,0 4-34 0 0,1 0 0 0 0,0 0 0 0 0,2 11-1 0 0,2 9 22 0 0,-1 0-1 0 0,0 41 1 0 0,-8 56 125 0 0,1 10-251 0 0,3-105-44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31.1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74 286 3679 0 0,'0'-1'66'0'0,"-1"0"0"0"0,0 1 0 0 0,0-1 0 0 0,0 0 0 0 0,1 1-1 0 0,-1-1 1 0 0,0 1 0 0 0,0 0 0 0 0,0-1 0 0 0,0 1 0 0 0,0 0 0 0 0,0 0-1 0 0,0-1 1 0 0,0 1 0 0 0,0 0 0 0 0,0 0 0 0 0,0 0 0 0 0,0 0-1 0 0,0 0 1 0 0,0 0 0 0 0,0 1 0 0 0,0-1 0 0 0,0 0 0 0 0,0 0-1 0 0,0 1 1 0 0,0-1 0 0 0,0 1 0 0 0,0-1 0 0 0,0 0 0 0 0,0 1-1 0 0,1 0 1 0 0,-1-1 0 0 0,0 1 0 0 0,0 0 0 0 0,0-1 0 0 0,1 1 0 0 0,-1 0-1 0 0,0 1 1 0 0,-2 1 133 0 0,0 0-1 0 0,0 1 0 0 0,1 0 1 0 0,-1-1-1 0 0,1 1 1 0 0,0 0-1 0 0,0 0 0 0 0,-1 5 1 0 0,-2 8 94 0 0,2 0-1 0 0,0 1 1 0 0,0-1 0 0 0,2 1 0 0 0,0 0 0 0 0,1 0-1 0 0,4 27 1 0 0,5 7 313 0 0,17 60 0 0 0,-13-64-474 0 0,-21-89-29 0 0,-2-65 0 0 0,6 55 163 0 0,-19-229 2286 0 0,21 265-2408 0 0,2 0 0 0 0,-1 0-1 0 0,2-1 1 0 0,0 1 0 0 0,1 0-1 0 0,0 0 1 0 0,1 0 0 0 0,9-24 0 0 0,-12 38-143 0 0,1 0 0 0 0,0-1-1 0 0,-1 1 1 0 0,1 0 0 0 0,0 0 0 0 0,-1 0 0 0 0,1 0 0 0 0,0 0 0 0 0,0 0 0 0 0,2-2 0 0 0,-3 3-1 0 0,1 0 1 0 0,-1 0-1 0 0,0-1 0 0 0,1 1 0 0 0,-1 0 0 0 0,1 0 0 0 0,-1 0 0 0 0,1 0 0 0 0,-1 0 1 0 0,1-1-1 0 0,-1 1 0 0 0,1 0 0 0 0,-1 0 0 0 0,1 0 0 0 0,-1 0 0 0 0,1 0 0 0 0,-1 1 1 0 0,1-1-1 0 0,-1 0 0 0 0,1 0 0 0 0,1 1 0 0 0,-1 0 0 0 0,1 0-1 0 0,-1 0 1 0 0,1 0 0 0 0,-1 0 0 0 0,0 0 0 0 0,1 1-1 0 0,-1-1 1 0 0,0 0 0 0 0,0 1 0 0 0,0-1 0 0 0,0 1 0 0 0,0 0-1 0 0,0 1 1 0 0,25 58 0 0 0,-17-37 0 0 0,16 30 0 0 0,-21-47 0 0 0,0 0 0 0 0,0-1 0 0 0,1 1 0 0 0,0-1 0 0 0,0 0 0 0 0,1 0 0 0 0,0-1 0 0 0,9 8 0 0 0,-12-11 9 0 0,1 0 0 0 0,-1 0-1 0 0,0 0 1 0 0,1 0 0 0 0,-1-1-1 0 0,1 1 1 0 0,0-1 0 0 0,0 0-1 0 0,-1 0 1 0 0,1 0 0 0 0,0-1-1 0 0,0 1 1 0 0,0-1 0 0 0,0 0-1 0 0,0 0 1 0 0,-1 0 0 0 0,8-2-1 0 0,-7 1 5 0 0,1-1-1 0 0,-1 0 1 0 0,0 1-1 0 0,0-2 1 0 0,0 1-1 0 0,0 0 1 0 0,0-1 0 0 0,-1 1-1 0 0,1-1 1 0 0,-1 0-1 0 0,1-1 1 0 0,-1 1-1 0 0,0 0 1 0 0,4-8-1 0 0,2-2 16 0 0,-1-1-1 0 0,-1-1 1 0 0,0 1-1 0 0,-1-1 0 0 0,-1 0 1 0 0,4-18-1 0 0,-4 10 13 0 0,-1-1 0 0 0,-1 0 0 0 0,1-34 0 0 0,-15 77-40 0 0,8-9 0 0 0,0-1 0 0 0,0 0 0 0 0,1 1 0 0 0,1-1 0 0 0,0 1 0 0 0,0-1 0 0 0,0 1 0 0 0,1 0 0 0 0,1-1 0 0 0,3 19 0 0 0,3 10-4 0 0,18 70-43 0 0,-19-87 31 0 0,1 1 0 0 0,20 38 1 0 0,-20-44-1136 0 0,2 1-4400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32.8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15 487 4607 0 0,'-1'0'22'0'0,"1"0"-1"0"0,-1 0 1 0 0,1 0-1 0 0,-1 0 1 0 0,0 0-1 0 0,1 0 0 0 0,-1 0 1 0 0,1-1-1 0 0,-1 1 1 0 0,1 0-1 0 0,-1 0 1 0 0,1 0-1 0 0,-1-1 1 0 0,1 1-1 0 0,-1 0 0 0 0,1-1 1 0 0,-1 1-1 0 0,1 0 1 0 0,0-1-1 0 0,-1 1 1 0 0,1-1-1 0 0,-1 1 0 0 0,1 0 1 0 0,0-1-1 0 0,0 1 1 0 0,-1-1-1 0 0,1 1 1 0 0,0-1-1 0 0,0 1 0 0 0,-1-1 1 0 0,1 0-1 0 0,0 1 1 0 0,0-1-1 0 0,0 1 1 0 0,0-1-1 0 0,0 1 1 0 0,0-1-1 0 0,0 1 0 0 0,0-1 1 0 0,0 0-1 0 0,0 1 1 0 0,0-1-1 0 0,0 1 1 0 0,1-1-1 0 0,0-5 298 0 0,0 1 0 0 0,1-1-1 0 0,3-8 1 0 0,-2 8 25 0 0,14-33 321 0 0,1 0 0 0 0,2 2-1 0 0,26-37 1 0 0,-44 71-663 0 0,0-1-1 0 0,1 1 1 0 0,0 0-1 0 0,-1 0 1 0 0,1 0-1 0 0,0 0 1 0 0,0 0-1 0 0,1 1 1 0 0,-1-1-1 0 0,6-2 1 0 0,-6 4-2 0 0,-1 0-1 0 0,0 0 1 0 0,1 0 0 0 0,-1 1 0 0 0,1 0 0 0 0,-1-1 0 0 0,0 1-1 0 0,1 0 1 0 0,-1 0 0 0 0,1 0 0 0 0,-1 0 0 0 0,1 1 0 0 0,-1-1-1 0 0,1 1 1 0 0,-1-1 0 0 0,0 1 0 0 0,1 0 0 0 0,-1 0 0 0 0,3 2-1 0 0,16 9 3 0 0,32 23-1 0 0,-32-20-8 0 0,35 20-1 0 0,-40-28 0 0 0,-1-1 0 0 0,1 0 0 0 0,0-1 0 0 0,0 0 0 0 0,1-2 0 0 0,31 4 0 0 0,-25-6 6 0 0,0-1 0 0 0,-1-1 1 0 0,1-1-1 0 0,33-7 0 0 0,-8-3 3 0 0,-1-3 0 0 0,0-1 0 0 0,-1-3 0 0 0,45-25 0 0 0,-47 21 62 0 0,84-29 0 0 0,-112 47-69 0 0,1 0 0 0 0,0 1-1 0 0,0 1 1 0 0,0 1 0 0 0,0 0-1 0 0,1 2 1 0 0,-1-1 0 0 0,31 5 0 0 0,-6 5-20 0 0,-1 3 0 0 0,74 29 0 0 0,-69-23 22 0 0,85 23 0 0 0,-96-35 4 0 0,0-1 0 0 0,0-2 0 0 0,0-1 0 0 0,0-2 0 0 0,1-1 0 0 0,-1-2 0 0 0,0-2 0 0 0,-1-1 0 0 0,1-1 0 0 0,-1-2 0 0 0,49-20 0 0 0,73-36 0 0 0,49-18 0 0 0,-157 66 0 0 0,1 3 0 0 0,69-12 0 0 0,-82 21 7 0 0,1 2-1 0 0,0 2 1 0 0,0 1-1 0 0,50 6 0 0 0,-28 4 10 0 0,112 31 0 0 0,8 6-16 0 0,-149-41 0 0 0,1-2 0 0 0,-1-1 0 0 0,1-1 0 0 0,31-3 0 0 0,10-7 98 0 0,116-30 0 0 0,-41 6-14 0 0,-121 28-67 0 0,-1 1-1 0 0,0 0 1 0 0,31 3-1 0 0,-41 0-26 0 0,-1 2-1 0 0,0 0 1 0 0,0 1-1 0 0,-1 0 0 0 0,1 1 1 0 0,0 1-1 0 0,16 7 1 0 0,10 9-97 0 0,-10-6 166 0 0,48 18-1 0 0,-68-30-155 0 0,0 0 0 0 0,0 0 0 0 0,1-1 0 0 0,-1-1 0 0 0,1 1 0 0 0,-1-2 0 0 0,1 0 0 0 0,-1 0 0 0 0,12-2 0 0 0,2-2-3189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33.1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121 111 6447 0 0,'-3'-10'452'0'0,"2"9"-440"0"0,0 0 0 0 0,1-1 0 0 0,-1 1 0 0 0,1-1 0 0 0,-1 1 0 0 0,1 0 0 0 0,0-1 0 0 0,0 1 0 0 0,0-1 0 0 0,-1 1 0 0 0,1-1 0 0 0,1 1 0 0 0,-1-1 0 0 0,0 1 0 0 0,0-1 0 0 0,0 1 0 0 0,1 0 0 0 0,-1-1 0 0 0,1 1 0 0 0,-1-1 0 0 0,1 1 0 0 0,0 0 0 0 0,0-2 0 0 0,6-3 111 0 0,-1-1-1 0 0,1 1 1 0 0,0 1-1 0 0,1 0 1 0 0,-1 0-1 0 0,1 0 1 0 0,0 1-1 0 0,0 0 1 0 0,1 0-1 0 0,-1 1 1 0 0,1 0-1 0 0,-1 1 1 0 0,1 0-1 0 0,0 0 1 0 0,0 1-1 0 0,0 0 1 0 0,0 0-1 0 0,0 1 1 0 0,0 0-1 0 0,0 1 1 0 0,0 0-1 0 0,0 1 1 0 0,11 2-1 0 0,-17-3-87 0 0,0 1-1 0 0,0-1 0 0 0,0 1 0 0 0,0-1 1 0 0,0 1-1 0 0,0 0 0 0 0,-1 0 0 0 0,1 0 1 0 0,-1 0-1 0 0,1 0 0 0 0,-1 1 0 0 0,0-1 0 0 0,0 1 1 0 0,0-1-1 0 0,0 1 0 0 0,-1 0 0 0 0,1 0 1 0 0,-1 0-1 0 0,0 0 0 0 0,1 0 0 0 0,-1 0 1 0 0,-1 0-1 0 0,1 0 0 0 0,0 1 0 0 0,0 3 1 0 0,-1-1 72 0 0,0 1 0 0 0,-1 0 0 0 0,1-1 0 0 0,-1 1 0 0 0,0-1 0 0 0,-1 0 1 0 0,0 1-1 0 0,0-1 0 0 0,0 0 0 0 0,-1 0 0 0 0,-5 10 0 0 0,-12 16 434 0 0,-2-1-1 0 0,0-2 0 0 0,-34 35 1 0 0,-88 71 23 0 0,82-85-4683 0 0,30-25-560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33.8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456 48 4607 0 0,'1'-9'359'0'0,"0"-15"916"0"0,-1 23-1188 0 0,0 1 0 0 0,0-1 0 0 0,-1 0 0 0 0,1 1 0 0 0,0-1 0 0 0,0 1 0 0 0,0-1 0 0 0,0 0 0 0 0,0 1 0 0 0,-1-1 0 0 0,1 1 0 0 0,0-1 0 0 0,-1 0 0 0 0,1 1 0 0 0,0-1 0 0 0,-1 1 0 0 0,1-1 0 0 0,-1 1 0 0 0,1-1 0 0 0,-1 1 0 0 0,1 0 0 0 0,-1-1 0 0 0,1 1 0 0 0,-1-1 0 0 0,1 1 0 0 0,-1 0 0 0 0,0-1 0 0 0,-1 1-32 0 0,0 1 0 0 0,1-1 1 0 0,-1 1-1 0 0,1 0 1 0 0,-1-1-1 0 0,1 1 0 0 0,-1 0 1 0 0,1 0-1 0 0,0 0 1 0 0,-1 0-1 0 0,1 0 0 0 0,0 0 1 0 0,-1 0-1 0 0,1 0 0 0 0,0 0 1 0 0,0 1-1 0 0,-1 1 1 0 0,0-1 8 0 0,-151 202 313 0 0,30-36-373 0 0,70-106 77 0 0,-17 21 281 0 0,68-80-345 0 0,-1 0-1 0 0,1 0 1 0 0,0 1 0 0 0,0-1-1 0 0,0 1 1 0 0,1 0 0 0 0,-1-1-1 0 0,1 1 1 0 0,-2 6 0 0 0,3-9-13 0 0,0 1 0 0 0,0-1 0 0 0,0 1 0 0 0,0-1-1 0 0,0 0 1 0 0,0 1 0 0 0,1-1 0 0 0,-1 0 0 0 0,0 0 0 0 0,1 1 0 0 0,-1-1 0 0 0,1 0 0 0 0,-1 0 0 0 0,1 1 0 0 0,0-1 0 0 0,0 0 0 0 0,-1 0 0 0 0,1 0 0 0 0,0 0 0 0 0,0 0 0 0 0,0 0 0 0 0,0 0 0 0 0,0 0 0 0 0,0-1 0 0 0,0 1 0 0 0,1 0 0 0 0,-1 0-1 0 0,0-1 1 0 0,0 1 0 0 0,0-1 0 0 0,2 1 0 0 0,62 23 207 0 0,46 20 637 0 0,-95-36-743 0 0,-1 0 0 0 0,0 0 0 0 0,-1 2 0 0 0,25 19 0 0 0,-34-24-197 0 0,0 0 0 0 0,0 0-1 0 0,-1 1 1 0 0,0 0 0 0 0,0 0 0 0 0,0 0-1 0 0,0 0 1 0 0,2 8 0 0 0,5 17-4062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2:35.0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399 283 1839 0 0,'-2'-9'317'0'0,"-2"17"990"0"0,1-1 916 0 0,1-2-1615 0 0,-2 18-7 0 0,1-1-1 0 0,-2 36 1 0 0,6 53 1927 0 0,0-44-1881 0 0,0-39-576 0 0,9 49-1 0 0,-8-68-67 0 0,-2-9-2 0 0,0 1-1 0 0,0-1 0 0 0,0 0 0 0 0,0 0 0 0 0,0 1 1 0 0,0-1-1 0 0,1 0 0 0 0,-1 0 0 0 0,0 1 0 0 0,0-1 1 0 0,0 0-1 0 0,0 0 0 0 0,-1 1 0 0 0,1-1 0 0 0,0 0 1 0 0,0 0-1 0 0,0 1 0 0 0,0-1 0 0 0,0 0 0 0 0,0 0 1 0 0,0 0-1 0 0,0 1 0 0 0,0-1 0 0 0,-1 0 0 0 0,1 0 1 0 0,0 0-1 0 0,0 1 0 0 0,0-1 0 0 0,0 0 0 0 0,-1 0 1 0 0,1 0-1 0 0,0 0 0 0 0,0 0 0 0 0,0 1 0 0 0,-1-1 1 0 0,1 0-1 0 0,0 0 0 0 0,-1 0 0 0 0,-11-3 19 0 0,-18-14 16 0 0,25 14-33 0 0,-29-21 22 0 0,-45-39 0 0 0,21 15-8 0 0,12 14-28 0 0,18 13-12 0 0,-39-35 0 0 0,65 53 72 0 0,-1 1-1 0 0,1-1 0 0 0,-1 0 1 0 0,1 0-1 0 0,0 0 0 0 0,0 0 0 0 0,0-1 1 0 0,0 1-1 0 0,1-1 0 0 0,0 1 1 0 0,-1-1-1 0 0,1 1 0 0 0,0-1 0 0 0,1 0 1 0 0,-1 1-1 0 0,0-5 0 0 0,2 3 27 0 0,-1 0-1 0 0,1 0 0 0 0,-1 1 1 0 0,1-1-1 0 0,1 0 0 0 0,-1 1 1 0 0,1-1-1 0 0,0 1 0 0 0,0 0 1 0 0,0-1-1 0 0,3-4 0 0 0,3-2 32 0 0,1 0 0 0 0,0 1 0 0 0,0 0 0 0 0,1 1 0 0 0,0 0 0 0 0,1 0 0 0 0,23-13 0 0 0,22-10 2 0 0,3 2 0 0 0,0 3 0 0 0,1 3 0 0 0,118-30 0 0 0,-113 33 257 0 0,-47 15-246 0 0,0 0 1 0 0,1 1-1 0 0,-1 0 1 0 0,22-1-1 0 0,-38 6-116 0 0,-1-1 1 0 0,1 1-1 0 0,-1 0 0 0 0,1 0 1 0 0,-1 0-1 0 0,1 1 0 0 0,-1-1 1 0 0,1 0-1 0 0,-1 0 0 0 0,1 1 1 0 0,-1-1-1 0 0,1 1 1 0 0,-1 0-1 0 0,1-1 0 0 0,-1 1 1 0 0,2 1-1 0 0,3 5-69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19.0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235 81 1375 0 0,'-2'-5'67'0'0,"1"1"0"0"0,-1-1-1 0 0,1 0 1 0 0,0 0 0 0 0,1 1-1 0 0,-1-1 1 0 0,1 0 0 0 0,0 0-1 0 0,0 0 1 0 0,0 0 0 0 0,1 0-1 0 0,-1 0 1 0 0,1 1 0 0 0,3-10-1 0 0,-17 60 1092 0 0,2 0-1 0 0,2 1 1 0 0,2 0-1 0 0,-2 72 1 0 0,16 197-1675 0 0,-3-245 894 0 0,56 1086-9 0 0,-43-874-383 0 0,12 312-72 0 0,-28-430 58 0 0,-35 265 0 0 0,6-254 265 0 0,-15 122 760 0 0,23 4-244 0 0,36 87 355 0 0,-1-95-830 0 0,-14-278-265 0 0,6 574-167 0 0,-45 0-1204 0 0,-26 126 1407 0 0,62 224 1005 0 0,3-807-1078 0 0,-11 745 155 0 0,3-548-246 0 0,-2 71-195 0 0,-24-1 58 0 0,19-298-91 0 0,-25 263-1597 0 0,39-347 1620 0 0,0 0 0 0 0,1 0 1 0 0,0 0-1 0 0,6 26 0 0 0,2-17-2166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20.6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7 626 3679 0 0,'0'0'1'0'0,"0"0"1"0"0,-1 0-1 0 0,1 0 0 0 0,0 0 0 0 0,0 0 0 0 0,-1 0 0 0 0,1 0 0 0 0,0 0 0 0 0,0 0 0 0 0,-1 0 0 0 0,1 0 0 0 0,0 0 0 0 0,0 0 0 0 0,-1 0 0 0 0,1 1 0 0 0,0-1 0 0 0,0 0 0 0 0,-1 0 0 0 0,1 0 1 0 0,0 0-1 0 0,0 0 0 0 0,0 1 0 0 0,0-1 0 0 0,-1 0 0 0 0,1 0 0 0 0,0 0 0 0 0,0 1 0 0 0,0-1 0 0 0,0 0 0 0 0,0 0 0 0 0,-1 1 0 0 0,1-1 0 0 0,0 0 0 0 0,0 0 0 0 0,0 1 0 0 0,0-1 0 0 0,0 0 1 0 0,0 1-1 0 0,9 6-310 0 0,18 3 110 0 0,-11-6 197 0 0,1-1 0 0 0,-1 0 0 0 0,0-1 0 0 0,1-1 0 0 0,23-1 0 0 0,85-12 971 0 0,-105 9-674 0 0,737-57 4545 0 0,-476 55-3912 0 0,20-1 414 0 0,100-5-680 0 0,-76 3-654 0 0,-64 0 195 0 0,186-8 716 0 0,333-41-234 0 0,124-6-746 0 0,-559 48 51 0 0,958-51-116 0 0,-734 33 42 0 0,-239 17 23 0 0,-91 5 62 0 0,90-1-1 0 0,-116 5 0 0 0,194-3 0 0 0,-80 3 0 0 0,161-4 0 0 0,268-9 11 0 0,-467 15 44 0 0,-34 1-57 0 0,302-7 2 0 0,28-4-400 0 0,-49 1-224 0 0,-253 8 424 0 0,776-12 200 0 0,-984 17 0 0 0,411-2 0 0 0,289-6 0 0 0,271-27 75 0 0,-827 30-40 0 0,522-21 415 0 0,-699 25-499 0 0,7-1-342 0 0,95-15 1 0 0,-142 17 223 0 0,20-5-728 0 0,-21 6 827 0 0,-1 0 1 0 0,0-1-1 0 0,1 1 1 0 0,-1 0-1 0 0,0 0 1 0 0,1 0-1 0 0,-1 0 1 0 0,0 0-1 0 0,0-1 1 0 0,1 1-1 0 0,-1 0 1 0 0,0 0-1 0 0,1 0 1 0 0,-1-1-1 0 0,0 1 1 0 0,0 0 0 0 0,0-1-1 0 0,1 1 1 0 0,-1 0-1 0 0,0 0 1 0 0,0-1-1 0 0,0 1 1 0 0,0 0-1 0 0,1-1 1 0 0,-1 1-1 0 0,0 0 1 0 0,0-1-1 0 0,0 1 1 0 0,0 0-1 0 0,0-1 1 0 0,0 1-1 0 0,0 0 1 0 0,0-1-1 0 0,0 1 1 0 0,0 0-1 0 0,0-1 1 0 0,0 1-1 0 0,0 0 1 0 0,-1-1-1 0 0,1 1 1 0 0,0 0-1 0 0,0-1 1 0 0,0 1-1 0 0,0 0 1 0 0,-1-1-1 0 0,1 1 1 0 0,0 0-1 0 0,0 0 1 0 0,0-1-1 0 0,-1 1 1 0 0,1 0-1 0 0,0 0 1 0 0,0-1-1 0 0,-1 1 1 0 0,0 0-1 0 0,-5-5-2780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21.0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68 15 3679 0 0,'-1'-3'57'0'0,"-2"-9"257"0"0,14 15-609 0 0,2 4 1396 0 0,-1-1-1 0 0,21 16 1 0 0,-10-7-300 0 0,2-1 0 0 0,0-1 0 0 0,1-1 0 0 0,42 14 0 0 0,-22-9 364 0 0,94 33 359 0 0,-139-50-1514 0 0,0 0 0 0 0,0 0 0 0 0,-1 1 0 0 0,1-1 0 0 0,0 0-1 0 0,0 1 1 0 0,-1-1 0 0 0,1 0 0 0 0,0 1 0 0 0,-1-1 0 0 0,1 1 0 0 0,0 0-1 0 0,-1-1 1 0 0,1 1 0 0 0,-1-1 0 0 0,1 1 0 0 0,-1 0 0 0 0,1-1 0 0 0,-1 1-1 0 0,1 0 1 0 0,-1-1 0 0 0,1 3 0 0 0,-1-3 1 0 0,-1 1 1 0 0,1 0-1 0 0,0 0 1 0 0,0-1 0 0 0,0 1-1 0 0,-1 0 1 0 0,1-1-1 0 0,0 1 1 0 0,-1 0-1 0 0,1-1 1 0 0,0 1-1 0 0,-1 0 1 0 0,1-1-1 0 0,-1 1 1 0 0,1-1-1 0 0,-1 1 1 0 0,1-1-1 0 0,-1 1 1 0 0,0 0-1 0 0,-5 3 42 0 0,1-1 0 0 0,-1 0-1 0 0,0 0 1 0 0,-8 3-1 0 0,-50 19 178 0 0,-119 43-140 0 0,127-51-614 0 0,-57 27-1 0 0,74-26-4402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22.14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186 55 4143 0 0,'1'-55'4814'0'0,"-2"62"-4111"0"0,-1 0 0 0 0,0-1 0 0 0,-5 13 1 0 0,-1 2-447 0 0,-15 41-207 0 0,-37 70 0 0 0,10-23-194 0 0,42-91 135 0 0,1-2-23 0 0,-11 32 1 0 0,18-48 31 0 0,0 0 0 0 0,0 0 0 0 0,0 1 0 0 0,0-1 0 0 0,0 0-1 0 0,0 0 1 0 0,0 0 0 0 0,0 0 0 0 0,0 1 0 0 0,0-1 0 0 0,0 0 0 0 0,-1 0 0 0 0,1 0-1 0 0,0 1 1 0 0,0-1 0 0 0,0 0 0 0 0,0 0 0 0 0,0 0 0 0 0,1 0 0 0 0,-1 1-1 0 0,0-1 1 0 0,0 0 0 0 0,0 0 0 0 0,0 0 0 0 0,0 1 0 0 0,0-1 0 0 0,0 0-1 0 0,0 0 1 0 0,0 0 0 0 0,0 0 0 0 0,0 1 0 0 0,1-1 0 0 0,-1 0 0 0 0,0 0-1 0 0,0 0 1 0 0,0 0 0 0 0,0 0 0 0 0,0 0 0 0 0,1 0 0 0 0,-1 1 0 0 0,0-1-1 0 0,0 0 1 0 0,10-4-15 0 0,6-10-24 0 0,2-6-160 0 0,-1-1-1 0 0,-2-1 1 0 0,0 0-1 0 0,14-30 1 0 0,39-102 189 0 0,-39 83 824 0 0,-16 48 63 0 0,-13 23-851 0 0,0-1 0 0 0,0 1 0 0 0,1 0 0 0 0,-1-1 1 0 0,0 1-1 0 0,0 0 0 0 0,1 0 0 0 0,-1-1 0 0 0,0 1 0 0 0,1 0 0 0 0,-1 0 0 0 0,0-1 0 0 0,1 1 1 0 0,-1 0-1 0 0,1 0 0 0 0,-1 0 0 0 0,0-1 0 0 0,1 1 0 0 0,-1 0 0 0 0,0 0 0 0 0,2 0 0 0 0,-2 0-4 0 0,0 1-1 0 0,1-1 0 0 0,-1 1 1 0 0,1-1-1 0 0,-1 0 0 0 0,0 1 0 0 0,0-1 1 0 0,1 1-1 0 0,-1-1 0 0 0,0 1 1 0 0,0-1-1 0 0,1 1 0 0 0,-1-1 1 0 0,0 1-1 0 0,0-1 0 0 0,0 1 0 0 0,0-1 1 0 0,0 1-1 0 0,0-1 0 0 0,0 1 1 0 0,0 0-1 0 0,0 0 0 0 0,1 6 13 0 0,17 129 927 0 0,-13-116-1145 0 0,0 0 0 0 0,1-1 0 0 0,0 0 0 0 0,19 34 0 0 0,-6-20-4723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24.2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70 43 6447 0 0,'-1'-1'47'0'0,"0"1"0"0"0,0-1 0 0 0,1 0-1 0 0,-1 1 1 0 0,0 0 0 0 0,0-1 0 0 0,0 1-1 0 0,0 0 1 0 0,0-1 0 0 0,0 1 0 0 0,0 0-1 0 0,0 0 1 0 0,0 0 0 0 0,0 0 0 0 0,0 0-1 0 0,0 0 1 0 0,0 0 0 0 0,0 0 0 0 0,0 0-1 0 0,0 0 1 0 0,0 1 0 0 0,0-1-1 0 0,0 0 1 0 0,0 1 0 0 0,0-1 0 0 0,0 1-1 0 0,-2 0 1 0 0,1 1 17 0 0,0-1-1 0 0,0 0 1 0 0,0 1-1 0 0,0-1 1 0 0,0 1-1 0 0,0 0 1 0 0,0 0-1 0 0,0 0 1 0 0,-2 4-1 0 0,1-1 146 0 0,0 1-1 0 0,0 0 0 0 0,0 0 1 0 0,1 0-1 0 0,-1 7 0 0 0,2-12-171 0 0,1 0 1 0 0,0 0-1 0 0,0 0 0 0 0,-1 0 0 0 0,1 0 0 0 0,0 0 0 0 0,0 0 0 0 0,0 0 1 0 0,0 0-1 0 0,1 0 0 0 0,-1 0 0 0 0,0 0 0 0 0,0 0 0 0 0,0 0 0 0 0,1 0 0 0 0,-1 0 1 0 0,1 0-1 0 0,-1 0 0 0 0,0-1 0 0 0,1 1 0 0 0,0 0 0 0 0,-1 0 0 0 0,1 0 1 0 0,-1-1-1 0 0,1 1 0 0 0,0 0 0 0 0,0-1 0 0 0,-1 1 0 0 0,1 0 0 0 0,0-1 0 0 0,0 1 1 0 0,0-1-1 0 0,0 1 0 0 0,0-1 0 0 0,-1 0 0 0 0,1 1 0 0 0,0-1 0 0 0,0 0 0 0 0,0 0 1 0 0,0 0-1 0 0,0 0 0 0 0,2 1 0 0 0,3-1-27 0 0,0 0 1 0 0,0 0-1 0 0,-1-1 1 0 0,1 0-1 0 0,0 1 1 0 0,0-2-1 0 0,-1 1 1 0 0,1-1-1 0 0,0 0 1 0 0,-1 0-1 0 0,0-1 1 0 0,10-5-1 0 0,-12 7-9 0 0,-1-1 1 0 0,0 1-1 0 0,0-1 1 0 0,0 1-1 0 0,-1-1 0 0 0,1 0 1 0 0,0 0-1 0 0,0 0 1 0 0,-1 0-1 0 0,0 0 1 0 0,1 0-1 0 0,-1 0 0 0 0,0 0 1 0 0,0-1-1 0 0,0 1 1 0 0,0-1-1 0 0,0 1 0 0 0,-1 0 1 0 0,1-1-1 0 0,-1 1 1 0 0,1-1-1 0 0,-1 1 1 0 0,0-1-1 0 0,0 1 0 0 0,0-1 1 0 0,-1 0-1 0 0,1 1 1 0 0,0-1-1 0 0,-1 1 0 0 0,0 0 1 0 0,0-1-1 0 0,-1-3 1 0 0,1 4 15 0 0,0 0 0 0 0,0-1 0 0 0,0 1 0 0 0,-1 0 0 0 0,1 0 0 0 0,0 0 0 0 0,-1 0 0 0 0,0 0 1 0 0,1 0-1 0 0,-1 1 0 0 0,0-1 0 0 0,0 0 0 0 0,0 1 0 0 0,0-1 0 0 0,0 1 0 0 0,-1 0 0 0 0,1 0 0 0 0,0 0 0 0 0,-1 0 1 0 0,1 0-1 0 0,0 0 0 0 0,-1 1 0 0 0,1-1 0 0 0,-1 1 0 0 0,1 0 0 0 0,-1 0 0 0 0,1-1 0 0 0,-1 2 0 0 0,1-1 0 0 0,-1 0 1 0 0,1 0-1 0 0,-1 1 0 0 0,1-1 0 0 0,-1 1 0 0 0,1 0 0 0 0,0 0 0 0 0,-1 0 0 0 0,-3 2 0 0 0,3 0-4 0 0,0-1 0 0 0,0 0 0 0 0,0 1 0 0 0,1-1 0 0 0,-1 1 0 0 0,1 0 0 0 0,0 0-1 0 0,-3 3 1 0 0,5-5-10 0 0,-1 0 0 0 0,1 0 0 0 0,-1 0-1 0 0,1 0 1 0 0,0 0 0 0 0,-1 0 0 0 0,1 0 0 0 0,0 0-1 0 0,0 0 1 0 0,0 0 0 0 0,-1 0 0 0 0,1 0 0 0 0,1 1-1 0 0,-1-1 1 0 0,0 0 0 0 0,0 0 0 0 0,0 0 0 0 0,0 0-1 0 0,1 0 1 0 0,-1 0 0 0 0,1 0 0 0 0,-1 0-1 0 0,0 0 1 0 0,1 0 0 0 0,0 0 0 0 0,-1 0 0 0 0,1 0-1 0 0,0 0 1 0 0,-1-1 0 0 0,1 1 0 0 0,0 0 0 0 0,1 1-1 0 0,1 0-2 0 0,0 0 0 0 0,1 0 0 0 0,-1-1 0 0 0,1 1 0 0 0,-1-1 0 0 0,1 0 0 0 0,0 1 0 0 0,0-2 0 0 0,-1 1 0 0 0,1 0 0 0 0,0-1 0 0 0,0 1 0 0 0,0-1 0 0 0,7-1 0 0 0,-3 0 0 0 0,1 0 0 0 0,-1 0 0 0 0,0-1 0 0 0,0 0 0 0 0,-1 0 0 0 0,10-4 0 0 0,-16 5 10 0 0,0 1 0 0 0,1-1-1 0 0,-1 1 1 0 0,0-1 0 0 0,0 0 0 0 0,1 0-1 0 0,-1 0 1 0 0,0 1 0 0 0,0-1-1 0 0,0 0 1 0 0,0 0 0 0 0,0 0 0 0 0,0-1-1 0 0,-1 1 1 0 0,1 0 0 0 0,0 0-1 0 0,0 0 1 0 0,-1-1 0 0 0,1 1 0 0 0,-1 0-1 0 0,1-2 1 0 0,-1 1 1 0 0,0 1 0 0 0,0 0 0 0 0,0 0 1 0 0,-1 0-1 0 0,1 0 0 0 0,0 0 0 0 0,-1 0 0 0 0,1 0 0 0 0,-1 0 1 0 0,1 0-1 0 0,-1 0 0 0 0,1 1 0 0 0,-1-1 0 0 0,0 0 0 0 0,1 0 1 0 0,-1 0-1 0 0,0 1 0 0 0,0-1 0 0 0,0 0 0 0 0,1 1 0 0 0,-1-1 1 0 0,0 0-1 0 0,0 1 0 0 0,0-1 0 0 0,0 1 0 0 0,0 0 0 0 0,0-1 0 0 0,-2 1 1 0 0,0-1 132 0 0,-1 0 0 0 0,0 0 0 0 0,0 0 0 0 0,0 1 1 0 0,0 0-1 0 0,0 0 0 0 0,0 0 0 0 0,0 0 0 0 0,0 0 1 0 0,0 1-1 0 0,0 0 0 0 0,0 0 0 0 0,0 0 1 0 0,1 0-1 0 0,-1 1 0 0 0,-4 1 0 0 0,7-2-119 0 0,-1 0-1 0 0,1-1 1 0 0,-1 1 0 0 0,0 0 0 0 0,1 0-1 0 0,0 0 1 0 0,-1 0 0 0 0,1 1-1 0 0,0-1 1 0 0,-1 0 0 0 0,1 0-1 0 0,0 1 1 0 0,0-1 0 0 0,0 1-1 0 0,0-1 1 0 0,0 1 0 0 0,1-1-1 0 0,-1 1 1 0 0,0 0 0 0 0,1-1-1 0 0,-1 1 1 0 0,1 0 0 0 0,-1 0-1 0 0,1-1 1 0 0,0 1 0 0 0,0 0-1 0 0,0 0 1 0 0,0-1 0 0 0,0 1-1 0 0,0 0 1 0 0,0 0 0 0 0,1 0 0 0 0,-1-1-1 0 0,1 1 1 0 0,-1 0 0 0 0,1-1-1 0 0,1 3 1 0 0,4 12-1264 0 0,-3-7-4137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25.0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16 238 5063 0 0,'-2'-12'634'0'0,"1"11"0"0"0,1 8 732 0 0,9 100 2266 0 0,-3-61-3158 0 0,-3-15-407 0 0,24 159 406 0 0,-27-188-472 0 0,1 0-1 0 0,-1 0 0 0 0,1-1 1 0 0,-1 1-1 0 0,1 0 0 0 0,0-1 1 0 0,0 1-1 0 0,0-1 0 0 0,0 1 1 0 0,0-1-1 0 0,2 3 0 0 0,-3-4 0 0 0,0 0 0 0 0,1 0 0 0 0,-1 0 0 0 0,0 1 0 0 0,0-1-1 0 0,1 0 1 0 0,-1 0 0 0 0,0 0 0 0 0,0 0 0 0 0,1 0 0 0 0,-1 0-1 0 0,0 1 1 0 0,1-1 0 0 0,-1 0 0 0 0,0 0 0 0 0,1 0 0 0 0,-1 0 0 0 0,0 0-1 0 0,1 0 1 0 0,-1 0 0 0 0,0 0 0 0 0,0 0 0 0 0,1 0 0 0 0,-1-1-1 0 0,1 1 1 0 0,-1 0-1 0 0,1-1 0 0 0,0 1 0 0 0,-1-1 0 0 0,1 1 0 0 0,0-1 0 0 0,-1 0 0 0 0,1 1 0 0 0,-1-1 0 0 0,1 0 0 0 0,-1 1 0 0 0,0-1 0 0 0,1 0-1 0 0,-1 0 1 0 0,1-1 0 0 0,1-5-51 0 0,0 0 1 0 0,0-1-1 0 0,-1 1 0 0 0,0-1 0 0 0,0 1 0 0 0,-1-1 0 0 0,0 0 0 0 0,-1-12 1 0 0,-14-63-72 0 0,13 73 126 0 0,-27-111 165 0 0,-14-70 1225 0 0,42 187-1300 0 0,0 2 17 0 0,1-1 0 0 0,-1 0 0 0 0,1 0 0 0 0,-1 0 0 0 0,1 0 0 0 0,0 0 0 0 0,1-4 0 0 0,11 20 206 0 0,34 49-316 0 0,-34-49 0 0 0,0 0 0 0 0,0 0 0 0 0,1-2 0 0 0,1 1 0 0 0,28 17 0 0 0,-37-27 0 0 0,0 1 0 0 0,0-1 0 0 0,0 0 0 0 0,0-1 0 0 0,0 1 0 0 0,0-1 0 0 0,0 0 0 0 0,1 0 0 0 0,-1 0 0 0 0,7-1 0 0 0,-8 0 0 0 0,1-1 0 0 0,-1 0 0 0 0,0 1 0 0 0,0-1 0 0 0,0-1 0 0 0,0 1 0 0 0,0-1 0 0 0,0 0 0 0 0,-1 1 0 0 0,1-2 0 0 0,0 1 0 0 0,-1 0 0 0 0,1-1 0 0 0,4-4 0 0 0,-4 2 46 0 0,0 1 0 0 0,0 0 0 0 0,-1-1 0 0 0,1 0 0 0 0,-1 0 0 0 0,0 0 0 0 0,-1 0 0 0 0,1 0-1 0 0,-1-1 1 0 0,0 1 0 0 0,0-1 0 0 0,-1 1 0 0 0,0-1 0 0 0,0 0 0 0 0,0 1 0 0 0,0-1 0 0 0,-1 0 0 0 0,0 0 0 0 0,0 0 0 0 0,-2-9-1 0 0,-3-7 224 0 0,0 0 0 0 0,-1 0 0 0 0,-17-40 0 0 0,20 56-261 0 0,3 6-6 0 0,0 0 1 0 0,0 0-1 0 0,0 0 0 0 0,0 0 0 0 0,0 0 0 0 0,0 0 1 0 0,0 0-1 0 0,0 0 0 0 0,0 0 0 0 0,0 0 0 0 0,0 0 1 0 0,0 0-1 0 0,0 0 0 0 0,0 0 0 0 0,0 0 0 0 0,-1 1 1 0 0,1-1-1 0 0,0 0 0 0 0,0 0 0 0 0,0 0 0 0 0,0 0 1 0 0,0 0-1 0 0,0 0 0 0 0,0 0 0 0 0,0 0 0 0 0,0 0 1 0 0,0 0-1 0 0,0 0 0 0 0,0 0 0 0 0,0 0 0 0 0,0-1 1 0 0,0 1-1 0 0,0 0 0 0 0,-1 0 0 0 0,1 0 0 0 0,0 0 1 0 0,0 0-1 0 0,0 0 0 0 0,0 0 0 0 0,0 0 0 0 0,0 0 1 0 0,0 0-1 0 0,0 0 0 0 0,0 0 0 0 0,0 0 0 0 0,0 0 1 0 0,0 0-1 0 0,0 0 0 0 0,0 0 0 0 0,0 0 1 0 0,0 0-1 0 0,0 0 0 0 0,0 0 0 0 0,0 0 0 0 0,0-1 1 0 0,0 1-1 0 0,0 0 0 0 0,0 0 0 0 0,0 0 0 0 0,0 0 0 0 0,-2 9 107 0 0,2 10 80 0 0,5 15 298 0 0,13 54-1 0 0,-14-73-434 0 0,2 0-1 0 0,-1 0 1 0 0,2 0 0 0 0,0-1-1 0 0,16 25 1 0 0,-11-24-1329 0 0,1-3-4841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31.90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1 0 2639 0 0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32.0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 1 6911 0 0,'-9'19'608'0'0,"4"-10"-480"0"0,2 2-128 0 0,2-2 0 0 0,2-2 0 0 0,-1-2 0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33.07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2 133 9671 0 0,'0'0'85'0'0,"0"0"0"0"0,0 0 0 0 0,0 0 0 0 0,0-1 0 0 0,0 1 0 0 0,-1 0-1 0 0,1 0 1 0 0,0 0 0 0 0,0 0 0 0 0,0 0 0 0 0,0 0 0 0 0,0 0 0 0 0,0 0-1 0 0,0-1 1 0 0,0 1 0 0 0,0 0 0 0 0,0 0 0 0 0,0 0 0 0 0,0 0 0 0 0,0 0-1 0 0,0-1 1 0 0,0 1 0 0 0,0 0 0 0 0,0 0 0 0 0,0 0 0 0 0,0 0 0 0 0,0 0-1 0 0,0 0 1 0 0,0-1 0 0 0,0 1 0 0 0,0 0 0 0 0,0 0 0 0 0,0 0 0 0 0,0 0 0 0 0,0 0-1 0 0,1 0 1 0 0,-1 0 0 0 0,0 0 0 0 0,0-1 0 0 0,0 1 0 0 0,0 0 0 0 0,7-7 1134 0 0,12-7-1352 0 0,-17 12 353 0 0,12-9 82 0 0,1 1 0 0 0,0 0 0 0 0,0 1 0 0 0,1 1 0 0 0,1 0 1 0 0,28-9-1 0 0,-39 16-243 0 0,-1 0 1 0 0,0-1-1 0 0,0 2 1 0 0,0-1-1 0 0,1 1 1 0 0,-1-1-1 0 0,0 1 1 0 0,1 1-1 0 0,-1-1 1 0 0,0 1-1 0 0,1 0 1 0 0,-1 0-1 0 0,0 0 1 0 0,0 1-1 0 0,0 0 1 0 0,0 0-1 0 0,0 0 1 0 0,-1 1-1 0 0,1 0 1 0 0,-1-1-1 0 0,1 2 1 0 0,-1-1-1 0 0,0 0 1 0 0,0 1-1 0 0,0 0 1 0 0,3 4-1 0 0,0 1-71 0 0,-1 0 1 0 0,0 0-1 0 0,0 0 0 0 0,-1 1 0 0 0,0 0 0 0 0,-1 0 0 0 0,0 0 0 0 0,-1 0 0 0 0,0 0 1 0 0,0 1-1 0 0,-1 0 0 0 0,-1 0 0 0 0,0-1 0 0 0,0 1 0 0 0,-1 0 0 0 0,0 0 1 0 0,-1 0-1 0 0,0 0 0 0 0,-1-1 0 0 0,0 1 0 0 0,-1-1 0 0 0,0 1 0 0 0,-1-1 1 0 0,0 0-1 0 0,0 0 0 0 0,-1 0 0 0 0,0-1 0 0 0,-11 15 0 0 0,-5 3-156 0 0,-37 36 0 0 0,65-72-142 0 0,-1 1 1 0 0,9-16-1 0 0,1-1-274 0 0,15-20 61 0 0,-3-1 1 0 0,-1-1 0 0 0,-3-2-1 0 0,-2 0 1 0 0,22-71-1 0 0,-43 117 597 0 0,5-21 204 0 0,-6 23-191 0 0,0-1 0 0 0,0 1 0 0 0,1 0 0 0 0,-1 0 1 0 0,0 0-1 0 0,0 0 0 0 0,0-1 0 0 0,-1 1 0 0 0,1 0 0 0 0,0 0 0 0 0,0 0 0 0 0,0 0 1 0 0,-1 0-1 0 0,1 0 0 0 0,-1-1 0 0 0,1 1 0 0 0,-2-1 0 0 0,2 2-30 0 0,-1 0 0 0 0,1 0 0 0 0,-1 0 0 0 0,1 0 0 0 0,-1 0 0 0 0,1 0 0 0 0,-1 0 0 0 0,1 0 0 0 0,-1 0 0 0 0,1 0 0 0 0,-1 0 1 0 0,1 0-1 0 0,-1 0 0 0 0,1 0 0 0 0,-1 0 0 0 0,1 1 0 0 0,-1-1 0 0 0,1 0 0 0 0,-1 0 0 0 0,1 1 0 0 0,0-1 0 0 0,-1 0 0 0 0,1 1 0 0 0,-1-1 0 0 0,1 0 0 0 0,0 1 0 0 0,-1-1 0 0 0,1 1 0 0 0,-1 0 0 0 0,-13 16 452 0 0,12-15-459 0 0,-10 13-53 0 0,1 0 0 0 0,1 1 0 0 0,0 1 0 0 0,1 0 0 0 0,1 0 0 0 0,-10 31 0 0 0,15-41 3 0 0,1 1 0 0 0,0 0-1 0 0,1-1 1 0 0,-1 1 0 0 0,2 0-1 0 0,-1 0 1 0 0,1 0 0 0 0,0 0-1 0 0,1 0 1 0 0,0 0 0 0 0,0 0-1 0 0,1-1 1 0 0,0 1 0 0 0,0 0-1 0 0,0-1 1 0 0,1 1 0 0 0,1-1-1 0 0,6 12 1 0 0,-6-14 26 0 0,-1-2 1 0 0,0 1-1 0 0,1 0 0 0 0,0-1 1 0 0,0 0-1 0 0,0 1 0 0 0,0-2 1 0 0,0 1-1 0 0,1 0 0 0 0,-1-1 1 0 0,1 0-1 0 0,0 0 0 0 0,0 0 1 0 0,0-1-1 0 0,0 1 0 0 0,0-1 1 0 0,0-1-1 0 0,0 1 0 0 0,0-1 1 0 0,9 0-1 0 0,-3 0-346 0 0,0-1-1 0 0,-1 0 1 0 0,1-1 0 0 0,0 0 0 0 0,-1-1-1 0 0,1 0 1 0 0,-1-1 0 0 0,18-8 0 0 0,-18 5-946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33.2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8 173 8751 0 0,'-4'-7'384'0'0,"1"1"88"0"0,3 1-376 0 0,1 1-96 0 0,2 1 0 0 0,2 1 0 0 0,-1-1 136 0 0,4-3 16 0 0,4-1 0 0 0,6-5 0 0 0,4-3 48 0 0,5-3 16 0 0,0 1 0 0 0,2 1 0 0 0,-2 1-152 0 0,-2 1-64 0 0,1 2 64 0 0,-4 2-4568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34.5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14 216 3679 0 0,'-4'-17'1022'0'0,"0"-1"-1"0"0,2 0 0 0 0,0 0 0 0 0,0-23 0 0 0,2 35-718 0 0,0 1 0 0 0,1-1-1 0 0,-1 1 1 0 0,1-1 0 0 0,0 1-1 0 0,0 0 1 0 0,1-1 0 0 0,0 1 0 0 0,0 0-1 0 0,0 0 1 0 0,0 0 0 0 0,1 0-1 0 0,0 1 1 0 0,0-1 0 0 0,0 1-1 0 0,1-1 1 0 0,-1 1 0 0 0,7-5 0 0 0,-10 8-292 0 0,0 1 0 0 0,1 0 0 0 0,-1-1 0 0 0,1 1 0 0 0,-1 0 0 0 0,0 0 0 0 0,1-1 0 0 0,-1 1 0 0 0,1 0 1 0 0,-1 0-1 0 0,0 0 0 0 0,1 0 0 0 0,-1-1 0 0 0,1 1 0 0 0,-1 0 0 0 0,1 0 0 0 0,-1 0 0 0 0,1 0 0 0 0,-1 0 0 0 0,1 0 1 0 0,-1 0-1 0 0,1 0 0 0 0,-1 0 0 0 0,0 1 0 0 0,1-1 0 0 0,-1 0 0 0 0,1 0 0 0 0,-1 0 0 0 0,1 0 0 0 0,0 1 0 0 0,-1 0-3 0 0,1 0 0 0 0,0 0 0 0 0,0 0 0 0 0,-1-1 0 0 0,1 1 0 0 0,0 1 0 0 0,-1-1 0 0 0,1 0 0 0 0,-1 0 0 0 0,1 0 0 0 0,-1 2 0 0 0,2 6-26 0 0,0-1 0 0 0,-1 15 1 0 0,0-18 35 0 0,2 51-89 0 0,5 54-199 0 0,-6-95 222 0 0,1 1-1 0 0,1-1 1 0 0,0-1 0 0 0,0 1 0 0 0,8 15 0 0 0,-10-26 42 0 0,0 0 0 0 0,1 0 0 0 0,-1 0 0 0 0,1 0-1 0 0,0-1 1 0 0,0 1 0 0 0,0-1 0 0 0,0 1 0 0 0,1-1-1 0 0,4 3 1 0 0,-6-5 4 0 0,0 1 0 0 0,0-1 0 0 0,0 0 0 0 0,0 0 0 0 0,0-1 0 0 0,1 1 0 0 0,-1 0 0 0 0,0-1 0 0 0,1 1 0 0 0,-1-1 0 0 0,0 0 0 0 0,1 0 0 0 0,-1 0 0 0 0,1 0 0 0 0,-1 0 0 0 0,0 0 0 0 0,1-1 0 0 0,-1 1 0 0 0,0-1 0 0 0,1 1 0 0 0,2-2 0 0 0,1-1 5 0 0,0-1-1 0 0,0 1 0 0 0,0-1 0 0 0,0 0 0 0 0,-1 0 1 0 0,1-1-1 0 0,-1 0 0 0 0,-1 0 0 0 0,1 0 1 0 0,-1 0-1 0 0,1-1 0 0 0,-1 0 0 0 0,-1 1 0 0 0,1-2 1 0 0,-1 1-1 0 0,0 0 0 0 0,2-9 0 0 0,-2 6 1 0 0,0 0 0 0 0,-1 0 1 0 0,0 0-1 0 0,-1 0 0 0 0,0 0 0 0 0,-1-1 0 0 0,1 1 0 0 0,-2 0 0 0 0,1 0 0 0 0,-1-1 0 0 0,-1 1 0 0 0,-3-13 0 0 0,0 7-15 0 0,4 8 49 0 0,-1 1 0 0 0,0 0 0 0 0,0-1 0 0 0,0 1 0 0 0,-1 0 0 0 0,0 0 0 0 0,-1 0-1 0 0,-7-9 1 0 0,11 14-35 0 0,0 1 1 0 0,0 0-1 0 0,0 0 0 0 0,0-1 0 0 0,-1 1 0 0 0,1 0 0 0 0,0 0 0 0 0,0-1 0 0 0,-1 1 1 0 0,1 0-1 0 0,0 0 0 0 0,0 0 0 0 0,-1 0 0 0 0,1-1 0 0 0,0 1 0 0 0,0 0 1 0 0,-1 0-1 0 0,1 0 0 0 0,0 0 0 0 0,-1 0 0 0 0,1 0 0 0 0,0 0 0 0 0,-1 0 0 0 0,1 0 1 0 0,0 0-1 0 0,0 0 0 0 0,-1 0 0 0 0,1 0 0 0 0,0 0 0 0 0,-1 0 0 0 0,1 0 1 0 0,0 0-1 0 0,-1 0 0 0 0,1 0 0 0 0,-4 12 124 0 0,6 20 81 0 0,-1-29-199 0 0,27 160-8 0 0,-12-82 0 0 0,3 17 0 0 0,12 80 0 0 0,-30-169 0 0 0,6 102-34 0 0,-7-97 29 0 0,0 1 0 0 0,-2-1 0 0 0,1 0 0 0 0,-2 0 0 0 0,-6 23 0 0 0,8-35 5 0 0,0 1 0 0 0,0 0 0 0 0,0-1 0 0 0,0 1 0 0 0,-1-1 0 0 0,1 0 0 0 0,-1 1 0 0 0,0-1 0 0 0,1 0 0 0 0,-1 0 0 0 0,0 0 0 0 0,0 0 0 0 0,0 0 0 0 0,-3 1 0 0 0,4-2 0 0 0,-1 0 0 0 0,1-1 0 0 0,-1 1 0 0 0,1-1 0 0 0,-1 0 0 0 0,1 1 0 0 0,-1-1 0 0 0,1 0 0 0 0,-1 0 0 0 0,1 0 0 0 0,-1 0 0 0 0,1 0 0 0 0,-1 0 0 0 0,1-1 0 0 0,-1 1 0 0 0,1 0 0 0 0,-1-1 0 0 0,1 1 0 0 0,-1-1 0 0 0,1 0 0 0 0,0 1 0 0 0,-1-1 0 0 0,1 0 0 0 0,0 0 0 0 0,0 0 0 0 0,-2-1 0 0 0,-2-3 101 0 0,0 1 1 0 0,1-1-1 0 0,0 1 0 0 0,0-1 0 0 0,0-1 0 0 0,1 1 1 0 0,-1 0-1 0 0,1-1 0 0 0,1 0 0 0 0,-1 0 0 0 0,1 0 1 0 0,0 0-1 0 0,0 0 0 0 0,1 0 0 0 0,-1 0 0 0 0,2-1 1 0 0,-1 1-1 0 0,1 0 0 0 0,0-12 0 0 0,0 10 22 0 0,1 1-1 0 0,0-1 0 0 0,0 0 1 0 0,1 1-1 0 0,0-1 0 0 0,1 1 1 0 0,-1-1-1 0 0,1 1 0 0 0,0 0 1 0 0,1 0-1 0 0,0 1 0 0 0,0-1 1 0 0,1 1-1 0 0,-1 0 1 0 0,1 0-1 0 0,6-6 0 0 0,-8 10-83 0 0,-1 0 0 0 0,1 1 0 0 0,-1-1 0 0 0,1 1 0 0 0,-1-1 0 0 0,6-1 0 0 0,-7 3-102 0 0,0-1 1 0 0,0 1-1 0 0,-1 0 1 0 0,1 0-1 0 0,0-1 1 0 0,0 1-1 0 0,0 0 1 0 0,0 0-1 0 0,-1 0 0 0 0,1 0 1 0 0,0 0-1 0 0,0 0 1 0 0,0 0-1 0 0,-1 1 1 0 0,1-1-1 0 0,0 0 1 0 0,0 0-1 0 0,0 1 0 0 0,-1-1 1 0 0,1 0-1 0 0,0 1 1 0 0,-1-1-1 0 0,1 0 1 0 0,0 1-1 0 0,-1-1 0 0 0,1 1 1 0 0,0 0-1 0 0,-1-1 1 0 0,1 1-1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44.91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51 2759 0 0,'0'-1'123'0'0,"-1"0"0"0"0,1-1 1 0 0,0 1-1 0 0,0 0 0 0 0,0-1 0 0 0,0 1 0 0 0,0-1 0 0 0,0 1 0 0 0,0 0 0 0 0,0-1 0 0 0,0 1 0 0 0,1 0 0 0 0,-1-1 0 0 0,1 1 0 0 0,-1 0 0 0 0,1 0 0 0 0,-1-1 0 0 0,1 1 0 0 0,1-2 0 0 0,-1 1 22 0 0,0 1 1 0 0,0-1-1 0 0,0 1 0 0 0,1-1 1 0 0,-1 1-1 0 0,0-1 1 0 0,1 1-1 0 0,-1 0 0 0 0,1-1 1 0 0,-1 1-1 0 0,1 0 1 0 0,0 0-1 0 0,2-1 0 0 0,0 1 96 0 0,0 1-1 0 0,1-1 0 0 0,-1 1 0 0 0,0-1 0 0 0,0 1 0 0 0,1 1 0 0 0,-1-1 1 0 0,4 1-1 0 0,37 11 1138 0 0,-10-3-880 0 0,-4-4-209 0 0,-6-1-69 0 0,34 10 1 0 0,-53-12-215 0 0,0 0 1 0 0,0 0 0 0 0,0 1-1 0 0,0 0 1 0 0,-1 0-1 0 0,1 0 1 0 0,-1 1 0 0 0,0-1-1 0 0,0 1 1 0 0,8 8-1 0 0,-11-8-2 0 0,1-1-1 0 0,-1 1 1 0 0,0-1-1 0 0,-1 1 1 0 0,1 0 0 0 0,-1 0-1 0 0,1 0 1 0 0,-1 0-1 0 0,0 0 1 0 0,-1 0-1 0 0,1 0 1 0 0,-1 0-1 0 0,1 0 1 0 0,-1 0-1 0 0,0 0 1 0 0,-1 0 0 0 0,1 0-1 0 0,-1 0 1 0 0,0 0-1 0 0,0 0 1 0 0,-3 8-1 0 0,-2 4-4 0 0,-1 0-1 0 0,-1 0 1 0 0,-16 25-1 0 0,6-15 2 0 0,-23 25 0 0 0,9-12 0 0 0,1-2-14 0 0,21-27 13 0 0,1 1 0 0 0,0 0 1 0 0,0 0-1 0 0,1 1 0 0 0,1 0 1 0 0,0 1-1 0 0,-9 21 0 0 0,16-33-4 0 0,0 0 0 0 0,0 0 0 0 0,-1 0-1 0 0,1 0 1 0 0,0 0 0 0 0,0 0-1 0 0,0 0 1 0 0,0-1 0 0 0,0 1 0 0 0,0 0-1 0 0,0 0 1 0 0,0 0 0 0 0,0 0 0 0 0,1 0-1 0 0,-1 0 1 0 0,0 0 0 0 0,0 0 0 0 0,1-1-1 0 0,-1 1 1 0 0,1 0 0 0 0,-1 0-1 0 0,1 1 1 0 0,0-1 3 0 0,1 0 1 0 0,-1-1-1 0 0,0 1 0 0 0,0 0 0 0 0,0 0 0 0 0,1 0 1 0 0,-1-1-1 0 0,1 1 0 0 0,-1-1 0 0 0,0 1 0 0 0,1-1 1 0 0,2 1-1 0 0,4 0 7 0 0,1 0-1 0 0,-1-1 1 0 0,17-1 0 0 0,-21 1-12 0 0,211-28 1226 0 0,-51 5-174 0 0,-131 18-826 0 0,33-10-1 0 0,-37 8 42 0 0,49-6 1 0 0,-76 12-255 0 0,1 1-23 0 0,1 0 1 0 0,0-1-1 0 0,-1 1 0 0 0,1 0 1 0 0,0 1-1 0 0,-1-1 1 0 0,7 2-1 0 0,-10-2-120 0 0,0 1 0 0 0,0-1 1 0 0,0 0-1 0 0,0 1 0 0 0,0-1 0 0 0,0 0 1 0 0,0 0-1 0 0,0 1 0 0 0,-1-1 0 0 0,1 0 1 0 0,0 1-1 0 0,0-1 0 0 0,0 0 0 0 0,0 0 1 0 0,0 1-1 0 0,-1-1 0 0 0,1 0 0 0 0,0 0 1 0 0,0 1-1 0 0,0-1 0 0 0,-1 0 0 0 0,1 0 1 0 0,0 0-1 0 0,0 0 0 0 0,-1 1 0 0 0,1-1 1 0 0,0 0-1 0 0,0 0 0 0 0,-1 0 1 0 0,1 0-1 0 0,-1 0 0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45.5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20 220 919 0 0,'-1'0'46'0'0,"0"0"0"0"0,0-1-1 0 0,0 1 1 0 0,0 0 0 0 0,1 0-1 0 0,-1 0 1 0 0,0-1-1 0 0,0 1 1 0 0,0 0 0 0 0,0-1-1 0 0,1 1 1 0 0,-1-1 0 0 0,0 1-1 0 0,1-1 1 0 0,-1 1-1 0 0,0-1 1 0 0,1 1 0 0 0,-1-1-1 0 0,0 0 1 0 0,1 1 0 0 0,-1-1-1 0 0,1 0 1 0 0,-1 0-1 0 0,1 1 1 0 0,0-1 0 0 0,-1 0-1 0 0,1 0 1 0 0,-1-1 0 0 0,1 0 127 0 0,1 0 0 0 0,-1 0 0 0 0,0 0 0 0 0,0 0 1 0 0,1 0-1 0 0,-1 0 0 0 0,1 0 0 0 0,0 0 0 0 0,0 0 0 0 0,-1 0 1 0 0,3-2-1 0 0,-2 1 72 0 0,1 0 1 0 0,0 0-1 0 0,-1 0 1 0 0,1 0-1 0 0,1 0 1 0 0,-1 1 0 0 0,0-1-1 0 0,1 1 1 0 0,-1-1-1 0 0,1 1 1 0 0,0 0-1 0 0,-1 0 1 0 0,1 0-1 0 0,0 1 1 0 0,0-1-1 0 0,1 1 1 0 0,-1 0 0 0 0,0-1-1 0 0,0 1 1 0 0,1 1-1 0 0,-1-1 1 0 0,0 0-1 0 0,1 1 1 0 0,-1 0-1 0 0,1 0 1 0 0,-1 0-1 0 0,1 0 1 0 0,-1 0 0 0 0,0 1-1 0 0,4 0 1 0 0,19 3 262 0 0,0-2 1 0 0,45-2 0 0 0,53-10 13 0 0,-90 6-416 0 0,-3 1 173 0 0,1-1 0 0 0,-1-2 0 0 0,0-1 0 0 0,0-2 0 0 0,-1-1 0 0 0,0-1 0 0 0,50-27 0 0 0,-67 32-141 0 0,-8 3-86 0 0,0 1 1 0 0,-1-1 0 0 0,1 0 0 0 0,0 0-1 0 0,-1 0 1 0 0,8-8 0 0 0,-12 11-53 0 0,0 0 1 0 0,0 0-1 0 0,0 0 0 0 0,0 0 1 0 0,0 0-1 0 0,0 0 1 0 0,0 0-1 0 0,0 0 0 0 0,0-1 1 0 0,1 1-1 0 0,-1 0 0 0 0,0 0 1 0 0,0 0-1 0 0,0 0 0 0 0,0 0 1 0 0,0 0-1 0 0,0 0 1 0 0,0 0-1 0 0,0 0 0 0 0,0 0 1 0 0,0 0-1 0 0,0 0 0 0 0,0 0 1 0 0,0 0-1 0 0,0 0 1 0 0,0 0-1 0 0,0-1 0 0 0,0 1 1 0 0,0 0-1 0 0,0 0 0 0 0,0 0 1 0 0,0 0-1 0 0,0 0 1 0 0,0 0-1 0 0,0 0 0 0 0,0 0 1 0 0,0 0-1 0 0,0 0 0 0 0,0 0 1 0 0,0 0-1 0 0,0 0 0 0 0,0-1 1 0 0,0 1-1 0 0,0 0 1 0 0,0 0-1 0 0,0 0 0 0 0,0 0 1 0 0,-1 0-1 0 0,1 0 0 0 0,0 0 1 0 0,0 0-1 0 0,0 0 1 0 0,0 0-1 0 0,0 0 0 0 0,0 0 1 0 0,0 0-1 0 0,0 0 0 0 0,0 0 1 0 0,0 0-1 0 0,0 0 1 0 0,0 0-1 0 0,0 0 0 0 0,-7 1 26 0 0,-9 4 2 0 0,7-1-106 0 0,1 1 1 0 0,-1-1-1 0 0,1 2 0 0 0,-1-1 0 0 0,-9 10 1 0 0,2 1-465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59.5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5 1839 0 0,'-4'-4'323'0'0,"3"10"220"0"0,0 1-321 0 0,1-5 6 0 0,-1-1-180 0 0,1 1 0 0 0,-1 0-1 0 0,0-1 1 0 0,1 1-1 0 0,0 0 1 0 0,-1-1-1 0 0,1 1 1 0 0,0 0-1 0 0,0 3 1 0 0,0 2 50 0 0,-3 23 568 0 0,2 0 1 0 0,1 1 0 0 0,1 0-1 0 0,6 31 1 0 0,2 54-58 0 0,-9-97-682 0 0,-1 0 1 0 0,-4 28-1 0 0,2-36-157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59.7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98 3223 0 0,'-2'-6'-292'0'0,"1"4"495"0"0,0 0 1 0 0,0-1-1 0 0,0 1 0 0 0,0 0 1 0 0,0-1-1 0 0,1 1 1 0 0,-1-3-1 0 0,1 4-88 0 0,0 0 1 0 0,0 1 0 0 0,0-1-1 0 0,0 1 1 0 0,1-1-1 0 0,-1 1 1 0 0,0-1 0 0 0,0 0-1 0 0,0 1 1 0 0,1-1-1 0 0,-1 1 1 0 0,0-1 0 0 0,1 1-1 0 0,-1-1 1 0 0,1 1-1 0 0,-1 0 1 0 0,0-1 0 0 0,1 1-1 0 0,-1-1 1 0 0,1 1-1 0 0,-1 0 1 0 0,1-1 0 0 0,-1 1-1 0 0,1 0 1 0 0,-1 0-1 0 0,1-1 1 0 0,0 1 0 0 0,-1 0-1 0 0,1 0 1 0 0,-1 0-1 0 0,1 0 1 0 0,0 0 0 0 0,-1 0-1 0 0,1-1 1 0 0,0 2-1 0 0,34-7 2107 0 0,51-17-1 0 0,-51 13-2186 0 0,45-7 1 0 0,-73 16-213 0 0,0 1 1 0 0,1 0 0 0 0,-1 0-1 0 0,0 0 1 0 0,0 1 0 0 0,1 0-1 0 0,8 3 1 0 0,-4 0-871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3:59.9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0 248 2303 0 0,'1'-1'38'0'0,"-1"-1"-1"0"0,1 0 0 0 0,0 1 0 0 0,-1-1 0 0 0,1 1 1 0 0,0-1-1 0 0,0 1 0 0 0,0-1 0 0 0,0 1 0 0 0,0-1 1 0 0,0 1-1 0 0,0 0 0 0 0,1 0 0 0 0,1-2 0 0 0,23-13 1116 0 0,-9 7-677 0 0,79-57 1710 0 0,-56 37-2313 0 0,2 1 0 0 0,81-40 0 0 0,-105 60-385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0.4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7 4607 0 0,'0'-1'47'0'0,"0"1"-1"0"0,0 0 0 0 0,0-1 1 0 0,-1 1-1 0 0,1-1 1 0 0,0 1-1 0 0,0 0 0 0 0,0 0 1 0 0,-1-1-1 0 0,1 1 0 0 0,0 0 1 0 0,-1-1-1 0 0,1 1 0 0 0,0 0 1 0 0,-1 0-1 0 0,1-1 0 0 0,0 1 1 0 0,-1 0-1 0 0,1 0 1 0 0,0 0-1 0 0,-1 0 0 0 0,1 0 1 0 0,-1 0-1 0 0,1-1 0 0 0,0 1 1 0 0,-1 0-1 0 0,1 0 0 0 0,-1 0 1 0 0,0 0-1 0 0,-11 7 670 0 0,9-4-609 0 0,0 0-1 0 0,0 1 1 0 0,0-1 0 0 0,-3 6-1 0 0,1 3-56 0 0,0-1 0 0 0,0 1 0 0 0,2 1 0 0 0,0-1 0 0 0,0 0 0 0 0,-1 14 1 0 0,-3 13 198 0 0,-16 101 79 0 0,23-139-371 0 0,0-1-1 0 0,0 0 0 0 0,0 0 1 0 0,0 0-1 0 0,0 0 0 0 0,0 1 0 0 0,0-1 1 0 0,0 0-1 0 0,0 0 0 0 0,0 0 1 0 0,0 0-1 0 0,0 0 0 0 0,0 1 1 0 0,0-1-1 0 0,0 0 0 0 0,-1 0 0 0 0,1 0 1 0 0,0 0-1 0 0,0 0 0 0 0,0 1 1 0 0,0-1-1 0 0,0 0 0 0 0,0 0 1 0 0,0 0-1 0 0,0 0 0 0 0,0 0 0 0 0,-1 0 1 0 0,1 0-1 0 0,0 1 0 0 0,0-1 1 0 0,0 0-1 0 0,0 0 0 0 0,0 0 1 0 0,-1 0-1 0 0,1 0 0 0 0,0 0 0 0 0,0 0 1 0 0,0 0-1 0 0,0 0 0 0 0,0 0 1 0 0,-1 0-1 0 0,1 0 0 0 0,0 0 1 0 0,0 0-1 0 0,0 0 0 0 0,0 0 0 0 0,-1 0 1 0 0,1 0-1 0 0,0 0 0 0 0,0 0 1 0 0,0 0-1 0 0,0 0 0 0 0,0 0 1 0 0,-1 0-1 0 0,1 0 0 0 0,0 0 0 0 0,0-1 1 0 0,0 1-1 0 0,0 0 0 0 0,0 0 1 0 0,0 0-1 0 0,0 0 0 0 0,-1 0 1 0 0,1 0-1 0 0,0 0 0 0 0,0-1 0 0 0,-3-3-2220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0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39 2303 0 0,'-5'-9'223'0'0,"3"8"-34"0"0,1-1 0 0 0,-1 0 0 0 0,1 0 0 0 0,0 0 1 0 0,0 0-1 0 0,0 0 0 0 0,0 0 0 0 0,0 0 0 0 0,0 0 0 0 0,0 0 0 0 0,0-4 0 0 0,2 6-90 0 0,-1-1-1 0 0,1 1 0 0 0,0 0 0 0 0,-1-1 0 0 0,1 1 0 0 0,0 0 1 0 0,-1 0-1 0 0,1 0 0 0 0,0 0 0 0 0,-1 0 0 0 0,1 0 0 0 0,0 0 1 0 0,0 0-1 0 0,-1 0 0 0 0,1 0 0 0 0,0 0 0 0 0,-1 0 1 0 0,1 0-1 0 0,0 1 0 0 0,-1-1 0 0 0,1 0 0 0 0,0 0 0 0 0,-1 1 1 0 0,1-1-1 0 0,0 0 0 0 0,0 2 0 0 0,21 8 361 0 0,-1 2 1 0 0,39 29-1 0 0,-50-34-548 0 0,-1 0 0 0 0,0 2-1 0 0,-1-1 1 0 0,0 1 0 0 0,0 0 0 0 0,-1 1-1 0 0,0-1 1 0 0,9 17 0 0 0,-15-22-190 0 0,1-1 0 0 0,-1 1 0 0 0,0 0 0 0 0,1 0 0 0 0,0 8 0 0 0,-2-3-565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0.8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1 224 919 0 0,'0'-1'59'0'0,"0"1"0"0"0,0-1 0 0 0,0 1 0 0 0,0-1 0 0 0,0 1 0 0 0,0-1 0 0 0,0 1-1 0 0,0-1 1 0 0,0 1 0 0 0,0-1 0 0 0,0 1 0 0 0,0 0 0 0 0,0-1 0 0 0,0 1-1 0 0,0-1 1 0 0,1 1 0 0 0,-1-1 0 0 0,0 1 0 0 0,0-1 0 0 0,0 1 0 0 0,1 0 0 0 0,-1-1-1 0 0,0 1 1 0 0,1-1 0 0 0,-1 1 0 0 0,0 0 0 0 0,1-1 0 0 0,0 1 0 0 0,13-15 1860 0 0,-12 14-1919 0 0,36-31 1588 0 0,1 3 1 0 0,76-44-1 0 0,-77 50-1413 0 0,-4 3-732 0 0,-1 2-2621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1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46 4607 0 0,'0'-45'904'0'0,"-5"63"52"0"0,-11 23 0 0 0,16-40-930 0 0,-29 73-24 0 0,-38 90 236 0 0,47-120-143 0 0,-42 66 0 0 0,58-104-248 0 0,-1 0 0 0 0,1 0-1 0 0,-1-1 1 0 0,-1 1 0 0 0,1-1-1 0 0,-8 5 1 0 0,7-5-254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1.5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6 2759 0 0,'0'0'21'0'0,"0"0"-1"0"0,0 0 0 0 0,0 0 0 0 0,0-1 0 0 0,-1 1 0 0 0,1 0 0 0 0,0 0 0 0 0,0 0 0 0 0,0 0 0 0 0,0 0 1 0 0,0 0-1 0 0,0 0 0 0 0,0 0 0 0 0,0 0 0 0 0,0 0 0 0 0,0 0 0 0 0,0-1 0 0 0,-1 1 0 0 0,1 0 0 0 0,0 0 1 0 0,0 0-1 0 0,0 0 0 0 0,0 0 0 0 0,0 0 0 0 0,0 0 0 0 0,0-1 0 0 0,0 1 0 0 0,0 0 0 0 0,0 0 0 0 0,0 0 1 0 0,0 0-1 0 0,0 0 0 0 0,0 0 0 0 0,0 0 0 0 0,0-1 0 0 0,0 1 0 0 0,0 0 0 0 0,0 0 0 0 0,0 0 1 0 0,1 0-1 0 0,-1 0 0 0 0,0 0 0 0 0,0 0 0 0 0,0 0 0 0 0,0-1 0 0 0,8 1 804 0 0,18 4 380 0 0,-14-2-851 0 0,5 0 108 0 0,-1 0 1 0 0,0 1-1 0 0,0 0 1 0 0,26 10-1 0 0,-36-10-434 0 0,-1-1 0 0 0,1 1-1 0 0,-1 0 1 0 0,0 0-1 0 0,0 1 1 0 0,0-1 0 0 0,-1 1-1 0 0,1 0 1 0 0,-1 1-1 0 0,0-1 1 0 0,0 1 0 0 0,0-1-1 0 0,-1 1 1 0 0,0 0-1 0 0,0 1 1 0 0,3 6 0 0 0,2 10-1162 0 0,10 41 1 0 0,-13-42-551 0 0,-8-27 1111 0 0,-1 0-1 0 0,1 0 1 0 0,-8-9-1 0 0,-3-4-199 0 0,1-1 807 0 0,6 11 61 0 0,1 0 0 0 0,0 0 1 0 0,1 0-1 0 0,0-1 1 0 0,1 0-1 0 0,-5-15 1 0 0,9 24 51 0 0,-1 0 1 0 0,1 0 0 0 0,0-1-1 0 0,0 1 1 0 0,0 0-1 0 0,0 0 1 0 0,0-1 0 0 0,0 1-1 0 0,0 0 1 0 0,0-1-1 0 0,1 1 1 0 0,-1 0 0 0 0,0 0-1 0 0,1 0 1 0 0,-1-1-1 0 0,1 1 1 0 0,0 0-1 0 0,-1 0 1 0 0,1 0 0 0 0,1-1-1 0 0,-1 0 59 0 0,1 0-1 0 0,0 0 1 0 0,0 1-1 0 0,0-1 1 0 0,0 1-1 0 0,1 0 0 0 0,-1-1 1 0 0,0 1-1 0 0,5-1 1 0 0,3-1 79 0 0,0 0 0 0 0,1 1-1 0 0,19-2 1 0 0,-25 3-559 0 0,1 1-1 0 0,-1-1 0 0 0,0 1 0 0 0,1 0 0 0 0,-1 0 1 0 0,1 1-1 0 0,-1-1 0 0 0,1 1 0 0 0,-1 1 0 0 0,0-1 1 0 0,0 1-1 0 0,9 3 0 0 0,3 8-1587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1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144 7 4143 0 0,'0'0'17'0'0,"0"-1"0"0"0,0 1-1 0 0,0 0 1 0 0,0-1-1 0 0,-1 1 1 0 0,1 0-1 0 0,0 0 1 0 0,0-1-1 0 0,0 1 1 0 0,0 0 0 0 0,-1 0-1 0 0,1-1 1 0 0,0 1-1 0 0,0 0 1 0 0,0 0-1 0 0,-1-1 1 0 0,1 1 0 0 0,0 0-1 0 0,0 0 1 0 0,-1 0-1 0 0,1 0 1 0 0,0-1-1 0 0,-1 1 1 0 0,1 0-1 0 0,0 0 1 0 0,-1 0 0 0 0,-3 7 693 0 0,1 19 131 0 0,2-21-1108 0 0,-4 29-114 0 0,-2-1 0 0 0,-1 0 0 0 0,-21 53 0 0 0,-52 90 745 0 0,86-202-562 0 0,-2 12 144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2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3679 0 0,'3'9'2791'0'0,"1"0"-2593"0"0,-1-1 0 0 0,2 1 0 0 0,8 13 0 0 0,3-5 133 0 0,37 29-1 0 0,-34-29-224 0 0,22 21 0 0 0,-35-32-180 0 0,0 1 1 0 0,-1 0-1 0 0,0 1 0 0 0,0-1 0 0 0,0 1 0 0 0,-1 0 1 0 0,3 10-1 0 0,-6-15-80 0 0,0 0 1 0 0,0 0-1 0 0,0 0 1 0 0,-1 0-1 0 0,0 0 1 0 0,1 0-1 0 0,-1 0 0 0 0,0 0 1 0 0,0 0-1 0 0,-1 0 1 0 0,1 0-1 0 0,-1 0 1 0 0,1 0-1 0 0,-1-1 1 0 0,0 1-1 0 0,0 0 1 0 0,-3 5-1 0 0,3-7 76 0 0,0 0 0 0 0,0 1-1 0 0,0-1 1 0 0,0 1 0 0 0,0-1 0 0 0,0 0-1 0 0,-1 0 1 0 0,1 0 0 0 0,0 0 0 0 0,-1 0 0 0 0,1 0-1 0 0,-1 0 1 0 0,1 0 0 0 0,-1-1 0 0 0,0 1-1 0 0,1-1 1 0 0,-1 1 0 0 0,0-1 0 0 0,1 1-1 0 0,-1-1 1 0 0,0 0 0 0 0,1 0 0 0 0,-1 0 0 0 0,0 0-1 0 0,0 0 1 0 0,1 0 0 0 0,-1 0 0 0 0,0-1-1 0 0,1 1 1 0 0,-1-1 0 0 0,0 1 0 0 0,-1-2-1 0 0,-5-1 84 0 0,1 0 0 0 0,-1-1-1 0 0,1-1 1 0 0,0 1-1 0 0,0-1 1 0 0,0 0-1 0 0,1-1 1 0 0,-6-5-1 0 0,-3-6 142 0 0,-24-32 1 0 0,39 49-62 0 0,0 0 1 0 0,-1-1 0 0 0,1 1-1 0 0,0 0 1 0 0,0-1 0 0 0,-1 1-1 0 0,1 0 1 0 0,0-1-1 0 0,0 1 1 0 0,0-1 0 0 0,0 1-1 0 0,0 0 1 0 0,-1-1-1 0 0,1 1 1 0 0,0-1 0 0 0,0 1-1 0 0,0-1 1 0 0,0 1 0 0 0,0-1-1 0 0,0 1 1 0 0,0 0-1 0 0,0-1 1 0 0,1 1 0 0 0,-1-1-1 0 0,0 1 1 0 0,0 0-1 0 0,0-1 1 0 0,1 0 23 0 0,0 0 0 0 0,-1 1 1 0 0,1-1-1 0 0,-1 1 0 0 0,1-1 0 0 0,0 1 0 0 0,0-1 1 0 0,-1 1-1 0 0,1 0 0 0 0,0-1 0 0 0,0 1 0 0 0,-1 0 1 0 0,2-1-1 0 0,32-3 1243 0 0,-26 4-1154 0 0,130-23-668 0 0,-115 22-38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2.6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143 14 6911 0 0,'0'-3'749'0'0,"-2"-7"-1678"0"0,2 10 924 0 0,0 0 1 0 0,0 0-1 0 0,0 0 0 0 0,0 0 0 0 0,0 0 1 0 0,0 0-1 0 0,0 0 0 0 0,0 0 1 0 0,0 1-1 0 0,0-1 0 0 0,0 0 1 0 0,0 0-1 0 0,0 0 0 0 0,-1 0 0 0 0,1 0 1 0 0,0 0-1 0 0,0 0 0 0 0,0 0 1 0 0,0 0-1 0 0,0 0 0 0 0,0 0 1 0 0,0 0-1 0 0,0 0 0 0 0,0 0 0 0 0,0 0 1 0 0,0 0-1 0 0,-1 0 0 0 0,1 0 1 0 0,0 0-1 0 0,0 0 0 0 0,0 0 0 0 0,0 0 1 0 0,0 0-1 0 0,0 0 0 0 0,0 0 1 0 0,0 0-1 0 0,0 0 0 0 0,0 0 1 0 0,0 0-1 0 0,-1 0 0 0 0,1 0 0 0 0,0 0 1 0 0,0 0-1 0 0,0 0 0 0 0,0 0 1 0 0,0 0-1 0 0,0-1 0 0 0,0 1 0 0 0,0 0 1 0 0,0 0-1 0 0,0 0 0 0 0,0 0 1 0 0,0 0-1 0 0,0 0 0 0 0,0 0 1 0 0,0 0-1 0 0,0 0 0 0 0,0 0 0 0 0,0-1 1 0 0,-1 2 244 0 0,1 1-212 0 0,0 1-1 0 0,-1-1 1 0 0,1 0 0 0 0,-1 1 0 0 0,0-1 0 0 0,0 0 0 0 0,0 1 0 0 0,-1 1-1 0 0,-4 11 57 0 0,-9 31-15 0 0,-20 57 221 0 0,26-83-231 0 0,0 1 0 0 0,-22 34 0 0 0,18-39-743 0 0,7-15 214 0 0,5-1 458 0 0,1-1 0 0 0,0 1 1 0 0,-1 0-1 0 0,1-1 0 0 0,0 1 0 0 0,-1-1 0 0 0,1 1 0 0 0,0-1 0 0 0,0 1 0 0 0,0-1 1 0 0,-1 1-1 0 0,1-1 0 0 0,0 1 0 0 0,0-1 0 0 0,0 1 0 0 0,0-1 0 0 0,0 0 0 0 0,-1-6 12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2.8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5 2303 0 0,'-5'-2'88'0'0,"-9"-1"110"0"0,14 4-110 0 0,0-1-1 0 0,0 0 1 0 0,-1 1 0 0 0,1-1 0 0 0,0 0 0 0 0,0 0 0 0 0,0 1 0 0 0,-1-1-1 0 0,1 0 1 0 0,0 1 0 0 0,0-1 0 0 0,0 0 0 0 0,0 1 0 0 0,0-1-1 0 0,0 0 1 0 0,0 1 0 0 0,0-1 0 0 0,0 0 0 0 0,0 1 0 0 0,0-1-1 0 0,0 0 1 0 0,0 1 0 0 0,0-1 0 0 0,0 0 0 0 0,0 1 0 0 0,0-1-1 0 0,0 0 1 0 0,0 1 0 0 0,1-1 0 0 0,-1 0 0 0 0,0 1 0 0 0,0-1-1 0 0,1 0 1 0 0,4 13 592 0 0,-3-9-542 0 0,1 0 0 0 0,0 0 0 0 0,0-1 0 0 0,1 1 0 0 0,-1-1-1 0 0,1 0 1 0 0,0 0 0 0 0,-1 0 0 0 0,1 0 0 0 0,0-1 0 0 0,1 0 0 0 0,-1 0-1 0 0,6 2 1 0 0,9 3 665 0 0,34 8-1 0 0,-44-13-585 0 0,35 6 247 0 0,-30-7-290 0 0,-1 2 0 0 0,0-1 0 0 0,20 8 0 0 0,-25-5-923 0 0,-2 1-2998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3.6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 25 2759 0 0,'0'-2'143'0'0,"0"1"-1"0"0,0 0 0 0 0,0 0 1 0 0,1-1-1 0 0,-1 1 0 0 0,0 0 1 0 0,1 0-1 0 0,-1-1 0 0 0,1 1 1 0 0,-1 0-1 0 0,1 0 0 0 0,0 0 0 0 0,-1 0 1 0 0,1 0-1 0 0,0 0 0 0 0,0 0 1 0 0,1-2-1 0 0,-1 3-81 0 0,-1 0-1 0 0,0 0 1 0 0,0 0 0 0 0,0 0 0 0 0,1-1-1 0 0,-1 1 1 0 0,0 0 0 0 0,0 0 0 0 0,0 0 0 0 0,1 0-1 0 0,-1 0 1 0 0,0 0 0 0 0,0 0 0 0 0,1 0-1 0 0,-1 0 1 0 0,0 0 0 0 0,0 0 0 0 0,1 0-1 0 0,-1 0 1 0 0,0 0 0 0 0,0 0 0 0 0,1 0-1 0 0,-1 0 1 0 0,0 0 0 0 0,0 0 0 0 0,0 0-1 0 0,1 1 1 0 0,-1-1 0 0 0,0 0 0 0 0,0 0-1 0 0,0 0 1 0 0,1 0 0 0 0,-1 1 0 0 0,1 0-5 0 0,-1 0 1 0 0,1 0 0 0 0,-1 0 0 0 0,1 0 0 0 0,-1 0-1 0 0,0 0 1 0 0,1 0 0 0 0,-1 0 0 0 0,0 0-1 0 0,0 0 1 0 0,0 0 0 0 0,0 2 0 0 0,0 20 249 0 0,-2 0 1 0 0,0 1 0 0 0,-1-1-1 0 0,-8 24 1 0 0,2-5-55 0 0,-14 61 237 0 0,-4 23 42 0 0,27-126-530 0 0,0 1 0 0 0,0-1 1 0 0,0 0-1 0 0,0 0 0 0 0,0 0 0 0 0,0 0 0 0 0,0 1 1 0 0,0-1-1 0 0,0 0 0 0 0,0 0 0 0 0,0 0 0 0 0,0 0 1 0 0,0 1-1 0 0,0-1 0 0 0,0 0 0 0 0,0 0 0 0 0,-1 0 1 0 0,1 0-1 0 0,0 0 0 0 0,0 1 0 0 0,0-1 0 0 0,0 0 0 0 0,0 0 1 0 0,0 0-1 0 0,0 0 0 0 0,-1 0 0 0 0,1 0 0 0 0,0 1 1 0 0,0-1-1 0 0,0 0 0 0 0,0 0 0 0 0,0 0 0 0 0,-1 0 1 0 0,1 0-1 0 0,0 0 0 0 0,0 0 0 0 0,0 0 0 0 0,0 0 1 0 0,0 0-1 0 0,-1 0 0 0 0,1 0 0 0 0,-6-6 7 0 0,-2-11-13 0 0,-14-55-1017 0 0,-3-8-16 0 0,21 67 979 0 0,-2 1 0 0 0,1 0 0 0 0,-15-23 0 0 0,11 24 1548 0 0,13 18-931 0 0,0-1-408 0 0,1 0-1 0 0,0 0 1 0 0,0 0-1 0 0,1-1 1 0 0,10 9-1 0 0,34 20 291 0 0,-37-27-342 0 0,0-1 1 0 0,0 0-1 0 0,0-1 0 0 0,19 5 0 0 0,7 2-77 0 0,-35-11-20 0 0,-1 1 0 0 0,1-1-1 0 0,0 1 1 0 0,-1 0 0 0 0,0 0 0 0 0,1 0-1 0 0,-1 1 1 0 0,4 3 0 0 0,-6-5-101 0 0,0 0 0 0 0,0 0-1 0 0,-1 0 1 0 0,1 0 0 0 0,0 0 0 0 0,-1 0 0 0 0,1 0 0 0 0,0 0-1 0 0,-1 0 1 0 0,1 0 0 0 0,-1 0 0 0 0,0 0 0 0 0,1 1 0 0 0,-1-1-1 0 0,0 0 1 0 0,0 0 0 0 0,0 0 0 0 0,0 1 0 0 0,0-1 0 0 0,0 0-1 0 0,0 0 1 0 0,0 0 0 0 0,-1 1 0 0 0,1-1 0 0 0,0 0 0 0 0,-1 0 0 0 0,1 0-1 0 0,0 0 1 0 0,-1 0 0 0 0,0 1 0 0 0,0 0 0 0 0,-5 7-3430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3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57 221 2759 0 0,'-5'-2'176'0'0,"-1"-1"-1"0"0,0 1 0 0 0,0-1 0 0 0,1 0 1 0 0,-7-6-1 0 0,10 8-28 0 0,1 0-1 0 0,-1 0 1 0 0,1-1 0 0 0,0 1-1 0 0,0-1 1 0 0,0 1-1 0 0,0-1 1 0 0,0 1 0 0 0,0-1-1 0 0,0 1 1 0 0,0-1 0 0 0,1 0-1 0 0,-1 0 1 0 0,1 1-1 0 0,-1-1 1 0 0,1 0 0 0 0,0 0-1 0 0,-1 0 1 0 0,1 1 0 0 0,0-1-1 0 0,0 0 1 0 0,1 0-1 0 0,-1-2 1 0 0,2-2 167 0 0,-1 1 0 0 0,1 0 0 0 0,0 0 0 0 0,0 0-1 0 0,1 0 1 0 0,0 0 0 0 0,-1 1 0 0 0,2-1 0 0 0,-1 1 0 0 0,0 0 0 0 0,8-8 0 0 0,6-3 153 0 0,27-20 1 0 0,-38 31-389 0 0,37-23-815 0 0,-22 15-3312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4.3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318 13 3679 0 0,'0'-3'175'0'0,"-4"-5"-51"0"0,4 8-114 0 0,0 0 0 0 0,0 0 0 0 0,0 0 0 0 0,0 0 0 0 0,0 0 0 0 0,0 0 0 0 0,0 0 0 0 0,0 0 0 0 0,0 0 0 0 0,0-1 0 0 0,0 1 0 0 0,0 0 0 0 0,0 0 0 0 0,0 0 0 0 0,0 0 0 0 0,0 0 0 0 0,0 0 0 0 0,0 0 0 0 0,0 0 0 0 0,0 0 0 0 0,0 0 0 0 0,0 0 0 0 0,-1 0 0 0 0,1 0-1 0 0,0-1 1 0 0,0 1 0 0 0,0 0 0 0 0,0 0 0 0 0,0 0 0 0 0,0 0 0 0 0,0 0 0 0 0,0 0 0 0 0,0 0 0 0 0,0 0 0 0 0,0 0 0 0 0,0 0 0 0 0,-1 0 0 0 0,1 0 0 0 0,0 0 0 0 0,0 0 0 0 0,0 0 0 0 0,0 0 0 0 0,0 0 0 0 0,0 0 0 0 0,0 0 0 0 0,0 0 0 0 0,0 0 0 0 0,0 0 0 0 0,0 0 0 0 0,-1 0 0 0 0,1 0 0 0 0,0 0 0 0 0,0 0 0 0 0,0 1 0 0 0,0-1 0 0 0,0 0 0 0 0,0 0 0 0 0,0 0 0 0 0,0 0 0 0 0,0 0 0 0 0,0 0 0 0 0,-17 16 2102 0 0,-7 19-2001 0 0,2 1 1 0 0,-30 66-1 0 0,21-39-172 0 0,22-46 59 0 0,-50 93 171 0 0,47-91-131 0 0,0 0 1 0 0,-2-1 0 0 0,-22 24-1 0 0,21-31-546 0 0,10-12 98 0 0,4-8 96 0 0,6-10 231 0 0,0 1-1 0 0,1-1 0 0 0,16-30 0 0 0,-12 30 52 0 0,-2-2 0 0 0,10-33-1 0 0,-17 53 31 0 0,-1-1 0 0 0,1 1 0 0 0,-1-1-1 0 0,0 0 1 0 0,0 1 0 0 0,0-1-1 0 0,0 0 1 0 0,0 1 0 0 0,0-1-1 0 0,-1-2 1 0 0,1 3-1 0 0,-1 0 0 0 0,1 1 0 0 0,0-1 1 0 0,-1 1-1 0 0,1-1 0 0 0,0 1 0 0 0,-1-1 0 0 0,1 1 0 0 0,-1-1 0 0 0,1 1 1 0 0,0-1-1 0 0,-1 1 0 0 0,1-1 0 0 0,-1 1 0 0 0,0 0 0 0 0,1-1 0 0 0,-1 1 0 0 0,1 0 1 0 0,-2-1-1 0 0,0 1-5 0 0,-1-1-1 0 0,0 1 1 0 0,0 0 0 0 0,1 0 0 0 0,-1 0-1 0 0,0 0 1 0 0,0 1 0 0 0,1-1 0 0 0,-1 1 0 0 0,0-1-1 0 0,-2 2 1 0 0,-26 11 1647 0 0,37-14-947 0 0,1-1-1 0 0,0 1 1 0 0,0 1 0 0 0,0-1 0 0 0,0 1-1 0 0,0 1 1 0 0,-1-1 0 0 0,13 3 0 0 0,-7-1-509 0 0,1 1 0 0 0,0 1 0 0 0,22 10 0 0 0,-26-10-196 0 0,0 1 0 0 0,-1 0 0 0 0,1 0 0 0 0,-1 1 0 0 0,-1 0 0 0 0,1 1-1 0 0,-1 0 1 0 0,11 13 0 0 0,-13-13-997 0 0,0 0-1 0 0,-1-1 1 0 0,6 14-1 0 0,-4-4-3245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4.5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5 178 8287 0 0,'-4'-11'368'0'0,"4"5"80"0"0,1 0-360 0 0,1 2-88 0 0,1 1 0 0 0,0 0 0 0 0,1-2 0 0 0,7-2 0 0 0,5-5 0 0 0,8-5 0 0 0,6-4-120 0 0,2 0 40 0 0,1 2 8 0 0,-2 4 0 0 0,-1 3 72 0 0,0 4 0 0 0,-1 4-72 0 0,-2 1-3448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5.2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6 5527 0 0,'0'-1'23'0'0,"0"1"-1"0"0,0 0 1 0 0,0 0-1 0 0,0-1 1 0 0,0 1-1 0 0,0 0 1 0 0,0 0-1 0 0,0 0 1 0 0,0-1-1 0 0,0 1 0 0 0,0 0 1 0 0,0 0-1 0 0,-1 0 1 0 0,1 0-1 0 0,0-1 1 0 0,0 1-1 0 0,0 0 1 0 0,0 0-1 0 0,0 0 1 0 0,-1 0-1 0 0,1 0 1 0 0,0-1-1 0 0,0 1 0 0 0,0 0 1 0 0,-1 0-1 0 0,1 0 1 0 0,0 0-1 0 0,0 0 1 0 0,0 0-1 0 0,-1 0 1 0 0,1 0-1 0 0,0 0 1 0 0,0 0-1 0 0,0 0 1 0 0,-1 0-1 0 0,1 0 0 0 0,0 0 1 0 0,0 0-1 0 0,-1 0 1 0 0,1 0-1 0 0,0 0 1 0 0,0 0-1 0 0,-3 10 1200 0 0,0 0-1052 0 0,-59 162-296 0 0,12-42 790 0 0,40-98-312 0 0,5-71-3660 0 0,3 27 3124 0 0,0 0 0 0 0,-1 1-1 0 0,0-1 1 0 0,0 1 0 0 0,-2 0-1 0 0,1 0 1 0 0,-1 0 0 0 0,-1 1-1 0 0,0 0 1 0 0,0 0 0 0 0,-14-15-1 0 0,12 18 1102 0 0,9 9 1347 0 0,10 13 334 0 0,-10-14-2283 0 0,2 3-21 0 0,10 13-36 0 0,1-1 0 0 0,0-1-1 0 0,1 0 1 0 0,0-1 0 0 0,1 0 0 0 0,20 11-1 0 0,-26-19-370 0 0,-6-5 5 0 0,-1 0 0 0 0,0 1 1 0 0,0 0-1 0 0,0 0 0 0 0,0 0 0 0 0,5 4 0 0 0,-31-10-3964 0 0,16 0 3812 0 0,-1 1-1 0 0,1-1 0 0 0,0-1 1 0 0,0 1-1 0 0,1-1 0 0 0,-1 0 1 0 0,1-1-1 0 0,-6-6 0 0 0,8 7 520 0 0,0 1 0 0 0,1-1 0 0 0,-1 0 0 0 0,1 0 1 0 0,0 0-1 0 0,1 0 0 0 0,-1-1 0 0 0,1 1 0 0 0,0-1 0 0 0,0 0 0 0 0,1 1 0 0 0,-1-8 0 0 0,1 12-153 0 0,1 1-1 0 0,0-1 1 0 0,0 0 0 0 0,0 0 0 0 0,0 0 0 0 0,0 0-1 0 0,1 0 1 0 0,-1 0 0 0 0,0 1 0 0 0,0-1 0 0 0,1 0-1 0 0,-1 0 1 0 0,0 0 0 0 0,1 0 0 0 0,-1 1 0 0 0,1-1-1 0 0,-1 0 1 0 0,1 0 0 0 0,-1 1 0 0 0,1-1 0 0 0,-1 0-1 0 0,1 1 1 0 0,0-1 0 0 0,-1 1 0 0 0,1-1 0 0 0,0 1-1 0 0,-1-1 1 0 0,1 1 0 0 0,0-1 0 0 0,0 1 0 0 0,0 0-1 0 0,0-1 1 0 0,-1 1 0 0 0,1 0 0 0 0,0 0 0 0 0,0 0-1 0 0,1 0 1 0 0,5-1 241 0 0,-1 0-1 0 0,1 1 1 0 0,0 0-1 0 0,8 2 1 0 0,4-1 90 0 0,19-5-437 0 0,43-9-1 0 0,-59 9-326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6.1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308 1 3679 0 0,'0'0'22'0'0,"1"0"-1"0"0,-1 0 0 0 0,0 0 1 0 0,0 1-1 0 0,0-1 0 0 0,0 0 1 0 0,1 0-1 0 0,-1 1 0 0 0,0-1 1 0 0,0 0-1 0 0,0 0 0 0 0,0 1 1 0 0,0-1-1 0 0,0 0 0 0 0,0 0 1 0 0,1 1-1 0 0,-1-1 0 0 0,0 0 1 0 0,0 1-1 0 0,0-1 0 0 0,0 0 1 0 0,0 0-1 0 0,0 1 0 0 0,0-1 1 0 0,-1 0-1 0 0,1 1 0 0 0,0-1 1 0 0,0 0-1 0 0,0 1 0 0 0,-3 13 661 0 0,2-10-444 0 0,-15 65 1800 0 0,-50 125 0 0 0,45-137-1574 0 0,-10 27 221 0 0,-82 156 0 0 0,106-227-677 0 0,4-7-13 0 0,0 0 0 0 0,-1 0 0 0 0,0-1 0 0 0,-6 9 1 0 0,9-15-27 0 0,1 1 1 0 0,0 0-1 0 0,-1 0 0 0 0,1-1 1 0 0,0 1-1 0 0,-1 0 1 0 0,1-1-1 0 0,0 1 1 0 0,-1-1-1 0 0,1 1 1 0 0,0 0-1 0 0,0-1 1 0 0,-1 1-1 0 0,1-1 1 0 0,0 1-1 0 0,0 0 0 0 0,0-1 1 0 0,0 1-1 0 0,0-1 1 0 0,0 1-1 0 0,0-1 1 0 0,0 1-1 0 0,0-1 1 0 0,0 1-1 0 0,0-1 1 0 0,0 0-1 0 0,-3-16-930 0 0,2-21-779 0 0,1 27 1503 0 0,0 1 0 0 0,0-1 1 0 0,-1 1-1 0 0,-1-1 0 0 0,0 1 1 0 0,0 0-1 0 0,-1 0 0 0 0,-5-14 1 0 0,26 34 3941 0 0,-5-3-3347 0 0,1 0 1 0 0,-1-1-1 0 0,19 6 0 0 0,37 10 48 0 0,-60-18-464 0 0,0 0-1 0 0,-1 0 1 0 0,1 1-1 0 0,-1 0 1 0 0,11 8-1 0 0,-10-4-833 0 0,-2-2-2647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6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33 138 6911 0 0,'-3'-1'104'0'0,"-1"-1"0"0"0,1 0 0 0 0,-1 0-1 0 0,1-1 1 0 0,-1 1 0 0 0,-2-4 0 0 0,6 6-65 0 0,-1 0 0 0 0,1-1 0 0 0,-1 1 0 0 0,1-1 0 0 0,-1 1 0 0 0,1-1 1 0 0,0 1-1 0 0,-1-1 0 0 0,1 1 0 0 0,0-1 0 0 0,-1 1 0 0 0,1-1 0 0 0,0 0 1 0 0,0 1-1 0 0,0-1 0 0 0,-1 1 0 0 0,1-1 0 0 0,0 0 0 0 0,0 1 0 0 0,0-1 1 0 0,0 1-1 0 0,0-1 0 0 0,0 0 0 0 0,0 1 0 0 0,0-1 0 0 0,0 0 0 0 0,1 1 0 0 0,-1-1 1 0 0,0 1-1 0 0,0-1 0 0 0,0 0 0 0 0,1 1 0 0 0,-1-1 0 0 0,0 1 0 0 0,1-1 1 0 0,-1 1-1 0 0,1-1 0 0 0,-1 1 0 0 0,0-1 0 0 0,1 1 0 0 0,-1-1 0 0 0,1 1 1 0 0,-1 0-1 0 0,1-1 0 0 0,-1 1 0 0 0,1 0 0 0 0,0-1 0 0 0,0 1 0 0 0,20-12 1037 0 0,0 2 0 0 0,43-15 0 0 0,48-7-247 0 0,-105 30-775 0 0,24-5-142 0 0,-1 0-115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6.7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0 919 0 0,'2'1'2867'0'0,"-2"-1"-2780"0"0,-6 20 1276 0 0,-10 26-441 0 0,-20 45 479 0 0,-60 105-1 0 0,82-169-1237 0 0,1 0 0 0 0,-17 48-1 0 0,29-62-1391 0 0,1-12 49 0 0,1-7-61 0 0,0-1-1261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7.0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51 12 919 0 0,'-1'-1'194'0'0,"0"0"-1"0"0,0 0 0 0 0,-1 0 0 0 0,1 0 0 0 0,0 0 0 0 0,-1 0 0 0 0,1 0 1 0 0,0 0-1 0 0,-1 1 0 0 0,1-1 0 0 0,-1 0 0 0 0,-1 1 0 0 0,2-1-76 0 0,1 1-1 0 0,-1 0 1 0 0,0 0 0 0 0,0 0-1 0 0,0 0 1 0 0,1 0-1 0 0,-1 1 1 0 0,0-1-1 0 0,0 0 1 0 0,1 0 0 0 0,-1 0-1 0 0,0 1 1 0 0,0-1-1 0 0,1 0 1 0 0,-1 1 0 0 0,0-1-1 0 0,1 1 1 0 0,-2 0-1 0 0,1 1 40 0 0,-1-1-1 0 0,1 1 0 0 0,-1 0 1 0 0,1 0-1 0 0,0 0 0 0 0,-1 1 1 0 0,1-1-1 0 0,0 0 0 0 0,0 0 1 0 0,1 1-1 0 0,-1-1 0 0 0,1 0 1 0 0,-1 1-1 0 0,0 2 0 0 0,1 2 6 0 0,-1 0-1 0 0,1 0 1 0 0,1-1-1 0 0,-1 1 1 0 0,1 0-1 0 0,2 7 1 0 0,-3-12-136 0 0,0-1 1 0 0,1 1-1 0 0,-1-1 1 0 0,1 0 0 0 0,-1 1-1 0 0,1-1 1 0 0,0 0 0 0 0,0 1-1 0 0,0-1 1 0 0,0 0-1 0 0,0 0 1 0 0,0 0 0 0 0,0 0-1 0 0,2 2 1 0 0,-2-3-15 0 0,0 1 1 0 0,0-1-1 0 0,0 0 0 0 0,0 1 1 0 0,0-1-1 0 0,0 0 0 0 0,0 0 0 0 0,0 0 1 0 0,0 0-1 0 0,0 0 0 0 0,0 0 1 0 0,0 0-1 0 0,0 0 0 0 0,0 0 1 0 0,0 0-1 0 0,0-1 0 0 0,1 1 1 0 0,-1 0-1 0 0,0-1 0 0 0,0 1 1 0 0,-1-1-1 0 0,3-1 0 0 0,6-3 55 0 0,0-1 0 0 0,-1-1 0 0 0,0 0-1 0 0,13-13 1 0 0,-14 12 35 0 0,0 1 1 0 0,0 0-1 0 0,1 1 1 0 0,0 0-1 0 0,14-8 1 0 0,-19 12-6 0 0,0 1 1 0 0,0 0 0 0 0,1 0 0 0 0,-1 0 0 0 0,0 0 0 0 0,1 1-1 0 0,-1 0 1 0 0,1-1 0 0 0,-1 1 0 0 0,1 0 0 0 0,-1 1 0 0 0,6 0-1 0 0,3 2 0 0 0,1 0-1 0 0,13 5 0 0 0,19 6-227 0 0,-32-13-10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08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124 86 919 0 0,'6'-6'294'0'0,"-1"0"-1"0"0,1 1 1 0 0,8-7-1 0 0,14-14 765 0 0,-5 0 1370 0 0,-17 22 548 0 0,-13 19-1020 0 0,-117 178-1910 0 0,117-183-62 0 0,-1-1 1 0 0,0 0-1 0 0,0-1 1 0 0,-16 13-1 0 0,23-20 7 0 0,1-1 0 0 0,0 0-1 0 0,-1 0 1 0 0,1 1 0 0 0,0-1-1 0 0,-1 0 1 0 0,1 0-1 0 0,0 0 1 0 0,-1 1 0 0 0,1-1-1 0 0,0 0 1 0 0,-1 0 0 0 0,1 0-1 0 0,-1 0 1 0 0,1 0-1 0 0,0 0 1 0 0,-1 0 0 0 0,1 0-1 0 0,-1 0 1 0 0,1 0 0 0 0,0 0-1 0 0,-1 0 1 0 0,1 0 0 0 0,-1 0-1 0 0,1 0 1 0 0,0 0-1 0 0,-1 0 1 0 0,0-1 0 0 0,1 1-34 0 0,-1-1-1 0 0,1 1 1 0 0,0-1 0 0 0,-1 0 0 0 0,1 1-1 0 0,-1-1 1 0 0,1 0 0 0 0,0 1 0 0 0,0-1 0 0 0,0 0-1 0 0,-1 1 1 0 0,1-1 0 0 0,0 0 0 0 0,0-1-1 0 0,1-29-1383 0 0,0 27 1228 0 0,0-9-139 0 0,0-1 0 0 0,-1 1 1 0 0,0 0-1 0 0,-1 0 0 0 0,-1 0 1 0 0,0-1-1 0 0,-6-19 0 0 0,8 32 759 0 0,-1-1 716 0 0,2 3-417 0 0,12 18 1354 0 0,-9-15-1976 0 0,33 39 1112 0 0,37 55 1 0 0,-16-4-1387 0 0,-58-94 127 0 0,1 1 0 0 0,-1-1-1 0 0,0 0 1 0 0,1 1 0 0 0,-1-1 0 0 0,0 1-1 0 0,1-1 1 0 0,-1 1 0 0 0,0-1 0 0 0,0 1-1 0 0,0 0 1 0 0,1-1 0 0 0,-1 1 0 0 0,0-1-1 0 0,0 1 1 0 0,0-1 0 0 0,0 1 0 0 0,0 0-1 0 0,-7-2-957 0 0,-12-11 127 0 0,14 8 870 0 0,0-1-1 0 0,1 1 0 0 0,0-1 0 0 0,0 0 1 0 0,0 0-1 0 0,0-1 0 0 0,1 1 0 0 0,0-1 1 0 0,0 0-1 0 0,1 0 0 0 0,-1 0 0 0 0,1 0 1 0 0,1 0-1 0 0,-3-12 0 0 0,3 14 171 0 0,1 0-1 0 0,0 0 1 0 0,-1 0-1 0 0,1 0 0 0 0,1 0 1 0 0,-1 0-1 0 0,1 0 1 0 0,-1 1-1 0 0,1-1 1 0 0,0 0-1 0 0,0 0 1 0 0,1 1-1 0 0,-1-1 1 0 0,1 0-1 0 0,0 1 1 0 0,0 0-1 0 0,0-1 1 0 0,0 1-1 0 0,1 0 1 0 0,-1 0-1 0 0,1 0 1 0 0,0 0-1 0 0,0 1 1 0 0,0-1-1 0 0,4-2 1 0 0,-3 2-21 0 0,0 1 1 0 0,1-1 0 0 0,-1 1 0 0 0,0 0 0 0 0,1 1 0 0 0,0-1-1 0 0,7-1 1 0 0,1 1-140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38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7558 373 1375 0 0,'14'-49'-53'0'0,"-5"22"664"0"0,-2-1 0 0 0,-1 0 0 0 0,4-39 0 0 0,-10 62-567 0 0,-1 0 0 0 0,1-1 0 0 0,-1 1 0 0 0,-1 0 0 0 0,1 0 0 0 0,-1 0 0 0 0,0 0 0 0 0,0 0 0 0 0,0 0 0 0 0,-1 0 0 0 0,1 1 0 0 0,-1-1 0 0 0,-1 1 0 0 0,1 0 0 0 0,0 0 0 0 0,-1 0 0 0 0,0 0 0 0 0,-5-3 0 0 0,-2-3 69 0 0,-1 1 0 0 0,-1 0 0 0 0,1 1 0 0 0,-2 0-1 0 0,-15-6 1 0 0,15 9-57 0 0,0 0-1 0 0,0 1 0 0 0,0 1 0 0 0,-1 1 1 0 0,1 0-1 0 0,-1 0 0 0 0,1 2 0 0 0,-1 0 1 0 0,0 0-1 0 0,-22 4 0 0 0,-12 6 302 0 0,-81 24 0 0 0,119-30-347 0 0,-52 17 162 0 0,-94 46-1 0 0,-55 44 70 0 0,-53 25-69 0 0,-110 32-244 0 0,80-41 386 0 0,-27 12 108 0 0,252-106-303 0 0,-534 260 242 0 0,382-180-361 0 0,-106 54 0 0 0,90-44 0 0 0,-191 107 11 0 0,403-214 3 0 0,-355 227 177 0 0,340-213-154 0 0,-345 238 92 0 0,-44 6-117 0 0,232-145-14 0 0,-310 231 572 0 0,490-347-564 0 0,-202 168 128 0 0,10 12-53 0 0,63-56 64 0 0,53-50-221 0 0,-151 179 0 0 0,172-171 74 0 0,4 4 0 0 0,4 2 0 0 0,-90 193 0 0 0,147-275-1 0 0,-70 165 12 0 0,56-124-44 0 0,-16 70 0 0 0,-31 203 32 0 0,59-277-4 0 0,2-14-5 0 0,1 1 1 0 0,0 45-1 0 0,7-74 10 0 0,0 0 1 0 0,1 0-1 0 0,0 0 0 0 0,1-1 1 0 0,1 1-1 0 0,0-1 0 0 0,1 0 0 0 0,0 1 1 0 0,1-2-1 0 0,11 21 0 0 0,-9-23 2 0 0,0 0 0 0 0,1 0 0 0 0,0 0 0 0 0,1-1 0 0 0,0-1 0 0 0,0 1 0 0 0,1-1 0 0 0,0-1 0 0 0,1 0 0 0 0,0 0 0 0 0,0-1 0 0 0,17 7 0 0 0,-8-5 0 0 0,0-2 0 0 0,0 0 0 0 0,0-1 0 0 0,1 0 0 0 0,0-2 0 0 0,35 1 0 0 0,20-6-28 0 0,-1-4 0 0 0,83-18 0 0 0,-75 11 16 0 0,205-45 12 0 0,-3-18 0 0 0,-184 49 0 0 0,149-35 0 0 0,32-8 0 0 0,86-48 126 0 0,54-29-212 0 0,-54 14 83 0 0,-6-17-2 0 0,-337 139 5 0 0,344-148 0 0 0,181-114 0 0 0,-33-58 0 0 0,-92 36 0 0 0,6 1 0 0 0,-97 47 24 0 0,-79 55-8 0 0,128-71-80 0 0,-86 32 118 0 0,1-31 20 0 0,-82 94-148 0 0,27-23 132 0 0,-77 47 30 0 0,48-41-96 0 0,-84 56 112 0 0,-112 108-83 0 0,-1-1 0 0 0,-1 0 0 0 0,-1-1 0 0 0,20-40-1 0 0,-18 26 12 0 0,-2-1 0 0 0,-2 0 0 0 0,-1 0 0 0 0,12-72 0 0 0,-22 90-18 0 0,0 1-1 0 0,-1-2 0 0 0,-1 1 1 0 0,-1 0-1 0 0,0 0 0 0 0,-2 0 1 0 0,0 1-1 0 0,-1-1 0 0 0,-2 1 1 0 0,0 0-1 0 0,-12-29 0 0 0,-59-92 189 0 0,7 13-4 0 0,27 26-156 0 0,28 63 46 0 0,-25-48 1 0 0,33 74-73 0 0,0 1 1 0 0,-1-1-1 0 0,0 1 0 0 0,-1 1 0 0 0,0 0 0 0 0,-1 0 0 0 0,-20-16 0 0 0,4 10 3 0 0,0 1 1 0 0,-1 1-1 0 0,-1 1 0 0 0,-29-8 0 0 0,-11-7 39 0 0,-17-12 228 0 0,-38-16 612 0 0,105 49-825 0 0,0 1-1 0 0,-1 1 1 0 0,1 1-1 0 0,-37-4 0 0 0,44 7-85 0 0,0 1-1 0 0,-1 1 1 0 0,1 0-1 0 0,0 1 1 0 0,0 0-1 0 0,-17 5 1 0 0,9 0-1105 0 0,-1 1-1 0 0,-30 17 1 0 0,-16 15-2817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3.4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0 4607 0 0,'-1'0'76'0'0,"0"0"0"0"0,0 0 0 0 0,0 0 0 0 0,0 0 0 0 0,-1 0 0 0 0,1 0 0 0 0,0 1 0 0 0,0-1 0 0 0,0 0 0 0 0,0 1-1 0 0,0-1 1 0 0,0 0 0 0 0,0 1 0 0 0,0-1 0 0 0,1 1 0 0 0,-1 0 0 0 0,0-1 0 0 0,0 1 0 0 0,0 0 0 0 0,0-1 0 0 0,0 2-1 0 0,-19 18 558 0 0,12-10-501 0 0,2-1 1 0 0,-1 1-1 0 0,2 0 0 0 0,-1 0 0 0 0,1 0 1 0 0,1 1-1 0 0,0 0 0 0 0,-4 14 1 0 0,-14 94 753 0 0,21-110-814 0 0,-7 64-718 0 0,5-50-2384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3.6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 38 5527 0 0,'-1'-2'25'0'0,"-8"-15"336"0"0,9 16-352 0 0,0 1 1 0 0,-1-1 0 0 0,1 0 0 0 0,0 0 0 0 0,-1 1-1 0 0,1-1 1 0 0,0 0 0 0 0,0 1 0 0 0,0-1-1 0 0,0 0 1 0 0,0 0 0 0 0,0 1 0 0 0,0-1-1 0 0,0 0 1 0 0,0 0 0 0 0,0 0 0 0 0,0 1-1 0 0,0-1 1 0 0,1 0 0 0 0,-1 1 0 0 0,1-2-1 0 0,2 1 102 0 0,0 1-1 0 0,0-1 0 0 0,0 1 1 0 0,0 0-1 0 0,0 0 0 0 0,4 1 0 0 0,-1 0-85 0 0,1 0 0 0 0,-1 0 0 0 0,0 1 0 0 0,1 0-1 0 0,-1 1 1 0 0,0-1 0 0 0,0 1 0 0 0,-1 0 0 0 0,1 1-1 0 0,-1-1 1 0 0,1 1 0 0 0,-1 0 0 0 0,5 5 0 0 0,7 8 44 0 0,-1 0 1 0 0,17 24-1 0 0,27 45-2047 0 0,-41-54-364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3.79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48 155 5527 0 0,'-19'-18'240'0'0,"7"6"56"0"0,3 0-232 0 0,3 4-64 0 0,4 5 0 0 0,2 0 0 0 0,0 2 312 0 0,0-4 48 0 0,2-2 16 0 0,1-2 0 0 0,3-2-80 0 0,4-1-8 0 0,7 2-8 0 0,4-1 0 0 0,4 1-280 0 0,8 1 0 0 0,6 3 0 0 0,6-2-3488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4.1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272 7 3223 0 0,'-3'-1'157'0'0,"0"0"-1"0"0,1 0 0 0 0,-1 0 1 0 0,0 0-1 0 0,0 1 0 0 0,0-1 1 0 0,0 1-1 0 0,0 0 0 0 0,0 0 1 0 0,0 0-1 0 0,0 0 0 0 0,0 0 1 0 0,-1 1-1 0 0,2-1 0 0 0,-1 1 1 0 0,0 0-1 0 0,0 0 0 0 0,0 0 1 0 0,0 0-1 0 0,0 0 0 0 0,1 1 1 0 0,-1-1-1 0 0,1 1 0 0 0,-1 0 1 0 0,1 0-1 0 0,-3 3 0 0 0,-3 1 59 0 0,2 1 1 0 0,-1 0-1 0 0,1 1 0 0 0,0 0 0 0 0,1 0 1 0 0,0 0-1 0 0,-5 11 0 0 0,9-17-212 0 0,-47 91 180 0 0,37-74-336 0 0,0 0 1 0 0,-26 29-1 0 0,36-47 104 0 0,-1 2-141 0 0,0-1 0 0 0,0 0 0 0 0,0 0 0 0 0,0 0-1 0 0,-1 0 1 0 0,-4 3 0 0 0,-4-1-2589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4.2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57 2447 0 0,'-13'-37'248'0'0,"13"36"-199"0"0,0 1 0 0 0,0-1 0 0 0,0 1 0 0 0,0-1 0 0 0,0 1 0 0 0,0 0 0 0 0,0-1 0 0 0,0 1 0 0 0,0-1 0 0 0,0 1 0 0 0,0-1 0 0 0,0 1 0 0 0,0-1 0 0 0,0 1 0 0 0,0-1 0 0 0,1 1 0 0 0,-1-1 0 0 0,0 1 0 0 0,0 0 0 0 0,1-1 0 0 0,-1 1-1 0 0,0-1 1 0 0,0 1 0 0 0,1 0 0 0 0,-1-1 0 0 0,0 1 0 0 0,1 0 0 0 0,-1-1 0 0 0,1 1 0 0 0,0-1 103 0 0,0 1 0 0 0,-1-1 0 0 0,1 0 0 0 0,0 1 0 0 0,0-1 0 0 0,0 1 0 0 0,0-1 1 0 0,0 1-1 0 0,0 0 0 0 0,0-1 0 0 0,2 1 0 0 0,4 0-20 0 0,-1 1 0 0 0,0 0 0 0 0,0 0-1 0 0,0 1 1 0 0,0 0 0 0 0,0 0 0 0 0,0 0 0 0 0,0 1 0 0 0,0 0 0 0 0,9 6 0 0 0,-3 0 142 0 0,0 0 0 0 0,-1 0 0 0 0,16 17-1 0 0,-22-20-571 0 0,0 0-1 0 0,-1 1 1 0 0,1-1 0 0 0,-1 1-1 0 0,0 0 1 0 0,-1 1-1 0 0,0-1 1 0 0,0 1-1 0 0,0-1 1 0 0,-1 1 0 0 0,2 9-1 0 0,-2 0-1856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4.4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15 307 455 0 0,'-2'-2'6'0'0,"0"0"0"0"0,0-1 0 0 0,0 1-1 0 0,1-1 1 0 0,-1 1 0 0 0,-1-6-1 0 0,3 7 111 0 0,-1 0 0 0 0,1 0-1 0 0,0 0 1 0 0,0-1 0 0 0,0 1-1 0 0,0 0 1 0 0,0 0 0 0 0,0-1-1 0 0,1 1 1 0 0,-1 0 0 0 0,0 0-1 0 0,1 0 1 0 0,-1 0-1 0 0,0-1 1 0 0,1 1 0 0 0,-1 0-1 0 0,1 0 1 0 0,1-2 0 0 0,8-11 124 0 0,1 0 0 0 0,1 0 1 0 0,0 1-1 0 0,0 1 0 0 0,1 0 0 0 0,19-14 1 0 0,95-54 1629 0 0,-92 59-1732 0 0,-31 19-140 0 0,8-6-97 0 0,-1 1 0 0 0,2 0 0 0 0,-1 1 1 0 0,1 0-1 0 0,0 1 0 0 0,0 0 0 0 0,17-2 0 0 0,-8 6-204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5.0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214 21 1839 0 0,'-3'-8'-148'0'0,"-1"-5"4811"0"0,1 14-2491 0 0,-1 6-1844 0 0,-70 185 658 0 0,-15-8-1827 0 0,86-178 799 0 0,1-3-44 0 0,1 0 1 0 0,-1 0 0 0 0,1 0 0 0 0,-1-1 0 0 0,0 1 0 0 0,0-1 0 0 0,0 1 0 0 0,0-1 0 0 0,-1 1 0 0 0,1-1-1 0 0,-4 2 1 0 0,6-4 60 0 0,-1 0-1 0 0,1 0 0 0 0,0 0 0 0 0,0 0 1 0 0,-1 0-1 0 0,1 0 0 0 0,0 0 0 0 0,0 0 1 0 0,-1 0-1 0 0,1 0 0 0 0,0 0 0 0 0,0 0 1 0 0,-1 0-1 0 0,1 0 0 0 0,0 0 0 0 0,0 0 1 0 0,0-1-1 0 0,-1 1 0 0 0,1 0 0 0 0,0 0 1 0 0,0 0-1 0 0,0 0 0 0 0,-1-1 0 0 0,1 1 1 0 0,0 0-1 0 0,0 0 0 0 0,0-1 0 0 0,0 1 1 0 0,0 0-1 0 0,-1 0 0 0 0,1 0 1 0 0,0-1-1 0 0,0 1 0 0 0,0 0 0 0 0,0 0 1 0 0,0-1-1 0 0,0 1 0 0 0,0 0 0 0 0,0-1 1 0 0,0 1-1 0 0,0 0 0 0 0,0-1 0 0 0,0-13-864 0 0,0 12 751 0 0,14-106-2850 0 0,-8 68 2800 0 0,2-60-1 0 0,-8 94 302 0 0,0 4 48 0 0,0-1-1 0 0,0 1 0 0 0,0 0 1 0 0,0 0-1 0 0,0-1 1 0 0,-1 1-1 0 0,1 0 0 0 0,-1 0 1 0 0,1-1-1 0 0,-1 1 1 0 0,0 0-1 0 0,-1-3 0 0 0,0 6 995 0 0,0 4-418 0 0,1 7 112 0 0,8 40-1424 0 0,17 63 1 0 0,-11-56-2388 0 0,-11-45 2130 0 0,-1-2 506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5.25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25 7367 0 0,'-2'-9'656'0'0,"4"3"-528"0"0,1 3-128 0 0,0 3 0 0 0,0 1 320 0 0,1-1 32 0 0,4-1 0 0 0,4-2 8 0 0,4 0-200 0 0,7 3-32 0 0,4 3-16 0 0,0 3 0 0 0,0 4-112 0 0,-2 5 0 0 0,1 3 0 0 0,-4 2 0 0 0,1 4-320 0 0,-5 0-32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5.8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42 214 2303 0 0,'-13'-4'18'0'0,"22"7"330"0"0,-2 0-3 0 0,0 1 1 0 0,1 0 0 0 0,-1 1-1 0 0,-1 0 1 0 0,1 0-1 0 0,-1 1 1 0 0,0-1-1 0 0,10 13 1 0 0,1 4 1540 0 0,18 31 1 0 0,-24-35-1672 0 0,1 4-202 0 0,-9-16-4 0 0,0 0 0 0 0,0 0 0 0 0,1 0 0 0 0,0 0-1 0 0,0-1 1 0 0,8 8 0 0 0,-12-13-8 0 0,0 0 1 0 0,0 0-1 0 0,0 1 0 0 0,1-1 1 0 0,-1 0-1 0 0,0 0 0 0 0,0 0 1 0 0,1 0-1 0 0,-1 1 0 0 0,0-1 1 0 0,0 0-1 0 0,1 0 0 0 0,-1 0 1 0 0,0 0-1 0 0,0 0 0 0 0,1 0 1 0 0,-1 0-1 0 0,0 0 0 0 0,0 0 1 0 0,1 0-1 0 0,-1 0 0 0 0,0 0 1 0 0,1 0-1 0 0,-1 0 0 0 0,0 0 1 0 0,0 0-1 0 0,1 0 0 0 0,-1 0 1 0 0,0 0-1 0 0,0-1 0 0 0,1 1 1 0 0,3-9 25 0 0,-1-12 20 0 0,-4 1-13 0 0,-1 0-1 0 0,-1 0 0 0 0,-1 0 0 0 0,0 0 0 0 0,-2 1 0 0 0,0 0 1 0 0,-1 0-1 0 0,-11-21 0 0 0,12 29 49 0 0,-1 1 1 0 0,1-1-1 0 0,-14-14 0 0 0,17 21-50 0 0,-1 1 0 0 0,1-1 0 0 0,-1 1 0 0 0,1 0 0 0 0,-1 0 0 0 0,0 0 0 0 0,0 1-1 0 0,0-1 1 0 0,-1 1 0 0 0,1 0 0 0 0,0 0 0 0 0,-7-1 0 0 0,8 3-43 0 0,0 0-1 0 0,0 0 1 0 0,1 0 0 0 0,-1 0-1 0 0,0 0 1 0 0,0 1 0 0 0,0-1-1 0 0,0 1 1 0 0,0 0 0 0 0,1 0-1 0 0,-1 0 1 0 0,0 0 0 0 0,1 0-1 0 0,-1 1 1 0 0,1-1 0 0 0,-1 1-1 0 0,1 0 1 0 0,0 0 0 0 0,0 0-1 0 0,-1 0 1 0 0,2 0 0 0 0,-1 0-1 0 0,0 0 1 0 0,-2 4 0 0 0,2-3-5 0 0,0 0 0 0 0,0 0 0 0 0,0 0 0 0 0,0 1 0 0 0,1-1 0 0 0,-1 1 0 0 0,1-1 0 0 0,0 1 0 0 0,0-1 0 0 0,0 1 0 0 0,1 0 0 0 0,-1-1 0 0 0,1 1 0 0 0,0 0 0 0 0,0-1 0 0 0,0 1 0 0 0,0 0 0 0 0,2 5 0 0 0,0-3 16 0 0,1 0 0 0 0,-1 0 0 0 0,1 0 0 0 0,0-1 0 0 0,4 6 0 0 0,-5-8 0 0 0,0-1 0 0 0,0 0 0 0 0,0 1 0 0 0,0-1 0 0 0,1 0 0 0 0,-1 0 0 0 0,0 0 0 0 0,1-1 0 0 0,-1 1 0 0 0,1 0 0 0 0,0-1 0 0 0,4 2 0 0 0,-5-3-1 0 0,-1 1 0 0 0,1-1 0 0 0,-1 0 0 0 0,1 0 0 0 0,0 0 0 0 0,-1-1 0 0 0,1 1 0 0 0,-1 0 0 0 0,1 0 0 0 0,-1-1 0 0 0,1 1 0 0 0,-1-1 0 0 0,0 1 0 0 0,1-1 0 0 0,-1 0 0 0 0,0 1 0 0 0,1-1 0 0 0,-1 0 0 0 0,0 0 0 0 0,0 0 0 0 0,0 0 0 0 0,1 0 0 0 0,-1 0-1 0 0,0-1 1 0 0,0 1 0 0 0,-1 0 0 0 0,2-3 0 0 0,1 0-5 0 0,0 0 1 0 0,-1 0-1 0 0,0-1 0 0 0,0 1 0 0 0,0-1 0 0 0,-1 0 0 0 0,2-6 0 0 0,-1-7-75 0 0,-1 0 0 0 0,-1-1 0 0 0,-1 1 0 0 0,0-1 0 0 0,-6-22 0 0 0,4 20 71 0 0,3 18 9 0 0,-1-1 0 0 0,1 1-1 0 0,0-1 1 0 0,0 1 0 0 0,0 0-1 0 0,0-1 1 0 0,1 1 0 0 0,1-6-1 0 0,-2 8 30 0 0,1 0-1 0 0,-1 0 0 0 0,0 0 0 0 0,1 0 1 0 0,0 0-1 0 0,-1 0 0 0 0,1 0 0 0 0,0 0 1 0 0,-1 1-1 0 0,1-1 0 0 0,0 0 0 0 0,0 0 1 0 0,0 1-1 0 0,0-1 0 0 0,0 0 0 0 0,0 1 1 0 0,0-1-1 0 0,0 1 0 0 0,0-1 0 0 0,0 1 0 0 0,0-1 1 0 0,0 1-1 0 0,0 0 0 0 0,0 0 0 0 0,0-1 1 0 0,1 1-1 0 0,-1 0 0 0 0,0 0 0 0 0,1 0 1 0 0,57 4 1238 0 0,11-1-371 0 0,26-9-640 0 0,-32-1-3691 0 0,-19 1-698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6.40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231 0 2303 0 0,'-75'155'612'0'0,"50"-97"-59"0"0,-2-2 1 0 0,-38 57-1 0 0,62-109-488 0 0,2-1 10 0 0,-1 0 1 0 0,0-1-1 0 0,0 1 0 0 0,0-1 0 0 0,0 1 0 0 0,-1-1 0 0 0,1 1 0 0 0,-1-1 0 0 0,-4 3 0 0 0,7-5-71 0 0,0 0 1 0 0,0 0-1 0 0,0 0 0 0 0,0 0 0 0 0,0 0 0 0 0,0 0 0 0 0,-1 0 0 0 0,1 0 0 0 0,0 0 0 0 0,0 0 0 0 0,0 0 0 0 0,0 0 0 0 0,0 0 0 0 0,0 0 0 0 0,-1 0 0 0 0,1 0 0 0 0,0 0 0 0 0,0 0 0 0 0,0 0 0 0 0,0 0 0 0 0,0 0 0 0 0,0 0 0 0 0,0-1 0 0 0,-1 1 0 0 0,1 0 0 0 0,0 0 1 0 0,0 0-1 0 0,0 0 0 0 0,0 0 0 0 0,0 0 0 0 0,0 0 0 0 0,0 0 0 0 0,0-1 0 0 0,0 1 0 0 0,0 0 0 0 0,0 0 0 0 0,0 0 0 0 0,0 0 0 0 0,0 0 0 0 0,-1 0 0 0 0,1-1 0 0 0,0-7-430 0 0,1-9-455 0 0,3-10 788 0 0,0-29-1 0 0,-4 46 90 0 0,0 0 0 0 0,0 0 0 0 0,-1 1 0 0 0,-1-1 0 0 0,0 0 0 0 0,-4-13 0 0 0,3 14 2460 0 0,6 16 441 0 0,8 12-1042 0 0,-5-11-1793 0 0,0-1 0 0 0,1 0 0 0 0,0 0 0 0 0,1 0-1 0 0,-1-1 1 0 0,1 0 0 0 0,18 10 0 0 0,-9-7-358 0 0,1-2-1 0 0,1 1 1 0 0,20 4 0 0 0,-12-5-3494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6.9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104 31 455 0 0,'4'-10'10'0'0,"-3"8"68"0"0,0-1 0 0 0,0 0 0 0 0,0 1 0 0 0,0-1-1 0 0,1 1 1 0 0,1-3 0 0 0,-1 6 248 0 0,-1-1 0 0 0,0 1-1 0 0,0 0 1 0 0,0 0 0 0 0,0 0 0 0 0,0-1 0 0 0,0 1-1 0 0,0 0 1 0 0,-1 0 0 0 0,1 1 0 0 0,1 0-1 0 0,0 5-167 0 0,0-1 0 0 0,0 1 0 0 0,-1 0 0 0 0,0 0 0 0 0,0 0 0 0 0,0 0 0 0 0,-1 0 0 0 0,0 0 0 0 0,-1 0 0 0 0,1 0 0 0 0,-3 10 0 0 0,-3 8 18 0 0,-16 43-1 0 0,19-58-154 0 0,-39 94 82 0 0,35-88-148 0 0,-1-1 0 0 0,-1 0 1 0 0,-1 0-1 0 0,-15 18 0 0 0,25-33 39 0 0,0 0-1 0 0,0 0 1 0 0,0 0 0 0 0,0 0-1 0 0,0 0 1 0 0,0 0 0 0 0,0 1-1 0 0,0-1 1 0 0,0 0-1 0 0,0 0 1 0 0,0 0 0 0 0,0 0-1 0 0,0 0 1 0 0,0 0 0 0 0,0 0-1 0 0,0 0 1 0 0,0 0 0 0 0,-1 0-1 0 0,1 0 1 0 0,0 0-1 0 0,0 1 1 0 0,0-1 0 0 0,0 0-1 0 0,0 0 1 0 0,0 0 0 0 0,0 0-1 0 0,0 0 1 0 0,0 0 0 0 0,-1 0-1 0 0,1 0 1 0 0,0 0-1 0 0,0 0 1 0 0,0 0 0 0 0,0 0-1 0 0,0 0 1 0 0,0 0 0 0 0,0 0-1 0 0,0 0 1 0 0,-1 0 0 0 0,1 0-1 0 0,0 0 1 0 0,0 0-1 0 0,0 0 1 0 0,0-1 0 0 0,0 1-1 0 0,0 0 1 0 0,0 0 0 0 0,0 0-1 0 0,0 0 1 0 0,0 0 0 0 0,-1 0-1 0 0,1 0 1 0 0,0 0-1 0 0,0 0 1 0 0,0 0 0 0 0,0 0-1 0 0,0 0 1 0 0,0-1 0 0 0,0 1-1 0 0,0 0 1 0 0,0 0 0 0 0,0 0-1 0 0,0 0 1 0 0,0 0-1 0 0,-1-12-435 0 0,5-14-311 0 0,-1 7 600 0 0,8-43-1987 0 0,4-111-1 0 0,-16 160 3022 0 0,-2 5 341 0 0,8 31 2360 0 0,-4-21-3319 0 0,8 21 214 0 0,1 0 0 0 0,1-1 0 0 0,1 0 0 0 0,24 32 0 0 0,-15-22-291 0 0,10 17-1219 0 0,-19-32-2045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7.0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31 140 8751 0 0,'-12'-10'776'0'0,"6"4"-616"0"0,-2-2-160 0 0,5 4 0 0 0,2 1 0 0 0,1 0 0 0 0,1 1-88 0 0,1-4 88 0 0,2-1 0 0 0,4-5 0 0 0,2 0 80 0 0,4-2-16 0 0,1 1-640 0 0,3-1-120 0 0,1 1-24 0 0,2 1-8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7.68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221 32 5983 0 0,'-2'-5'291'0'0,"2"3"-249"0"0,-1 0 0 0 0,0 0 0 0 0,0 0 0 0 0,0 0 0 0 0,0 0 0 0 0,0 0 0 0 0,0 0 0 0 0,-1 0 0 0 0,1 0 0 0 0,-1 1 0 0 0,1-1-1 0 0,-3-1 1 0 0,-10 23 1274 0 0,-13 30-750 0 0,-15 23-1045 0 0,37-66 446 0 0,-1 0 0 0 0,1-1 1 0 0,-1 1-1 0 0,0-1 0 0 0,0 0 0 0 0,-1 0 0 0 0,-10 6 0 0 0,16-11 32 0 0,0-1-1 0 0,0 1 1 0 0,0 0-1 0 0,0-1 1 0 0,0 1-1 0 0,0-1 0 0 0,0 1 1 0 0,0-1-1 0 0,0 1 1 0 0,0-1-1 0 0,0 0 0 0 0,0 0 1 0 0,0 1-1 0 0,-1-1 1 0 0,1 0-1 0 0,0 0 1 0 0,0 0-1 0 0,0 0 0 0 0,0-1 1 0 0,0 1-1 0 0,-1 0 1 0 0,1 0-1 0 0,0-1 1 0 0,0 1-1 0 0,0 0 0 0 0,0-1 1 0 0,-2 0-1 0 0,2-1-68 0 0,0 1 0 0 0,-1-1 0 0 0,1 0 0 0 0,0 1 0 0 0,0-1 0 0 0,0 0-1 0 0,0 0 1 0 0,0 0 0 0 0,1 0 0 0 0,-1 1 0 0 0,0-1 0 0 0,1 0 0 0 0,0 0 0 0 0,-1-4-1 0 0,-1-11-451 0 0,-5-29 248 0 0,1-48 0 0 0,6 94 299 0 0,0 0 1 0 0,0 0-1 0 0,0 0 0 0 0,0 0 1 0 0,0 0-1 0 0,0-1 0 0 0,0 1 1 0 0,0 0-1 0 0,0 0 1 0 0,0 0-1 0 0,0 0 0 0 0,0 0 1 0 0,0 0-1 0 0,0 0 0 0 0,0 0 1 0 0,0 0-1 0 0,0 0 1 0 0,0 0-1 0 0,0 0 0 0 0,0-1 1 0 0,0 1-1 0 0,0 0 0 0 0,0 0 1 0 0,0 0-1 0 0,0 0 1 0 0,0 0-1 0 0,0 0 0 0 0,0 0 1 0 0,0 0-1 0 0,0 0 1 0 0,0 0-1 0 0,0 0 0 0 0,0 0 1 0 0,0 0-1 0 0,0 0 0 0 0,0 0 1 0 0,0 0-1 0 0,1 0 1 0 0,-1-1-1 0 0,0 1 0 0 0,0 0 1 0 0,0 0-1 0 0,0 0 0 0 0,0 0 1 0 0,0 0-1 0 0,0 0 1 0 0,0 0-1 0 0,0 0 0 0 0,0 0 1 0 0,0 0-1 0 0,0 0 0 0 0,1 0 1 0 0,-1 0-1 0 0,0 0 1 0 0,0 0-1 0 0,0 0 0 0 0,0 0 1 0 0,0 0-1 0 0,0 1 1 0 0,5 4 842 0 0,4 8-163 0 0,-8-13-677 0 0,39 70 1120 0 0,14 19-588 0 0,-46-77-677 0 0,2 1 0 0 0,0-2 0 0 0,0 1 0 0 0,20 16-1 0 0,-13-18-1609 0 0,-11-10-418 0 0,-7-8-24 0 0,-2 4 1898 0 0,-1 0-1 0 0,1 0 0 0 0,-1 0 1 0 0,1 0-1 0 0,-1 1 1 0 0,-8-6-1 0 0,0-1 204 0 0,11 9 188 0 0,0 0 1 0 0,-1 0-1 0 0,1 0 0 0 0,0 0 1 0 0,0 0-1 0 0,0 0 1 0 0,0 0-1 0 0,1 0 0 0 0,-1-1 1 0 0,0 1-1 0 0,0 0 1 0 0,0-2-1 0 0,1 2-13 0 0,0 0 1 0 0,0 1-1 0 0,1-1 1 0 0,-1 0-1 0 0,0 1 1 0 0,0-1-1 0 0,0 0 1 0 0,1 1-1 0 0,-1-1 1 0 0,0 0-1 0 0,1 1 1 0 0,-1-1-1 0 0,1 1 1 0 0,-1-1-1 0 0,0 1 0 0 0,1-1 1 0 0,-1 1-1 0 0,1-1 1 0 0,0 1-1 0 0,-1-1 1 0 0,1 1-1 0 0,-1 0 1 0 0,1-1-1 0 0,0 1 1 0 0,-1 0-1 0 0,1-1 1 0 0,0 1-1 0 0,-1 0 1 0 0,2 0-1 0 0,30-13 1074 0 0,56-15 1 0 0,-65 22-4436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8.4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171 94 2303 0 0,'4'-14'432'0'0,"0"0"-1"0"0,1 0 1 0 0,1 0-1 0 0,15-24 1 0 0,-78 110 2282 0 0,26-35-1762 0 0,11-13-1002 0 0,-2 2-202 0 0,1 2 1 0 0,-33 57-1 0 0,49-68 46 0 0,5-17 199 0 0,0 0-1 0 0,0 0 0 0 0,0 0 1 0 0,0 0-1 0 0,0-1 0 0 0,0 1 1 0 0,0 0-1 0 0,0 0 0 0 0,0 0 1 0 0,0 0-1 0 0,0 0 0 0 0,0 0 1 0 0,0 0-1 0 0,0 0 0 0 0,0 0 1 0 0,0 0-1 0 0,0 0 0 0 0,0 0 1 0 0,0 0-1 0 0,1 0 0 0 0,-1 0 1 0 0,0 0-1 0 0,0 0 0 0 0,0 0 1 0 0,0 0-1 0 0,0 0 0 0 0,0 0 1 0 0,0 0-1 0 0,0 0 0 0 0,0 0 1 0 0,0 0-1 0 0,0 0 0 0 0,0 0 1 0 0,0 0-1 0 0,0 0 0 0 0,0 0 1 0 0,0 0-1 0 0,0 0 0 0 0,0 0 1 0 0,0 0-1 0 0,0 0 0 0 0,0 1 1 0 0,0-1-1 0 0,1 0 0 0 0,-1 0 1 0 0,0 0-1 0 0,0 0 0 0 0,0 0 1 0 0,0 0-1 0 0,0 0 0 0 0,0 0 1 0 0,0 0-1 0 0,0 0 0 0 0,0 0 1 0 0,0 0-1 0 0,0 0 0 0 0,0 0 1 0 0,0 0-1 0 0,0 0 0 0 0,0 0 1 0 0,0 0-1 0 0,0 0 0 0 0,0 0 1 0 0,0 0-1 0 0,0 1 0 0 0,0-1 1 0 0,0 0-1 0 0,0 0 0 0 0,6-9-692 0 0,46-98-2253 0 0,-47 94 2787 0 0,0 0 0 0 0,-1-1-1 0 0,-1 1 1 0 0,0-1 0 0 0,-1 0-1 0 0,2-21 1 0 0,-7 13 714 0 0,1 20 410 0 0,2 14-48 0 0,1-2-660 0 0,1 1 0 0 0,-1-1 0 0 0,2 0 0 0 0,-1 1 0 0 0,2-1 1 0 0,-1-1-1 0 0,10 20 0 0 0,-9-23-185 0 0,0-1 1 0 0,0 1 0 0 0,0 0-1 0 0,0-1 1 0 0,1 0 0 0 0,0 0-1 0 0,0-1 1 0 0,0 1 0 0 0,1-1-1 0 0,0 0 1 0 0,-1-1 0 0 0,1 1-1 0 0,7 2 1 0 0,4 1-105 0 0,-1 1 1 0 0,1 1-1 0 0,21 16 0 0 0,-29-18-600 0 0,0 1 0 0 0,0 0 1 0 0,-1 0-1 0 0,0 1 0 0 0,-1 0 0 0 0,11 16 0 0 0,-3 6 615 0 0,-13-23 24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9.04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329 52 9215 0 0,'2'-24'976'0'0,"-1"23"-977"0"0,-1 0 0 0 0,0 0 0 0 0,0 0 0 0 0,-1 0 0 0 0,1 0 0 0 0,0 0 0 0 0,0-1 0 0 0,0 1 0 0 0,-1 0 0 0 0,1 0 0 0 0,-1 0 0 0 0,1 0 1 0 0,-1 0-1 0 0,1 0 0 0 0,-1 0 0 0 0,1 1 0 0 0,-1-1 0 0 0,0 0 0 0 0,1 0 0 0 0,-1 0 0 0 0,0 0 0 0 0,0 1 0 0 0,0-1 0 0 0,0 0 0 0 0,0 1 0 0 0,0-1 0 0 0,0 1 0 0 0,0-1 0 0 0,0 1 0 0 0,0-1 0 0 0,0 1 0 0 0,0 0 0 0 0,0 0 0 0 0,0-1 0 0 0,0 1 0 0 0,0 0 0 0 0,0 0 0 0 0,0 0 0 0 0,0 0 0 0 0,0 0 0 0 0,-1 0 0 0 0,1 1 0 0 0,0-1 0 0 0,0 0 0 0 0,0 0 0 0 0,0 1 0 0 0,0-1 0 0 0,0 1 0 0 0,0-1 0 0 0,0 1 0 0 0,0-1 0 0 0,0 1 0 0 0,-1 1 0 0 0,-7 5 38 0 0,-1 1 1 0 0,1 0-1 0 0,0 1 1 0 0,0 0-1 0 0,-9 14 1 0 0,-34 54 358 0 0,3 10-170 0 0,-17 25-4 0 0,63-109-231 0 0,0 1 0 0 0,0 0 0 0 0,0-1 0 0 0,0 0 0 0 0,0 1 0 0 0,-5 2 0 0 0,8-5 5 0 0,-1-1 1 0 0,0 0-1 0 0,1 1 0 0 0,-1-1 0 0 0,1 0 0 0 0,-1 1 0 0 0,0-1 0 0 0,1 0 0 0 0,-1 0 0 0 0,0 0 0 0 0,1 0 0 0 0,-1 0 1 0 0,0 1-1 0 0,1-1 0 0 0,-1 0 0 0 0,0 0 0 0 0,0-1 0 0 0,-1 1 0 0 0,2 0-1 0 0,-1-1 0 0 0,0 1 0 0 0,0-1 0 0 0,1 1 0 0 0,-1-1 0 0 0,0 0 1 0 0,1 1-1 0 0,-1-1 0 0 0,1 0 0 0 0,-1 1 0 0 0,1-1 0 0 0,-1 0 0 0 0,1 0 0 0 0,-1 1 0 0 0,1-1 0 0 0,0 0 0 0 0,-1 0 0 0 0,1 0 0 0 0,0-1 0 0 0,-3-7-227 0 0,2-1-1 0 0,-1 1 1 0 0,1-1-1 0 0,0 0 1 0 0,1-14-1 0 0,7-49-921 0 0,-6 67 1118 0 0,1-6-92 0 0,-2 3 112 0 0,1 0 0 0 0,0 1 0 0 0,1-1 0 0 0,0 0 0 0 0,0 1 0 0 0,1 0 0 0 0,0 0 0 0 0,5-11 0 0 0,-8 19 27 0 0,0 0-1 0 0,1-1 0 0 0,-1 1 1 0 0,0 0-1 0 0,0-1 1 0 0,1 1-1 0 0,-1 0 1 0 0,0 0-1 0 0,1-1 1 0 0,-1 1-1 0 0,0 0 1 0 0,1 0-1 0 0,-1-1 1 0 0,0 1-1 0 0,1 0 1 0 0,-1 0-1 0 0,1 0 0 0 0,-1 0 1 0 0,0 0-1 0 0,1 0 1 0 0,-1-1-1 0 0,1 1 1 0 0,-1 0-1 0 0,0 0 1 0 0,1 0-1 0 0,-1 0 1 0 0,1 0-1 0 0,-1 1 1 0 0,0-1-1 0 0,1 0 1 0 0,11 10 362 0 0,5 18 288 0 0,22 41 661 0 0,-23-41-974 0 0,-1 0 0 0 0,18 47 0 0 0,-32-75-360 0 0,-1 1 0 0 0,0 0 0 0 0,1 0 0 0 0,-1 0 0 0 0,0-1 0 0 0,0 1 0 0 0,0 0 0 0 0,0 0 0 0 0,0 0-1 0 0,0 0 1 0 0,0-1 0 0 0,0 1 0 0 0,0 0 0 0 0,0 0 0 0 0,0 0 0 0 0,-1-1 0 0 0,1 1 0 0 0,0 0 0 0 0,-1 0 0 0 0,1 0-1 0 0,0-1 1 0 0,-1 1 0 0 0,1 0 0 0 0,-1 0 0 0 0,-8 3-3184 0 0,3-4-386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9.1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 47 2759 0 0,'-25'-29'272'0'0,"24"29"-238"0"0,1-1 0 0 0,0 1 0 0 0,-1 0 0 0 0,1-1 0 0 0,-1 1 0 0 0,1-1 0 0 0,0 1 0 0 0,0-1 0 0 0,-1 0-1 0 0,1 1 1 0 0,0-1 0 0 0,0 1 0 0 0,0-1 0 0 0,-1 1 0 0 0,1-1 0 0 0,0 0 0 0 0,0 1 0 0 0,0-1-1 0 0,0 0 1 0 0,0 0 39 0 0,1 1 1 0 0,-1-1-1 0 0,0 1 0 0 0,0 0 0 0 0,1-1 0 0 0,-1 1 0 0 0,0 0 0 0 0,0 0 0 0 0,1-1 0 0 0,-1 1 0 0 0,0 0 0 0 0,1 0 0 0 0,-1-1 0 0 0,1 1 0 0 0,-1 0 0 0 0,0 0 1 0 0,1 0-1 0 0,-1 0 0 0 0,0 0 0 0 0,1-1 0 0 0,0 1 0 0 0,27 0 3373 0 0,-22 1-2904 0 0,44-2 508 0 0,8 1-570 0 0,85 9 0 0 0,-112-4-788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19.87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273 38 3679 0 0,'2'-38'4306'0'0,"-3"46"-3728"0"0,0 0 1 0 0,-1-1-1 0 0,1 1 1 0 0,-4 8-1 0 0,-2 8-166 0 0,-74 270 274 0 0,75-278-660 0 0,0-1 0 0 0,-17 29 1 0 0,20-39-38 0 0,0-1 0 0 0,0 1 0 0 0,-1-1 0 0 0,1 1 0 0 0,-1-1 1 0 0,0 0-1 0 0,0-1 0 0 0,-1 1 0 0 0,1-1 0 0 0,-1 0 0 0 0,0 0 0 0 0,-7 4 1 0 0,11-7-39 0 0,0 0 0 0 0,0 1 0 0 0,-1-1 0 0 0,1 0-1 0 0,0 0 1 0 0,0 0 0 0 0,0 0 0 0 0,0 0 0 0 0,0 0 0 0 0,-1 0 0 0 0,1 0 0 0 0,0 0 0 0 0,0-1 0 0 0,0 1 0 0 0,0-1 0 0 0,0 1 0 0 0,0 0 0 0 0,0-1 0 0 0,0 0 0 0 0,0 1 0 0 0,0-1 0 0 0,0 1 0 0 0,0-1 0 0 0,0 0 0 0 0,1 0 0 0 0,-1 0 0 0 0,0 0 0 0 0,0 1 0 0 0,1-1 0 0 0,-1 0 0 0 0,0 0 0 0 0,1 0-1 0 0,-1 0 1 0 0,1 0 0 0 0,0 0 0 0 0,-1-2 0 0 0,-2-5-602 0 0,0 0-1 0 0,1 0 1 0 0,-3-14-1 0 0,4 17 447 0 0,-33-215-3029 0 0,34 219 3312 0 0,0 1 0 0 0,0-1 1 0 0,0 1-1 0 0,0-1 0 0 0,-1 1 0 0 0,1-1 0 0 0,0 0 1 0 0,0 1-1 0 0,0-1 0 0 0,0 1 0 0 0,0-1 1 0 0,1 0-1 0 0,-1 1 0 0 0,0-1 0 0 0,0 1 1 0 0,0-1-1 0 0,0 0 0 0 0,1 1 0 0 0,-1-1 1 0 0,0 1-1 0 0,1-1 0 0 0,-1 1 0 0 0,0-1 1 0 0,1 1-1 0 0,-1-1 0 0 0,1 1 0 0 0,-1 0 1 0 0,0-1-1 0 0,1 1 0 0 0,-1 0 0 0 0,1-1 1 0 0,-1 1-1 0 0,1 0 0 0 0,-1-1 0 0 0,1 1 1 0 0,0 0-1 0 0,-1 0 0 0 0,1 0 0 0 0,-1-1 1 0 0,1 1-1 0 0,0 0 0 0 0,-1 0 0 0 0,1 0 1 0 0,-1 0-1 0 0,1 0 0 0 0,0 0 0 0 0,-1 0 1 0 0,1 0-1 0 0,0 1 0 0 0,5 0 239 0 0,0 1 1 0 0,-1 0-1 0 0,1 0 0 0 0,7 5 0 0 0,2-1-25 0 0,-1-2-4 0 0,0 0-1 0 0,0-1 0 0 0,16 0 0 0 0,-13-1 119 0 0,25 6 0 0 0,-37-6-348 0 0,1 0 0 0 0,0 0 0 0 0,0 0-1 0 0,-1 1 1 0 0,1 0 0 0 0,-1 0 0 0 0,10 8 0 0 0,-4-1-77 0 0,-1 1 0 0 0,0 1 1 0 0,0 0-1 0 0,-1 0 0 0 0,10 18 0 0 0,12 17-645 0 0,-29-44 510 0 0,1-1 0 0 0,-1 0 1 0 0,1 1-1 0 0,-1-1 0 0 0,1 0 0 0 0,0-1 0 0 0,3 3 1 0 0,-5-4 80 0 0,-1 1 0 0 0,1-1 0 0 0,0 0 0 0 0,-1 0 0 0 0,1 1 0 0 0,-1-1 1 0 0,1 0-1 0 0,0 0 0 0 0,-1 0 0 0 0,1 0 0 0 0,-1 0 0 0 0,1 0 0 0 0,0 0 0 0 0,-1 0 1 0 0,1 0-1 0 0,-1 0 0 0 0,1 0 0 0 0,1-1 0 0 0,-2 1-48 0 0,0 0 0 0 0,1-1 1 0 0,-1 1-1 0 0,1-1 0 0 0,-1 1 0 0 0,0-1 1 0 0,0 1-1 0 0,1-1 0 0 0,-1 1 0 0 0,0-1 0 0 0,0 1 1 0 0,1-1-1 0 0,-1 1 0 0 0,0-1 0 0 0,0 1 0 0 0,0-1 1 0 0,0 0-1 0 0,0 1 0 0 0,0-1 0 0 0,0 1 1 0 0,0-1-1 0 0,0 1 0 0 0,0-1 0 0 0,-1 0 0 0 0,0-7-2415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20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49 178 2271 0 0,'-4'-3'-55'0'0,"-1"1"140"0"0,0 0-1 0 0,0-1 1 0 0,1 0-1 0 0,-1 0 0 0 0,1 0 1 0 0,-5-4-1 0 0,9 6 24 0 0,-1 0 1 0 0,0 0-1 0 0,0 0 0 0 0,1 0 0 0 0,-1 0 1 0 0,0 0-1 0 0,1 0 0 0 0,-1 0 0 0 0,1-1 1 0 0,0 1-1 0 0,-1 0 0 0 0,1 0 0 0 0,0 0 1 0 0,0-1-1 0 0,-1 1 0 0 0,1 0 0 0 0,0 0 1 0 0,0-1-1 0 0,0 1 0 0 0,1 0 0 0 0,-1 0 1 0 0,0 0-1 0 0,0-1 0 0 0,1 1 0 0 0,-1 0 1 0 0,1 0-1 0 0,-1 0 0 0 0,1 0 0 0 0,-1-1 1 0 0,1 1-1 0 0,0 0 0 0 0,1-1 0 0 0,4-4 167 0 0,-1 0 0 0 0,2 0-1 0 0,-1 1 1 0 0,1 0 0 0 0,0 0-1 0 0,0 1 1 0 0,15-7 0 0 0,-13 6-209 0 0,8-4-195 0 0,0 0-1 0 0,0 1 0 0 0,1 1 1 0 0,0 0-1 0 0,1 2 0 0 0,-1 0 1 0 0,36-4-1 0 0,-25 8-325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20.9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464 105 3223 0 0,'-2'-24'582'0'0,"1"13"428"0"0,0 0 0 0 0,0 0 0 0 0,-1 1 0 0 0,-5-17 0 0 0,7 27-988 0 0,0-1-1 0 0,0 1 1 0 0,0-1-1 0 0,-1 1 1 0 0,1-1-1 0 0,0 1 1 0 0,0-1 0 0 0,-1 1-1 0 0,1-1 1 0 0,0 1-1 0 0,-1-1 1 0 0,1 1-1 0 0,-1-1 1 0 0,1 1-1 0 0,0 0 1 0 0,-1-1-1 0 0,1 1 1 0 0,-1 0-1 0 0,1-1 1 0 0,-1 1-1 0 0,1 0 1 0 0,-1 0-1 0 0,0-1 1 0 0,1 1-1 0 0,-1 0 1 0 0,1 0-1 0 0,-2 0 1 0 0,1 0 34 0 0,0 0-1 0 0,0 0 1 0 0,0 1 0 0 0,0-1 0 0 0,0 0-1 0 0,0 1 1 0 0,0-1 0 0 0,0 1 0 0 0,0-1-1 0 0,0 1 1 0 0,0 0 0 0 0,0-1-1 0 0,-1 2 1 0 0,-4 5 242 0 0,0-1 0 0 0,1 1 0 0 0,-6 8 0 0 0,7-10-241 0 0,-12 17-63 0 0,-208 260-412 0 0,212-269 422 0 0,2-2-2 0 0,1-1-1 0 0,-2 1 0 0 0,0-2 1 0 0,0 0-1 0 0,-23 15 0 0 0,33-23-66 0 0,0-1 0 0 0,1 1 0 0 0,-1-1 1 0 0,0 1-1 0 0,1-1 0 0 0,-1 0 0 0 0,0 1 0 0 0,0-1 0 0 0,0 0 0 0 0,1 0 0 0 0,-1 0 0 0 0,0 1 0 0 0,0-1 0 0 0,0 0 0 0 0,0 0 0 0 0,1 0 0 0 0,-1 0 0 0 0,0 0 0 0 0,0 0 0 0 0,0-1 1 0 0,0 1-1 0 0,0 0 0 0 0,1 0 0 0 0,-1-1 0 0 0,0 1 0 0 0,0 0 0 0 0,1-1 0 0 0,-1 1 0 0 0,0-1 0 0 0,0 1 0 0 0,1-1 0 0 0,-1 1 0 0 0,1-1 0 0 0,-1 1 0 0 0,0-1 0 0 0,1 0 0 0 0,-1 1 0 0 0,1-1 1 0 0,-1 0-1 0 0,1 1 0 0 0,0-1 0 0 0,-1 0 0 0 0,1 0 0 0 0,0 0 0 0 0,-1 1 0 0 0,1-1 0 0 0,0-1 0 0 0,-2-6-870 0 0,1 1 0 0 0,1 0 1 0 0,-1-1-1 0 0,2-11 0 0 0,-1 8 496 0 0,-1-28-275 0 0,-11-55 0 0 0,9 69 1802 0 0,2 21-679 0 0,1 0 0 0 0,0 0 1 0 0,0 0-1 0 0,0 0 0 0 0,0-1 1 0 0,1-3-1 0 0,0 7-308 0 0,-1 1-1 0 0,0-1 0 0 0,0 1 0 0 0,0-1 1 0 0,0 1-1 0 0,0-1 0 0 0,1 1 1 0 0,-1-1-1 0 0,0 1 0 0 0,1 0 1 0 0,-1-1-1 0 0,0 1 0 0 0,1-1 1 0 0,-1 1-1 0 0,0 0 0 0 0,1-1 1 0 0,-1 1-1 0 0,1 0 0 0 0,-1-1 1 0 0,0 1-1 0 0,1 0 0 0 0,0-1 1 0 0,0 1-22 0 0,0 0-1 0 0,0 0 1 0 0,-1 0 0 0 0,1 1 0 0 0,0-1 0 0 0,0 0-1 0 0,0 0 1 0 0,0 0 0 0 0,-1 1 0 0 0,1-1 0 0 0,0 0 0 0 0,0 1-1 0 0,-1-1 1 0 0,1 1 0 0 0,0-1 0 0 0,0 1 0 0 0,-1-1-1 0 0,1 1 1 0 0,0 0 0 0 0,11 11 694 0 0,0 0 1 0 0,17 25-1 0 0,-20-25-604 0 0,0-1 0 0 0,1 1 0 0 0,0-2 0 0 0,16 14 0 0 0,-2-6-120 0 0,29 15-1 0 0,-42-27-192 0 0,1 0-1 0 0,-1-1 1 0 0,1 0 0 0 0,1-1-1 0 0,13 3 1 0 0,-22-6-122 0 0,1-1 0 0 0,0 1 1 0 0,0-1-1 0 0,0 0 0 0 0,6-1 0 0 0,-9 1 184 0 0,-1 0-1 0 0,0 0 1 0 0,1-1 0 0 0,-1 1 0 0 0,0 0-1 0 0,1-1 1 0 0,-1 1 0 0 0,0-1-1 0 0,0 1 1 0 0,1-1 0 0 0,-1 0-1 0 0,0 1 1 0 0,0-1 0 0 0,0 0-1 0 0,0 0 1 0 0,0 0 0 0 0,0 0-1 0 0,0 0 1 0 0,0 0 0 0 0,0 0-1 0 0,-1 0 1 0 0,1 0 0 0 0,1-2-1 0 0,-2 2 114 0 0,0 1 0 0 0,0 0-1 0 0,1 0 1 0 0,-1 0 0 0 0,0 0-1 0 0,0 0 1 0 0,1 0 0 0 0,-1 0-1 0 0,0 0 1 0 0,1 0-1 0 0,-1 0 1 0 0,0 0 0 0 0,0 0-1 0 0,1 0 1 0 0,-1 0 0 0 0,0 0-1 0 0,0 0 1 0 0,1 0 0 0 0,-1 0-1 0 0,0 0 1 0 0,1 0 0 0 0,-1 0-1 0 0,0 0 1 0 0,0 0 0 0 0,1 0-1 0 0,-1 1 1 0 0,0-1 0 0 0,0 0-1 0 0,0 0 1 0 0,1 0-1 0 0,-1 0 1 0 0,0 1 0 0 0,0-1-1 0 0,0 0 1 0 0,1 0 0 0 0,-1 1-1 0 0,13 11 527 0 0,-11-10-381 0 0,11 9 243 0 0,-1-1 0 0 0,2 0 0 0 0,13 7 0 0 0,-5-4-258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21.69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209 119 2303 0 0,'2'-38'530'0'0,"-1"28"16"0"0,0-1 0 0 0,-1 1 1 0 0,0-1-1 0 0,-1 1 0 0 0,-2-14 0 0 0,3 24-521 0 0,0 0 0 0 0,0 0 0 0 0,0-1-1 0 0,0 1 1 0 0,0 0 0 0 0,0 0 0 0 0,0 0 0 0 0,0-1-1 0 0,0 1 1 0 0,0 0 0 0 0,0 0 0 0 0,0 0 0 0 0,0-1 0 0 0,-1 1-1 0 0,1 0 1 0 0,0 0 0 0 0,0 0 0 0 0,0 0 0 0 0,0-1-1 0 0,0 1 1 0 0,-1 0 0 0 0,1 0 0 0 0,0 0 0 0 0,0 0 0 0 0,0 0-1 0 0,0 0 1 0 0,-1 0 0 0 0,1-1 0 0 0,0 1 0 0 0,0 0-1 0 0,0 0 1 0 0,-1 0 0 0 0,1 0 0 0 0,0 0 0 0 0,0 0 0 0 0,0 0-1 0 0,-1 0 1 0 0,1 0 0 0 0,0 0 0 0 0,0 0 0 0 0,0 0-1 0 0,-1 0 1 0 0,1 0 0 0 0,0 0 0 0 0,0 0 0 0 0,0 1 0 0 0,-1-1-1 0 0,1 0 1 0 0,0 0 0 0 0,0 0 0 0 0,0 0 0 0 0,0 0-1 0 0,-1 0 1 0 0,1 0 0 0 0,0 1 0 0 0,0-1 0 0 0,0 0-1 0 0,0 0 1 0 0,0 0 0 0 0,-1 0 0 0 0,1 1 0 0 0,0-1 0 0 0,0 0-1 0 0,0 0 1 0 0,0 1 0 0 0,-11 14 371 0 0,10-12-319 0 0,-126 246-357 0 0,85-159 240 0 0,38-81 88 0 0,2-5-28 0 0,1-1 1 0 0,-1 1-1 0 0,1-1 1 0 0,-1 0-1 0 0,-5 6 0 0 0,8-36-20 0 0,18-124-659 0 0,-18 126 578 0 0,0 0-1 0 0,-2-1 1 0 0,-1 1-1 0 0,-5-25 1 0 0,22 76 1961 0 0,28 34 0 0 0,-37-53-1746 0 0,1-1 1 0 0,1-1 0 0 0,-1 1-1 0 0,1-1 1 0 0,0-1 0 0 0,0 1 0 0 0,0-1-1 0 0,13 4 1 0 0,4 3 567 0 0,-23-11-656 0 0,-1 1 1 0 0,1 0-1 0 0,0 0 0 0 0,-1 0 0 0 0,1 0 0 0 0,-1 0 1 0 0,0 1-1 0 0,1-1 0 0 0,-1 0 0 0 0,0 1 0 0 0,0-1 1 0 0,0 1-1 0 0,1-1 0 0 0,-2 1 0 0 0,1 0 0 0 0,0-1 0 0 0,1 4 1 0 0,3 20-3823 0 0,-4-9-400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21.8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38 10591 0 0,'0'-12'944'0'0,"1"4"-752"0"0,2 5-192 0 0,0 3 0 0 0,2 3 304 0 0,-1-3 24 0 0,5-3 8 0 0,6 0 0 0 0,6 0-784 0 0,5-1-160 0 0,2 2-32 0 0,1-1-8 0 0,1 3-528 0 0,-3 3-104 0 0,0 5-16 0 0,-3 1-8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22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151 59 4143 0 0,'7'-58'440'0'0,"-23"182"576"0"0,11-72-429 0 0,-2-1-1 0 0,-2 1 1 0 0,-17 49 0 0 0,22-89-550 0 0,-1 1 0 0 0,-1-1 0 0 0,-9 15 0 0 0,14-24-70 0 0,-1 0-1 0 0,0 0 0 0 0,0 0 1 0 0,0-1-1 0 0,0 1 0 0 0,0-1 1 0 0,0 0-1 0 0,-1 1 0 0 0,1-1 1 0 0,-1 0-1 0 0,0-1 0 0 0,0 1 1 0 0,0 0-1 0 0,1-1 0 0 0,-2 1 0 0 0,1-1 1 0 0,0 0-1 0 0,0 0 0 0 0,-4 0 1 0 0,-3-1-413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22.7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18 115 2759 0 0,'-17'-52'1492'0'0,"17"52"-1450"0"0,0 0 0 0 0,0 0-1 0 0,0 0 1 0 0,0 0 0 0 0,0 0-1 0 0,0 0 1 0 0,-1-1 0 0 0,1 1-1 0 0,0 0 1 0 0,0 0 0 0 0,0 0-1 0 0,0 0 1 0 0,0 0-1 0 0,0 0 1 0 0,0-1 0 0 0,0 1-1 0 0,0 0 1 0 0,0 0 0 0 0,0 0-1 0 0,0 0 1 0 0,0 0 0 0 0,0 0-1 0 0,1-1 1 0 0,-1 1 0 0 0,0 0-1 0 0,0 0 1 0 0,0 0-1 0 0,0 0 1 0 0,0 0 0 0 0,0 0-1 0 0,0 0 1 0 0,0 0 0 0 0,0-1-1 0 0,0 1 1 0 0,0 0 0 0 0,0 0-1 0 0,1 0 1 0 0,-1 0 0 0 0,0 0-1 0 0,0 0 1 0 0,0 0-1 0 0,7 1 918 0 0,9 8-99 0 0,-14-8-653 0 0,25 13 711 0 0,0-1 0 0 0,1-2-1 0 0,31 10 1 0 0,90 13 1034 0 0,-9-5-1794 0 0,-140-29-172 0 0,1 1-1 0 0,0-1 0 0 0,-1 0 0 0 0,1 0 1 0 0,0 0-1 0 0,-1 0 0 0 0,1 0 0 0 0,0 0 1 0 0,-1 0-1 0 0,1 0 0 0 0,-1 0 0 0 0,1 0 1 0 0,0 0-1 0 0,-1 0 0 0 0,1 0 0 0 0,0-1 1 0 0,-1 1-1 0 0,1 0 0 0 0,-1 0 0 0 0,1-1 1 0 0,-1 1-1 0 0,1 0 0 0 0,-1-1 0 0 0,1 1 1 0 0,-1-1-1 0 0,1 1 0 0 0,-1 0 0 0 0,1-1 1 0 0,-1 1-1 0 0,1-1 0 0 0,-1 0 0 0 0,0 1 1 0 0,1-1-1 0 0,-1 1 0 0 0,0-1 0 0 0,0 1 1 0 0,1-1-1 0 0,-1 0 0 0 0,0 1 1 0 0,0-1-1 0 0,0 1 0 0 0,0-1 0 0 0,0 0 1 0 0,0 1-1 0 0,0-1 0 0 0,0 0 0 0 0,0 1 1 0 0,0-1-1 0 0,0 0 0 0 0,0 0 0 0 0,-1-6-210 0 0,-1 0 0 0 0,1 0 0 0 0,-6-12 0 0 0,4 11 85 0 0,0-1-45 0 0,0 0 0 0 0,-1 0 0 0 0,0 1 0 0 0,-1-1 0 0 0,0 1-1 0 0,0 0 1 0 0,-1 0 0 0 0,0 1 0 0 0,0-1 0 0 0,-13-10 0 0 0,16 16 124 0 0,0-1 1 0 0,0 1-1 0 0,0 0 1 0 0,-1-1-1 0 0,1 1 1 0 0,-1 1-1 0 0,1-1 1 0 0,-1 1-1 0 0,0-1 1 0 0,0 1-1 0 0,1 0 1 0 0,-1 0-1 0 0,0 1 1 0 0,0-1-1 0 0,0 1 1 0 0,0 0-1 0 0,0 0 1 0 0,0 0-1 0 0,0 1 1 0 0,0-1 0 0 0,0 1-1 0 0,0 0 1 0 0,0 0-1 0 0,1 0 1 0 0,-1 1-1 0 0,0-1 1 0 0,1 1-1 0 0,-6 3 1 0 0,7-3 155 0 0,-1 0 1 0 0,1 0 0 0 0,-1 0-1 0 0,1 0 1 0 0,0 1 0 0 0,0-1-1 0 0,0 1 1 0 0,-2 4 0 0 0,3-7-57 0 0,1 1 1 0 0,-1 0 0 0 0,1 0-1 0 0,-1 0 1 0 0,1 0 0 0 0,-1 0-1 0 0,1 0 1 0 0,0 0 0 0 0,-1 0 0 0 0,1 0-1 0 0,0 0 1 0 0,0 0 0 0 0,0 0-1 0 0,0 0 1 0 0,0 1 0 0 0,0-1-1 0 0,0 0 1 0 0,0 0 0 0 0,0 0-1 0 0,1 0 1 0 0,-1 0 0 0 0,0 0 0 0 0,1 0-1 0 0,-1 0 1 0 0,0 0 0 0 0,1 0-1 0 0,0 0 1 0 0,0 1 0 0 0,1-1-94 0 0,0 0 0 0 0,0 0 0 0 0,0-1 0 0 0,0 1 0 0 0,1 0 0 0 0,-1-1 1 0 0,0 1-1 0 0,0-1 0 0 0,1 0 0 0 0,-1 1 0 0 0,0-1 0 0 0,1 0 0 0 0,-1 0 1 0 0,4-1-1 0 0,6-2-3336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45.5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7105 1322 5063 0 0,'-22'-26'370'0'0,"-45"-44"0"0"0,64 68-258 0 0,1-1-1 0 0,-1 0 0 0 0,0 1 0 0 0,1-1 0 0 0,0-1 0 0 0,-1 1 0 0 0,1 0 0 0 0,0 0 0 0 0,1-1 0 0 0,-1 1 0 0 0,-1-6 1 0 0,2 6-91 0 0,1 0 0 0 0,0 0 0 0 0,0 0 1 0 0,0 0-1 0 0,0-1 0 0 0,0 1 0 0 0,1 0 1 0 0,-1 0-1 0 0,1 0 0 0 0,0 0 0 0 0,0 0 1 0 0,0 0-1 0 0,0 0 0 0 0,3-4 0 0 0,-2 2-15 0 0,6-9-82 0 0,-1-2 0 0 0,0 1 0 0 0,8-30 0 0 0,-14 40 34 0 0,0-1 1 0 0,-1 1-1 0 0,1 0 0 0 0,-1-1 0 0 0,0 1 1 0 0,0-1-1 0 0,-1 1 0 0 0,0 0 0 0 0,0-1 1 0 0,0 1-1 0 0,0 0 0 0 0,-1 0 0 0 0,0 0 1 0 0,0 0-1 0 0,0 0 0 0 0,-4-5 0 0 0,-2-1-45 0 0,0 0 0 0 0,0 1 0 0 0,-1 0 0 0 0,0 0 0 0 0,-1 1 0 0 0,-17-12 0 0 0,-70-41-172 0 0,81 52 222 0 0,-98-55 1161 0 0,-2 5 0 0 0,-3 5 0 0 0,-133-42 0 0 0,40 21-767 0 0,-160-45-501 0 0,251 93 135 0 0,-747-166-42 0 0,410 122 225 0 0,-4 49 71 0 0,-18 50 262 0 0,344-10-290 0 0,-200 51 0 0 0,88 14-187 0 0,10 18 4 0 0,216-90-34 0 0,-202 103-29 0 0,10 14-15 0 0,125-72 37 0 0,5-1-3 0 0,3 2-1 0 0,-107 99 0 0 0,99-70-5 0 0,-124 154 0 0 0,161-169 10 0 0,-75 132-1 0 0,-24 89 9 0 0,148-285-1 0 0,-93 194 12 0 0,-64 125-113 0 0,-26 49 6 0 0,31 13 101 0 0,113-251-7 0 0,6 2 0 0 0,-24 176 0 0 0,46-186 51 0 0,5 228-1 0 0,41 129-103 0 0,-31-474 53 0 0,51 456 0 0 0,-34-353 0 0 0,6 0 0 0 0,39 113 0 0 0,61 81 515 0 0,-88-237-145 0 0,3-2 0 0 0,56 76 1 0 0,-35-69-290 0 0,4-2 0 0 0,2-3 0 0 0,4-2 0 0 0,2-4 0 0 0,143 97 0 0 0,282 161-81 0 0,-426-280-6 0 0,288 161-68 0 0,189 51 21 0 0,-140-110-35 0 0,-366-131 93 0 0,556 157-5 0 0,64-44 27 0 0,8-58 8 0 0,-488-53-33 0 0,-21-5 29 0 0,0-8-1 0 0,257-27 0 0 0,291-89-25 0 0,90-69 59 0 0,-325 32-61 0 0,-377 114 1 0 0,-2-3 1 0 0,161-94-1 0 0,99-105-103 0 0,-287 185 59 0 0,-2-3 0 0 0,112-126 1 0 0,-99 85-23 0 0,-4-4 0 0 0,-5-3 0 0 0,-4-2 0 0 0,89-201 0 0 0,-23-38 120 0 0,-112 278-57 0 0,-3 0 1 0 0,-3-2 0 0 0,6-90-1 0 0,-16 67-1 0 0,-5-1 0 0 0,-4 1 0 0 0,-17-95 0 0 0,-69-270 6 0 0,63 331 2 0 0,-6-32 81 0 0,-57-244 24 0 0,-35 9-127 0 0,-34 40-71 0 0,-20 10 168 0 0,57 111 230 0 0,-194-339-18 0 0,284 519-273 0 0,-3 1 0 0 0,-2 1-1 0 0,-2 2 1 0 0,-2 2 0 0 0,-2 2 0 0 0,-94-73-1 0 0,52 57-407 0 0,-166-85-1 0 0,-109-18-1848 0 0,212 98 231 0 0,-222-131 0 0 0,133 39 939 0 0,183 125-1054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51.1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137 961 2072 0 0,'-10'10'13586'0'0,"7"-4"-11645"0"0,-4 14 1561 0 0,2 26-6308 0 0,4-31 4131 0 0,1 5-1347 0 0,0 1-1 0 0,1-1 1 0 0,1 1-1 0 0,7 31 0 0 0,28 80-787 0 0,-28-103 617 0 0,155 477-10414 0 0,-134-419 10013 0 0,95 291-2993 0 0,83 246 3666 0 0,27-11 232 0 0,51 86-273 0 0,-139-319 7 0 0,157 411 122 0 0,-27 58 23 0 0,-11-33-139 0 0,18-95 218 0 0,-9-123 421 0 0,32-16-419 0 0,-199-381-246 0 0,113 198-44 0 0,-78-142-46 0 0,172 380-220 0 0,-143-274-190 0 0,114 240 15 0 0,-113-225 650 0 0,21-10 378 0 0,93 101 11 0 0,-188-324-386 0 0,130 146 1 0 0,57 5 127 0 0,-220-238-231 0 0,3-3-1 0 0,122 76 1 0 0,-111-85-86 0 0,121 50 1 0 0,-141-73-126 0 0,0-3-1 0 0,121 25 1 0 0,-61-28-412 0 0,0-5 0 0 0,1-5 1 0 0,202-15-1 0 0,-280 3 471 0 0,-1-1 1 0 0,0-2-1 0 0,0-2 1 0 0,-1-2 0 0 0,0-2-1 0 0,-1-1 1 0 0,66-36-1 0 0,-65 27 87 0 0,-1-1 0 0 0,-1-3 0 0 0,-2-1 0 0 0,0-2 0 0 0,-2-1 0 0 0,54-65-1 0 0,-50 46-8 0 0,-2-2 0 0 0,60-113 0 0 0,-58 84-89 0 0,43-133 1 0 0,2-98-165 0 0,-23-1 9 0 0,-22 77 616 0 0,-11-2 0 0 0,-10 0 0 0 0,-19-352 0 0 0,-125-429 454 0 0,-26 231-533 0 0,-48 11 228 0 0,113 516-235 0 0,-128-267 0 0 0,-36 4-171 0 0,-33 17-190 0 0,144 283-25 0 0,-163-270-17 0 0,172 278 82 0 0,-189-327 3 0 0,118 175 42 0 0,-60-108 12 0 0,107 199-22 0 0,-262-456-412 0 0,157 314-91 0 0,-19 15 150 0 0,-96-101 579 0 0,8 51-86 0 0,262 344-121 0 0,-215-178 0 0 0,142 156-256 0 0,-5 8-1 0 0,-219-113 0 0 0,-170-30 213 0 0,25 73 225 0 0,428 160-269 0 0,-1 6 0 0 0,-209-22 1 0 0,231 44 92 0 0,0 5 0 0 0,0 5 0 0 0,-118 17 0 0 0,-184 53 900 0 0,387-69-880 0 0,5-3-6 0 0,1 1 0 0 0,-1-1 1 0 0,0 2-1 0 0,1-1 0 0 0,0 1 0 0 0,0 1 1 0 0,0-1-1 0 0,0 1 0 0 0,0 0 1 0 0,-7 6-1 0 0,13-9-42 0 0,1 0-1 0 0,-1 0 1 0 0,0 0 0 0 0,0 0 0 0 0,1 0-1 0 0,-1 0 1 0 0,0 0 0 0 0,1 0 0 0 0,-1 0-1 0 0,1 0 1 0 0,0 1 0 0 0,-1-1 0 0 0,1 0 0 0 0,0 0-1 0 0,0 0 1 0 0,0 1 0 0 0,0-1 0 0 0,0 0-1 0 0,0 0 1 0 0,0 0 0 0 0,0 1 0 0 0,0-1-1 0 0,0 0 1 0 0,1 0 0 0 0,-1 0 0 0 0,1 2-1 0 0,1 2-122 0 0,1 0-1 0 0,-1 0 1 0 0,1-1-1 0 0,6 8 1 0 0,22 25-2437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54.5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78 1380 0 0,'-50'-50'16395'0'0,"40"39"-14510"0"0,9 9-1885 0 0,0 1 0 0 0,0 0 0 0 0,0 0 0 0 0,0-1 0 0 0,0 1 0 0 0,0 0 0 0 0,0 0 0 0 0,0 0 0 0 0,-1 0 0 0 0,1 1 0 0 0,0-1 0 0 0,0 0 0 0 0,-1 0 0 0 0,1 1 0 0 0,-2-1 0 0 0,2 1 0 0 0,0 0 0 0 0,0 0 0 0 0,1 0 0 0 0,-1 1 0 0 0,0-1 0 0 0,0 0 0 0 0,0 1 0 0 0,0-1 0 0 0,1 1 0 0 0,-1-1 0 0 0,0 1 0 0 0,0-1 0 0 0,1 1 0 0 0,-1-1 0 0 0,0 1 0 0 0,1-1 0 0 0,-1 1 0 0 0,1 0 0 0 0,-1 0 0 0 0,1-1 0 0 0,-1 1 0 0 0,1 0 0 0 0,-1 0 0 0 0,1 0 0 0 0,0-1 0 0 0,0 1 0 0 0,-1 2 0 0 0,-8 24 0 0 0,0 0 0 0 0,2 1 0 0 0,1 0 0 0 0,-2 35 0 0 0,7-56 0 0 0,-3 35-165 0 0,2 0 1 0 0,1 0-1 0 0,3 0 0 0 0,1 1 0 0 0,16 71 0 0 0,70 202-3563 0 0,-84-298 3449 0 0,24 67-852 0 0,5 7 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58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1064 0 0,'20'20'12698'0'0,"-12"-9"-10158"0"0,-3-3-886 0 0,-1 0-1 0 0,7 15 1 0 0,-2 4-3101 0 0,7 33 0 0 0,-3-12 2738 0 0,18 56-2130 0 0,115 327-6780 0 0,-85-306 3912 0 0,77 117 0 0 0,-31-59 1054 0 0,164 372 2693 0 0,-14-29-43 0 0,128 117 39 0 0,-211-410-52 0 0,2 3 0 0 0,-18 27 30 0 0,-14 9 10 0 0,-27-50-14 0 0,-7-16-4 0 0,167 294 20 0 0,-162-322-26 0 0,26 45 0 0 0,-98-149 0 0 0,36 87 0 0 0,14 96 9 0 0,-17 5 8 0 0,-18-59-11 0 0,-54-188 35 0 0,0 0 65 0 0,1 0 0 0 0,0 0 0 0 0,1-1 0 0 0,13 24 0 0 0,-18-36 102 0 0,1 0-1 0 0,-1 0 1 0 0,1-1 0 0 0,0 1-1 0 0,0 0 1 0 0,-1-1-1 0 0,1 0 1 0 0,0 1-1 0 0,0-1 1 0 0,0 0-1 0 0,1 0 1 0 0,-1 0 0 0 0,4 1-1 0 0,33 4 2635 0 0,-31-5-2015 0 0,0 0 1 0 0,-1 0 0 0 0,10 3-1 0 0,0 3 735 0 0,1 1 0 0 0,-1 0 0 0 0,22 15 0 0 0,46 37 955 0 0,-70-48-2539 0 0,6 3-235 0 0,28 28 0 0 0,-42-35 326 0 0,0 0 0 0 0,0 0-1 0 0,0 1 1 0 0,-1 0-1 0 0,0 0 1 0 0,6 14-1 0 0,-9-12-33 0 0,-3-11-35 0 0,0 0 0 0 0,0 0 0 0 0,0 0 0 0 0,0 1 0 0 0,0-1 0 0 0,0 0 0 0 0,0 0 0 0 0,0 0 0 0 0,0 0 0 0 0,0 1 0 0 0,0-1 0 0 0,0 0 0 0 0,0 0 0 0 0,0 0 0 0 0,0 0 0 0 0,0 0 0 0 0,0 1 0 0 0,0-1 0 0 0,0 0 0 0 0,0 0 0 0 0,0 0 0 0 0,0 0 0 0 0,-1 0 0 0 0,1 1 0 0 0,0-1 0 0 0,0 0 0 0 0,0 0 0 0 0,0 0 0 0 0,0 0 0 0 0,0 0 0 0 0,-1 0 0 0 0,1 0 0 0 0,0 0 0 0 0,0 1 0 0 0,0-1 0 0 0,0 0 0 0 0,-1 0 0 0 0,1 0 0 0 0,0 0 0 0 0,0 0 0 0 0,0 0 0 0 0,0 0 0 0 0,0 0 0 0 0,-1 0 0 0 0,1 0 0 0 0,0 0 0 0 0,0 0 0 0 0,0 0 0 0 0,0 0 0 0 0,-1 0 0 0 0,1 0 0 0 0,0 0-1 0 0,0-1 1 0 0,0 1 0 0 0,0 0 0 0 0,-1 0 0 0 0,1 0 0 0 0,0 0 0 0 0,0 0 0 0 0,0 0 0 0 0,0 0 0 0 0,0 0 0 0 0,0-1 0 0 0,0 1 0 0 0,-1 0 0 0 0,1 0 0 0 0,0 0 0 0 0,-10-7 0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4:59.8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60 651 300 0 0,'-3'-9'3453'0'0,"1"5"-3015"0"0,1 1-1 0 0,0-1 1 0 0,-1 1-1 0 0,2-1 1 0 0,-2-7-1 0 0,0-66 6045 0 0,0-20-109 0 0,7 32-5946 0 0,-5 61-614 0 0,0 1-1 0 0,0-1 1 0 0,0 1-1 0 0,0-1 1 0 0,-1 1-1 0 0,1-1 1 0 0,-1 1-1 0 0,0-1 1 0 0,0 1-1 0 0,-2-5 1 0 0,2 7-281 0 0,0 0 0 0 0,0-1 0 0 0,0 1 0 0 0,1 0 0 0 0,-1-1 0 0 0,-1 1 0 0 0,1 0 1 0 0,0 0-1 0 0,0 0 0 0 0,0 0 0 0 0,-2-1 0 0 0,-18-1-8802 0 0,20 4 9319 0 0,1-1-1 0 0,-1 0 1 0 0,1 1-1 0 0,-1-1 0 0 0,1 1 1 0 0,-1-1-1 0 0,1 0 0 0 0,0 1 1 0 0,-1-1-1 0 0,1 1 0 0 0,0 0 1 0 0,-1-1-1 0 0,1 1 1 0 0,0-1-1 0 0,0 1 0 0 0,-1-1 1 0 0,1 1-1 0 0,0 0 0 0 0,0-1 1 0 0,0 1-1 0 0,0-1 0 0 0,0 1 1 0 0,0 0-1 0 0,0-1 1 0 0,0 1-1 0 0,0-1 0 0 0,0 1 1 0 0,0 0-1 0 0,0-1 0 0 0,1 2 1 0 0,5 23 4078 0 0,-5-20-3377 0 0,10 51 6191 0 0,-5-1-3727 0 0,-3 58-5398 0 0,4 60-12889 0 0,-13-190 21658 0 0,0-15-2228 0 0,-1-46-1 0 0,7-36-4797 0 0,27-111-10762 0 0,-10 151 8614 0 0,-4 32 2685 0 0,2 1 1 0 0,24-44-1 0 0,-37 81-89 0 0,0-1 37 0 0,1-1 0 0 0,0 1 0 0 0,0 0 0 0 0,1 0 0 0 0,4-6 0 0 0,-7 10-28 0 0,0 0-1 0 0,0 1 1 0 0,-1-1 0 0 0,1 1-1 0 0,0-1 1 0 0,0 0 0 0 0,0 1-1 0 0,-1-1 1 0 0,1 1 0 0 0,0 0-1 0 0,0-1 1 0 0,0 1 0 0 0,0 0-1 0 0,0-1 1 0 0,0 1 0 0 0,0 0-1 0 0,0 0 1 0 0,0 0-1 0 0,0 0 1 0 0,0 0 0 0 0,0 0-1 0 0,0 0 1 0 0,0 0 0 0 0,0 1-1 0 0,0-1 1 0 0,0 0 0 0 0,0 0-1 0 0,0 1 1 0 0,0-1 0 0 0,0 1-1 0 0,-1-1 1 0 0,1 1 0 0 0,0-1-1 0 0,0 1 1 0 0,0-1 0 0 0,-1 1-1 0 0,1 0 1 0 0,0 0 0 0 0,1 1-1 0 0,8 11 67 0 0,1 1-1 0 0,-1 0 1 0 0,-1 1-1 0 0,-1 0 0 0 0,13 32 1 0 0,-3-9-499 0 0,-8-17 416 0 0,12 25 172 0 0,33 50 0 0 0,-46-83-199 0 0,0 0 1 0 0,1-1 0 0 0,1 0 0 0 0,0 0 0 0 0,0-1 0 0 0,1-1-1 0 0,0 0 1 0 0,16 10 0 0 0,13 2-1536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5:00.8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100 795 1152 0 0,'-5'3'1236'0'0,"0"1"1"0"0,1-1-1 0 0,-1 1 1 0 0,1 1-1 0 0,-1-1 1 0 0,2 0 0 0 0,-6 7-1 0 0,-6 8 772 0 0,2-5 588 0 0,7-6-1265 0 0,-1-2-1 0 0,-12 12 1 0 0,21-20-1339 0 0,1 0 11 0 0,-1 0-1 0 0,0 1 1 0 0,0-1 0 0 0,1 1 0 0 0,-1-1 0 0 0,1 1 0 0 0,-1 0 0 0 0,1 0-1 0 0,4-1 1 0 0,30-2 4 0 0,-28 4-43 0 0,1-1 1 0 0,0 0-1 0 0,11-3 1 0 0,8-5-896 0 0,-2-1 1 0 0,1-2 0 0 0,39-22 0 0 0,72-56-2207 0 0,-54 23-1051 0 0,104-103 0 0 0,-37 30 2867 0 0,-104 99 1658 0 0,67-43 0 0 0,-114 84-336 0 0,301-178 210 0 0,-289 172-292 0 0,0 0 0 0 0,0 1 1 0 0,0 0-1 0 0,0 1 0 0 0,1 1 1 0 0,18-3-1 0 0,-22 6-917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5:01.1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49 148 1612 0 0,'-1'-6'439'0'0,"1"5"-343"0"0,-1 1 0 0 0,1-1 1 0 0,0 0-1 0 0,-1 1 1 0 0,1-1-1 0 0,0 0 1 0 0,0 0-1 0 0,0 1 0 0 0,0-1 1 0 0,0 0-1 0 0,0 0 1 0 0,0 1-1 0 0,0-1 1 0 0,0 0-1 0 0,0 0 0 0 0,0 1 1 0 0,1-1-1 0 0,-1 0 1 0 0,0 0-1 0 0,0 1 0 0 0,1-1 1 0 0,-1 0-1 0 0,0 1 1 0 0,1-1-1 0 0,-1 1 1 0 0,1-1-1 0 0,-1 0 0 0 0,1 1 1 0 0,10-9 4777 0 0,3-8-2602 0 0,-5 4-1234 0 0,0 4 12 0 0,0 0 0 0 0,0 0-1 0 0,1 1 1 0 0,0 0 0 0 0,18-11 0 0 0,-21 16-1024 0 0,-1 0-1 0 0,0 0 0 0 0,1 0 1 0 0,-1 1-1 0 0,1 0 0 0 0,0 1 1 0 0,0-1-1 0 0,0 1 1 0 0,0 1-1 0 0,0-1 0 0 0,0 1 1 0 0,7 1-1 0 0,6 2-25 0 0,0 1 0 0 0,0 1 0 0 0,0 1 0 0 0,-1 1 0 0 0,0 0 0 0 0,24 14 0 0 0,-40-20-127 0 0,-1 0-1 0 0,0 0 0 0 0,0 0 1 0 0,1 1-1 0 0,-1-1 0 0 0,0 1 1 0 0,0 0-1 0 0,-1-1 0 0 0,1 1 1 0 0,0 0-1 0 0,0 0 0 0 0,1 4 1 0 0,-2-5 24 0 0,-1 0 1 0 0,0 1-1 0 0,1-1 1 0 0,-1 1 0 0 0,0-1-1 0 0,0 1 1 0 0,0-1-1 0 0,0 1 1 0 0,0-1 0 0 0,-1 1-1 0 0,1-1 1 0 0,0 0-1 0 0,-1 1 1 0 0,1-1 0 0 0,-1 1-1 0 0,1-1 1 0 0,-1 0-1 0 0,0 1 1 0 0,1-1 0 0 0,-1 0-1 0 0,0 0 1 0 0,0 0-1 0 0,-2 2 1 0 0,-24 29-141 0 0,-46 42 0 0 0,5-6-872 0 0,11-6-1357 0 0,3 3 1 0 0,-47 74 0 0 0,47-46-694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5:40.6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290 207 460 0 0,'3'-74'12736'0'0,"-1"9"-5391"0"0,-2 23-8226 0 0,0 41 882 0 0,0-1 0 0 0,0 1 0 0 0,-1 0 0 0 0,1 0 0 0 0,0 0 0 0 0,0-1 0 0 0,-1 1 0 0 0,1 0 0 0 0,0 0 0 0 0,-1 0 0 0 0,1-1 0 0 0,-1 1 0 0 0,0 0 0 0 0,1 0 0 0 0,-1 0 1 0 0,0 0-1 0 0,0 0 0 0 0,0-1 0 0 0,0 2-37 0 0,0-1 1 0 0,0 1-1 0 0,0 0 1 0 0,1 0 0 0 0,-1-1-1 0 0,0 1 1 0 0,0 0-1 0 0,0 0 1 0 0,0 0 0 0 0,0 0-1 0 0,1-1 1 0 0,-1 1-1 0 0,0 1 1 0 0,0-1 0 0 0,0 0-1 0 0,0 0 1 0 0,0 0 0 0 0,1 0-1 0 0,-3 1 1 0 0,-1 1-296 0 0,0 0 0 0 0,0 0-1 0 0,0 0 1 0 0,0 1 0 0 0,1 0 0 0 0,-1-1 0 0 0,1 1 0 0 0,-5 5 0 0 0,-11 15-742 0 0,1 0 0 0 0,2 1 0 0 0,0 1-1 0 0,1 1 1 0 0,-14 35 0 0 0,-45 142-4812 0 0,63-171 5975 0 0,2 1 0 0 0,1 0 1 0 0,-4 41-1 0 0,11-62-60 0 0,0 0 1 0 0,1 0 0 0 0,0 0-1 0 0,1 0 1 0 0,1 0 0 0 0,0-1-1 0 0,0 1 1 0 0,1 0 0 0 0,1-1-1 0 0,-1 1 1 0 0,2-1-1 0 0,8 16 1 0 0,-10-23-20 0 0,-1 0 0 0 0,0-1 1 0 0,1 0-1 0 0,-1 0 0 0 0,1 0 0 0 0,0 0 0 0 0,0 0 1 0 0,0 0-1 0 0,1-1 0 0 0,-1 1 0 0 0,0-1 0 0 0,1 0 1 0 0,0 0-1 0 0,-1 0 0 0 0,1-1 0 0 0,6 2 0 0 0,-4-1 81 0 0,0-2-1 0 0,0 1 0 0 0,-1-1 0 0 0,1 0 0 0 0,0 0 1 0 0,0 0-1 0 0,-1-1 0 0 0,1 0 0 0 0,0 0 1 0 0,-1-1-1 0 0,8-2 0 0 0,4-3-49 0 0,-1-1 0 0 0,0 0-1 0 0,0-1 1 0 0,-1 0 0 0 0,0-1 0 0 0,-1-1-1 0 0,0-1 1 0 0,0 0 0 0 0,-1-1 0 0 0,-1 0-1 0 0,-1 0 1 0 0,19-28 0 0 0,-17 20 53 0 0,-1 0-1 0 0,-1-1 1 0 0,-1 0-1 0 0,-1-1 1 0 0,-1 0-1 0 0,-1 0 1 0 0,-1-1 0 0 0,6-47-1 0 0,-11 60-231 0 0,-1 0 0 0 0,0-1 0 0 0,0 1 1 0 0,-1 0-1 0 0,-1-1 0 0 0,0 1 0 0 0,0 0 0 0 0,-1 0 0 0 0,-1 0 0 0 0,-6-15 0 0 0,6 19 149 0 0,0 0-1 0 0,0 0 0 0 0,0 1 0 0 0,-1 0 0 0 0,1 0 0 0 0,-2 0 1 0 0,1 0-1 0 0,-1 1 0 0 0,1 0 0 0 0,-2 0 0 0 0,1 0 0 0 0,0 1 1 0 0,-1 0-1 0 0,0 0 0 0 0,0 1 0 0 0,-7-3 0 0 0,-1 1 515 0 0,-1 0-1 0 0,1 2 1 0 0,-1 0-1 0 0,0 1 0 0 0,0 0 1 0 0,-21 2-1 0 0,24 0 878 0 0,0 1 0 0 0,1 1 1 0 0,-1 0-1 0 0,-23 8 0 0 0,31-8-1188 0 0,0 0 0 0 0,0 0 0 0 0,0 1 0 0 0,0 0 0 0 0,0 0 1 0 0,0 0-1 0 0,1 0 0 0 0,-1 1 0 0 0,1 0 0 0 0,0 0 0 0 0,0 0 1 0 0,1 0-1 0 0,-1 1 0 0 0,1-1 0 0 0,-3 6 0 0 0,2-2-274 0 0,0 1 0 0 0,1-1 0 0 0,0 1 0 0 0,1-1 0 0 0,-1 1 0 0 0,2 0 0 0 0,-1 0 0 0 0,0 17 0 0 0,2-5-1069 0 0,1 0-1 0 0,0 0 0 0 0,1 0 1 0 0,6 22-1 0 0,-5-32 374 0 0,-1-2 1 0 0,1 1-1 0 0,1 0 0 0 0,0 0 0 0 0,1-1 1 0 0,-1 0-1 0 0,2 0 0 0 0,-1 0 0 0 0,1-1 0 0 0,11 12 1 0 0,-15-18 792 0 0,1 0 0 0 0,-1 0 0 0 0,1 0 0 0 0,-1 0 0 0 0,1-1 0 0 0,0 1 0 0 0,0-1 0 0 0,0 0 0 0 0,0 1 0 0 0,0-1 0 0 0,0-1 0 0 0,0 1 0 0 0,1 0 0 0 0,-1-1 0 0 0,0 0 0 0 0,0 1 0 0 0,1-1 0 0 0,-1 0 0 0 0,0-1 0 0 0,0 1 0 0 0,0-1 0 0 0,1 1 0 0 0,2-2 0 0 0,8-3 191 0 0,-1 0-1 0 0,1 0 1 0 0,23-16 0 0 0,-23 14-90 0 0,145-99 970 0 0,-109 70-852 0 0,-45 33-280 0 0,0 0 0 0 0,0 0 1 0 0,9-4-1 0 0,-13 6 105 0 0,0 1 0 0 0,0 0 0 0 0,0 0 0 0 0,0-1 0 0 0,0 1 0 0 0,0 0 0 0 0,0 0-1 0 0,0 0 1 0 0,0 0 0 0 0,0 0 0 0 0,0 0 0 0 0,2 0 0 0 0,-3 1 83 0 0,1-1 0 0 0,-1 0 0 0 0,1 0-1 0 0,-1 1 1 0 0,0-1 0 0 0,1 0 0 0 0,-1 1 0 0 0,1-1 0 0 0,-1 0 0 0 0,0 1 0 0 0,1-1 0 0 0,-1 1-1 0 0,0-1 1 0 0,1 1 0 0 0,-1-1 0 0 0,0 1 0 0 0,0-1 0 0 0,0 0 0 0 0,1 1 0 0 0,-1 0 0 0 0,0-1-1 0 0,0 1 1 0 0,0-1 0 0 0,0 1 0 0 0,0-1 0 0 0,0 1 0 0 0,0 25 1479 0 0,-1-7-3252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5:43.5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3584 802 920 0 0,'6'-30'15079'0'0,"-3"18"-12232"0"0,-3-9-2033 0 0,-1 13-814 0 0,0 1 0 0 0,-1 0 0 0 0,0-1 0 0 0,0 1 0 0 0,-1 0 0 0 0,0 0 0 0 0,0 1 0 0 0,0-1 0 0 0,-1 0 0 0 0,0 1 0 0 0,-9-11 0 0 0,5 10 0 0 0,0-1 0 0 0,0 1 0 0 0,0 1 0 0 0,-1-1 0 0 0,0 1 0 0 0,0 1 0 0 0,-18-8 0 0 0,-78-30 0 0 0,-4-2-148 0 0,-21-20-1167 0 0,-384-183-12554 0 0,426 212 14072 0 0,0 4-1 0 0,-2 4 1 0 0,-1 4-1 0 0,-107-14 0 0 0,-199 16-380 0 0,222 18 8 0 0,-86 4-110 0 0,187 5 160 0 0,-111 22 0 0 0,146-18 141 0 0,0 3 1 0 0,1 1 0 0 0,0 2 0 0 0,1 1-1 0 0,1 2 1 0 0,-46 31 0 0 0,26-11 19 0 0,2 3-1 0 0,2 2 1 0 0,-48 51-1 0 0,56-46-51 0 0,1 2 0 0 0,3 2 0 0 0,2 2 0 0 0,2 1 0 0 0,3 2-1 0 0,-33 77 1 0 0,48-91-81 0 0,2 1 0 0 0,1 0 0 0 0,3 1 0 0 0,-10 68 0 0 0,19-83 61 0 0,1-1 0 0 0,1 1 0 0 0,1-1 0 0 0,2 1 1 0 0,1 0-1 0 0,1-1 0 0 0,2 0 0 0 0,10 35 0 0 0,9 2 19 0 0,46 92 0 0 0,47 58-2 0 0,-115-210 14 0 0,88 145-11 0 0,5-5 0 0 0,171 198 1 0 0,-215-288-57 0 0,3-2 0 0 0,1-2 1 0 0,3-3-1 0 0,2-2 0 0 0,121 69 1 0 0,320 142-634 0 0,-163-90 716 0 0,-12 22 58 0 0,-92-29-11 0 0,-94-62-52 0 0,-95-68-11 0 0,0-2 0 0 0,3-2 0 0 0,57 23 0 0 0,-82-40 0 0 0,1-2 0 0 0,1 0 0 0 0,0-2 0 0 0,0 0 0 0 0,0-2 0 0 0,1-1 0 0 0,-1-1 0 0 0,42-3 0 0 0,-11-7-36 0 0,-1-2 0 0 0,71-21 0 0 0,-7 0-98 0 0,-60 19-93 0 0,-1 3 0 0 0,1 2 0 0 0,110 2 0 0 0,-130 6 176 0 0,14 2 2 0 0,105-9 0 0 0,-143 4 52 0 0,0-1 0 0 0,0 0 0 0 0,0-1 0 0 0,0-1 0 0 0,-1 0 0 0 0,0-2 0 0 0,0 1 0 0 0,0-2 0 0 0,-1 0 0 0 0,25-18 0 0 0,-15 4 49 0 0,-1 0 0 0 0,0-1 0 0 0,-2-2 0 0 0,31-46 0 0 0,59-119 477 0 0,-83 138-316 0 0,92-185 554 0 0,-101 192-698 0 0,-2-1-1 0 0,-2-1 1 0 0,12-68 0 0 0,-19 61-65 0 0,-3-1 1 0 0,-2 1 0 0 0,-3-1-1 0 0,-10-91 1 0 0,-5 50 2 0 0,-46-165 1 0 0,41 197 69 0 0,-3 2 1 0 0,-2 1-1 0 0,-3 1 1 0 0,-37-59 0 0 0,34 70 2 0 0,-2 2 0 0 0,-2 1 0 0 0,-2 2 0 0 0,-84-77 0 0 0,-27-2-102 0 0,-110-105-216 0 0,85 35-19 0 0,-22-23 184 0 0,173 193 140 0 0,-2 1-1 0 0,-1 2 0 0 0,0 0 1 0 0,-2 2-1 0 0,-41-23 0 0 0,49 32-15 0 0,0 1 0 0 0,-1 0-1 0 0,1 1 1 0 0,-1 1-1 0 0,-1 2 1 0 0,1-1 0 0 0,-1 2-1 0 0,0 1 1 0 0,-31 0-1 0 0,-117 22-52 0 0,118-12-121 0 0,-96 3 0 0 0,113-11 0 0 0,1-2 0 0 0,-1-2 0 0 0,-51-11 0 0 0,46 2-55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5:47.5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166 151 1380 0 0,'-1'-2'693'0'0,"-1"0"0"0"0,1 0 1 0 0,-1 0-1 0 0,0 1 0 0 0,0-1 1 0 0,1 1-1 0 0,-1-1 0 0 0,0 1 0 0 0,0 0 1 0 0,-1 0-1 0 0,1 0 0 0 0,0 0 1 0 0,-4-1-1 0 0,2 1-161 0 0,1 1-1 0 0,0-1 1 0 0,0 1 0 0 0,0 0 0 0 0,0 0-1 0 0,0 0 1 0 0,-1 0 0 0 0,1 1 0 0 0,-5 1-1 0 0,4-1-327 0 0,0 0 0 0 0,-1 1-1 0 0,2 0 1 0 0,-1-1-1 0 0,0 2 1 0 0,0-1-1 0 0,0 0 1 0 0,1 1-1 0 0,0-1 1 0 0,-1 1-1 0 0,1 0 1 0 0,0 0 0 0 0,0 1-1 0 0,1-1 1 0 0,-5 6-1 0 0,1 4-197 0 0,0 0 0 0 0,1 1 0 0 0,0-1 0 0 0,1 1 1 0 0,1 0-1 0 0,-3 20 0 0 0,4-12-138 0 0,1 1 0 0 0,0-1 1 0 0,4 33-1 0 0,-1-45-314 0 0,0 0 0 0 0,0 0 0 0 0,1-1 0 0 0,0 1 0 0 0,5 10 0 0 0,-4-10 498 0 0,1-1 1 0 0,1 1 0 0 0,0-1-1 0 0,0 0 1 0 0,1-1-1 0 0,0 1 1 0 0,0-1 0 0 0,10 8-1 0 0,-12-12-17 0 0,0 0-1 0 0,1 0 0 0 0,-1 0 1 0 0,1 0-1 0 0,0-1 0 0 0,0 0 1 0 0,0 0-1 0 0,0-1 0 0 0,1 1 1 0 0,-1-1-1 0 0,1-1 0 0 0,-1 1 1 0 0,1-1-1 0 0,0 0 0 0 0,-1-1 1 0 0,1 0-1 0 0,0 0 0 0 0,0 0 1 0 0,-1-1-1 0 0,1 0 0 0 0,0 0 1 0 0,-1-1-1 0 0,1 1 0 0 0,11-6 1 0 0,-5 0-647 0 0,-1 0 1 0 0,0-1 0 0 0,0 0-1 0 0,0-1 1 0 0,-1 0 0 0 0,0-1-1 0 0,-1 0 1 0 0,0-1 0 0 0,-1 0-1 0 0,8-12 1 0 0,-2 1-371 0 0,-2-1 0 0 0,0 1-1 0 0,-1-2 1 0 0,13-41 0 0 0,-21 52 1032 0 0,0 1 1 0 0,-1-1 0 0 0,-1 0-1 0 0,0 1 1 0 0,-1-1-1 0 0,-1 0 1 0 0,0 0 0 0 0,0 0-1 0 0,-1 0 1 0 0,-1 0 0 0 0,-3-14-1 0 0,3 19-21 0 0,-1 0-1 0 0,0 0 1 0 0,0 0-1 0 0,-1 0 1 0 0,1 1-1 0 0,-2 0 1 0 0,1-1-1 0 0,-1 1 0 0 0,0 1 1 0 0,-1-1-1 0 0,0 1 1 0 0,0 0-1 0 0,0 0 1 0 0,0 1-1 0 0,-1-1 1 0 0,0 2-1 0 0,-14-9 1 0 0,9 8-16 0 0,0 0 0 0 0,0 0 0 0 0,0 1 0 0 0,-1 1 0 0 0,0 0 0 0 0,1 0 1 0 0,-1 2-1 0 0,0 0 0 0 0,-17 0 0 0 0,23 1-38 0 0,-1 1 0 0 0,0 0 1 0 0,0 0-1 0 0,0 0 0 0 0,0 1 0 0 0,0 1 0 0 0,1-1 1 0 0,-1 1-1 0 0,1 0 0 0 0,0 1 0 0 0,0 0 0 0 0,0 0 0 0 0,1 0 1 0 0,-1 1-1 0 0,1 0 0 0 0,-7 8 0 0 0,3-2 441 0 0,1 0 0 0 0,0 1 0 0 0,1 0 0 0 0,1 1 0 0 0,0 0 0 0 0,1 0 0 0 0,-6 16 0 0 0,8-17-120 0 0,1-1-1 0 0,0 0 1 0 0,0 1-1 0 0,1 0 1 0 0,1 0-1 0 0,0 0 1 0 0,1 0-1 0 0,0-1 1 0 0,2 16-1 0 0,-1-24-150 0 0,-1-1 1 0 0,1 1-1 0 0,-1 0 1 0 0,1-1-1 0 0,0 1 0 0 0,0 0 1 0 0,0-1-1 0 0,0 1 0 0 0,1-1 1 0 0,-1 1-1 0 0,1-1 1 0 0,-1 0-1 0 0,1 0 0 0 0,0 0 1 0 0,4 4-1 0 0,-4-5 17 0 0,0 0 0 0 0,0 1 0 0 0,0-1 0 0 0,0-1 0 0 0,1 1 0 0 0,-1 0 1 0 0,0 0-1 0 0,1-1 0 0 0,-1 1 0 0 0,0-1 0 0 0,1 0 0 0 0,-1 0 0 0 0,1 0 0 0 0,-1 0 0 0 0,1 0 0 0 0,-1-1 0 0 0,0 1 0 0 0,3-1 0 0 0,14-5-135 0 0,0 0 0 0 0,-1-2-1 0 0,0 0 1 0 0,0-1 0 0 0,28-19-1 0 0,24-12-1905 0 0,-17 16-704 0 0,-29 15-382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5:48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0 396 1380 0 0,'1'-4'1221'0'0,"0"0"0"0"0,0-1 0 0 0,0 1 0 0 0,0 0 0 0 0,1 0 0 0 0,0 0 0 0 0,3-6 0 0 0,4-7 631 0 0,-1-5 379 0 0,43-114 2411 0 0,-44 113-4695 0 0,-1-1 0 0 0,-1 0-1 0 0,4-46 1 0 0,-8 67 53 0 0,-1-18 0 0 0,0 20 0 0 0,0 0 0 0 0,0 0 0 0 0,-1 0 0 0 0,1 1 0 0 0,0-1 0 0 0,0 0 0 0 0,0 0 0 0 0,-1 0 0 0 0,1 0 0 0 0,0 0 0 0 0,-1 0 0 0 0,1 0 0 0 0,-1 1 0 0 0,1-1 0 0 0,-1 0 0 0 0,1 0 0 0 0,-2 0 0 0 0,2 1 0 0 0,-1 0 0 0 0,1 0 0 0 0,-1 0 0 0 0,1 0 0 0 0,-1 0 0 0 0,1 0 0 0 0,-1 0 0 0 0,1 0 0 0 0,0 0 0 0 0,-1 0 0 0 0,1 1 0 0 0,-1-1 0 0 0,1 0 0 0 0,-1 0 0 0 0,1 0 0 0 0,-1 1 0 0 0,1-1 0 0 0,0 0 0 0 0,-1 1 0 0 0,1-1 0 0 0,0 0 0 0 0,-1 1 0 0 0,1-1 0 0 0,0 0 0 0 0,-1 1 0 0 0,1-1 0 0 0,0 1 0 0 0,0-1 0 0 0,-1 1 0 0 0,1-1 0 0 0,0 0 0 0 0,0 1 0 0 0,0-1 0 0 0,0 1 0 0 0,0 0 0 0 0,-7 19 0 0 0,-2 22-236 0 0,-7 65 0 0 0,6 46-1455 0 0,9-138 1514 0 0,-2 65-1062 0 0,2 7 166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14.5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1241 363 920 0 0,'1'-40'13944'0'0,"-2"17"-9911"0"0,1 19-3906 0 0,-1 1 1 0 0,0-1-1 0 0,0 0 0 0 0,0 1 0 0 0,-3-6 0 0 0,-15-32-127 0 0,14 28 0 0 0,-1 0 0 0 0,0 1 0 0 0,0 0 0 0 0,-2 0 0 0 0,1 0 0 0 0,-17-18 0 0 0,12 20-6 0 0,0 0-1 0 0,0 0 1 0 0,-1 2-1 0 0,0-1 1 0 0,0 2-1 0 0,-1 0 1 0 0,0 0-1 0 0,-1 2 1 0 0,1-1-1 0 0,-1 2 1 0 0,0 0-1 0 0,0 1 1 0 0,0 0-1 0 0,0 1 1 0 0,-1 1 0 0 0,-15 1-1 0 0,7 0 3 0 0,1 2 1 0 0,-1 1-1 0 0,1 0 1 0 0,0 2-1 0 0,0 1 0 0 0,0 0 1 0 0,1 2-1 0 0,0 0 1 0 0,-39 23-1 0 0,-133 106-5368 0 0,77-51 550 0 0,23-14-228 0 0,68-50 4523 0 0,-31 36 1 0 0,42-41 587 0 0,1 1-1 0 0,1 0 1 0 0,1 0 0 0 0,0 2 0 0 0,1-1 0 0 0,1 1 0 0 0,1 1 0 0 0,-9 30-1 0 0,10-18-30 0 0,1 0-1 0 0,2 1 1 0 0,1-1-1 0 0,1 1 1 0 0,2 0 0 0 0,2 0-1 0 0,1 0 1 0 0,1 0-1 0 0,12 49 1 0 0,-11-68 34 0 0,1 0 0 0 0,0 1 0 0 0,1-2 1 0 0,1 1-1 0 0,0-1 0 0 0,1 0 1 0 0,1 0-1 0 0,0-1 0 0 0,11 13 0 0 0,-7-13 620 0 0,0 0-1 0 0,1 0 0 0 0,0-1 0 0 0,23 14 1 0 0,18 7 4058 0 0,80 36 1 0 0,64 14-2411 0 0,-180-75-2608 0 0,17 5 58 0 0,1-1-1 0 0,1-2 0 0 0,-1-1 1 0 0,2-2-1 0 0,48 3 0 0 0,-49-9-2308 0 0,1-1-1 0 0,70-9 0 0 0,-40-3-2757 0 0,36-11 3885 0 0,-77 15 1580 0 0,-1-1 0 0 0,1-2 0 0 0,-2 0 1 0 0,27-16-1 0 0,-35 15-165 0 0,0 0-1 0 0,-1-2 1 0 0,0 0-1 0 0,-1 0 1 0 0,24-30-1 0 0,-17 15 48 0 0,-2-1-1 0 0,29-50 0 0 0,-38 55-13 0 0,0-1 0 0 0,-1 0-1 0 0,-2-1 1 0 0,-1 0 0 0 0,-1 0 0 0 0,5-38-1 0 0,-8 24-18 0 0,-1 0-1 0 0,-3-1 0 0 0,-6-67 1 0 0,-3 54-5 0 0,-2 0 0 0 0,-2 2 0 0 0,-2-1 0 0 0,-3 2 0 0 0,-32-66 0 0 0,39 95 125 0 0,-1 0 0 0 0,-2 1 0 0 0,0 1 0 0 0,-1 0 0 0 0,-1 1 1 0 0,-1 1-1 0 0,-1 0 0 0 0,-32-26 0 0 0,15 17 2970 0 0,-1 1-1 0 0,-1 3 1 0 0,-41-21-1 0 0,72 42-3121 0 0,0 0 1 0 0,1 1-1 0 0,-1 0 0 0 0,-7-2 0 0 0,12 4 0 0 0,0 0 0 0 0,0-1 0 0 0,0 1 0 0 0,0 0 0 0 0,0 0 0 0 0,-1 0 0 0 0,1 0-1 0 0,0 0 1 0 0,0 0 0 0 0,0 0 0 0 0,0 0 0 0 0,0 0 0 0 0,0 1 0 0 0,0-1 0 0 0,0 0 0 0 0,0 1 0 0 0,0-1 0 0 0,0 1-1 0 0,0-1 1 0 0,0 1 0 0 0,0-1 0 0 0,0 1 0 0 0,1-1 0 0 0,-1 1 0 0 0,0 0 0 0 0,0 0 0 0 0,1-1 0 0 0,-1 1-1 0 0,0 0 1 0 0,1 0 0 0 0,-2 1 0 0 0,-1 8 14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16.4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1420 445 1152 0 0,'-22'-30'16045'0'0,"20"22"-14899"0"0,-4-9 1951 0 0,-3 3-4877 0 0,-16-17 1309 0 0,-2 1 0 0 0,-2 1-1 0 0,0 2 1 0 0,-56-41-1 0 0,32 34-3042 0 0,-1 3-1 0 0,-77-33 0 0 0,22 24 2698 0 0,89 34 819 0 0,0 1 0 0 0,0 2 1 0 0,0-1-1 0 0,0 2 0 0 0,0 1 0 0 0,0 1 0 0 0,-1 0 0 0 0,1 2 0 0 0,0 0 0 0 0,0 1 0 0 0,0 1 0 0 0,0 1 0 0 0,0 1 0 0 0,1 0 0 0 0,0 2 1 0 0,1 0-1 0 0,-23 14 0 0 0,11-4 6 0 0,1 1 1 0 0,1 2 0 0 0,-36 35-1 0 0,-69 81-26 0 0,94-96-4 0 0,25-25 52 0 0,0 0-1 0 0,1 0 1 0 0,1 1 0 0 0,0 1-1 0 0,2 0 1 0 0,0 1-1 0 0,1 0 1 0 0,0 0-1 0 0,2 1 1 0 0,0 0-1 0 0,2 0 1 0 0,0 1 0 0 0,1 0-1 0 0,1-1 1 0 0,0 30-1 0 0,3 11-101 0 0,3 1 0 0 0,3 0 0 0 0,2-1-1 0 0,3 0 1 0 0,3 0 0 0 0,2-2 0 0 0,31 74 0 0 0,-26-87 63 0 0,2-1 1 0 0,1-1-1 0 0,32 40 1 0 0,101 114-155 0 0,148 101 414 0 0,-225-227-275 0 0,-28-24 26 0 0,3-2 0 0 0,2-3 1 0 0,116 67-1 0 0,-115-80 31 0 0,89 33 1 0 0,-120-53 54 0 0,1-2 0 0 0,1-1 0 0 0,-1-2 1 0 0,1 0-1 0 0,51 0 0 0 0,-23-6 88 0 0,-1-2 0 0 0,1-3 0 0 0,-1-3 0 0 0,0-2 0 0 0,-1-2 0 0 0,-1-3 0 0 0,91-38 0 0 0,-122 42 75 0 0,0-1 0 0 0,0 0 0 0 0,-2-2 0 0 0,0 0 0 0 0,0-1 0 0 0,-2-2 1 0 0,0 0-1 0 0,-1-1 0 0 0,0 0 0 0 0,-2-2 0 0 0,0 0 0 0 0,22-41 0 0 0,-26 37-561 0 0,0-1 0 0 0,-1 0 0 0 0,-2-1 0 0 0,-1 0 0 0 0,-1 0 0 0 0,-1-1 0 0 0,-1 0 0 0 0,-2 0-1 0 0,0 0 1 0 0,-2 0 0 0 0,-5-47 0 0 0,-1 37 262 0 0,-2 0-1 0 0,-2 0 0 0 0,-1 1 0 0 0,-29-68 0 0 0,-82-136 46 0 0,74 154-40 0 0,-84-146 36 0 0,102 187 7 0 0,-2 2 0 0 0,-72-78 1 0 0,64 85 23 0 0,-67-50-1 0 0,-50-21 120 0 0,-28-22 187 0 0,132 88-269 0 0,-98-70 29 0 0,128 98-100 0 0,-1 0 0 0 0,0 2 1 0 0,-1 0-1 0 0,-49-15 0 0 0,64 24 174 0 0,0 1 0 0 0,0 0 0 0 0,0 1 0 0 0,0 0 0 0 0,-15 0 0 0 0,19 1-146 0 0,0 1 0 0 0,0-1 0 0 0,1 1 0 0 0,-1 0 0 0 0,0 1 0 0 0,0-1 1 0 0,1 1-1 0 0,-1 0 0 0 0,1 0 0 0 0,0 0 0 0 0,0 1 0 0 0,-6 3 0 0 0,-9 12-1565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18.6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870 384 460 0 0,'-17'-6'14134'0'0,"4"-10"-9148"0"0,8 9-5059 0 0,1-1 0 0 0,-5-13-1 0 0,8 18 374 0 0,-6-14-300 0 0,0 0 0 0 0,-19-29 0 0 0,21 39 0 0 0,0 0 0 0 0,-1 0 0 0 0,0 0 0 0 0,0 1 0 0 0,-1 0 0 0 0,0 0 0 0 0,-14-9 0 0 0,-33-19 0 0 0,-2 1 0 0 0,-80-32 0 0 0,130 62 4 0 0,0 1 1 0 0,0 0-1 0 0,0 1 0 0 0,-1 0 1 0 0,1 0-1 0 0,0 0 0 0 0,-1 1 0 0 0,1 0 1 0 0,-1 0-1 0 0,1 0 0 0 0,0 1 1 0 0,-1 0-1 0 0,1 1 0 0 0,0-1 0 0 0,-8 4 1 0 0,4-1-118 0 0,0 1-1 0 0,0 0 1 0 0,1 1 0 0 0,0 0 0 0 0,0 0 0 0 0,0 1 0 0 0,1 0-1 0 0,-9 10 1 0 0,-11 14-2182 0 0,2 1 1 0 0,1 1-1 0 0,1 1 0 0 0,-25 49 0 0 0,24-32 1884 0 0,2 0 0 0 0,-26 89 1 0 0,43-117 455 0 0,0 1-1 0 0,2-1 1 0 0,0 1 0 0 0,2 0 0 0 0,0 0 0 0 0,4 40 0 0 0,0-45-15 0 0,1-1 0 0 0,0 0 0 0 0,2 0 0 0 0,0 0 1 0 0,1 0-1 0 0,1-1 0 0 0,0 0 0 0 0,1 0 0 0 0,13 19 1 0 0,-3-10-15 0 0,0-1 0 0 0,2 0 0 0 0,0-2 0 0 0,38 33 0 0 0,-26-30 73 0 0,0-2 1 0 0,2 0 0 0 0,1-3 0 0 0,1-1-1 0 0,65 27 1 0 0,-57-29 419 0 0,97 37-483 0 0,-44-25 3933 0 0,-88-28-3133 0 0,0-1 1 0 0,0 1 0 0 0,0-2 0 0 0,0 1-1 0 0,0-1 1 0 0,1-1 0 0 0,9-1 0 0 0,-5 0-439 0 0,-1-2 0 0 0,1 1 0 0 0,-1-2 0 0 0,15-6 0 0 0,-4 0-1481 0 0,-1-2-1 0 0,0-1 0 0 0,-1-1 1 0 0,28-24-1 0 0,-33 24 594 0 0,-2-1 0 0 0,0-1 0 0 0,0-1 0 0 0,-2 0-1 0 0,0 0 1 0 0,-1-2 0 0 0,-1 1 0 0 0,0-1 0 0 0,-2-1-1 0 0,-1 0 1 0 0,0 0 0 0 0,-1-1 0 0 0,-2 0 0 0 0,6-37 0 0 0,-10 41 508 0 0,-1-1 1 0 0,0 1 0 0 0,-1-1-1 0 0,-1 1 1 0 0,-6-25 0 0 0,-31-90 79 0 0,22 80-64 0 0,3 8 1 0 0,-3 2 1 0 0,-1 0 0 0 0,-35-62-1 0 0,36 78-14 0 0,-1 1 0 0 0,-1 0 0 0 0,-2 1 0 0 0,0 1 0 0 0,-1 1 0 0 0,-27-21 0 0 0,17 19 104 0 0,0 1 1 0 0,-1 1-1 0 0,-1 2 0 0 0,-39-17 1 0 0,42 23-112 0 0,-55-22 72 0 0,76 34-45 0 0,1 1-1 0 0,0-1 1 0 0,-1 1-1 0 0,0 1 1 0 0,1 0-1 0 0,-1 0 1 0 0,-13 1 0 0 0,19 1 9 0 0,0-1-1 0 0,0 1 1 0 0,0 0 0 0 0,0 1 0 0 0,0-1 0 0 0,0 0 0 0 0,0 1 0 0 0,1 0 0 0 0,-1 0 0 0 0,0 0 0 0 0,1 1 0 0 0,0-1 0 0 0,-1 1 0 0 0,-3 4 0 0 0,2-1-165 0 0,1-1 1 0 0,-1 0-1 0 0,1 1 1 0 0,1 0-1 0 0,-1 0 0 0 0,1 0 1 0 0,0 1-1 0 0,-2 7 1 0 0,-1 7-2344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21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437 209 460 0 0,'6'-17'11201'0'0,"0"0"-6515"0"0,18-32-3142 0 0,-7 14 225 0 0,-9 19-1769 0 0,9-21 0 0 0,-16 34 0 0 0,0 0 0 0 0,0 0 0 0 0,0 0 0 0 0,0 0 0 0 0,-1-1 0 0 0,1 1 0 0 0,-1 0 0 0 0,0-1 0 0 0,0-2 0 0 0,0 6 0 0 0,0 0 0 0 0,0 0 0 0 0,0-1 0 0 0,0 1 0 0 0,0 0 0 0 0,0 0 0 0 0,0 0 0 0 0,0 0 0 0 0,0 0 0 0 0,0 0 0 0 0,0 0 0 0 0,0-1 0 0 0,0 1 0 0 0,0 0 0 0 0,0 0 0 0 0,0 0 0 0 0,-1 0 0 0 0,1 0 0 0 0,0 0 0 0 0,0 0 0 0 0,0 0 0 0 0,0 0 0 0 0,0 0 0 0 0,0-1 0 0 0,0 1 0 0 0,0 0 0 0 0,0 0 0 0 0,0 0 0 0 0,-1 0 0 0 0,1 0 0 0 0,0 0 0 0 0,0 0 0 0 0,0 0 0 0 0,0 0 0 0 0,0 0 0 0 0,0 0 0 0 0,0 0 0 0 0,-1 0 0 0 0,1 0 0 0 0,0 0 0 0 0,0 0 0 0 0,0 0 0 0 0,0 0 0 0 0,0 0 0 0 0,0 0 0 0 0,0 0 0 0 0,-7 5 0 0 0,-5 8 0 0 0,11-13 0 0 0,-111 148-1523 0 0,73-93-1636 0 0,-3-1-1 0 0,-67 67 0 0 0,84-97 964 0 0,-53 47-1993 0 0,-3-7 4223 0 0,81-64-35 0 0,-1 0 1 0 0,1 1-1 0 0,0-1 1 0 0,0 0-1 0 0,0 0 1 0 0,0 0-1 0 0,0 0 1 0 0,0 0-1 0 0,0 0 1 0 0,0 0-1 0 0,0 0 1 0 0,0 0-1 0 0,0 0 1 0 0,0 0-1 0 0,-1 1 1 0 0,1-1-1 0 0,0 0 1 0 0,0 0-1 0 0,0 0 1 0 0,0 0-1 0 0,0 0 1 0 0,0 0 0 0 0,0 0-1 0 0,0 0 1 0 0,-1 0-1 0 0,1 0 1 0 0,0 0-1 0 0,0 0 1 0 0,0 0-1 0 0,0 0 1 0 0,0 0-1 0 0,0 0 1 0 0,0 0-1 0 0,0 0 1 0 0,-1 0-1 0 0,1 0 1 0 0,0 0-1 0 0,0 0 1 0 0,0-1-1 0 0,0 1 1 0 0,0 0-1 0 0,0 0 1 0 0,0 0-1 0 0,0 0 1 0 0,0 0 0 0 0,-1 0-1 0 0,1 0 1 0 0,0 0-1 0 0,0 0 1 0 0,0 0-1 0 0,0-1 1 0 0,2-6-55 0 0,5-9 1252 0 0,7-10 2242 0 0,19-37-213 0 0,-30 56-2257 0 0,-1 0-1 0 0,1 0 1 0 0,-1 0 0 0 0,-1-1-1 0 0,1 1 1 0 0,-1-1-1 0 0,0-8 1 0 0,-1 15-879 0 0,0-1 0 0 0,0 1 0 0 0,0-1 0 0 0,0 1 0 0 0,-1-1 1 0 0,1 1-1 0 0,0 0 0 0 0,-1-1 0 0 0,1 1 0 0 0,-1-1 0 0 0,0 1 0 0 0,1 0 0 0 0,-1-1 0 0 0,0 1 0 0 0,0 0 0 0 0,0 0 1 0 0,0 0-1 0 0,0 0 0 0 0,0 0 0 0 0,0 0 0 0 0,-2-2 0 0 0,2 3-103 0 0,1 0 1 0 0,-1-1-1 0 0,1 1 0 0 0,-1 0 0 0 0,0 0 1 0 0,1 0-1 0 0,-1 0 0 0 0,1-1 0 0 0,-1 1 1 0 0,0 0-1 0 0,1 0 0 0 0,-1 0 1 0 0,1 0-1 0 0,-1 1 0 0 0,0-1 0 0 0,1 0 1 0 0,-1 0-1 0 0,1 0 0 0 0,-1 0 1 0 0,0 1-1 0 0,0-1 20 0 0,0 1 0 0 0,0 0 0 0 0,0 0 0 0 0,0-1 1 0 0,0 1-1 0 0,0 0 0 0 0,1 0 0 0 0,-1 0 0 0 0,0 0 0 0 0,1 0 1 0 0,-1 0-1 0 0,1 0 0 0 0,-1 0 0 0 0,0 2 0 0 0,-7 20-331 0 0,1 0-1 0 0,0 0 1 0 0,2 1 0 0 0,1 0-1 0 0,-1 33 1 0 0,4-30-1691 0 0,1-1 1 0 0,1 1-1 0 0,2-1 1 0 0,9 46 0 0 0,-11-67 1789 0 0,1 0 0 0 0,-1 0 0 0 0,1 0 0 0 0,0 0 0 0 0,0-1 0 0 0,1 1 1 0 0,-1 0-1 0 0,1-1 0 0 0,5 6 0 0 0,-7-8 178 0 0,1-1-1 0 0,-1 1 1 0 0,1-1-1 0 0,-1 0 1 0 0,1 0-1 0 0,0 0 1 0 0,0 0-1 0 0,0 0 1 0 0,0-1-1 0 0,-1 1 1 0 0,1 0-1 0 0,0-1 1 0 0,0 1-1 0 0,0-1 1 0 0,0 0-1 0 0,0 0 1 0 0,0 0-1 0 0,0 0 1 0 0,0 0 0 0 0,0 0-1 0 0,0 0 1 0 0,0-1-1 0 0,0 1 1 0 0,0-1-1 0 0,0 1 1 0 0,0-1-1 0 0,3-1 1 0 0,5-3-44 0 0,1 0 0 0 0,19-13 1 0 0,2-5-1270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22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105 354 228 0 0,'4'-38'3886'0'0,"-3"31"-2273"0"0,0 1 1 0 0,0-1 0 0 0,0 0 0 0 0,-1 1 0 0 0,0-1-1 0 0,-1 0 1 0 0,1 0 0 0 0,-4-11 0 0 0,4 18-1576 0 0,0-1 0 0 0,0 0 1 0 0,-1 0-1 0 0,1 1 0 0 0,0-1 1 0 0,-1 0-1 0 0,1 1 0 0 0,0-1 1 0 0,-1 1-1 0 0,1-1 0 0 0,-1 0 1 0 0,1 1-1 0 0,-1-1 0 0 0,1 1 1 0 0,-1-1-1 0 0,1 1 0 0 0,-1 0 1 0 0,0-1-1 0 0,1 1 0 0 0,-1-1 1 0 0,1 1-1 0 0,-1 0 0 0 0,0 0 0 0 0,-1-1 1 0 0,1 1-30 0 0,0 0 1 0 0,0 0-1 0 0,0 1 1 0 0,0-1-1 0 0,0 0 1 0 0,0 1-1 0 0,0-1 1 0 0,1 0 0 0 0,-1 1-1 0 0,0-1 1 0 0,0 1-1 0 0,0-1 1 0 0,0 1-1 0 0,1 0 1 0 0,-2 1-1 0 0,-2 2-26 0 0,0 0-1 0 0,0 1 0 0 0,1 0 1 0 0,-6 10-1 0 0,-1 4-497 0 0,2 0 1 0 0,0 1-1 0 0,1 0 0 0 0,1 1 0 0 0,1 0 1 0 0,1-1-1 0 0,1 1 0 0 0,0 1 0 0 0,2 34 1 0 0,1-43-72 0 0,1 0 0 0 0,0-1 0 0 0,1 1 0 0 0,1-1 0 0 0,0 1 0 0 0,1-1 0 0 0,0 0 0 0 0,0 0 1 0 0,2-1-1 0 0,-1 1 0 0 0,2-1 0 0 0,-1 0 0 0 0,1-1 0 0 0,1 0 0 0 0,0 0 0 0 0,0 0 0 0 0,15 12 0 0 0,-20-20 588 0 0,-1 1-1 0 0,1-1 0 0 0,0 0 0 0 0,0 0 1 0 0,0 0-1 0 0,0 0 0 0 0,1 0 0 0 0,-1-1 1 0 0,0 1-1 0 0,1-1 0 0 0,-1 0 0 0 0,1 0 1 0 0,0-1-1 0 0,-1 1 0 0 0,1 0 0 0 0,0-1 1 0 0,-1 0-1 0 0,1 0 0 0 0,0 0 0 0 0,-1-1 1 0 0,1 1-1 0 0,0-1 0 0 0,-1 0 0 0 0,1 0 1 0 0,-1 0-1 0 0,1 0 0 0 0,-1-1 0 0 0,0 1 1 0 0,1-1-1 0 0,-1 0 0 0 0,0 0 0 0 0,4-4 1 0 0,4-3 1 0 0,-1 0 1 0 0,-1-1-1 0 0,0 0 1 0 0,0-1-1 0 0,-1 0 1 0 0,0 0 0 0 0,-1-1-1 0 0,7-16 1 0 0,-2 2 6 0 0,-1-1 1 0 0,13-53 0 0 0,-16 49-5 0 0,-3 0 0 0 0,0 0-1 0 0,-2 0 1 0 0,-1-38 0 0 0,-2 52 9 0 0,-2 0 0 0 0,0 0 0 0 0,0 1 0 0 0,-2-1 0 0 0,0 0 1 0 0,-1 1-1 0 0,-1 0 0 0 0,0 0 0 0 0,-12-20 0 0 0,12 25 66 0 0,-1 0-1 0 0,0 1 1 0 0,-1-1 0 0 0,0 1 0 0 0,-1 1 0 0 0,-16-14 0 0 0,22 20 139 0 0,-1 0 1 0 0,0 0-1 0 0,0 1 1 0 0,0-1-1 0 0,0 1 1 0 0,0 0 0 0 0,-1 0-1 0 0,1 1 1 0 0,-1-1-1 0 0,1 1 1 0 0,-1 0-1 0 0,1 1 1 0 0,-1-1-1 0 0,0 1 1 0 0,1-1-1 0 0,-1 1 1 0 0,0 1-1 0 0,1-1 1 0 0,-1 1-1 0 0,0 0 1 0 0,-6 2 0 0 0,4-1 296 0 0,1 1 0 0 0,-1 0 0 0 0,1 1 1 0 0,0-1-1 0 0,0 1 0 0 0,0 0 1 0 0,1 1-1 0 0,-1-1 0 0 0,1 1 1 0 0,0 0-1 0 0,1 1 0 0 0,-1-1 1 0 0,1 1-1 0 0,0 0 0 0 0,0 0 1 0 0,1 0-1 0 0,-5 11 0 0 0,2 0-428 0 0,0 1-1 0 0,1 0 1 0 0,0 0-1 0 0,2 0 1 0 0,-3 29-1 0 0,6-43-322 0 0,0-1 1 0 0,0 1-1 0 0,0 0 0 0 0,0 0 1 0 0,0-1-1 0 0,1 1 0 0 0,0 0 1 0 0,0 0-1 0 0,0-1 1 0 0,0 1-1 0 0,0-1 0 0 0,1 1 1 0 0,0-1-1 0 0,-1 0 0 0 0,1 0 1 0 0,0 1-1 0 0,1-1 0 0 0,-1 0 1 0 0,0-1-1 0 0,1 1 0 0 0,0 0 1 0 0,0-1-1 0 0,5 4 0 0 0,-4-3-247 0 0,1-1-1 0 0,0 1 0 0 0,0-1 0 0 0,0 0 0 0 0,0-1 0 0 0,1 1 0 0 0,-1-1 0 0 0,0 0 0 0 0,0-1 0 0 0,1 1 0 0 0,-1-1 0 0 0,1 0 0 0 0,-1 0 0 0 0,0-1 0 0 0,1 1 0 0 0,5-2 0 0 0,5-3 268 0 0,0 0 1 0 0,0 0-1 0 0,-1-2 1 0 0,22-11-1 0 0,54-39 282 0 0,3-2-293 0 0,-72 49-863 0 0,-3 3-374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22.5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16 187 700 0 0,'-4'-13'2997'0'0,"1"1"0"0"0,0-2 1 0 0,1 1-1 0 0,-1-14 0 0 0,2 20-2555 0 0,1 0-1 0 0,1-1 1 0 0,-1 1-1 0 0,1 0 1 0 0,0 0-1 0 0,0-1 1 0 0,1 1 0 0 0,5-13-1 0 0,-6 18-441 0 0,0 0 0 0 0,-1 1 0 0 0,1-1 0 0 0,0 1 0 0 0,0-1 0 0 0,0 0 0 0 0,0 1 0 0 0,0 0 0 0 0,1-1 0 0 0,-1 1 0 0 0,0 0 0 0 0,1-1 0 0 0,-1 1 0 0 0,1 0 0 0 0,-1 0 0 0 0,1 0 0 0 0,0 0 0 0 0,-1 1 0 0 0,1-1 0 0 0,0 0 0 0 0,0 1 0 0 0,-1-1 0 0 0,1 1 0 0 0,0-1 0 0 0,0 1 0 0 0,0 0 0 0 0,1 0 0 0 0,0 0 0 0 0,0 1 0 0 0,-1 0 0 0 0,1-1 0 0 0,-1 1 0 0 0,1 0 0 0 0,-1 0 0 0 0,1 1 0 0 0,-1-1 0 0 0,0 0 0 0 0,0 1 0 0 0,1-1 0 0 0,-1 1 0 0 0,0 0 0 0 0,0 0 0 0 0,-1 0 0 0 0,1 0 0 0 0,0 0 0 0 0,1 3 0 0 0,2 3-48 0 0,-1 0 0 0 0,0 0 0 0 0,0 0 0 0 0,-1 1 0 0 0,0-1 0 0 0,0 1 0 0 0,-1 0 0 0 0,0 0 0 0 0,-1 0 0 0 0,1 14 0 0 0,-2-3-805 0 0,-1 1 0 0 0,0-1-1 0 0,-7 32 1 0 0,4-34-451 0 0,-1 0 0 0 0,-1 0 0 0 0,-9 20 1 0 0,10-27 570 0 0,0-1 0 0 0,-1 1 0 0 0,0-1-1 0 0,-1 0 1 0 0,0-1 0 0 0,-9 10 0 0 0,21-23 1241 0 0,1 0-1 0 0,0 1 0 0 0,0 0 0 0 0,0 0 1 0 0,0 0-1 0 0,1 1 0 0 0,8-2 0 0 0,60-12 2920 0 0,-52 12-1348 0 0,-1-1 0 0 0,38-13 0 0 0,7-12-1513 0 0,-55 24-599 0 0,22-8 0 0 0,-23 11-299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24.4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105 56 1612 0 0,'-32'-15'5766'0'0,"-5"-3"3849"0"0,13 5-6948 0 0,24 13-2666 0 0,0-1 0 0 0,0 1 0 0 0,-1 0 0 0 0,1 0 0 0 0,0 0 0 0 0,0-1 0 0 0,0 1 0 0 0,-1 0 0 0 0,1 0 0 0 0,0 0 0 0 0,0 0 0 0 0,-1 0 0 0 0,1 0 0 0 0,0 0 0 0 0,0 0 0 0 0,-1-1 0 0 0,1 1 0 0 0,0 0 0 0 0,-1 0 0 0 0,1 0 0 0 0,0 0 0 0 0,0 0 0 0 0,-1 0 0 0 0,1 1-1 0 0,0-1 1 0 0,0 0 0 0 0,-1 0 0 0 0,1 0 0 0 0,0 0 0 0 0,0 0 0 0 0,-1 0 0 0 0,1 0 0 0 0,0 0 0 0 0,0 1 0 0 0,-1-1 0 0 0,1 0 0 0 0,0 0 0 0 0,0 0 0 0 0,0 0 0 0 0,-1 1 0 0 0,1-1 0 0 0,0 0 0 0 0,0 0 0 0 0,0 1 0 0 0,-1 16-103 0 0,9 22-448 0 0,-8-38 512 0 0,1 5-356 0 0,1 0 0 0 0,0-1 0 0 0,0 1 0 0 0,1 0 0 0 0,0-1 0 0 0,0 1-1 0 0,0-1 1 0 0,0 0 0 0 0,1 0 0 0 0,0-1 0 0 0,0 1 0 0 0,0-1 0 0 0,0 1 0 0 0,8 4-1 0 0,-8-6-120 0 0,1-1-1 0 0,0 1 1 0 0,0-1-1 0 0,0 0 1 0 0,0 0-1 0 0,0-1 1 0 0,0 1-1 0 0,0-1 1 0 0,0 0-1 0 0,0-1 1 0 0,1 1-1 0 0,-1-1 1 0 0,0 0-1 0 0,1 0 1 0 0,-1-1-1 0 0,10-1 1 0 0,5-3 402 0 0,1-1 1 0 0,-2-1 0 0 0,29-13-1 0 0,53-35 121 0 0,-62 33 263 0 0,63-27 1 0 0,-101 48-262 0 0,-1 1 0 0 0,1 0 1 0 0,-1 0-1 0 0,1-1 1 0 0,-1 1-1 0 0,1 0 0 0 0,-1 0 1 0 0,1 0-1 0 0,-1-1 0 0 0,1 1 1 0 0,0 0-1 0 0,-1 0 1 0 0,1 0-1 0 0,-1 0 0 0 0,1 0 1 0 0,-1 0-1 0 0,1 0 0 0 0,0 0 1 0 0,-1 1-1 0 0,1-1 1 0 0,-1 0-1 0 0,1 0 0 0 0,-1 0 1 0 0,1 1-1 0 0,-1-1 0 0 0,2 1 1 0 0,-2-1-2 0 0,0 1 0 0 0,1 0 0 0 0,-1 0 0 0 0,0-1 0 0 0,0 1 0 0 0,0 0-1 0 0,0 0 1 0 0,0-1 0 0 0,0 1 0 0 0,0 0 0 0 0,0-1 0 0 0,0 1 0 0 0,0 0 0 0 0,0 0 0 0 0,-1-1 0 0 0,1 1 0 0 0,-1 1 0 0 0,-2 6 39 0 0,-1 0 1 0 0,-7 12 0 0 0,10-18-36 0 0,-31 52 82 0 0,-87 153-78 0 0,94-159-363 0 0,0 3-1384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29.4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146 204 228 0 0,'-2'-3'936'0'0,"0"0"0"0"0,1-1 0 0 0,0 1 0 0 0,0-1 0 0 0,0 1 0 0 0,-1-7 0 0 0,-2-9 2774 0 0,1 10-2929 0 0,-20-59 4720 0 0,19 60-5089 0 0,1 0 1 0 0,-1 1 0 0 0,0 0-1 0 0,-1 0 1 0 0,0 0 0 0 0,-9-10-1 0 0,13 16-414 0 0,-1-1 0 0 0,0 0 0 0 0,0 1 0 0 0,-1 0 0 0 0,1-1 0 0 0,0 1 0 0 0,0 0 0 0 0,-1 0 0 0 0,1 0 0 0 0,-1 0 0 0 0,1 1 0 0 0,0-1 0 0 0,-1 0 0 0 0,1 1 0 0 0,-1 0 0 0 0,0 0 0 0 0,1 0 0 0 0,-1 0 0 0 0,-3 0 0 0 0,-11 1 42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30.2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57 710 1612 0 0,'-21'-18'11534'0'0,"16"15"-10418"0"0,1-1 0 0 0,0 1 1 0 0,0-1-1 0 0,1 0 1 0 0,-7-7-1 0 0,10 9-1124 0 0,-1 1-1 0 0,0-1 1 0 0,0 1 0 0 0,1-1-1 0 0,-1 0 1 0 0,1 1-1 0 0,-1-1 1 0 0,1 0 0 0 0,0 0-1 0 0,0 1 1 0 0,0-1 0 0 0,0 0-1 0 0,0 0 1 0 0,0 1 0 0 0,0-1-1 0 0,1 0 1 0 0,-1 0 0 0 0,0 1-1 0 0,1-1 1 0 0,0 0 0 0 0,0-2-1 0 0,14-24 9 0 0,1 1 0 0 0,1 0 0 0 0,1 1 0 0 0,26-28 0 0 0,-16 18 0 0 0,13-13-372 0 0,2 1-1 0 0,2 2 1 0 0,3 3-1 0 0,86-63 1 0 0,-116 93 37 0 0,89-59-2388 0 0,-92 64 1828 0 0,-1 1-1 0 0,1 0 1 0 0,1 1 0 0 0,-1 0-1 0 0,28-5 1 0 0,-38 10 608 0 0,-1 0 1 0 0,0 1-1 0 0,0 0 1 0 0,0 0-1 0 0,1 0 1 0 0,-1 0-1 0 0,0 1 1 0 0,0-1-1 0 0,1 1 1 0 0,-1 0-1 0 0,0 1 0 0 0,0-1 1 0 0,0 1-1 0 0,0-1 1 0 0,-1 1-1 0 0,8 5 1 0 0,-5-2 478 0 0,1 1-1 0 0,-1 0 1 0 0,0 0 0 0 0,0 1 0 0 0,0-1 0 0 0,-1 1 0 0 0,5 9-1 0 0,-6-11-1556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30.9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109 433 3224 0 0,'1'-9'953'0'0,"1"1"0"0"0,-1 0 0 0 0,2 0 0 0 0,-1 0 0 0 0,7-12 0 0 0,21-37 7286 0 0,-6 15-5760 0 0,-25 48-2479 0 0,0 1 0 0 0,1 0 0 0 0,0-1 0 0 0,1 11 0 0 0,0 7 0 0 0,-1 12-184 0 0,-1-3-1116 0 0,2 0-1 0 0,4 35 0 0 0,-3-59 594 0 0,-1-1 0 0 0,1 1 0 0 0,1 0 0 0 0,-1-1 0 0 0,2 1 0 0 0,-1-1 0 0 0,1 0-1 0 0,0 0 1 0 0,1 0 0 0 0,0-1 0 0 0,0 0 0 0 0,9 10 0 0 0,-12-15 668 0 0,0 0 0 0 0,0 0 0 0 0,0 0 0 0 0,1 0 0 0 0,-1 0 0 0 0,0-1 0 0 0,1 1 0 0 0,-1-1 1 0 0,1 0-1 0 0,0 0 0 0 0,-1 0 0 0 0,1 0 0 0 0,0 0 0 0 0,0-1 0 0 0,0 1 0 0 0,-1-1 0 0 0,5 0 0 0 0,-4 0 44 0 0,1-1-1 0 0,0 1 1 0 0,0-1-1 0 0,-1 0 1 0 0,1 0-1 0 0,-1 0 1 0 0,1-1-1 0 0,-1 1 1 0 0,1-1-1 0 0,-1 0 1 0 0,5-4-1 0 0,1-1 33 0 0,0-1 0 0 0,0-1 0 0 0,-1 1 1 0 0,-1-1-1 0 0,1-1 0 0 0,-1 1 0 0 0,6-14 0 0 0,-5 10-21 0 0,-1-1 0 0 0,-1 1 0 0 0,0-1 0 0 0,-1-1-1 0 0,0 1 1 0 0,-1-1 0 0 0,-1 0 0 0 0,-1 0 0 0 0,0 0 0 0 0,0 0 0 0 0,-2 0 0 0 0,0 0 0 0 0,0 0 0 0 0,-2-1 0 0 0,0 1 0 0 0,-1 0 0 0 0,0 1 0 0 0,-1-1 0 0 0,0 0 0 0 0,-12-22 0 0 0,7 18 105 0 0,-1 1 0 0 0,-1-1 0 0 0,-1 2 1 0 0,0-1-1 0 0,-1 2 0 0 0,-24-23 0 0 0,30 32-106 0 0,0 0-1 0 0,-1 1 1 0 0,0 0-1 0 0,0 0 1 0 0,0 1-1 0 0,-1 0 1 0 0,0 0-1 0 0,0 1 1 0 0,0 0-1 0 0,-1 1 1 0 0,1 0-1 0 0,-1 1 1 0 0,1 0-1 0 0,-1 0 1 0 0,0 1-1 0 0,-11 0 1 0 0,15 1-17 0 0,0 0 0 0 0,0 1 0 0 0,1 0-1 0 0,-1 0 1 0 0,0 1 0 0 0,1-1 0 0 0,-1 1 0 0 0,1 1 0 0 0,-1-1 0 0 0,1 1 0 0 0,0-1 0 0 0,0 2 0 0 0,-9 6 0 0 0,8-5 2 0 0,1 1-1 0 0,-1 0 1 0 0,1 0 0 0 0,1 1-1 0 0,-1-1 1 0 0,1 1 0 0 0,0 0-1 0 0,1 0 1 0 0,-5 11-1 0 0,3-3 1 0 0,1 1 0 0 0,1-1 0 0 0,0 1-1 0 0,0 0 1 0 0,2 0 0 0 0,0 1-1 0 0,1-1 1 0 0,0 0 0 0 0,5 26-1 0 0,-3-32-21 0 0,0 0 1 0 0,1 1-1 0 0,0-1 0 0 0,1 0 0 0 0,0-1 0 0 0,0 1 0 0 0,1-1 1 0 0,0 0-1 0 0,1 0 0 0 0,0 0 0 0 0,0-1 0 0 0,1 0 0 0 0,0 0 1 0 0,0 0-1 0 0,1-1 0 0 0,0 0 0 0 0,0-1 0 0 0,1 0 0 0 0,0 0 0 0 0,18 8 1 0 0,-10-7-677 0 0,0-1 0 0 0,19 5 0 0 0,3-3-1404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31.4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 91 4376 0 0,'-4'-7'1646'0'0,"2"3"-1270"0"0,0 0 1 0 0,0 0-1 0 0,0 0 0 0 0,0 0 1 0 0,0 0-1 0 0,1 0 1 0 0,0 0-1 0 0,0-1 1 0 0,-1-4-1 0 0,2 7 308 0 0,0 1 1 0 0,0-1-1 0 0,1 0 1 0 0,-1 0-1 0 0,0 1 0 0 0,1-1 1 0 0,-1 0-1 0 0,1 1 1 0 0,-1-1-1 0 0,1 0 0 0 0,2-2 1 0 0,-2 3-552 0 0,0-1 0 0 0,-1 1 0 0 0,2 0 0 0 0,-1 0 0 0 0,0 0 0 0 0,0 0 0 0 0,0 1 0 0 0,0-1 0 0 0,1 0 0 0 0,-1 0 0 0 0,0 1 0 0 0,1-1 0 0 0,-1 1 0 0 0,0-1 0 0 0,1 1 0 0 0,-1-1 0 0 0,1 1 0 0 0,2 0 0 0 0,-2 0-166 0 0,0 0-1 0 0,0 0 1 0 0,0 0 0 0 0,0 0-1 0 0,0 0 1 0 0,0 1 0 0 0,0-1 0 0 0,0 1-1 0 0,0 0 1 0 0,0 0 0 0 0,-1-1-1 0 0,1 1 1 0 0,0 0 0 0 0,0 1-1 0 0,-1-1 1 0 0,1 0 0 0 0,-1 0 0 0 0,1 1-1 0 0,-1-1 1 0 0,1 1 0 0 0,-1-1-1 0 0,0 1 1 0 0,0-1 0 0 0,0 1-1 0 0,2 3 1 0 0,-1 0 33 0 0,0 1 0 0 0,-1-1 0 0 0,0 0 0 0 0,0 1 0 0 0,0-1 0 0 0,-1 1 0 0 0,1-1 0 0 0,-1 1 0 0 0,-1-1 0 0 0,1 0 0 0 0,-1 1 0 0 0,0-1 0 0 0,0 1 0 0 0,-2 5 0 0 0,-4 8 0 0 0,0 0 0 0 0,-15 25 0 0 0,15-29 0 0 0,6-13 0 0 0,0-1 0 0 0,0 1 0 0 0,0 0 0 0 0,0 0 0 0 0,1 0 0 0 0,-1 0 0 0 0,1 1 0 0 0,-1-1 0 0 0,1 3 0 0 0,0-5 0 0 0,0 1 0 0 0,0-1 0 0 0,0 0 0 0 0,0 1 0 0 0,0-1 0 0 0,0 0 0 0 0,0 0 0 0 0,0 1 0 0 0,0-1 0 0 0,1 0 0 0 0,-1 0 0 0 0,0 0 0 0 0,0 1 0 0 0,0-1 0 0 0,0 0 0 0 0,1 0 0 0 0,-1 0 0 0 0,0 1 0 0 0,0-1 0 0 0,0 0 0 0 0,1 0 0 0 0,-1 0 0 0 0,0 0 0 0 0,0 0 0 0 0,1 0 0 0 0,-1 1 0 0 0,1-1 0 0 0,13-2 0 0 0,37-16-708 0 0,-20 7-516 0 0,35-9-1 0 0,-57 18 487 0 0,0 1-1 0 0,0-1 1 0 0,0 1-1 0 0,1 1 1 0 0,-1 0 0 0 0,0 0-1 0 0,0 1 1 0 0,15 3-1 0 0,-22-4 651 0 0,1 1 0 0 0,-1-1 0 0 0,0 1 0 0 0,1 0 0 0 0,-1 0 0 0 0,0 0 0 0 0,0 0-1 0 0,0 0 1 0 0,1 0 0 0 0,-1 1 0 0 0,0-1 0 0 0,-1 1 0 0 0,1 0 0 0 0,0-1 0 0 0,0 1 0 0 0,-1 0 0 0 0,1 0 0 0 0,-1 0 0 0 0,0 0 0 0 0,1 0-1 0 0,-1 0 1 0 0,0 1 0 0 0,0-1 0 0 0,0 0 0 0 0,-1 1 0 0 0,1-1 0 0 0,0 0 0 0 0,-1 1 0 0 0,0-1 0 0 0,1 1 0 0 0,-1 3 0 0 0,-1 1 120 0 0,0-1 0 0 0,0 1 1 0 0,0-1-1 0 0,-1 1 1 0 0,0-1-1 0 0,0 0 1 0 0,-1 0-1 0 0,1 0 0 0 0,-1 0 1 0 0,-1-1-1 0 0,-3 6 1 0 0,-5 5 11 0 0,-1 0 0 0 0,-1-1 0 0 0,0-1 0 0 0,-23 18 0 0 0,-68 43 132 0 0,102-72-172 0 0,-6 2 6 0 0,-3 4 13 0 0,-2 0 1 0 0,-24 11-1 0 0,33-19-550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31.7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65 742 5296 0 0,'-5'-3'218'0'0,"-5"-2"603"0"0,1 0 0 0 0,0-1 1 0 0,0 0-1 0 0,-11-10 0 0 0,20 15-606 0 0,-1 0 0 0 0,1 0 1 0 0,-1 0-1 0 0,1 0 0 0 0,0 0 0 0 0,0 0 0 0 0,0 0 0 0 0,-1 0 0 0 0,1 0 0 0 0,0 0 0 0 0,0 0 0 0 0,0 0 0 0 0,1 0 0 0 0,-1-1 0 0 0,0 1 0 0 0,0 0 0 0 0,0 0 0 0 0,1 0 0 0 0,-1 0 0 0 0,1-1 0 0 0,9-19 4754 0 0,-6 15-4908 0 0,0 1 0 0 0,0 0 0 0 0,0 0 0 0 0,0 0 0 0 0,1 1 0 0 0,0-1 0 0 0,0 1 0 0 0,0 0 0 0 0,12-5 1 0 0,6-4-116 0 0,27-9 0 0 0,-34 15 92 0 0,366-177-3331 0 0,-125 55-2338 0 0,9 18 1769 0 0,-206 90 3860 0 0,1 3 1 0 0,1 2 0 0 0,0 3 0 0 0,117-8 0 0 0,190 15-66 0 0,-356 6 68 0 0,23-1-322 0 0,0-2 1 0 0,-1-2-1 0 0,0-1 0 0 0,52-16 1 0 0,-65 16-1823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31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13 196 936 0 0,'-7'-14'5058'0'0,"2"-6"-4077"0"0,5 18-858 0 0,0 1-1 0 0,0-1 0 0 0,0 0 0 0 0,1 0 1 0 0,-1 0-1 0 0,0 0 0 0 0,1 1 1 0 0,1-4-1 0 0,6-10 4292 0 0,1 4-3010 0 0,0 0 0 0 0,0 1 0 0 0,18-15 0 0 0,-16 16-857 0 0,0 2-1 0 0,0-1 1 0 0,21-9-1 0 0,-19 11-806 0 0,0 1 0 0 0,0 1-1 0 0,0 0 1 0 0,1 1-1 0 0,-1 0 1 0 0,1 1-1 0 0,0 1 1 0 0,0 0 0 0 0,0 1-1 0 0,0 0 1 0 0,-1 1-1 0 0,1 1 1 0 0,0 0 0 0 0,23 7-1 0 0,-23-5-619 0 0,-1 0 0 0 0,0 2 0 0 0,1-1 0 0 0,-2 2 1 0 0,1 0-1 0 0,12 9 0 0 0,-21-14 752 0 0,0 1 0 0 0,-1 0 0 0 0,1 0 1 0 0,-1 1-1 0 0,0-1 0 0 0,0 0 0 0 0,0 1 0 0 0,-1 0 1 0 0,1 0-1 0 0,-1 0 0 0 0,0 0 0 0 0,0 0 0 0 0,0 0 1 0 0,0 1-1 0 0,-1-1 0 0 0,0 0 0 0 0,0 1 1 0 0,0-1-1 0 0,0 1 0 0 0,-1 0 0 0 0,0-1 0 0 0,0 9 1 0 0,-2-5 176 0 0,1 0 0 0 0,-1-1 1 0 0,-1 1-1 0 0,1-1 0 0 0,-1 0 1 0 0,0 0-1 0 0,-1 0 0 0 0,0 0 1 0 0,0 0-1 0 0,0-1 0 0 0,-8 8 0 0 0,-7 7 198 0 0,-38 33-1 0 0,43-41-201 0 0,-126 110 317 0 0,95-79-341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45.0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86 216 1152 0 0,'3'-44'16245'0'0,"-5"35"-14320"0"0,-4 30-1587 0 0,-25 226-1149 0 0,13-93-2309 0 0,7-73-174 0 0,-2 14-2975 0 0,6-33 6547 0 0,7-54 2499 0 0,3-15 393 0 0,2-16 2134 0 0,10-97-3188 0 0,19-107-2770 0 0,25-14 817 0 0,-15 81-3209 0 0,-41 149 4005 0 0,-4 16 846 0 0,-3 13-1183 0 0,1 0-613 0 0,1 0-1 0 0,1 0 0 0 0,1 0 1 0 0,0-1-1 0 0,5 33 0 0 0,-4-42-47 0 0,0-1 1 0 0,1 1-1 0 0,0 0 0 0 0,1-1 0 0 0,0 1 0 0 0,0-1 0 0 0,0 0 0 0 0,1 0 1 0 0,0 0-1 0 0,0 0 0 0 0,1-1 0 0 0,0 0 0 0 0,0 0 0 0 0,1 0 0 0 0,8 7 1 0 0,-11-10-17 0 0,1-1 0 0 0,0 0 0 0 0,-1 0 0 0 0,1 0 0 0 0,0 0 0 0 0,0-1 0 0 0,1 1 1 0 0,-1-1-1 0 0,0 0 0 0 0,0 0 0 0 0,1-1 0 0 0,-1 1 0 0 0,5-1 0 0 0,-2 0-328 0 0,0-1-1 0 0,0 0 0 0 0,0-1 0 0 0,0 1 0 0 0,0-1 1 0 0,0 0-1 0 0,9-5 0 0 0,-1-1-921 0 0,0 0 1 0 0,-1-1-1 0 0,0-1 0 0 0,0 0 0 0 0,22-23 0 0 0,-25 22 1041 0 0,-1-1 0 0 0,-1 0 0 0 0,0 0 0 0 0,0-1 0 0 0,-1 0 0 0 0,6-16 0 0 0,-10 21 308 0 0,0-2 0 0 0,-1 1 0 0 0,0 0 1 0 0,0-1-1 0 0,-1 1 0 0 0,0-1 0 0 0,-1 0 1 0 0,0 0-1 0 0,-1 0 0 0 0,-1-13 0 0 0,1 21 68 0 0,0 1 0 0 0,-1-1 0 0 0,1 1 0 0 0,0-1 0 0 0,-1 1 0 0 0,1-1 0 0 0,-1 1-1 0 0,1 0 1 0 0,-1-1 0 0 0,0 1 0 0 0,1 0 0 0 0,-1 0 0 0 0,0-1 0 0 0,0 1 0 0 0,0 0 0 0 0,0 0-1 0 0,0 0 1 0 0,-2-1 0 0 0,2 1-17 0 0,0 1 0 0 0,1 0-1 0 0,-1 0 1 0 0,0 0 0 0 0,0-1-1 0 0,0 1 1 0 0,0 0 0 0 0,1 0-1 0 0,-1 0 1 0 0,0 0 0 0 0,0 1 0 0 0,0-1-1 0 0,1 0 1 0 0,-1 0 0 0 0,0 0-1 0 0,0 1 1 0 0,0-1 0 0 0,1 0-1 0 0,-1 1 1 0 0,0-1 0 0 0,1 1 0 0 0,-1-1-1 0 0,0 1 1 0 0,1-1 0 0 0,-1 1-1 0 0,0-1 1 0 0,1 1 0 0 0,-1 0-1 0 0,1-1 1 0 0,-1 1 0 0 0,1 0-1 0 0,0-1 1 0 0,-1 1 0 0 0,0 1 0 0 0,-3 5 1050 0 0,0 0 0 0 0,0 1 0 0 0,-3 9 1 0 0,-6 27-802 0 0,-1 46-3042 0 0,12-78 2781 0 0,-1 8-1073 0 0,1 0-1 0 0,1 0 0 0 0,1 0 1 0 0,0 1-1 0 0,1-1 0 0 0,8 36 1 0 0,-2-35 990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48.7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90 2532 0 0,'-22'-14'10914'0'0,"9"3"-8186"0"0,12 10-2446 0 0,0 0 0 0 0,0 0 0 0 0,0 0 0 0 0,0-1-1 0 0,0 1 1 0 0,0-1 0 0 0,0 1 0 0 0,1 0-1 0 0,-1-1 1 0 0,-1-2 0 0 0,2 3-268 0 0,0 0 1 0 0,0 1-1 0 0,0-1 0 0 0,0 0 1 0 0,0 1-1 0 0,0-1 0 0 0,1 0 0 0 0,-1 1 1 0 0,0-1-1 0 0,0 0 0 0 0,0 1 1 0 0,0-1-1 0 0,1 1 0 0 0,-1-1 1 0 0,0 0-1 0 0,1 1 0 0 0,-1-1 0 0 0,0 1 1 0 0,1-1-1 0 0,-1 1 0 0 0,1-1 1 0 0,-1 1-1 0 0,1-1 0 0 0,-1 1 1 0 0,1 0-1 0 0,1-1 0 0 0,-1 0-14 0 0,0 0 0 0 0,1 1 0 0 0,-1-1 0 0 0,1 1 0 0 0,0-1-1 0 0,-1 1 1 0 0,1-1 0 0 0,-1 1 0 0 0,1 0 0 0 0,-1 0 0 0 0,1 0 0 0 0,0 0 0 0 0,-1 0-1 0 0,4 1 1 0 0,25 7-1019 0 0,-9-2-1700 0 0,-14-5 1808 0 0,0 0-1 0 0,-1-1 0 0 0,1 0 1 0 0,0 0-1 0 0,-1-1 0 0 0,9-1 0 0 0,40-12-1767 0 0,-38 9 2707 0 0,33-6 1 0 0,-15 9-8 0 0,-18 1-1279 0 0,23-4-1 0 0,-28 2-649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49.1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 56 992 0 0,'-2'-17'16490'0'0,"-8"-22"-14312"0"0,12 42-2178 0 0,0 0 0 0 0,0 0 0 0 0,1-1 0 0 0,-1 1 0 0 0,1-1 0 0 0,0 1 0 0 0,0-1 0 0 0,0 0 0 0 0,0 0 0 0 0,5 2 0 0 0,-7-3 0 0 0,29 13 0 0 0,-24-11 0 0 0,0 0 0 0 0,0 0 0 0 0,0 0 0 0 0,-1 0 0 0 0,10 9 0 0 0,2 1-6 0 0,0-1 1 0 0,1 0-1 0 0,25 11 0 0 0,-6-2-1091 0 0,-34-20 631 0 0,-1 1 0 0 0,1 0 0 0 0,0 0 0 0 0,-1 0 1 0 0,1 0-1 0 0,-1 0 0 0 0,0 1 0 0 0,0-1 0 0 0,0 0 0 0 0,0 1 1 0 0,0 0-1 0 0,0 0 0 0 0,-1-1 0 0 0,1 1 0 0 0,1 4 0 0 0,-3-5 83 0 0,1 0-1 0 0,-1 1 0 0 0,0-1 1 0 0,1 0-1 0 0,-1 0 0 0 0,0 0 1 0 0,0 1-1 0 0,-1-1 0 0 0,1 0 1 0 0,0 0-1 0 0,-2 4 1 0 0,1-3 380 0 0,0 0 1 0 0,0 0-1 0 0,-1 0 1 0 0,1 0-1 0 0,-4 4 1 0 0,-1 0 23 0 0,0-1 0 0 0,-1 1 0 0 0,1-1 0 0 0,-1 0 1 0 0,-1-1-1 0 0,1 1 0 0 0,-1-1 0 0 0,0-1 0 0 0,0 0 1 0 0,0 0-1 0 0,0 0 0 0 0,-11 2 0 0 0,-12 3 82 0 0,-1-2 0 0 0,-34 3 0 0 0,45-7-154 0 0,19-3 26 0 0,0 1 0 0 0,0-1 0 0 0,0 0 0 0 0,0 0 0 0 0,0 0 0 0 0,0 0 0 0 0,1 0 0 0 0,-1 0 0 0 0,0 0 0 0 0,0-1 0 0 0,0 1 0 0 0,0-1 0 0 0,0 1 0 0 0,0-1 0 0 0,0 0 0 0 0,-2-1 0 0 0,3-1-303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50.19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97 118 2304 0 0,'-3'-6'2073'0'0,"1"4"-1770"0"0,1 0 1 0 0,0 0-1 0 0,-1 0 1 0 0,1 0-1 0 0,0 0 1 0 0,0 0 0 0 0,1 0-1 0 0,-1 0 1 0 0,0-1-1 0 0,1 1 1 0 0,-1 0-1 0 0,1 0 1 0 0,0-5-1 0 0,0 4 485 0 0,0 0 1 0 0,0 0-1 0 0,0 0 0 0 0,-1 0 0 0 0,1 0 0 0 0,-1 0 0 0 0,0 0 0 0 0,1 1 1 0 0,-1-1-1 0 0,-1 0 0 0 0,1 0 0 0 0,0 1 0 0 0,-3-5 0 0 0,3 7-788 0 0,1 0 0 0 0,-1 0 0 0 0,1 0 0 0 0,-1 0 0 0 0,1 1 0 0 0,-1-1 0 0 0,1 0 0 0 0,-1 0 0 0 0,1 0 0 0 0,-1 1 0 0 0,1-1 0 0 0,-1 0 0 0 0,1 1 0 0 0,-1-1 0 0 0,1 0 0 0 0,-1 1 0 0 0,1-1 0 0 0,0 1 0 0 0,-1-1 0 0 0,1 0 0 0 0,0 1 0 0 0,-1-1 0 0 0,1 2 0 0 0,-11 14 0 0 0,9-12 0 0 0,-4 6-265 0 0,1 0 1 0 0,0 0-1 0 0,0 1 0 0 0,1-1 0 0 0,-5 19 0 0 0,6-13-956 0 0,0-1 0 0 0,1 1 1 0 0,-1 24-1 0 0,3-33 632 0 0,1 0 0 0 0,-1 1 1 0 0,1-1-1 0 0,0 0 0 0 0,1 1 1 0 0,-1-1-1 0 0,2 0 0 0 0,-1 0 0 0 0,1 0 1 0 0,4 8-1 0 0,-5-12 572 0 0,0 1-1 0 0,1-1 1 0 0,-1 0 0 0 0,1-1 0 0 0,-1 1-1 0 0,1 0 1 0 0,0-1 0 0 0,0 1-1 0 0,0-1 1 0 0,0 0 0 0 0,1 0 0 0 0,-1 0-1 0 0,0-1 1 0 0,1 1 0 0 0,0-1-1 0 0,-1 0 1 0 0,1 0 0 0 0,0 0 0 0 0,-1 0-1 0 0,1-1 1 0 0,6 1 0 0 0,-2-1 17 0 0,0-1 0 0 0,0 0 0 0 0,0 0 0 0 0,0-1 0 0 0,-1 0 0 0 0,1 0 0 0 0,-1 0 0 0 0,1-1 0 0 0,-1-1 0 0 0,0 1 0 0 0,12-8 0 0 0,-13 7 0 0 0,-1 0 0 0 0,1 0 0 0 0,-1-1 0 0 0,0 1 0 0 0,0-1 0 0 0,0 0 0 0 0,-1-1 0 0 0,0 1 0 0 0,0-1 0 0 0,0 0 0 0 0,0 0 0 0 0,-1 0 0 0 0,4-12 0 0 0,-5 14 0 0 0,-1-1 0 0 0,-1 0 0 0 0,1 0 0 0 0,-1 0 0 0 0,1 0 0 0 0,-2 1 0 0 0,1-1 0 0 0,0 0 0 0 0,-1 0 0 0 0,0 0 0 0 0,0 0 0 0 0,0 1 0 0 0,-1-1 0 0 0,-3-6 0 0 0,2 4 0 0 0,-1 0 0 0 0,0 1 0 0 0,0-1 0 0 0,-1 1 0 0 0,0 1 0 0 0,0-1 0 0 0,0 0 0 0 0,-1 1 0 0 0,-6-5 0 0 0,5 5 0 0 0,-1 0 0 0 0,1 1 0 0 0,-1-1 0 0 0,0 1 0 0 0,0 1 0 0 0,0 0 0 0 0,-15-4 0 0 0,17 6 0 0 0,0 0 0 0 0,0 0 0 0 0,1 0 0 0 0,-1 1 0 0 0,0 0 0 0 0,0 0 0 0 0,0 1 0 0 0,0-1 0 0 0,1 1 0 0 0,-1 0 0 0 0,-9 4 0 0 0,11-3 190 0 0,0-1-1 0 0,0 1 1 0 0,1 1 0 0 0,-1-1 0 0 0,1 0 0 0 0,0 1 0 0 0,-1-1 0 0 0,1 1-1 0 0,0 0 1 0 0,1 0 0 0 0,-1 1 0 0 0,-3 4 0 0 0,5-7 11 0 0,1 0 0 0 0,-1 1 0 0 0,0-1 1 0 0,1 0-1 0 0,-1 1 0 0 0,1-1 0 0 0,0 0 0 0 0,0 1 1 0 0,-1-1-1 0 0,1 0 0 0 0,0 1 0 0 0,0-1 0 0 0,0 1 0 0 0,0-1 1 0 0,0 0-1 0 0,1 1 0 0 0,-1-1 0 0 0,0 0 0 0 0,1 1 1 0 0,-1-1-1 0 0,1 0 0 0 0,-1 1 0 0 0,1-1 0 0 0,-1 0 0 0 0,1 0 1 0 0,0 0-1 0 0,0 1 0 0 0,0-1 0 0 0,0 0 0 0 0,0 0 1 0 0,0 0-1 0 0,0 0 0 0 0,0-1 0 0 0,0 1 0 0 0,0 0 1 0 0,0 0-1 0 0,0-1 0 0 0,1 1 0 0 0,1 0 0 0 0,3 2 30 0 0,-1-1-1 0 0,1 0 1 0 0,-1 0 0 0 0,1-1-1 0 0,0 1 1 0 0,0-1-1 0 0,0-1 1 0 0,0 1 0 0 0,0-1-1 0 0,8 0 1 0 0,7-2-1783 0 0,33-7 1 0 0,-34 5 742 0 0,19-4-1060 0 0,-22 4 409 0 0,1 0-1 0 0,1 1 0 0 0,-1 1 0 0 0,23 1 1 0 0,-38 1 1460 0 0,-1 0 1 0 0,1 1 0 0 0,-1-1 0 0 0,1 0 0 0 0,-1 1-1 0 0,0 0 1 0 0,1 0 0 0 0,-1 0 0 0 0,0 0 0 0 0,0 0-1 0 0,0 0 1 0 0,0 0 0 0 0,0 1 0 0 0,0-1 0 0 0,4 4-1 0 0,-4-2 3 0 0,0 0 0 0 0,0 0 0 0 0,0 0 0 0 0,0 0 0 0 0,0 1 0 0 0,-1-1 0 0 0,1 1 0 0 0,-1-1 0 0 0,2 6 0 0 0,-1 6 10 0 0,0 1-1 0 0,-1-1 0 0 0,0 0 0 0 0,-2 18 0 0 0,0-22-7 0 0,0 40 125 0 0,-2 0 0 0 0,-3 0 0 0 0,-2 0 0 0 0,-19 64 0 0 0,23-102 26 0 0,-1 0-1 0 0,0 0 0 0 0,-1-1 1 0 0,-12 22-1 0 0,18-34-125 0 0,0 0-1 0 0,0 0 1 0 0,0 0 0 0 0,-1 0-1 0 0,1 0 1 0 0,0 1-1 0 0,0-1 1 0 0,0 0 0 0 0,0 0-1 0 0,0 0 1 0 0,0 0-1 0 0,0 0 1 0 0,0 1 0 0 0,0-1-1 0 0,-1 0 1 0 0,1 0-1 0 0,0 0 1 0 0,0 0 0 0 0,0 0-1 0 0,0 0 1 0 0,0 0-1 0 0,0 0 1 0 0,-1 0 0 0 0,1 0-1 0 0,0 1 1 0 0,0-1-1 0 0,0 0 1 0 0,0 0 0 0 0,-1 0-1 0 0,1 0 1 0 0,0 0-1 0 0,0 0 1 0 0,0 0 0 0 0,0 0-1 0 0,-1 0 1 0 0,1 0-1 0 0,0 0 1 0 0,0-1 0 0 0,0 1-1 0 0,0 0 1 0 0,0 0-1 0 0,-1 0 1 0 0,1 0 0 0 0,0 0-1 0 0,0 0 1 0 0,0 0-1 0 0,0 0 1 0 0,0 0 0 0 0,-1 0-1 0 0,1-1 1 0 0,-3-10 2050 0 0,0-16 1490 0 0,11-80 853 0 0,11 0-5968 0 0,40-101-7152 0 0,-18 93 6444 0 0,-33 98 2330 0 0,1 0-1 0 0,0 0 1 0 0,1 1-1 0 0,17-21 1 0 0,-27 36 33 0 0,1 0-1 0 0,0-1 1 0 0,0 1 0 0 0,0 0-1 0 0,0 0 1 0 0,0 0 0 0 0,0 0-1 0 0,1 1 1 0 0,-1-1 0 0 0,0 0-1 0 0,0 0 1 0 0,1 1 0 0 0,-1-1-1 0 0,0 0 1 0 0,1 1 0 0 0,-1 0 0 0 0,1-1-1 0 0,-1 1 1 0 0,1 0 0 0 0,1-1-1 0 0,-1 2 131 0 0,-1-1 0 0 0,1 0-1 0 0,-1 1 1 0 0,1 0 0 0 0,-1-1-1 0 0,0 1 1 0 0,1 0 0 0 0,-1-1-1 0 0,0 1 1 0 0,0 0 0 0 0,0 0-1 0 0,1 0 1 0 0,-1 0 0 0 0,0 0-1 0 0,0 0 1 0 0,1 2 0 0 0,2 3 390 0 0,-1-1 1 0 0,0 1 0 0 0,0-1 0 0 0,-1 1 0 0 0,1 0-1 0 0,-1 0 1 0 0,0 1 0 0 0,1 6 0 0 0,-1 4-651 0 0,0 1 1 0 0,0-1-1 0 0,-3 29 1 0 0,1-40 6 0 0,0 0 1 0 0,-1-1 0 0 0,0 1 0 0 0,0-1 0 0 0,-1 1 0 0 0,1-1 0 0 0,-1 0 0 0 0,0 1-1 0 0,-1-1 1 0 0,1 0 0 0 0,-1 0 0 0 0,0 0 0 0 0,-1-1 0 0 0,1 1 0 0 0,-6 5 0 0 0,8-9 20 0 0,0-1 0 0 0,0 1 1 0 0,0 0-1 0 0,0 0 0 0 0,0-1 0 0 0,0 1 1 0 0,-1 0-1 0 0,1-1 0 0 0,0 1 1 0 0,0-1-1 0 0,-1 0 0 0 0,1 1 1 0 0,0-1-1 0 0,-1 0 0 0 0,1 0 0 0 0,0 0 1 0 0,-1 0-1 0 0,1 0 0 0 0,0 0 1 0 0,-1 0-1 0 0,1 0 0 0 0,0 0 1 0 0,-1-1-1 0 0,1 1 0 0 0,0-1 1 0 0,-1 1-1 0 0,1-1 0 0 0,-1 0 0 0 0,-6-3-1662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50.6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54 3916 0 0,'-18'-53'15744'0'0,"22"88"-15744"0"0,-1 0 0 0 0,-2 1 0 0 0,-2-1 0 0 0,-7 50 0 0 0,-2-28 0 0 0,-32 107 0 0 0,37-147 0 0 0,5-13 0 0 0,-1 0 0 0 0,0 0 0 0 0,-1 1 0 0 0,1-1 0 0 0,0-1 0 0 0,-1 1 0 0 0,0 0 0 0 0,-5 7 0 0 0,6-27 0 0 0,3-4 0 0 0,1 0 0 0 0,10-37 0 0 0,-10 49 0 0 0,-1 0 0 0 0,1 1 0 0 0,1-1 0 0 0,0 1 0 0 0,0-1 0 0 0,0 1 0 0 0,1 0 0 0 0,0 1 0 0 0,10-12 0 0 0,-13 16 0 0 0,0 1 0 0 0,0-1 0 0 0,0 1 0 0 0,0-1 0 0 0,0 1 0 0 0,0 0 0 0 0,0 0 0 0 0,0 0 0 0 0,0 0 0 0 0,1 0 0 0 0,-1 0 0 0 0,0 1 0 0 0,1-1 0 0 0,-1 1 0 0 0,1-1 0 0 0,-1 1 0 0 0,0 0 0 0 0,1 0 0 0 0,-1 0 0 0 0,1 0 0 0 0,-1 1 0 0 0,0-1 0 0 0,1 1 0 0 0,-1-1 0 0 0,1 1 0 0 0,-1 0 0 0 0,0 0 0 0 0,0 0 0 0 0,0 0 0 0 0,0 0 0 0 0,1 1 0 0 0,-1-1 0 0 0,-1 0 0 0 0,1 1 0 0 0,3 3 0 0 0,0-1 0 0 0,-1 1 0 0 0,0 0 0 0 0,0 0 0 0 0,0 1 0 0 0,0-1 0 0 0,-1 1 0 0 0,0 0 0 0 0,0 0 0 0 0,-1 0 0 0 0,0 0 0 0 0,0 0 0 0 0,2 8 0 0 0,-4-7-60 0 0,1 1-1 0 0,-2-1 0 0 0,1 0 0 0 0,-1 0 1 0 0,0 0-1 0 0,0 0 0 0 0,-1 0 1 0 0,-3 11-1 0 0,-6 25 547 0 0,11-38-1025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50.8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1 3456 0 0,'-40'12'16204'0'0,"40"-6"-16452"0"0,1 3 496 0 0,4 0-520 0 0,1 0 0 0 0,1 3 240 0 0,4 2 608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52.0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47 419 2072 0 0,'-2'-1'659'0'0,"0"0"1"0"0,0 0 0 0 0,0 0 0 0 0,0 0-1 0 0,0 0 1 0 0,0-1 0 0 0,0 1-1 0 0,1-1 1 0 0,-1 1 0 0 0,0-1-1 0 0,1 0 1 0 0,0 1 0 0 0,-1-1 0 0 0,1 0-1 0 0,0 0 1 0 0,0 0 0 0 0,0 0-1 0 0,0 0 1 0 0,0 0 0 0 0,1-1 0 0 0,-2-3-1 0 0,-5-24 3403 0 0,3 4-5004 0 0,4 26 897 0 0,-1-8 45 0 0,0-1 0 0 0,1 1 0 0 0,0-1 0 0 0,0 1 0 0 0,1 0 0 0 0,0-1 0 0 0,0 1 0 0 0,1 0 0 0 0,0 0 0 0 0,0 0 0 0 0,1 0 0 0 0,0 0 0 0 0,0 0 0 0 0,1 1 0 0 0,0-1 0 0 0,1 1 0 0 0,-1 0 0 0 0,1 1 0 0 0,1-1 0 0 0,-1 1 0 0 0,1 0 0 0 0,10-8 0 0 0,-15 13 0 0 0,1 0 0 0 0,-1-1 0 0 0,1 1 0 0 0,-1 0 0 0 0,1 0 0 0 0,0 1 0 0 0,-1-1 0 0 0,1 0 0 0 0,0 1 0 0 0,0-1 0 0 0,-1 1 0 0 0,1-1 0 0 0,0 1 0 0 0,0 0 0 0 0,0-1 0 0 0,-1 1 0 0 0,1 0 0 0 0,0 0 0 0 0,0 1 0 0 0,0-1 0 0 0,0 0 0 0 0,0 1 0 0 0,-1-1 0 0 0,1 1 0 0 0,0-1 0 0 0,0 1 0 0 0,-1 0 0 0 0,1 0 0 0 0,-1 0 0 0 0,1 0 0 0 0,0 0 0 0 0,-1 0 0 0 0,0 0 0 0 0,1 0 0 0 0,-1 1 0 0 0,0-1 0 0 0,0 0 0 0 0,1 1 0 0 0,-1-1 0 0 0,1 3 0 0 0,2 3 0 0 0,0 1 0 0 0,0-1 0 0 0,-1 1 0 0 0,0-1 0 0 0,-1 1 0 0 0,1 0 0 0 0,1 15 0 0 0,-3-7-740 0 0,0 0 0 0 0,-3 32 0 0 0,-1 0-283 0 0,18-82 4266 0 0,7-48-3221 0 0,-14 50-426 0 0,12-35 1 0 0,-12 53-661 0 0,-4 13 775 0 0,-1 9 697 0 0,-2 6-135 0 0,1 0 0 0 0,-2 1 0 0 0,-2 20 0 0 0,1-23-1167 0 0,1-1 1 0 0,0 1 0 0 0,0-1 0 0 0,1 1 0 0 0,0 0 0 0 0,4 13 0 0 0,-4-24 699 0 0,-1 0-1 0 0,0 0 0 0 0,1 1 0 0 0,-1-1 1 0 0,1 0-1 0 0,-1 0 0 0 0,1 0 1 0 0,-1 0-1 0 0,1 0 0 0 0,0 0 1 0 0,0 0-1 0 0,0 0 0 0 0,-1 0 1 0 0,1 0-1 0 0,0 0 0 0 0,0-1 1 0 0,0 1-1 0 0,3 1 0 0 0,-3-2 281 0 0,0 1 0 0 0,0-1 0 0 0,0 0 0 0 0,0 0 0 0 0,0 0 0 0 0,0 0 0 0 0,1 0 0 0 0,-1 0-1 0 0,0 0 1 0 0,0 0 0 0 0,0 0 0 0 0,0-1 0 0 0,0 1 0 0 0,0 0 0 0 0,1-1 0 0 0,0 0 0 0 0,2-1 535 0 0,0-1-1 0 0,0 1 1 0 0,-1-1 0 0 0,1 0-1 0 0,-1 0 1 0 0,0 0 0 0 0,0 0-1 0 0,0 0 1 0 0,2-5 0 0 0,0 0-49 0 0,0-1 0 0 0,0 0 0 0 0,-1 0 0 0 0,5-18 0 0 0,-6 17-1245 0 0,-1 0 1 0 0,0 0-1 0 0,0 0 0 0 0,-1-1 1 0 0,-1 1-1 0 0,0-1 1 0 0,-2-19-1 0 0,2 30 664 0 0,0 0-1 0 0,0 0 1 0 0,0-1 0 0 0,0 1-1 0 0,0 0 1 0 0,0 0 0 0 0,0 0 0 0 0,0 0-1 0 0,0 0 1 0 0,0 0 0 0 0,0-1-1 0 0,0 1 1 0 0,0 0 0 0 0,0 0-1 0 0,0 0 1 0 0,0 0 0 0 0,0 0 0 0 0,0-1-1 0 0,0 1 1 0 0,0 0 0 0 0,0 0-1 0 0,0 0 1 0 0,0 0 0 0 0,0 0-1 0 0,0 0 1 0 0,0 0 0 0 0,-1-1 0 0 0,1 1-1 0 0,0 0 1 0 0,0 0 0 0 0,0 0-1 0 0,0 0 1 0 0,0 0 0 0 0,0 0-1 0 0,0 0 1 0 0,-1 0 0 0 0,1 0 0 0 0,0 0-1 0 0,0 0 1 0 0,0 0 0 0 0,0 0-1 0 0,0 0 1 0 0,0 0 0 0 0,-1 0-1 0 0,-6 18-5926 0 0,6-13 6719 0 0,-2 10-778 0 0,0 0 0 0 0,2 0 0 0 0,0 0 1 0 0,0 0-1 0 0,2 0 0 0 0,-1 0 0 0 0,4 15 1 0 0,-4-29 16 0 0,1 1 1 0 0,-1 0 0 0 0,0 0 0 0 0,1 0 0 0 0,0 0 0 0 0,-1 0 0 0 0,1-1-1 0 0,0 1 1 0 0,0 0 0 0 0,0 0 0 0 0,0-1 0 0 0,0 1 0 0 0,0-1 0 0 0,0 1-1 0 0,0-1 1 0 0,1 1 0 0 0,-1-1 0 0 0,1 0 0 0 0,-1 0 0 0 0,1 0 0 0 0,-1 0-1 0 0,1 0 1 0 0,0 0 0 0 0,0 0 0 0 0,-1 0 0 0 0,1-1 0 0 0,0 1 0 0 0,0 0-1 0 0,0-1 1 0 0,0 0 0 0 0,0 1 0 0 0,-1-1 0 0 0,1 0 0 0 0,0 0 0 0 0,0 0-1 0 0,0 0 1 0 0,0-1 0 0 0,0 1 0 0 0,0 0 0 0 0,2-2 0 0 0,1 1-98 0 0,0-1 1 0 0,1 0-1 0 0,-1-1 1 0 0,0 1-1 0 0,0-1 0 0 0,0 0 1 0 0,-1 0-1 0 0,1-1 1 0 0,-1 0-1 0 0,0 1 1 0 0,0-1-1 0 0,6-8 1 0 0,-5 5 74 0 0,-1 0 0 0 0,0 0 0 0 0,-1-1 0 0 0,1 1 0 0 0,-1-1 0 0 0,-1 0 0 0 0,0 0 0 0 0,0 0 0 0 0,0 0 0 0 0,-1 0 0 0 0,0 0 0 0 0,-1-1 0 0 0,1 1 0 0 0,-2 0 0 0 0,-10-12 5494 0 0,7 36-1183 0 0,3-8-4322 0 0,-2 7-90 0 0,1 0 218 0 0,0 18 0 0 0,2-28-346 0 0,0 0 0 0 0,0 0 0 0 0,1 0 0 0 0,-1 0-1 0 0,1 0 1 0 0,1 0 0 0 0,-1 0 0 0 0,1 0 0 0 0,0 0 0 0 0,3 6 0 0 0,-4-10 177 0 0,-1 0-1 0 0,0-1 1 0 0,1 1 0 0 0,0 0-1 0 0,-1-1 1 0 0,1 1-1 0 0,-1 0 1 0 0,1-1 0 0 0,0 1-1 0 0,-1-1 1 0 0,1 1 0 0 0,0-1-1 0 0,0 1 1 0 0,-1-1 0 0 0,1 1-1 0 0,0-1 1 0 0,0 0-1 0 0,0 1 1 0 0,0-1 0 0 0,0 0-1 0 0,-1 0 1 0 0,1 0 0 0 0,0 0-1 0 0,1 0 1 0 0,0 0-169 0 0,0 0 0 0 0,0-1 0 0 0,0 1 0 0 0,-1-1 0 0 0,1 0 1 0 0,0 0-1 0 0,0 1 0 0 0,-1-1 0 0 0,1 0 0 0 0,2-3 0 0 0,3-1-627 0 0,-1-1 0 0 0,0 0 0 0 0,10-14 0 0 0,-8 10 848 0 0,-1-1 0 0 0,0 0 0 0 0,-1 0 0 0 0,-1 0 0 0 0,0-1 0 0 0,0 0 0 0 0,-1 0 0 0 0,0 0 0 0 0,3-24 0 0 0,-8 26 5 0 0,-4 14 6 0 0,-4 17 5 0 0,8-17-12 0 0,0 0 1 0 0,1 1 0 0 0,-1-1 0 0 0,1 0 0 0 0,0 0 0 0 0,0 0 0 0 0,1 0-1 0 0,-1 0 1 0 0,1 1 0 0 0,0-1 0 0 0,0 0 0 0 0,0 0 0 0 0,3 6 0 0 0,-2-7-2 0 0,-1 0 0 0 0,1-1 1 0 0,0 1-1 0 0,-1-1 1 0 0,1 0-1 0 0,1 1 0 0 0,-1-1 1 0 0,0 0-1 0 0,0 0 1 0 0,1 0-1 0 0,-1-1 0 0 0,1 1 1 0 0,-1-1-1 0 0,1 1 1 0 0,0-1-1 0 0,0 0 0 0 0,0 0 1 0 0,0 0-1 0 0,4 1 1 0 0,-7-2 35 0 0,1 0 0 0 0,0 0 0 0 0,-1 0 0 0 0,1 0 0 0 0,0-1 0 0 0,-1 1 1 0 0,1 0-1 0 0,-1 0 0 0 0,1 0 0 0 0,0-1 0 0 0,-1 1 0 0 0,1 0 0 0 0,-1-1 0 0 0,1 1 1 0 0,-1 0-1 0 0,1-1 0 0 0,-1 1 0 0 0,1-1 0 0 0,-1 1 0 0 0,1-1 0 0 0,-1 1 0 0 0,0-1 1 0 0,1 1-1 0 0,-1-1 0 0 0,0 1 0 0 0,1-1 0 0 0,-1 0 0 0 0,0 1 0 0 0,0-1 1 0 0,0 1-1 0 0,1-2 0 0 0,5-24 1553 0 0,-5 18-1570 0 0,2-6-377 0 0,1 1 1 0 0,0-1-1 0 0,1 1 1 0 0,0 0-1 0 0,1 0 1 0 0,1 0-1 0 0,14-21 1 0 0,-21 34 354 0 0,0 0 1 0 0,1 0 0 0 0,-1 0 0 0 0,0-1 0 0 0,0 1 0 0 0,0 0 0 0 0,0 0-1 0 0,0 0 1 0 0,0 0 0 0 0,0-1 0 0 0,0 1 0 0 0,0 0 0 0 0,0 0 0 0 0,1 0-1 0 0,-1 0 1 0 0,0 0 0 0 0,0-1 0 0 0,0 1 0 0 0,0 0 0 0 0,0 0-1 0 0,1 0 1 0 0,-1 0 0 0 0,0 0 0 0 0,0 0 0 0 0,0 0 0 0 0,0 0 0 0 0,1 0-1 0 0,-1 0 1 0 0,0 0 0 0 0,0 0 0 0 0,0 0 0 0 0,0 0 0 0 0,1 0 0 0 0,-1 0-1 0 0,0 0 1 0 0,0 0 0 0 0,0 0 0 0 0,1 0 0 0 0,-1 0 0 0 0,0 0 0 0 0,0 0-1 0 0,0 0 1 0 0,0 0 0 0 0,1 0 0 0 0,-1 0 0 0 0,0 0 0 0 0,0 0-1 0 0,0 0 1 0 0,0 1 0 0 0,0-1 0 0 0,1 0 0 0 0,-1 0 0 0 0,0 0 0 0 0,1 15 22 0 0,-5 18 11 0 0,4-33-33 0 0,-2 14 3 0 0,-4 27-1 0 0,6-39-3 0 0,0 1 0 0 0,0 0 0 0 0,0 0-1 0 0,0 0 1 0 0,0-1 0 0 0,1 1 0 0 0,0 0 0 0 0,-1 0 0 0 0,1-1 0 0 0,0 1 0 0 0,2 4 0 0 0,-2-7 9 0 0,-1 1 0 0 0,1-1 1 0 0,-1 1-1 0 0,1-1 1 0 0,-1 0-1 0 0,1 1 1 0 0,-1-1-1 0 0,1 1 0 0 0,0-1 1 0 0,-1 0-1 0 0,1 1 1 0 0,0-1-1 0 0,-1 0 0 0 0,1 0 1 0 0,0 0-1 0 0,-1 1 1 0 0,1-1-1 0 0,0 0 1 0 0,-1 0-1 0 0,1 0 0 0 0,0 0 1 0 0,-1 0-1 0 0,1 0 1 0 0,0 0-1 0 0,0-1 0 0 0,-1 1 1 0 0,1 0-1 0 0,0 0 1 0 0,-1 0-1 0 0,1-1 1 0 0,0 1-1 0 0,-1 0 0 0 0,2-1 1 0 0,23-15 313 0 0,-20 12-363 0 0,4-2 2 0 0,0-1 0 0 0,0 0 0 0 0,-1-1 0 0 0,0 0 0 0 0,0 0 0 0 0,-1-1-1 0 0,0 0 1 0 0,-1 0 0 0 0,1 0 0 0 0,-2-1 0 0 0,1 0 0 0 0,-2 0 0 0 0,1 0 0 0 0,4-19 0 0 0,-8 27 49 0 0,-1 0 0 0 0,0 1 1 0 0,0-1-1 0 0,0 0 0 0 0,0 1 1 0 0,0-1-1 0 0,0 0 1 0 0,0 1-1 0 0,0-1 0 0 0,-1-3 1 0 0,1 5-10 0 0,-1 0 1 0 0,1 0 0 0 0,0 0-1 0 0,0 0 1 0 0,0 0 0 0 0,0-1 0 0 0,0 1-1 0 0,0 0 1 0 0,0 0 0 0 0,0 0-1 0 0,0 0 1 0 0,0 0 0 0 0,-1 0-1 0 0,1-1 1 0 0,0 1 0 0 0,0 0 0 0 0,0 0-1 0 0,0 0 1 0 0,0 0 0 0 0,0 0-1 0 0,-1 0 1 0 0,1 0 0 0 0,0 0-1 0 0,0 0 1 0 0,0 0 0 0 0,0 0 0 0 0,-1 0-1 0 0,1 0 1 0 0,0 0 0 0 0,0 0-1 0 0,0 0 1 0 0,0 0 0 0 0,0 0 0 0 0,-1 0-1 0 0,1 0 1 0 0,0 0 0 0 0,-8 9 72 0 0,4-1 28 0 0,-1 1 1 0 0,1 0-1 0 0,1 1 0 0 0,0-1 1 0 0,-3 13-1 0 0,6-18-103 0 0,-1 0 0 0 0,1-1 0 0 0,0 1 0 0 0,0 0 0 0 0,0 0 0 0 0,0-1 0 0 0,2 7-1 0 0,-1-8 3 0 0,-1 0 0 0 0,1 0 0 0 0,0-1 1 0 0,-1 1-1 0 0,1 0 0 0 0,0-1 0 0 0,0 1 0 0 0,0-1 0 0 0,0 1 0 0 0,0-1 0 0 0,1 0 0 0 0,-1 1 0 0 0,0-1 0 0 0,1 0 0 0 0,-1 0 0 0 0,3 2 0 0 0,0-1 2 0 0,1-1 1 0 0,-1 1-1 0 0,0-1 1 0 0,1 1-1 0 0,0-1 0 0 0,-1-1 1 0 0,1 1-1 0 0,-1-1 1 0 0,1 0-1 0 0,0 0 1 0 0,-1 0-1 0 0,1 0 1 0 0,0-1-1 0 0,7-1 1 0 0,6-3 16 0 0,1-1 0 0 0,19-8-1 0 0,-35 12-19 0 0,15-5-1 0 0,-1-1 0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53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12 2992 0 0,'9'-11'16113'0'0,"-9"15"-15702"0"0,-2 44-282 0 0,0-30-124 0 0,1 1 0 0 0,2 24 0 0 0,9 36 88 0 0,-2-22-1349 0 0,-2 0 0 0 0,-3 103 0 0 0,-26-10-3840 0 0,2-16-1906 0 0,21-128 6994 0 0,-1 0-1 0 0,1 0 0 0 0,0 1 0 0 0,1-1 0 0 0,-1 0 0 0 0,3 8 0 0 0,-3-13 16 0 0,1 1 1 0 0,-1-1-1 0 0,1 0 0 0 0,-1 1 0 0 0,1-1 0 0 0,-1 0 0 0 0,1 1 0 0 0,0-1 0 0 0,0 0 0 0 0,0 0 0 0 0,0 1 0 0 0,0-1 0 0 0,0 0 0 0 0,0 0 0 0 0,0 0 0 0 0,0 0 0 0 0,1 0 1 0 0,-1-1-1 0 0,0 1 0 0 0,0 0 0 0 0,1 0 0 0 0,-1-1 0 0 0,1 1 0 0 0,-1-1 0 0 0,0 0 0 0 0,1 1 0 0 0,-1-1 0 0 0,1 0 0 0 0,-1 0 0 0 0,3 0 0 0 0,9-1 380 0 0,-1 0 0 0 0,0-1-1 0 0,0-1 1 0 0,20-7 0 0 0,0 1 381 0 0,136-34 3263 0 0,88-4-8322 0 0,-252 47 4175 0 0,411-56-2102 0 0,37-40 2188 0 0,-207 31-3 0 0,288-75-86 0 0,-259 78 554 0 0,1 11 1 0 0,450-25-1 0 0,-389 71 394 0 0,100-7-698 0 0,-193-10-853 0 0,-182 14 340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6:53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263 105 4376 0 0,'-2'-14'1206'0'0,"1"5"-450"0"0,0 0 0 0 0,0 0 0 0 0,1 0 0 0 0,0 0-1 0 0,3-17 1 0 0,-3 25-517 0 0,0 0-1 0 0,1 0 1 0 0,-1 1-1 0 0,0-1 1 0 0,0 0 0 0 0,0 0-1 0 0,0 0 1 0 0,0 0-1 0 0,0 0 1 0 0,0 0-1 0 0,0 1 1 0 0,-1-1 0 0 0,1 0-1 0 0,0 0 1 0 0,0 0-1 0 0,-1 0 1 0 0,1 0 0 0 0,0 1-1 0 0,-2-2 1 0 0,2 1-126 0 0,0 1 1 0 0,-1 0 0 0 0,1 0-1 0 0,-1 0 1 0 0,1 0-1 0 0,0-1 1 0 0,-1 1 0 0 0,1 0-1 0 0,-1 0 1 0 0,1 0-1 0 0,0 0 1 0 0,-1 0 0 0 0,1 0-1 0 0,-1 0 1 0 0,1 0-1 0 0,0 0 1 0 0,-1 0 0 0 0,1 0-1 0 0,-1 0 1 0 0,1 1-1 0 0,0-1 1 0 0,-1 0 0 0 0,1 0-1 0 0,0 0 1 0 0,-1 0-1 0 0,1 1 1 0 0,0-1 0 0 0,-1 0-1 0 0,1 0 1 0 0,0 1 0 0 0,-1-1-1 0 0,1 0 1 0 0,0 1-1 0 0,0-1 1 0 0,-1 0 0 0 0,1 1-1 0 0,0-1 1 0 0,0 0-1 0 0,0 1 1 0 0,-1-1 0 0 0,1 1-1 0 0,-122 201-605 0 0,50-78-1235 0 0,46-82 202 0 0,2 0 1143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05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52 127 1140 0 0,'-23'-10'17580'0'0,"20"10"-16546"0"0,-6-1 604 0 0,3-1-3370 0 0,-4 0 1732 0 0,24 1 0 0 0,2-1 0 0 0,-1-2 0 0 0,0 0 0 0 0,0-1 0 0 0,0 0 0 0 0,15-9 0 0 0,-19 9 5 0 0,1 1-1 0 0,0 0 1 0 0,0 0-1 0 0,0 1 1 0 0,22-3 0 0 0,-15 3-2110 0 0,28-8 0 0 0,-30 5 1127 0 0,10-5-5723 0 0,-1 1 449 0 0,-9 4 5853 0 0,-12 4 399 0 0,2 0 0 0 0,-7 2 0 0 0,1 1 0 0 0,-1-1 0 0 0,0 1 0 0 0,1-1 0 0 0,-1 1 0 0 0,0-1 0 0 0,1 1 0 0 0,-1-1 0 0 0,0 1 0 0 0,0-1 0 0 0,0 1 0 0 0,1-1 0 0 0,-1 1 0 0 0,0-1 0 0 0,0 1 0 0 0,0-1 0 0 0,0 1 0 0 0,0 0 0 0 0,1 5 0 0 0,0 0 0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06.2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68 928 0 0,'22'-13'22463'0'0,"2"4"-26245"0"0,92-28 3840 0 0,-104 34-60 0 0,-1 1 0 0 0,0 1 0 0 0,1-1 0 0 0,-1 2 0 0 0,1 0 0 0 0,-1 0 0 0 0,1 1 1 0 0,16 3-1 0 0,-21-2 4 0 0,1 1 0 0 0,-1 0 0 0 0,0 0 0 0 0,12 8 0 0 0,-18-11-2 0 0,10 6 0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09.2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94 660 0 0,'3'-8'17744'0'0,"18"-1"-16453"0"0,-21 9-1326 0 0,184-53 35 0 0,-164 48 0 0 0,3 0-5 0 0,1 0 0 0 0,0 1 0 0 0,-1 1 0 0 0,1 1 0 0 0,44 3 0 0 0,-63-1-1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09.4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83 1612 0 0,'-1'-2'1031'0'0,"-2"-26"8675"0"0,19 21-8541 0 0,82-28 5006 0 0,-85 32-6177 0 0,0 1 0 0 0,1-1 0 0 0,14 1-1 0 0,-25 2 4 0 0,-1 0 0 0 0,1 0 0 0 0,-1 0 0 0 0,1 0 0 0 0,-1 1 0 0 0,1-1 0 0 0,-1 1 0 0 0,1-1 0 0 0,-1 1 0 0 0,0 0 0 0 0,1 0 0 0 0,-1 0 0 0 0,0 0 0 0 0,0 1 0 0 0,0-1-1 0 0,0 0 1 0 0,0 1 0 0 0,0 0 0 0 0,0-1 0 0 0,2 3 0 0 0,-1 7-317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11.1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1 235 228 0 0,'19'-22'14651'0'0,"-14"19"-12797"0"0,5 0 679 0 0,19-4-2346 0 0,50-19-1 0 0,-41 12-165 0 0,7-1 9 0 0,62-11 0 0 0,-79 21-216 0 0,0 1 0 0 0,1 2 0 0 0,44 2 0 0 0,-15 0-2292 0 0,0-2-1 0 0,0-3 1 0 0,80-17 0 0 0,59-10-3490 0 0,100-9 5153 0 0,-285 39 811 0 0,-6 1-6 0 0,-1 0 1 0 0,1 0 0 0 0,-1 1-1 0 0,1 0 1 0 0,-1 0 0 0 0,1 0-1 0 0,9 2 1 0 0,-14-2 14 0 0,-1 0-1 0 0,0 0 1 0 0,0 0-1 0 0,1 1 1 0 0,-1-1-1 0 0,0 0 1 0 0,0 0 0 0 0,1 0-1 0 0,-1 0 1 0 0,0 0-1 0 0,0 1 1 0 0,0-1-1 0 0,1 0 1 0 0,-1 0 0 0 0,0 0-1 0 0,0 1 1 0 0,0-1-1 0 0,0 0 1 0 0,0 0-1 0 0,1 1 1 0 0,-1-1 0 0 0,0 0-1 0 0,0 0 1 0 0,0 1-1 0 0,0-1 1 0 0,0 0-1 0 0,0 0 1 0 0,0 1-1 0 0,0-1 1 0 0,0 0 0 0 0,0 0-1 0 0,0 1 1 0 0,0-1-1 0 0,0 0 1 0 0,0 0-1 0 0,0 1 1 0 0,0-1 0 0 0,0 0-1 0 0,0 0 1 0 0,0 1-1 0 0,0-1 1 0 0,-1 0-1 0 0,1 0 1 0 0,0 1 0 0 0,0-1-1 0 0,0 0 1 0 0,0 0-1 0 0,-1 0 1 0 0,1 1-1 0 0,-11 10-259 0 0,11-10 191 0 0,-7 5 175 0 0,0-1 1 0 0,-1 0-1 0 0,-7 5 0 0 0,-10 2 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11.46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0 188 3456 0 0,'2'-11'685'0'0,"-2"8"-399"0"0,0 0 1 0 0,1 0-1 0 0,-1-1 1 0 0,1 1-1 0 0,0 0 1 0 0,-1 0-1 0 0,1 0 1 0 0,1 0 0 0 0,-1 0-1 0 0,0 0 1 0 0,1 1-1 0 0,-1-1 1 0 0,1 0-1 0 0,0 1 1 0 0,0-1-1 0 0,0 1 1 0 0,0 0-1 0 0,0-1 1 0 0,4-1-1 0 0,18-12 2554 0 0,44-21-1 0 0,-41 25-3225 0 0,1 1 0 0 0,0 1 0 0 0,0 2 0 0 0,1 1 0 0 0,0 1 0 0 0,40-2 0 0 0,6 5-5508 0 0,129 11 0 0 0,-179-7 5542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15.2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0 182 1168 0 0,'9'-11'13276'0'0,"-5"8"-11801"0"0,14-5 2892 0 0,-9 6-4987 0 0,-1 0 1 0 0,14-1 0 0 0,-12 2 1851 0 0,192-36-1232 0 0,-137 23 0 0 0,25-5 33 0 0,155-27-3282 0 0,148 11 1326 0 0,-420 53 5749 0 0,14-11-2513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15.6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0 201 1060 0 0,'26'3'13270'0'0,"47"-7"-8268"0"0,0-8-4237 0 0,72-22-1385 0 0,-141 33 743 0 0,115-31-169 0 0,103-24-3913 0 0,-170 44 2461 0 0,231-39-11404 0 0,-272 50 13051 0 0,0 0-1 0 0,0 1 1 0 0,-1 1-1 0 0,15 1 0 0 0,-22-2 171 0 0,0 1 0 0 0,1 0 0 0 0,-1 0 0 0 0,0 0 0 0 0,1 0 0 0 0,-1 0 0 0 0,0 0 0 0 0,0 1 0 0 0,0 0 0 0 0,0 0 1 0 0,0-1-1 0 0,0 2 0 0 0,-1-1 0 0 0,1 0 0 0 0,-1 0 0 0 0,1 1 0 0 0,1 3 0 0 0,-2-1 1748 0 0,-3-1-1548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25.92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10 114 1612 0 0,'-10'2'2660'0'0,"17"-3"70"0"0,37-11 8692 0 0,3-4-8962 0 0,66-18-3684 0 0,-48 16 1224 0 0,-27 7 0 0 0,62-9 0 0 0,-86 18 0 0 0,0 1 0 0 0,-1 1 0 0 0,1 0 0 0 0,0 1 0 0 0,0 0 0 0 0,-1 1 0 0 0,1 1 0 0 0,18 5 0 0 0,-19-3-75 0 0,1-1 0 0 0,0-1-1 0 0,29 4 1 0 0,-36-7 105 0 0,0 0 0 0 0,1 0 0 0 0,-1-1 0 0 0,0 0 1 0 0,0 0-1 0 0,1-1 0 0 0,-1 1 0 0 0,0-2 0 0 0,12-4 0 0 0,-6 0-30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26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 1612 0 0,'12'-14'19201'0'0,"-1"18"-17501"0"0,-2-2-4553 0 0,9 2 2853 0 0,0-1 0 0 0,0 0 0 0 0,0-2 0 0 0,21 0 0 0 0,-20-2 0 0 0,0 2 0 0 0,0 1 0 0 0,31 6 0 0 0,-41-6 0 0 0,0 2 0 0 0,0-1 0 0 0,0 1 0 0 0,0 1 0 0 0,0 0 0 0 0,-1 0 0 0 0,14 11 0 0 0,-8-4 0 0 0,-1 1 0 0 0,0 0 0 0 0,14 19 0 0 0,-26-31 0 0 0,0 1 0 0 0,0-1 0 0 0,0 1 0 0 0,-1 0 0 0 0,1-1 0 0 0,0 1 0 0 0,0 0 0 0 0,-1 0 0 0 0,1-1 0 0 0,-1 1 0 0 0,0 0 0 0 0,0 0 0 0 0,1 0 0 0 0,-1-1 0 0 0,0 1 0 0 0,-1 0 0 0 0,1 0 0 0 0,0 0 0 0 0,0 0 0 0 0,-1-1 0 0 0,1 1 0 0 0,-1 0 0 0 0,1 0 0 0 0,-1-1 0 0 0,0 1 0 0 0,0 0 0 0 0,0-1 0 0 0,0 1 0 0 0,0-1 0 0 0,0 1 0 0 0,0-1 0 0 0,-2 2 0 0 0,-5 5 0 0 0,0 0 0 0 0,-1-1 0 0 0,1 1 0 0 0,-12 5 0 0 0,10-6 0 0 0,-65 49-1950 0 0,-48 33-3509 0 0,87-69 4150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36.51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2167 440 1612 0 0,'14'-32'3176'0'0,"-11"23"-1446"0"0,-1 1-1 0 0,0-1 1 0 0,-1 1-1 0 0,0-1 1 0 0,-1 0-1 0 0,0 1 1 0 0,-1-16 0 0 0,0 16-1472 0 0,-1-1 1 0 0,0 0 0 0 0,-5-14 0 0 0,5 18-258 0 0,-1-1 0 0 0,0 1-1 0 0,0 0 1 0 0,-1 0 0 0 0,1 1 0 0 0,-1-1-1 0 0,0 1 1 0 0,-1-1 0 0 0,1 1 0 0 0,-9-5-1 0 0,-6-4-30 0 0,-29-15-1 0 0,30 18-59 0 0,-26-15-1519 0 0,0 2 0 0 0,-1 2-1 0 0,-2 2 1 0 0,1 2 0 0 0,-57-12-1 0 0,32 16-1653 0 0,-128-6 0 0 0,-75 20 2874 0 0,-213 41 576 0 0,423-35-180 0 0,-5 2 69 0 0,-82 21 1 0 0,114-21-34 0 0,1 3 1 0 0,0 1-1 0 0,-61 32 1 0 0,77-34 10 0 0,0 1 1 0 0,1 0-1 0 0,-33 30 0 0 0,44-34-29 0 0,0 0-1 0 0,1 0 1 0 0,1 0 0 0 0,0 1 0 0 0,0 0-1 0 0,0 0 1 0 0,1 1 0 0 0,0 0-1 0 0,1 0 1 0 0,-4 14 0 0 0,4-9-2 0 0,1 1 1 0 0,0-1-1 0 0,2 0 0 0 0,-1 1 1 0 0,2 0-1 0 0,0-1 1 0 0,1 1-1 0 0,1-1 0 0 0,0 1 1 0 0,1-1-1 0 0,0 0 1 0 0,2 0-1 0 0,-1 0 0 0 0,2 0 1 0 0,0-1-1 0 0,1 0 1 0 0,0 0-1 0 0,1-1 0 0 0,1 0 1 0 0,17 21-1 0 0,-4-10 1264 0 0,0-2-1 0 0,2-1 1 0 0,0 0-1 0 0,35 21 1 0 0,25 16-4697 0 0,95 83 1 0 0,-165-128 3418 0 0,130 106 44 0 0,-127-107-48 0 0,1-1 0 0 0,0-1 0 0 0,0 0 0 0 0,1-2 0 0 0,0 0 1 0 0,1-1-1 0 0,20 5 0 0 0,11-3 45 0 0,0-2 0 0 0,63 1 0 0 0,105-9 146 0 0,-192 0-190 0 0,260-19 60 0 0,-223 10-56 0 0,0-2 0 0 0,88-29 0 0 0,-110 25 53 0 0,-2-1 0 0 0,0-2 0 0 0,55-35-1 0 0,-47 21 101 0 0,-1-1-1 0 0,48-47 1 0 0,-80 67-84 0 0,-2 0 0 0 0,0 0-1 0 0,-1-1 1 0 0,0-1 0 0 0,-1 0 0 0 0,-1-1 0 0 0,0 0-1 0 0,13-35 1 0 0,-18 38-92 0 0,-1 0 1 0 0,0 0-1 0 0,-2 0 0 0 0,1-1 0 0 0,-2 1 1 0 0,0-1-1 0 0,0 1 0 0 0,-2-1 0 0 0,0 1 0 0 0,0 0 1 0 0,-1-1-1 0 0,-8-23 0 0 0,4 17-61 0 0,-2 0 0 0 0,-1 1 0 0 0,-1 1 0 0 0,0-1 0 0 0,-1 2 0 0 0,-1-1 0 0 0,-24-26 0 0 0,17 23 65 0 0,-2 2 0 0 0,0 0 0 0 0,-1 1-1 0 0,-1 2 1 0 0,-33-20 0 0 0,12 11 53 0 0,-77-31-1 0 0,92 46-70 0 0,-1 0 0 0 0,-1 2 0 0 0,-58-9 0 0 0,72 17-82 0 0,1 0-1 0 0,-1 0 1 0 0,0 2 0 0 0,0 0-1 0 0,-24 5 1 0 0,0 4-1549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20.9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1 227 868 0 0,'19'-2'11533'0'0,"1"-2"-4797"0"0,10-2-6213 0 0,70 1-513 0 0,5 0-134 0 0,288-50-8029 0 0,-114 14-1827 0 0,344-10 9403 0 0,-546 47 577 0 0,256-21 0 0 0,-286 19 50 0 0,31-4 211 0 0,140-2-1 0 0,-213 12-93 0 0,18 1 787 0 0,-22-1-920 0 0,-1 0 0 0 0,1 0 0 0 0,0 1 0 0 0,0-1 0 0 0,0 0-1 0 0,0 0 1 0 0,0 1 0 0 0,0-1 0 0 0,0 0 0 0 0,-1 1 0 0 0,1-1 0 0 0,0 1 0 0 0,0-1 0 0 0,-1 1-1 0 0,1-1 1 0 0,0 1 0 0 0,1 1 0 0 0,-2-2 76 0 0,0 0 0 0 0,0 1 1 0 0,0-1-1 0 0,0 1 0 0 0,0-1 0 0 0,0 0 1 0 0,-1 1-1 0 0,1-1 0 0 0,0 0 0 0 0,0 1 0 0 0,0-1 1 0 0,0 0-1 0 0,0 1 0 0 0,-1-1 0 0 0,1 0 0 0 0,0 1 1 0 0,0-1-1 0 0,-1 0 0 0 0,1 1 0 0 0,0-1 0 0 0,0 0 1 0 0,-1 0-1 0 0,1 1 0 0 0,0-1 0 0 0,-1 0 0 0 0,1 0 1 0 0,0 0-1 0 0,-1 1 0 0 0,1-1 0 0 0,0 0 0 0 0,-1 0 1 0 0,-12 6 4148 0 0,-4-2-3470 0 0,-7-1 716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21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0 171 748 0 0,'87'-20'7260'0'0,"0"0"-4546"0"0,317-51-8763 0 0,-262 52 3108 0 0,174-17 2147 0 0,-255 32 772 0 0,0 3 0 0 0,1 3 1 0 0,68 11-1 0 0,-72-6-181 0 0,-34-6 231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45.5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1145 0 660 0 0,'-5'4'19784'0'0,"-1"9"-20671"0"0,-56 100 984 0 0,41-74-91 0 0,-2-2-676 0 0,-2 0 0 0 0,-1-1-1 0 0,-2-2 1 0 0,-2-1 0 0 0,-64 57 0 0 0,-188 121-8968 0 0,207-159 6670 0 0,-261 157 217 0 0,296-189 2741 0 0,-51 34 5796 0 0,105-59-1245 0 0,-1-1-2773 0 0,-1-1-1 0 0,1-1 1 0 0,-1 0-1 0 0,21-19 1 0 0,-26 20-1723 0 0,-1 0-1 0 0,1 0 1 0 0,-1 0 0 0 0,9-16-1 0 0,-12 18-44 0 0,-1-1 0 0 0,0 1 0 0 0,0-1 0 0 0,0 0 0 0 0,-1 0 0 0 0,0 0 0 0 0,0 0 0 0 0,0 0 0 0 0,-1 0 0 0 0,0 0 1 0 0,0 0-1 0 0,0 0 0 0 0,-1 1 0 0 0,0-1 0 0 0,-3-9 0 0 0,3 10-1 0 0,0 0 1 0 0,-1 1 0 0 0,0 0 0 0 0,0-1-1 0 0,0 1 1 0 0,0 0 0 0 0,-1 0-1 0 0,1 0 1 0 0,-1 0 0 0 0,0 1 0 0 0,0-1-1 0 0,-1 1 1 0 0,1 0 0 0 0,-1 0 0 0 0,1 0-1 0 0,-1 0 1 0 0,0 0 0 0 0,0 1-1 0 0,-1 0 1 0 0,-5-3 0 0 0,8 5-1 0 0,1-1 1 0 0,-1 0 0 0 0,0 1-1 0 0,0-1 1 0 0,0 1-1 0 0,1 0 1 0 0,-1 0-1 0 0,0 0 1 0 0,0 0-1 0 0,0 0 1 0 0,0 0 0 0 0,0 0-1 0 0,0 0 1 0 0,1 1-1 0 0,-1-1 1 0 0,0 1-1 0 0,0-1 1 0 0,1 1 0 0 0,-1 0-1 0 0,0 0 1 0 0,1 0-1 0 0,-1 0 1 0 0,0 0-1 0 0,-1 1 1 0 0,1 1 1 0 0,0-1 0 0 0,1 0 0 0 0,-1 1 0 0 0,1-1 0 0 0,-1 1 0 0 0,1-1 0 0 0,0 1 0 0 0,0 0 0 0 0,0-1 0 0 0,0 1 0 0 0,1 0 0 0 0,-1 0 0 0 0,1 0 0 0 0,-1-1 0 0 0,1 4 0 0 0,0 4-197 0 0,0-1 0 0 0,1 0 0 0 0,0 1 0 0 0,1-1 0 0 0,0 0-1 0 0,5 14 1 0 0,25 53-4036 0 0,-8-21-1558 0 0,-23-53 5364 0 0,0 1 0 0 0,0-1 1 0 0,0 0-1 0 0,0 1 0 0 0,0-1 0 0 0,1 0 1 0 0,-1 0-1 0 0,1 0 0 0 0,0 0 1 0 0,-1 0-1 0 0,1 0 0 0 0,0 0 0 0 0,0 0 1 0 0,0-1-1 0 0,1 1 0 0 0,2 1 1 0 0,-2-2 429 0 0,1 0 0 0 0,-1 0 0 0 0,0 0 0 0 0,1 0 0 0 0,-1-1 0 0 0,1 1 0 0 0,6-1 0 0 0,95-6 298 0 0,-62 3-111 0 0,51 2 0 0 0,-72 2-191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51.7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 17 1612 0 0,'-22'-16'16291'0'0,"17"17"-15351"0"0,5 0-914 0 0,0-1 0 0 0,0 1 1 0 0,0-1-1 0 0,0 1 0 0 0,0-1 0 0 0,0 1 0 0 0,0-1 0 0 0,0 1 0 0 0,0-1 1 0 0,0 1-1 0 0,0-1 0 0 0,0 1 0 0 0,0-1 0 0 0,0 0 0 0 0,0 1 0 0 0,1-1 1 0 0,-1 1-1 0 0,0-1 0 0 0,0 1 0 0 0,0-1 0 0 0,1 1 0 0 0,-1-1 0 0 0,0 0 0 0 0,1 1 1 0 0,-1-1-1 0 0,0 0 0 0 0,1 1 0 0 0,-1-1 0 0 0,1 0 0 0 0,-1 1 0 0 0,0-1 1 0 0,1 0-1 0 0,0 1 0 0 0,15 10-98 0 0,-6-6 72 0 0,-3-1 0 0 0,0 0 0 0 0,-1 0 0 0 0,10 7 0 0 0,-14-9 0 0 0,0 0 0 0 0,-1-1 0 0 0,1 1 0 0 0,-1 0 0 0 0,1 0 0 0 0,-1 0 0 0 0,0 0 0 0 0,1 0 0 0 0,-1 0 0 0 0,0 0 0 0 0,-1 1 0 0 0,1-1 0 0 0,0 0 0 0 0,-1 0 0 0 0,1 1 0 0 0,0 2 0 0 0,15 140 0 0 0,-11-108 0 0 0,-4-24 0 0 0,0-1 0 0 0,-1 1 0 0 0,0 0 0 0 0,-1 0 0 0 0,0 0 0 0 0,-4 14 0 0 0,3-19 0 0 0,0 0 0 0 0,-1 0 0 0 0,0 0 0 0 0,0-1 0 0 0,-1 1 0 0 0,0-1 0 0 0,0 0 0 0 0,-1 0 0 0 0,1 0 0 0 0,-11 10 0 0 0,14-17 0 0 0,1 0 0 0 0,0 0 0 0 0,0 0 0 0 0,-1 0 0 0 0,1 1 0 0 0,0-1 0 0 0,0 0 0 0 0,-1 0 0 0 0,1 0 0 0 0,0 1 0 0 0,0-1 0 0 0,-1 0 0 0 0,1 0 0 0 0,0 1 0 0 0,0-1 0 0 0,0 0 0 0 0,0 1 0 0 0,-1-1 0 0 0,1 0 0 0 0,0 0 0 0 0,0 1 0 0 0,0-1 0 0 0,0 0 0 0 0,0 1 0 0 0,0-1 0 0 0,0 0 0 0 0,0 1 0 0 0,0-1 0 0 0,0 0 0 0 0,0 1 0 0 0,0-1 0 0 0,11-1 0 0 0,19-12 0 0 0,-28 12 0 0 0,17-7-22 0 0,1 1-1 0 0,1 0 1 0 0,-1 2-1 0 0,23-4 0 0 0,87-4-441 0 0,166-24-8066 0 0,-197 22 6218 0 0,64-2-2412 0 0,1 7 3411 0 0,4 0 1397 0 0,27-2-94 0 0,214-26-20 0 0,-404 37 30 0 0,209-35 0 0 0,-1 19 0 0 0,-211 17 0 0 0,433 10 344 0 0,-398-4-384 0 0,1 1 1 0 0,40 14-1 0 0,-72-19-52 0 0,2 0 126 0 0,0 0 0 0 0,-1-1 1 0 0,1 0-1 0 0,12 0 0 0 0,-16-1 63 0 0,1-1 0 0 0,-1 1 1 0 0,0 0-1 0 0,0-1 0 0 0,0 0 0 0 0,0 0 0 0 0,0 0 0 0 0,0-1 1 0 0,-1 1-1 0 0,7-4 0 0 0,-10 5-98 0 0,0 0 0 0 0,1-1 0 0 0,-1 1 0 0 0,0 0 0 0 0,1 0 0 0 0,-1-1 0 0 0,0 1 0 0 0,1 0 0 0 0,-1-1 0 0 0,0 1 0 0 0,0-1 0 0 0,1 1 0 0 0,-1 0 0 0 0,0-1 0 0 0,0 1 0 0 0,0-1 0 0 0,0 1 0 0 0,0 0 0 0 0,1-1 0 0 0,-1 1 0 0 0,0-1 0 0 0,0 1 0 0 0,0-1 0 0 0,0 1 0 0 0,0 0 0 0 0,0-1 0 0 0,0 1 0 0 0,-1-1 0 0 0,1 1 0 0 0,0-1 0 0 0,0 1 0 0 0,0 0 0 0 0,0-1 0 0 0,0 1 0 0 0,-1-1 0 0 0,1 1-1 0 0,0 0 1 0 0,0-1 0 0 0,-1 1 0 0 0,1 0 0 0 0,0-1 0 0 0,-1 1 0 0 0,1 0 0 0 0,0 0 0 0 0,-1-1 0 0 0,0 1 0 0 0,-22-17 4814 0 0,15 12-2100 0 0,0-1-312 0 0,0-1 0 0 0,-11-11-1 0 0,-24-37-984 0 0,34 42-1473 0 0,8 12 57 0 0,1 0 0 0 0,-1-1 0 0 0,0 1 0 0 0,0 0 0 0 0,0 0 0 0 0,0 0 0 0 0,-1 0 0 0 0,1 0 0 0 0,0 0 0 0 0,0 0 0 0 0,-1 0 0 0 0,1 0 0 0 0,-3 0 0 0 0,3 1 0 0 0,0 0 0 0 0,0 0 0 0 0,0 0 0 0 0,1 0 0 0 0,-1 0 0 0 0,0 0 0 0 0,0 1 0 0 0,0-1 0 0 0,0 0 0 0 0,0 1 0 0 0,0-1 0 0 0,0 1 0 0 0,1-1 0 0 0,-1 1 0 0 0,0-1 0 0 0,0 1 0 0 0,0 0 0 0 0,1-1 0 0 0,-1 1 0 0 0,0 0 0 0 0,1-1 0 0 0,-1 1 0 0 0,0 1 0 0 0,-43 61 0 0 0,24-41 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54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89 117 1380 0 0,'0'-4'1263'0'0,"1"-1"1"0"0,0 0-1 0 0,1 1 1 0 0,-1 0-1 0 0,1-1 1 0 0,-1 1-1 0 0,5-7 1 0 0,2-7 177 0 0,13-38 5290 0 0,-36 89-6731 0 0,6-16 0 0 0,1 0 0 0 0,-8 25 0 0 0,11-19-271 0 0,1 1 0 0 0,2 0-1 0 0,-1 26 1 0 0,2-26-1794 0 0,-1-1 0 0 0,0 1 1 0 0,-9 30-1 0 0,-13 18-4724 0 0,-3 8 5607 0 0,26-76 1147 0 0,1-1 0 0 0,-1 0 1 0 0,1 0-1 0 0,-1 0 0 0 0,1 0 0 0 0,0 0 0 0 0,0 1 1 0 0,1-1-1 0 0,0 4 0 0 0,-1-6 139 0 0,0 0-1 0 0,1 0 1 0 0,-1 0-1 0 0,1 0 1 0 0,-1 0 0 0 0,1 0-1 0 0,-1 0 1 0 0,1 0 0 0 0,-1 0-1 0 0,1 0 1 0 0,0-1-1 0 0,4 4 1330 0 0,-4-3-989 0 0,0-1-1 0 0,0 1 0 0 0,0-1 0 0 0,0 1 0 0 0,0-1 0 0 0,0 0 0 0 0,1 0 0 0 0,-1 1 1 0 0,0-1-1 0 0,2 0 0 0 0,19-1 7733 0 0,0-2-5946 0 0,25-1-2524 0 0,212-8-5175 0 0,-61 0-2210 0 0,-122 10 4818 0 0,255-12 1577 0 0,-273 10 1289 0 0,426-42 27 0 0,130-37-32 0 0,-47 37 3 0 0,-530 44-1 0 0,482 10 112 0 0,-417-3-105 0 0,326 46-9 0 0,-238-23 0 0 0,412 19 0 0 0,65-34 0 0 0,224-6 0 0 0,-422-24 0 0 0,-372 12 0 0 0,242-20 26 0 0,-38 2 12 0 0,177-20 17 0 0,-290 23-46 0 0,227-3-91 0 0,-398 23-71 0 0,-10 1 179 0 0,0 0 0 0 0,0-1 0 0 0,0-1 0 0 0,0 1 0 0 0,0-1 0 0 0,-1 0 1 0 0,1-1-1 0 0,0 1 0 0 0,10-5 0 0 0,-16 6-18 0 0,-1-1 0 0 0,1 1 0 0 0,-1 0 0 0 0,1-1 0 0 0,0 1 0 0 0,-1 0 0 0 0,1-1 0 0 0,-1 1 1 0 0,1-1-1 0 0,-1 1 0 0 0,0-1 0 0 0,1 1 0 0 0,-1-1 0 0 0,1 1 0 0 0,-1-1 0 0 0,0 1 0 0 0,0-1 0 0 0,1 0 0 0 0,-1 1 0 0 0,0-1 0 0 0,0 1 0 0 0,0-1 0 0 0,1 0 0 0 0,-1 1 0 0 0,0-1 1 0 0,0 0-1 0 0,0 1 0 0 0,0-2 0 0 0,-1 1-1 0 0,1-1 0 0 0,-1 1 1 0 0,0-1-1 0 0,1 1 1 0 0,-1 0-1 0 0,0 0 0 0 0,0-1 1 0 0,0 1-1 0 0,0 0 0 0 0,0 0 1 0 0,0 0-1 0 0,-1-1 1 0 0,-5-4-100 0 0,0 1 1 0 0,0 1-1 0 0,-10-6 1 0 0,11 7-67 0 0,-27-15 12988 0 0,84-6-8166 0 0,-33 15-5022 0 0,-9 5 56 0 0,-1 1-1 0 0,1 0 1 0 0,0 1 0 0 0,0 0-1 0 0,0 1 1 0 0,10-1-1 0 0,-10 1-1322 0 0,0 0 0 0 0,0-1-1 0 0,0 0 1 0 0,0 0-1 0 0,0-1 1 0 0,9-4-1 0 0,18-10-3149 0 0,-21 11 4863 0 0,0 0-1 0 0,0 1 0 0 0,27-6 1 0 0,-39 10-66 0 0,6-1-5 0 0,-7 2-15 0 0,-6 2-3 0 0,-18 8 100 0 0,-40 23 1 0 0,51-26-28 0 0,1 0 1 0 0,0 1-1 0 0,0 1 0 0 0,1-1 1 0 0,-12 16-1 0 0,-9 14 71 0 0,2-1-113 0 0,-51 49 0 0 0,49-58-62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32.2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 16 632 0 0,'-3'-3'6169'0'0,"-1"-3"-5607"0"0,9 11 1418 0 0,19 11 7626 0 0,-21-15-9505 0 0,0 0 1 0 0,0 0 0 0 0,0 0-1 0 0,-1 0 1 0 0,1-1 0 0 0,5 1-1 0 0,24-1-101 0 0,0-1 0 0 0,0-2 0 0 0,44-10 0 0 0,-44 7 0 0 0,1 1 0 0 0,0 2 0 0 0,36 0 0 0 0,-29 6-102 0 0,0 2-1 0 0,68 18 0 0 0,-76-14 411 0 0,-21-9-308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32.6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1 660 0 0,'5'28'14749'0'0,"4"-22"-13087"0"0,15 4 903 0 0,-2-4-2562 0 0,0-1 0 0 0,0-1 0 0 0,35 2 0 0 0,69-5 9 0 0,-95-2-12 0 0,38 3 0 0 0,-60-1 0 0 0,1 1 0 0 0,-1-1 0 0 0,1 2 0 0 0,-1-1 0 0 0,0 1 0 0 0,0 1 0 0 0,0-1 0 0 0,10 7 0 0 0,-18-9 1 0 0,1 0 0 0 0,-1 0 0 0 0,1 0-1 0 0,-1 0 1 0 0,1 0 0 0 0,-1 0 0 0 0,0 1 0 0 0,0-1-1 0 0,0 1 1 0 0,0-1 0 0 0,1 1 0 0 0,-2-1 0 0 0,1 1 0 0 0,0 0-1 0 0,0-1 1 0 0,-1 1 0 0 0,1 0 0 0 0,0-1 0 0 0,-1 3-1 0 0,1-1-4 0 0,-1 0 0 0 0,-1 0 0 0 0,1 0 0 0 0,0 0-1 0 0,-1 0 1 0 0,1-1 0 0 0,-1 1 0 0 0,0 0 0 0 0,0 0-1 0 0,0-1 1 0 0,-1 4 0 0 0,-4 4-39 0 0,-1 0 1 0 0,1 0-1 0 0,-2 0 0 0 0,-14 15 0 0 0,-18 12-650 0 0,-2-2-1 0 0,-63 42 0 0 0,-47 38-3657 0 0,79-49 1476 0 0,34-32 1791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58.4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0 104 752 0 0,'9'5'1262'0'0,"0"-2"0"0"0,0 1 0 0 0,0-1 0 0 0,0-1 0 0 0,0 1 1 0 0,1-2-1 0 0,-1 1 0 0 0,10-1 0 0 0,-9 0-1437 0 0,48 4 682 0 0,0-2 1 0 0,73-7-1 0 0,117-22-6635 0 0,-76 5 958 0 0,108-18 4260 0 0,44-4 988 0 0,-176 39-78 0 0,-121 5 0 0 0,-1 2 0 0 0,1 1 0 0 0,39 10 0 0 0,-61-12 15 0 0,1 0 0 0 0,-1 0 0 0 0,0 0 0 0 0,6 4 0 0 0,-10-5 25 0 0,-1-1 0 0 0,1 1 0 0 0,-1-1 0 0 0,1 0 0 0 0,0 1 0 0 0,-1-1-1 0 0,1 1 1 0 0,-1 0 0 0 0,1-1 0 0 0,-1 1 0 0 0,1-1 0 0 0,-1 1 0 0 0,0 0 0 0 0,1-1 0 0 0,-1 1 0 0 0,0 0 0 0 0,1 1 0 0 0,-1-2 25 0 0,0 1 1 0 0,-1-1-1 0 0,1 1 1 0 0,0 0-1 0 0,0-1 1 0 0,0 1 0 0 0,-1-1-1 0 0,1 1 1 0 0,0-1-1 0 0,-1 1 1 0 0,1-1-1 0 0,-1 1 1 0 0,1-1-1 0 0,0 1 1 0 0,-1-1-1 0 0,1 1 1 0 0,-1-1 0 0 0,1 0-1 0 0,-1 1 1 0 0,1-1-1 0 0,-1 0 1 0 0,0 0-1 0 0,1 1 1 0 0,-1-1-1 0 0,0 0 1 0 0,-12 6 1103 0 0,0-2 1 0 0,0 0-1 0 0,-22 5 0 0 0,6-5 190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58.6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 4 676 0 0,'-26'-2'3673'0'0,"19"1"-2185"0"0,1 1-1 0 0,-1-1 0 0 0,0 1 0 0 0,-6 8 3938 0 0,26-2-1488 0 0,28 7-4394 0 0,0-2-1 0 0,67 9 1 0 0,87-2-3796 0 0,-125-13 2698 0 0,76 13-3688 0 0,158 39-1 0 0,-182-22 5271 0 0,-70-15-27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48.2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266 100 776 0 0,'-6'0'1190'0'0,"4"1"-808"0"0,1-1 0 0 0,-1 0 0 0 0,0 1-1 0 0,1-1 1 0 0,-1 0 0 0 0,1 0 0 0 0,-1 0-1 0 0,0-1 1 0 0,1 1 0 0 0,-1 0 0 0 0,0-1-1 0 0,1 1 1 0 0,-1-1 0 0 0,1 1 0 0 0,-3-2-1 0 0,1 1 321 0 0,1 0-1 0 0,0 0 1 0 0,0 0-1 0 0,-1 0 1 0 0,1 1-1 0 0,0-1 0 0 0,-3 1 1 0 0,-5-2 885 0 0,-17-5 472 0 0,13 3-1607 0 0,0 0 0 0 0,0 1 1 0 0,-1 0-1 0 0,-25 0 1 0 0,37 3-451 0 0,-1 0 0 0 0,1 0 1 0 0,0 1-1 0 0,0-1 1 0 0,-1 1-1 0 0,1 0 1 0 0,0 0-1 0 0,0 0 1 0 0,0 0-1 0 0,0 0 1 0 0,0 1-1 0 0,0-1 1 0 0,0 1-1 0 0,1 0 1 0 0,-1 0-1 0 0,1 0 1 0 0,-1 0-1 0 0,1 1 0 0 0,0-1 1 0 0,-1 0-1 0 0,1 1 1 0 0,0 0-1 0 0,1-1 1 0 0,-1 1-1 0 0,0 0 1 0 0,-1 6-1 0 0,2-9-1 0 0,1 1 1 0 0,0 0-1 0 0,-1 0 0 0 0,1-1 0 0 0,0 1 1 0 0,-1 0-1 0 0,1 0 0 0 0,0-1 0 0 0,0 1 0 0 0,0 0 1 0 0,0 0-1 0 0,0 0 0 0 0,0 0 0 0 0,0-1 0 0 0,0 1 1 0 0,0 0-1 0 0,0 0 0 0 0,0 0 0 0 0,0-1 1 0 0,1 1-1 0 0,-1 0 0 0 0,0 0 0 0 0,1-1 0 0 0,0 3 1 0 0,0-3-6 0 0,-1 1 1 0 0,1-1 0 0 0,0 0-1 0 0,0 1 1 0 0,0-1-1 0 0,0 0 1 0 0,0 1 0 0 0,0-1-1 0 0,0 0 1 0 0,0 0 0 0 0,0 0-1 0 0,-1 0 1 0 0,1 0-1 0 0,0 0 1 0 0,0 0 0 0 0,0 0-1 0 0,2 0 1 0 0,6-2-80 0 0,0-1 0 0 0,0 1 0 0 0,12-6 1 0 0,-18 6 24 0 0,145-49-2304 0 0,-119 43 718 0 0,0 2-1 0 0,1 1 1 0 0,36-1-1 0 0,39 4-3342 0 0,63-4 3310 0 0,-58-11 1692 0 0,34-3-3 0 0,-136 20 67 0 0,0 0 0 0 0,-1 0 0 0 0,1 0 0 0 0,0 1 0 0 0,0 0 0 0 0,12 4 0 0 0,-18-4-74 0 0,0-1 1 0 0,0 1 0 0 0,-1-1 0 0 0,1 1 0 0 0,0 0-1 0 0,0 0 1 0 0,-1 0 0 0 0,1 0 0 0 0,0 0 0 0 0,-1 0-1 0 0,1 1 1 0 0,-1-1 0 0 0,0 0 0 0 0,1 1 0 0 0,-1-1-1 0 0,0 1 1 0 0,0-1 0 0 0,0 1 0 0 0,0 0 0 0 0,0-1-1 0 0,0 1 1 0 0,0 0 0 0 0,-1 0 0 0 0,1 0 0 0 0,-1 0 0 0 0,1 0-1 0 0,-1 0 1 0 0,0-1 0 0 0,1 1 0 0 0,-1 0 0 0 0,-1 3-1 0 0,0 3-1199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7:48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61 1612 0 0,'-41'4'12997'0'0,"55"-5"-8295"0"0,89-10-4353 0 0,41-9-670 0 0,123-12-5347 0 0,-249 32 4560 0 0,29 2 1 0 0,-31 0-743 0 0,-1 0 1 0 0,18 6 0 0 0,1 4 511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03.0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1092 501 688 0 0,'2'-6'2766'0'0,"-1"-1"1"0"0,0 1 0 0 0,0-1-1 0 0,-1-12 1 0 0,0 0-524 0 0,-1 9-2031 0 0,-1 1 1 0 0,0-1-1 0 0,0 1 0 0 0,-1 0 0 0 0,0 0 0 0 0,0 0 0 0 0,-1 0 0 0 0,0 0 0 0 0,-1 1 0 0 0,0 0 0 0 0,0 0 0 0 0,-1 0 0 0 0,0 0 0 0 0,-13-12 0 0 0,-8-4-390 0 0,0 2 0 0 0,-52-33 0 0 0,62 44 313 0 0,-33-23-928 0 0,-69-44-2420 0 0,96 65 1939 0 0,-1 1 0 0 0,0 0-1 0 0,-34-9 1 0 0,47 18 1096 0 0,0 0 0 0 0,0 1 1 0 0,-1 0-1 0 0,1 1 0 0 0,-1 0 0 0 0,1 1 1 0 0,-1 0-1 0 0,-15 3 0 0 0,12 0-263 0 0,0 1 1 0 0,0 0-1 0 0,0 1 1 0 0,1 0-1 0 0,-21 12 1 0 0,-5 6-507 0 0,2 3 0 0 0,1 1-1 0 0,-40 38 1 0 0,69-58 936 0 0,-17 15 130 0 0,-30 33 1 0 0,46-45-43 0 0,1 1 0 0 0,-1 0 0 0 0,2 1 0 0 0,0 0 0 0 0,-11 25 0 0 0,15-27 382 0 0,0 0 1 0 0,1 0 0 0 0,0 0 0 0 0,0 0-1 0 0,0 16 1 0 0,4 53 491 0 0,-1-61-1397 0 0,6 103-1540 0 0,28 147 0 0 0,-30-246 2008 0 0,2 0 1 0 0,0 0-1 0 0,1-1 0 0 0,1 0 1 0 0,1-1-1 0 0,1 0 1 0 0,0-1-1 0 0,2 0 1 0 0,28 33-1 0 0,-15-24 52 0 0,0-2 1 0 0,2-1-1 0 0,0-1 1 0 0,2-1-1 0 0,41 23 1 0 0,-44-31 0 0 0,0-1 0 0 0,1-2 1 0 0,1 0-1 0 0,0-2 0 0 0,1-1 0 0 0,0-2 1 0 0,0-1-1 0 0,36 3 0 0 0,-27-6-159 0 0,0-2 0 0 0,1-2 0 0 0,-1-2 0 0 0,0-1 0 0 0,76-18 0 0 0,-93 15 99 0 0,-1-1 0 0 0,0 0 0 0 0,0-2 0 0 0,0 0 0 0 0,-1-2 0 0 0,28-20 0 0 0,-8 0 40 0 0,67-67 1 0 0,-87 78-6 0 0,0-1 0 0 0,-2-1 0 0 0,0-1 0 0 0,-2-1 0 0 0,-1 0 0 0 0,13-28 0 0 0,-20 34 1 0 0,0 0-1 0 0,-2 0 0 0 0,0-1 0 0 0,-2 0 1 0 0,0 0-1 0 0,-1 0 0 0 0,-1 0 0 0 0,-1-1 1 0 0,-2-32-1 0 0,-1 30 35 0 0,-1 0 0 0 0,-2 1 0 0 0,0 0 0 0 0,-1 0 0 0 0,-2 0 0 0 0,0 1 0 0 0,-1 0 0 0 0,-1 1 0 0 0,-1 0 0 0 0,-1 0 1 0 0,0 1-1 0 0,-2 1 0 0 0,-30-33 0 0 0,-23-15 40 0 0,-3 4 0 0 0,-84-57 1 0 0,143 110-121 0 0,-1 2 1 0 0,-1-1 0 0 0,1 2 0 0 0,-1 0-1 0 0,-20-7 1 0 0,26 11-39 0 0,0 1 0 0 0,0 0 1 0 0,0 0-1 0 0,0 0 0 0 0,0 1 0 0 0,0 0 0 0 0,0 0 1 0 0,-1 1-1 0 0,1 0 0 0 0,0 0 0 0 0,0 0 0 0 0,-12 5 1 0 0,-23 11-1928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11.4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65 768 0 0,'15'1'17619'0'0,"-4"1"-15582"0"0,34 7-2801 0 0,150 27 764 0 0,-146-27 0 0 0,-21-5-417 0 0,-1-2 0 0 0,40 0 0 0 0,55-9-3479 0 0,13 0-1621 0 0,-128 7 5091 0 0,17 0-2614 0 0,32 4 0 0 0,-47-3 2841 0 0,0 1-1 0 0,13 4 1 0 0,-17-4 814 0 0,0 0 1 0 0,0 0 0 0 0,-1 1 0 0 0,1 0-1 0 0,5 3 1 0 0,-7-3-177 0 0,0 0 0 0 0,0 0 0 0 0,-1 0-1 0 0,0 0 1 0 0,1 0 0 0 0,2 6 0 0 0,-17-32 7125 0 0,-1 0-3934 0 0,5 8-3662 0 0,-2 0 0 0 0,0 0 0 0 0,0 2 0 0 0,-2-1 0 0 0,-17-16 0 0 0,15 14 30 0 0,14 15 2 0 0,0 1 0 0 0,-1 0 0 0 0,1 0 1 0 0,0 0-1 0 0,0-1 0 0 0,0 1 0 0 0,0 0 0 0 0,0 0 0 0 0,0-1 0 0 0,0 1 0 0 0,0 0 0 0 0,0 0 1 0 0,0-1-1 0 0,0 1 0 0 0,0 0 0 0 0,0 0 0 0 0,0-1 0 0 0,0 1 0 0 0,0 0 0 0 0,0 0 1 0 0,0-1-1 0 0,0 1 0 0 0,0 0 0 0 0,1 0 0 0 0,-1-1 0 0 0,0 1 0 0 0,1 0 0 0 0,-1-1 0 0 0,1 1 0 0 0,-1 0 0 0 0,1-1 0 0 0,-1 1 0 0 0,1 0 0 0 0,0 0 0 0 0,-1-1 0 0 0,1 1 0 0 0,0 0 0 0 0,-1 0-1 0 0,1 0 1 0 0,0 0 0 0 0,-1 0 0 0 0,2 0 0 0 0,10 0-235 0 0,0 1-1 0 0,0 0 0 0 0,0 1 1 0 0,0 0-1 0 0,0 1 1 0 0,-1 0-1 0 0,1 1 1 0 0,13 6-1 0 0,-15-4-1181 0 0,0-1 0 0 0,0 2 1 0 0,0-1-1 0 0,-1 1 0 0 0,0 1 0 0 0,0 0 0 0 0,-1 0 1 0 0,12 15-1 0 0,-9-10-1148 0 0,14 19 1852 0 0,-23-30 723 0 0,-1 1-1 0 0,0-1 1 0 0,1 1-1 0 0,-1-1 1 0 0,0 1-1 0 0,0 0 1 0 0,0-1-1 0 0,-1 1 1 0 0,1 0-1 0 0,0 5 1 0 0,-1-6 11 0 0,-1 0 0 0 0,1 0 0 0 0,0 0 0 0 0,-1 0 1 0 0,0 0-1 0 0,0 0 0 0 0,1-1 0 0 0,-1 1 0 0 0,0 0 0 0 0,0 0 1 0 0,0-1-1 0 0,-1 1 0 0 0,1 0 0 0 0,0-1 0 0 0,-1 0 0 0 0,1 1 1 0 0,-1-1-1 0 0,1 0 0 0 0,-1 1 0 0 0,0-1 0 0 0,-1 1 0 0 0,-7 3-248 0 0,1 0 0 0 0,-18 6-1 0 0,17-7 405 0 0,-23 9-219 0 0,0-1 0 0 0,-1-2 0 0 0,-43 7 0 0 0,67-13-148 0 0,17-1-90 0 0,16 1-43 0 0,-4-1 288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1.2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3129 820 0 0,'55'-14'8942'0'0,"29"-5"-2482"0"0,100-3-4733 0 0,24-3-5923 0 0,-119 4 1695 0 0,-1-4 0 0 0,0-3 0 0 0,-3-5 0 0 0,87-45 0 0 0,207-154 2152 0 0,-187 105 376 0 0,-84 59-22 0 0,298-169-4 0 0,267-126-1 0 0,-321 134 0 0 0,-87 52 0 0 0,-107 77 0 0 0,242-143 0 0 0,-36 35 0 0 0,-38 37 22 0 0,-140 80-12 0 0,197-106-10 0 0,-131 50 88 0 0,-9-15 87 0 0,-176 116-135 0 0,30-20 17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1.4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0 892 0 0,'108'65'80'0'0,"-41"-23"-80"0"0,-34-18 0 0 0,-19-12 0 0 0,1 1 0 0 0,27 22 0 0 0,47 34 32 0 0,44 37-32 0 0,28 25 0 0 0,-1 11 0 0 0,-14 4 0 0 0,-20-4 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2.40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0 338 256 0 0,'27'-29'4882'0'0,"38"-33"0"0"0,-41 42-5077 0 0,1 1-1 0 0,1 1 0 0 0,0 2 1 0 0,35-17-1 0 0,-43 26-505 0 0,1 0 1 0 0,0 1-1 0 0,0 1 1 0 0,38-6-1 0 0,82 1-3714 0 0,-71 7 3971 0 0,531-64 404 0 0,-531 56 40 0 0,1 4 0 0 0,0 2 0 0 0,0 4 0 0 0,0 2 0 0 0,71 12 0 0 0,-62 0 0 0 0,123 37 0 0 0,68 49 0 0 0,289 170 0 0 0,-299-145-8 0 0,9 5-8 0 0,-187-86 12 0 0,93 67 0 0 0,203 196 4 0 0,-51 21 0 0 0,-157-153 0 0 0,246 195 0 0 0,-324-298 0 0 0,191 110 0 0 0,118 25 0 0 0,-320-165 5 0 0,141 97 1 0 0,-167-98 4 0 0,-2 3 0 0 0,-1 3 0 0 0,51 59 0 0 0,-50-43 55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3.0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56 2 228 0 0,'-40'-1'15358'0'0,"37"2"-14522"0"0,-6 8-734 0 0,9-9-19 0 0,-1 0-1 0 0,1 1 1 0 0,0-1-1 0 0,0 1 1 0 0,-1-1 0 0 0,1 0-1 0 0,0 1 1 0 0,0-1-1 0 0,-1 1 1 0 0,1-1-1 0 0,0 1 1 0 0,0-1-1 0 0,0 1 1 0 0,0-1-1 0 0,0 1 1 0 0,0-1-1 0 0,0 0 1 0 0,0 1-1 0 0,0-1 1 0 0,0 1-1 0 0,0-1 1 0 0,0 1-1 0 0,0-1 1 0 0,0 1-1 0 0,0-1 1 0 0,0 1-1 0 0,1-1 1 0 0,-1 1-1 0 0,0-1 1 0 0,0 1 0 0 0,1-1-1 0 0,-1 0 1 0 0,0 1-1 0 0,0-1 1 0 0,1 0-1 0 0,-1 1 1 0 0,1-1-1 0 0,1 2-82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4.8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238 0 592 0 0,'-18'21'19943'0'0,"7"9"-21052"0"0,2-4 1343 0 0,-3 0-234 0 0,0 0 0 0 0,2 1 0 0 0,1 0 0 0 0,1 0 0 0 0,-4 32 0 0 0,-39 255 0 0 0,26-168 10 0 0,-15 103-591 0 0,31-157-2263 0 0,4 46-8932 0 0,3-82 8950 0 0,-1 0 3466 0 0,2-40 1163 0 0,0-1 0 0 0,2 0 0 0 0,-1 1 1 0 0,2-1-1 0 0,0 0 0 0 0,1 0 0 0 0,0 0 1 0 0,10 25-1 0 0,-7-20-655 0 0,-5-14-1148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6.1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235 1 592 0 0,'-1'71'9861'0'0,"-1"0"-3566"0"0,-5 72-2037 0 0,-30 285-15515 0 0,15-215 4956 0 0,2-20 3036 0 0,0 1 3674 0 0,-10 97-409 0 0,-30 376 0 0 0,48 101 0 0 0,-7 10 571 0 0,15-666-887 0 0,12 127 1 0 0,28 109 489 0 0,-33-333 539 0 0,-4-30 466 0 0,-45-637-3185 0 0,45 608 2006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6.7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1 532 0 0,'2'36'13287'0'0,"1"1"-7431"0"0,13 72-7046 0 0,-11-81 2365 0 0,14 75-1189 0 0,47 141 0 0 0,-64-237-110 0 0,27 76-1360 0 0,-23-70 599 0 0,0-1 1 0 0,0 1 0 0 0,1-1-1 0 0,11 13 1 0 0,-16-22 475 0 0,0-1 0 0 0,0 1 0 0 0,0-1 0 0 0,0 0 0 0 0,1 0 0 0 0,-1 0 0 0 0,1 0 0 0 0,0-1 0 0 0,-1 1 0 0 0,6 1 0 0 0,-7-2 238 0 0,0-1 0 0 0,0 1-1 0 0,0-1 1 0 0,1 0 0 0 0,-1 0 0 0 0,0 0 0 0 0,0 0-1 0 0,0 0 1 0 0,1 0 0 0 0,-1 0 0 0 0,0 0-1 0 0,0 0 1 0 0,0-1 0 0 0,0 1 0 0 0,1 0 0 0 0,-1-1-1 0 0,0 1 1 0 0,0-1 0 0 0,0 1 0 0 0,0-1 0 0 0,0 0-1 0 0,0 1 1 0 0,0-1 0 0 0,0 0 0 0 0,0 0-1 0 0,-1 0 1 0 0,1 1 0 0 0,0-1 0 0 0,0 0 0 0 0,0-2-1 0 0,3-3 31 0 0,0-1-1 0 0,-1 1 0 0 0,0-1 1 0 0,0 0-1 0 0,-1 0 1 0 0,2-7-1 0 0,7-48 1786 0 0,-4 22-2099 0 0,-4 22 243 0 0,2 0 1 0 0,0 0-1 0 0,1 0 0 0 0,0 1 1 0 0,2 0-1 0 0,0 0 0 0 0,14-21 1 0 0,12-14 211 0 0,-3-1 0 0 0,41-94 0 0 0,-70 142-1 0 0,8-19 50 0 0,0 1 1 0 0,17-25 0 0 0,-21 44 2180 0 0,-8 16-560 0 0,-6 18 930 0 0,-45 128-345 0 0,-21 68-4117 0 0,52-151-621 0 0,-23 72-1639 0 0,11-51 4754 0 0,33-95-650 0 0,1-1-1 0 0,0 1 1 0 0,0 0 0 0 0,0-1 0 0 0,0 1-1 0 0,-1 0 1 0 0,1-1 0 0 0,0 1 0 0 0,-1-1-1 0 0,1 1 1 0 0,0 0 0 0 0,-1-1 0 0 0,1 1-1 0 0,-1-1 1 0 0,1 1 0 0 0,-1-1 0 0 0,1 1-1 0 0,-1-1 1 0 0,0 1 0 0 0,-1-12 319 0 0,4-21-570 0 0,4 0 1137 0 0,-3 22-165 0 0,-1-1-1 0 0,-1 1 1 0 0,1-18 0 0 0,-4 8-381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7.7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11 460 0 0,'-18'-10'16648'0'0,"17"10"-16386"0"0,0 1-109 0 0,0 0 0 0 0,0 0-1 0 0,0 0 1 0 0,0 1 0 0 0,0-1-1 0 0,0 0 1 0 0,0 0 0 0 0,0 1-1 0 0,0-1 1 0 0,1 1 0 0 0,-1-1-1 0 0,1 0 1 0 0,-1 1 0 0 0,0 2-1 0 0,-1 8-148 0 0,1 0-1 0 0,0 0 1 0 0,1 0-1 0 0,0 0 1 0 0,0 0 0 0 0,4 16-1 0 0,19 75-140 0 0,-10-53-465 0 0,24 112-5786 0 0,18 201 0 0 0,-40 333 891 0 0,-58 1 5857 0 0,37-608-593 0 0,-18 187 287 0 0,-10 154 75 0 0,29-291 9 0 0,16 153 1 0 0,38 100-95 0 0,2 18-336 0 0,-50-391 345 0 0,1-13 23 0 0,-2 0 1 0 0,1 0-1 0 0,-1 0 1 0 0,0 0-1 0 0,0 0 0 0 0,0 0 1 0 0,-1 1-1 0 0,-2 10 1 0 0,-1-14 49 0 0,-3-5-234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8.4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134 47 532 0 0,'0'-5'1364'0'0,"-3"-34"13058"0"0,2 37-13833 0 0,-1 26 2164 0 0,3 198-3101 0 0,-3-100-1239 0 0,5 310-4438 0 0,0 211-3728 0 0,-2 103 9642 0 0,-21-32 81 0 0,0-371-10 0 0,-17 182 270 0 0,36-515-122 0 0,-13 89-316 0 0,11-87 580 0 0,0 1 0 0 0,-1 0 0 0 0,0-1 0 0 0,-1 0-1 0 0,-10 18 1 0 0,14-28 244 0 0,0 1-1 0 0,0 0 1 0 0,0-1-1 0 0,0 1 1 0 0,0 0-1 0 0,0 0 1 0 0,1 0-1 0 0,1 24 8641 0 0,-1-27-9219 0 0,1 0-1 0 0,-1 0 1 0 0,0 1-1 0 0,1-1 1 0 0,-1 0 0 0 0,0 0-1 0 0,1 0 1 0 0,-1 0-1 0 0,0 1 1 0 0,1-1 0 0 0,-1 0-1 0 0,0 0 1 0 0,1 0-1 0 0,-1 0 1 0 0,0 0-1 0 0,1 0 1 0 0,-1 0 0 0 0,1 0-1 0 0,-1 0 1 0 0,0 0-1 0 0,1 0 1 0 0,-1 0 0 0 0,0 0-1 0 0,1-1 1 0 0,-1 1-1 0 0,0 0 1 0 0,1 0 0 0 0,-1 0-1 0 0,0 0 1 0 0,1-1-1 0 0,-1 1 1 0 0,0 0 0 0 0,0 0-1 0 0,1-1 1 0 0,-1 1-1 0 0,0 0 1 0 0,0 0 0 0 0,1-1-1 0 0,-1 0 1 0 0,12-10-148 0 0,-9 4 111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8:59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 0 460 0 0,'-18'30'14530'0'0,"16"-20"-12219"0"0,1-4-3906 0 0,0 3 1989 0 0,0 0 1 0 0,0 0-1 0 0,1 0 0 0 0,0 0 1 0 0,0 0-1 0 0,1 0 1 0 0,0 0-1 0 0,1 0 0 0 0,0-1 1 0 0,6 18-1 0 0,4 4-751 0 0,28 48-1 0 0,-27-52 689 0 0,1-1-331 0 0,14 27 0 0 0,29 77 0 0 0,-54-120-11 0 0,41 101-46 0 0,-37-96-375 0 0,0 1 1 0 0,1-1-1 0 0,1-1 0 0 0,0 1 1 0 0,14 13-1 0 0,-20-24-154 0 0,0 1 0 0 0,0-1 0 0 0,0-1 0 0 0,1 1 0 0 0,-1 0 1 0 0,7 3-1 0 0,-9-6 441 0 0,0 0 1 0 0,-1 1-1 0 0,1-1 1 0 0,0 0-1 0 0,0 0 1 0 0,-1 0-1 0 0,1 1 0 0 0,0-1 1 0 0,0 0-1 0 0,-1 0 1 0 0,1 0-1 0 0,0 0 1 0 0,0 0-1 0 0,-1 0 1 0 0,1-1-1 0 0,0 1 1 0 0,0 0-1 0 0,-1 0 1 0 0,1 0-1 0 0,0-1 1 0 0,0 1-1 0 0,-1 0 1 0 0,1-1-1 0 0,0 1 1 0 0,-1-1-1 0 0,1 1 1 0 0,-1-1-1 0 0,1 1 0 0 0,-1-1 1 0 0,1 1-1 0 0,-1-1 1 0 0,1 1-1 0 0,-1-1 1 0 0,1 0-1 0 0,-1 1 1 0 0,0-1-1 0 0,1 0 1 0 0,-1 1-1 0 0,0-1 1 0 0,1 0-1 0 0,-1 0 1 0 0,0 1-1 0 0,0-1 1 0 0,0-1-1 0 0,5-19-398 0 0,-1 0-1 0 0,-2-1 1 0 0,1-25-1 0 0,0 4 265 0 0,13-87 736 0 0,-12 109-400 0 0,1 1 0 0 0,1 0 0 0 0,0 0 0 0 0,13-24 1 0 0,41-62 315 0 0,-29 55 1813 0 0,-4 7 4798 0 0,-65 120-1855 0 0,0 13-5066 0 0,-30 98-6125 0 0,51-136 4263 0 0,-39 109-4675 0 0,16-54 6851 0 0,24-71-44 0 0,22-75 6253 0 0,32-96-6588 0 0,5 0-3800 0 0,-7 22-1705 0 0,-33 106 5451 0 0,-1 0 1 0 0,0-1 0 0 0,0 1-1 0 0,-1 0 1 0 0,0-1-1 0 0,0-11 1 0 0,-1 20 83 0 0,0-1 0 0 0,0 1 0 0 0,0 0 0 0 0,0 0 0 0 0,0-1 0 0 0,0 1 0 0 0,0 0 1 0 0,0 0-1 0 0,0 0 0 0 0,0-1 0 0 0,0 1 0 0 0,0 0 0 0 0,0 0 0 0 0,0-1 0 0 0,0 1 1 0 0,0 0-1 0 0,0 0 0 0 0,0 0 0 0 0,0-1 0 0 0,-1 1 0 0 0,1 0 0 0 0,0 0 0 0 0,0 0 0 0 0,0 0 1 0 0,0-1-1 0 0,0 1 0 0 0,-1 0 0 0 0,1 0 0 0 0,0 0 0 0 0,0 0 0 0 0,0 0 0 0 0,0-1 0 0 0,-1 1 1 0 0,1 0-1 0 0,0 0 0 0 0,0 0 0 0 0,0 0 0 0 0,-1 0 0 0 0,1 0 0 0 0,0 0 0 0 0,0 0 0 0 0,-1 0 1 0 0,-8 8 2706 0 0,-4 14 1967 0 0,6-5-3219 0 0,0 0 0 0 0,1 0 0 0 0,1 0 0 0 0,-4 23 0 0 0,-6 74-663 0 0,13-95-1288 0 0,0-7 443 0 0,-1 16-1075 0 0,3-26 1054 0 0,0-1 0 0 0,0 1 0 0 0,0-1 0 0 0,0 1 0 0 0,0-1 0 0 0,0 1 0 0 0,1-1 0 0 0,-1 1 0 0 0,0-1 0 0 0,1 1 0 0 0,0-1 0 0 0,-1 0 0 0 0,2 3 1 0 0,3-1 240 0 0,-1-5 1096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00.7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775 501 892 0 0,'7'-24'9335'0'0,"-4"-18"-5866"0"0,-2 22-716 0 0,-1 8-2262 0 0,1-1 1 0 0,-2 0-1 0 0,0 0 1 0 0,0 1-1 0 0,-1-1 1 0 0,-4-13-1 0 0,4 20-505 0 0,1 1 1 0 0,-1 0 0 0 0,-1-1-1 0 0,1 1 1 0 0,-1 0-1 0 0,0 0 1 0 0,0 1-1 0 0,0-1 1 0 0,-1 1-1 0 0,0-1 1 0 0,1 1-1 0 0,-2 0 1 0 0,1 1 0 0 0,0-1-1 0 0,-1 1 1 0 0,-5-4-1 0 0,-10-3-45 0 0,0 1 0 0 0,-1 1 0 0 0,0 1 1 0 0,0 0-1 0 0,0 2 0 0 0,-1 0 0 0 0,0 2 0 0 0,0 0 0 0 0,-39 1 0 0 0,50 3-388 0 0,0 0 0 0 0,0 1 0 0 0,1 0 0 0 0,-1 1 0 0 0,1 0 0 0 0,-1 0 0 0 0,-13 8 0 0 0,9-3-644 0 0,0 0 0 0 0,0 1 0 0 0,1 1 0 0 0,-14 13 0 0 0,5-2-515 0 0,1 1 1 0 0,-22 29-1 0 0,-5 14 1835 0 0,28-33-184 0 0,1 0 0 0 0,1 1 0 0 0,-19 48 0 0 0,30-58-9 0 0,0 1 0 0 0,1 0 0 0 0,1 0 0 0 0,2 1 0 0 0,0-1 0 0 0,0 32 0 0 0,4-16 47 0 0,8 77 1 0 0,-5-98-65 0 0,1-1 0 0 0,0 0 1 0 0,1 0-1 0 0,1 0 1 0 0,1-1-1 0 0,13 25 0 0 0,-14-33-16 0 0,0-1-1 0 0,0 0 0 0 0,1 0 0 0 0,0-1 0 0 0,0 0 1 0 0,0 0-1 0 0,1 0 0 0 0,0-1 0 0 0,1 0 1 0 0,-1-1-1 0 0,1 0 0 0 0,0 0 0 0 0,0-1 1 0 0,1 0-1 0 0,-1-1 0 0 0,12 3 0 0 0,3-1-2 0 0,-1-1 0 0 0,1 0 0 0 0,0-2 0 0 0,1-1 0 0 0,40-3 0 0 0,-31-2 3 0 0,1-1 0 0 0,-1-2 0 0 0,-1-1 0 0 0,43-16 1 0 0,-19 1 4 0 0,84-46 0 0 0,-109 50-8 0 0,0-2 0 0 0,37-31 0 0 0,49-56 0 0 0,-99 89 8 0 0,-1-1 1 0 0,-1-1-1 0 0,0 0 1 0 0,-2-1-1 0 0,0-1 1 0 0,-2 0-1 0 0,0-1 1 0 0,11-32-1 0 0,-19 41-1 0 0,0-1 1 0 0,-1 1-1 0 0,-1-1 1 0 0,-1 1-1 0 0,0-1 1 0 0,-1-25-1 0 0,-1 28-4 0 0,-2 1-1 0 0,1 0 1 0 0,-2 0-1 0 0,1 0 0 0 0,-2 0 1 0 0,0 0-1 0 0,0 1 1 0 0,-1 0-1 0 0,-8-15 0 0 0,-10-11 422 0 0,-2 2-1 0 0,-2 0 0 0 0,-1 2 1 0 0,-2 1-1 0 0,-1 1 0 0 0,-39-30 1 0 0,48 44-966 0 0,1 1 1 0 0,-2 1-1 0 0,0 1 1 0 0,-39-17-1 0 0,49 25 512 0 0,0 1-1 0 0,-1 1 1 0 0,1 1-1 0 0,-1 0 1 0 0,1 0-1 0 0,-1 1 1 0 0,0 1-1 0 0,0 1 1 0 0,0-1-1 0 0,-23 5 1 0 0,12 0 31 0 0,1 2 1 0 0,1 1-1 0 0,-1 2 1 0 0,1 0-1 0 0,1 1 1 0 0,-26 15-1 0 0,-4 7-8 0 0,-63 51-1 0 0,93-66 12 0 0,1 1 1 0 0,0 1-1 0 0,2 1 0 0 0,0 1 1 0 0,-26 37-1 0 0,37-46 0 0 0,1 0-1 0 0,0 1 0 0 0,1 1 1 0 0,0-1-1 0 0,1 1 0 0 0,1 0 1 0 0,0 0-1 0 0,1 0 0 0 0,0 1 1 0 0,1-1-1 0 0,1 1 0 0 0,0 21 1 0 0,3-9 6 0 0,2 0 1 0 0,0-1-1 0 0,2 0 1 0 0,0 0-1 0 0,2 0 1 0 0,16 35-1 0 0,-8-27 3 0 0,2 0 0 0 0,1-2 0 0 0,1 0 0 0 0,26 29 0 0 0,-36-49-13 0 0,0 0 0 0 0,2-1 0 0 0,-1 0 0 0 0,1-1 0 0 0,1 0 0 0 0,0-1 0 0 0,0-1 0 0 0,1 0 0 0 0,28 13 0 0 0,-24-15 0 0 0,0-1 0 0 0,0 0 0 0 0,0-1 0 0 0,1-1 0 0 0,-1-1 0 0 0,1 0 0 0 0,-1-1 0 0 0,23-3 0 0 0,92-1 4729 0 0,-130 3-4116 0 0,-1 0 1 0 0,1 0-1 0 0,0 0 1 0 0,-1-1-1 0 0,1 1 1 0 0,-1-1-1 0 0,1 0 1 0 0,-1 1-1 0 0,1-1 1 0 0,4-3-1 0 0,-7 4-513 0 0,0 0 1 0 0,1 0-1 0 0,-1-1 0 0 0,0 1 1 0 0,1 0-1 0 0,-1-1 0 0 0,0 1 0 0 0,1 0 1 0 0,-1-1-1 0 0,0 1 0 0 0,0 0 1 0 0,0-1-1 0 0,1 1 0 0 0,-1-1 0 0 0,0 1 1 0 0,0 0-1 0 0,0-1 0 0 0,0 1 1 0 0,0-1-1 0 0,0 1 0 0 0,0 0 0 0 0,0-1 1 0 0,0 1-1 0 0,0-1 0 0 0,0 0 1 0 0,0 0-175 0 0,-1 0 0 0 0,1 0 1 0 0,-1 0-1 0 0,1 0 1 0 0,-1-1-1 0 0,0 1 1 0 0,1 0-1 0 0,-1 0 0 0 0,0 0 1 0 0,0 1-1 0 0,0-1 1 0 0,-2-2-1 0 0,2 2 74 0 0,0 1 0 0 0,0-1 0 0 0,0 0 0 0 0,0 0 0 0 0,0 0 0 0 0,0 1 0 0 0,0-1 0 0 0,-1 1 0 0 0,1-1 0 0 0,0 1 0 0 0,0-1 0 0 0,-1 1 0 0 0,1 0 0 0 0,0-1 0 0 0,-1 1 0 0 0,1 0 0 0 0,0 0 0 0 0,-1 0 0 0 0,1 0 0 0 0,0 0 0 0 0,-1 1 0 0 0,1-1 0 0 0,0 0 0 0 0,-1 0 0 0 0,1 1 0 0 0,0-1 0 0 0,0 1 0 0 0,-1-1 0 0 0,1 1 0 0 0,0 0 0 0 0,0-1 0 0 0,0 1 0 0 0,0 0 0 0 0,0 0 0 0 0,0 0 0 0 0,0 0 0 0 0,0 0 0 0 0,0 0 0 0 0,0 0 0 0 0,1 0 0 0 0,-1 0 0 0 0,0 2 0 0 0,-2 1 0 0 0,0 0 0 0 0,1 0 0 0 0,0 1 0 0 0,0-1 0 0 0,0 1 0 0 0,1-1 0 0 0,-1 1 0 0 0,1 0 0 0 0,0 0 0 0 0,0 7 0 0 0,2-2 0 0 0,0 1 0 0 0,1-1 0 0 0,0-1 0 0 0,1 1 0 0 0,0 0 0 0 0,0-1 0 0 0,1 1 0 0 0,0-1 0 0 0,1 0 0 0 0,7 12 0 0 0,-8-11 0 0 0,-2-6-19 0 0,0-14 32 0 0,7-42-199 0 0,-6 24 378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02.3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1077 242 228 0 0,'1'-15'4628'0'0,"-4"-48"3847"0"0,3 58-7772 0 0,-1-1 1 0 0,0 0-1 0 0,0 1 0 0 0,-1 0 0 0 0,1-1 0 0 0,-1 1 1 0 0,-1 0-1 0 0,-4-9 0 0 0,6 12-703 0 0,-1 1 0 0 0,1-1 0 0 0,-1 0 0 0 0,0 0 0 0 0,0 1 0 0 0,0-1 0 0 0,0 1 0 0 0,0-1 0 0 0,0 1 0 0 0,0 0 0 0 0,-1 0 0 0 0,1 0 0 0 0,-3-1 0 0 0,-35-7 0 0 0,7 3 0 0 0,15 0 0 0 0,1 0 0 0 0,-1 1 0 0 0,-31-5 0 0 0,8 5-1011 0 0,-56 2-1 0 0,75 4 247 0 0,0 1 1 0 0,0 1-1 0 0,0 1 0 0 0,-27 8 0 0 0,9 2-1499 0 0,-58 29-1 0 0,-36 28-2750 0 0,133-70 4994 0 0,-23 12-160 0 0,1 2 1 0 0,0 0 0 0 0,2 2 0 0 0,-1 0 0 0 0,-28 32 0 0 0,36-33 228 0 0,1 1 1 0 0,0 0 0 0 0,1 1-1 0 0,1 0 1 0 0,1 1-1 0 0,0 1 1 0 0,-11 34 0 0 0,11-21 15 0 0,2 1 1 0 0,1 1-1 0 0,2-1 1 0 0,1 1-1 0 0,2 0 1 0 0,4 69-1 0 0,2-63-4 0 0,2 0 0 0 0,2 0 1 0 0,1-1-1 0 0,3 0 0 0 0,25 61 0 0 0,-25-77-47 0 0,1 0 0 0 0,1 0 1 0 0,1-2-1 0 0,1 1 0 0 0,1-2 1 0 0,1 0-1 0 0,1-2 0 0 0,1 0 1 0 0,41 31-1 0 0,-42-37 1 0 0,0-1-1 0 0,1-1 1 0 0,0 0 0 0 0,0-2 0 0 0,38 12-1 0 0,-14-8 72 0 0,84 11-1 0 0,-72-17-40 0 0,1-2-1 0 0,0-3 0 0 0,0-2 1 0 0,60-9-1 0 0,-75 3-42 0 0,-1-1 0 0 0,-1-2 0 0 0,0-3 0 0 0,0 0 0 0 0,-1-3 0 0 0,49-25 0 0 0,-38 12-13 0 0,-2-1 0 0 0,78-63 0 0 0,-93 64 4 0 0,-2-1 1 0 0,-1-2 0 0 0,-1-1 0 0 0,29-44 0 0 0,-39 48 12 0 0,-1-2 1 0 0,-1 0 0 0 0,-2-1 0 0 0,-1-1 0 0 0,-1 0-1 0 0,9-38 1 0 0,-15 41 5 0 0,-2 0-1 0 0,0 0 0 0 0,-2 0 1 0 0,-2-1-1 0 0,0 1 1 0 0,-2 0-1 0 0,-6-42 1 0 0,4 54 7 0 0,-1 0 0 0 0,-1 1 0 0 0,0 0 0 0 0,-1 0 1 0 0,0 1-1 0 0,-2-1 0 0 0,-16-25 0 0 0,10 21 48 0 0,-1 1 0 0 0,0 1 0 0 0,-1 1 0 0 0,-37-31 0 0 0,15 20 27 0 0,-2 1-1 0 0,-1 2 1 0 0,-1 2 0 0 0,0 2-1 0 0,-47-16 1 0 0,55 24-84 0 0,-1 2-1 0 0,0 1 1 0 0,0 1 0 0 0,-1 3-1 0 0,0 1 1 0 0,0 1 0 0 0,-1 2-1 0 0,-62 4 1 0 0,58 2 10 0 0,1 1 1 0 0,0 3-1 0 0,0 1 0 0 0,0 1 0 0 0,-62 27 1 0 0,85-29-56 0 0,1 0 1 0 0,0 1 0 0 0,1 1-1 0 0,0 1 1 0 0,1 0 0 0 0,-19 19 0 0 0,24-21-77 0 0,0 1 1 0 0,1 0 0 0 0,1 1 0 0 0,0 0 0 0 0,0 0 0 0 0,1 1 0 0 0,0-1 0 0 0,1 1-1 0 0,1 0 1 0 0,-4 13 0 0 0,1 11-1463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03.3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1576 685 1840 0 0,'-5'-17'12498'0'0,"-1"-1"-6398"0"0,-4-5-5977 0 0,8 20-530 0 0,0 0 0 0 0,0 0 0 0 0,0 1 1 0 0,0-1-1 0 0,-5-4 0 0 0,-10-4 1947 0 0,7 7-1540 0 0,0 0 0 0 0,0 1 0 0 0,-1 0 0 0 0,1 0 0 0 0,-1 1 0 0 0,-15-1 0 0 0,-68 1 0 0 0,64 2 0 0 0,-161 8-2418 0 0,22 0-2763 0 0,118-8 2127 0 0,-67-9 0 0 0,-118-43 1333 0 0,157 32 1626 0 0,61 15 98 0 0,-1 1-1 0 0,1 1 1 0 0,-1 0 0 0 0,-34 1 0 0 0,46 3 70 0 0,-1-1 1 0 0,1 1-1 0 0,-1 1 1 0 0,1-1-1 0 0,0 1 1 0 0,0 1-1 0 0,0-1 1 0 0,0 1-1 0 0,0 0 1 0 0,0 1-1 0 0,1 0 1 0 0,-1 0-1 0 0,1 0 1 0 0,-11 11-1 0 0,5-3-111 0 0,1 1 0 0 0,1 1 0 0 0,0-1 0 0 0,0 2 0 0 0,-9 19-1 0 0,-32 81 13 0 0,51-115 28 0 0,-22 57 29 0 0,3 1 1 0 0,3 0 0 0 0,-17 102-1 0 0,28-114 3 0 0,1 0 1 0 0,3 0-1 0 0,2 1 0 0 0,1-1 0 0 0,13 68 1 0 0,7-21 143 0 0,59 163 0 0 0,-65-217-154 0 0,2 0 0 0 0,1 0 0 0 0,2-2 0 0 0,2-1 0 0 0,51 64 0 0 0,-50-73-23 0 0,1-2 0 0 0,1 0 0 0 0,1-1 0 0 0,1-2 1 0 0,1-1-1 0 0,1-1 0 0 0,45 22 0 0 0,-58-33 4 0 0,1-2 0 0 0,0 0 0 0 0,1-1 0 0 0,-1-1 0 0 0,1 0-1 0 0,0-2 1 0 0,0 0 0 0 0,0-1 0 0 0,1-1 0 0 0,-1-1 0 0 0,0-1 0 0 0,1 0 0 0 0,34-8 0 0 0,53-21 37 0 0,-1-5 1 0 0,112-54-1 0 0,-5-17 7 0 0,-164 77-48 0 0,-1-3 0 0 0,50-43 0 0 0,-79 58 3 0 0,-1-1-1 0 0,0-1 1 0 0,-2 0-1 0 0,0-2 1 0 0,-1 1 0 0 0,-1-2-1 0 0,14-28 1 0 0,-10 10-5 0 0,-2 0 1 0 0,-1-1-1 0 0,13-62 1 0 0,-7 9 27 0 0,-4-1 1 0 0,-4-1 0 0 0,0-116-1 0 0,-13 159 15 0 0,-3 1 0 0 0,-2-1 0 0 0,-2 1 0 0 0,-2 0 0 0 0,-3 1 0 0 0,-2 0 0 0 0,-31-76 0 0 0,25 83-35 0 0,-2 0-1 0 0,-2 2 1 0 0,-2 0-1 0 0,-1 2 1 0 0,-2 1 0 0 0,-2 1-1 0 0,-2 2 1 0 0,-1 1-1 0 0,-44-34 1 0 0,64 58-7 0 0,0 1 0 0 0,-1 0 0 0 0,-1 1 0 0 0,0 1 0 0 0,0 0 0 0 0,0 2 0 0 0,-1-1 0 0 0,0 2 0 0 0,0 0 0 0 0,0 1 0 0 0,-1 1 0 0 0,0 1 0 0 0,1 0 0 0 0,-1 1 0 0 0,0 1 0 0 0,0 1 0 0 0,0 1 0 0 0,-23 4 0 0 0,6 1-55 0 0,0 2 0 0 0,1 1 0 0 0,0 2 1 0 0,1 1-1 0 0,-56 31 0 0 0,63-28-68 0 0,1 0 0 0 0,0 2 0 0 0,1 1-1 0 0,1 1 1 0 0,0 1 0 0 0,2 1 0 0 0,-20 27 0 0 0,-4 14-1843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06.3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5195 50 848 0 0,'-3'-1'7254'0'0,"-9"3"-3971"0"0,-13 5 1436 0 0,-45 30-930 0 0,50-24-3843 0 0,-2-1 0 0 0,0-2 0 0 0,0 0 0 0 0,-25 7 0 0 0,27-13 40 0 0,-1-1 1 0 0,1-2-1 0 0,0 0 1 0 0,-30-2-1 0 0,5 0-555 0 0,-268 15-5261 0 0,-1 16-2757 0 0,285-27 7634 0 0,-239 11-290 0 0,198-16 1452 0 0,-130-20-1 0 0,-24-27-143 0 0,5 0-36 0 0,164 39-9 0 0,1 4-1 0 0,-62-1 1 0 0,11 10 99 0 0,1 3 0 0 0,-203 41 0 0 0,182-19-71 0 0,-422 79-106 0 0,362-84 112 0 0,-1-8 0 0 0,-213-11 0 0 0,343-6 143 0 0,-1 3 0 0 0,-80 12 0 0 0,104-8-120 0 0,0 3 0 0 0,1 0 0 0 0,0 2 1 0 0,1 1-1 0 0,-46 23 0 0 0,30-7-68 0 0,2 1 0 0 0,0 2 1 0 0,2 2-1 0 0,-46 45 0 0 0,69-58-28 0 0,1 2 0 0 0,1 1-1 0 0,1 0 1 0 0,1 1 0 0 0,1 1 0 0 0,1 0 0 0 0,1 1 0 0 0,1 1 0 0 0,1 0 0 0 0,2 0 0 0 0,0 1 0 0 0,2 0 0 0 0,1 0 0 0 0,1 1-1 0 0,1 0 1 0 0,1 51 0 0 0,3-50-25 0 0,1 1-1 0 0,2-1 1 0 0,1 0-1 0 0,2-1 1 0 0,0 1 0 0 0,2-1-1 0 0,16 39 1 0 0,-18-53 32 0 0,1 0 1 0 0,1 0-1 0 0,0 0 1 0 0,0-1-1 0 0,1-1 1 0 0,1 0-1 0 0,0 0 1 0 0,1-1-1 0 0,0 0 1 0 0,1 0-1 0 0,0-1 1 0 0,1-1-1 0 0,-1 0 1 0 0,2-1-1 0 0,22 10 1 0 0,-15-10 11 0 0,0-1-1 0 0,1-1 1 0 0,-1-1 0 0 0,1-1 0 0 0,1-1 0 0 0,30 1 0 0 0,137-13 0 0 0,-32 0 7 0 0,394 46 205 0 0,-53-1-210 0 0,435 4-531 0 0,-912-38 497 0 0,474 51-367 0 0,-276-24 383 0 0,100 18 42 0 0,-192-25 17 0 0,222 12 0 0 0,191-55-31 0 0,110-49 440 0 0,182 8-99 0 0,-822 62-346 0 0,673-4-707 0 0,-469 4 147 0 0,116 2-278 0 0,216 18 327 0 0,-456-23 571 0 0,157-24 1 0 0,-188 19 172 0 0,73 0 0 0 0,-94 8-74 0 0,1 2 0 0 0,73 13 1 0 0,-39 2-99 0 0,-1 3 0 0 0,133 56 0 0 0,-148-51-200 0 0,105 30 0 0 0,-133-47 74 0 0,0-2 0 0 0,0-1 0 0 0,1-2 1 0 0,0-1-1 0 0,50-3 0 0 0,-12-7 32 0 0,76-18 0 0 0,65-27 526 0 0,-205 52-475 0 0,247-74 1295 0 0,-86 24-688 0 0,-86 25-638 0 0,-2-3 0 0 0,94-49 0 0 0,-77 26-3 0 0,114-81 0 0 0,-208 132 9 0 0,102-76 16 0 0,-85 62-12 0 0,-1-1 0 0 0,0-1 0 0 0,21-27 0 0 0,-34 40 14 0 0,-1-2 0 0 0,1 1 0 0 0,-1 0 1 0 0,0-1-1 0 0,0 1 0 0 0,-1-1 0 0 0,1 0 1 0 0,-1 0-1 0 0,-1 0 0 0 0,1 0 0 0 0,-1 0 1 0 0,0 0-1 0 0,0-1 0 0 0,-1 1 1 0 0,0 0-1 0 0,0-1 0 0 0,0 1 0 0 0,-1 0 1 0 0,0 0-1 0 0,0-1 0 0 0,-1 1 0 0 0,1 0 1 0 0,-1 0-1 0 0,-6-10 0 0 0,-11-19 1103 0 0,-2 1 0 0 0,-40-52-1 0 0,21 33-2482 0 0,-21-36-572 0 0,-47-61-534 0 0,89 127 2628 0 0,0 2 0 0 0,-2 0-1 0 0,0 1 1 0 0,-33-23 0 0 0,10 16 285 0 0,-1 2 1 0 0,-1 1-1 0 0,-51-16 1 0 0,45 18-282 0 0,-30-12-13 0 0,-101-46-141 0 0,106 39-15 0 0,-86-42-357 0 0,118 63 143 0 0,-79-25-1 0 0,91 37 167 0 0,1 2-1 0 0,-1 1 0 0 0,0 2 1 0 0,0 0-1 0 0,-49 4 0 0 0,-165 29-205 0 0,228-27 258 0 0,-380 87 333 0 0,70-13-36 0 0,-87-24 411 0 0,-4-32 569 0 0,253-15-762 0 0,-84 19-216 0 0,39-3-121 0 0,188-20-203 0 0,0-2 0 0 0,-45-4 0 0 0,57 2 6 0 0,1 0 0 0 0,-1-1 0 0 0,1 0 1 0 0,0-1-1 0 0,-1 0 0 0 0,2-1 0 0 0,-20-11 1 0 0,-46-27 943 0 0,58 35 628 0 0,0 1-1 0 0,0 1 0 0 0,-1 0 0 0 0,-32-5 0 0 0,-68 0 2194 0 0,86 10-3798 0 0,-1-2-1 0 0,1-1 1 0 0,-61-16-1 0 0,57 8-701 0 0,-115-33-3689 0 0,130 41 3570 0 0,0 0-1 0 0,-1 1 1 0 0,1 2 0 0 0,0 0-1 0 0,-26 3 1 0 0,-15 6-174 0 0,-109 28 0 0 0,-60 34 1214 0 0,19-5-233 0 0,107-40-191 0 0,-144 16 0 0 0,227-38-2107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25.5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544 175 804 0 0,'-10'-9'6762'0'0,"-21"-17"-1"0"0,24 21-5561 0 0,-1 1 0 0 0,1-1-1 0 0,-15-4 1 0 0,15 6-1191 0 0,0 1 0 0 0,0 0 0 0 0,0 1 0 0 0,0-1 0 0 0,0 2 0 0 0,-1-1 0 0 0,1 1 0 0 0,0 0 0 0 0,0 0 0 0 0,-1 1 0 0 0,-13 3 0 0 0,-24 8-372 0 0,0 2 1 0 0,-76 36 0 0 0,112-45 394 0 0,-1 0 1 0 0,1 0-1 0 0,1 1 0 0 0,-1 1 0 0 0,1-1 0 0 0,0 1 1 0 0,0 0-1 0 0,1 1 0 0 0,0 0 0 0 0,0 0 0 0 0,1 1 1 0 0,0 0-1 0 0,1 0 0 0 0,0 0 0 0 0,0 0 0 0 0,-6 21 0 0 0,5-12-1025 0 0,2 1 0 0 0,0 0-1 0 0,2 0 1 0 0,0 0-1 0 0,0 0 1 0 0,2 1-1 0 0,1-1 1 0 0,3 27-1 0 0,3-5-2694 0 0,12 41 0 0 0,21 37 2897 0 0,-36-110 795 0 0,1 0 0 0 0,0-1 1 0 0,0 0-1 0 0,1 0 0 0 0,0 0 0 0 0,1 0 1 0 0,-1-1-1 0 0,1 0 0 0 0,1-1 0 0 0,-1 0 1 0 0,1 0-1 0 0,16 9 0 0 0,-4-4 6 0 0,1 0-1 0 0,0-2 0 0 0,0-1 0 0 0,31 8 1 0 0,-20-8-7 0 0,2-2 0 0 0,-1-1 0 0 0,1-2 1 0 0,52-1-1 0 0,-36-5 2 0 0,0-2 0 0 0,69-15 1 0 0,-60 6-6 0 0,90-33 0 0 0,-129 40 0 0 0,-1-2 0 0 0,0 0 0 0 0,-1-1 0 0 0,0-1 0 0 0,-1 0 0 0 0,0-2 0 0 0,-1 0 0 0 0,20-20 0 0 0,-31 26-1 0 0,1 0 0 0 0,-2 0 1 0 0,1 0-1 0 0,-1 0 0 0 0,0-1 0 0 0,0 0 1 0 0,-1 0-1 0 0,0 0 0 0 0,0 0 1 0 0,-1 0-1 0 0,0-1 0 0 0,-1 1 0 0 0,0-1 1 0 0,0 1-1 0 0,-1-1 0 0 0,0 1 0 0 0,0-1 1 0 0,-2-10-1 0 0,-4-13-3 0 0,-1 1-1 0 0,-1-1 1 0 0,-19-43 0 0 0,15 41 3 0 0,2 10-1 0 0,-1-1-1 0 0,-1 1 1 0 0,-1 1 0 0 0,-1 0 0 0 0,-1 1 0 0 0,-1 1 0 0 0,-1 0 0 0 0,-1 1 0 0 0,-1 1-1 0 0,0 1 1 0 0,-2 0 0 0 0,0 2 0 0 0,0 0 0 0 0,-45-23 0 0 0,46 29-1 0 0,0 1 0 0 0,-1 1 1 0 0,0 1-1 0 0,0 1 0 0 0,0 1 1 0 0,-1 1-1 0 0,0 0 0 0 0,0 2 1 0 0,0 0-1 0 0,0 2 0 0 0,0 0 1 0 0,0 2-1 0 0,-32 5 0 0 0,50-6-2 0 0,-1 0 0 0 0,1 1 0 0 0,0-1 0 0 0,0 1 0 0 0,0-1 0 0 0,0 1 0 0 0,0 1 0 0 0,1-1 0 0 0,-1 0 0 0 0,-4 4 0 0 0,6-4 28 0 0,1 0 0 0 0,-1 1 0 0 0,0-1 0 0 0,0 0 1 0 0,1 1-1 0 0,0-1 0 0 0,-1 1 0 0 0,1 0 0 0 0,0-1 1 0 0,0 1-1 0 0,0 0 0 0 0,1 0 0 0 0,-1 0 0 0 0,1-1 1 0 0,-1 1-1 0 0,1 4 0 0 0,0 2 524 0 0,0 0 1 0 0,0 0-1 0 0,1 0 1 0 0,1 0-1 0 0,-1 0 1 0 0,1 0-1 0 0,1-1 1 0 0,0 1-1 0 0,0 0 1 0 0,0-1-1 0 0,1 0 1 0 0,1 0-1 0 0,5 8 1 0 0,7 9-25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26.5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1146 80 676 0 0,'-1'-2'513'0'0,"-1"0"1"0"0,0 0 0 0 0,1 0 0 0 0,-1 0-1 0 0,0 0 1 0 0,0 0 0 0 0,-1 1-1 0 0,1-1 1 0 0,-3-1 0 0 0,-10-3 4159 0 0,-13-4-801 0 0,-25-7 251 0 0,33 11-3533 0 0,-42-7-1 0 0,11 8-640 0 0,0 2-1 0 0,-66 5 0 0 0,-101 24-2645 0 0,179-19 1305 0 0,1 2-1 0 0,1 1 0 0 0,-1 2 0 0 0,-45 23 1 0 0,54-21-541 0 0,0 2 1 0 0,2 0 0 0 0,-28 23-1 0 0,39-26 1634 0 0,1 0 0 0 0,0 1-1 0 0,-21 28 1 0 0,29-32 1092 0 0,0 0 0 0 0,1 0 0 0 0,0 0 0 0 0,-6 16 1 0 0,8-16 7 0 0,2 0 1 0 0,-1 0 0 0 0,2 0 0 0 0,-1 0 0 0 0,1 0 0 0 0,1 21-1 0 0,9 64 2951 0 0,-5-70-3626 0 0,1 8-918 0 0,1-1 0 0 0,1 1 1 0 0,2-1-1 0 0,2-1 0 0 0,0 0 1 0 0,18 31-1 0 0,-19-42 117 0 0,1-2 0 0 0,1 1 0 0 0,1-2-1 0 0,0 1 1 0 0,1-2 0 0 0,1 0 0 0 0,1-1-1 0 0,0 0 1 0 0,1-1 0 0 0,24 15 0 0 0,18 6 427 0 0,1-3 0 0 0,80 30 1 0 0,-99-47 261 0 0,1-1 0 0 0,0-3 1 0 0,1-1-1 0 0,71 6 1 0 0,-76-15-15 0 0,-1-1 1 0 0,1-3-1 0 0,-1-1 1 0 0,0-1-1 0 0,0-2 1 0 0,-1-2 0 0 0,0-1-1 0 0,0-2 1 0 0,-1-1-1 0 0,47-26 1 0 0,-69 31 50 0 0,0 0-1 0 0,0 0 1 0 0,-1-1 0 0 0,0-1 0 0 0,0 0 0 0 0,-1-1-1 0 0,-1 0 1 0 0,0 0 0 0 0,-1-1 0 0 0,0-1 0 0 0,0 1-1 0 0,-1-2 1 0 0,10-22 0 0 0,-10 16-9 0 0,-1-1 1 0 0,-1 0-1 0 0,0 0 0 0 0,-2-1 1 0 0,0 1-1 0 0,-1-1 0 0 0,-2 0 1 0 0,-1-41-1 0 0,-3 17-290 0 0,-1 0-1 0 0,-2 1 1 0 0,-16-54 0 0 0,15 77 332 0 0,-2-1 1 0 0,0 2 0 0 0,-2-1 0 0 0,0 1 0 0 0,-2 1-1 0 0,0 0 1 0 0,-1 0 0 0 0,-1 2 0 0 0,0 0-1 0 0,-2 0 1 0 0,-19-15 0 0 0,14 15-200 0 0,-1 1 1 0 0,0 2-1 0 0,-1 0 0 0 0,-1 1 1 0 0,0 1-1 0 0,0 2 0 0 0,-2 1 0 0 0,1 0 1 0 0,-33-5-1 0 0,-37-2 142 0 0,-196-8-1 0 0,259 23-23 0 0,-50 6 0 0 0,74-4-3 0 0,0 2 0 0 0,0-1 0 0 0,0 1 0 0 0,1 1 0 0 0,-1-1 0 0 0,0 2 0 0 0,1-1 0 0 0,0 1 0 0 0,0 0 0 0 0,-12 9 0 0 0,17-10 18 0 0,0-1 1 0 0,0 2-1 0 0,0-1 1 0 0,0 0-1 0 0,1 0 0 0 0,-1 1 1 0 0,1-1-1 0 0,0 1 1 0 0,0 0-1 0 0,0 0 1 0 0,1 0-1 0 0,-1 0 1 0 0,1 0-1 0 0,0 0 1 0 0,0 0-1 0 0,0 0 1 0 0,0 6-1 0 0,1 6-28 0 0,0 0-1 0 0,1 0 1 0 0,4 21-1 0 0,0 5 501 0 0,-4-9-18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27.7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255 1 588 0 0,'-69'0'10627'0'0,"52"6"-7300"0"0,5-3-2666 0 0,1 0 1 0 0,-1 1-1 0 0,1 0 0 0 0,0 1 0 0 0,1 1 1 0 0,-1-1-1 0 0,-15 12 0 0 0,21-12-672 0 0,0-1-1 0 0,-1 1 1 0 0,1 1-1 0 0,1-1 1 0 0,-1 1-1 0 0,1-1 1 0 0,0 1-1 0 0,0 0 1 0 0,1 1 0 0 0,0-1-1 0 0,0 1 1 0 0,0-1-1 0 0,1 1 1 0 0,-2 7-1 0 0,3-7 12 0 0,0 0 0 0 0,0 0 0 0 0,0 0 0 0 0,1 13 0 0 0,2 0 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29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1361 370 3223 0 0,'1'-1'56'0'0,"4"-11"-321"0"0,0 0 0 0 0,-1 0 0 0 0,0-1 0 0 0,0 0 0 0 0,-2 1-1 0 0,3-18 1 0 0,-5 19 348 0 0,0 0 0 0 0,0 0-1 0 0,-1 1 1 0 0,0-1-1 0 0,-1 0 1 0 0,-6-20-1 0 0,6 25-18 0 0,0 0 0 0 0,-1 0 0 0 0,0 0 0 0 0,0 1-1 0 0,0-1 1 0 0,-1 1 0 0 0,0 0 0 0 0,0 0 0 0 0,0 0 0 0 0,-1 1 0 0 0,1 0 0 0 0,-1-1 0 0 0,-8-4-1 0 0,0 2 72 0 0,0 0 0 0 0,0 1 0 0 0,0 1 0 0 0,-1 0 0 0 0,0 0 0 0 0,0 2 0 0 0,0 0 0 0 0,-1 0-1 0 0,-16 0 1 0 0,-19 1 233 0 0,-65 6 0 0 0,110-3-357 0 0,-103 6 137 0 0,-155 31 0 0 0,232-30-12 0 0,0 1 0 0 0,1 2 0 0 0,1 0 0 0 0,-1 2 0 0 0,-35 23 0 0 0,22-9 174 0 0,1 2-1 0 0,-60 55 0 0 0,75-59-171 0 0,2 0 0 0 0,1 1-1 0 0,1 2 1 0 0,1 0 0 0 0,-25 44-1 0 0,38-55-92 0 0,1 0 0 0 0,0 1-1 0 0,2 0 1 0 0,-9 35 0 0 0,12-39-35 0 0,1 0 0 0 0,0-1-1 0 0,2 1 1 0 0,-1 0 0 0 0,2 0 0 0 0,0 0 0 0 0,4 21-1 0 0,-3-26-12 0 0,1 1-1 0 0,0 0 1 0 0,0-1-1 0 0,1 1 1 0 0,0-1-1 0 0,0 0 0 0 0,1 0 1 0 0,1-1-1 0 0,0 0 1 0 0,0 0-1 0 0,0 0 1 0 0,1 0-1 0 0,0-1 1 0 0,0 0-1 0 0,1-1 0 0 0,0 0 1 0 0,16 10-1 0 0,0-3 87 0 0,1-1 0 0 0,0-1 0 0 0,1-1 0 0 0,0-1 0 0 0,1-1 0 0 0,35 5 0 0 0,0-5 383 0 0,107 3 1 0 0,-107-11-417 0 0,1-3 0 0 0,-1-2 0 0 0,67-16 0 0 0,-87 12-30 0 0,0-3-1 0 0,-2-1 1 0 0,1-2 0 0 0,-2-1 0 0 0,56-33-1 0 0,-45 19 24 0 0,-2-2 0 0 0,75-64 0 0 0,-105 80-23 0 0,-1 0 1 0 0,-1-1-1 0 0,-1-1 1 0 0,-1-1-1 0 0,0 0 1 0 0,-1 0-1 0 0,-1-2 1 0 0,-1 0-1 0 0,14-36 1 0 0,-22 48 36 0 0,0-1-1 0 0,0 0 1 0 0,-1 1 0 0 0,0-1 0 0 0,-1 0 0 0 0,0 0 0 0 0,-1 0-1 0 0,0 0 1 0 0,-1 0 0 0 0,0 0 0 0 0,0 0 0 0 0,-1 0 0 0 0,0 0 0 0 0,-1 1-1 0 0,0-1 1 0 0,0 1 0 0 0,-1 0 0 0 0,0 0 0 0 0,-1 0 0 0 0,0 0 0 0 0,0 1-1 0 0,-1-1 1 0 0,0 2 0 0 0,-8-9 0 0 0,-16-12 71 0 0,-1 1-1 0 0,-2 1 1 0 0,-1 2 0 0 0,0 2-1 0 0,-2 0 1 0 0,0 3 0 0 0,-56-22-1 0 0,56 29-127 0 0,0 0 0 0 0,0 3 0 0 0,-1 1 0 0 0,0 2 0 0 0,0 1 0 0 0,0 2 0 0 0,-1 2 0 0 0,0 1 0 0 0,1 2 0 0 0,0 2 0 0 0,-50 10 0 0 0,58-6 0 0 0,-1 1 0 0 0,1 1 0 0 0,1 1 0 0 0,0 2 0 0 0,1 1 0 0 0,0 1 0 0 0,2 1 0 0 0,-1 2 0 0 0,2 0 0 0 0,-44 43 0 0 0,54-47-105 0 0,1 1-1 0 0,1 0 0 0 0,-16 26 1 0 0,20-27-919 0 0,0 0 1 0 0,-8 23 0 0 0,-2 29-2933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0.7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1516 261 3223 0 0,'-4'-9'-241'0'0,"1"0"-1"0"0,0 0 0 0 0,-4-19 0 0 0,1-2 123 0 0,3 20 145 0 0,-1-7 165 0 0,-1 1-1 0 0,-14-32 0 0 0,16 43-131 0 0,1 0-1 0 0,-1 1 0 0 0,0 0 1 0 0,0-1-1 0 0,0 1 1 0 0,-1 1-1 0 0,1-1 0 0 0,-1 0 1 0 0,0 1-1 0 0,0 0 1 0 0,0-1-1 0 0,-1 2 0 0 0,1-1 1 0 0,-8-3-1 0 0,-5 0 5 0 0,1 1 0 0 0,-1 1 0 0 0,0 0 0 0 0,0 1 0 0 0,-28 0 0 0 0,-91 5 133 0 0,90 0-159 0 0,-69 0 71 0 0,-153 11 418 0 0,244-9-403 0 0,0 0-1 0 0,1 2 0 0 0,0 0 0 0 0,-38 17 0 0 0,28-9 56 0 0,2 3 0 0 0,-44 29-1 0 0,26-11 102 0 0,2 1 0 0 0,-62 63 0 0 0,85-74-239 0 0,1 1 1 0 0,1 1 0 0 0,1 1-1 0 0,2 0 1 0 0,-25 50-1 0 0,33-53-16 0 0,2 1-1 0 0,0 1 1 0 0,2-1-1 0 0,1 1 1 0 0,1 0-1 0 0,1 1 0 0 0,0 47 1 0 0,6 4-62 0 0,16 110 0 0 0,-11-143 53 0 0,2 0-1 0 0,24 74 0 0 0,-24-94 20 0 0,2-1 1 0 0,0 1 0 0 0,2-2 0 0 0,0 0-1 0 0,31 41 1 0 0,-37-57-22 0 0,-1-1 0 0 0,1-1 0 0 0,0 1 0 0 0,0-1 0 0 0,1 0 0 0 0,-1-1 0 0 0,1 0 0 0 0,1 0 0 0 0,15 6-1 0 0,-10-6 5 0 0,-1-1 0 0 0,1 0 0 0 0,0-1 0 0 0,0-1 0 0 0,27 2 0 0 0,0-5 57 0 0,1-2-1 0 0,0-1 1 0 0,58-15-1 0 0,-41 5 39 0 0,-1-3 0 0 0,0-2-1 0 0,-1-3 1 0 0,93-50-1 0 0,-72 26-42 0 0,-2-2-1 0 0,109-92 0 0 0,-154 114 12 0 0,0-2 1 0 0,-2-2-1 0 0,-1 0 1 0 0,-1-2-1 0 0,40-63 1 0 0,-57 77 38 0 0,0-1 1 0 0,-1 0-1 0 0,0-1 1 0 0,-2 1 0 0 0,-1-2-1 0 0,0 1 1 0 0,-1-1 0 0 0,-2 0-1 0 0,0 0 1 0 0,-1 0-1 0 0,-1 0 1 0 0,-1 0 0 0 0,-3-25-1 0 0,-1 21 9 0 0,-1 1 0 0 0,-1 0 0 0 0,-1 0 0 0 0,-1 1 0 0 0,-1 0 0 0 0,-1 0 0 0 0,-2 1 0 0 0,-23-36 0 0 0,3 13-44 0 0,-3 2 0 0 0,-71-71 0 0 0,88 97-72 0 0,0 1 0 0 0,-2 1 0 0 0,-28-19-1 0 0,40 29-8 0 0,0 1-1 0 0,-1-1 1 0 0,1 1-1 0 0,-1 1 0 0 0,0 0 1 0 0,0 0-1 0 0,0 0 1 0 0,0 1-1 0 0,-1 1 0 0 0,1 0 1 0 0,-17 0-1 0 0,22 1-66 0 0,1 0-1 0 0,-1 1 0 0 0,1-1 1 0 0,-1 1-1 0 0,1 0 0 0 0,-5 2 1 0 0,7-2-17 0 0,0-1 1 0 0,0 1-1 0 0,-1 0 1 0 0,1-1 0 0 0,0 1-1 0 0,0 0 1 0 0,0 0-1 0 0,1 0 1 0 0,-1 0 0 0 0,0 0-1 0 0,0 0 1 0 0,0 0-1 0 0,1 0 1 0 0,-1 0-1 0 0,0 0 1 0 0,1 0 0 0 0,-1 0-1 0 0,1 0 1 0 0,0 1-1 0 0,-1 1 1 0 0,1 12-3683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4.7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1340 68 3223 0 0,'-1'0'7'0'0,"1"-1"0"0"0,-1 1 0 0 0,0-1 0 0 0,0 1 0 0 0,1-1 0 0 0,-1 1 0 0 0,0 0 0 0 0,0 0 0 0 0,0-1 0 0 0,0 1-1 0 0,1 0 1 0 0,-1 0 0 0 0,0 0 0 0 0,0 0 0 0 0,0 0 0 0 0,0 0 0 0 0,0 0 0 0 0,0 0 0 0 0,1 0 0 0 0,-1 0 0 0 0,-1 1-1 0 0,-22 8-810 0 0,11-4 410 0 0,-180 67 384 0 0,-295 154 0 0 0,244-102-3 0 0,0 1 43 0 0,229-118 2 0 0,0 1 0 0 0,1 1-1 0 0,0 0 1 0 0,1 1 0 0 0,-22 20 0 0 0,34-29-32 0 0,0 0 0 0 0,1-1 0 0 0,-1 1 0 0 0,0 0 0 0 0,1-1 0 0 0,-1 1 0 0 0,1 0 0 0 0,-1-1 1 0 0,1 1-1 0 0,-1 0 0 0 0,1 0 0 0 0,0 0 0 0 0,-1 0 0 0 0,1 0 0 0 0,0-1 0 0 0,0 1 0 0 0,0 0 0 0 0,0 0 0 0 0,-1 0 0 0 0,1 0 0 0 0,1 1 1 0 0,-1-2-3 0 0,0 1-1 0 0,1-1 1 0 0,-1 1 0 0 0,0-1 0 0 0,1 1 0 0 0,-1-1 0 0 0,1 0 0 0 0,-1 1 0 0 0,1-1 0 0 0,-1 1 0 0 0,1-1 0 0 0,0 0 0 0 0,-1 0 0 0 0,1 1 0 0 0,-1-1 0 0 0,1 0 0 0 0,-1 0 0 0 0,1 0 0 0 0,0 0 0 0 0,-1 0 0 0 0,1 0 0 0 0,0 0 0 0 0,5 1 8 0 0,0-1 1 0 0,-1-1-1 0 0,1 1 0 0 0,-1-1 1 0 0,7-2-1 0 0,57-19-4 0 0,-2-3 0 0 0,88-46-1 0 0,-20-3 36 0 0,176-125 0 0 0,-153 96-74 0 0,33-22-41 0 0,-56 24 91 0 0,-287 196 35 0 0,-18-6 36 0 0,26-14-48 0 0,-330 182 140 0 0,468-253-192 0 0,-7 2-5 0 0,1 1 0 0 0,-11 9-1 0 0,21-12 22 0 0,8-3 0 0 0,11-4 0 0 0,24-9 0 0 0,61-27 0 0 0,36-26 0 0 0,-85 38 0 0 0,482-203 0 0 0,-522 226 0 0 0,-4 0 0 0 0,0 1 0 0 0,1 0 0 0 0,0 0 0 0 0,-1 1 0 0 0,1 1 0 0 0,16-2 0 0 0,-26 3 0 0 0,0 0 0 0 0,1 0 0 0 0,-1 0 1 0 0,0 0-1 0 0,1 0 0 0 0,-1 0 0 0 0,0 0 0 0 0,1 0 0 0 0,-1 0 0 0 0,0 0 0 0 0,1 0 0 0 0,-1 0 0 0 0,0 0 0 0 0,1 0 0 0 0,-1 0 0 0 0,0 1 0 0 0,1-1 0 0 0,-1 0 0 0 0,0 0 0 0 0,1 0 0 0 0,-1 0 0 0 0,0 1 0 0 0,0-1 0 0 0,1 0 0 0 0,-1 0 0 0 0,0 1 0 0 0,0-1 0 0 0,0 0 0 0 0,1 0 0 0 0,-1 1 0 0 0,0-1 0 0 0,0 0 0 0 0,0 0 0 0 0,0 1 0 0 0,1-1 0 0 0,-1 0 0 0 0,0 1 0 0 0,0-1 0 0 0,0 0 0 0 0,0 1 0 0 0,0-1 0 0 0,0 0 0 0 0,0 1 0 0 0,0-1 0 0 0,0 0 0 0 0,0 1 0 0 0,0-1 0 0 0,0 0 0 0 0,0 1 0 0 0,0-1 0 0 0,0 0 0 0 0,-1 1 0 0 0,1-1 0 0 0,0 0 0 0 0,0 1 0 0 0,0-1 0 0 0,0 0 0 0 0,-1 0 0 0 0,1 1 0 0 0,-17 17-13 0 0,-6 0 1 0 0,-1 0-1 0 0,-39 20 1 0 0,-57 21-10 0 0,111-55 21 0 0,-782 317 148 0 0,769-314-109 0 0,-5 2 28 0 0,-33 15 1 0 0,55-20-32 0 0,8-2 23 0 0,12-3 19 0 0,77-25-77 0 0,146-62 0 0 0,101-59 216 0 0,-226 97-190 0 0,265-108-228 0 0,-363 153 202 0 0,25-10 0 0 0,-37 14 0 0 0,1 0 0 0 0,-1 1 0 0 0,0-1 0 0 0,0 1 0 0 0,0-1 0 0 0,1 1 0 0 0,-1 0 0 0 0,0 0 0 0 0,6 1 0 0 0,-9 0 0 0 0,0-1 0 0 0,1 0 0 0 0,-1 0 0 0 0,0 0 0 0 0,0 0 0 0 0,1 0 0 0 0,-1 0 0 0 0,0 0 0 0 0,0 0 0 0 0,0 1 0 0 0,1-1 0 0 0,-1 0 0 0 0,0 0 0 0 0,0 0 0 0 0,0 1 0 0 0,0-1 0 0 0,1 0 0 0 0,-1 0 0 0 0,0 0 0 0 0,0 1 0 0 0,0-1 0 0 0,0 0 0 0 0,0 0 0 0 0,0 1 0 0 0,0-1 0 0 0,1 0 0 0 0,-1 0 0 0 0,0 1 0 0 0,0-1 0 0 0,0 0 0 0 0,0 0 0 0 0,0 1 0 0 0,0-1 0 0 0,0 0 0 0 0,0 0 0 0 0,-1 1 0 0 0,1-1 0 0 0,0 0 0 0 0,0 0 0 0 0,0 1 0 0 0,0-1 0 0 0,0 0 0 0 0,0 0 0 0 0,0 1 0 0 0,-1-1 0 0 0,1 0 0 0 0,0 0 0 0 0,0 0 0 0 0,0 1 0 0 0,0-1 0 0 0,-1 0 0 0 0,1 0 0 0 0,-12 12 0 0 0,12-12 0 0 0,-28 23 42 0 0,0-2 0 0 0,-47 25-1 0 0,-67 28 58 0 0,128-67-107 0 0,-357 154-19 0 0,99-46-10 0 0,219-92 32 0 0,22-11 26 0 0,0 2 0 0 0,1 2-1 0 0,-34 22 1 0 0,64-38-18 0 0,-1 0 0 0 0,1 0 1 0 0,-1 1-1 0 0,1-1 0 0 0,-1 0 1 0 0,1 0-1 0 0,0 1 0 0 0,-1-1 1 0 0,1 1-1 0 0,-1-1 0 0 0,1 0 1 0 0,0 1-1 0 0,-1-1 1 0 0,1 1-1 0 0,0-1 0 0 0,-1 1 1 0 0,1-1-1 0 0,0 1 0 0 0,0-1 1 0 0,0 1-1 0 0,-1-1 0 0 0,1 1 1 0 0,0-1-1 0 0,0 2 0 0 0,0-2 0 0 0,1 0-1 0 0,-1 1 1 0 0,1-1 0 0 0,-1 0-1 0 0,1 0 1 0 0,-1 1-1 0 0,1-1 1 0 0,-1 0 0 0 0,1 0-1 0 0,-1 0 1 0 0,1 1 0 0 0,-1-1-1 0 0,1 0 1 0 0,-1 0-1 0 0,1 0 1 0 0,-1 0 0 0 0,1 0-1 0 0,1 0 1 0 0,30-4 22 0 0,6-4-9 0 0,58-20-1 0 0,34-23 9 0 0,-56 22-19 0 0,71-26-5 0 0,246-104 0 0 0,-104 33 0 0 0,-286 126 0 0 0,1-1-1 0 0,1 0-1 0 0,-1 0 0 0 0,1 0 0 0 0,-1 0 1 0 0,1 1-1 0 0,-1-1 0 0 0,1 1 0 0 0,3 0 0 0 0,-6 0-1 0 0,0 0 0 0 0,0 1 0 0 0,0-1 0 0 0,0 0-1 0 0,0 1 1 0 0,0-1 0 0 0,0 0 0 0 0,-1 1 0 0 0,1-1-1 0 0,0 1 1 0 0,0-1 0 0 0,0 0 0 0 0,-1 0 0 0 0,1 1-1 0 0,0-1 1 0 0,0 0 0 0 0,-1 1 0 0 0,1-1 0 0 0,0 0-1 0 0,-1 0 1 0 0,1 1 0 0 0,0-1 0 0 0,-1 0 0 0 0,1 0-1 0 0,-21 13 9 0 0,-1-1 0 0 0,0-1 0 0 0,-31 10 0 0 0,20-7 29 0 0,-475 160 40 0 0,66-16 1022 0 0,433-154-1025 0 0,-30 14 225 0 0,37-17-281 0 0,-1 1-1 0 0,1-1 1 0 0,0 0-1 0 0,0 1 0 0 0,0-1 1 0 0,1 1-1 0 0,-1 0 0 0 0,0 0 1 0 0,0 0-1 0 0,1 0 0 0 0,0 0 1 0 0,-1 0-1 0 0,-1 4 0 0 0,3-6-11 0 0,0 1 0 0 0,0 0-1 0 0,0 0 1 0 0,0-1 0 0 0,0 1-1 0 0,0 0 1 0 0,0-1-1 0 0,0 1 1 0 0,0 0 0 0 0,0 0-1 0 0,1-1 1 0 0,-1 1 0 0 0,0 0-1 0 0,1-1 1 0 0,-1 1-1 0 0,0 0 1 0 0,1-1 0 0 0,-1 1-1 0 0,1-1 1 0 0,-1 1-1 0 0,1-1 1 0 0,-1 1 0 0 0,1-1-1 0 0,-1 1 1 0 0,1-1 0 0 0,-1 1-1 0 0,1-1 1 0 0,0 1-1 0 0,-1-1 1 0 0,1 0 0 0 0,0 0-1 0 0,1 1 1 0 0,24 8-4 0 0,-23-9 10 0 0,16 5 37 0 0,0-2 0 0 0,0-1-1 0 0,1 0 1 0 0,30-2 0 0 0,76-14-278 0 0,-32 3-626 0 0,-71 10 756 0 0,-5 0 90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6.8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83 194 455 0 0,'-22'-55'1251'0'0,"11"30"76"0"0,1-1 1 0 0,1 0-1 0 0,-6-35 0 0 0,16 73-78 0 0,0 0-1 0 0,-1 15 0 0 0,-8 71-1150 0 0,4-56 250 0 0,-2 473 177 0 0,9-178-590 0 0,3 316-104 0 0,58-1 15 0 0,-62-634 152 0 0,66 445-994 0 0,-27 3 5 0 0,-39 42 1116 0 0,-4-124 571 0 0,11-184-476 0 0,51 286 0 0 0,-57-466-220 0 0,57 354 34 0 0,-16 4-4 0 0,-36 17-149 0 0,-6-105 5 0 0,13-19 42 0 0,4 139 568 0 0,-35 247-180 0 0,12-533-237 0 0,-12 160 151 0 0,14-273-251 0 0,1-5-33 0 0,0 0-1 0 0,1 0 0 0 0,-1-1 1 0 0,1 1-1 0 0,0 0 0 0 0,1 0 0 0 0,-1 0 1 0 0,3 8-1 0 0,-3-14 39 0 0,0 0-1 0 0,0 1 1 0 0,0-1 0 0 0,0 0-1 0 0,0 0 1 0 0,0 0 0 0 0,0 1-1 0 0,0-1 1 0 0,0 0 0 0 0,0 0-1 0 0,0 0 1 0 0,0 1 0 0 0,1-1 0 0 0,-1 0-1 0 0,0 0 1 0 0,0 0 0 0 0,0 0-1 0 0,0 1 1 0 0,0-1 0 0 0,1 0-1 0 0,-1 0 1 0 0,0 0 0 0 0,0 0-1 0 0,0 0 1 0 0,0 0 0 0 0,1 0-1 0 0,-1 1 1 0 0,0-1 0 0 0,0 0-1 0 0,0 0 1 0 0,1 0 0 0 0,-1 0-1 0 0,0 0 1 0 0,0 0 0 0 0,0 0 0 0 0,1 0-1 0 0,-1 0 1 0 0,0 0 0 0 0,0 0-1 0 0,1 0 1 0 0,-1 0 0 0 0,0 0-1 0 0,0 0 1 0 0,0 0 0 0 0,1-1-1 0 0,-1 1 1 0 0,0 0 0 0 0,0 0-1 0 0,0 0 1 0 0,0 0 0 0 0,1 0-1 0 0,-1 0 1 0 0,0 0 0 0 0,0-1-1 0 0,0 1 1 0 0,0 0 0 0 0,1 0 0 0 0,6-12-953 0 0,-3 2 141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7.5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150 292 2759 0 0,'-5'-12'109'0'0,"0"0"0"0"0,1 0-1 0 0,1 0 1 0 0,0 0-1 0 0,1-1 1 0 0,-1-13-1 0 0,3-39 506 0 0,-1-27 1159 0 0,1 92-1728 0 0,0-1-1 0 0,0 1 1 0 0,0-1-1 0 0,0 1 1 0 0,0-1 0 0 0,0 1-1 0 0,0 0 1 0 0,0-1-1 0 0,0 1 1 0 0,0-1 0 0 0,0 1-1 0 0,0 0 1 0 0,0-1-1 0 0,-1 1 1 0 0,1-1 0 0 0,0 1-1 0 0,0 0 1 0 0,0-1-1 0 0,-1 1 1 0 0,1 0 0 0 0,0-1-1 0 0,-1 1 1 0 0,1 0-1 0 0,-1-1 1 0 0,-5 7 1051 0 0,-5 16 158 0 0,5-1-683 0 0,1 0 0 0 0,1 0-1 0 0,1 0 1 0 0,-1 27 0 0 0,7 87 378 0 0,-2-130-914 0 0,8 86 515 0 0,-7-76-406 0 0,1 1-1 0 0,1-1 1 0 0,10 25 0 0 0,-14-38-131 0 0,1 0 1 0 0,-1-1 0 0 0,1 1-1 0 0,0-1 1 0 0,0 1-1 0 0,-1-1 1 0 0,1 0-1 0 0,0 1 1 0 0,0-1-1 0 0,0 0 1 0 0,0 0 0 0 0,1 0-1 0 0,-1 1 1 0 0,0-1-1 0 0,0 0 1 0 0,1 0-1 0 0,-1-1 1 0 0,0 1-1 0 0,1 0 1 0 0,-1 0 0 0 0,1-1-1 0 0,-1 1 1 0 0,1-1-1 0 0,0 1 1 0 0,2-1-1 0 0,-2 0-9 0 0,-1 0-1 0 0,1-1 0 0 0,0 1 0 0 0,0-1 0 0 0,0 0 0 0 0,-1 1 1 0 0,1-1-1 0 0,0 0 0 0 0,-1 0 0 0 0,1 0 0 0 0,0 0 1 0 0,-1-1-1 0 0,0 1 0 0 0,1 0 0 0 0,-1-1 0 0 0,0 1 1 0 0,1 0-1 0 0,-1-1 0 0 0,0 0 0 0 0,0 1 0 0 0,1-3 1 0 0,4-7-18 0 0,-1-1 1 0 0,0 0 0 0 0,0 0 0 0 0,-2 0 0 0 0,1-1-1 0 0,2-16 1 0 0,4-79-220 0 0,-9 94 201 0 0,0-14-70 0 0,0 0 0 0 0,-7-52-1 0 0,5 69 97 0 0,-1 1-1 0 0,-1 1 0 0 0,1-1 0 0 0,-2 0 1 0 0,1 1-1 0 0,-1-1 0 0 0,-1 1 0 0 0,1 0 1 0 0,-1 0-1 0 0,-1 1 0 0 0,-8-11 0 0 0,12 17 30 0 0,0 0 0 0 0,0 0-1 0 0,0 0 1 0 0,-1 0 0 0 0,1 1-1 0 0,0-1 1 0 0,-1 0 0 0 0,1 1-1 0 0,-1 0 1 0 0,1 0 0 0 0,-1 0-1 0 0,0 0 1 0 0,1 0 0 0 0,-1 0-1 0 0,0 1 1 0 0,0-1 0 0 0,1 1-1 0 0,-1 0 1 0 0,0 0 0 0 0,0 0 0 0 0,0 0-1 0 0,0 0 1 0 0,-3 1 0 0 0,2 1 82 0 0,0-1 0 0 0,0 0 0 0 0,0 1 0 0 0,0 0 0 0 0,0 0 0 0 0,1 0 1 0 0,-1 1-1 0 0,1-1 0 0 0,-1 1 0 0 0,1 0 0 0 0,0-1 0 0 0,0 2 0 0 0,0-1 1 0 0,1 0-1 0 0,-4 5 0 0 0,0 3 97 0 0,0 0 1 0 0,1 0-1 0 0,0 1 1 0 0,0 0-1 0 0,2 0 1 0 0,-1 0-1 0 0,-1 17 1 0 0,1 1 119 0 0,-1 57 0 0 0,5-77-260 0 0,1 0-1 0 0,-1 0 1 0 0,2 0-1 0 0,-1-1 1 0 0,1 1 0 0 0,1 0-1 0 0,6 16 1 0 0,-8-24-52 0 0,0 0 1 0 0,0 0-1 0 0,0 0 0 0 0,1 0 1 0 0,-1 0-1 0 0,0 0 0 0 0,1 0 1 0 0,0 0-1 0 0,-1-1 0 0 0,1 1 1 0 0,0 0-1 0 0,0-1 1 0 0,0 0-1 0 0,-1 1 0 0 0,2-1 1 0 0,-1 0-1 0 0,0 0 0 0 0,0 0 1 0 0,0 0-1 0 0,0-1 0 0 0,1 1 1 0 0,-1-1-1 0 0,0 1 0 0 0,1-1 1 0 0,-1 0-1 0 0,0 0 1 0 0,1 0-1 0 0,-1 0 0 0 0,0 0 1 0 0,1 0-1 0 0,-1-1 0 0 0,0 1 1 0 0,0-1-1 0 0,1 1 0 0 0,-1-1 1 0 0,0 0-1 0 0,4-2 1 0 0,8-4-80 0 0,-1-1 1 0 0,0 0-1 0 0,0-1 1 0 0,-1 0 0 0 0,0-1-1 0 0,-1 0 1 0 0,0-1-1 0 0,-1 0 1 0 0,0 0 0 0 0,0-1-1 0 0,-1-1 1 0 0,-1 0 0 0 0,8-15-1 0 0,-16 27 65 0 0,1-1 0 0 0,0 1-1 0 0,0 0 1 0 0,-1-1 0 0 0,1 1-1 0 0,-1-1 1 0 0,0 1 0 0 0,1-1-1 0 0,-1 1 1 0 0,0-1 0 0 0,0 1-1 0 0,0-1 1 0 0,0 1-1 0 0,0-1 1 0 0,0 1 0 0 0,0-1-1 0 0,0 1 1 0 0,-1-1 0 0 0,0-1-1 0 0,1 1-1 0 0,-1 1-1 0 0,0 0 0 0 0,0 0 0 0 0,0 0 0 0 0,0 0 0 0 0,0 0 1 0 0,0 1-1 0 0,0-1 0 0 0,0 0 0 0 0,0 0 0 0 0,0 1 0 0 0,-1-1 0 0 0,1 0 1 0 0,0 1-1 0 0,0-1 0 0 0,-1 1 0 0 0,-1-1 0 0 0,-2 0-9 0 0,0 0 1 0 0,-1 1-1 0 0,1 0 0 0 0,-1 0 0 0 0,1 0 0 0 0,0 0 1 0 0,-1 1-1 0 0,1 0 0 0 0,-9 2 0 0 0,5 1 37 0 0,-1 1 0 0 0,0-1-1 0 0,1 2 1 0 0,0-1 0 0 0,0 1 0 0 0,1 0-1 0 0,-1 1 1 0 0,1 0 0 0 0,1 1 0 0 0,-1-1-1 0 0,1 1 1 0 0,1 1 0 0 0,0-1 0 0 0,0 1-1 0 0,-5 11 1 0 0,6-12 0 0 0,1 0-1 0 0,1 0 0 0 0,-1 1 1 0 0,2-1-1 0 0,-1 1 1 0 0,1 0-1 0 0,0 0 1 0 0,1-1-1 0 0,0 1 0 0 0,1 0 1 0 0,-1 0-1 0 0,2 0 1 0 0,-1 0-1 0 0,1 0 1 0 0,1 0-1 0 0,-1 0 0 0 0,2 0 1 0 0,3 9-1 0 0,-5-15-1 0 0,0-1-1 0 0,0 1 0 0 0,0-1 1 0 0,1 0-1 0 0,0 1 0 0 0,-1-1 1 0 0,1 0-1 0 0,0 0 1 0 0,0 0-1 0 0,0 0 0 0 0,0 0 1 0 0,0 0-1 0 0,1-1 0 0 0,-1 1 1 0 0,0-1-1 0 0,1 1 1 0 0,3 1-1 0 0,-1-2-163 0 0,-1 0 0 0 0,1 0 0 0 0,-1 0 0 0 0,1-1 0 0 0,0 0 0 0 0,-1 1 0 0 0,1-2 0 0 0,-1 1 1 0 0,10-2-1 0 0,18-5-6185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1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1464 588 3223 0 0,'43'-66'-114'0'0,"-28"44"-806"0"0,26-47 0 0 0,-36 58 1000 0 0,0-1 1 0 0,-1 0-1 0 0,0 0 0 0 0,-1-1 1 0 0,0 1-1 0 0,-1-1 0 0 0,-1 0 1 0 0,0 1-1 0 0,0-1 0 0 0,-3-21 1 0 0,1 24 25 0 0,-1 0 1 0 0,0 1-1 0 0,-1-1 1 0 0,0 1 0 0 0,0-1-1 0 0,-1 1 1 0 0,0 0-1 0 0,-1 0 1 0 0,0 0 0 0 0,0 1-1 0 0,-1 0 1 0 0,0 0-1 0 0,-1 0 1 0 0,-9-9-1 0 0,2 5 68 0 0,-1 1 0 0 0,-1 0-1 0 0,1 1 1 0 0,-2 1 0 0 0,1 0-1 0 0,-1 1 1 0 0,0 1 0 0 0,-1 0-1 0 0,0 2 1 0 0,-35-7-1 0 0,22 7-23 0 0,-1 1-1 0 0,1 2 0 0 0,-1 2 0 0 0,1 0 1 0 0,-53 9-1 0 0,35 0-38 0 0,0 2 1 0 0,-66 25-1 0 0,-87 48 63 0 0,104-42-128 0 0,-145 68 41 0 0,203-88 146 0 0,1 1-1 0 0,1 2 1 0 0,-64 55 0 0 0,94-72-158 0 0,0 0 0 0 0,1 0 0 0 0,0 0 1 0 0,0 1-1 0 0,1 0 0 0 0,0 0 0 0 0,0 1 1 0 0,1 0-1 0 0,1 0 0 0 0,0 0 0 0 0,0 0 1 0 0,1 1-1 0 0,0-1 0 0 0,0 1 0 0 0,2 0 1 0 0,-1 0-1 0 0,1 0 0 0 0,1 0 0 0 0,0 0 1 0 0,0 0-1 0 0,1 0 0 0 0,5 19 0 0 0,-2-9-2 0 0,2 0 0 0 0,1 0 0 0 0,0 0 0 0 0,2 0 0 0 0,17 31 0 0 0,-10-27-34 0 0,1 0 1 0 0,1-1-1 0 0,34 36 0 0 0,-14-24 7 0 0,1-2 0 0 0,2-2 0 0 0,1-1 0 0 0,70 38 1 0 0,-69-45-45 0 0,0-3 0 0 0,2-1 1 0 0,0-2-1 0 0,54 13 0 0 0,-71-25-2 0 0,0 0 0 0 0,1-2 0 0 0,-1-1 0 0 0,1-1 0 0 0,-1-2 0 0 0,1-1 0 0 0,0-1-1 0 0,39-8 1 0 0,-35 3 0 0 0,-1-2 0 0 0,0-1 0 0 0,-1-2 0 0 0,0-1 0 0 0,-1-1 0 0 0,0-2 0 0 0,-1-1 0 0 0,-1-1 0 0 0,-1-1 0 0 0,0-2 0 0 0,46-47 0 0 0,-55 47 22 0 0,-1 0-1 0 0,-1-2 0 0 0,0 0 1 0 0,-2-1-1 0 0,11-26 0 0 0,-6 7 22 0 0,-2-1 0 0 0,12-52-1 0 0,-20 58-23 0 0,-1-1 0 0 0,-3 1-1 0 0,-1-1 1 0 0,-1-57 0 0 0,-4 65 4 0 0,-2 1 1 0 0,-1-1 0 0 0,-1 0-1 0 0,-1 1 1 0 0,-2 0-1 0 0,-13-31 1 0 0,14 45 64 0 0,-1 0 0 0 0,0 0-1 0 0,-1 1 1 0 0,-1 0 0 0 0,-1 1 0 0 0,0 0-1 0 0,0 0 1 0 0,-1 1 0 0 0,-1 1 0 0 0,-21-16-1 0 0,17 16-459 0 0,-1 0-1 0 0,-1 1 1 0 0,0 1 0 0 0,-1 0-1 0 0,0 2 1 0 0,0 0-1 0 0,-1 2 1 0 0,-24-6-1 0 0,-1 4-3419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2.3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738 509 3223 0 0,'17'-17'-64'0'0,"0"-1"-1"0"0,-1-1 0 0 0,21-30 1 0 0,-21 7-1882 0 0,32-92 2480 0 0,-43 116-345 0 0,0-1 0 0 0,-2 0 0 0 0,0 0 0 0 0,-1 0 0 0 0,-1-30 0 0 0,-1 44-122 0 0,-1 1 1 0 0,1-1-1 0 0,-1 1 0 0 0,0-1 0 0 0,0 1 0 0 0,-1-1 0 0 0,1 1 0 0 0,-1 0 0 0 0,-4-8 0 0 0,4 10-48 0 0,1 0 1 0 0,-1 0-1 0 0,1 1 1 0 0,-1-1-1 0 0,0 0 0 0 0,0 1 1 0 0,1-1-1 0 0,-1 1 1 0 0,0 0-1 0 0,0-1 1 0 0,-1 1-1 0 0,1 0 1 0 0,0 0-1 0 0,0 1 0 0 0,0-1 1 0 0,-1 0-1 0 0,1 1 1 0 0,-1-1-1 0 0,1 1 1 0 0,-3 0-1 0 0,-5 0 16 0 0,0 0 0 0 0,1 1 0 0 0,-1 1-1 0 0,0-1 1 0 0,1 2 0 0 0,-18 5 0 0 0,-54 29-92 0 0,29-10 9 0 0,2 3 0 0 0,2 1 0 0 0,-69 58 1 0 0,72-49 190 0 0,2 2 1 0 0,1 2 0 0 0,2 2-1 0 0,3 1 1 0 0,-63 103-1 0 0,82-117-90 0 0,2-1 0 0 0,1 2-1 0 0,1 0 1 0 0,2 1-1 0 0,1 0 1 0 0,-9 61-1 0 0,19-89-52 0 0,1 1 0 0 0,0-1 0 0 0,1 0 0 0 0,-1 1 0 0 0,1-1 0 0 0,1 0 0 0 0,0 0 0 0 0,0 0 0 0 0,0 0 0 0 0,1 0 0 0 0,0 0 0 0 0,0 0 0 0 0,0-1 0 0 0,9 12 0 0 0,0-2 0 0 0,1-1 0 0 0,0 0 0 0 0,1-1 0 0 0,21 17 0 0 0,-11-13 89 0 0,2-1-1 0 0,-1-1 0 0 0,2-1 1 0 0,0-1-1 0 0,1-2 0 0 0,0-1 1 0 0,1-1-1 0 0,58 13 0 0 0,-27-13 188 0 0,2-2 0 0 0,-1-3 0 0 0,86-3 0 0 0,-95-5-47 0 0,0-3 1 0 0,99-22-1 0 0,94-51 328 0 0,-205 64-383 0 0,-1-2 0 0 0,-1-2 0 0 0,-1-1 0 0 0,-1-2 0 0 0,63-48 0 0 0,-84 56-105 0 0,1-1 0 0 0,-2 0-1 0 0,0-1 1 0 0,-1-1 0 0 0,20-31 0 0 0,-26 34-53 0 0,0 0-1 0 0,-1 0 1 0 0,0 0 0 0 0,-1 0 0 0 0,-1-1 0 0 0,0 0 0 0 0,-1 0 0 0 0,1-27 0 0 0,-3 21 31 0 0,-2 1-1 0 0,0 0 0 0 0,-1 0 1 0 0,-2 0-1 0 0,0 0 0 0 0,0 1 1 0 0,-2-1-1 0 0,-1 1 0 0 0,0 0 1 0 0,-1 1-1 0 0,-1 0 0 0 0,-1 0 1 0 0,-1 1-1 0 0,0 0 0 0 0,-20-23 1 0 0,-6-2-37 0 0,-1 1 0 0 0,-3 2 1 0 0,0 1-1 0 0,-3 3 0 0 0,-1 1 1 0 0,-1 2-1 0 0,-87-43 0 0 0,111 65-7 0 0,-1 1-1 0 0,0 1 1 0 0,-1 1-1 0 0,1 1 1 0 0,-1 1-1 0 0,-1 1 1 0 0,-40-1-1 0 0,34 5 7 0 0,1 2 0 0 0,-1 1-1 0 0,1 1 1 0 0,0 2 0 0 0,-51 16-1 0 0,33-5 15 0 0,0 3 1 0 0,-83 48-1 0 0,68-29-26 0 0,-79 64 0 0 0,127-91 3 0 0,1 1 0 0 0,0 1 0 0 0,1 0 0 0 0,1 0 0 0 0,0 1 0 0 0,1 1 0 0 0,0 0 0 0 0,2 0 0 0 0,-15 34 0 0 0,19-37 0 0 0,0 1 0 0 0,2-1 0 0 0,0 1 0 0 0,0-1 0 0 0,1 1 0 0 0,1 0 0 0 0,0 0 0 0 0,1 0 0 0 0,0 0 0 0 0,1 0 0 0 0,1 0 0 0 0,0 0 0 0 0,9 26 0 0 0,11 15 0 0 0,5-2 0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09:39.0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337 418 919 0 0,'-65'-223'2663'0'0,"51"180"-2334"0"0,5 17 651 0 0,0 0 0 0 0,-1 1 0 0 0,-25-44 0 0 0,34 69-918 0 0,1 0-1 0 0,0-1 0 0 0,0 1 0 0 0,0 0 1 0 0,0-1-1 0 0,-1 1 0 0 0,1 0 0 0 0,0-1 1 0 0,0 1-1 0 0,-1 0 0 0 0,1 0 1 0 0,0-1-1 0 0,0 1 0 0 0,-1 0 0 0 0,1 0 1 0 0,0-1-1 0 0,-1 1 0 0 0,1 0 0 0 0,0 0 1 0 0,-1 0-1 0 0,1 0 0 0 0,-1-1 0 0 0,1 1 1 0 0,0 0-1 0 0,-1 0 0 0 0,-3 8 1028 0 0,4 15-198 0 0,0-22-885 0 0,53 561 2034 0 0,-6-115-1723 0 0,-27 870-61 0 0,-95 66 128 0 0,37-442 510 0 0,34 0 22 0 0,4-869-905 0 0,-7 415 107 0 0,-12-303-353 0 0,13-150 52 0 0,-1 0-1 0 0,-2-1 1 0 0,-17 42 0 0 0,14-50-135 0 0,-17 27-1 0 0,18-35 174 0 0,1 1 0 0 0,1 1 0 0 0,-10 27 0 0 0,13-21 133 0 0,0 1 0 0 0,2 0 1 0 0,0 0-1 0 0,2 0 1 0 0,2 46-1 0 0,22 129-16 0 0,-11-138 25 0 0,2-1 0 0 0,25 70 0 0 0,-38-130 2 0 0,1 3-23 0 0,1-1 0 0 0,-1 0 0 0 0,1 1 1 0 0,0-1-1 0 0,0 0 0 0 0,1 0 0 0 0,-1 0 1 0 0,1-1-1 0 0,4 6 0 0 0,-7-9 16 0 0,0 1-1 0 0,1-1 1 0 0,-1 0 0 0 0,0 0-1 0 0,1 1 1 0 0,-1-1-1 0 0,0 0 1 0 0,1 0 0 0 0,-1 0-1 0 0,0 0 1 0 0,1 1-1 0 0,-1-1 1 0 0,0 0 0 0 0,1 0-1 0 0,-1 0 1 0 0,1 0-1 0 0,-1 0 1 0 0,0 0 0 0 0,1 0-1 0 0,-1 0 1 0 0,0 0-1 0 0,1 0 1 0 0,-1 0 0 0 0,1-1-1 0 0,-1 1 1 0 0,0 0-1 0 0,1 0 1 0 0,-1 0 0 0 0,0 0-1 0 0,1 0 1 0 0,-1-1-1 0 0,0 1 1 0 0,1 0 0 0 0,-1 0-1 0 0,0-1 1 0 0,0 1-1 0 0,1 0 1 0 0,-1 0 0 0 0,0-1-1 0 0,0 1 1 0 0,1 0-1 0 0,-1-1 1 0 0,0 1 0 0 0,0 0-1 0 0,0-1 1 0 0,0 1-1 0 0,1-1 1 0 0,5-19-567 0 0,-3-3-15 0 0,-1 1 0 0 0,-1-1 0 0 0,-1 1 1 0 0,-3-26-1 0 0,1 21-357 0 0,1 0 0 0 0,3-36 0 0 0,-1 55 613 0 0,1 0-1 0 0,0-1 0 0 0,1 1 1 0 0,-1 0-1 0 0,8-14 0 0 0,24-36-810 0 0,-21 39 1062 0 0,11-24-1 0 0,8-42 89 0 0,5-7 142 0 0,-37 91-112 0 0,1-1-1 0 0,0 1 1 0 0,-1 0-1 0 0,1 0 1 0 0,0 0-1 0 0,0-1 1 0 0,0 1-1 0 0,0 0 1 0 0,0 0-1 0 0,0 0 1 0 0,0 1-1 0 0,2-3 1 0 0,-3 3-11 0 0,0 0 0 0 0,1 0 0 0 0,-1 0 1 0 0,0 0-1 0 0,0 0 0 0 0,0 0 0 0 0,1 0 1 0 0,-1 0-1 0 0,0 0 0 0 0,0 0 0 0 0,0 0 1 0 0,1 0-1 0 0,-1 0 0 0 0,0 0 1 0 0,0 0-1 0 0,0 0 0 0 0,1 0 0 0 0,-1 0 1 0 0,0 0-1 0 0,0 1 0 0 0,0-1 0 0 0,1 0 1 0 0,-1 0-1 0 0,0 0 0 0 0,0 0 0 0 0,0 0 1 0 0,0 0-1 0 0,0 1 0 0 0,1-1 0 0 0,-1 0 1 0 0,3 13 941 0 0,12 190 3830 0 0,-9-147-4178 0 0,-3 2 0 0 0,-7 100 1 0 0,1-115-186 0 0,1 2-1 0 0,4 47 1 0 0,-1-88-541 0 0,0-6 45 0 0,2-9 27 0 0,1-18-5 0 0,1-173-867 0 0,-5 202 908 0 0,0-1-1 0 0,0 1 1 0 0,0-1-1 0 0,0 1 0 0 0,0-1 1 0 0,0 1-1 0 0,0-1 1 0 0,0 0-1 0 0,0 1 1 0 0,0-1-1 0 0,0 1 0 0 0,0-1 1 0 0,0 1-1 0 0,-1-1 1 0 0,1 1-1 0 0,0 0 1 0 0,0-1-1 0 0,0 1 0 0 0,-1-1 1 0 0,1 1-1 0 0,0-1 1 0 0,-1 1-1 0 0,0-1 1 0 0,1 1-1 0 0,-1 0 1 0 0,1 0 0 0 0,-1 1-1 0 0,1-1 1 0 0,0 0 0 0 0,-1 0 0 0 0,1 1-1 0 0,-1-1 1 0 0,1 0 0 0 0,0 1-1 0 0,-1-1 1 0 0,1 0 0 0 0,0 1-1 0 0,-1-1 1 0 0,1 1 0 0 0,0-1 0 0 0,-1 0-1 0 0,1 2 1 0 0,-13 24 26 0 0,7-10 249 0 0,1 1 1 0 0,1-1-1 0 0,0 1 1 0 0,-1 26-1 0 0,4-31-40 0 0,1-1 0 0 0,0 1 0 0 0,1 0 0 0 0,0-1 0 0 0,1 0 0 0 0,0 1 0 0 0,6 18 0 0 0,-6-27-187 0 0,-1 0 0 0 0,0 0 0 0 0,1 1 0 0 0,0-1 0 0 0,0 0 0 0 0,0-1 0 0 0,0 1 0 0 0,4 4 0 0 0,9 4 32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10:29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34 919 0 0,'-3'0'229'0'0,"-1"-1"-1"0"0,1 1 0 0 0,0-1 0 0 0,-1 0 1 0 0,1 0-1 0 0,0 0 0 0 0,0 0 0 0 0,0 0 1 0 0,0-1-1 0 0,0 1 0 0 0,0-1 0 0 0,0 0 0 0 0,0 0 1 0 0,1 0-1 0 0,-1 0 0 0 0,-3-5 0 0 0,6 7-197 0 0,0 0 0 0 0,0 0 0 0 0,0 0 0 0 0,0 0 0 0 0,0 0 0 0 0,0 0 0 0 0,-1-1 0 0 0,1 1-1 0 0,0 0 1 0 0,0 0 0 0 0,0 0 0 0 0,0 0 0 0 0,0 0 0 0 0,0 0 0 0 0,0 0 0 0 0,0 0 0 0 0,0-1 0 0 0,0 1-1 0 0,0 0 1 0 0,0 0 0 0 0,0 0 0 0 0,0 0 0 0 0,0 0 0 0 0,1 0 0 0 0,-1 0 0 0 0,0 0 0 0 0,0-1-1 0 0,0 1 1 0 0,0 0 0 0 0,0 0 0 0 0,0 0 0 0 0,0 0 0 0 0,0 0 0 0 0,0 0 0 0 0,0 0 0 0 0,0 0 0 0 0,0 0-1 0 0,0 0 1 0 0,1 0 0 0 0,-1 0 0 0 0,0 0 0 0 0,0-1 0 0 0,0 1 0 0 0,7-1 613 0 0,10 0-238 0 0,-15 1-320 0 0,81 0 1010 0 0,131 16 0 0 0,39 12-80 0 0,-16-16-793 0 0,6 0 5 0 0,45 15-56 0 0,-283-26-167 0 0,212 19 185 0 0,-24-3-48 0 0,-110-8-138 0 0,1-3-1 0 0,144-10 1 0 0,190-11 448 0 0,-78 10 159 0 0,-95-2-522 0 0,-140 6-34 0 0,222 8 165 0 0,-232 1-116 0 0,1-4 0 0 0,112-10 0 0 0,-102-3-8 0 0,193 7 0 0 0,42 7 164 0 0,-139-7-182 0 0,76-13-78 0 0,28 0 0 0 0,-289 16 12 0 0,288 5 158 0 0,-144-8-145 0 0,219-8 24 0 0,-238 3 59 0 0,173 13 0 0 0,-90-1-90 0 0,-13-2-20 0 0,216 0 296 0 0,-151-2-347 0 0,-25 1 116 0 0,91 2-151 0 0,-17 8 152 0 0,-23-3 0 0 0,-2-5 7 0 0,-41-2-14 0 0,42-3 196 0 0,-57-1-50 0 0,267-25 59 0 0,-296 17 179 0 0,-139 8-96 0 0,-73 2-311 0 0,14 0 47 0 0,0-1 1 0 0,0-1 0 0 0,0 0-1 0 0,20-6 1 0 0,-37 8-65 0 0,0 0 1 0 0,0-1 0 0 0,0 1 0 0 0,1-1-1 0 0,-1 1 1 0 0,0-1 0 0 0,0 1-1 0 0,0-1 1 0 0,0 0 0 0 0,0 1 0 0 0,0-1-1 0 0,0 0 1 0 0,0 0 0 0 0,-1 0 0 0 0,2-1-1 0 0,-2 1 14 0 0,1 0-1 0 0,-1 0 1 0 0,0 1 0 0 0,0-1-1 0 0,0 0 1 0 0,0 0-1 0 0,0 0 1 0 0,0 0-1 0 0,0 0 1 0 0,0 1-1 0 0,0-1 1 0 0,0 0-1 0 0,-1 0 1 0 0,1 0 0 0 0,0 1-1 0 0,0-1 1 0 0,-1 0-1 0 0,1 0 1 0 0,-1-1-1 0 0,1-1 106 0 0,0 3-136 0 0,0 0 0 0 0,0 0 0 0 0,0 0 0 0 0,0 0 0 0 0,0 0 0 0 0,0 0 0 0 0,0 0-1 0 0,0 0 1 0 0,0 0 0 0 0,0 1 0 0 0,0-1 0 0 0,0 0 0 0 0,0 0 0 0 0,0 0-1 0 0,0 0 1 0 0,0 0 0 0 0,0 0 0 0 0,0 0 0 0 0,-1 0 0 0 0,1 0 0 0 0,0 0 0 0 0,0 0-1 0 0,0 0 1 0 0,0 0 0 0 0,0 0 0 0 0,0 0 0 0 0,0 0 0 0 0,0 0 0 0 0,0 0-1 0 0,0 0 1 0 0,0 0 0 0 0,0 0 0 0 0,0-1 0 0 0,0 1 0 0 0,0 0 0 0 0,0 0 0 0 0,0 0-1 0 0,0 0 1 0 0,0 0 0 0 0,0 0 0 0 0,-1 0 0 0 0,1 0 0 0 0,0 0 0 0 0,0 0-1 0 0,0 0 1 0 0,0 0 0 0 0,0 0 0 0 0,0 0 0 0 0,0 0 0 0 0,0 0 0 0 0,0 0 0 0 0,0 0-1 0 0,0 0 1 0 0,0 0 0 0 0,0 0 0 0 0,0 0 0 0 0,0-1 0 0 0,0 1 0 0 0,0 0-1 0 0,0 0 1 0 0,0 0 0 0 0,0 1 0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10:57.9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1559 27 3223 0 0,'-5'-4'269'0'0,"-1"0"0"0"0,1 0 0 0 0,-1 1-1 0 0,-7-4 1 0 0,10 6-154 0 0,0 0 0 0 0,1 0 0 0 0,-1 1 0 0 0,0-1 0 0 0,-1 1 0 0 0,1 0 0 0 0,0 0 0 0 0,0 0 0 0 0,0 0 0 0 0,0 0 0 0 0,-6 2 0 0 0,-25 7 203 0 0,1 2 0 0 0,-49 22 0 0 0,44-16-157 0 0,-54 15 0 0 0,-64 16 237 0 0,136-40-312 0 0,-1 1 0 0 0,1 1-1 0 0,0 1 1 0 0,1 1 0 0 0,-22 18-1 0 0,-16 21 73 0 0,2 4-1 0 0,-52 66 1 0 0,60-66-167 0 0,-78 106-153 0 0,103-127 132 0 0,2 0-1 0 0,2 1 0 0 0,-17 45 0 0 0,-88 225 20 0 0,90-228 22 0 0,-43 107-48 0 0,59-137 13 0 0,-21 98 0 0 0,10 2-4 0 0,-13 73 2 0 0,20-100 57 0 0,4-30 38 0 0,-9 140-1 0 0,26-206-73 0 0,1 1 0 0 0,2-1 1 0 0,6 35-1 0 0,26 72-36 0 0,-20-81 23 0 0,14 86 0 0 0,-26-105 18 0 0,-2-18 0 0 0,0 1 0 0 0,1-1 0 0 0,5 18 0 0 0,-5-27 0 0 0,0 1 0 0 0,0-1 0 0 0,0 0 0 0 0,0 0 0 0 0,0 0 0 0 0,1 0 0 0 0,0 0 0 0 0,0 0 0 0 0,0-1 0 0 0,0 0 0 0 0,0 1 0 0 0,1-1 0 0 0,6 4 0 0 0,-1-1 0 0 0,0-1 0 0 0,0 0 0 0 0,0-1 0 0 0,1 0 0 0 0,-1 0 0 0 0,1-1 0 0 0,0-1 0 0 0,0 1 0 0 0,11 0 0 0 0,-13-3 0 0 0,1 1 0 0 0,-1-1 0 0 0,0 0 0 0 0,0-1 0 0 0,0 0 0 0 0,0 0 0 0 0,0-1 0 0 0,0 0 0 0 0,-1 0 0 0 0,1-1 0 0 0,14-7 0 0 0,-3-3-111 0 0,0 0 0 0 0,-1-1 0 0 0,-1-1 0 0 0,-1 0 0 0 0,24-29 0 0 0,5-3-39 0 0,-40 42 150 0 0,0 0 0 0 0,0 0 0 0 0,0 1 0 0 0,1 0 0 0 0,0 0 0 0 0,0 0 0 0 0,0 1 0 0 0,0 0 0 0 0,7-3 0 0 0,-10 6 0 0 0,0-1 0 0 0,0 0 0 0 0,0 1 0 0 0,0 0 0 0 0,0-1 0 0 0,1 1 0 0 0,-1 1 0 0 0,0-1 0 0 0,0 0 0 0 0,0 1 0 0 0,0-1 0 0 0,0 1 0 0 0,0 0 0 0 0,-1 0 0 0 0,1 0 0 0 0,0 0 0 0 0,0 1 0 0 0,-1-1 0 0 0,1 1 0 0 0,0 0 0 0 0,-1 0 0 0 0,5 3 0 0 0,-3 0 0 0 0,0-1 0 0 0,-1 0 0 0 0,1 1 0 0 0,-1-1 0 0 0,0 1 0 0 0,0 0 0 0 0,0 0 0 0 0,-1 0 0 0 0,0 0 0 0 0,0 1 0 0 0,0-1 0 0 0,-1 1 0 0 0,1-1 0 0 0,-1 1 0 0 0,-1 0 0 0 0,1-1 0 0 0,-1 8 0 0 0,2 1 72 0 0,-1-18-59 0 0,1 0 0 0 0,1 0-1 0 0,-1 1 1 0 0,5-7 0 0 0,2-3 41 0 0,3-4-37 0 0,0 0 1 0 0,26-26-1 0 0,-9 11 91 0 0,-26 27-75 0 0,1 1 1 0 0,0 0-1 0 0,-1 1 1 0 0,1-1-1 0 0,1 0 1 0 0,-1 1-1 0 0,0 0 1 0 0,1 0-1 0 0,0 1 1 0 0,-1-1-1 0 0,1 1 1 0 0,0 0 0 0 0,0 0-1 0 0,1 0 1 0 0,-1 1-1 0 0,0 0 1 0 0,0 0-1 0 0,1 0 1 0 0,-1 1-1 0 0,11 0 1 0 0,16 5 2 0 0,-21-3-26 0 0,-1 0 0 0 0,15 0 0 0 0,-14-1-22 0 0,-8 1-48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10:58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33 111 4143 0 0,'-8'-6'271'0'0,"5"5"-200"0"0,0-1 1 0 0,1 0-1 0 0,-1 0 1 0 0,1 0-1 0 0,0 0 1 0 0,-1 0 0 0 0,-3-5-1 0 0,6 6 4 0 0,0 0 0 0 0,0 0-1 0 0,0 0 1 0 0,0 0 0 0 0,0 0 0 0 0,0 0-1 0 0,0 0 1 0 0,0 0 0 0 0,1 0 0 0 0,-1 0-1 0 0,0 0 1 0 0,1 0 0 0 0,-1 1 0 0 0,0-1-1 0 0,1 0 1 0 0,-1 0 0 0 0,1 0 0 0 0,-1 0-1 0 0,1 0 1 0 0,1-1 0 0 0,14-14-204 0 0,-10 12 124 0 0,-1 0 0 0 0,1 1 0 0 0,0 0 0 0 0,1 0 0 0 0,-1 0 0 0 0,0 1 0 0 0,1 0 0 0 0,-1 0 0 0 0,1 0 0 0 0,0 1 0 0 0,0 0 0 0 0,9 1 0 0 0,5 0 7 0 0,1 1 0 0 0,33 7-1 0 0,-34-6-1 0 0,0-1 0 0 0,22-1 0 0 0,10 1 0 0 0,-43 0 27 0 0,1 0-1 0 0,-1-1 1 0 0,0 0-1 0 0,1-1 1 0 0,-1 0 0 0 0,0 0-1 0 0,0-1 1 0 0,20-7-1 0 0,-30 9-21 0 0,10-4 253 0 0,-1 0 0 0 0,1 1 0 0 0,-1 1 0 0 0,17-3 0 0 0,-24 5-203 0 0,0-1 0 0 0,0 1 0 0 0,0 0 0 0 0,0 1 0 0 0,0-1 0 0 0,0 0 0 0 0,0 0 0 0 0,0 1 0 0 0,-1-1 0 0 0,1 1 0 0 0,0 0 0 0 0,0 0 0 0 0,3 1 0 0 0,-4-1-40 0 0,0 0 0 0 0,0 0 0 0 0,0 0 0 0 0,0 1 0 0 0,0-1 0 0 0,0 0-1 0 0,-1 0 1 0 0,1 1 0 0 0,0-1 0 0 0,-1 0 0 0 0,1 1 0 0 0,-1-1 0 0 0,1 1-1 0 0,-1-1 1 0 0,0 1 0 0 0,1-1 0 0 0,-1 1 0 0 0,0-1 0 0 0,0 1 0 0 0,0 1-1 0 0,0 2 45 0 0,-1 1 0 0 0,0-1-1 0 0,0 0 1 0 0,0 0-1 0 0,0 1 1 0 0,-1-1 0 0 0,0 0-1 0 0,-3 5 1 0 0,-23 38 485 0 0,17-30-336 0 0,-161 218 480 0 0,124-175-696 0 0,10-12 8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12T16:11:16.7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71 107 455 0 0,'-62'-53'3566'0'0,"62"53"-3520"0"0,0 0 0 0 0,0 0 1 0 0,0 0-1 0 0,0-1 0 0 0,0 1 0 0 0,-1 0 1 0 0,1 0-1 0 0,0 0 0 0 0,0 0 0 0 0,0 0 1 0 0,-1 0-1 0 0,1 0 0 0 0,0 0 0 0 0,0 0 1 0 0,0 0-1 0 0,-1 0 0 0 0,1 0 0 0 0,0 0 1 0 0,0 0-1 0 0,0 0 0 0 0,-1 0 0 0 0,1 0 1 0 0,0 0-1 0 0,0 0 0 0 0,0 0 1 0 0,-1 0-1 0 0,1 0 0 0 0,0 0 0 0 0,0 0 1 0 0,0 0-1 0 0,0 0 0 0 0,-1 0 0 0 0,1 1 1 0 0,0-1-1 0 0,0 0 0 0 0,0 0 0 0 0,0 0 1 0 0,-1 0-1 0 0,1 0 0 0 0,0 1 0 0 0,0-1 1 0 0,0 0-1 0 0,0 0 0 0 0,0 0 0 0 0,0 0 1 0 0,0 1-1 0 0,0-1 0 0 0,0 0 0 0 0,-1 0 1 0 0,1 0-1 0 0,0 1 0 0 0,0-1 0 0 0,0 0 1 0 0,0 0-1 0 0,0 0 0 0 0,0 1 1 0 0,0-1-1 0 0,1 0 0 0 0,-2 14 849 0 0,2-13-873 0 0,-1 0 1 0 0,1 0-1 0 0,0 1 0 0 0,0-1 1 0 0,0 0-1 0 0,0 0 1 0 0,0 0-1 0 0,0 0 1 0 0,1-1-1 0 0,-1 1 1 0 0,0 0-1 0 0,0 0 0 0 0,1-1 1 0 0,-1 1-1 0 0,0-1 1 0 0,1 1-1 0 0,-1-1 1 0 0,0 1-1 0 0,1-1 1 0 0,-1 0-1 0 0,1 0 0 0 0,-1 0 1 0 0,2 0-1 0 0,7 1 109 0 0,0-2-1 0 0,13-1 1 0 0,-15 2 7 0 0,222-28 2581 0 0,97-7-737 0 0,-135 38-1592 0 0,-92 1-288 0 0,103 15 91 0 0,-2 16-11 0 0,-122-20-280 0 0,13-3 125 0 0,99 1-1 0 0,-88-8-15 0 0,231-7-11 0 0,-86-3 0 0 0,183 0 176 0 0,-150 6 104 0 0,9-5-207 0 0,-87-3-58 0 0,205-10 177 0 0,-23-2-94 0 0,-176 11-60 0 0,91 1-38 0 0,19-1 0 0 0,231-9 104 0 0,-328 12-72 0 0,-47 0-32 0 0,210-6 0 0 0,-79 5 41 0 0,-55 2-10 0 0,151 4 452 0 0,-159 3-262 0 0,361 0-101 0 0,-588-1 72 0 0,-7 1-512 0 0,-9-3 296 0 0,0 0-1 0 0,0 0 1 0 0,0 0 0 0 0,0 0-1 0 0,0 0 1 0 0,1 0 0 0 0,-1 0-1 0 0,0 1 1 0 0,0-1 0 0 0,0 0-1 0 0,0 0 1 0 0,0 0 0 0 0,0 0 0 0 0,0 0-1 0 0,0 0 1 0 0,0 0 0 0 0,0 0-1 0 0,0 0 1 0 0,0 1 0 0 0,1-1-1 0 0,-1 0 1 0 0,0 0 0 0 0,0 0-1 0 0,0 0 1 0 0,0 0 0 0 0,0 0-1 0 0,0 0 1 0 0,0 1 0 0 0,0-1-1 0 0,0 0 1 0 0,0 0 0 0 0,0 0-1 0 0,0 0 1 0 0,0 0 0 0 0,0 0-1 0 0,0 0 1 0 0,0 1 0 0 0,0-1 0 0 0,-1 0-1 0 0,1 0 1 0 0,0 0 0 0 0,0 0-1 0 0,0 0 1 0 0,0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DE2E141F-BAC5-40F1-B358-532684D086EC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2B737A4-72B7-45D9-831C-DF1D57257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0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CCB3-C956-459D-9042-43B791C7D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80545-57C3-4416-B583-2E4AD4E1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585B8-4610-4469-A53A-4DE5A5349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51E6-A8A9-4CC2-9C64-D9031ED2FCC1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B67DA-D87F-4B81-BDE0-9B6A4083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5DDF1-249D-4F61-9F4A-DE9962003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4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83D9-57A7-4554-A094-8E21F85AB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4F55-6050-46F7-8766-B6A8FFBB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094C-65FC-4B99-B128-F8C7592C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AD5FE-290D-485A-B8AB-DE3055B41502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D240D-34B4-48C7-9800-3AB85EE6D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FB8A-6342-46D5-8044-8B4BE155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137C-593D-4A3B-B1AF-D37482DF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6C02D-A0E3-4DFC-8518-89B0ACCD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62FC7-BFC5-4C0E-8B7E-5C6BF841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8784-2D53-4180-A1EB-BE7E0B126B1D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3F3AB-518B-4544-9DC0-E4167A145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5809-7F4A-4DB7-AB1F-076B4CA5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CD35-34D1-4529-A1EB-A77137A92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842FC-8701-40E2-844C-CDCA778B2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31D7E-E1C6-4C7D-9170-FB4F33DD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EE94B-497E-46B5-B1FA-F07B3E8C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7669-3475-4EF7-91D9-70397558B2FA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654FF-AAD6-43D4-8629-669D3A36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73C60-01EE-48A9-A51E-537F843C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1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994C-4885-4C65-8FD0-6232BFCD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B06E2-E67C-4E41-95DB-C172CD46F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63360-7FD6-4400-A2B8-A41D81A08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FD8D7-FFEF-4EA5-9536-2AEA43F78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54B06-4FB1-46C2-9C43-FB5F283FE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66468B-A973-4542-BB5C-B44FB713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CC34-4076-4BEE-B96D-58787809CBFD}" type="datetime1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D30B32-5E8F-4256-A3E9-AF53594E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9AD14-941E-4763-98D9-184F3F31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1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AE235-54B1-4180-9B6E-782E5F05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19ED6-FAC0-4AB7-8AC4-1C104A16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03F79-F622-4BD3-9E49-960B781145F4}" type="datetime1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41E58D-716E-43E9-A662-B209DB2E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C236-DD64-4B35-8C12-10CCFB2C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81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6C1C4-12AF-46D2-BCB2-B81F9E68E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0BB1-7C5C-4A34-8B05-4ADE7522F873}" type="datetime1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15F4D-EA4C-4FA3-A95F-83420C6A7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BB6FC-B139-4824-95D1-3B5930F0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9BFA0-4AF8-49F6-B773-AC442FE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4B21-7D7B-4CB0-B2FD-6AC3BBB8B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24650-FB6B-4B04-A53F-C19FEA076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DF51-0744-46E0-8BD7-D1F50717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59389-C86A-4E61-A4E3-EE43EE2E1717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20B06-3FD8-4A4E-9477-E4030AB2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CBB07-7749-4EBB-B6E8-7163855A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14BA-054C-48D9-9E27-FB712CF6A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CF622E-2FB8-4C2A-A1E0-C1174EB9F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9B6B-4164-4876-81EB-61AD6DC1F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A410B-E1C3-4F06-9CB4-131ACCAD7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250D-7BA1-4B22-9489-F5CCBFA24BF1}" type="datetime1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7B4E-9C57-40ED-86B5-9AEAE1B9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BE975-0119-4470-AA67-9185ECA0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081E-B794-4CA6-A1CE-5492070F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F3DEC-7C5A-4F4F-8AE9-7C312B9DA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C61FF-23B2-44A4-BE61-D9A187B9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DD451-8A4F-43D6-8010-1FBE9CC830C1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68607-4F42-496A-8BE9-16799B40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0B0B3-68EA-48C2-9E75-A6331A73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0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5FCFB-F5A9-42A9-BCCF-229FDFE46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82258-3739-43A8-9034-54C1754AE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458E8-A16D-483A-B8DA-DD3BA88F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F6DF-9584-43BE-8A29-92692DA4E8CA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BE446-5A4A-4F8B-B077-B6F763B8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2FC4F-3225-459D-8716-8FE06F03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7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0FC8-5AB1-41B5-A6C2-E12007DDE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2B3D9-C8FA-42C0-9869-56691E1F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AA24F-FE26-42AB-B3A0-5A4779A1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88-5772-41EE-A1BB-99CECD4ED67E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4DFE-87DE-4850-8ABB-CFB63691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358AD-4E57-4E28-BAE1-3B3D0858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A0261-72EE-418B-A5F7-C6EC4AAC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6ACB5-4574-4FC9-8BC8-98930D78E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AFC6-B1E3-49E8-95A9-77D1E4491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53E4D-67BA-47DF-BCC2-7AB22FD78B3E}" type="datetime1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F4010-8AED-42F8-89AE-2210174BC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DEE9-A7E1-46D3-8C3E-A755E0248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A85BE-9DD1-40FA-B588-5DB3D2EB6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5.xml"/><Relationship Id="rId42" Type="http://schemas.openxmlformats.org/officeDocument/2006/relationships/customXml" Target="../ink/ink19.xm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.xml"/><Relationship Id="rId11" Type="http://schemas.openxmlformats.org/officeDocument/2006/relationships/image" Target="../media/image7.png"/><Relationship Id="rId24" Type="http://schemas.openxmlformats.org/officeDocument/2006/relationships/customXml" Target="../ink/ink10.xml"/><Relationship Id="rId32" Type="http://schemas.openxmlformats.org/officeDocument/2006/relationships/customXml" Target="../ink/ink14.xml"/><Relationship Id="rId37" Type="http://schemas.openxmlformats.org/officeDocument/2006/relationships/image" Target="../media/image20.png"/><Relationship Id="rId40" Type="http://schemas.openxmlformats.org/officeDocument/2006/relationships/customXml" Target="../ink/ink18.xml"/><Relationship Id="rId5" Type="http://schemas.openxmlformats.org/officeDocument/2006/relationships/image" Target="../media/image4.sv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2.xml"/><Relationship Id="rId36" Type="http://schemas.openxmlformats.org/officeDocument/2006/relationships/customXml" Target="../ink/ink16.xml"/><Relationship Id="rId10" Type="http://schemas.openxmlformats.org/officeDocument/2006/relationships/customXml" Target="../ink/ink3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5.png"/><Relationship Id="rId30" Type="http://schemas.openxmlformats.org/officeDocument/2006/relationships/customXml" Target="../ink/ink13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8" Type="http://schemas.openxmlformats.org/officeDocument/2006/relationships/customXml" Target="../ink/ink2.xml"/><Relationship Id="rId3" Type="http://schemas.openxmlformats.org/officeDocument/2006/relationships/image" Target="../media/image2.svg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1.png"/><Relationship Id="rId21" Type="http://schemas.openxmlformats.org/officeDocument/2006/relationships/image" Target="../media/image33.png"/><Relationship Id="rId42" Type="http://schemas.openxmlformats.org/officeDocument/2006/relationships/customXml" Target="../ink/ink40.xml"/><Relationship Id="rId63" Type="http://schemas.openxmlformats.org/officeDocument/2006/relationships/image" Target="../media/image54.png"/><Relationship Id="rId84" Type="http://schemas.openxmlformats.org/officeDocument/2006/relationships/customXml" Target="../ink/ink61.xml"/><Relationship Id="rId138" Type="http://schemas.openxmlformats.org/officeDocument/2006/relationships/customXml" Target="../ink/ink88.xml"/><Relationship Id="rId159" Type="http://schemas.openxmlformats.org/officeDocument/2006/relationships/image" Target="../media/image102.png"/><Relationship Id="rId170" Type="http://schemas.openxmlformats.org/officeDocument/2006/relationships/customXml" Target="../ink/ink104.xml"/><Relationship Id="rId191" Type="http://schemas.openxmlformats.org/officeDocument/2006/relationships/image" Target="../media/image118.png"/><Relationship Id="rId205" Type="http://schemas.openxmlformats.org/officeDocument/2006/relationships/image" Target="../media/image125.png"/><Relationship Id="rId226" Type="http://schemas.openxmlformats.org/officeDocument/2006/relationships/customXml" Target="../ink/ink132.xml"/><Relationship Id="rId107" Type="http://schemas.openxmlformats.org/officeDocument/2006/relationships/image" Target="../media/image76.png"/><Relationship Id="rId11" Type="http://schemas.openxmlformats.org/officeDocument/2006/relationships/image" Target="../media/image28.png"/><Relationship Id="rId32" Type="http://schemas.openxmlformats.org/officeDocument/2006/relationships/customXml" Target="../ink/ink35.xml"/><Relationship Id="rId53" Type="http://schemas.openxmlformats.org/officeDocument/2006/relationships/image" Target="../media/image49.png"/><Relationship Id="rId74" Type="http://schemas.openxmlformats.org/officeDocument/2006/relationships/customXml" Target="../ink/ink56.xml"/><Relationship Id="rId128" Type="http://schemas.openxmlformats.org/officeDocument/2006/relationships/customXml" Target="../ink/ink83.xml"/><Relationship Id="rId149" Type="http://schemas.openxmlformats.org/officeDocument/2006/relationships/image" Target="../media/image97.png"/><Relationship Id="rId5" Type="http://schemas.openxmlformats.org/officeDocument/2006/relationships/image" Target="../media/image25.png"/><Relationship Id="rId95" Type="http://schemas.openxmlformats.org/officeDocument/2006/relationships/image" Target="../media/image70.png"/><Relationship Id="rId160" Type="http://schemas.openxmlformats.org/officeDocument/2006/relationships/customXml" Target="../ink/ink99.xml"/><Relationship Id="rId181" Type="http://schemas.openxmlformats.org/officeDocument/2006/relationships/image" Target="../media/image113.png"/><Relationship Id="rId216" Type="http://schemas.openxmlformats.org/officeDocument/2006/relationships/customXml" Target="../ink/ink127.xml"/><Relationship Id="rId237" Type="http://schemas.openxmlformats.org/officeDocument/2006/relationships/image" Target="../media/image140.png"/><Relationship Id="rId22" Type="http://schemas.openxmlformats.org/officeDocument/2006/relationships/customXml" Target="../ink/ink30.xml"/><Relationship Id="rId43" Type="http://schemas.openxmlformats.org/officeDocument/2006/relationships/image" Target="../media/image44.png"/><Relationship Id="rId64" Type="http://schemas.openxmlformats.org/officeDocument/2006/relationships/customXml" Target="../ink/ink51.xml"/><Relationship Id="rId118" Type="http://schemas.openxmlformats.org/officeDocument/2006/relationships/customXml" Target="../ink/ink78.xml"/><Relationship Id="rId139" Type="http://schemas.openxmlformats.org/officeDocument/2006/relationships/image" Target="../media/image92.png"/><Relationship Id="rId85" Type="http://schemas.openxmlformats.org/officeDocument/2006/relationships/image" Target="../media/image65.png"/><Relationship Id="rId150" Type="http://schemas.openxmlformats.org/officeDocument/2006/relationships/customXml" Target="../ink/ink94.xml"/><Relationship Id="rId171" Type="http://schemas.openxmlformats.org/officeDocument/2006/relationships/image" Target="../media/image108.png"/><Relationship Id="rId192" Type="http://schemas.openxmlformats.org/officeDocument/2006/relationships/customXml" Target="../ink/ink115.xml"/><Relationship Id="rId206" Type="http://schemas.openxmlformats.org/officeDocument/2006/relationships/customXml" Target="../ink/ink122.xml"/><Relationship Id="rId227" Type="http://schemas.openxmlformats.org/officeDocument/2006/relationships/image" Target="../media/image135.png"/><Relationship Id="rId12" Type="http://schemas.openxmlformats.org/officeDocument/2006/relationships/customXml" Target="../ink/ink25.xml"/><Relationship Id="rId33" Type="http://schemas.openxmlformats.org/officeDocument/2006/relationships/image" Target="../media/image39.png"/><Relationship Id="rId108" Type="http://schemas.openxmlformats.org/officeDocument/2006/relationships/customXml" Target="../ink/ink73.xml"/><Relationship Id="rId129" Type="http://schemas.openxmlformats.org/officeDocument/2006/relationships/image" Target="../media/image87.png"/><Relationship Id="rId54" Type="http://schemas.openxmlformats.org/officeDocument/2006/relationships/customXml" Target="../ink/ink46.xml"/><Relationship Id="rId75" Type="http://schemas.openxmlformats.org/officeDocument/2006/relationships/image" Target="../media/image60.png"/><Relationship Id="rId96" Type="http://schemas.openxmlformats.org/officeDocument/2006/relationships/customXml" Target="../ink/ink67.xml"/><Relationship Id="rId140" Type="http://schemas.openxmlformats.org/officeDocument/2006/relationships/customXml" Target="../ink/ink89.xml"/><Relationship Id="rId161" Type="http://schemas.openxmlformats.org/officeDocument/2006/relationships/image" Target="../media/image103.png"/><Relationship Id="rId182" Type="http://schemas.openxmlformats.org/officeDocument/2006/relationships/customXml" Target="../ink/ink110.xml"/><Relationship Id="rId217" Type="http://schemas.openxmlformats.org/officeDocument/2006/relationships/image" Target="../media/image130.png"/><Relationship Id="rId6" Type="http://schemas.openxmlformats.org/officeDocument/2006/relationships/customXml" Target="../ink/ink22.xml"/><Relationship Id="rId238" Type="http://schemas.openxmlformats.org/officeDocument/2006/relationships/customXml" Target="../ink/ink138.xml"/><Relationship Id="rId23" Type="http://schemas.openxmlformats.org/officeDocument/2006/relationships/image" Target="../media/image34.png"/><Relationship Id="rId119" Type="http://schemas.openxmlformats.org/officeDocument/2006/relationships/image" Target="../media/image82.png"/><Relationship Id="rId44" Type="http://schemas.openxmlformats.org/officeDocument/2006/relationships/customXml" Target="../ink/ink41.xml"/><Relationship Id="rId65" Type="http://schemas.openxmlformats.org/officeDocument/2006/relationships/image" Target="../media/image55.png"/><Relationship Id="rId86" Type="http://schemas.openxmlformats.org/officeDocument/2006/relationships/customXml" Target="../ink/ink62.xml"/><Relationship Id="rId130" Type="http://schemas.openxmlformats.org/officeDocument/2006/relationships/customXml" Target="../ink/ink84.xml"/><Relationship Id="rId151" Type="http://schemas.openxmlformats.org/officeDocument/2006/relationships/image" Target="../media/image98.png"/><Relationship Id="rId172" Type="http://schemas.openxmlformats.org/officeDocument/2006/relationships/customXml" Target="../ink/ink105.xml"/><Relationship Id="rId193" Type="http://schemas.openxmlformats.org/officeDocument/2006/relationships/image" Target="../media/image119.png"/><Relationship Id="rId207" Type="http://schemas.openxmlformats.org/officeDocument/2006/relationships/image" Target="../media/image126.png"/><Relationship Id="rId228" Type="http://schemas.openxmlformats.org/officeDocument/2006/relationships/customXml" Target="../ink/ink133.xml"/><Relationship Id="rId13" Type="http://schemas.openxmlformats.org/officeDocument/2006/relationships/image" Target="../media/image29.png"/><Relationship Id="rId109" Type="http://schemas.openxmlformats.org/officeDocument/2006/relationships/image" Target="../media/image77.png"/><Relationship Id="rId34" Type="http://schemas.openxmlformats.org/officeDocument/2006/relationships/customXml" Target="../ink/ink36.xml"/><Relationship Id="rId55" Type="http://schemas.openxmlformats.org/officeDocument/2006/relationships/image" Target="../media/image50.png"/><Relationship Id="rId76" Type="http://schemas.openxmlformats.org/officeDocument/2006/relationships/customXml" Target="../ink/ink57.xml"/><Relationship Id="rId97" Type="http://schemas.openxmlformats.org/officeDocument/2006/relationships/image" Target="../media/image71.png"/><Relationship Id="rId120" Type="http://schemas.openxmlformats.org/officeDocument/2006/relationships/customXml" Target="../ink/ink79.xml"/><Relationship Id="rId141" Type="http://schemas.openxmlformats.org/officeDocument/2006/relationships/image" Target="../media/image93.png"/><Relationship Id="rId7" Type="http://schemas.openxmlformats.org/officeDocument/2006/relationships/image" Target="../media/image26.png"/><Relationship Id="rId162" Type="http://schemas.openxmlformats.org/officeDocument/2006/relationships/customXml" Target="../ink/ink100.xml"/><Relationship Id="rId183" Type="http://schemas.openxmlformats.org/officeDocument/2006/relationships/image" Target="../media/image114.png"/><Relationship Id="rId218" Type="http://schemas.openxmlformats.org/officeDocument/2006/relationships/customXml" Target="../ink/ink128.xml"/><Relationship Id="rId239" Type="http://schemas.openxmlformats.org/officeDocument/2006/relationships/image" Target="../media/image141.png"/><Relationship Id="rId24" Type="http://schemas.openxmlformats.org/officeDocument/2006/relationships/customXml" Target="../ink/ink31.xml"/><Relationship Id="rId45" Type="http://schemas.openxmlformats.org/officeDocument/2006/relationships/image" Target="../media/image45.png"/><Relationship Id="rId66" Type="http://schemas.openxmlformats.org/officeDocument/2006/relationships/customXml" Target="../ink/ink52.xml"/><Relationship Id="rId87" Type="http://schemas.openxmlformats.org/officeDocument/2006/relationships/image" Target="../media/image66.png"/><Relationship Id="rId110" Type="http://schemas.openxmlformats.org/officeDocument/2006/relationships/customXml" Target="../ink/ink74.xml"/><Relationship Id="rId131" Type="http://schemas.openxmlformats.org/officeDocument/2006/relationships/image" Target="../media/image88.png"/><Relationship Id="rId152" Type="http://schemas.openxmlformats.org/officeDocument/2006/relationships/customXml" Target="../ink/ink95.xml"/><Relationship Id="rId173" Type="http://schemas.openxmlformats.org/officeDocument/2006/relationships/image" Target="../media/image109.png"/><Relationship Id="rId194" Type="http://schemas.openxmlformats.org/officeDocument/2006/relationships/customXml" Target="../ink/ink116.xml"/><Relationship Id="rId208" Type="http://schemas.openxmlformats.org/officeDocument/2006/relationships/customXml" Target="../ink/ink123.xml"/><Relationship Id="rId229" Type="http://schemas.openxmlformats.org/officeDocument/2006/relationships/image" Target="../media/image136.png"/><Relationship Id="rId14" Type="http://schemas.openxmlformats.org/officeDocument/2006/relationships/customXml" Target="../ink/ink26.xml"/><Relationship Id="rId35" Type="http://schemas.openxmlformats.org/officeDocument/2006/relationships/image" Target="../media/image40.png"/><Relationship Id="rId56" Type="http://schemas.openxmlformats.org/officeDocument/2006/relationships/customXml" Target="../ink/ink47.xml"/><Relationship Id="rId77" Type="http://schemas.openxmlformats.org/officeDocument/2006/relationships/image" Target="../media/image61.png"/><Relationship Id="rId100" Type="http://schemas.openxmlformats.org/officeDocument/2006/relationships/customXml" Target="../ink/ink69.xml"/><Relationship Id="rId8" Type="http://schemas.openxmlformats.org/officeDocument/2006/relationships/customXml" Target="../ink/ink23.xml"/><Relationship Id="rId98" Type="http://schemas.openxmlformats.org/officeDocument/2006/relationships/customXml" Target="../ink/ink68.xml"/><Relationship Id="rId121" Type="http://schemas.openxmlformats.org/officeDocument/2006/relationships/image" Target="../media/image83.png"/><Relationship Id="rId142" Type="http://schemas.openxmlformats.org/officeDocument/2006/relationships/customXml" Target="../ink/ink90.xml"/><Relationship Id="rId163" Type="http://schemas.openxmlformats.org/officeDocument/2006/relationships/image" Target="../media/image104.png"/><Relationship Id="rId184" Type="http://schemas.openxmlformats.org/officeDocument/2006/relationships/customXml" Target="../ink/ink111.xml"/><Relationship Id="rId219" Type="http://schemas.openxmlformats.org/officeDocument/2006/relationships/image" Target="../media/image131.png"/><Relationship Id="rId230" Type="http://schemas.openxmlformats.org/officeDocument/2006/relationships/customXml" Target="../ink/ink134.xml"/><Relationship Id="rId25" Type="http://schemas.openxmlformats.org/officeDocument/2006/relationships/image" Target="../media/image35.png"/><Relationship Id="rId46" Type="http://schemas.openxmlformats.org/officeDocument/2006/relationships/customXml" Target="../ink/ink42.xml"/><Relationship Id="rId67" Type="http://schemas.openxmlformats.org/officeDocument/2006/relationships/image" Target="../media/image56.png"/><Relationship Id="rId88" Type="http://schemas.openxmlformats.org/officeDocument/2006/relationships/customXml" Target="../ink/ink63.xml"/><Relationship Id="rId111" Type="http://schemas.openxmlformats.org/officeDocument/2006/relationships/image" Target="../media/image78.png"/><Relationship Id="rId132" Type="http://schemas.openxmlformats.org/officeDocument/2006/relationships/customXml" Target="../ink/ink85.xml"/><Relationship Id="rId153" Type="http://schemas.openxmlformats.org/officeDocument/2006/relationships/image" Target="../media/image99.png"/><Relationship Id="rId174" Type="http://schemas.openxmlformats.org/officeDocument/2006/relationships/customXml" Target="../ink/ink106.xml"/><Relationship Id="rId195" Type="http://schemas.openxmlformats.org/officeDocument/2006/relationships/image" Target="../media/image120.png"/><Relationship Id="rId209" Type="http://schemas.openxmlformats.org/officeDocument/2006/relationships/image" Target="../media/image15.png"/><Relationship Id="rId190" Type="http://schemas.openxmlformats.org/officeDocument/2006/relationships/customXml" Target="../ink/ink114.xml"/><Relationship Id="rId204" Type="http://schemas.openxmlformats.org/officeDocument/2006/relationships/customXml" Target="../ink/ink121.xml"/><Relationship Id="rId220" Type="http://schemas.openxmlformats.org/officeDocument/2006/relationships/customXml" Target="../ink/ink129.xml"/><Relationship Id="rId225" Type="http://schemas.openxmlformats.org/officeDocument/2006/relationships/image" Target="../media/image134.png"/><Relationship Id="rId15" Type="http://schemas.openxmlformats.org/officeDocument/2006/relationships/image" Target="../media/image30.png"/><Relationship Id="rId36" Type="http://schemas.openxmlformats.org/officeDocument/2006/relationships/customXml" Target="../ink/ink37.xml"/><Relationship Id="rId57" Type="http://schemas.openxmlformats.org/officeDocument/2006/relationships/image" Target="../media/image51.png"/><Relationship Id="rId106" Type="http://schemas.openxmlformats.org/officeDocument/2006/relationships/customXml" Target="../ink/ink72.xml"/><Relationship Id="rId127" Type="http://schemas.openxmlformats.org/officeDocument/2006/relationships/image" Target="../media/image86.png"/><Relationship Id="rId10" Type="http://schemas.openxmlformats.org/officeDocument/2006/relationships/customXml" Target="../ink/ink24.xml"/><Relationship Id="rId31" Type="http://schemas.openxmlformats.org/officeDocument/2006/relationships/image" Target="../media/image38.png"/><Relationship Id="rId52" Type="http://schemas.openxmlformats.org/officeDocument/2006/relationships/customXml" Target="../ink/ink45.xml"/><Relationship Id="rId73" Type="http://schemas.openxmlformats.org/officeDocument/2006/relationships/image" Target="../media/image59.png"/><Relationship Id="rId78" Type="http://schemas.openxmlformats.org/officeDocument/2006/relationships/customXml" Target="../ink/ink58.xml"/><Relationship Id="rId94" Type="http://schemas.openxmlformats.org/officeDocument/2006/relationships/customXml" Target="../ink/ink66.xml"/><Relationship Id="rId99" Type="http://schemas.openxmlformats.org/officeDocument/2006/relationships/image" Target="../media/image72.png"/><Relationship Id="rId101" Type="http://schemas.openxmlformats.org/officeDocument/2006/relationships/image" Target="../media/image73.png"/><Relationship Id="rId122" Type="http://schemas.openxmlformats.org/officeDocument/2006/relationships/customXml" Target="../ink/ink80.xml"/><Relationship Id="rId143" Type="http://schemas.openxmlformats.org/officeDocument/2006/relationships/image" Target="../media/image94.png"/><Relationship Id="rId148" Type="http://schemas.openxmlformats.org/officeDocument/2006/relationships/customXml" Target="../ink/ink93.xml"/><Relationship Id="rId164" Type="http://schemas.openxmlformats.org/officeDocument/2006/relationships/customXml" Target="../ink/ink101.xml"/><Relationship Id="rId169" Type="http://schemas.openxmlformats.org/officeDocument/2006/relationships/image" Target="../media/image107.png"/><Relationship Id="rId185" Type="http://schemas.openxmlformats.org/officeDocument/2006/relationships/image" Target="../media/image115.png"/><Relationship Id="rId4" Type="http://schemas.openxmlformats.org/officeDocument/2006/relationships/customXml" Target="../ink/ink21.xml"/><Relationship Id="rId9" Type="http://schemas.openxmlformats.org/officeDocument/2006/relationships/image" Target="../media/image27.png"/><Relationship Id="rId180" Type="http://schemas.openxmlformats.org/officeDocument/2006/relationships/customXml" Target="../ink/ink109.xml"/><Relationship Id="rId210" Type="http://schemas.openxmlformats.org/officeDocument/2006/relationships/customXml" Target="../ink/ink124.xml"/><Relationship Id="rId215" Type="http://schemas.openxmlformats.org/officeDocument/2006/relationships/image" Target="../media/image129.png"/><Relationship Id="rId236" Type="http://schemas.openxmlformats.org/officeDocument/2006/relationships/customXml" Target="../ink/ink137.xml"/><Relationship Id="rId26" Type="http://schemas.openxmlformats.org/officeDocument/2006/relationships/customXml" Target="../ink/ink32.xml"/><Relationship Id="rId231" Type="http://schemas.openxmlformats.org/officeDocument/2006/relationships/image" Target="../media/image137.png"/><Relationship Id="rId47" Type="http://schemas.openxmlformats.org/officeDocument/2006/relationships/image" Target="../media/image46.png"/><Relationship Id="rId68" Type="http://schemas.openxmlformats.org/officeDocument/2006/relationships/customXml" Target="../ink/ink53.xml"/><Relationship Id="rId89" Type="http://schemas.openxmlformats.org/officeDocument/2006/relationships/image" Target="../media/image67.png"/><Relationship Id="rId112" Type="http://schemas.openxmlformats.org/officeDocument/2006/relationships/customXml" Target="../ink/ink75.xml"/><Relationship Id="rId133" Type="http://schemas.openxmlformats.org/officeDocument/2006/relationships/image" Target="../media/image89.png"/><Relationship Id="rId154" Type="http://schemas.openxmlformats.org/officeDocument/2006/relationships/customXml" Target="../ink/ink96.xml"/><Relationship Id="rId175" Type="http://schemas.openxmlformats.org/officeDocument/2006/relationships/image" Target="../media/image110.png"/><Relationship Id="rId196" Type="http://schemas.openxmlformats.org/officeDocument/2006/relationships/customXml" Target="../ink/ink117.xml"/><Relationship Id="rId200" Type="http://schemas.openxmlformats.org/officeDocument/2006/relationships/customXml" Target="../ink/ink119.xml"/><Relationship Id="rId16" Type="http://schemas.openxmlformats.org/officeDocument/2006/relationships/customXml" Target="../ink/ink27.xml"/><Relationship Id="rId221" Type="http://schemas.openxmlformats.org/officeDocument/2006/relationships/image" Target="../media/image132.png"/><Relationship Id="rId37" Type="http://schemas.openxmlformats.org/officeDocument/2006/relationships/image" Target="../media/image41.png"/><Relationship Id="rId58" Type="http://schemas.openxmlformats.org/officeDocument/2006/relationships/customXml" Target="../ink/ink48.xml"/><Relationship Id="rId79" Type="http://schemas.openxmlformats.org/officeDocument/2006/relationships/image" Target="../media/image62.png"/><Relationship Id="rId102" Type="http://schemas.openxmlformats.org/officeDocument/2006/relationships/customXml" Target="../ink/ink70.xml"/><Relationship Id="rId123" Type="http://schemas.openxmlformats.org/officeDocument/2006/relationships/image" Target="../media/image84.png"/><Relationship Id="rId144" Type="http://schemas.openxmlformats.org/officeDocument/2006/relationships/customXml" Target="../ink/ink91.xml"/><Relationship Id="rId90" Type="http://schemas.openxmlformats.org/officeDocument/2006/relationships/customXml" Target="../ink/ink64.xml"/><Relationship Id="rId165" Type="http://schemas.openxmlformats.org/officeDocument/2006/relationships/image" Target="../media/image105.png"/><Relationship Id="rId186" Type="http://schemas.openxmlformats.org/officeDocument/2006/relationships/customXml" Target="../ink/ink112.xml"/><Relationship Id="rId211" Type="http://schemas.openxmlformats.org/officeDocument/2006/relationships/image" Target="../media/image127.png"/><Relationship Id="rId232" Type="http://schemas.openxmlformats.org/officeDocument/2006/relationships/customXml" Target="../ink/ink135.xml"/><Relationship Id="rId27" Type="http://schemas.openxmlformats.org/officeDocument/2006/relationships/image" Target="../media/image36.png"/><Relationship Id="rId48" Type="http://schemas.openxmlformats.org/officeDocument/2006/relationships/customXml" Target="../ink/ink43.xml"/><Relationship Id="rId69" Type="http://schemas.openxmlformats.org/officeDocument/2006/relationships/image" Target="../media/image57.png"/><Relationship Id="rId113" Type="http://schemas.openxmlformats.org/officeDocument/2006/relationships/image" Target="../media/image79.png"/><Relationship Id="rId134" Type="http://schemas.openxmlformats.org/officeDocument/2006/relationships/customXml" Target="../ink/ink86.xml"/><Relationship Id="rId80" Type="http://schemas.openxmlformats.org/officeDocument/2006/relationships/customXml" Target="../ink/ink59.xml"/><Relationship Id="rId155" Type="http://schemas.openxmlformats.org/officeDocument/2006/relationships/image" Target="../media/image100.png"/><Relationship Id="rId176" Type="http://schemas.openxmlformats.org/officeDocument/2006/relationships/customXml" Target="../ink/ink107.xml"/><Relationship Id="rId197" Type="http://schemas.openxmlformats.org/officeDocument/2006/relationships/image" Target="../media/image121.png"/><Relationship Id="rId201" Type="http://schemas.openxmlformats.org/officeDocument/2006/relationships/image" Target="../media/image123.png"/><Relationship Id="rId222" Type="http://schemas.openxmlformats.org/officeDocument/2006/relationships/customXml" Target="../ink/ink130.xml"/><Relationship Id="rId17" Type="http://schemas.openxmlformats.org/officeDocument/2006/relationships/image" Target="../media/image31.png"/><Relationship Id="rId38" Type="http://schemas.openxmlformats.org/officeDocument/2006/relationships/customXml" Target="../ink/ink38.xml"/><Relationship Id="rId59" Type="http://schemas.openxmlformats.org/officeDocument/2006/relationships/image" Target="../media/image52.png"/><Relationship Id="rId103" Type="http://schemas.openxmlformats.org/officeDocument/2006/relationships/image" Target="../media/image74.png"/><Relationship Id="rId124" Type="http://schemas.openxmlformats.org/officeDocument/2006/relationships/customXml" Target="../ink/ink81.xml"/><Relationship Id="rId70" Type="http://schemas.openxmlformats.org/officeDocument/2006/relationships/customXml" Target="../ink/ink54.xml"/><Relationship Id="rId91" Type="http://schemas.openxmlformats.org/officeDocument/2006/relationships/image" Target="../media/image68.png"/><Relationship Id="rId145" Type="http://schemas.openxmlformats.org/officeDocument/2006/relationships/image" Target="../media/image95.png"/><Relationship Id="rId166" Type="http://schemas.openxmlformats.org/officeDocument/2006/relationships/customXml" Target="../ink/ink102.xml"/><Relationship Id="rId187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25.xml"/><Relationship Id="rId233" Type="http://schemas.openxmlformats.org/officeDocument/2006/relationships/image" Target="../media/image138.png"/><Relationship Id="rId28" Type="http://schemas.openxmlformats.org/officeDocument/2006/relationships/customXml" Target="../ink/ink33.xml"/><Relationship Id="rId49" Type="http://schemas.openxmlformats.org/officeDocument/2006/relationships/image" Target="../media/image47.png"/><Relationship Id="rId114" Type="http://schemas.openxmlformats.org/officeDocument/2006/relationships/customXml" Target="../ink/ink76.xml"/><Relationship Id="rId60" Type="http://schemas.openxmlformats.org/officeDocument/2006/relationships/customXml" Target="../ink/ink49.xml"/><Relationship Id="rId81" Type="http://schemas.openxmlformats.org/officeDocument/2006/relationships/image" Target="../media/image63.png"/><Relationship Id="rId135" Type="http://schemas.openxmlformats.org/officeDocument/2006/relationships/image" Target="../media/image90.png"/><Relationship Id="rId156" Type="http://schemas.openxmlformats.org/officeDocument/2006/relationships/customXml" Target="../ink/ink97.xml"/><Relationship Id="rId177" Type="http://schemas.openxmlformats.org/officeDocument/2006/relationships/image" Target="../media/image111.png"/><Relationship Id="rId198" Type="http://schemas.openxmlformats.org/officeDocument/2006/relationships/customXml" Target="../ink/ink118.xml"/><Relationship Id="rId202" Type="http://schemas.openxmlformats.org/officeDocument/2006/relationships/customXml" Target="../ink/ink120.xml"/><Relationship Id="rId223" Type="http://schemas.openxmlformats.org/officeDocument/2006/relationships/image" Target="../media/image133.png"/><Relationship Id="rId18" Type="http://schemas.openxmlformats.org/officeDocument/2006/relationships/customXml" Target="../ink/ink28.xml"/><Relationship Id="rId39" Type="http://schemas.openxmlformats.org/officeDocument/2006/relationships/image" Target="../media/image42.png"/><Relationship Id="rId50" Type="http://schemas.openxmlformats.org/officeDocument/2006/relationships/customXml" Target="../ink/ink44.xml"/><Relationship Id="rId104" Type="http://schemas.openxmlformats.org/officeDocument/2006/relationships/customXml" Target="../ink/ink71.xml"/><Relationship Id="rId125" Type="http://schemas.openxmlformats.org/officeDocument/2006/relationships/image" Target="../media/image85.png"/><Relationship Id="rId146" Type="http://schemas.openxmlformats.org/officeDocument/2006/relationships/customXml" Target="../ink/ink92.xml"/><Relationship Id="rId167" Type="http://schemas.openxmlformats.org/officeDocument/2006/relationships/image" Target="../media/image106.png"/><Relationship Id="rId188" Type="http://schemas.openxmlformats.org/officeDocument/2006/relationships/customXml" Target="../ink/ink113.xml"/><Relationship Id="rId71" Type="http://schemas.openxmlformats.org/officeDocument/2006/relationships/image" Target="../media/image58.png"/><Relationship Id="rId92" Type="http://schemas.openxmlformats.org/officeDocument/2006/relationships/customXml" Target="../ink/ink65.xml"/><Relationship Id="rId213" Type="http://schemas.openxmlformats.org/officeDocument/2006/relationships/image" Target="../media/image128.png"/><Relationship Id="rId234" Type="http://schemas.openxmlformats.org/officeDocument/2006/relationships/customXml" Target="../ink/ink136.xml"/><Relationship Id="rId2" Type="http://schemas.openxmlformats.org/officeDocument/2006/relationships/customXml" Target="../ink/ink20.xml"/><Relationship Id="rId29" Type="http://schemas.openxmlformats.org/officeDocument/2006/relationships/image" Target="../media/image37.png"/><Relationship Id="rId40" Type="http://schemas.openxmlformats.org/officeDocument/2006/relationships/customXml" Target="../ink/ink39.xml"/><Relationship Id="rId115" Type="http://schemas.openxmlformats.org/officeDocument/2006/relationships/image" Target="../media/image80.png"/><Relationship Id="rId136" Type="http://schemas.openxmlformats.org/officeDocument/2006/relationships/customXml" Target="../ink/ink87.xml"/><Relationship Id="rId157" Type="http://schemas.openxmlformats.org/officeDocument/2006/relationships/image" Target="../media/image101.png"/><Relationship Id="rId178" Type="http://schemas.openxmlformats.org/officeDocument/2006/relationships/customXml" Target="../ink/ink108.xml"/><Relationship Id="rId61" Type="http://schemas.openxmlformats.org/officeDocument/2006/relationships/image" Target="../media/image53.png"/><Relationship Id="rId82" Type="http://schemas.openxmlformats.org/officeDocument/2006/relationships/customXml" Target="../ink/ink60.xml"/><Relationship Id="rId199" Type="http://schemas.openxmlformats.org/officeDocument/2006/relationships/image" Target="../media/image122.png"/><Relationship Id="rId203" Type="http://schemas.openxmlformats.org/officeDocument/2006/relationships/image" Target="../media/image124.png"/><Relationship Id="rId19" Type="http://schemas.openxmlformats.org/officeDocument/2006/relationships/image" Target="../media/image32.png"/><Relationship Id="rId224" Type="http://schemas.openxmlformats.org/officeDocument/2006/relationships/customXml" Target="../ink/ink131.xml"/><Relationship Id="rId30" Type="http://schemas.openxmlformats.org/officeDocument/2006/relationships/customXml" Target="../ink/ink34.xml"/><Relationship Id="rId105" Type="http://schemas.openxmlformats.org/officeDocument/2006/relationships/image" Target="../media/image75.png"/><Relationship Id="rId126" Type="http://schemas.openxmlformats.org/officeDocument/2006/relationships/customXml" Target="../ink/ink82.xml"/><Relationship Id="rId147" Type="http://schemas.openxmlformats.org/officeDocument/2006/relationships/image" Target="../media/image96.png"/><Relationship Id="rId168" Type="http://schemas.openxmlformats.org/officeDocument/2006/relationships/customXml" Target="../ink/ink103.xml"/><Relationship Id="rId51" Type="http://schemas.openxmlformats.org/officeDocument/2006/relationships/image" Target="../media/image48.png"/><Relationship Id="rId72" Type="http://schemas.openxmlformats.org/officeDocument/2006/relationships/customXml" Target="../ink/ink55.xml"/><Relationship Id="rId93" Type="http://schemas.openxmlformats.org/officeDocument/2006/relationships/image" Target="../media/image69.png"/><Relationship Id="rId189" Type="http://schemas.openxmlformats.org/officeDocument/2006/relationships/image" Target="../media/image117.png"/><Relationship Id="rId3" Type="http://schemas.openxmlformats.org/officeDocument/2006/relationships/image" Target="../media/image24.png"/><Relationship Id="rId214" Type="http://schemas.openxmlformats.org/officeDocument/2006/relationships/customXml" Target="../ink/ink126.xml"/><Relationship Id="rId235" Type="http://schemas.openxmlformats.org/officeDocument/2006/relationships/image" Target="../media/image139.png"/><Relationship Id="rId116" Type="http://schemas.openxmlformats.org/officeDocument/2006/relationships/customXml" Target="../ink/ink77.xml"/><Relationship Id="rId137" Type="http://schemas.openxmlformats.org/officeDocument/2006/relationships/image" Target="../media/image91.png"/><Relationship Id="rId158" Type="http://schemas.openxmlformats.org/officeDocument/2006/relationships/customXml" Target="../ink/ink98.xml"/><Relationship Id="rId20" Type="http://schemas.openxmlformats.org/officeDocument/2006/relationships/customXml" Target="../ink/ink29.xml"/><Relationship Id="rId41" Type="http://schemas.openxmlformats.org/officeDocument/2006/relationships/image" Target="../media/image43.png"/><Relationship Id="rId62" Type="http://schemas.openxmlformats.org/officeDocument/2006/relationships/customXml" Target="../ink/ink50.xml"/><Relationship Id="rId83" Type="http://schemas.openxmlformats.org/officeDocument/2006/relationships/image" Target="../media/image64.png"/><Relationship Id="rId179" Type="http://schemas.openxmlformats.org/officeDocument/2006/relationships/image" Target="../media/image11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4.xml"/><Relationship Id="rId18" Type="http://schemas.openxmlformats.org/officeDocument/2006/relationships/image" Target="../media/image149.png"/><Relationship Id="rId26" Type="http://schemas.openxmlformats.org/officeDocument/2006/relationships/image" Target="../media/image153.png"/><Relationship Id="rId3" Type="http://schemas.openxmlformats.org/officeDocument/2006/relationships/customXml" Target="../ink/ink139.xml"/><Relationship Id="rId21" Type="http://schemas.openxmlformats.org/officeDocument/2006/relationships/customXml" Target="../ink/ink148.xml"/><Relationship Id="rId34" Type="http://schemas.openxmlformats.org/officeDocument/2006/relationships/image" Target="../media/image157.png"/><Relationship Id="rId7" Type="http://schemas.openxmlformats.org/officeDocument/2006/relationships/customXml" Target="../ink/ink141.xml"/><Relationship Id="rId12" Type="http://schemas.openxmlformats.org/officeDocument/2006/relationships/image" Target="../media/image146.png"/><Relationship Id="rId17" Type="http://schemas.openxmlformats.org/officeDocument/2006/relationships/customXml" Target="../ink/ink146.xml"/><Relationship Id="rId25" Type="http://schemas.openxmlformats.org/officeDocument/2006/relationships/customXml" Target="../ink/ink150.xml"/><Relationship Id="rId33" Type="http://schemas.openxmlformats.org/officeDocument/2006/relationships/customXml" Target="../ink/ink154.xml"/><Relationship Id="rId2" Type="http://schemas.openxmlformats.org/officeDocument/2006/relationships/image" Target="../media/image142.png"/><Relationship Id="rId16" Type="http://schemas.openxmlformats.org/officeDocument/2006/relationships/image" Target="../media/image148.png"/><Relationship Id="rId20" Type="http://schemas.openxmlformats.org/officeDocument/2006/relationships/image" Target="../media/image150.png"/><Relationship Id="rId29" Type="http://schemas.openxmlformats.org/officeDocument/2006/relationships/customXml" Target="../ink/ink1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4.png"/><Relationship Id="rId11" Type="http://schemas.openxmlformats.org/officeDocument/2006/relationships/customXml" Target="../ink/ink143.xml"/><Relationship Id="rId24" Type="http://schemas.openxmlformats.org/officeDocument/2006/relationships/image" Target="../media/image152.png"/><Relationship Id="rId32" Type="http://schemas.openxmlformats.org/officeDocument/2006/relationships/image" Target="../media/image156.png"/><Relationship Id="rId5" Type="http://schemas.openxmlformats.org/officeDocument/2006/relationships/customXml" Target="../ink/ink140.xml"/><Relationship Id="rId15" Type="http://schemas.openxmlformats.org/officeDocument/2006/relationships/customXml" Target="../ink/ink145.xml"/><Relationship Id="rId23" Type="http://schemas.openxmlformats.org/officeDocument/2006/relationships/customXml" Target="../ink/ink149.xml"/><Relationship Id="rId28" Type="http://schemas.openxmlformats.org/officeDocument/2006/relationships/image" Target="../media/image154.png"/><Relationship Id="rId10" Type="http://schemas.openxmlformats.org/officeDocument/2006/relationships/image" Target="../media/image15.png"/><Relationship Id="rId19" Type="http://schemas.openxmlformats.org/officeDocument/2006/relationships/customXml" Target="../ink/ink147.xml"/><Relationship Id="rId31" Type="http://schemas.openxmlformats.org/officeDocument/2006/relationships/customXml" Target="../ink/ink153.xml"/><Relationship Id="rId4" Type="http://schemas.openxmlformats.org/officeDocument/2006/relationships/image" Target="../media/image143.png"/><Relationship Id="rId9" Type="http://schemas.openxmlformats.org/officeDocument/2006/relationships/customXml" Target="../ink/ink142.xml"/><Relationship Id="rId14" Type="http://schemas.openxmlformats.org/officeDocument/2006/relationships/image" Target="../media/image147.png"/><Relationship Id="rId22" Type="http://schemas.openxmlformats.org/officeDocument/2006/relationships/image" Target="../media/image151.png"/><Relationship Id="rId27" Type="http://schemas.openxmlformats.org/officeDocument/2006/relationships/customXml" Target="../ink/ink151.xml"/><Relationship Id="rId30" Type="http://schemas.openxmlformats.org/officeDocument/2006/relationships/image" Target="../media/image155.png"/><Relationship Id="rId8" Type="http://schemas.openxmlformats.org/officeDocument/2006/relationships/image" Target="../media/image145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7.xml"/><Relationship Id="rId117" Type="http://schemas.openxmlformats.org/officeDocument/2006/relationships/image" Target="../media/image215.png"/><Relationship Id="rId21" Type="http://schemas.openxmlformats.org/officeDocument/2006/relationships/image" Target="../media/image167.png"/><Relationship Id="rId42" Type="http://schemas.openxmlformats.org/officeDocument/2006/relationships/customXml" Target="../ink/ink175.xml"/><Relationship Id="rId47" Type="http://schemas.openxmlformats.org/officeDocument/2006/relationships/image" Target="../media/image180.png"/><Relationship Id="rId63" Type="http://schemas.openxmlformats.org/officeDocument/2006/relationships/image" Target="../media/image188.png"/><Relationship Id="rId68" Type="http://schemas.openxmlformats.org/officeDocument/2006/relationships/customXml" Target="../ink/ink188.xml"/><Relationship Id="rId84" Type="http://schemas.openxmlformats.org/officeDocument/2006/relationships/customXml" Target="../ink/ink196.xml"/><Relationship Id="rId89" Type="http://schemas.openxmlformats.org/officeDocument/2006/relationships/image" Target="../media/image201.png"/><Relationship Id="rId112" Type="http://schemas.openxmlformats.org/officeDocument/2006/relationships/customXml" Target="../ink/ink210.xml"/><Relationship Id="rId16" Type="http://schemas.openxmlformats.org/officeDocument/2006/relationships/customXml" Target="../ink/ink162.xml"/><Relationship Id="rId107" Type="http://schemas.openxmlformats.org/officeDocument/2006/relationships/image" Target="../media/image210.png"/><Relationship Id="rId11" Type="http://schemas.openxmlformats.org/officeDocument/2006/relationships/image" Target="../media/image162.png"/><Relationship Id="rId32" Type="http://schemas.openxmlformats.org/officeDocument/2006/relationships/customXml" Target="../ink/ink170.xml"/><Relationship Id="rId37" Type="http://schemas.openxmlformats.org/officeDocument/2006/relationships/image" Target="../media/image175.png"/><Relationship Id="rId53" Type="http://schemas.openxmlformats.org/officeDocument/2006/relationships/image" Target="../media/image183.png"/><Relationship Id="rId58" Type="http://schemas.openxmlformats.org/officeDocument/2006/relationships/customXml" Target="../ink/ink183.xml"/><Relationship Id="rId74" Type="http://schemas.openxmlformats.org/officeDocument/2006/relationships/customXml" Target="../ink/ink191.xml"/><Relationship Id="rId79" Type="http://schemas.openxmlformats.org/officeDocument/2006/relationships/image" Target="../media/image196.png"/><Relationship Id="rId102" Type="http://schemas.openxmlformats.org/officeDocument/2006/relationships/customXml" Target="../ink/ink205.xml"/><Relationship Id="rId123" Type="http://schemas.openxmlformats.org/officeDocument/2006/relationships/image" Target="../media/image218.png"/><Relationship Id="rId5" Type="http://schemas.openxmlformats.org/officeDocument/2006/relationships/image" Target="../media/image159.png"/><Relationship Id="rId90" Type="http://schemas.openxmlformats.org/officeDocument/2006/relationships/customXml" Target="../ink/ink199.xml"/><Relationship Id="rId95" Type="http://schemas.openxmlformats.org/officeDocument/2006/relationships/image" Target="../media/image204.png"/><Relationship Id="rId22" Type="http://schemas.openxmlformats.org/officeDocument/2006/relationships/customXml" Target="../ink/ink165.xml"/><Relationship Id="rId27" Type="http://schemas.openxmlformats.org/officeDocument/2006/relationships/image" Target="../media/image170.png"/><Relationship Id="rId43" Type="http://schemas.openxmlformats.org/officeDocument/2006/relationships/image" Target="../media/image178.png"/><Relationship Id="rId48" Type="http://schemas.openxmlformats.org/officeDocument/2006/relationships/customXml" Target="../ink/ink178.xml"/><Relationship Id="rId64" Type="http://schemas.openxmlformats.org/officeDocument/2006/relationships/customXml" Target="../ink/ink186.xml"/><Relationship Id="rId69" Type="http://schemas.openxmlformats.org/officeDocument/2006/relationships/image" Target="../media/image191.png"/><Relationship Id="rId113" Type="http://schemas.openxmlformats.org/officeDocument/2006/relationships/image" Target="../media/image213.png"/><Relationship Id="rId118" Type="http://schemas.openxmlformats.org/officeDocument/2006/relationships/customXml" Target="../ink/ink213.xml"/><Relationship Id="rId80" Type="http://schemas.openxmlformats.org/officeDocument/2006/relationships/customXml" Target="../ink/ink194.xml"/><Relationship Id="rId85" Type="http://schemas.openxmlformats.org/officeDocument/2006/relationships/image" Target="../media/image199.png"/><Relationship Id="rId12" Type="http://schemas.openxmlformats.org/officeDocument/2006/relationships/customXml" Target="../ink/ink160.xml"/><Relationship Id="rId17" Type="http://schemas.openxmlformats.org/officeDocument/2006/relationships/image" Target="../media/image165.png"/><Relationship Id="rId33" Type="http://schemas.openxmlformats.org/officeDocument/2006/relationships/image" Target="../media/image173.png"/><Relationship Id="rId38" Type="http://schemas.openxmlformats.org/officeDocument/2006/relationships/customXml" Target="../ink/ink173.xml"/><Relationship Id="rId59" Type="http://schemas.openxmlformats.org/officeDocument/2006/relationships/image" Target="../media/image186.png"/><Relationship Id="rId103" Type="http://schemas.openxmlformats.org/officeDocument/2006/relationships/image" Target="../media/image208.png"/><Relationship Id="rId108" Type="http://schemas.openxmlformats.org/officeDocument/2006/relationships/customXml" Target="../ink/ink208.xml"/><Relationship Id="rId124" Type="http://schemas.openxmlformats.org/officeDocument/2006/relationships/customXml" Target="../ink/ink216.xml"/><Relationship Id="rId54" Type="http://schemas.openxmlformats.org/officeDocument/2006/relationships/customXml" Target="../ink/ink181.xml"/><Relationship Id="rId70" Type="http://schemas.openxmlformats.org/officeDocument/2006/relationships/customXml" Target="../ink/ink189.xml"/><Relationship Id="rId75" Type="http://schemas.openxmlformats.org/officeDocument/2006/relationships/image" Target="../media/image194.png"/><Relationship Id="rId91" Type="http://schemas.openxmlformats.org/officeDocument/2006/relationships/image" Target="../media/image202.png"/><Relationship Id="rId96" Type="http://schemas.openxmlformats.org/officeDocument/2006/relationships/customXml" Target="../ink/ink202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57.xml"/><Relationship Id="rId23" Type="http://schemas.openxmlformats.org/officeDocument/2006/relationships/image" Target="../media/image168.png"/><Relationship Id="rId28" Type="http://schemas.openxmlformats.org/officeDocument/2006/relationships/customXml" Target="../ink/ink168.xml"/><Relationship Id="rId49" Type="http://schemas.openxmlformats.org/officeDocument/2006/relationships/image" Target="../media/image181.png"/><Relationship Id="rId114" Type="http://schemas.openxmlformats.org/officeDocument/2006/relationships/customXml" Target="../ink/ink211.xml"/><Relationship Id="rId119" Type="http://schemas.openxmlformats.org/officeDocument/2006/relationships/image" Target="../media/image216.png"/><Relationship Id="rId44" Type="http://schemas.openxmlformats.org/officeDocument/2006/relationships/customXml" Target="../ink/ink176.xml"/><Relationship Id="rId60" Type="http://schemas.openxmlformats.org/officeDocument/2006/relationships/customXml" Target="../ink/ink184.xml"/><Relationship Id="rId65" Type="http://schemas.openxmlformats.org/officeDocument/2006/relationships/image" Target="../media/image189.png"/><Relationship Id="rId81" Type="http://schemas.openxmlformats.org/officeDocument/2006/relationships/image" Target="../media/image197.png"/><Relationship Id="rId86" Type="http://schemas.openxmlformats.org/officeDocument/2006/relationships/customXml" Target="../ink/ink197.xml"/><Relationship Id="rId13" Type="http://schemas.openxmlformats.org/officeDocument/2006/relationships/image" Target="../media/image163.png"/><Relationship Id="rId18" Type="http://schemas.openxmlformats.org/officeDocument/2006/relationships/customXml" Target="../ink/ink163.xml"/><Relationship Id="rId39" Type="http://schemas.openxmlformats.org/officeDocument/2006/relationships/image" Target="../media/image176.png"/><Relationship Id="rId109" Type="http://schemas.openxmlformats.org/officeDocument/2006/relationships/image" Target="../media/image211.png"/><Relationship Id="rId34" Type="http://schemas.openxmlformats.org/officeDocument/2006/relationships/customXml" Target="../ink/ink171.xml"/><Relationship Id="rId50" Type="http://schemas.openxmlformats.org/officeDocument/2006/relationships/customXml" Target="../ink/ink179.xml"/><Relationship Id="rId55" Type="http://schemas.openxmlformats.org/officeDocument/2006/relationships/image" Target="../media/image184.png"/><Relationship Id="rId76" Type="http://schemas.openxmlformats.org/officeDocument/2006/relationships/customXml" Target="../ink/ink192.xml"/><Relationship Id="rId97" Type="http://schemas.openxmlformats.org/officeDocument/2006/relationships/image" Target="../media/image205.png"/><Relationship Id="rId104" Type="http://schemas.openxmlformats.org/officeDocument/2006/relationships/customXml" Target="../ink/ink206.xml"/><Relationship Id="rId120" Type="http://schemas.openxmlformats.org/officeDocument/2006/relationships/customXml" Target="../ink/ink214.xml"/><Relationship Id="rId125" Type="http://schemas.openxmlformats.org/officeDocument/2006/relationships/image" Target="../media/image219.png"/><Relationship Id="rId7" Type="http://schemas.openxmlformats.org/officeDocument/2006/relationships/image" Target="../media/image160.png"/><Relationship Id="rId71" Type="http://schemas.openxmlformats.org/officeDocument/2006/relationships/image" Target="../media/image192.png"/><Relationship Id="rId92" Type="http://schemas.openxmlformats.org/officeDocument/2006/relationships/customXml" Target="../ink/ink200.xml"/><Relationship Id="rId2" Type="http://schemas.openxmlformats.org/officeDocument/2006/relationships/customXml" Target="../ink/ink155.xml"/><Relationship Id="rId29" Type="http://schemas.openxmlformats.org/officeDocument/2006/relationships/image" Target="../media/image171.png"/><Relationship Id="rId24" Type="http://schemas.openxmlformats.org/officeDocument/2006/relationships/customXml" Target="../ink/ink166.xml"/><Relationship Id="rId40" Type="http://schemas.openxmlformats.org/officeDocument/2006/relationships/customXml" Target="../ink/ink174.xml"/><Relationship Id="rId45" Type="http://schemas.openxmlformats.org/officeDocument/2006/relationships/image" Target="../media/image179.png"/><Relationship Id="rId66" Type="http://schemas.openxmlformats.org/officeDocument/2006/relationships/customXml" Target="../ink/ink187.xml"/><Relationship Id="rId87" Type="http://schemas.openxmlformats.org/officeDocument/2006/relationships/image" Target="../media/image200.png"/><Relationship Id="rId110" Type="http://schemas.openxmlformats.org/officeDocument/2006/relationships/customXml" Target="../ink/ink209.xml"/><Relationship Id="rId115" Type="http://schemas.openxmlformats.org/officeDocument/2006/relationships/image" Target="../media/image214.png"/><Relationship Id="rId61" Type="http://schemas.openxmlformats.org/officeDocument/2006/relationships/image" Target="../media/image187.png"/><Relationship Id="rId82" Type="http://schemas.openxmlformats.org/officeDocument/2006/relationships/customXml" Target="../ink/ink195.xml"/><Relationship Id="rId19" Type="http://schemas.openxmlformats.org/officeDocument/2006/relationships/image" Target="../media/image166.png"/><Relationship Id="rId14" Type="http://schemas.openxmlformats.org/officeDocument/2006/relationships/customXml" Target="../ink/ink161.xml"/><Relationship Id="rId30" Type="http://schemas.openxmlformats.org/officeDocument/2006/relationships/customXml" Target="../ink/ink169.xml"/><Relationship Id="rId35" Type="http://schemas.openxmlformats.org/officeDocument/2006/relationships/image" Target="../media/image174.png"/><Relationship Id="rId56" Type="http://schemas.openxmlformats.org/officeDocument/2006/relationships/customXml" Target="../ink/ink182.xml"/><Relationship Id="rId77" Type="http://schemas.openxmlformats.org/officeDocument/2006/relationships/image" Target="../media/image195.png"/><Relationship Id="rId100" Type="http://schemas.openxmlformats.org/officeDocument/2006/relationships/customXml" Target="../ink/ink204.xml"/><Relationship Id="rId105" Type="http://schemas.openxmlformats.org/officeDocument/2006/relationships/image" Target="../media/image209.png"/><Relationship Id="rId8" Type="http://schemas.openxmlformats.org/officeDocument/2006/relationships/customXml" Target="../ink/ink158.xml"/><Relationship Id="rId51" Type="http://schemas.openxmlformats.org/officeDocument/2006/relationships/image" Target="../media/image182.png"/><Relationship Id="rId72" Type="http://schemas.openxmlformats.org/officeDocument/2006/relationships/customXml" Target="../ink/ink190.xml"/><Relationship Id="rId93" Type="http://schemas.openxmlformats.org/officeDocument/2006/relationships/image" Target="../media/image203.png"/><Relationship Id="rId98" Type="http://schemas.openxmlformats.org/officeDocument/2006/relationships/customXml" Target="../ink/ink203.xml"/><Relationship Id="rId121" Type="http://schemas.openxmlformats.org/officeDocument/2006/relationships/image" Target="../media/image217.png"/><Relationship Id="rId3" Type="http://schemas.openxmlformats.org/officeDocument/2006/relationships/image" Target="../media/image158.png"/><Relationship Id="rId25" Type="http://schemas.openxmlformats.org/officeDocument/2006/relationships/image" Target="../media/image169.png"/><Relationship Id="rId46" Type="http://schemas.openxmlformats.org/officeDocument/2006/relationships/customXml" Target="../ink/ink177.xml"/><Relationship Id="rId67" Type="http://schemas.openxmlformats.org/officeDocument/2006/relationships/image" Target="../media/image190.png"/><Relationship Id="rId116" Type="http://schemas.openxmlformats.org/officeDocument/2006/relationships/customXml" Target="../ink/ink212.xml"/><Relationship Id="rId20" Type="http://schemas.openxmlformats.org/officeDocument/2006/relationships/customXml" Target="../ink/ink164.xml"/><Relationship Id="rId41" Type="http://schemas.openxmlformats.org/officeDocument/2006/relationships/image" Target="../media/image177.png"/><Relationship Id="rId62" Type="http://schemas.openxmlformats.org/officeDocument/2006/relationships/customXml" Target="../ink/ink185.xml"/><Relationship Id="rId83" Type="http://schemas.openxmlformats.org/officeDocument/2006/relationships/image" Target="../media/image198.png"/><Relationship Id="rId88" Type="http://schemas.openxmlformats.org/officeDocument/2006/relationships/customXml" Target="../ink/ink198.xml"/><Relationship Id="rId111" Type="http://schemas.openxmlformats.org/officeDocument/2006/relationships/image" Target="../media/image212.png"/><Relationship Id="rId15" Type="http://schemas.openxmlformats.org/officeDocument/2006/relationships/image" Target="../media/image164.png"/><Relationship Id="rId36" Type="http://schemas.openxmlformats.org/officeDocument/2006/relationships/customXml" Target="../ink/ink172.xml"/><Relationship Id="rId57" Type="http://schemas.openxmlformats.org/officeDocument/2006/relationships/image" Target="../media/image185.png"/><Relationship Id="rId106" Type="http://schemas.openxmlformats.org/officeDocument/2006/relationships/customXml" Target="../ink/ink207.xml"/><Relationship Id="rId10" Type="http://schemas.openxmlformats.org/officeDocument/2006/relationships/customXml" Target="../ink/ink159.xml"/><Relationship Id="rId31" Type="http://schemas.openxmlformats.org/officeDocument/2006/relationships/image" Target="../media/image172.png"/><Relationship Id="rId52" Type="http://schemas.openxmlformats.org/officeDocument/2006/relationships/customXml" Target="../ink/ink180.xml"/><Relationship Id="rId73" Type="http://schemas.openxmlformats.org/officeDocument/2006/relationships/image" Target="../media/image193.png"/><Relationship Id="rId78" Type="http://schemas.openxmlformats.org/officeDocument/2006/relationships/customXml" Target="../ink/ink193.xml"/><Relationship Id="rId94" Type="http://schemas.openxmlformats.org/officeDocument/2006/relationships/customXml" Target="../ink/ink201.xml"/><Relationship Id="rId99" Type="http://schemas.openxmlformats.org/officeDocument/2006/relationships/image" Target="../media/image206.png"/><Relationship Id="rId101" Type="http://schemas.openxmlformats.org/officeDocument/2006/relationships/image" Target="../media/image207.png"/><Relationship Id="rId122" Type="http://schemas.openxmlformats.org/officeDocument/2006/relationships/customXml" Target="../ink/ink215.xml"/><Relationship Id="rId4" Type="http://schemas.openxmlformats.org/officeDocument/2006/relationships/customXml" Target="../ink/ink156.xml"/><Relationship Id="rId9" Type="http://schemas.openxmlformats.org/officeDocument/2006/relationships/image" Target="../media/image161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8.png"/><Relationship Id="rId21" Type="http://schemas.openxmlformats.org/officeDocument/2006/relationships/image" Target="../media/image230.png"/><Relationship Id="rId42" Type="http://schemas.openxmlformats.org/officeDocument/2006/relationships/customXml" Target="../ink/ink236.xml"/><Relationship Id="rId63" Type="http://schemas.openxmlformats.org/officeDocument/2006/relationships/image" Target="../media/image251.png"/><Relationship Id="rId84" Type="http://schemas.openxmlformats.org/officeDocument/2006/relationships/customXml" Target="../ink/ink257.xml"/><Relationship Id="rId138" Type="http://schemas.openxmlformats.org/officeDocument/2006/relationships/customXml" Target="../ink/ink284.xml"/><Relationship Id="rId159" Type="http://schemas.openxmlformats.org/officeDocument/2006/relationships/image" Target="../media/image299.png"/><Relationship Id="rId170" Type="http://schemas.openxmlformats.org/officeDocument/2006/relationships/customXml" Target="../ink/ink300.xml"/><Relationship Id="rId191" Type="http://schemas.openxmlformats.org/officeDocument/2006/relationships/image" Target="../media/image315.png"/><Relationship Id="rId107" Type="http://schemas.openxmlformats.org/officeDocument/2006/relationships/image" Target="../media/image273.png"/><Relationship Id="rId11" Type="http://schemas.openxmlformats.org/officeDocument/2006/relationships/image" Target="../media/image225.png"/><Relationship Id="rId32" Type="http://schemas.openxmlformats.org/officeDocument/2006/relationships/customXml" Target="../ink/ink231.xml"/><Relationship Id="rId53" Type="http://schemas.openxmlformats.org/officeDocument/2006/relationships/image" Target="../media/image246.png"/><Relationship Id="rId74" Type="http://schemas.openxmlformats.org/officeDocument/2006/relationships/customXml" Target="../ink/ink252.xml"/><Relationship Id="rId128" Type="http://schemas.openxmlformats.org/officeDocument/2006/relationships/customXml" Target="../ink/ink279.xml"/><Relationship Id="rId149" Type="http://schemas.openxmlformats.org/officeDocument/2006/relationships/image" Target="../media/image294.png"/><Relationship Id="rId5" Type="http://schemas.openxmlformats.org/officeDocument/2006/relationships/image" Target="../media/image222.png"/><Relationship Id="rId95" Type="http://schemas.openxmlformats.org/officeDocument/2006/relationships/image" Target="../media/image267.png"/><Relationship Id="rId160" Type="http://schemas.openxmlformats.org/officeDocument/2006/relationships/customXml" Target="../ink/ink295.xml"/><Relationship Id="rId181" Type="http://schemas.openxmlformats.org/officeDocument/2006/relationships/image" Target="../media/image310.png"/><Relationship Id="rId22" Type="http://schemas.openxmlformats.org/officeDocument/2006/relationships/customXml" Target="../ink/ink226.xml"/><Relationship Id="rId43" Type="http://schemas.openxmlformats.org/officeDocument/2006/relationships/image" Target="../media/image241.png"/><Relationship Id="rId64" Type="http://schemas.openxmlformats.org/officeDocument/2006/relationships/customXml" Target="../ink/ink247.xml"/><Relationship Id="rId118" Type="http://schemas.openxmlformats.org/officeDocument/2006/relationships/customXml" Target="../ink/ink274.xml"/><Relationship Id="rId139" Type="http://schemas.openxmlformats.org/officeDocument/2006/relationships/image" Target="../media/image289.png"/><Relationship Id="rId85" Type="http://schemas.openxmlformats.org/officeDocument/2006/relationships/image" Target="../media/image262.png"/><Relationship Id="rId150" Type="http://schemas.openxmlformats.org/officeDocument/2006/relationships/customXml" Target="../ink/ink290.xml"/><Relationship Id="rId171" Type="http://schemas.openxmlformats.org/officeDocument/2006/relationships/image" Target="../media/image305.png"/><Relationship Id="rId192" Type="http://schemas.openxmlformats.org/officeDocument/2006/relationships/customXml" Target="../ink/ink311.xml"/><Relationship Id="rId12" Type="http://schemas.openxmlformats.org/officeDocument/2006/relationships/customXml" Target="../ink/ink221.xml"/><Relationship Id="rId33" Type="http://schemas.openxmlformats.org/officeDocument/2006/relationships/image" Target="../media/image236.png"/><Relationship Id="rId108" Type="http://schemas.openxmlformats.org/officeDocument/2006/relationships/customXml" Target="../ink/ink269.xml"/><Relationship Id="rId129" Type="http://schemas.openxmlformats.org/officeDocument/2006/relationships/image" Target="../media/image284.png"/><Relationship Id="rId54" Type="http://schemas.openxmlformats.org/officeDocument/2006/relationships/customXml" Target="../ink/ink242.xml"/><Relationship Id="rId75" Type="http://schemas.openxmlformats.org/officeDocument/2006/relationships/image" Target="../media/image257.png"/><Relationship Id="rId96" Type="http://schemas.openxmlformats.org/officeDocument/2006/relationships/customXml" Target="../ink/ink263.xml"/><Relationship Id="rId140" Type="http://schemas.openxmlformats.org/officeDocument/2006/relationships/customXml" Target="../ink/ink285.xml"/><Relationship Id="rId161" Type="http://schemas.openxmlformats.org/officeDocument/2006/relationships/image" Target="../media/image300.png"/><Relationship Id="rId182" Type="http://schemas.openxmlformats.org/officeDocument/2006/relationships/customXml" Target="../ink/ink306.xml"/><Relationship Id="rId6" Type="http://schemas.openxmlformats.org/officeDocument/2006/relationships/customXml" Target="../ink/ink218.xml"/><Relationship Id="rId23" Type="http://schemas.openxmlformats.org/officeDocument/2006/relationships/image" Target="../media/image231.png"/><Relationship Id="rId119" Type="http://schemas.openxmlformats.org/officeDocument/2006/relationships/image" Target="../media/image279.png"/><Relationship Id="rId44" Type="http://schemas.openxmlformats.org/officeDocument/2006/relationships/customXml" Target="../ink/ink237.xml"/><Relationship Id="rId65" Type="http://schemas.openxmlformats.org/officeDocument/2006/relationships/image" Target="../media/image252.png"/><Relationship Id="rId86" Type="http://schemas.openxmlformats.org/officeDocument/2006/relationships/customXml" Target="../ink/ink258.xml"/><Relationship Id="rId130" Type="http://schemas.openxmlformats.org/officeDocument/2006/relationships/customXml" Target="../ink/ink280.xml"/><Relationship Id="rId151" Type="http://schemas.openxmlformats.org/officeDocument/2006/relationships/image" Target="../media/image295.png"/><Relationship Id="rId172" Type="http://schemas.openxmlformats.org/officeDocument/2006/relationships/customXml" Target="../ink/ink301.xml"/><Relationship Id="rId193" Type="http://schemas.openxmlformats.org/officeDocument/2006/relationships/image" Target="../media/image316.png"/><Relationship Id="rId13" Type="http://schemas.openxmlformats.org/officeDocument/2006/relationships/image" Target="../media/image226.png"/><Relationship Id="rId109" Type="http://schemas.openxmlformats.org/officeDocument/2006/relationships/image" Target="../media/image274.png"/><Relationship Id="rId34" Type="http://schemas.openxmlformats.org/officeDocument/2006/relationships/customXml" Target="../ink/ink232.xml"/><Relationship Id="rId50" Type="http://schemas.openxmlformats.org/officeDocument/2006/relationships/customXml" Target="../ink/ink240.xml"/><Relationship Id="rId55" Type="http://schemas.openxmlformats.org/officeDocument/2006/relationships/image" Target="../media/image247.png"/><Relationship Id="rId76" Type="http://schemas.openxmlformats.org/officeDocument/2006/relationships/customXml" Target="../ink/ink253.xml"/><Relationship Id="rId97" Type="http://schemas.openxmlformats.org/officeDocument/2006/relationships/image" Target="../media/image268.png"/><Relationship Id="rId104" Type="http://schemas.openxmlformats.org/officeDocument/2006/relationships/customXml" Target="../ink/ink267.xml"/><Relationship Id="rId120" Type="http://schemas.openxmlformats.org/officeDocument/2006/relationships/customXml" Target="../ink/ink275.xml"/><Relationship Id="rId125" Type="http://schemas.openxmlformats.org/officeDocument/2006/relationships/image" Target="../media/image282.png"/><Relationship Id="rId141" Type="http://schemas.openxmlformats.org/officeDocument/2006/relationships/image" Target="../media/image290.png"/><Relationship Id="rId146" Type="http://schemas.openxmlformats.org/officeDocument/2006/relationships/customXml" Target="../ink/ink288.xml"/><Relationship Id="rId167" Type="http://schemas.openxmlformats.org/officeDocument/2006/relationships/image" Target="../media/image303.png"/><Relationship Id="rId188" Type="http://schemas.openxmlformats.org/officeDocument/2006/relationships/customXml" Target="../ink/ink309.xml"/><Relationship Id="rId7" Type="http://schemas.openxmlformats.org/officeDocument/2006/relationships/image" Target="../media/image223.png"/><Relationship Id="rId71" Type="http://schemas.openxmlformats.org/officeDocument/2006/relationships/image" Target="../media/image255.png"/><Relationship Id="rId92" Type="http://schemas.openxmlformats.org/officeDocument/2006/relationships/customXml" Target="../ink/ink261.xml"/><Relationship Id="rId162" Type="http://schemas.openxmlformats.org/officeDocument/2006/relationships/customXml" Target="../ink/ink296.xml"/><Relationship Id="rId183" Type="http://schemas.openxmlformats.org/officeDocument/2006/relationships/image" Target="../media/image311.png"/><Relationship Id="rId2" Type="http://schemas.openxmlformats.org/officeDocument/2006/relationships/image" Target="../media/image220.png"/><Relationship Id="rId29" Type="http://schemas.openxmlformats.org/officeDocument/2006/relationships/image" Target="../media/image234.png"/><Relationship Id="rId24" Type="http://schemas.openxmlformats.org/officeDocument/2006/relationships/customXml" Target="../ink/ink227.xml"/><Relationship Id="rId40" Type="http://schemas.openxmlformats.org/officeDocument/2006/relationships/customXml" Target="../ink/ink235.xml"/><Relationship Id="rId45" Type="http://schemas.openxmlformats.org/officeDocument/2006/relationships/image" Target="../media/image242.png"/><Relationship Id="rId66" Type="http://schemas.openxmlformats.org/officeDocument/2006/relationships/customXml" Target="../ink/ink248.xml"/><Relationship Id="rId87" Type="http://schemas.openxmlformats.org/officeDocument/2006/relationships/image" Target="../media/image263.png"/><Relationship Id="rId110" Type="http://schemas.openxmlformats.org/officeDocument/2006/relationships/customXml" Target="../ink/ink270.xml"/><Relationship Id="rId115" Type="http://schemas.openxmlformats.org/officeDocument/2006/relationships/image" Target="../media/image277.png"/><Relationship Id="rId131" Type="http://schemas.openxmlformats.org/officeDocument/2006/relationships/image" Target="../media/image285.png"/><Relationship Id="rId136" Type="http://schemas.openxmlformats.org/officeDocument/2006/relationships/customXml" Target="../ink/ink283.xml"/><Relationship Id="rId157" Type="http://schemas.openxmlformats.org/officeDocument/2006/relationships/image" Target="../media/image298.png"/><Relationship Id="rId178" Type="http://schemas.openxmlformats.org/officeDocument/2006/relationships/customXml" Target="../ink/ink304.xml"/><Relationship Id="rId61" Type="http://schemas.openxmlformats.org/officeDocument/2006/relationships/image" Target="../media/image250.png"/><Relationship Id="rId82" Type="http://schemas.openxmlformats.org/officeDocument/2006/relationships/customXml" Target="../ink/ink256.xml"/><Relationship Id="rId152" Type="http://schemas.openxmlformats.org/officeDocument/2006/relationships/customXml" Target="../ink/ink291.xml"/><Relationship Id="rId173" Type="http://schemas.openxmlformats.org/officeDocument/2006/relationships/image" Target="../media/image306.png"/><Relationship Id="rId194" Type="http://schemas.openxmlformats.org/officeDocument/2006/relationships/customXml" Target="../ink/ink312.xml"/><Relationship Id="rId19" Type="http://schemas.openxmlformats.org/officeDocument/2006/relationships/image" Target="../media/image229.png"/><Relationship Id="rId14" Type="http://schemas.openxmlformats.org/officeDocument/2006/relationships/customXml" Target="../ink/ink222.xml"/><Relationship Id="rId30" Type="http://schemas.openxmlformats.org/officeDocument/2006/relationships/customXml" Target="../ink/ink230.xml"/><Relationship Id="rId35" Type="http://schemas.openxmlformats.org/officeDocument/2006/relationships/image" Target="../media/image237.png"/><Relationship Id="rId56" Type="http://schemas.openxmlformats.org/officeDocument/2006/relationships/customXml" Target="../ink/ink243.xml"/><Relationship Id="rId77" Type="http://schemas.openxmlformats.org/officeDocument/2006/relationships/image" Target="../media/image258.png"/><Relationship Id="rId100" Type="http://schemas.openxmlformats.org/officeDocument/2006/relationships/customXml" Target="../ink/ink265.xml"/><Relationship Id="rId105" Type="http://schemas.openxmlformats.org/officeDocument/2006/relationships/image" Target="../media/image272.png"/><Relationship Id="rId126" Type="http://schemas.openxmlformats.org/officeDocument/2006/relationships/customXml" Target="../ink/ink278.xml"/><Relationship Id="rId147" Type="http://schemas.openxmlformats.org/officeDocument/2006/relationships/image" Target="../media/image293.png"/><Relationship Id="rId168" Type="http://schemas.openxmlformats.org/officeDocument/2006/relationships/customXml" Target="../ink/ink299.xml"/><Relationship Id="rId8" Type="http://schemas.openxmlformats.org/officeDocument/2006/relationships/customXml" Target="../ink/ink219.xml"/><Relationship Id="rId51" Type="http://schemas.openxmlformats.org/officeDocument/2006/relationships/image" Target="../media/image245.png"/><Relationship Id="rId72" Type="http://schemas.openxmlformats.org/officeDocument/2006/relationships/customXml" Target="../ink/ink251.xml"/><Relationship Id="rId93" Type="http://schemas.openxmlformats.org/officeDocument/2006/relationships/image" Target="../media/image266.png"/><Relationship Id="rId98" Type="http://schemas.openxmlformats.org/officeDocument/2006/relationships/customXml" Target="../ink/ink264.xml"/><Relationship Id="rId121" Type="http://schemas.openxmlformats.org/officeDocument/2006/relationships/image" Target="../media/image280.png"/><Relationship Id="rId142" Type="http://schemas.openxmlformats.org/officeDocument/2006/relationships/customXml" Target="../ink/ink286.xml"/><Relationship Id="rId163" Type="http://schemas.openxmlformats.org/officeDocument/2006/relationships/image" Target="../media/image301.png"/><Relationship Id="rId184" Type="http://schemas.openxmlformats.org/officeDocument/2006/relationships/customXml" Target="../ink/ink307.xml"/><Relationship Id="rId189" Type="http://schemas.openxmlformats.org/officeDocument/2006/relationships/image" Target="../media/image314.png"/><Relationship Id="rId3" Type="http://schemas.openxmlformats.org/officeDocument/2006/relationships/image" Target="../media/image221.svg"/><Relationship Id="rId25" Type="http://schemas.openxmlformats.org/officeDocument/2006/relationships/image" Target="../media/image232.png"/><Relationship Id="rId46" Type="http://schemas.openxmlformats.org/officeDocument/2006/relationships/customXml" Target="../ink/ink238.xml"/><Relationship Id="rId67" Type="http://schemas.openxmlformats.org/officeDocument/2006/relationships/image" Target="../media/image253.png"/><Relationship Id="rId116" Type="http://schemas.openxmlformats.org/officeDocument/2006/relationships/customXml" Target="../ink/ink273.xml"/><Relationship Id="rId137" Type="http://schemas.openxmlformats.org/officeDocument/2006/relationships/image" Target="../media/image288.png"/><Relationship Id="rId158" Type="http://schemas.openxmlformats.org/officeDocument/2006/relationships/customXml" Target="../ink/ink294.xml"/><Relationship Id="rId20" Type="http://schemas.openxmlformats.org/officeDocument/2006/relationships/customXml" Target="../ink/ink225.xml"/><Relationship Id="rId41" Type="http://schemas.openxmlformats.org/officeDocument/2006/relationships/image" Target="../media/image240.png"/><Relationship Id="rId62" Type="http://schemas.openxmlformats.org/officeDocument/2006/relationships/customXml" Target="../ink/ink246.xml"/><Relationship Id="rId83" Type="http://schemas.openxmlformats.org/officeDocument/2006/relationships/image" Target="../media/image261.png"/><Relationship Id="rId88" Type="http://schemas.openxmlformats.org/officeDocument/2006/relationships/customXml" Target="../ink/ink259.xml"/><Relationship Id="rId111" Type="http://schemas.openxmlformats.org/officeDocument/2006/relationships/image" Target="../media/image275.png"/><Relationship Id="rId132" Type="http://schemas.openxmlformats.org/officeDocument/2006/relationships/customXml" Target="../ink/ink281.xml"/><Relationship Id="rId153" Type="http://schemas.openxmlformats.org/officeDocument/2006/relationships/image" Target="../media/image296.png"/><Relationship Id="rId174" Type="http://schemas.openxmlformats.org/officeDocument/2006/relationships/customXml" Target="../ink/ink302.xml"/><Relationship Id="rId179" Type="http://schemas.openxmlformats.org/officeDocument/2006/relationships/image" Target="../media/image309.png"/><Relationship Id="rId195" Type="http://schemas.openxmlformats.org/officeDocument/2006/relationships/image" Target="../media/image317.png"/><Relationship Id="rId190" Type="http://schemas.openxmlformats.org/officeDocument/2006/relationships/customXml" Target="../ink/ink310.xml"/><Relationship Id="rId15" Type="http://schemas.openxmlformats.org/officeDocument/2006/relationships/image" Target="../media/image227.png"/><Relationship Id="rId36" Type="http://schemas.openxmlformats.org/officeDocument/2006/relationships/customXml" Target="../ink/ink233.xml"/><Relationship Id="rId57" Type="http://schemas.openxmlformats.org/officeDocument/2006/relationships/image" Target="../media/image248.png"/><Relationship Id="rId106" Type="http://schemas.openxmlformats.org/officeDocument/2006/relationships/customXml" Target="../ink/ink268.xml"/><Relationship Id="rId127" Type="http://schemas.openxmlformats.org/officeDocument/2006/relationships/image" Target="../media/image283.png"/><Relationship Id="rId10" Type="http://schemas.openxmlformats.org/officeDocument/2006/relationships/customXml" Target="../ink/ink220.xml"/><Relationship Id="rId31" Type="http://schemas.openxmlformats.org/officeDocument/2006/relationships/image" Target="../media/image235.png"/><Relationship Id="rId52" Type="http://schemas.openxmlformats.org/officeDocument/2006/relationships/customXml" Target="../ink/ink241.xml"/><Relationship Id="rId73" Type="http://schemas.openxmlformats.org/officeDocument/2006/relationships/image" Target="../media/image256.png"/><Relationship Id="rId78" Type="http://schemas.openxmlformats.org/officeDocument/2006/relationships/customXml" Target="../ink/ink254.xml"/><Relationship Id="rId94" Type="http://schemas.openxmlformats.org/officeDocument/2006/relationships/customXml" Target="../ink/ink262.xml"/><Relationship Id="rId99" Type="http://schemas.openxmlformats.org/officeDocument/2006/relationships/image" Target="../media/image269.png"/><Relationship Id="rId101" Type="http://schemas.openxmlformats.org/officeDocument/2006/relationships/image" Target="../media/image270.png"/><Relationship Id="rId122" Type="http://schemas.openxmlformats.org/officeDocument/2006/relationships/customXml" Target="../ink/ink276.xml"/><Relationship Id="rId143" Type="http://schemas.openxmlformats.org/officeDocument/2006/relationships/image" Target="../media/image291.png"/><Relationship Id="rId148" Type="http://schemas.openxmlformats.org/officeDocument/2006/relationships/customXml" Target="../ink/ink289.xml"/><Relationship Id="rId164" Type="http://schemas.openxmlformats.org/officeDocument/2006/relationships/customXml" Target="../ink/ink297.xml"/><Relationship Id="rId169" Type="http://schemas.openxmlformats.org/officeDocument/2006/relationships/image" Target="../media/image304.png"/><Relationship Id="rId185" Type="http://schemas.openxmlformats.org/officeDocument/2006/relationships/image" Target="../media/image312.png"/><Relationship Id="rId4" Type="http://schemas.openxmlformats.org/officeDocument/2006/relationships/customXml" Target="../ink/ink217.xml"/><Relationship Id="rId9" Type="http://schemas.openxmlformats.org/officeDocument/2006/relationships/image" Target="../media/image224.png"/><Relationship Id="rId180" Type="http://schemas.openxmlformats.org/officeDocument/2006/relationships/customXml" Target="../ink/ink305.xml"/><Relationship Id="rId26" Type="http://schemas.openxmlformats.org/officeDocument/2006/relationships/customXml" Target="../ink/ink228.xml"/><Relationship Id="rId47" Type="http://schemas.openxmlformats.org/officeDocument/2006/relationships/image" Target="../media/image243.png"/><Relationship Id="rId68" Type="http://schemas.openxmlformats.org/officeDocument/2006/relationships/customXml" Target="../ink/ink249.xml"/><Relationship Id="rId89" Type="http://schemas.openxmlformats.org/officeDocument/2006/relationships/image" Target="../media/image264.png"/><Relationship Id="rId112" Type="http://schemas.openxmlformats.org/officeDocument/2006/relationships/customXml" Target="../ink/ink271.xml"/><Relationship Id="rId133" Type="http://schemas.openxmlformats.org/officeDocument/2006/relationships/image" Target="../media/image286.png"/><Relationship Id="rId154" Type="http://schemas.openxmlformats.org/officeDocument/2006/relationships/customXml" Target="../ink/ink292.xml"/><Relationship Id="rId175" Type="http://schemas.openxmlformats.org/officeDocument/2006/relationships/image" Target="../media/image307.png"/><Relationship Id="rId16" Type="http://schemas.openxmlformats.org/officeDocument/2006/relationships/customXml" Target="../ink/ink223.xml"/><Relationship Id="rId37" Type="http://schemas.openxmlformats.org/officeDocument/2006/relationships/image" Target="../media/image238.png"/><Relationship Id="rId58" Type="http://schemas.openxmlformats.org/officeDocument/2006/relationships/customXml" Target="../ink/ink244.xml"/><Relationship Id="rId79" Type="http://schemas.openxmlformats.org/officeDocument/2006/relationships/image" Target="../media/image259.png"/><Relationship Id="rId102" Type="http://schemas.openxmlformats.org/officeDocument/2006/relationships/customXml" Target="../ink/ink266.xml"/><Relationship Id="rId123" Type="http://schemas.openxmlformats.org/officeDocument/2006/relationships/image" Target="../media/image281.png"/><Relationship Id="rId144" Type="http://schemas.openxmlformats.org/officeDocument/2006/relationships/customXml" Target="../ink/ink287.xml"/><Relationship Id="rId90" Type="http://schemas.openxmlformats.org/officeDocument/2006/relationships/customXml" Target="../ink/ink260.xml"/><Relationship Id="rId165" Type="http://schemas.openxmlformats.org/officeDocument/2006/relationships/image" Target="../media/image302.png"/><Relationship Id="rId186" Type="http://schemas.openxmlformats.org/officeDocument/2006/relationships/customXml" Target="../ink/ink308.xml"/><Relationship Id="rId27" Type="http://schemas.openxmlformats.org/officeDocument/2006/relationships/image" Target="../media/image233.png"/><Relationship Id="rId48" Type="http://schemas.openxmlformats.org/officeDocument/2006/relationships/customXml" Target="../ink/ink239.xml"/><Relationship Id="rId69" Type="http://schemas.openxmlformats.org/officeDocument/2006/relationships/image" Target="../media/image254.png"/><Relationship Id="rId113" Type="http://schemas.openxmlformats.org/officeDocument/2006/relationships/image" Target="../media/image276.png"/><Relationship Id="rId134" Type="http://schemas.openxmlformats.org/officeDocument/2006/relationships/customXml" Target="../ink/ink282.xml"/><Relationship Id="rId80" Type="http://schemas.openxmlformats.org/officeDocument/2006/relationships/customXml" Target="../ink/ink255.xml"/><Relationship Id="rId155" Type="http://schemas.openxmlformats.org/officeDocument/2006/relationships/image" Target="../media/image297.png"/><Relationship Id="rId176" Type="http://schemas.openxmlformats.org/officeDocument/2006/relationships/customXml" Target="../ink/ink303.xml"/><Relationship Id="rId17" Type="http://schemas.openxmlformats.org/officeDocument/2006/relationships/image" Target="../media/image228.png"/><Relationship Id="rId38" Type="http://schemas.openxmlformats.org/officeDocument/2006/relationships/customXml" Target="../ink/ink234.xml"/><Relationship Id="rId59" Type="http://schemas.openxmlformats.org/officeDocument/2006/relationships/image" Target="../media/image249.png"/><Relationship Id="rId103" Type="http://schemas.openxmlformats.org/officeDocument/2006/relationships/image" Target="../media/image271.png"/><Relationship Id="rId124" Type="http://schemas.openxmlformats.org/officeDocument/2006/relationships/customXml" Target="../ink/ink277.xml"/><Relationship Id="rId70" Type="http://schemas.openxmlformats.org/officeDocument/2006/relationships/customXml" Target="../ink/ink250.xml"/><Relationship Id="rId91" Type="http://schemas.openxmlformats.org/officeDocument/2006/relationships/image" Target="../media/image265.png"/><Relationship Id="rId145" Type="http://schemas.openxmlformats.org/officeDocument/2006/relationships/image" Target="../media/image292.png"/><Relationship Id="rId166" Type="http://schemas.openxmlformats.org/officeDocument/2006/relationships/customXml" Target="../ink/ink298.xml"/><Relationship Id="rId187" Type="http://schemas.openxmlformats.org/officeDocument/2006/relationships/image" Target="../media/image313.png"/><Relationship Id="rId1" Type="http://schemas.openxmlformats.org/officeDocument/2006/relationships/slideLayout" Target="../slideLayouts/slideLayout12.xml"/><Relationship Id="rId28" Type="http://schemas.openxmlformats.org/officeDocument/2006/relationships/customXml" Target="../ink/ink229.xml"/><Relationship Id="rId49" Type="http://schemas.openxmlformats.org/officeDocument/2006/relationships/image" Target="../media/image244.png"/><Relationship Id="rId114" Type="http://schemas.openxmlformats.org/officeDocument/2006/relationships/customXml" Target="../ink/ink272.xml"/><Relationship Id="rId60" Type="http://schemas.openxmlformats.org/officeDocument/2006/relationships/customXml" Target="../ink/ink245.xml"/><Relationship Id="rId81" Type="http://schemas.openxmlformats.org/officeDocument/2006/relationships/image" Target="../media/image260.png"/><Relationship Id="rId135" Type="http://schemas.openxmlformats.org/officeDocument/2006/relationships/image" Target="../media/image287.png"/><Relationship Id="rId156" Type="http://schemas.openxmlformats.org/officeDocument/2006/relationships/customXml" Target="../ink/ink293.xml"/><Relationship Id="rId177" Type="http://schemas.openxmlformats.org/officeDocument/2006/relationships/image" Target="../media/image308.png"/><Relationship Id="rId18" Type="http://schemas.openxmlformats.org/officeDocument/2006/relationships/customXml" Target="../ink/ink224.xml"/><Relationship Id="rId39" Type="http://schemas.openxmlformats.org/officeDocument/2006/relationships/image" Target="../media/image239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70.xml"/><Relationship Id="rId21" Type="http://schemas.openxmlformats.org/officeDocument/2006/relationships/customXml" Target="../ink/ink322.xml"/><Relationship Id="rId42" Type="http://schemas.openxmlformats.org/officeDocument/2006/relationships/image" Target="../media/image338.png"/><Relationship Id="rId63" Type="http://schemas.openxmlformats.org/officeDocument/2006/relationships/customXml" Target="../ink/ink343.xml"/><Relationship Id="rId84" Type="http://schemas.openxmlformats.org/officeDocument/2006/relationships/image" Target="../media/image359.png"/><Relationship Id="rId138" Type="http://schemas.openxmlformats.org/officeDocument/2006/relationships/image" Target="../media/image386.png"/><Relationship Id="rId16" Type="http://schemas.openxmlformats.org/officeDocument/2006/relationships/image" Target="../media/image325.png"/><Relationship Id="rId107" Type="http://schemas.openxmlformats.org/officeDocument/2006/relationships/customXml" Target="../ink/ink365.xml"/><Relationship Id="rId11" Type="http://schemas.openxmlformats.org/officeDocument/2006/relationships/customXml" Target="../ink/ink317.xml"/><Relationship Id="rId32" Type="http://schemas.openxmlformats.org/officeDocument/2006/relationships/image" Target="../media/image333.png"/><Relationship Id="rId37" Type="http://schemas.openxmlformats.org/officeDocument/2006/relationships/customXml" Target="../ink/ink330.xml"/><Relationship Id="rId53" Type="http://schemas.openxmlformats.org/officeDocument/2006/relationships/customXml" Target="../ink/ink338.xml"/><Relationship Id="rId58" Type="http://schemas.openxmlformats.org/officeDocument/2006/relationships/image" Target="../media/image346.png"/><Relationship Id="rId74" Type="http://schemas.openxmlformats.org/officeDocument/2006/relationships/image" Target="../media/image354.png"/><Relationship Id="rId79" Type="http://schemas.openxmlformats.org/officeDocument/2006/relationships/customXml" Target="../ink/ink351.xml"/><Relationship Id="rId102" Type="http://schemas.openxmlformats.org/officeDocument/2006/relationships/image" Target="../media/image368.png"/><Relationship Id="rId123" Type="http://schemas.openxmlformats.org/officeDocument/2006/relationships/customXml" Target="../ink/ink373.xml"/><Relationship Id="rId128" Type="http://schemas.openxmlformats.org/officeDocument/2006/relationships/image" Target="../media/image381.png"/><Relationship Id="rId5" Type="http://schemas.openxmlformats.org/officeDocument/2006/relationships/customXml" Target="../ink/ink314.xml"/><Relationship Id="rId90" Type="http://schemas.openxmlformats.org/officeDocument/2006/relationships/image" Target="../media/image362.png"/><Relationship Id="rId95" Type="http://schemas.openxmlformats.org/officeDocument/2006/relationships/customXml" Target="../ink/ink359.xml"/><Relationship Id="rId22" Type="http://schemas.openxmlformats.org/officeDocument/2006/relationships/image" Target="../media/image328.png"/><Relationship Id="rId27" Type="http://schemas.openxmlformats.org/officeDocument/2006/relationships/customXml" Target="../ink/ink325.xml"/><Relationship Id="rId43" Type="http://schemas.openxmlformats.org/officeDocument/2006/relationships/customXml" Target="../ink/ink333.xml"/><Relationship Id="rId48" Type="http://schemas.openxmlformats.org/officeDocument/2006/relationships/image" Target="../media/image341.png"/><Relationship Id="rId64" Type="http://schemas.openxmlformats.org/officeDocument/2006/relationships/image" Target="../media/image349.png"/><Relationship Id="rId69" Type="http://schemas.openxmlformats.org/officeDocument/2006/relationships/customXml" Target="../ink/ink346.xml"/><Relationship Id="rId113" Type="http://schemas.openxmlformats.org/officeDocument/2006/relationships/customXml" Target="../ink/ink368.xml"/><Relationship Id="rId118" Type="http://schemas.openxmlformats.org/officeDocument/2006/relationships/image" Target="../media/image376.png"/><Relationship Id="rId134" Type="http://schemas.openxmlformats.org/officeDocument/2006/relationships/image" Target="../media/image384.png"/><Relationship Id="rId80" Type="http://schemas.openxmlformats.org/officeDocument/2006/relationships/image" Target="../media/image357.png"/><Relationship Id="rId85" Type="http://schemas.openxmlformats.org/officeDocument/2006/relationships/customXml" Target="../ink/ink354.xml"/><Relationship Id="rId12" Type="http://schemas.openxmlformats.org/officeDocument/2006/relationships/image" Target="../media/image323.png"/><Relationship Id="rId17" Type="http://schemas.openxmlformats.org/officeDocument/2006/relationships/customXml" Target="../ink/ink320.xml"/><Relationship Id="rId33" Type="http://schemas.openxmlformats.org/officeDocument/2006/relationships/customXml" Target="../ink/ink328.xml"/><Relationship Id="rId38" Type="http://schemas.openxmlformats.org/officeDocument/2006/relationships/image" Target="../media/image336.png"/><Relationship Id="rId59" Type="http://schemas.openxmlformats.org/officeDocument/2006/relationships/customXml" Target="../ink/ink341.xml"/><Relationship Id="rId103" Type="http://schemas.openxmlformats.org/officeDocument/2006/relationships/customXml" Target="../ink/ink363.xml"/><Relationship Id="rId108" Type="http://schemas.openxmlformats.org/officeDocument/2006/relationships/image" Target="../media/image371.png"/><Relationship Id="rId124" Type="http://schemas.openxmlformats.org/officeDocument/2006/relationships/image" Target="../media/image379.png"/><Relationship Id="rId129" Type="http://schemas.openxmlformats.org/officeDocument/2006/relationships/customXml" Target="../ink/ink376.xml"/><Relationship Id="rId54" Type="http://schemas.openxmlformats.org/officeDocument/2006/relationships/image" Target="../media/image344.png"/><Relationship Id="rId70" Type="http://schemas.openxmlformats.org/officeDocument/2006/relationships/image" Target="../media/image352.png"/><Relationship Id="rId75" Type="http://schemas.openxmlformats.org/officeDocument/2006/relationships/customXml" Target="../ink/ink349.xml"/><Relationship Id="rId91" Type="http://schemas.openxmlformats.org/officeDocument/2006/relationships/customXml" Target="../ink/ink357.xml"/><Relationship Id="rId96" Type="http://schemas.openxmlformats.org/officeDocument/2006/relationships/image" Target="../media/image3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0.png"/><Relationship Id="rId23" Type="http://schemas.openxmlformats.org/officeDocument/2006/relationships/customXml" Target="../ink/ink323.xml"/><Relationship Id="rId28" Type="http://schemas.openxmlformats.org/officeDocument/2006/relationships/image" Target="../media/image331.png"/><Relationship Id="rId49" Type="http://schemas.openxmlformats.org/officeDocument/2006/relationships/customXml" Target="../ink/ink336.xml"/><Relationship Id="rId114" Type="http://schemas.openxmlformats.org/officeDocument/2006/relationships/image" Target="../media/image374.png"/><Relationship Id="rId119" Type="http://schemas.openxmlformats.org/officeDocument/2006/relationships/customXml" Target="../ink/ink371.xml"/><Relationship Id="rId44" Type="http://schemas.openxmlformats.org/officeDocument/2006/relationships/image" Target="../media/image339.png"/><Relationship Id="rId60" Type="http://schemas.openxmlformats.org/officeDocument/2006/relationships/image" Target="../media/image347.png"/><Relationship Id="rId65" Type="http://schemas.openxmlformats.org/officeDocument/2006/relationships/customXml" Target="../ink/ink344.xml"/><Relationship Id="rId81" Type="http://schemas.openxmlformats.org/officeDocument/2006/relationships/customXml" Target="../ink/ink352.xml"/><Relationship Id="rId86" Type="http://schemas.openxmlformats.org/officeDocument/2006/relationships/image" Target="../media/image360.png"/><Relationship Id="rId130" Type="http://schemas.openxmlformats.org/officeDocument/2006/relationships/image" Target="../media/image382.png"/><Relationship Id="rId135" Type="http://schemas.openxmlformats.org/officeDocument/2006/relationships/customXml" Target="../ink/ink379.xml"/><Relationship Id="rId13" Type="http://schemas.openxmlformats.org/officeDocument/2006/relationships/customXml" Target="../ink/ink318.xml"/><Relationship Id="rId18" Type="http://schemas.openxmlformats.org/officeDocument/2006/relationships/image" Target="../media/image326.png"/><Relationship Id="rId39" Type="http://schemas.openxmlformats.org/officeDocument/2006/relationships/customXml" Target="../ink/ink331.xml"/><Relationship Id="rId109" Type="http://schemas.openxmlformats.org/officeDocument/2006/relationships/customXml" Target="../ink/ink366.xml"/><Relationship Id="rId34" Type="http://schemas.openxmlformats.org/officeDocument/2006/relationships/image" Target="../media/image334.png"/><Relationship Id="rId50" Type="http://schemas.openxmlformats.org/officeDocument/2006/relationships/image" Target="../media/image342.png"/><Relationship Id="rId55" Type="http://schemas.openxmlformats.org/officeDocument/2006/relationships/customXml" Target="../ink/ink339.xml"/><Relationship Id="rId76" Type="http://schemas.openxmlformats.org/officeDocument/2006/relationships/image" Target="../media/image355.png"/><Relationship Id="rId97" Type="http://schemas.openxmlformats.org/officeDocument/2006/relationships/customXml" Target="../ink/ink360.xml"/><Relationship Id="rId104" Type="http://schemas.openxmlformats.org/officeDocument/2006/relationships/image" Target="../media/image369.png"/><Relationship Id="rId120" Type="http://schemas.openxmlformats.org/officeDocument/2006/relationships/image" Target="../media/image377.png"/><Relationship Id="rId125" Type="http://schemas.openxmlformats.org/officeDocument/2006/relationships/customXml" Target="../ink/ink374.xml"/><Relationship Id="rId7" Type="http://schemas.openxmlformats.org/officeDocument/2006/relationships/customXml" Target="../ink/ink315.xml"/><Relationship Id="rId71" Type="http://schemas.openxmlformats.org/officeDocument/2006/relationships/customXml" Target="../ink/ink347.xml"/><Relationship Id="rId92" Type="http://schemas.openxmlformats.org/officeDocument/2006/relationships/image" Target="../media/image363.png"/><Relationship Id="rId2" Type="http://schemas.openxmlformats.org/officeDocument/2006/relationships/image" Target="../media/image318.png"/><Relationship Id="rId29" Type="http://schemas.openxmlformats.org/officeDocument/2006/relationships/customXml" Target="../ink/ink326.xml"/><Relationship Id="rId24" Type="http://schemas.openxmlformats.org/officeDocument/2006/relationships/image" Target="../media/image329.png"/><Relationship Id="rId40" Type="http://schemas.openxmlformats.org/officeDocument/2006/relationships/image" Target="../media/image337.png"/><Relationship Id="rId45" Type="http://schemas.openxmlformats.org/officeDocument/2006/relationships/customXml" Target="../ink/ink334.xml"/><Relationship Id="rId66" Type="http://schemas.openxmlformats.org/officeDocument/2006/relationships/image" Target="../media/image350.png"/><Relationship Id="rId87" Type="http://schemas.openxmlformats.org/officeDocument/2006/relationships/customXml" Target="../ink/ink355.xml"/><Relationship Id="rId110" Type="http://schemas.openxmlformats.org/officeDocument/2006/relationships/image" Target="../media/image372.png"/><Relationship Id="rId115" Type="http://schemas.openxmlformats.org/officeDocument/2006/relationships/customXml" Target="../ink/ink369.xml"/><Relationship Id="rId131" Type="http://schemas.openxmlformats.org/officeDocument/2006/relationships/customXml" Target="../ink/ink377.xml"/><Relationship Id="rId136" Type="http://schemas.openxmlformats.org/officeDocument/2006/relationships/image" Target="../media/image385.png"/><Relationship Id="rId61" Type="http://schemas.openxmlformats.org/officeDocument/2006/relationships/customXml" Target="../ink/ink342.xml"/><Relationship Id="rId82" Type="http://schemas.openxmlformats.org/officeDocument/2006/relationships/image" Target="../media/image358.png"/><Relationship Id="rId19" Type="http://schemas.openxmlformats.org/officeDocument/2006/relationships/customXml" Target="../ink/ink321.xml"/><Relationship Id="rId14" Type="http://schemas.openxmlformats.org/officeDocument/2006/relationships/image" Target="../media/image324.png"/><Relationship Id="rId30" Type="http://schemas.openxmlformats.org/officeDocument/2006/relationships/image" Target="../media/image332.png"/><Relationship Id="rId35" Type="http://schemas.openxmlformats.org/officeDocument/2006/relationships/customXml" Target="../ink/ink329.xml"/><Relationship Id="rId56" Type="http://schemas.openxmlformats.org/officeDocument/2006/relationships/image" Target="../media/image345.png"/><Relationship Id="rId77" Type="http://schemas.openxmlformats.org/officeDocument/2006/relationships/customXml" Target="../ink/ink350.xml"/><Relationship Id="rId100" Type="http://schemas.openxmlformats.org/officeDocument/2006/relationships/image" Target="../media/image367.png"/><Relationship Id="rId105" Type="http://schemas.openxmlformats.org/officeDocument/2006/relationships/customXml" Target="../ink/ink364.xml"/><Relationship Id="rId126" Type="http://schemas.openxmlformats.org/officeDocument/2006/relationships/image" Target="../media/image380.png"/><Relationship Id="rId8" Type="http://schemas.openxmlformats.org/officeDocument/2006/relationships/image" Target="../media/image321.png"/><Relationship Id="rId51" Type="http://schemas.openxmlformats.org/officeDocument/2006/relationships/customXml" Target="../ink/ink337.xml"/><Relationship Id="rId72" Type="http://schemas.openxmlformats.org/officeDocument/2006/relationships/image" Target="../media/image353.png"/><Relationship Id="rId93" Type="http://schemas.openxmlformats.org/officeDocument/2006/relationships/customXml" Target="../ink/ink358.xml"/><Relationship Id="rId98" Type="http://schemas.openxmlformats.org/officeDocument/2006/relationships/image" Target="../media/image366.png"/><Relationship Id="rId121" Type="http://schemas.openxmlformats.org/officeDocument/2006/relationships/customXml" Target="../ink/ink372.xml"/><Relationship Id="rId3" Type="http://schemas.openxmlformats.org/officeDocument/2006/relationships/customXml" Target="../ink/ink313.xml"/><Relationship Id="rId25" Type="http://schemas.openxmlformats.org/officeDocument/2006/relationships/customXml" Target="../ink/ink324.xml"/><Relationship Id="rId46" Type="http://schemas.openxmlformats.org/officeDocument/2006/relationships/image" Target="../media/image340.png"/><Relationship Id="rId67" Type="http://schemas.openxmlformats.org/officeDocument/2006/relationships/customXml" Target="../ink/ink345.xml"/><Relationship Id="rId116" Type="http://schemas.openxmlformats.org/officeDocument/2006/relationships/image" Target="../media/image375.png"/><Relationship Id="rId137" Type="http://schemas.openxmlformats.org/officeDocument/2006/relationships/customXml" Target="../ink/ink380.xml"/><Relationship Id="rId20" Type="http://schemas.openxmlformats.org/officeDocument/2006/relationships/image" Target="../media/image327.png"/><Relationship Id="rId41" Type="http://schemas.openxmlformats.org/officeDocument/2006/relationships/customXml" Target="../ink/ink332.xml"/><Relationship Id="rId62" Type="http://schemas.openxmlformats.org/officeDocument/2006/relationships/image" Target="../media/image348.png"/><Relationship Id="rId83" Type="http://schemas.openxmlformats.org/officeDocument/2006/relationships/customXml" Target="../ink/ink353.xml"/><Relationship Id="rId88" Type="http://schemas.openxmlformats.org/officeDocument/2006/relationships/image" Target="../media/image361.png"/><Relationship Id="rId111" Type="http://schemas.openxmlformats.org/officeDocument/2006/relationships/customXml" Target="../ink/ink367.xml"/><Relationship Id="rId132" Type="http://schemas.openxmlformats.org/officeDocument/2006/relationships/image" Target="../media/image383.png"/><Relationship Id="rId15" Type="http://schemas.openxmlformats.org/officeDocument/2006/relationships/customXml" Target="../ink/ink319.xml"/><Relationship Id="rId36" Type="http://schemas.openxmlformats.org/officeDocument/2006/relationships/image" Target="../media/image335.png"/><Relationship Id="rId57" Type="http://schemas.openxmlformats.org/officeDocument/2006/relationships/customXml" Target="../ink/ink340.xml"/><Relationship Id="rId106" Type="http://schemas.openxmlformats.org/officeDocument/2006/relationships/image" Target="../media/image370.png"/><Relationship Id="rId127" Type="http://schemas.openxmlformats.org/officeDocument/2006/relationships/customXml" Target="../ink/ink375.xml"/><Relationship Id="rId10" Type="http://schemas.openxmlformats.org/officeDocument/2006/relationships/image" Target="../media/image322.png"/><Relationship Id="rId31" Type="http://schemas.openxmlformats.org/officeDocument/2006/relationships/customXml" Target="../ink/ink327.xml"/><Relationship Id="rId52" Type="http://schemas.openxmlformats.org/officeDocument/2006/relationships/image" Target="../media/image343.png"/><Relationship Id="rId73" Type="http://schemas.openxmlformats.org/officeDocument/2006/relationships/customXml" Target="../ink/ink348.xml"/><Relationship Id="rId78" Type="http://schemas.openxmlformats.org/officeDocument/2006/relationships/image" Target="../media/image356.png"/><Relationship Id="rId94" Type="http://schemas.openxmlformats.org/officeDocument/2006/relationships/image" Target="../media/image364.png"/><Relationship Id="rId99" Type="http://schemas.openxmlformats.org/officeDocument/2006/relationships/customXml" Target="../ink/ink361.xml"/><Relationship Id="rId101" Type="http://schemas.openxmlformats.org/officeDocument/2006/relationships/customXml" Target="../ink/ink362.xml"/><Relationship Id="rId122" Type="http://schemas.openxmlformats.org/officeDocument/2006/relationships/image" Target="../media/image378.png"/><Relationship Id="rId4" Type="http://schemas.openxmlformats.org/officeDocument/2006/relationships/image" Target="../media/image319.png"/><Relationship Id="rId9" Type="http://schemas.openxmlformats.org/officeDocument/2006/relationships/customXml" Target="../ink/ink316.xml"/><Relationship Id="rId26" Type="http://schemas.openxmlformats.org/officeDocument/2006/relationships/image" Target="../media/image330.png"/><Relationship Id="rId47" Type="http://schemas.openxmlformats.org/officeDocument/2006/relationships/customXml" Target="../ink/ink335.xml"/><Relationship Id="rId68" Type="http://schemas.openxmlformats.org/officeDocument/2006/relationships/image" Target="../media/image351.png"/><Relationship Id="rId89" Type="http://schemas.openxmlformats.org/officeDocument/2006/relationships/customXml" Target="../ink/ink356.xml"/><Relationship Id="rId112" Type="http://schemas.openxmlformats.org/officeDocument/2006/relationships/image" Target="../media/image373.png"/><Relationship Id="rId133" Type="http://schemas.openxmlformats.org/officeDocument/2006/relationships/customXml" Target="../ink/ink378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89.xml"/><Relationship Id="rId21" Type="http://schemas.openxmlformats.org/officeDocument/2006/relationships/image" Target="../media/image400.png"/><Relationship Id="rId42" Type="http://schemas.openxmlformats.org/officeDocument/2006/relationships/customXml" Target="../ink/ink397.xml"/><Relationship Id="rId47" Type="http://schemas.openxmlformats.org/officeDocument/2006/relationships/image" Target="../media/image413.png"/><Relationship Id="rId63" Type="http://schemas.openxmlformats.org/officeDocument/2006/relationships/image" Target="../media/image421.png"/><Relationship Id="rId68" Type="http://schemas.openxmlformats.org/officeDocument/2006/relationships/customXml" Target="../ink/ink410.xml"/><Relationship Id="rId84" Type="http://schemas.openxmlformats.org/officeDocument/2006/relationships/customXml" Target="../ink/ink418.xml"/><Relationship Id="rId89" Type="http://schemas.openxmlformats.org/officeDocument/2006/relationships/image" Target="../media/image434.png"/><Relationship Id="rId16" Type="http://schemas.openxmlformats.org/officeDocument/2006/relationships/customXml" Target="../ink/ink384.xml"/><Relationship Id="rId11" Type="http://schemas.openxmlformats.org/officeDocument/2006/relationships/image" Target="../media/image395.png"/><Relationship Id="rId32" Type="http://schemas.openxmlformats.org/officeDocument/2006/relationships/customXml" Target="../ink/ink392.xml"/><Relationship Id="rId37" Type="http://schemas.openxmlformats.org/officeDocument/2006/relationships/image" Target="../media/image408.png"/><Relationship Id="rId53" Type="http://schemas.openxmlformats.org/officeDocument/2006/relationships/image" Target="../media/image416.png"/><Relationship Id="rId58" Type="http://schemas.openxmlformats.org/officeDocument/2006/relationships/customXml" Target="../ink/ink405.xml"/><Relationship Id="rId74" Type="http://schemas.openxmlformats.org/officeDocument/2006/relationships/customXml" Target="../ink/ink413.xml"/><Relationship Id="rId79" Type="http://schemas.openxmlformats.org/officeDocument/2006/relationships/image" Target="../media/image429.png"/><Relationship Id="rId5" Type="http://schemas.openxmlformats.org/officeDocument/2006/relationships/image" Target="../media/image390.svg"/><Relationship Id="rId90" Type="http://schemas.openxmlformats.org/officeDocument/2006/relationships/customXml" Target="../ink/ink421.xml"/><Relationship Id="rId14" Type="http://schemas.openxmlformats.org/officeDocument/2006/relationships/customXml" Target="../ink/ink383.xml"/><Relationship Id="rId22" Type="http://schemas.openxmlformats.org/officeDocument/2006/relationships/customXml" Target="../ink/ink387.xml"/><Relationship Id="rId27" Type="http://schemas.openxmlformats.org/officeDocument/2006/relationships/image" Target="../media/image403.png"/><Relationship Id="rId30" Type="http://schemas.openxmlformats.org/officeDocument/2006/relationships/customXml" Target="../ink/ink391.xml"/><Relationship Id="rId35" Type="http://schemas.openxmlformats.org/officeDocument/2006/relationships/image" Target="../media/image407.png"/><Relationship Id="rId43" Type="http://schemas.openxmlformats.org/officeDocument/2006/relationships/image" Target="../media/image411.png"/><Relationship Id="rId48" Type="http://schemas.openxmlformats.org/officeDocument/2006/relationships/customXml" Target="../ink/ink400.xml"/><Relationship Id="rId56" Type="http://schemas.openxmlformats.org/officeDocument/2006/relationships/customXml" Target="../ink/ink404.xml"/><Relationship Id="rId64" Type="http://schemas.openxmlformats.org/officeDocument/2006/relationships/customXml" Target="../ink/ink408.xml"/><Relationship Id="rId69" Type="http://schemas.openxmlformats.org/officeDocument/2006/relationships/image" Target="../media/image424.png"/><Relationship Id="rId77" Type="http://schemas.openxmlformats.org/officeDocument/2006/relationships/image" Target="../media/image428.png"/><Relationship Id="rId8" Type="http://schemas.openxmlformats.org/officeDocument/2006/relationships/image" Target="../media/image393.png"/><Relationship Id="rId51" Type="http://schemas.openxmlformats.org/officeDocument/2006/relationships/image" Target="../media/image415.png"/><Relationship Id="rId72" Type="http://schemas.openxmlformats.org/officeDocument/2006/relationships/customXml" Target="../ink/ink412.xml"/><Relationship Id="rId80" Type="http://schemas.openxmlformats.org/officeDocument/2006/relationships/customXml" Target="../ink/ink416.xml"/><Relationship Id="rId85" Type="http://schemas.openxmlformats.org/officeDocument/2006/relationships/image" Target="../media/image432.png"/><Relationship Id="rId3" Type="http://schemas.openxmlformats.org/officeDocument/2006/relationships/image" Target="../media/image388.svg"/><Relationship Id="rId12" Type="http://schemas.openxmlformats.org/officeDocument/2006/relationships/customXml" Target="../ink/ink382.xml"/><Relationship Id="rId17" Type="http://schemas.openxmlformats.org/officeDocument/2006/relationships/image" Target="../media/image398.png"/><Relationship Id="rId25" Type="http://schemas.openxmlformats.org/officeDocument/2006/relationships/image" Target="../media/image402.png"/><Relationship Id="rId33" Type="http://schemas.openxmlformats.org/officeDocument/2006/relationships/image" Target="../media/image406.png"/><Relationship Id="rId38" Type="http://schemas.openxmlformats.org/officeDocument/2006/relationships/customXml" Target="../ink/ink395.xml"/><Relationship Id="rId46" Type="http://schemas.openxmlformats.org/officeDocument/2006/relationships/customXml" Target="../ink/ink399.xml"/><Relationship Id="rId59" Type="http://schemas.openxmlformats.org/officeDocument/2006/relationships/image" Target="../media/image419.png"/><Relationship Id="rId67" Type="http://schemas.openxmlformats.org/officeDocument/2006/relationships/image" Target="../media/image423.png"/><Relationship Id="rId20" Type="http://schemas.openxmlformats.org/officeDocument/2006/relationships/customXml" Target="../ink/ink386.xml"/><Relationship Id="rId41" Type="http://schemas.openxmlformats.org/officeDocument/2006/relationships/image" Target="../media/image410.png"/><Relationship Id="rId54" Type="http://schemas.openxmlformats.org/officeDocument/2006/relationships/customXml" Target="../ink/ink403.xml"/><Relationship Id="rId62" Type="http://schemas.openxmlformats.org/officeDocument/2006/relationships/customXml" Target="../ink/ink407.xml"/><Relationship Id="rId70" Type="http://schemas.openxmlformats.org/officeDocument/2006/relationships/customXml" Target="../ink/ink411.xml"/><Relationship Id="rId75" Type="http://schemas.openxmlformats.org/officeDocument/2006/relationships/image" Target="../media/image427.png"/><Relationship Id="rId83" Type="http://schemas.openxmlformats.org/officeDocument/2006/relationships/image" Target="../media/image431.png"/><Relationship Id="rId88" Type="http://schemas.openxmlformats.org/officeDocument/2006/relationships/customXml" Target="../ink/ink420.xml"/><Relationship Id="rId91" Type="http://schemas.openxmlformats.org/officeDocument/2006/relationships/image" Target="../media/image4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1.png"/><Relationship Id="rId15" Type="http://schemas.openxmlformats.org/officeDocument/2006/relationships/image" Target="../media/image397.png"/><Relationship Id="rId23" Type="http://schemas.openxmlformats.org/officeDocument/2006/relationships/image" Target="../media/image401.png"/><Relationship Id="rId28" Type="http://schemas.openxmlformats.org/officeDocument/2006/relationships/customXml" Target="../ink/ink390.xml"/><Relationship Id="rId36" Type="http://schemas.openxmlformats.org/officeDocument/2006/relationships/customXml" Target="../ink/ink394.xml"/><Relationship Id="rId49" Type="http://schemas.openxmlformats.org/officeDocument/2006/relationships/image" Target="../media/image414.png"/><Relationship Id="rId57" Type="http://schemas.openxmlformats.org/officeDocument/2006/relationships/image" Target="../media/image418.png"/><Relationship Id="rId10" Type="http://schemas.openxmlformats.org/officeDocument/2006/relationships/customXml" Target="../ink/ink381.xml"/><Relationship Id="rId31" Type="http://schemas.openxmlformats.org/officeDocument/2006/relationships/image" Target="../media/image405.png"/><Relationship Id="rId44" Type="http://schemas.openxmlformats.org/officeDocument/2006/relationships/customXml" Target="../ink/ink398.xml"/><Relationship Id="rId52" Type="http://schemas.openxmlformats.org/officeDocument/2006/relationships/customXml" Target="../ink/ink402.xml"/><Relationship Id="rId60" Type="http://schemas.openxmlformats.org/officeDocument/2006/relationships/customXml" Target="../ink/ink406.xml"/><Relationship Id="rId65" Type="http://schemas.openxmlformats.org/officeDocument/2006/relationships/image" Target="../media/image422.png"/><Relationship Id="rId73" Type="http://schemas.openxmlformats.org/officeDocument/2006/relationships/image" Target="../media/image426.png"/><Relationship Id="rId78" Type="http://schemas.openxmlformats.org/officeDocument/2006/relationships/customXml" Target="../ink/ink415.xml"/><Relationship Id="rId81" Type="http://schemas.openxmlformats.org/officeDocument/2006/relationships/image" Target="../media/image430.png"/><Relationship Id="rId86" Type="http://schemas.openxmlformats.org/officeDocument/2006/relationships/customXml" Target="../ink/ink419.xml"/><Relationship Id="rId4" Type="http://schemas.openxmlformats.org/officeDocument/2006/relationships/image" Target="../media/image389.png"/><Relationship Id="rId9" Type="http://schemas.openxmlformats.org/officeDocument/2006/relationships/image" Target="../media/image394.svg"/><Relationship Id="rId13" Type="http://schemas.openxmlformats.org/officeDocument/2006/relationships/image" Target="../media/image396.png"/><Relationship Id="rId18" Type="http://schemas.openxmlformats.org/officeDocument/2006/relationships/customXml" Target="../ink/ink385.xml"/><Relationship Id="rId39" Type="http://schemas.openxmlformats.org/officeDocument/2006/relationships/image" Target="../media/image409.png"/><Relationship Id="rId34" Type="http://schemas.openxmlformats.org/officeDocument/2006/relationships/customXml" Target="../ink/ink393.xml"/><Relationship Id="rId50" Type="http://schemas.openxmlformats.org/officeDocument/2006/relationships/customXml" Target="../ink/ink401.xml"/><Relationship Id="rId55" Type="http://schemas.openxmlformats.org/officeDocument/2006/relationships/image" Target="../media/image417.png"/><Relationship Id="rId76" Type="http://schemas.openxmlformats.org/officeDocument/2006/relationships/customXml" Target="../ink/ink414.xml"/><Relationship Id="rId7" Type="http://schemas.openxmlformats.org/officeDocument/2006/relationships/image" Target="../media/image392.svg"/><Relationship Id="rId71" Type="http://schemas.openxmlformats.org/officeDocument/2006/relationships/image" Target="../media/image425.png"/><Relationship Id="rId2" Type="http://schemas.openxmlformats.org/officeDocument/2006/relationships/image" Target="../media/image387.png"/><Relationship Id="rId29" Type="http://schemas.openxmlformats.org/officeDocument/2006/relationships/image" Target="../media/image404.png"/><Relationship Id="rId24" Type="http://schemas.openxmlformats.org/officeDocument/2006/relationships/customXml" Target="../ink/ink388.xml"/><Relationship Id="rId40" Type="http://schemas.openxmlformats.org/officeDocument/2006/relationships/customXml" Target="../ink/ink396.xml"/><Relationship Id="rId45" Type="http://schemas.openxmlformats.org/officeDocument/2006/relationships/image" Target="../media/image412.png"/><Relationship Id="rId66" Type="http://schemas.openxmlformats.org/officeDocument/2006/relationships/customXml" Target="../ink/ink409.xml"/><Relationship Id="rId87" Type="http://schemas.openxmlformats.org/officeDocument/2006/relationships/image" Target="../media/image433.png"/><Relationship Id="rId61" Type="http://schemas.openxmlformats.org/officeDocument/2006/relationships/image" Target="../media/image420.png"/><Relationship Id="rId82" Type="http://schemas.openxmlformats.org/officeDocument/2006/relationships/customXml" Target="../ink/ink417.xml"/><Relationship Id="rId19" Type="http://schemas.openxmlformats.org/officeDocument/2006/relationships/image" Target="../media/image39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27.xml"/><Relationship Id="rId18" Type="http://schemas.openxmlformats.org/officeDocument/2006/relationships/customXml" Target="../ink/ink430.xml"/><Relationship Id="rId26" Type="http://schemas.openxmlformats.org/officeDocument/2006/relationships/customXml" Target="../ink/ink434.xml"/><Relationship Id="rId39" Type="http://schemas.openxmlformats.org/officeDocument/2006/relationships/image" Target="../media/image454.png"/><Relationship Id="rId21" Type="http://schemas.openxmlformats.org/officeDocument/2006/relationships/image" Target="../media/image445.png"/><Relationship Id="rId34" Type="http://schemas.openxmlformats.org/officeDocument/2006/relationships/customXml" Target="../ink/ink438.xml"/><Relationship Id="rId42" Type="http://schemas.openxmlformats.org/officeDocument/2006/relationships/customXml" Target="../ink/ink442.xml"/><Relationship Id="rId47" Type="http://schemas.openxmlformats.org/officeDocument/2006/relationships/image" Target="../media/image458.png"/><Relationship Id="rId50" Type="http://schemas.openxmlformats.org/officeDocument/2006/relationships/customXml" Target="../ink/ink446.xml"/><Relationship Id="rId7" Type="http://schemas.openxmlformats.org/officeDocument/2006/relationships/customXml" Target="../ink/ink424.xml"/><Relationship Id="rId2" Type="http://schemas.openxmlformats.org/officeDocument/2006/relationships/image" Target="../media/image436.png"/><Relationship Id="rId16" Type="http://schemas.openxmlformats.org/officeDocument/2006/relationships/image" Target="../media/image443.png"/><Relationship Id="rId29" Type="http://schemas.openxmlformats.org/officeDocument/2006/relationships/image" Target="../media/image449.png"/><Relationship Id="rId11" Type="http://schemas.openxmlformats.org/officeDocument/2006/relationships/customXml" Target="../ink/ink426.xml"/><Relationship Id="rId24" Type="http://schemas.openxmlformats.org/officeDocument/2006/relationships/customXml" Target="../ink/ink433.xml"/><Relationship Id="rId32" Type="http://schemas.openxmlformats.org/officeDocument/2006/relationships/customXml" Target="../ink/ink437.xml"/><Relationship Id="rId37" Type="http://schemas.openxmlformats.org/officeDocument/2006/relationships/image" Target="../media/image453.png"/><Relationship Id="rId40" Type="http://schemas.openxmlformats.org/officeDocument/2006/relationships/customXml" Target="../ink/ink441.xml"/><Relationship Id="rId45" Type="http://schemas.openxmlformats.org/officeDocument/2006/relationships/image" Target="../media/image457.png"/><Relationship Id="rId53" Type="http://schemas.openxmlformats.org/officeDocument/2006/relationships/image" Target="../media/image461.png"/><Relationship Id="rId5" Type="http://schemas.openxmlformats.org/officeDocument/2006/relationships/customXml" Target="../ink/ink423.xml"/><Relationship Id="rId10" Type="http://schemas.openxmlformats.org/officeDocument/2006/relationships/image" Target="../media/image440.png"/><Relationship Id="rId19" Type="http://schemas.openxmlformats.org/officeDocument/2006/relationships/image" Target="../media/image444.png"/><Relationship Id="rId31" Type="http://schemas.openxmlformats.org/officeDocument/2006/relationships/image" Target="../media/image450.png"/><Relationship Id="rId44" Type="http://schemas.openxmlformats.org/officeDocument/2006/relationships/customXml" Target="../ink/ink443.xml"/><Relationship Id="rId52" Type="http://schemas.openxmlformats.org/officeDocument/2006/relationships/customXml" Target="../ink/ink447.xml"/><Relationship Id="rId4" Type="http://schemas.openxmlformats.org/officeDocument/2006/relationships/image" Target="../media/image437.png"/><Relationship Id="rId9" Type="http://schemas.openxmlformats.org/officeDocument/2006/relationships/customXml" Target="../ink/ink425.xml"/><Relationship Id="rId14" Type="http://schemas.openxmlformats.org/officeDocument/2006/relationships/image" Target="../media/image442.png"/><Relationship Id="rId22" Type="http://schemas.openxmlformats.org/officeDocument/2006/relationships/customXml" Target="../ink/ink432.xml"/><Relationship Id="rId27" Type="http://schemas.openxmlformats.org/officeDocument/2006/relationships/image" Target="../media/image448.png"/><Relationship Id="rId30" Type="http://schemas.openxmlformats.org/officeDocument/2006/relationships/customXml" Target="../ink/ink436.xml"/><Relationship Id="rId35" Type="http://schemas.openxmlformats.org/officeDocument/2006/relationships/image" Target="../media/image452.png"/><Relationship Id="rId43" Type="http://schemas.openxmlformats.org/officeDocument/2006/relationships/image" Target="../media/image456.png"/><Relationship Id="rId48" Type="http://schemas.openxmlformats.org/officeDocument/2006/relationships/customXml" Target="../ink/ink445.xml"/><Relationship Id="rId8" Type="http://schemas.openxmlformats.org/officeDocument/2006/relationships/image" Target="../media/image439.png"/><Relationship Id="rId51" Type="http://schemas.openxmlformats.org/officeDocument/2006/relationships/image" Target="../media/image460.png"/><Relationship Id="rId3" Type="http://schemas.openxmlformats.org/officeDocument/2006/relationships/customXml" Target="../ink/ink422.xml"/><Relationship Id="rId12" Type="http://schemas.openxmlformats.org/officeDocument/2006/relationships/image" Target="../media/image441.png"/><Relationship Id="rId17" Type="http://schemas.openxmlformats.org/officeDocument/2006/relationships/customXml" Target="../ink/ink429.xml"/><Relationship Id="rId25" Type="http://schemas.openxmlformats.org/officeDocument/2006/relationships/image" Target="../media/image447.png"/><Relationship Id="rId33" Type="http://schemas.openxmlformats.org/officeDocument/2006/relationships/image" Target="../media/image451.png"/><Relationship Id="rId38" Type="http://schemas.openxmlformats.org/officeDocument/2006/relationships/customXml" Target="../ink/ink440.xml"/><Relationship Id="rId46" Type="http://schemas.openxmlformats.org/officeDocument/2006/relationships/customXml" Target="../ink/ink444.xml"/><Relationship Id="rId20" Type="http://schemas.openxmlformats.org/officeDocument/2006/relationships/customXml" Target="../ink/ink431.xml"/><Relationship Id="rId41" Type="http://schemas.openxmlformats.org/officeDocument/2006/relationships/image" Target="../media/image4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8.png"/><Relationship Id="rId15" Type="http://schemas.openxmlformats.org/officeDocument/2006/relationships/customXml" Target="../ink/ink428.xml"/><Relationship Id="rId23" Type="http://schemas.openxmlformats.org/officeDocument/2006/relationships/image" Target="../media/image446.png"/><Relationship Id="rId28" Type="http://schemas.openxmlformats.org/officeDocument/2006/relationships/customXml" Target="../ink/ink435.xml"/><Relationship Id="rId36" Type="http://schemas.openxmlformats.org/officeDocument/2006/relationships/customXml" Target="../ink/ink439.xml"/><Relationship Id="rId49" Type="http://schemas.openxmlformats.org/officeDocument/2006/relationships/image" Target="../media/image459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9.png"/><Relationship Id="rId18" Type="http://schemas.openxmlformats.org/officeDocument/2006/relationships/customXml" Target="../ink/ink454.xml"/><Relationship Id="rId26" Type="http://schemas.openxmlformats.org/officeDocument/2006/relationships/customXml" Target="../ink/ink458.xml"/><Relationship Id="rId39" Type="http://schemas.openxmlformats.org/officeDocument/2006/relationships/image" Target="../media/image482.png"/><Relationship Id="rId21" Type="http://schemas.openxmlformats.org/officeDocument/2006/relationships/image" Target="../media/image473.png"/><Relationship Id="rId34" Type="http://schemas.openxmlformats.org/officeDocument/2006/relationships/customXml" Target="../ink/ink462.xml"/><Relationship Id="rId42" Type="http://schemas.openxmlformats.org/officeDocument/2006/relationships/customXml" Target="../ink/ink466.xml"/><Relationship Id="rId7" Type="http://schemas.openxmlformats.org/officeDocument/2006/relationships/image" Target="../media/image466.png"/><Relationship Id="rId2" Type="http://schemas.openxmlformats.org/officeDocument/2006/relationships/image" Target="../media/image462.png"/><Relationship Id="rId16" Type="http://schemas.openxmlformats.org/officeDocument/2006/relationships/customXml" Target="../ink/ink453.xml"/><Relationship Id="rId29" Type="http://schemas.openxmlformats.org/officeDocument/2006/relationships/image" Target="../media/image477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48.xml"/><Relationship Id="rId11" Type="http://schemas.openxmlformats.org/officeDocument/2006/relationships/image" Target="../media/image468.png"/><Relationship Id="rId24" Type="http://schemas.openxmlformats.org/officeDocument/2006/relationships/customXml" Target="../ink/ink457.xml"/><Relationship Id="rId32" Type="http://schemas.openxmlformats.org/officeDocument/2006/relationships/customXml" Target="../ink/ink461.xml"/><Relationship Id="rId37" Type="http://schemas.openxmlformats.org/officeDocument/2006/relationships/image" Target="../media/image481.png"/><Relationship Id="rId40" Type="http://schemas.openxmlformats.org/officeDocument/2006/relationships/customXml" Target="../ink/ink465.xml"/><Relationship Id="rId45" Type="http://schemas.openxmlformats.org/officeDocument/2006/relationships/image" Target="../media/image485.png"/><Relationship Id="rId5" Type="http://schemas.openxmlformats.org/officeDocument/2006/relationships/image" Target="../media/image465.svg"/><Relationship Id="rId15" Type="http://schemas.openxmlformats.org/officeDocument/2006/relationships/image" Target="../media/image470.png"/><Relationship Id="rId23" Type="http://schemas.openxmlformats.org/officeDocument/2006/relationships/image" Target="../media/image474.png"/><Relationship Id="rId28" Type="http://schemas.openxmlformats.org/officeDocument/2006/relationships/customXml" Target="../ink/ink459.xml"/><Relationship Id="rId36" Type="http://schemas.openxmlformats.org/officeDocument/2006/relationships/customXml" Target="../ink/ink463.xml"/><Relationship Id="rId10" Type="http://schemas.openxmlformats.org/officeDocument/2006/relationships/customXml" Target="../ink/ink450.xml"/><Relationship Id="rId19" Type="http://schemas.openxmlformats.org/officeDocument/2006/relationships/image" Target="../media/image472.png"/><Relationship Id="rId31" Type="http://schemas.openxmlformats.org/officeDocument/2006/relationships/image" Target="../media/image478.png"/><Relationship Id="rId44" Type="http://schemas.openxmlformats.org/officeDocument/2006/relationships/customXml" Target="../ink/ink467.xml"/><Relationship Id="rId4" Type="http://schemas.openxmlformats.org/officeDocument/2006/relationships/image" Target="../media/image464.png"/><Relationship Id="rId9" Type="http://schemas.openxmlformats.org/officeDocument/2006/relationships/image" Target="../media/image467.png"/><Relationship Id="rId14" Type="http://schemas.openxmlformats.org/officeDocument/2006/relationships/customXml" Target="../ink/ink452.xml"/><Relationship Id="rId22" Type="http://schemas.openxmlformats.org/officeDocument/2006/relationships/customXml" Target="../ink/ink456.xml"/><Relationship Id="rId27" Type="http://schemas.openxmlformats.org/officeDocument/2006/relationships/image" Target="../media/image476.png"/><Relationship Id="rId30" Type="http://schemas.openxmlformats.org/officeDocument/2006/relationships/customXml" Target="../ink/ink460.xml"/><Relationship Id="rId35" Type="http://schemas.openxmlformats.org/officeDocument/2006/relationships/image" Target="../media/image480.png"/><Relationship Id="rId43" Type="http://schemas.openxmlformats.org/officeDocument/2006/relationships/image" Target="../media/image484.png"/><Relationship Id="rId8" Type="http://schemas.openxmlformats.org/officeDocument/2006/relationships/customXml" Target="../ink/ink449.xml"/><Relationship Id="rId3" Type="http://schemas.openxmlformats.org/officeDocument/2006/relationships/image" Target="../media/image463.svg"/><Relationship Id="rId12" Type="http://schemas.openxmlformats.org/officeDocument/2006/relationships/customXml" Target="../ink/ink451.xml"/><Relationship Id="rId17" Type="http://schemas.openxmlformats.org/officeDocument/2006/relationships/image" Target="../media/image471.png"/><Relationship Id="rId25" Type="http://schemas.openxmlformats.org/officeDocument/2006/relationships/image" Target="../media/image475.png"/><Relationship Id="rId33" Type="http://schemas.openxmlformats.org/officeDocument/2006/relationships/image" Target="../media/image479.png"/><Relationship Id="rId38" Type="http://schemas.openxmlformats.org/officeDocument/2006/relationships/customXml" Target="../ink/ink464.xml"/><Relationship Id="rId20" Type="http://schemas.openxmlformats.org/officeDocument/2006/relationships/customXml" Target="../ink/ink455.xml"/><Relationship Id="rId41" Type="http://schemas.openxmlformats.org/officeDocument/2006/relationships/image" Target="../media/image48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7.svg"/><Relationship Id="rId7" Type="http://schemas.openxmlformats.org/officeDocument/2006/relationships/image" Target="../media/image490.png"/><Relationship Id="rId2" Type="http://schemas.openxmlformats.org/officeDocument/2006/relationships/image" Target="../media/image486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68.xml"/><Relationship Id="rId5" Type="http://schemas.openxmlformats.org/officeDocument/2006/relationships/image" Target="../media/image489.svg"/><Relationship Id="rId4" Type="http://schemas.openxmlformats.org/officeDocument/2006/relationships/image" Target="../media/image488.png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8.png"/><Relationship Id="rId21" Type="http://schemas.openxmlformats.org/officeDocument/2006/relationships/image" Target="../media/image500.png"/><Relationship Id="rId42" Type="http://schemas.openxmlformats.org/officeDocument/2006/relationships/customXml" Target="../ink/ink489.xml"/><Relationship Id="rId63" Type="http://schemas.openxmlformats.org/officeDocument/2006/relationships/image" Target="../media/image521.png"/><Relationship Id="rId84" Type="http://schemas.openxmlformats.org/officeDocument/2006/relationships/customXml" Target="../ink/ink510.xml"/><Relationship Id="rId16" Type="http://schemas.openxmlformats.org/officeDocument/2006/relationships/customXml" Target="../ink/ink476.xml"/><Relationship Id="rId107" Type="http://schemas.openxmlformats.org/officeDocument/2006/relationships/image" Target="../media/image543.png"/><Relationship Id="rId11" Type="http://schemas.openxmlformats.org/officeDocument/2006/relationships/image" Target="../media/image495.png"/><Relationship Id="rId32" Type="http://schemas.openxmlformats.org/officeDocument/2006/relationships/customXml" Target="../ink/ink484.xml"/><Relationship Id="rId37" Type="http://schemas.openxmlformats.org/officeDocument/2006/relationships/image" Target="../media/image508.png"/><Relationship Id="rId53" Type="http://schemas.openxmlformats.org/officeDocument/2006/relationships/image" Target="../media/image516.png"/><Relationship Id="rId58" Type="http://schemas.openxmlformats.org/officeDocument/2006/relationships/customXml" Target="../ink/ink497.xml"/><Relationship Id="rId74" Type="http://schemas.openxmlformats.org/officeDocument/2006/relationships/customXml" Target="../ink/ink505.xml"/><Relationship Id="rId79" Type="http://schemas.openxmlformats.org/officeDocument/2006/relationships/image" Target="../media/image529.png"/><Relationship Id="rId102" Type="http://schemas.openxmlformats.org/officeDocument/2006/relationships/customXml" Target="../ink/ink519.xml"/><Relationship Id="rId123" Type="http://schemas.openxmlformats.org/officeDocument/2006/relationships/image" Target="../media/image551.png"/><Relationship Id="rId128" Type="http://schemas.openxmlformats.org/officeDocument/2006/relationships/customXml" Target="../ink/ink532.xml"/><Relationship Id="rId5" Type="http://schemas.openxmlformats.org/officeDocument/2006/relationships/image" Target="../media/image492.png"/><Relationship Id="rId90" Type="http://schemas.openxmlformats.org/officeDocument/2006/relationships/customXml" Target="../ink/ink513.xml"/><Relationship Id="rId95" Type="http://schemas.openxmlformats.org/officeDocument/2006/relationships/image" Target="../media/image537.png"/><Relationship Id="rId22" Type="http://schemas.openxmlformats.org/officeDocument/2006/relationships/customXml" Target="../ink/ink479.xml"/><Relationship Id="rId27" Type="http://schemas.openxmlformats.org/officeDocument/2006/relationships/image" Target="../media/image503.png"/><Relationship Id="rId43" Type="http://schemas.openxmlformats.org/officeDocument/2006/relationships/image" Target="../media/image511.png"/><Relationship Id="rId48" Type="http://schemas.openxmlformats.org/officeDocument/2006/relationships/customXml" Target="../ink/ink492.xml"/><Relationship Id="rId64" Type="http://schemas.openxmlformats.org/officeDocument/2006/relationships/customXml" Target="../ink/ink500.xml"/><Relationship Id="rId69" Type="http://schemas.openxmlformats.org/officeDocument/2006/relationships/image" Target="../media/image524.png"/><Relationship Id="rId113" Type="http://schemas.openxmlformats.org/officeDocument/2006/relationships/image" Target="../media/image546.png"/><Relationship Id="rId118" Type="http://schemas.openxmlformats.org/officeDocument/2006/relationships/customXml" Target="../ink/ink527.xml"/><Relationship Id="rId134" Type="http://schemas.openxmlformats.org/officeDocument/2006/relationships/customXml" Target="../ink/ink535.xml"/><Relationship Id="rId80" Type="http://schemas.openxmlformats.org/officeDocument/2006/relationships/customXml" Target="../ink/ink508.xml"/><Relationship Id="rId85" Type="http://schemas.openxmlformats.org/officeDocument/2006/relationships/image" Target="../media/image532.png"/><Relationship Id="rId12" Type="http://schemas.openxmlformats.org/officeDocument/2006/relationships/customXml" Target="../ink/ink474.xml"/><Relationship Id="rId17" Type="http://schemas.openxmlformats.org/officeDocument/2006/relationships/image" Target="../media/image498.png"/><Relationship Id="rId33" Type="http://schemas.openxmlformats.org/officeDocument/2006/relationships/image" Target="../media/image506.png"/><Relationship Id="rId38" Type="http://schemas.openxmlformats.org/officeDocument/2006/relationships/customXml" Target="../ink/ink487.xml"/><Relationship Id="rId59" Type="http://schemas.openxmlformats.org/officeDocument/2006/relationships/image" Target="../media/image519.png"/><Relationship Id="rId103" Type="http://schemas.openxmlformats.org/officeDocument/2006/relationships/image" Target="../media/image541.png"/><Relationship Id="rId108" Type="http://schemas.openxmlformats.org/officeDocument/2006/relationships/customXml" Target="../ink/ink522.xml"/><Relationship Id="rId124" Type="http://schemas.openxmlformats.org/officeDocument/2006/relationships/customXml" Target="../ink/ink530.xml"/><Relationship Id="rId129" Type="http://schemas.openxmlformats.org/officeDocument/2006/relationships/image" Target="../media/image554.png"/><Relationship Id="rId54" Type="http://schemas.openxmlformats.org/officeDocument/2006/relationships/customXml" Target="../ink/ink495.xml"/><Relationship Id="rId70" Type="http://schemas.openxmlformats.org/officeDocument/2006/relationships/customXml" Target="../ink/ink503.xml"/><Relationship Id="rId75" Type="http://schemas.openxmlformats.org/officeDocument/2006/relationships/image" Target="../media/image527.png"/><Relationship Id="rId91" Type="http://schemas.openxmlformats.org/officeDocument/2006/relationships/image" Target="../media/image535.png"/><Relationship Id="rId96" Type="http://schemas.openxmlformats.org/officeDocument/2006/relationships/customXml" Target="../ink/ink5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1.xml"/><Relationship Id="rId23" Type="http://schemas.openxmlformats.org/officeDocument/2006/relationships/image" Target="../media/image501.png"/><Relationship Id="rId28" Type="http://schemas.openxmlformats.org/officeDocument/2006/relationships/customXml" Target="../ink/ink482.xml"/><Relationship Id="rId49" Type="http://schemas.openxmlformats.org/officeDocument/2006/relationships/image" Target="../media/image514.png"/><Relationship Id="rId114" Type="http://schemas.openxmlformats.org/officeDocument/2006/relationships/customXml" Target="../ink/ink525.xml"/><Relationship Id="rId119" Type="http://schemas.openxmlformats.org/officeDocument/2006/relationships/image" Target="../media/image549.png"/><Relationship Id="rId44" Type="http://schemas.openxmlformats.org/officeDocument/2006/relationships/customXml" Target="../ink/ink490.xml"/><Relationship Id="rId60" Type="http://schemas.openxmlformats.org/officeDocument/2006/relationships/customXml" Target="../ink/ink498.xml"/><Relationship Id="rId65" Type="http://schemas.openxmlformats.org/officeDocument/2006/relationships/image" Target="../media/image522.png"/><Relationship Id="rId81" Type="http://schemas.openxmlformats.org/officeDocument/2006/relationships/image" Target="../media/image530.png"/><Relationship Id="rId86" Type="http://schemas.openxmlformats.org/officeDocument/2006/relationships/customXml" Target="../ink/ink511.xml"/><Relationship Id="rId130" Type="http://schemas.openxmlformats.org/officeDocument/2006/relationships/customXml" Target="../ink/ink533.xml"/><Relationship Id="rId135" Type="http://schemas.openxmlformats.org/officeDocument/2006/relationships/image" Target="../media/image557.png"/><Relationship Id="rId13" Type="http://schemas.openxmlformats.org/officeDocument/2006/relationships/image" Target="../media/image496.png"/><Relationship Id="rId18" Type="http://schemas.openxmlformats.org/officeDocument/2006/relationships/customXml" Target="../ink/ink477.xml"/><Relationship Id="rId39" Type="http://schemas.openxmlformats.org/officeDocument/2006/relationships/image" Target="../media/image509.png"/><Relationship Id="rId109" Type="http://schemas.openxmlformats.org/officeDocument/2006/relationships/image" Target="../media/image544.png"/><Relationship Id="rId34" Type="http://schemas.openxmlformats.org/officeDocument/2006/relationships/customXml" Target="../ink/ink485.xml"/><Relationship Id="rId50" Type="http://schemas.openxmlformats.org/officeDocument/2006/relationships/customXml" Target="../ink/ink493.xml"/><Relationship Id="rId55" Type="http://schemas.openxmlformats.org/officeDocument/2006/relationships/image" Target="../media/image517.png"/><Relationship Id="rId76" Type="http://schemas.openxmlformats.org/officeDocument/2006/relationships/customXml" Target="../ink/ink506.xml"/><Relationship Id="rId97" Type="http://schemas.openxmlformats.org/officeDocument/2006/relationships/image" Target="../media/image538.png"/><Relationship Id="rId104" Type="http://schemas.openxmlformats.org/officeDocument/2006/relationships/customXml" Target="../ink/ink520.xml"/><Relationship Id="rId120" Type="http://schemas.openxmlformats.org/officeDocument/2006/relationships/customXml" Target="../ink/ink528.xml"/><Relationship Id="rId125" Type="http://schemas.openxmlformats.org/officeDocument/2006/relationships/image" Target="../media/image552.png"/><Relationship Id="rId7" Type="http://schemas.openxmlformats.org/officeDocument/2006/relationships/image" Target="../media/image493.png"/><Relationship Id="rId71" Type="http://schemas.openxmlformats.org/officeDocument/2006/relationships/image" Target="../media/image525.png"/><Relationship Id="rId92" Type="http://schemas.openxmlformats.org/officeDocument/2006/relationships/customXml" Target="../ink/ink514.xml"/><Relationship Id="rId2" Type="http://schemas.openxmlformats.org/officeDocument/2006/relationships/customXml" Target="../ink/ink469.xml"/><Relationship Id="rId29" Type="http://schemas.openxmlformats.org/officeDocument/2006/relationships/image" Target="../media/image504.png"/><Relationship Id="rId24" Type="http://schemas.openxmlformats.org/officeDocument/2006/relationships/customXml" Target="../ink/ink480.xml"/><Relationship Id="rId40" Type="http://schemas.openxmlformats.org/officeDocument/2006/relationships/customXml" Target="../ink/ink488.xml"/><Relationship Id="rId45" Type="http://schemas.openxmlformats.org/officeDocument/2006/relationships/image" Target="../media/image512.png"/><Relationship Id="rId66" Type="http://schemas.openxmlformats.org/officeDocument/2006/relationships/customXml" Target="../ink/ink501.xml"/><Relationship Id="rId87" Type="http://schemas.openxmlformats.org/officeDocument/2006/relationships/image" Target="../media/image533.png"/><Relationship Id="rId110" Type="http://schemas.openxmlformats.org/officeDocument/2006/relationships/customXml" Target="../ink/ink523.xml"/><Relationship Id="rId115" Type="http://schemas.openxmlformats.org/officeDocument/2006/relationships/image" Target="../media/image547.png"/><Relationship Id="rId131" Type="http://schemas.openxmlformats.org/officeDocument/2006/relationships/image" Target="../media/image555.png"/><Relationship Id="rId136" Type="http://schemas.openxmlformats.org/officeDocument/2006/relationships/customXml" Target="../ink/ink536.xml"/><Relationship Id="rId61" Type="http://schemas.openxmlformats.org/officeDocument/2006/relationships/image" Target="../media/image520.png"/><Relationship Id="rId82" Type="http://schemas.openxmlformats.org/officeDocument/2006/relationships/customXml" Target="../ink/ink509.xml"/><Relationship Id="rId19" Type="http://schemas.openxmlformats.org/officeDocument/2006/relationships/image" Target="../media/image499.png"/><Relationship Id="rId14" Type="http://schemas.openxmlformats.org/officeDocument/2006/relationships/customXml" Target="../ink/ink475.xml"/><Relationship Id="rId30" Type="http://schemas.openxmlformats.org/officeDocument/2006/relationships/customXml" Target="../ink/ink483.xml"/><Relationship Id="rId35" Type="http://schemas.openxmlformats.org/officeDocument/2006/relationships/image" Target="../media/image507.png"/><Relationship Id="rId56" Type="http://schemas.openxmlformats.org/officeDocument/2006/relationships/customXml" Target="../ink/ink496.xml"/><Relationship Id="rId77" Type="http://schemas.openxmlformats.org/officeDocument/2006/relationships/image" Target="../media/image528.png"/><Relationship Id="rId100" Type="http://schemas.openxmlformats.org/officeDocument/2006/relationships/customXml" Target="../ink/ink518.xml"/><Relationship Id="rId105" Type="http://schemas.openxmlformats.org/officeDocument/2006/relationships/image" Target="../media/image542.png"/><Relationship Id="rId126" Type="http://schemas.openxmlformats.org/officeDocument/2006/relationships/customXml" Target="../ink/ink531.xml"/><Relationship Id="rId8" Type="http://schemas.openxmlformats.org/officeDocument/2006/relationships/customXml" Target="../ink/ink472.xml"/><Relationship Id="rId51" Type="http://schemas.openxmlformats.org/officeDocument/2006/relationships/image" Target="../media/image515.png"/><Relationship Id="rId72" Type="http://schemas.openxmlformats.org/officeDocument/2006/relationships/customXml" Target="../ink/ink504.xml"/><Relationship Id="rId93" Type="http://schemas.openxmlformats.org/officeDocument/2006/relationships/image" Target="../media/image536.png"/><Relationship Id="rId98" Type="http://schemas.openxmlformats.org/officeDocument/2006/relationships/customXml" Target="../ink/ink517.xml"/><Relationship Id="rId121" Type="http://schemas.openxmlformats.org/officeDocument/2006/relationships/image" Target="../media/image550.png"/><Relationship Id="rId3" Type="http://schemas.openxmlformats.org/officeDocument/2006/relationships/image" Target="../media/image491.png"/><Relationship Id="rId25" Type="http://schemas.openxmlformats.org/officeDocument/2006/relationships/image" Target="../media/image502.png"/><Relationship Id="rId46" Type="http://schemas.openxmlformats.org/officeDocument/2006/relationships/customXml" Target="../ink/ink491.xml"/><Relationship Id="rId67" Type="http://schemas.openxmlformats.org/officeDocument/2006/relationships/image" Target="../media/image523.png"/><Relationship Id="rId116" Type="http://schemas.openxmlformats.org/officeDocument/2006/relationships/customXml" Target="../ink/ink526.xml"/><Relationship Id="rId137" Type="http://schemas.openxmlformats.org/officeDocument/2006/relationships/image" Target="../media/image558.png"/><Relationship Id="rId20" Type="http://schemas.openxmlformats.org/officeDocument/2006/relationships/customXml" Target="../ink/ink478.xml"/><Relationship Id="rId41" Type="http://schemas.openxmlformats.org/officeDocument/2006/relationships/image" Target="../media/image510.png"/><Relationship Id="rId62" Type="http://schemas.openxmlformats.org/officeDocument/2006/relationships/customXml" Target="../ink/ink499.xml"/><Relationship Id="rId83" Type="http://schemas.openxmlformats.org/officeDocument/2006/relationships/image" Target="../media/image531.png"/><Relationship Id="rId88" Type="http://schemas.openxmlformats.org/officeDocument/2006/relationships/customXml" Target="../ink/ink512.xml"/><Relationship Id="rId111" Type="http://schemas.openxmlformats.org/officeDocument/2006/relationships/image" Target="../media/image545.png"/><Relationship Id="rId132" Type="http://schemas.openxmlformats.org/officeDocument/2006/relationships/customXml" Target="../ink/ink534.xml"/><Relationship Id="rId15" Type="http://schemas.openxmlformats.org/officeDocument/2006/relationships/image" Target="../media/image497.png"/><Relationship Id="rId36" Type="http://schemas.openxmlformats.org/officeDocument/2006/relationships/customXml" Target="../ink/ink486.xml"/><Relationship Id="rId57" Type="http://schemas.openxmlformats.org/officeDocument/2006/relationships/image" Target="../media/image518.png"/><Relationship Id="rId106" Type="http://schemas.openxmlformats.org/officeDocument/2006/relationships/customXml" Target="../ink/ink521.xml"/><Relationship Id="rId127" Type="http://schemas.openxmlformats.org/officeDocument/2006/relationships/image" Target="../media/image553.png"/><Relationship Id="rId10" Type="http://schemas.openxmlformats.org/officeDocument/2006/relationships/customXml" Target="../ink/ink473.xml"/><Relationship Id="rId31" Type="http://schemas.openxmlformats.org/officeDocument/2006/relationships/image" Target="../media/image505.png"/><Relationship Id="rId52" Type="http://schemas.openxmlformats.org/officeDocument/2006/relationships/customXml" Target="../ink/ink494.xml"/><Relationship Id="rId73" Type="http://schemas.openxmlformats.org/officeDocument/2006/relationships/image" Target="../media/image526.png"/><Relationship Id="rId78" Type="http://schemas.openxmlformats.org/officeDocument/2006/relationships/customXml" Target="../ink/ink507.xml"/><Relationship Id="rId94" Type="http://schemas.openxmlformats.org/officeDocument/2006/relationships/customXml" Target="../ink/ink515.xml"/><Relationship Id="rId99" Type="http://schemas.openxmlformats.org/officeDocument/2006/relationships/image" Target="../media/image539.png"/><Relationship Id="rId101" Type="http://schemas.openxmlformats.org/officeDocument/2006/relationships/image" Target="../media/image540.png"/><Relationship Id="rId122" Type="http://schemas.openxmlformats.org/officeDocument/2006/relationships/customXml" Target="../ink/ink529.xml"/><Relationship Id="rId4" Type="http://schemas.openxmlformats.org/officeDocument/2006/relationships/customXml" Target="../ink/ink470.xml"/><Relationship Id="rId9" Type="http://schemas.openxmlformats.org/officeDocument/2006/relationships/image" Target="../media/image494.png"/><Relationship Id="rId26" Type="http://schemas.openxmlformats.org/officeDocument/2006/relationships/customXml" Target="../ink/ink481.xml"/><Relationship Id="rId47" Type="http://schemas.openxmlformats.org/officeDocument/2006/relationships/image" Target="../media/image513.png"/><Relationship Id="rId68" Type="http://schemas.openxmlformats.org/officeDocument/2006/relationships/customXml" Target="../ink/ink502.xml"/><Relationship Id="rId89" Type="http://schemas.openxmlformats.org/officeDocument/2006/relationships/image" Target="../media/image534.png"/><Relationship Id="rId112" Type="http://schemas.openxmlformats.org/officeDocument/2006/relationships/customXml" Target="../ink/ink524.xml"/><Relationship Id="rId133" Type="http://schemas.openxmlformats.org/officeDocument/2006/relationships/image" Target="../media/image556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4.png"/><Relationship Id="rId18" Type="http://schemas.openxmlformats.org/officeDocument/2006/relationships/customXml" Target="../ink/ink545.xml"/><Relationship Id="rId26" Type="http://schemas.openxmlformats.org/officeDocument/2006/relationships/customXml" Target="../ink/ink549.xml"/><Relationship Id="rId39" Type="http://schemas.openxmlformats.org/officeDocument/2006/relationships/image" Target="../media/image577.png"/><Relationship Id="rId21" Type="http://schemas.openxmlformats.org/officeDocument/2006/relationships/image" Target="../media/image568.png"/><Relationship Id="rId34" Type="http://schemas.openxmlformats.org/officeDocument/2006/relationships/customXml" Target="../ink/ink553.xml"/><Relationship Id="rId42" Type="http://schemas.openxmlformats.org/officeDocument/2006/relationships/customXml" Target="../ink/ink557.xml"/><Relationship Id="rId7" Type="http://schemas.openxmlformats.org/officeDocument/2006/relationships/image" Target="../media/image561.png"/><Relationship Id="rId2" Type="http://schemas.openxmlformats.org/officeDocument/2006/relationships/customXml" Target="../ink/ink537.xml"/><Relationship Id="rId16" Type="http://schemas.openxmlformats.org/officeDocument/2006/relationships/customXml" Target="../ink/ink544.xml"/><Relationship Id="rId29" Type="http://schemas.openxmlformats.org/officeDocument/2006/relationships/image" Target="../media/image57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539.xml"/><Relationship Id="rId11" Type="http://schemas.openxmlformats.org/officeDocument/2006/relationships/image" Target="../media/image563.png"/><Relationship Id="rId24" Type="http://schemas.openxmlformats.org/officeDocument/2006/relationships/customXml" Target="../ink/ink548.xml"/><Relationship Id="rId32" Type="http://schemas.openxmlformats.org/officeDocument/2006/relationships/customXml" Target="../ink/ink552.xml"/><Relationship Id="rId37" Type="http://schemas.openxmlformats.org/officeDocument/2006/relationships/image" Target="../media/image576.png"/><Relationship Id="rId40" Type="http://schemas.openxmlformats.org/officeDocument/2006/relationships/customXml" Target="../ink/ink556.xml"/><Relationship Id="rId45" Type="http://schemas.openxmlformats.org/officeDocument/2006/relationships/image" Target="../media/image580.png"/><Relationship Id="rId5" Type="http://schemas.openxmlformats.org/officeDocument/2006/relationships/image" Target="../media/image560.png"/><Relationship Id="rId15" Type="http://schemas.openxmlformats.org/officeDocument/2006/relationships/image" Target="../media/image565.png"/><Relationship Id="rId23" Type="http://schemas.openxmlformats.org/officeDocument/2006/relationships/image" Target="../media/image569.png"/><Relationship Id="rId28" Type="http://schemas.openxmlformats.org/officeDocument/2006/relationships/customXml" Target="../ink/ink550.xml"/><Relationship Id="rId36" Type="http://schemas.openxmlformats.org/officeDocument/2006/relationships/customXml" Target="../ink/ink554.xml"/><Relationship Id="rId10" Type="http://schemas.openxmlformats.org/officeDocument/2006/relationships/customXml" Target="../ink/ink541.xml"/><Relationship Id="rId19" Type="http://schemas.openxmlformats.org/officeDocument/2006/relationships/image" Target="../media/image567.png"/><Relationship Id="rId31" Type="http://schemas.openxmlformats.org/officeDocument/2006/relationships/image" Target="../media/image573.png"/><Relationship Id="rId44" Type="http://schemas.openxmlformats.org/officeDocument/2006/relationships/customXml" Target="../ink/ink558.xml"/><Relationship Id="rId4" Type="http://schemas.openxmlformats.org/officeDocument/2006/relationships/customXml" Target="../ink/ink538.xml"/><Relationship Id="rId9" Type="http://schemas.openxmlformats.org/officeDocument/2006/relationships/image" Target="../media/image562.png"/><Relationship Id="rId14" Type="http://schemas.openxmlformats.org/officeDocument/2006/relationships/customXml" Target="../ink/ink543.xml"/><Relationship Id="rId22" Type="http://schemas.openxmlformats.org/officeDocument/2006/relationships/customXml" Target="../ink/ink547.xml"/><Relationship Id="rId27" Type="http://schemas.openxmlformats.org/officeDocument/2006/relationships/image" Target="../media/image571.png"/><Relationship Id="rId30" Type="http://schemas.openxmlformats.org/officeDocument/2006/relationships/customXml" Target="../ink/ink551.xml"/><Relationship Id="rId35" Type="http://schemas.openxmlformats.org/officeDocument/2006/relationships/image" Target="../media/image575.png"/><Relationship Id="rId43" Type="http://schemas.openxmlformats.org/officeDocument/2006/relationships/image" Target="../media/image579.png"/><Relationship Id="rId8" Type="http://schemas.openxmlformats.org/officeDocument/2006/relationships/customXml" Target="../ink/ink540.xml"/><Relationship Id="rId3" Type="http://schemas.openxmlformats.org/officeDocument/2006/relationships/image" Target="../media/image559.png"/><Relationship Id="rId12" Type="http://schemas.openxmlformats.org/officeDocument/2006/relationships/customXml" Target="../ink/ink542.xml"/><Relationship Id="rId17" Type="http://schemas.openxmlformats.org/officeDocument/2006/relationships/image" Target="../media/image566.png"/><Relationship Id="rId25" Type="http://schemas.openxmlformats.org/officeDocument/2006/relationships/image" Target="../media/image570.png"/><Relationship Id="rId33" Type="http://schemas.openxmlformats.org/officeDocument/2006/relationships/image" Target="../media/image574.png"/><Relationship Id="rId38" Type="http://schemas.openxmlformats.org/officeDocument/2006/relationships/customXml" Target="../ink/ink555.xml"/><Relationship Id="rId20" Type="http://schemas.openxmlformats.org/officeDocument/2006/relationships/customXml" Target="../ink/ink546.xml"/><Relationship Id="rId41" Type="http://schemas.openxmlformats.org/officeDocument/2006/relationships/image" Target="../media/image578.png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37.png"/><Relationship Id="rId21" Type="http://schemas.openxmlformats.org/officeDocument/2006/relationships/image" Target="../media/image590.png"/><Relationship Id="rId42" Type="http://schemas.openxmlformats.org/officeDocument/2006/relationships/customXml" Target="../ink/ink579.xml"/><Relationship Id="rId63" Type="http://schemas.openxmlformats.org/officeDocument/2006/relationships/image" Target="../media/image611.png"/><Relationship Id="rId84" Type="http://schemas.openxmlformats.org/officeDocument/2006/relationships/customXml" Target="../ink/ink600.xml"/><Relationship Id="rId138" Type="http://schemas.openxmlformats.org/officeDocument/2006/relationships/customXml" Target="../ink/ink627.xml"/><Relationship Id="rId159" Type="http://schemas.openxmlformats.org/officeDocument/2006/relationships/image" Target="../media/image658.png"/><Relationship Id="rId170" Type="http://schemas.openxmlformats.org/officeDocument/2006/relationships/customXml" Target="../ink/ink643.xml"/><Relationship Id="rId191" Type="http://schemas.openxmlformats.org/officeDocument/2006/relationships/image" Target="../media/image674.png"/><Relationship Id="rId205" Type="http://schemas.openxmlformats.org/officeDocument/2006/relationships/image" Target="../media/image681.png"/><Relationship Id="rId107" Type="http://schemas.openxmlformats.org/officeDocument/2006/relationships/image" Target="../media/image632.png"/><Relationship Id="rId11" Type="http://schemas.openxmlformats.org/officeDocument/2006/relationships/image" Target="../media/image585.png"/><Relationship Id="rId32" Type="http://schemas.openxmlformats.org/officeDocument/2006/relationships/customXml" Target="../ink/ink574.xml"/><Relationship Id="rId53" Type="http://schemas.openxmlformats.org/officeDocument/2006/relationships/image" Target="../media/image606.png"/><Relationship Id="rId74" Type="http://schemas.openxmlformats.org/officeDocument/2006/relationships/customXml" Target="../ink/ink595.xml"/><Relationship Id="rId128" Type="http://schemas.openxmlformats.org/officeDocument/2006/relationships/customXml" Target="../ink/ink622.xml"/><Relationship Id="rId149" Type="http://schemas.openxmlformats.org/officeDocument/2006/relationships/image" Target="../media/image653.png"/><Relationship Id="rId5" Type="http://schemas.openxmlformats.org/officeDocument/2006/relationships/image" Target="../media/image582.png"/><Relationship Id="rId95" Type="http://schemas.openxmlformats.org/officeDocument/2006/relationships/image" Target="../media/image439.png"/><Relationship Id="rId160" Type="http://schemas.openxmlformats.org/officeDocument/2006/relationships/customXml" Target="../ink/ink638.xml"/><Relationship Id="rId181" Type="http://schemas.openxmlformats.org/officeDocument/2006/relationships/image" Target="../media/image669.png"/><Relationship Id="rId22" Type="http://schemas.openxmlformats.org/officeDocument/2006/relationships/customXml" Target="../ink/ink569.xml"/><Relationship Id="rId43" Type="http://schemas.openxmlformats.org/officeDocument/2006/relationships/image" Target="../media/image601.png"/><Relationship Id="rId64" Type="http://schemas.openxmlformats.org/officeDocument/2006/relationships/customXml" Target="../ink/ink590.xml"/><Relationship Id="rId118" Type="http://schemas.openxmlformats.org/officeDocument/2006/relationships/customXml" Target="../ink/ink617.xml"/><Relationship Id="rId139" Type="http://schemas.openxmlformats.org/officeDocument/2006/relationships/image" Target="../media/image648.png"/><Relationship Id="rId85" Type="http://schemas.openxmlformats.org/officeDocument/2006/relationships/image" Target="../media/image622.png"/><Relationship Id="rId150" Type="http://schemas.openxmlformats.org/officeDocument/2006/relationships/customXml" Target="../ink/ink633.xml"/><Relationship Id="rId171" Type="http://schemas.openxmlformats.org/officeDocument/2006/relationships/image" Target="../media/image664.png"/><Relationship Id="rId192" Type="http://schemas.openxmlformats.org/officeDocument/2006/relationships/customXml" Target="../ink/ink654.xml"/><Relationship Id="rId206" Type="http://schemas.openxmlformats.org/officeDocument/2006/relationships/customXml" Target="../ink/ink661.xml"/><Relationship Id="rId12" Type="http://schemas.openxmlformats.org/officeDocument/2006/relationships/customXml" Target="../ink/ink564.xml"/><Relationship Id="rId33" Type="http://schemas.openxmlformats.org/officeDocument/2006/relationships/image" Target="../media/image596.png"/><Relationship Id="rId108" Type="http://schemas.openxmlformats.org/officeDocument/2006/relationships/customXml" Target="../ink/ink612.xml"/><Relationship Id="rId129" Type="http://schemas.openxmlformats.org/officeDocument/2006/relationships/image" Target="../media/image643.png"/><Relationship Id="rId54" Type="http://schemas.openxmlformats.org/officeDocument/2006/relationships/customXml" Target="../ink/ink585.xml"/><Relationship Id="rId75" Type="http://schemas.openxmlformats.org/officeDocument/2006/relationships/image" Target="../media/image617.png"/><Relationship Id="rId96" Type="http://schemas.openxmlformats.org/officeDocument/2006/relationships/customXml" Target="../ink/ink606.xml"/><Relationship Id="rId140" Type="http://schemas.openxmlformats.org/officeDocument/2006/relationships/customXml" Target="../ink/ink628.xml"/><Relationship Id="rId161" Type="http://schemas.openxmlformats.org/officeDocument/2006/relationships/image" Target="../media/image659.png"/><Relationship Id="rId182" Type="http://schemas.openxmlformats.org/officeDocument/2006/relationships/customXml" Target="../ink/ink649.xml"/><Relationship Id="rId6" Type="http://schemas.openxmlformats.org/officeDocument/2006/relationships/customXml" Target="../ink/ink561.xml"/><Relationship Id="rId23" Type="http://schemas.openxmlformats.org/officeDocument/2006/relationships/image" Target="../media/image591.png"/><Relationship Id="rId119" Type="http://schemas.openxmlformats.org/officeDocument/2006/relationships/image" Target="../media/image638.png"/><Relationship Id="rId44" Type="http://schemas.openxmlformats.org/officeDocument/2006/relationships/customXml" Target="../ink/ink580.xml"/><Relationship Id="rId65" Type="http://schemas.openxmlformats.org/officeDocument/2006/relationships/image" Target="../media/image612.png"/><Relationship Id="rId86" Type="http://schemas.openxmlformats.org/officeDocument/2006/relationships/customXml" Target="../ink/ink601.xml"/><Relationship Id="rId130" Type="http://schemas.openxmlformats.org/officeDocument/2006/relationships/customXml" Target="../ink/ink623.xml"/><Relationship Id="rId151" Type="http://schemas.openxmlformats.org/officeDocument/2006/relationships/image" Target="../media/image654.png"/><Relationship Id="rId172" Type="http://schemas.openxmlformats.org/officeDocument/2006/relationships/customXml" Target="../ink/ink644.xml"/><Relationship Id="rId193" Type="http://schemas.openxmlformats.org/officeDocument/2006/relationships/image" Target="../media/image675.png"/><Relationship Id="rId207" Type="http://schemas.openxmlformats.org/officeDocument/2006/relationships/image" Target="../media/image682.png"/><Relationship Id="rId13" Type="http://schemas.openxmlformats.org/officeDocument/2006/relationships/image" Target="../media/image586.png"/><Relationship Id="rId109" Type="http://schemas.openxmlformats.org/officeDocument/2006/relationships/image" Target="../media/image633.png"/><Relationship Id="rId34" Type="http://schemas.openxmlformats.org/officeDocument/2006/relationships/customXml" Target="../ink/ink575.xml"/><Relationship Id="rId55" Type="http://schemas.openxmlformats.org/officeDocument/2006/relationships/image" Target="../media/image607.png"/><Relationship Id="rId76" Type="http://schemas.openxmlformats.org/officeDocument/2006/relationships/customXml" Target="../ink/ink596.xml"/><Relationship Id="rId97" Type="http://schemas.openxmlformats.org/officeDocument/2006/relationships/image" Target="../media/image627.png"/><Relationship Id="rId120" Type="http://schemas.openxmlformats.org/officeDocument/2006/relationships/customXml" Target="../ink/ink618.xml"/><Relationship Id="rId141" Type="http://schemas.openxmlformats.org/officeDocument/2006/relationships/image" Target="../media/image649.png"/><Relationship Id="rId7" Type="http://schemas.openxmlformats.org/officeDocument/2006/relationships/image" Target="../media/image583.png"/><Relationship Id="rId162" Type="http://schemas.openxmlformats.org/officeDocument/2006/relationships/customXml" Target="../ink/ink639.xml"/><Relationship Id="rId183" Type="http://schemas.openxmlformats.org/officeDocument/2006/relationships/image" Target="../media/image670.png"/><Relationship Id="rId24" Type="http://schemas.openxmlformats.org/officeDocument/2006/relationships/customXml" Target="../ink/ink570.xml"/><Relationship Id="rId45" Type="http://schemas.openxmlformats.org/officeDocument/2006/relationships/image" Target="../media/image602.png"/><Relationship Id="rId66" Type="http://schemas.openxmlformats.org/officeDocument/2006/relationships/customXml" Target="../ink/ink591.xml"/><Relationship Id="rId87" Type="http://schemas.openxmlformats.org/officeDocument/2006/relationships/image" Target="../media/image623.png"/><Relationship Id="rId110" Type="http://schemas.openxmlformats.org/officeDocument/2006/relationships/customXml" Target="../ink/ink613.xml"/><Relationship Id="rId131" Type="http://schemas.openxmlformats.org/officeDocument/2006/relationships/image" Target="../media/image644.png"/><Relationship Id="rId152" Type="http://schemas.openxmlformats.org/officeDocument/2006/relationships/customXml" Target="../ink/ink634.xml"/><Relationship Id="rId173" Type="http://schemas.openxmlformats.org/officeDocument/2006/relationships/image" Target="../media/image665.png"/><Relationship Id="rId194" Type="http://schemas.openxmlformats.org/officeDocument/2006/relationships/customXml" Target="../ink/ink655.xml"/><Relationship Id="rId208" Type="http://schemas.openxmlformats.org/officeDocument/2006/relationships/customXml" Target="../ink/ink662.xml"/><Relationship Id="rId19" Type="http://schemas.openxmlformats.org/officeDocument/2006/relationships/image" Target="../media/image589.png"/><Relationship Id="rId14" Type="http://schemas.openxmlformats.org/officeDocument/2006/relationships/customXml" Target="../ink/ink565.xml"/><Relationship Id="rId30" Type="http://schemas.openxmlformats.org/officeDocument/2006/relationships/customXml" Target="../ink/ink573.xml"/><Relationship Id="rId35" Type="http://schemas.openxmlformats.org/officeDocument/2006/relationships/image" Target="../media/image597.png"/><Relationship Id="rId56" Type="http://schemas.openxmlformats.org/officeDocument/2006/relationships/customXml" Target="../ink/ink586.xml"/><Relationship Id="rId77" Type="http://schemas.openxmlformats.org/officeDocument/2006/relationships/image" Target="../media/image618.png"/><Relationship Id="rId100" Type="http://schemas.openxmlformats.org/officeDocument/2006/relationships/customXml" Target="../ink/ink608.xml"/><Relationship Id="rId105" Type="http://schemas.openxmlformats.org/officeDocument/2006/relationships/image" Target="../media/image631.png"/><Relationship Id="rId126" Type="http://schemas.openxmlformats.org/officeDocument/2006/relationships/customXml" Target="../ink/ink621.xml"/><Relationship Id="rId147" Type="http://schemas.openxmlformats.org/officeDocument/2006/relationships/image" Target="../media/image652.png"/><Relationship Id="rId168" Type="http://schemas.openxmlformats.org/officeDocument/2006/relationships/customXml" Target="../ink/ink642.xml"/><Relationship Id="rId8" Type="http://schemas.openxmlformats.org/officeDocument/2006/relationships/customXml" Target="../ink/ink562.xml"/><Relationship Id="rId51" Type="http://schemas.openxmlformats.org/officeDocument/2006/relationships/image" Target="../media/image605.png"/><Relationship Id="rId72" Type="http://schemas.openxmlformats.org/officeDocument/2006/relationships/customXml" Target="../ink/ink594.xml"/><Relationship Id="rId93" Type="http://schemas.openxmlformats.org/officeDocument/2006/relationships/image" Target="../media/image626.png"/><Relationship Id="rId98" Type="http://schemas.openxmlformats.org/officeDocument/2006/relationships/customXml" Target="../ink/ink607.xml"/><Relationship Id="rId121" Type="http://schemas.openxmlformats.org/officeDocument/2006/relationships/image" Target="../media/image639.png"/><Relationship Id="rId142" Type="http://schemas.openxmlformats.org/officeDocument/2006/relationships/customXml" Target="../ink/ink629.xml"/><Relationship Id="rId163" Type="http://schemas.openxmlformats.org/officeDocument/2006/relationships/image" Target="../media/image660.png"/><Relationship Id="rId184" Type="http://schemas.openxmlformats.org/officeDocument/2006/relationships/customXml" Target="../ink/ink650.xml"/><Relationship Id="rId189" Type="http://schemas.openxmlformats.org/officeDocument/2006/relationships/image" Target="../media/image673.png"/><Relationship Id="rId3" Type="http://schemas.openxmlformats.org/officeDocument/2006/relationships/image" Target="../media/image581.png"/><Relationship Id="rId25" Type="http://schemas.openxmlformats.org/officeDocument/2006/relationships/image" Target="../media/image592.png"/><Relationship Id="rId46" Type="http://schemas.openxmlformats.org/officeDocument/2006/relationships/customXml" Target="../ink/ink581.xml"/><Relationship Id="rId67" Type="http://schemas.openxmlformats.org/officeDocument/2006/relationships/image" Target="../media/image613.png"/><Relationship Id="rId116" Type="http://schemas.openxmlformats.org/officeDocument/2006/relationships/customXml" Target="../ink/ink616.xml"/><Relationship Id="rId137" Type="http://schemas.openxmlformats.org/officeDocument/2006/relationships/image" Target="../media/image647.png"/><Relationship Id="rId158" Type="http://schemas.openxmlformats.org/officeDocument/2006/relationships/customXml" Target="../ink/ink637.xml"/><Relationship Id="rId20" Type="http://schemas.openxmlformats.org/officeDocument/2006/relationships/customXml" Target="../ink/ink568.xml"/><Relationship Id="rId41" Type="http://schemas.openxmlformats.org/officeDocument/2006/relationships/image" Target="../media/image600.png"/><Relationship Id="rId62" Type="http://schemas.openxmlformats.org/officeDocument/2006/relationships/customXml" Target="../ink/ink589.xml"/><Relationship Id="rId83" Type="http://schemas.openxmlformats.org/officeDocument/2006/relationships/image" Target="../media/image621.png"/><Relationship Id="rId88" Type="http://schemas.openxmlformats.org/officeDocument/2006/relationships/customXml" Target="../ink/ink602.xml"/><Relationship Id="rId111" Type="http://schemas.openxmlformats.org/officeDocument/2006/relationships/image" Target="../media/image634.png"/><Relationship Id="rId132" Type="http://schemas.openxmlformats.org/officeDocument/2006/relationships/customXml" Target="../ink/ink624.xml"/><Relationship Id="rId153" Type="http://schemas.openxmlformats.org/officeDocument/2006/relationships/image" Target="../media/image655.png"/><Relationship Id="rId174" Type="http://schemas.openxmlformats.org/officeDocument/2006/relationships/customXml" Target="../ink/ink645.xml"/><Relationship Id="rId179" Type="http://schemas.openxmlformats.org/officeDocument/2006/relationships/image" Target="../media/image668.png"/><Relationship Id="rId195" Type="http://schemas.openxmlformats.org/officeDocument/2006/relationships/image" Target="../media/image676.png"/><Relationship Id="rId209" Type="http://schemas.openxmlformats.org/officeDocument/2006/relationships/image" Target="../media/image683.png"/><Relationship Id="rId190" Type="http://schemas.openxmlformats.org/officeDocument/2006/relationships/customXml" Target="../ink/ink653.xml"/><Relationship Id="rId204" Type="http://schemas.openxmlformats.org/officeDocument/2006/relationships/customXml" Target="../ink/ink660.xml"/><Relationship Id="rId15" Type="http://schemas.openxmlformats.org/officeDocument/2006/relationships/image" Target="../media/image587.png"/><Relationship Id="rId36" Type="http://schemas.openxmlformats.org/officeDocument/2006/relationships/customXml" Target="../ink/ink576.xml"/><Relationship Id="rId57" Type="http://schemas.openxmlformats.org/officeDocument/2006/relationships/image" Target="../media/image608.png"/><Relationship Id="rId106" Type="http://schemas.openxmlformats.org/officeDocument/2006/relationships/customXml" Target="../ink/ink611.xml"/><Relationship Id="rId127" Type="http://schemas.openxmlformats.org/officeDocument/2006/relationships/image" Target="../media/image642.png"/><Relationship Id="rId10" Type="http://schemas.openxmlformats.org/officeDocument/2006/relationships/customXml" Target="../ink/ink563.xml"/><Relationship Id="rId31" Type="http://schemas.openxmlformats.org/officeDocument/2006/relationships/image" Target="../media/image595.png"/><Relationship Id="rId52" Type="http://schemas.openxmlformats.org/officeDocument/2006/relationships/customXml" Target="../ink/ink584.xml"/><Relationship Id="rId73" Type="http://schemas.openxmlformats.org/officeDocument/2006/relationships/image" Target="../media/image616.png"/><Relationship Id="rId78" Type="http://schemas.openxmlformats.org/officeDocument/2006/relationships/customXml" Target="../ink/ink597.xml"/><Relationship Id="rId94" Type="http://schemas.openxmlformats.org/officeDocument/2006/relationships/customXml" Target="../ink/ink605.xml"/><Relationship Id="rId99" Type="http://schemas.openxmlformats.org/officeDocument/2006/relationships/image" Target="../media/image628.png"/><Relationship Id="rId101" Type="http://schemas.openxmlformats.org/officeDocument/2006/relationships/image" Target="../media/image629.png"/><Relationship Id="rId122" Type="http://schemas.openxmlformats.org/officeDocument/2006/relationships/customXml" Target="../ink/ink619.xml"/><Relationship Id="rId143" Type="http://schemas.openxmlformats.org/officeDocument/2006/relationships/image" Target="../media/image650.png"/><Relationship Id="rId148" Type="http://schemas.openxmlformats.org/officeDocument/2006/relationships/customXml" Target="../ink/ink632.xml"/><Relationship Id="rId164" Type="http://schemas.openxmlformats.org/officeDocument/2006/relationships/customXml" Target="../ink/ink640.xml"/><Relationship Id="rId169" Type="http://schemas.openxmlformats.org/officeDocument/2006/relationships/image" Target="../media/image663.png"/><Relationship Id="rId185" Type="http://schemas.openxmlformats.org/officeDocument/2006/relationships/image" Target="../media/image671.png"/><Relationship Id="rId4" Type="http://schemas.openxmlformats.org/officeDocument/2006/relationships/customXml" Target="../ink/ink560.xml"/><Relationship Id="rId9" Type="http://schemas.openxmlformats.org/officeDocument/2006/relationships/image" Target="../media/image584.png"/><Relationship Id="rId180" Type="http://schemas.openxmlformats.org/officeDocument/2006/relationships/customXml" Target="../ink/ink648.xml"/><Relationship Id="rId210" Type="http://schemas.openxmlformats.org/officeDocument/2006/relationships/customXml" Target="../ink/ink663.xml"/><Relationship Id="rId26" Type="http://schemas.openxmlformats.org/officeDocument/2006/relationships/customXml" Target="../ink/ink571.xml"/><Relationship Id="rId47" Type="http://schemas.openxmlformats.org/officeDocument/2006/relationships/image" Target="../media/image603.png"/><Relationship Id="rId68" Type="http://schemas.openxmlformats.org/officeDocument/2006/relationships/customXml" Target="../ink/ink592.xml"/><Relationship Id="rId89" Type="http://schemas.openxmlformats.org/officeDocument/2006/relationships/image" Target="../media/image624.png"/><Relationship Id="rId112" Type="http://schemas.openxmlformats.org/officeDocument/2006/relationships/customXml" Target="../ink/ink614.xml"/><Relationship Id="rId133" Type="http://schemas.openxmlformats.org/officeDocument/2006/relationships/image" Target="../media/image645.png"/><Relationship Id="rId154" Type="http://schemas.openxmlformats.org/officeDocument/2006/relationships/customXml" Target="../ink/ink635.xml"/><Relationship Id="rId175" Type="http://schemas.openxmlformats.org/officeDocument/2006/relationships/image" Target="../media/image666.png"/><Relationship Id="rId196" Type="http://schemas.openxmlformats.org/officeDocument/2006/relationships/customXml" Target="../ink/ink656.xml"/><Relationship Id="rId200" Type="http://schemas.openxmlformats.org/officeDocument/2006/relationships/customXml" Target="../ink/ink658.xml"/><Relationship Id="rId16" Type="http://schemas.openxmlformats.org/officeDocument/2006/relationships/customXml" Target="../ink/ink566.xml"/><Relationship Id="rId37" Type="http://schemas.openxmlformats.org/officeDocument/2006/relationships/image" Target="../media/image598.png"/><Relationship Id="rId58" Type="http://schemas.openxmlformats.org/officeDocument/2006/relationships/customXml" Target="../ink/ink587.xml"/><Relationship Id="rId79" Type="http://schemas.openxmlformats.org/officeDocument/2006/relationships/image" Target="../media/image619.png"/><Relationship Id="rId102" Type="http://schemas.openxmlformats.org/officeDocument/2006/relationships/customXml" Target="../ink/ink609.xml"/><Relationship Id="rId123" Type="http://schemas.openxmlformats.org/officeDocument/2006/relationships/image" Target="../media/image640.png"/><Relationship Id="rId144" Type="http://schemas.openxmlformats.org/officeDocument/2006/relationships/customXml" Target="../ink/ink630.xml"/><Relationship Id="rId90" Type="http://schemas.openxmlformats.org/officeDocument/2006/relationships/customXml" Target="../ink/ink603.xml"/><Relationship Id="rId165" Type="http://schemas.openxmlformats.org/officeDocument/2006/relationships/image" Target="../media/image661.png"/><Relationship Id="rId186" Type="http://schemas.openxmlformats.org/officeDocument/2006/relationships/customXml" Target="../ink/ink651.xml"/><Relationship Id="rId211" Type="http://schemas.openxmlformats.org/officeDocument/2006/relationships/image" Target="../media/image684.png"/><Relationship Id="rId27" Type="http://schemas.openxmlformats.org/officeDocument/2006/relationships/image" Target="../media/image593.png"/><Relationship Id="rId48" Type="http://schemas.openxmlformats.org/officeDocument/2006/relationships/customXml" Target="../ink/ink582.xml"/><Relationship Id="rId69" Type="http://schemas.openxmlformats.org/officeDocument/2006/relationships/image" Target="../media/image614.png"/><Relationship Id="rId113" Type="http://schemas.openxmlformats.org/officeDocument/2006/relationships/image" Target="../media/image635.png"/><Relationship Id="rId134" Type="http://schemas.openxmlformats.org/officeDocument/2006/relationships/customXml" Target="../ink/ink625.xml"/><Relationship Id="rId80" Type="http://schemas.openxmlformats.org/officeDocument/2006/relationships/customXml" Target="../ink/ink598.xml"/><Relationship Id="rId155" Type="http://schemas.openxmlformats.org/officeDocument/2006/relationships/image" Target="../media/image656.png"/><Relationship Id="rId176" Type="http://schemas.openxmlformats.org/officeDocument/2006/relationships/customXml" Target="../ink/ink646.xml"/><Relationship Id="rId197" Type="http://schemas.openxmlformats.org/officeDocument/2006/relationships/image" Target="../media/image677.png"/><Relationship Id="rId201" Type="http://schemas.openxmlformats.org/officeDocument/2006/relationships/image" Target="../media/image679.png"/><Relationship Id="rId17" Type="http://schemas.openxmlformats.org/officeDocument/2006/relationships/image" Target="../media/image588.png"/><Relationship Id="rId38" Type="http://schemas.openxmlformats.org/officeDocument/2006/relationships/customXml" Target="../ink/ink577.xml"/><Relationship Id="rId59" Type="http://schemas.openxmlformats.org/officeDocument/2006/relationships/image" Target="../media/image609.png"/><Relationship Id="rId103" Type="http://schemas.openxmlformats.org/officeDocument/2006/relationships/image" Target="../media/image630.png"/><Relationship Id="rId124" Type="http://schemas.openxmlformats.org/officeDocument/2006/relationships/customXml" Target="../ink/ink620.xml"/><Relationship Id="rId70" Type="http://schemas.openxmlformats.org/officeDocument/2006/relationships/customXml" Target="../ink/ink593.xml"/><Relationship Id="rId91" Type="http://schemas.openxmlformats.org/officeDocument/2006/relationships/image" Target="../media/image625.png"/><Relationship Id="rId145" Type="http://schemas.openxmlformats.org/officeDocument/2006/relationships/image" Target="../media/image651.png"/><Relationship Id="rId166" Type="http://schemas.openxmlformats.org/officeDocument/2006/relationships/customXml" Target="../ink/ink641.xml"/><Relationship Id="rId187" Type="http://schemas.openxmlformats.org/officeDocument/2006/relationships/image" Target="../media/image67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64.xml"/><Relationship Id="rId28" Type="http://schemas.openxmlformats.org/officeDocument/2006/relationships/customXml" Target="../ink/ink572.xml"/><Relationship Id="rId49" Type="http://schemas.openxmlformats.org/officeDocument/2006/relationships/image" Target="../media/image604.png"/><Relationship Id="rId114" Type="http://schemas.openxmlformats.org/officeDocument/2006/relationships/customXml" Target="../ink/ink615.xml"/><Relationship Id="rId60" Type="http://schemas.openxmlformats.org/officeDocument/2006/relationships/customXml" Target="../ink/ink588.xml"/><Relationship Id="rId81" Type="http://schemas.openxmlformats.org/officeDocument/2006/relationships/image" Target="../media/image620.png"/><Relationship Id="rId135" Type="http://schemas.openxmlformats.org/officeDocument/2006/relationships/image" Target="../media/image646.png"/><Relationship Id="rId156" Type="http://schemas.openxmlformats.org/officeDocument/2006/relationships/customXml" Target="../ink/ink636.xml"/><Relationship Id="rId177" Type="http://schemas.openxmlformats.org/officeDocument/2006/relationships/image" Target="../media/image667.png"/><Relationship Id="rId198" Type="http://schemas.openxmlformats.org/officeDocument/2006/relationships/customXml" Target="../ink/ink657.xml"/><Relationship Id="rId202" Type="http://schemas.openxmlformats.org/officeDocument/2006/relationships/customXml" Target="../ink/ink659.xml"/><Relationship Id="rId18" Type="http://schemas.openxmlformats.org/officeDocument/2006/relationships/customXml" Target="../ink/ink567.xml"/><Relationship Id="rId39" Type="http://schemas.openxmlformats.org/officeDocument/2006/relationships/image" Target="../media/image599.png"/><Relationship Id="rId50" Type="http://schemas.openxmlformats.org/officeDocument/2006/relationships/customXml" Target="../ink/ink583.xml"/><Relationship Id="rId104" Type="http://schemas.openxmlformats.org/officeDocument/2006/relationships/customXml" Target="../ink/ink610.xml"/><Relationship Id="rId125" Type="http://schemas.openxmlformats.org/officeDocument/2006/relationships/image" Target="../media/image641.png"/><Relationship Id="rId146" Type="http://schemas.openxmlformats.org/officeDocument/2006/relationships/customXml" Target="../ink/ink631.xml"/><Relationship Id="rId167" Type="http://schemas.openxmlformats.org/officeDocument/2006/relationships/image" Target="../media/image662.png"/><Relationship Id="rId188" Type="http://schemas.openxmlformats.org/officeDocument/2006/relationships/customXml" Target="../ink/ink652.xml"/><Relationship Id="rId71" Type="http://schemas.openxmlformats.org/officeDocument/2006/relationships/image" Target="../media/image615.png"/><Relationship Id="rId92" Type="http://schemas.openxmlformats.org/officeDocument/2006/relationships/customXml" Target="../ink/ink604.xml"/><Relationship Id="rId213" Type="http://schemas.openxmlformats.org/officeDocument/2006/relationships/image" Target="../media/image685.png"/><Relationship Id="rId2" Type="http://schemas.openxmlformats.org/officeDocument/2006/relationships/customXml" Target="../ink/ink559.xml"/><Relationship Id="rId29" Type="http://schemas.openxmlformats.org/officeDocument/2006/relationships/image" Target="../media/image594.png"/><Relationship Id="rId40" Type="http://schemas.openxmlformats.org/officeDocument/2006/relationships/customXml" Target="../ink/ink578.xml"/><Relationship Id="rId115" Type="http://schemas.openxmlformats.org/officeDocument/2006/relationships/image" Target="../media/image636.png"/><Relationship Id="rId136" Type="http://schemas.openxmlformats.org/officeDocument/2006/relationships/customXml" Target="../ink/ink626.xml"/><Relationship Id="rId157" Type="http://schemas.openxmlformats.org/officeDocument/2006/relationships/image" Target="../media/image657.png"/><Relationship Id="rId178" Type="http://schemas.openxmlformats.org/officeDocument/2006/relationships/customXml" Target="../ink/ink647.xml"/><Relationship Id="rId61" Type="http://schemas.openxmlformats.org/officeDocument/2006/relationships/image" Target="../media/image610.png"/><Relationship Id="rId82" Type="http://schemas.openxmlformats.org/officeDocument/2006/relationships/customXml" Target="../ink/ink599.xml"/><Relationship Id="rId199" Type="http://schemas.openxmlformats.org/officeDocument/2006/relationships/image" Target="../media/image678.png"/><Relationship Id="rId203" Type="http://schemas.openxmlformats.org/officeDocument/2006/relationships/image" Target="../media/image680.png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99.png"/><Relationship Id="rId21" Type="http://schemas.openxmlformats.org/officeDocument/2006/relationships/customXml" Target="../ink/ink673.xml"/><Relationship Id="rId42" Type="http://schemas.openxmlformats.org/officeDocument/2006/relationships/image" Target="../media/image707.png"/><Relationship Id="rId47" Type="http://schemas.openxmlformats.org/officeDocument/2006/relationships/customXml" Target="../ink/ink686.xml"/><Relationship Id="rId63" Type="http://schemas.openxmlformats.org/officeDocument/2006/relationships/customXml" Target="../ink/ink694.xml"/><Relationship Id="rId68" Type="http://schemas.openxmlformats.org/officeDocument/2006/relationships/image" Target="../media/image720.png"/><Relationship Id="rId84" Type="http://schemas.openxmlformats.org/officeDocument/2006/relationships/image" Target="../media/image728.png"/><Relationship Id="rId89" Type="http://schemas.openxmlformats.org/officeDocument/2006/relationships/customXml" Target="../ink/ink707.xml"/><Relationship Id="rId16" Type="http://schemas.openxmlformats.org/officeDocument/2006/relationships/image" Target="../media/image694.png"/><Relationship Id="rId11" Type="http://schemas.openxmlformats.org/officeDocument/2006/relationships/customXml" Target="../ink/ink668.xml"/><Relationship Id="rId32" Type="http://schemas.openxmlformats.org/officeDocument/2006/relationships/image" Target="../media/image702.png"/><Relationship Id="rId37" Type="http://schemas.openxmlformats.org/officeDocument/2006/relationships/customXml" Target="../ink/ink681.xml"/><Relationship Id="rId53" Type="http://schemas.openxmlformats.org/officeDocument/2006/relationships/customXml" Target="../ink/ink689.xml"/><Relationship Id="rId58" Type="http://schemas.openxmlformats.org/officeDocument/2006/relationships/image" Target="../media/image715.png"/><Relationship Id="rId74" Type="http://schemas.openxmlformats.org/officeDocument/2006/relationships/image" Target="../media/image723.png"/><Relationship Id="rId79" Type="http://schemas.openxmlformats.org/officeDocument/2006/relationships/customXml" Target="../ink/ink702.xml"/><Relationship Id="rId102" Type="http://schemas.openxmlformats.org/officeDocument/2006/relationships/image" Target="../media/image737.png"/><Relationship Id="rId5" Type="http://schemas.openxmlformats.org/officeDocument/2006/relationships/customXml" Target="../ink/ink665.xml"/><Relationship Id="rId90" Type="http://schemas.openxmlformats.org/officeDocument/2006/relationships/image" Target="../media/image731.png"/><Relationship Id="rId95" Type="http://schemas.openxmlformats.org/officeDocument/2006/relationships/customXml" Target="../ink/ink710.xml"/><Relationship Id="rId22" Type="http://schemas.openxmlformats.org/officeDocument/2006/relationships/image" Target="../media/image697.png"/><Relationship Id="rId27" Type="http://schemas.openxmlformats.org/officeDocument/2006/relationships/customXml" Target="../ink/ink676.xml"/><Relationship Id="rId43" Type="http://schemas.openxmlformats.org/officeDocument/2006/relationships/customXml" Target="../ink/ink684.xml"/><Relationship Id="rId48" Type="http://schemas.openxmlformats.org/officeDocument/2006/relationships/image" Target="../media/image710.png"/><Relationship Id="rId64" Type="http://schemas.openxmlformats.org/officeDocument/2006/relationships/image" Target="../media/image718.png"/><Relationship Id="rId69" Type="http://schemas.openxmlformats.org/officeDocument/2006/relationships/customXml" Target="../ink/ink697.xml"/><Relationship Id="rId80" Type="http://schemas.openxmlformats.org/officeDocument/2006/relationships/image" Target="../media/image726.png"/><Relationship Id="rId85" Type="http://schemas.openxmlformats.org/officeDocument/2006/relationships/customXml" Target="../ink/ink705.xml"/><Relationship Id="rId12" Type="http://schemas.openxmlformats.org/officeDocument/2006/relationships/image" Target="../media/image692.png"/><Relationship Id="rId17" Type="http://schemas.openxmlformats.org/officeDocument/2006/relationships/customXml" Target="../ink/ink671.xml"/><Relationship Id="rId25" Type="http://schemas.openxmlformats.org/officeDocument/2006/relationships/customXml" Target="../ink/ink675.xml"/><Relationship Id="rId33" Type="http://schemas.openxmlformats.org/officeDocument/2006/relationships/customXml" Target="../ink/ink679.xml"/><Relationship Id="rId38" Type="http://schemas.openxmlformats.org/officeDocument/2006/relationships/image" Target="../media/image705.png"/><Relationship Id="rId46" Type="http://schemas.openxmlformats.org/officeDocument/2006/relationships/image" Target="../media/image709.png"/><Relationship Id="rId59" Type="http://schemas.openxmlformats.org/officeDocument/2006/relationships/customXml" Target="../ink/ink692.xml"/><Relationship Id="rId67" Type="http://schemas.openxmlformats.org/officeDocument/2006/relationships/customXml" Target="../ink/ink696.xml"/><Relationship Id="rId103" Type="http://schemas.openxmlformats.org/officeDocument/2006/relationships/customXml" Target="../ink/ink714.xml"/><Relationship Id="rId20" Type="http://schemas.openxmlformats.org/officeDocument/2006/relationships/image" Target="../media/image696.png"/><Relationship Id="rId41" Type="http://schemas.openxmlformats.org/officeDocument/2006/relationships/customXml" Target="../ink/ink683.xml"/><Relationship Id="rId54" Type="http://schemas.openxmlformats.org/officeDocument/2006/relationships/image" Target="../media/image713.png"/><Relationship Id="rId62" Type="http://schemas.openxmlformats.org/officeDocument/2006/relationships/image" Target="../media/image717.png"/><Relationship Id="rId70" Type="http://schemas.openxmlformats.org/officeDocument/2006/relationships/image" Target="../media/image721.png"/><Relationship Id="rId75" Type="http://schemas.openxmlformats.org/officeDocument/2006/relationships/customXml" Target="../ink/ink700.xml"/><Relationship Id="rId83" Type="http://schemas.openxmlformats.org/officeDocument/2006/relationships/customXml" Target="../ink/ink704.xml"/><Relationship Id="rId88" Type="http://schemas.openxmlformats.org/officeDocument/2006/relationships/image" Target="../media/image730.png"/><Relationship Id="rId91" Type="http://schemas.openxmlformats.org/officeDocument/2006/relationships/customXml" Target="../ink/ink708.xml"/><Relationship Id="rId96" Type="http://schemas.openxmlformats.org/officeDocument/2006/relationships/image" Target="../media/image7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9.png"/><Relationship Id="rId15" Type="http://schemas.openxmlformats.org/officeDocument/2006/relationships/customXml" Target="../ink/ink670.xml"/><Relationship Id="rId23" Type="http://schemas.openxmlformats.org/officeDocument/2006/relationships/customXml" Target="../ink/ink674.xml"/><Relationship Id="rId28" Type="http://schemas.openxmlformats.org/officeDocument/2006/relationships/image" Target="../media/image700.png"/><Relationship Id="rId36" Type="http://schemas.openxmlformats.org/officeDocument/2006/relationships/image" Target="../media/image704.png"/><Relationship Id="rId49" Type="http://schemas.openxmlformats.org/officeDocument/2006/relationships/customXml" Target="../ink/ink687.xml"/><Relationship Id="rId57" Type="http://schemas.openxmlformats.org/officeDocument/2006/relationships/customXml" Target="../ink/ink691.xml"/><Relationship Id="rId10" Type="http://schemas.openxmlformats.org/officeDocument/2006/relationships/image" Target="../media/image691.png"/><Relationship Id="rId31" Type="http://schemas.openxmlformats.org/officeDocument/2006/relationships/customXml" Target="../ink/ink678.xml"/><Relationship Id="rId44" Type="http://schemas.openxmlformats.org/officeDocument/2006/relationships/image" Target="../media/image708.png"/><Relationship Id="rId52" Type="http://schemas.openxmlformats.org/officeDocument/2006/relationships/image" Target="../media/image712.png"/><Relationship Id="rId60" Type="http://schemas.openxmlformats.org/officeDocument/2006/relationships/image" Target="../media/image716.png"/><Relationship Id="rId65" Type="http://schemas.openxmlformats.org/officeDocument/2006/relationships/customXml" Target="../ink/ink695.xml"/><Relationship Id="rId73" Type="http://schemas.openxmlformats.org/officeDocument/2006/relationships/customXml" Target="../ink/ink699.xml"/><Relationship Id="rId78" Type="http://schemas.openxmlformats.org/officeDocument/2006/relationships/image" Target="../media/image725.png"/><Relationship Id="rId81" Type="http://schemas.openxmlformats.org/officeDocument/2006/relationships/customXml" Target="../ink/ink703.xml"/><Relationship Id="rId86" Type="http://schemas.openxmlformats.org/officeDocument/2006/relationships/image" Target="../media/image729.png"/><Relationship Id="rId94" Type="http://schemas.openxmlformats.org/officeDocument/2006/relationships/image" Target="../media/image733.png"/><Relationship Id="rId99" Type="http://schemas.openxmlformats.org/officeDocument/2006/relationships/customXml" Target="../ink/ink712.xml"/><Relationship Id="rId101" Type="http://schemas.openxmlformats.org/officeDocument/2006/relationships/customXml" Target="../ink/ink713.xml"/><Relationship Id="rId4" Type="http://schemas.openxmlformats.org/officeDocument/2006/relationships/image" Target="../media/image688.svg"/><Relationship Id="rId9" Type="http://schemas.openxmlformats.org/officeDocument/2006/relationships/customXml" Target="../ink/ink667.xml"/><Relationship Id="rId13" Type="http://schemas.openxmlformats.org/officeDocument/2006/relationships/customXml" Target="../ink/ink669.xml"/><Relationship Id="rId18" Type="http://schemas.openxmlformats.org/officeDocument/2006/relationships/image" Target="../media/image695.png"/><Relationship Id="rId39" Type="http://schemas.openxmlformats.org/officeDocument/2006/relationships/customXml" Target="../ink/ink682.xml"/><Relationship Id="rId34" Type="http://schemas.openxmlformats.org/officeDocument/2006/relationships/image" Target="../media/image703.png"/><Relationship Id="rId50" Type="http://schemas.openxmlformats.org/officeDocument/2006/relationships/image" Target="../media/image711.png"/><Relationship Id="rId55" Type="http://schemas.openxmlformats.org/officeDocument/2006/relationships/customXml" Target="../ink/ink690.xml"/><Relationship Id="rId76" Type="http://schemas.openxmlformats.org/officeDocument/2006/relationships/image" Target="../media/image724.png"/><Relationship Id="rId97" Type="http://schemas.openxmlformats.org/officeDocument/2006/relationships/customXml" Target="../ink/ink711.xml"/><Relationship Id="rId104" Type="http://schemas.openxmlformats.org/officeDocument/2006/relationships/image" Target="../media/image738.png"/><Relationship Id="rId7" Type="http://schemas.openxmlformats.org/officeDocument/2006/relationships/customXml" Target="../ink/ink666.xml"/><Relationship Id="rId71" Type="http://schemas.openxmlformats.org/officeDocument/2006/relationships/customXml" Target="../ink/ink698.xml"/><Relationship Id="rId92" Type="http://schemas.openxmlformats.org/officeDocument/2006/relationships/image" Target="../media/image732.png"/><Relationship Id="rId2" Type="http://schemas.openxmlformats.org/officeDocument/2006/relationships/image" Target="../media/image686.png"/><Relationship Id="rId29" Type="http://schemas.openxmlformats.org/officeDocument/2006/relationships/customXml" Target="../ink/ink677.xml"/><Relationship Id="rId24" Type="http://schemas.openxmlformats.org/officeDocument/2006/relationships/image" Target="../media/image698.png"/><Relationship Id="rId40" Type="http://schemas.openxmlformats.org/officeDocument/2006/relationships/image" Target="../media/image706.png"/><Relationship Id="rId45" Type="http://schemas.openxmlformats.org/officeDocument/2006/relationships/customXml" Target="../ink/ink685.xml"/><Relationship Id="rId66" Type="http://schemas.openxmlformats.org/officeDocument/2006/relationships/image" Target="../media/image719.png"/><Relationship Id="rId87" Type="http://schemas.openxmlformats.org/officeDocument/2006/relationships/customXml" Target="../ink/ink706.xml"/><Relationship Id="rId61" Type="http://schemas.openxmlformats.org/officeDocument/2006/relationships/customXml" Target="../ink/ink693.xml"/><Relationship Id="rId82" Type="http://schemas.openxmlformats.org/officeDocument/2006/relationships/image" Target="../media/image727.png"/><Relationship Id="rId19" Type="http://schemas.openxmlformats.org/officeDocument/2006/relationships/customXml" Target="../ink/ink672.xml"/><Relationship Id="rId14" Type="http://schemas.openxmlformats.org/officeDocument/2006/relationships/image" Target="../media/image693.png"/><Relationship Id="rId30" Type="http://schemas.openxmlformats.org/officeDocument/2006/relationships/image" Target="../media/image701.png"/><Relationship Id="rId35" Type="http://schemas.openxmlformats.org/officeDocument/2006/relationships/customXml" Target="../ink/ink680.xml"/><Relationship Id="rId56" Type="http://schemas.openxmlformats.org/officeDocument/2006/relationships/image" Target="../media/image714.png"/><Relationship Id="rId77" Type="http://schemas.openxmlformats.org/officeDocument/2006/relationships/customXml" Target="../ink/ink701.xml"/><Relationship Id="rId100" Type="http://schemas.openxmlformats.org/officeDocument/2006/relationships/image" Target="../media/image736.png"/><Relationship Id="rId8" Type="http://schemas.openxmlformats.org/officeDocument/2006/relationships/image" Target="../media/image690.png"/><Relationship Id="rId51" Type="http://schemas.openxmlformats.org/officeDocument/2006/relationships/customXml" Target="../ink/ink688.xml"/><Relationship Id="rId72" Type="http://schemas.openxmlformats.org/officeDocument/2006/relationships/image" Target="../media/image722.png"/><Relationship Id="rId93" Type="http://schemas.openxmlformats.org/officeDocument/2006/relationships/customXml" Target="../ink/ink709.xml"/><Relationship Id="rId98" Type="http://schemas.openxmlformats.org/officeDocument/2006/relationships/image" Target="../media/image735.png"/><Relationship Id="rId3" Type="http://schemas.openxmlformats.org/officeDocument/2006/relationships/image" Target="../media/image687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20.xml"/><Relationship Id="rId18" Type="http://schemas.openxmlformats.org/officeDocument/2006/relationships/image" Target="../media/image747.png"/><Relationship Id="rId26" Type="http://schemas.openxmlformats.org/officeDocument/2006/relationships/image" Target="../media/image751.png"/><Relationship Id="rId39" Type="http://schemas.openxmlformats.org/officeDocument/2006/relationships/customXml" Target="../ink/ink733.xml"/><Relationship Id="rId21" Type="http://schemas.openxmlformats.org/officeDocument/2006/relationships/customXml" Target="../ink/ink724.xml"/><Relationship Id="rId34" Type="http://schemas.openxmlformats.org/officeDocument/2006/relationships/image" Target="../media/image755.png"/><Relationship Id="rId42" Type="http://schemas.openxmlformats.org/officeDocument/2006/relationships/image" Target="../media/image759.png"/><Relationship Id="rId47" Type="http://schemas.openxmlformats.org/officeDocument/2006/relationships/customXml" Target="../ink/ink737.xml"/><Relationship Id="rId50" Type="http://schemas.openxmlformats.org/officeDocument/2006/relationships/image" Target="../media/image763.png"/><Relationship Id="rId7" Type="http://schemas.openxmlformats.org/officeDocument/2006/relationships/customXml" Target="../ink/ink717.xml"/><Relationship Id="rId2" Type="http://schemas.openxmlformats.org/officeDocument/2006/relationships/image" Target="../media/image739.png"/><Relationship Id="rId16" Type="http://schemas.openxmlformats.org/officeDocument/2006/relationships/image" Target="../media/image746.png"/><Relationship Id="rId29" Type="http://schemas.openxmlformats.org/officeDocument/2006/relationships/customXml" Target="../ink/ink728.xml"/><Relationship Id="rId11" Type="http://schemas.openxmlformats.org/officeDocument/2006/relationships/customXml" Target="../ink/ink719.xml"/><Relationship Id="rId24" Type="http://schemas.openxmlformats.org/officeDocument/2006/relationships/image" Target="../media/image750.png"/><Relationship Id="rId32" Type="http://schemas.openxmlformats.org/officeDocument/2006/relationships/image" Target="../media/image754.png"/><Relationship Id="rId37" Type="http://schemas.openxmlformats.org/officeDocument/2006/relationships/customXml" Target="../ink/ink732.xml"/><Relationship Id="rId40" Type="http://schemas.openxmlformats.org/officeDocument/2006/relationships/image" Target="../media/image758.png"/><Relationship Id="rId45" Type="http://schemas.openxmlformats.org/officeDocument/2006/relationships/customXml" Target="../ink/ink736.xml"/><Relationship Id="rId5" Type="http://schemas.openxmlformats.org/officeDocument/2006/relationships/customXml" Target="../ink/ink716.xml"/><Relationship Id="rId15" Type="http://schemas.openxmlformats.org/officeDocument/2006/relationships/customXml" Target="../ink/ink721.xml"/><Relationship Id="rId23" Type="http://schemas.openxmlformats.org/officeDocument/2006/relationships/customXml" Target="../ink/ink725.xml"/><Relationship Id="rId28" Type="http://schemas.openxmlformats.org/officeDocument/2006/relationships/image" Target="../media/image752.png"/><Relationship Id="rId36" Type="http://schemas.openxmlformats.org/officeDocument/2006/relationships/image" Target="../media/image756.png"/><Relationship Id="rId49" Type="http://schemas.openxmlformats.org/officeDocument/2006/relationships/customXml" Target="../ink/ink738.xml"/><Relationship Id="rId10" Type="http://schemas.openxmlformats.org/officeDocument/2006/relationships/image" Target="../media/image743.png"/><Relationship Id="rId19" Type="http://schemas.openxmlformats.org/officeDocument/2006/relationships/customXml" Target="../ink/ink723.xml"/><Relationship Id="rId31" Type="http://schemas.openxmlformats.org/officeDocument/2006/relationships/customXml" Target="../ink/ink729.xml"/><Relationship Id="rId44" Type="http://schemas.openxmlformats.org/officeDocument/2006/relationships/image" Target="../media/image760.png"/><Relationship Id="rId52" Type="http://schemas.openxmlformats.org/officeDocument/2006/relationships/image" Target="../media/image764.png"/><Relationship Id="rId4" Type="http://schemas.openxmlformats.org/officeDocument/2006/relationships/image" Target="../media/image740.png"/><Relationship Id="rId9" Type="http://schemas.openxmlformats.org/officeDocument/2006/relationships/customXml" Target="../ink/ink718.xml"/><Relationship Id="rId14" Type="http://schemas.openxmlformats.org/officeDocument/2006/relationships/image" Target="../media/image745.png"/><Relationship Id="rId22" Type="http://schemas.openxmlformats.org/officeDocument/2006/relationships/image" Target="../media/image749.png"/><Relationship Id="rId27" Type="http://schemas.openxmlformats.org/officeDocument/2006/relationships/customXml" Target="../ink/ink727.xml"/><Relationship Id="rId30" Type="http://schemas.openxmlformats.org/officeDocument/2006/relationships/image" Target="../media/image753.png"/><Relationship Id="rId35" Type="http://schemas.openxmlformats.org/officeDocument/2006/relationships/customXml" Target="../ink/ink731.xml"/><Relationship Id="rId43" Type="http://schemas.openxmlformats.org/officeDocument/2006/relationships/customXml" Target="../ink/ink735.xml"/><Relationship Id="rId48" Type="http://schemas.openxmlformats.org/officeDocument/2006/relationships/image" Target="../media/image762.png"/><Relationship Id="rId8" Type="http://schemas.openxmlformats.org/officeDocument/2006/relationships/image" Target="../media/image742.png"/><Relationship Id="rId51" Type="http://schemas.openxmlformats.org/officeDocument/2006/relationships/customXml" Target="../ink/ink739.xml"/><Relationship Id="rId3" Type="http://schemas.openxmlformats.org/officeDocument/2006/relationships/customXml" Target="../ink/ink715.xml"/><Relationship Id="rId12" Type="http://schemas.openxmlformats.org/officeDocument/2006/relationships/image" Target="../media/image744.png"/><Relationship Id="rId17" Type="http://schemas.openxmlformats.org/officeDocument/2006/relationships/customXml" Target="../ink/ink722.xml"/><Relationship Id="rId25" Type="http://schemas.openxmlformats.org/officeDocument/2006/relationships/customXml" Target="../ink/ink726.xml"/><Relationship Id="rId33" Type="http://schemas.openxmlformats.org/officeDocument/2006/relationships/customXml" Target="../ink/ink730.xml"/><Relationship Id="rId38" Type="http://schemas.openxmlformats.org/officeDocument/2006/relationships/image" Target="../media/image757.png"/><Relationship Id="rId46" Type="http://schemas.openxmlformats.org/officeDocument/2006/relationships/image" Target="../media/image761.png"/><Relationship Id="rId20" Type="http://schemas.openxmlformats.org/officeDocument/2006/relationships/image" Target="../media/image748.png"/><Relationship Id="rId41" Type="http://schemas.openxmlformats.org/officeDocument/2006/relationships/customXml" Target="../ink/ink7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3.xml"/><Relationship Id="rId3" Type="http://schemas.openxmlformats.org/officeDocument/2006/relationships/image" Target="../media/image765.png"/><Relationship Id="rId7" Type="http://schemas.openxmlformats.org/officeDocument/2006/relationships/image" Target="../media/image767.png"/><Relationship Id="rId2" Type="http://schemas.openxmlformats.org/officeDocument/2006/relationships/customXml" Target="../ink/ink740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742.xml"/><Relationship Id="rId5" Type="http://schemas.openxmlformats.org/officeDocument/2006/relationships/image" Target="../media/image766.png"/><Relationship Id="rId4" Type="http://schemas.openxmlformats.org/officeDocument/2006/relationships/customXml" Target="../ink/ink741.xml"/><Relationship Id="rId9" Type="http://schemas.openxmlformats.org/officeDocument/2006/relationships/image" Target="../media/image7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1F78-0381-405D-8980-FF58977524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Stochastic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235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B1F78-0381-405D-8980-FF589775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Stochastic Methods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91914-7C50-4E14-B3A6-24D7CEB3B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Employ randomness strategically to help explore design space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Randomness can help escape local minima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Increases chance of searching near the global minimum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Typically rely on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pseudo-random number generators 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to ensure repeatability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5204C-6C67-439F-B34C-9A7C518E5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B12C8-F74C-4664-B345-E74F5044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Noisy Descent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BF66C-67B9-4912-BC8B-CF783A2F1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Gradient descent with additional random noise term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Step size must meet certain conditions to guarantee convergence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F5BA8CD-445E-4149-A326-638F1C930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9881" y="3164619"/>
            <a:ext cx="3299154" cy="339912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0044F67-2EBF-49D4-8E87-2619CCFEAB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8261" t="5324" r="43826" b="83304"/>
          <a:stretch/>
        </p:blipFill>
        <p:spPr>
          <a:xfrm>
            <a:off x="776578" y="3004957"/>
            <a:ext cx="5319422" cy="243798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9B8A7-9F4A-4F1B-9DD6-53ED864E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CFE573-4D33-B6A5-1A28-8429640AA7EB}"/>
                  </a:ext>
                </a:extLst>
              </p14:cNvPr>
              <p14:cNvContentPartPr/>
              <p14:nvPr/>
            </p14:nvContentPartPr>
            <p14:xfrm>
              <a:off x="1357399" y="4124862"/>
              <a:ext cx="3315960" cy="386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CFE573-4D33-B6A5-1A28-8429640AA7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8399" y="4115862"/>
                <a:ext cx="3333600" cy="40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B446942-D580-5B72-DC55-44A44DFD5FF2}"/>
              </a:ext>
            </a:extLst>
          </p:cNvPr>
          <p:cNvGrpSpPr/>
          <p:nvPr/>
        </p:nvGrpSpPr>
        <p:grpSpPr>
          <a:xfrm>
            <a:off x="4634839" y="3572982"/>
            <a:ext cx="1020600" cy="1646640"/>
            <a:chOff x="4634839" y="3572982"/>
            <a:chExt cx="1020600" cy="16466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4C4FC42-2A39-8411-2958-55C2BC581B17}"/>
                    </a:ext>
                  </a:extLst>
                </p14:cNvPr>
                <p14:cNvContentPartPr/>
                <p14:nvPr/>
              </p14:nvContentPartPr>
              <p14:xfrm>
                <a:off x="4908079" y="3572982"/>
                <a:ext cx="747360" cy="932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4C4FC42-2A39-8411-2958-55C2BC581B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99079" y="3563982"/>
                  <a:ext cx="765000" cy="9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1E62DAD-78E1-842F-DE24-A77798016C44}"/>
                    </a:ext>
                  </a:extLst>
                </p14:cNvPr>
                <p14:cNvContentPartPr/>
                <p14:nvPr/>
              </p14:nvContentPartPr>
              <p14:xfrm>
                <a:off x="5138479" y="4549302"/>
                <a:ext cx="33120" cy="304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1E62DAD-78E1-842F-DE24-A77798016C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29479" y="4540302"/>
                  <a:ext cx="507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09FC78-37D1-389C-1D7A-838E9CBB70E3}"/>
                    </a:ext>
                  </a:extLst>
                </p14:cNvPr>
                <p14:cNvContentPartPr/>
                <p14:nvPr/>
              </p14:nvContentPartPr>
              <p14:xfrm>
                <a:off x="5063599" y="4527702"/>
                <a:ext cx="158400" cy="158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09FC78-37D1-389C-1D7A-838E9CBB70E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54599" y="4518681"/>
                  <a:ext cx="176040" cy="17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21CF34-A775-5011-2612-06B8FE74FC85}"/>
                    </a:ext>
                  </a:extLst>
                </p14:cNvPr>
                <p14:cNvContentPartPr/>
                <p14:nvPr/>
              </p14:nvContentPartPr>
              <p14:xfrm>
                <a:off x="4634839" y="5001102"/>
                <a:ext cx="493200" cy="218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21CF34-A775-5011-2612-06B8FE74FC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25846" y="4992102"/>
                  <a:ext cx="510827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379B59-CF52-8EEE-5502-C0519372CFC5}"/>
                    </a:ext>
                  </a:extLst>
                </p14:cNvPr>
                <p14:cNvContentPartPr/>
                <p14:nvPr/>
              </p14:nvContentPartPr>
              <p14:xfrm>
                <a:off x="5081599" y="4937742"/>
                <a:ext cx="15120" cy="18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379B59-CF52-8EEE-5502-C0519372CFC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72599" y="4928742"/>
                  <a:ext cx="32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AE62CE5-2F19-4D51-FAF2-84C17F724D5D}"/>
                    </a:ext>
                  </a:extLst>
                </p14:cNvPr>
                <p14:cNvContentPartPr/>
                <p14:nvPr/>
              </p14:nvContentPartPr>
              <p14:xfrm>
                <a:off x="5183119" y="4907862"/>
                <a:ext cx="373680" cy="213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AE62CE5-2F19-4D51-FAF2-84C17F724D5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74119" y="4898862"/>
                  <a:ext cx="39132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3D8602C-79E9-D68C-8856-66EE4BDE498F}"/>
                  </a:ext>
                </a:extLst>
              </p14:cNvPr>
              <p14:cNvContentPartPr/>
              <p14:nvPr/>
            </p14:nvContentPartPr>
            <p14:xfrm>
              <a:off x="8531479" y="4350582"/>
              <a:ext cx="11520" cy="6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3D8602C-79E9-D68C-8856-66EE4BDE49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22189" y="4341582"/>
                <a:ext cx="29729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98F2E5D-AF73-4865-20F8-B1B7EFB46D68}"/>
              </a:ext>
            </a:extLst>
          </p:cNvPr>
          <p:cNvGrpSpPr/>
          <p:nvPr/>
        </p:nvGrpSpPr>
        <p:grpSpPr>
          <a:xfrm>
            <a:off x="2788039" y="3554982"/>
            <a:ext cx="2866320" cy="1486800"/>
            <a:chOff x="2788039" y="3554982"/>
            <a:chExt cx="2866320" cy="148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4E04D22-9A97-9C62-5685-78AD0154F18D}"/>
                    </a:ext>
                  </a:extLst>
                </p14:cNvPr>
                <p14:cNvContentPartPr/>
                <p14:nvPr/>
              </p14:nvContentPartPr>
              <p14:xfrm>
                <a:off x="5538079" y="3554982"/>
                <a:ext cx="87480" cy="34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4E04D22-9A97-9C62-5685-78AD0154F1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29042" y="3545982"/>
                  <a:ext cx="105193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5CF981-A109-0CFD-3D59-8F995D66E88D}"/>
                    </a:ext>
                  </a:extLst>
                </p14:cNvPr>
                <p14:cNvContentPartPr/>
                <p14:nvPr/>
              </p14:nvContentPartPr>
              <p14:xfrm>
                <a:off x="5192839" y="4354902"/>
                <a:ext cx="118080" cy="74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5CF981-A109-0CFD-3D59-8F995D66E8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83839" y="4345902"/>
                  <a:ext cx="135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AD6D198-CF76-FCB3-F326-E8991A3BA0F2}"/>
                    </a:ext>
                  </a:extLst>
                </p14:cNvPr>
                <p14:cNvContentPartPr/>
                <p14:nvPr/>
              </p14:nvContentPartPr>
              <p14:xfrm>
                <a:off x="5495239" y="4170582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AD6D198-CF76-FCB3-F326-E8991A3BA0F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86239" y="416158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1876D1-27C2-2A58-932F-B8601AB19177}"/>
                    </a:ext>
                  </a:extLst>
                </p14:cNvPr>
                <p14:cNvContentPartPr/>
                <p14:nvPr/>
              </p14:nvContentPartPr>
              <p14:xfrm>
                <a:off x="2788039" y="4127022"/>
                <a:ext cx="1761840" cy="293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1876D1-27C2-2A58-932F-B8601AB191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79041" y="4118022"/>
                  <a:ext cx="1779476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096F827-2AEE-6EDB-B588-07023DFC3E39}"/>
                    </a:ext>
                  </a:extLst>
                </p14:cNvPr>
                <p14:cNvContentPartPr/>
                <p14:nvPr/>
              </p14:nvContentPartPr>
              <p14:xfrm>
                <a:off x="4795759" y="4174182"/>
                <a:ext cx="858600" cy="735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096F827-2AEE-6EDB-B588-07023DFC3E3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86759" y="4165178"/>
                  <a:ext cx="876240" cy="753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1E602C-C24C-56A7-9B9D-B596FCC8F4A3}"/>
                    </a:ext>
                  </a:extLst>
                </p14:cNvPr>
                <p14:cNvContentPartPr/>
                <p14:nvPr/>
              </p14:nvContentPartPr>
              <p14:xfrm>
                <a:off x="3607759" y="3645342"/>
                <a:ext cx="1218240" cy="887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1E602C-C24C-56A7-9B9D-B596FCC8F4A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98762" y="3636342"/>
                  <a:ext cx="1235875" cy="90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F7025F-BF31-7D03-6A89-49BF59CB7405}"/>
                    </a:ext>
                  </a:extLst>
                </p14:cNvPr>
                <p14:cNvContentPartPr/>
                <p14:nvPr/>
              </p14:nvContentPartPr>
              <p14:xfrm>
                <a:off x="3865519" y="4799502"/>
                <a:ext cx="149400" cy="186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F7025F-BF31-7D03-6A89-49BF59CB740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56497" y="4790502"/>
                  <a:ext cx="167083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FB823C-7F47-E9FB-2466-5CC046BBC2CF}"/>
                    </a:ext>
                  </a:extLst>
                </p14:cNvPr>
                <p14:cNvContentPartPr/>
                <p14:nvPr/>
              </p14:nvContentPartPr>
              <p14:xfrm>
                <a:off x="3797119" y="4543542"/>
                <a:ext cx="284040" cy="498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FB823C-7F47-E9FB-2466-5CC046BBC2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88119" y="4534535"/>
                  <a:ext cx="301680" cy="515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1343733-20A5-B9EE-96A4-9EC49ED481DB}"/>
                    </a:ext>
                  </a:extLst>
                </p14:cNvPr>
                <p14:cNvContentPartPr/>
                <p14:nvPr/>
              </p14:nvContentPartPr>
              <p14:xfrm>
                <a:off x="3843559" y="4588182"/>
                <a:ext cx="237960" cy="191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1343733-20A5-B9EE-96A4-9EC49ED481D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34573" y="4579182"/>
                  <a:ext cx="255573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6D7D482-3D2D-61A5-64EE-B226C5E3331D}"/>
                  </a:ext>
                </a:extLst>
              </p14:cNvPr>
              <p14:cNvContentPartPr/>
              <p14:nvPr/>
            </p14:nvContentPartPr>
            <p14:xfrm>
              <a:off x="8298559" y="4300542"/>
              <a:ext cx="1519200" cy="1219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6D7D482-3D2D-61A5-64EE-B226C5E3331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289559" y="4291542"/>
                <a:ext cx="1536840" cy="12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9D72554-19AD-73A3-7A90-92EAFD591BAD}"/>
                  </a:ext>
                </a:extLst>
              </p14:cNvPr>
              <p14:cNvContentPartPr/>
              <p14:nvPr/>
            </p14:nvContentPartPr>
            <p14:xfrm>
              <a:off x="5401999" y="3711222"/>
              <a:ext cx="4680" cy="14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9D72554-19AD-73A3-7A90-92EAFD591B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92999" y="3702222"/>
                <a:ext cx="2232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4317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9C8E3E-76DE-81B5-5DE1-E302D08D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0660F0-F178-7435-513E-FAD20A0DD8A9}"/>
                  </a:ext>
                </a:extLst>
              </p14:cNvPr>
              <p14:cNvContentPartPr/>
              <p14:nvPr/>
            </p14:nvContentPartPr>
            <p14:xfrm>
              <a:off x="3057319" y="3412062"/>
              <a:ext cx="1570320" cy="342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0660F0-F178-7435-513E-FAD20A0DD8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39319" y="3394062"/>
                <a:ext cx="160596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253F2A2-41BE-629B-0F57-BBD4AF2B45B5}"/>
                  </a:ext>
                </a:extLst>
              </p14:cNvPr>
              <p14:cNvContentPartPr/>
              <p14:nvPr/>
            </p14:nvContentPartPr>
            <p14:xfrm>
              <a:off x="3783439" y="3303702"/>
              <a:ext cx="152280" cy="199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253F2A2-41BE-629B-0F57-BBD4AF2B45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65396" y="3285669"/>
                <a:ext cx="188004" cy="235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64C96C-79C2-099E-17DD-1B987DA383B9}"/>
                  </a:ext>
                </a:extLst>
              </p14:cNvPr>
              <p14:cNvContentPartPr/>
              <p14:nvPr/>
            </p14:nvContentPartPr>
            <p14:xfrm>
              <a:off x="1072639" y="3004542"/>
              <a:ext cx="4908240" cy="968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64C96C-79C2-099E-17DD-1B987DA383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639" y="2986542"/>
                <a:ext cx="49438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8CC37A-487F-0C71-C69E-24A5EBECBAC5}"/>
                  </a:ext>
                </a:extLst>
              </p14:cNvPr>
              <p14:cNvContentPartPr/>
              <p14:nvPr/>
            </p14:nvContentPartPr>
            <p14:xfrm>
              <a:off x="1046719" y="571662"/>
              <a:ext cx="6029640" cy="2294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8CC37A-487F-0C71-C69E-24A5EBECBA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8719" y="553659"/>
                <a:ext cx="6065280" cy="2329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5886410-6948-88FB-380F-5D76240F729E}"/>
                  </a:ext>
                </a:extLst>
              </p14:cNvPr>
              <p14:cNvContentPartPr/>
              <p14:nvPr/>
            </p14:nvContentPartPr>
            <p14:xfrm>
              <a:off x="5988079" y="3028302"/>
              <a:ext cx="636120" cy="44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5886410-6948-88FB-380F-5D76240F729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70079" y="3010302"/>
                <a:ext cx="6717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BB7554D-3C17-BB3A-0E9B-DDE12D5F9DD6}"/>
                  </a:ext>
                </a:extLst>
              </p14:cNvPr>
              <p14:cNvContentPartPr/>
              <p14:nvPr/>
            </p14:nvContentPartPr>
            <p14:xfrm>
              <a:off x="3738799" y="1090782"/>
              <a:ext cx="9000" cy="119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BB7554D-3C17-BB3A-0E9B-DDE12D5F9DD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20049" y="1072782"/>
                <a:ext cx="46125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2B5A6BD-ED72-DF38-19DF-C8047089809B}"/>
                  </a:ext>
                </a:extLst>
              </p14:cNvPr>
              <p14:cNvContentPartPr/>
              <p14:nvPr/>
            </p14:nvContentPartPr>
            <p14:xfrm>
              <a:off x="3762559" y="1864062"/>
              <a:ext cx="24840" cy="364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2B5A6BD-ED72-DF38-19DF-C804708980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44559" y="1846062"/>
                <a:ext cx="60480" cy="40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099F5A-C45E-1A14-737C-ECDE208FA291}"/>
                  </a:ext>
                </a:extLst>
              </p14:cNvPr>
              <p14:cNvContentPartPr/>
              <p14:nvPr/>
            </p14:nvContentPartPr>
            <p14:xfrm>
              <a:off x="3817279" y="2639502"/>
              <a:ext cx="9000" cy="388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099F5A-C45E-1A14-737C-ECDE208FA29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98529" y="2621485"/>
                <a:ext cx="46125" cy="423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3914593-D9AB-F1E1-D201-A28245C751C5}"/>
                  </a:ext>
                </a:extLst>
              </p14:cNvPr>
              <p14:cNvContentPartPr/>
              <p14:nvPr/>
            </p14:nvContentPartPr>
            <p14:xfrm>
              <a:off x="2580679" y="1794942"/>
              <a:ext cx="2574720" cy="1062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3914593-D9AB-F1E1-D201-A28245C751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2679" y="1776942"/>
                <a:ext cx="261036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96543AB-A4CB-3057-BFAE-4321F1C22480}"/>
                  </a:ext>
                </a:extLst>
              </p14:cNvPr>
              <p14:cNvContentPartPr/>
              <p14:nvPr/>
            </p14:nvContentPartPr>
            <p14:xfrm>
              <a:off x="4795399" y="1725102"/>
              <a:ext cx="245160" cy="220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96543AB-A4CB-3057-BFAE-4321F1C224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77399" y="1707102"/>
                <a:ext cx="28080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A3A87BE-C877-DD6C-5139-A4E2A5CBB0F2}"/>
                  </a:ext>
                </a:extLst>
              </p14:cNvPr>
              <p14:cNvContentPartPr/>
              <p14:nvPr/>
            </p14:nvContentPartPr>
            <p14:xfrm>
              <a:off x="2555839" y="1799982"/>
              <a:ext cx="158400" cy="2102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A3A87BE-C877-DD6C-5139-A4E2A5CBB0F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37839" y="1782013"/>
                <a:ext cx="194040" cy="245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83D4686-DFB4-2DFC-E160-F3EBF8E0B555}"/>
                  </a:ext>
                </a:extLst>
              </p14:cNvPr>
              <p14:cNvContentPartPr/>
              <p14:nvPr/>
            </p14:nvContentPartPr>
            <p14:xfrm>
              <a:off x="5086999" y="1141542"/>
              <a:ext cx="228240" cy="220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83D4686-DFB4-2DFC-E160-F3EBF8E0B55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68999" y="1123542"/>
                <a:ext cx="2638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4FF3D54-1FB1-57BD-9521-CDCF272F9797}"/>
                  </a:ext>
                </a:extLst>
              </p14:cNvPr>
              <p14:cNvContentPartPr/>
              <p14:nvPr/>
            </p14:nvContentPartPr>
            <p14:xfrm>
              <a:off x="4633399" y="2940462"/>
              <a:ext cx="23760" cy="354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4FF3D54-1FB1-57BD-9521-CDCF272F979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15399" y="2922462"/>
                <a:ext cx="5940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46A1C6B-241C-0BC3-028D-5A7FBDA85402}"/>
                  </a:ext>
                </a:extLst>
              </p14:cNvPr>
              <p14:cNvContentPartPr/>
              <p14:nvPr/>
            </p14:nvContentPartPr>
            <p14:xfrm>
              <a:off x="3034999" y="2924622"/>
              <a:ext cx="21960" cy="191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46A1C6B-241C-0BC3-028D-5A7FBDA8540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16699" y="2906622"/>
                <a:ext cx="58194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5E8DD64-38B6-2F54-63DA-66C1C85FC7E2}"/>
                  </a:ext>
                </a:extLst>
              </p14:cNvPr>
              <p14:cNvContentPartPr/>
              <p14:nvPr/>
            </p14:nvContentPartPr>
            <p14:xfrm>
              <a:off x="2996119" y="2964222"/>
              <a:ext cx="29520" cy="2599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5E8DD64-38B6-2F54-63DA-66C1C85FC7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78119" y="2946247"/>
                <a:ext cx="65160" cy="295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D980B39-0B62-957E-E267-7AA1459F5287}"/>
                  </a:ext>
                </a:extLst>
              </p14:cNvPr>
              <p14:cNvContentPartPr/>
              <p14:nvPr/>
            </p14:nvContentPartPr>
            <p14:xfrm>
              <a:off x="4750039" y="3167622"/>
              <a:ext cx="188280" cy="2635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D980B39-0B62-957E-E267-7AA1459F528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732039" y="3149622"/>
                <a:ext cx="2239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132887E-7A1B-666D-6A3E-AAABEF1FAA47}"/>
                  </a:ext>
                </a:extLst>
              </p14:cNvPr>
              <p14:cNvContentPartPr/>
              <p14:nvPr/>
            </p14:nvContentPartPr>
            <p14:xfrm>
              <a:off x="2840599" y="3374982"/>
              <a:ext cx="154800" cy="230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132887E-7A1B-666D-6A3E-AAABEF1FAA4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22599" y="3356982"/>
                <a:ext cx="19044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DA09D87-9874-001E-8761-2E2D1E3144C7}"/>
                  </a:ext>
                </a:extLst>
              </p14:cNvPr>
              <p14:cNvContentPartPr/>
              <p14:nvPr/>
            </p14:nvContentPartPr>
            <p14:xfrm>
              <a:off x="5642119" y="2955222"/>
              <a:ext cx="38160" cy="2142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DA09D87-9874-001E-8761-2E2D1E3144C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24119" y="2937222"/>
                <a:ext cx="738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EE5442D-BE28-89E0-84BE-810041E39376}"/>
                  </a:ext>
                </a:extLst>
              </p14:cNvPr>
              <p14:cNvContentPartPr/>
              <p14:nvPr/>
            </p14:nvContentPartPr>
            <p14:xfrm>
              <a:off x="2027719" y="2992662"/>
              <a:ext cx="32760" cy="3405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EE5442D-BE28-89E0-84BE-810041E393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09915" y="2974662"/>
                <a:ext cx="68013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498DE2D-F519-DE4C-E5D4-37B614332F79}"/>
                  </a:ext>
                </a:extLst>
              </p14:cNvPr>
              <p14:cNvContentPartPr/>
              <p14:nvPr/>
            </p14:nvContentPartPr>
            <p14:xfrm>
              <a:off x="5714119" y="3292902"/>
              <a:ext cx="115920" cy="15804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498DE2D-F519-DE4C-E5D4-37B614332F7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696119" y="3274902"/>
                <a:ext cx="151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B07F1D-C525-F977-83E3-CEE91505A143}"/>
                  </a:ext>
                </a:extLst>
              </p14:cNvPr>
              <p14:cNvContentPartPr/>
              <p14:nvPr/>
            </p14:nvContentPartPr>
            <p14:xfrm>
              <a:off x="5820319" y="3206502"/>
              <a:ext cx="171360" cy="220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B07F1D-C525-F977-83E3-CEE91505A14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02319" y="3188502"/>
                <a:ext cx="2070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A9F1161-3C24-E3FD-553C-6FA000994239}"/>
                  </a:ext>
                </a:extLst>
              </p14:cNvPr>
              <p14:cNvContentPartPr/>
              <p14:nvPr/>
            </p14:nvContentPartPr>
            <p14:xfrm>
              <a:off x="1853119" y="3355182"/>
              <a:ext cx="180720" cy="2419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A9F1161-3C24-E3FD-553C-6FA00099423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35119" y="3337182"/>
                <a:ext cx="21636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FCB8FC3-CC54-6DE6-C580-3D31B8963BD2}"/>
                  </a:ext>
                </a:extLst>
              </p14:cNvPr>
              <p14:cNvContentPartPr/>
              <p14:nvPr/>
            </p14:nvContentPartPr>
            <p14:xfrm>
              <a:off x="1603279" y="3449862"/>
              <a:ext cx="223200" cy="1314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FCB8FC3-CC54-6DE6-C580-3D31B8963BD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85279" y="3431862"/>
                <a:ext cx="25884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998225B-BE71-570B-79B5-AC2CEABD2CA6}"/>
                  </a:ext>
                </a:extLst>
              </p14:cNvPr>
              <p14:cNvContentPartPr/>
              <p14:nvPr/>
            </p14:nvContentPartPr>
            <p14:xfrm>
              <a:off x="2036359" y="3583782"/>
              <a:ext cx="3721320" cy="4183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998225B-BE71-570B-79B5-AC2CEABD2CA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018357" y="3565797"/>
                <a:ext cx="3756963" cy="4539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341C355-5524-BD04-B19A-3ADB5E408346}"/>
                  </a:ext>
                </a:extLst>
              </p14:cNvPr>
              <p14:cNvContentPartPr/>
              <p14:nvPr/>
            </p14:nvContentPartPr>
            <p14:xfrm>
              <a:off x="5722399" y="3627702"/>
              <a:ext cx="12240" cy="1864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341C355-5524-BD04-B19A-3ADB5E40834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704399" y="3609702"/>
                <a:ext cx="478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7BA9211-A1B4-6CE9-EE38-1E2695AF88ED}"/>
                  </a:ext>
                </a:extLst>
              </p14:cNvPr>
              <p14:cNvContentPartPr/>
              <p14:nvPr/>
            </p14:nvContentPartPr>
            <p14:xfrm>
              <a:off x="6645439" y="2981862"/>
              <a:ext cx="16560" cy="184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7BA9211-A1B4-6CE9-EE38-1E2695AF88E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627439" y="2963862"/>
                <a:ext cx="5220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584B875-4BEA-6F9A-AAC1-C848FE9FBE7D}"/>
                  </a:ext>
                </a:extLst>
              </p14:cNvPr>
              <p14:cNvContentPartPr/>
              <p14:nvPr/>
            </p14:nvContentPartPr>
            <p14:xfrm>
              <a:off x="1167319" y="2979342"/>
              <a:ext cx="38160" cy="2221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584B875-4BEA-6F9A-AAC1-C848FE9FBE7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49487" y="2961342"/>
                <a:ext cx="73467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C9B25FB-0278-F302-54C1-DCAFCD542C29}"/>
                  </a:ext>
                </a:extLst>
              </p14:cNvPr>
              <p14:cNvContentPartPr/>
              <p14:nvPr/>
            </p14:nvContentPartPr>
            <p14:xfrm>
              <a:off x="1185679" y="3188862"/>
              <a:ext cx="19440" cy="3027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C9B25FB-0278-F302-54C1-DCAFCD542C2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67679" y="3170862"/>
                <a:ext cx="5508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93E7605B-E7D3-E572-63FA-57F1AB227F01}"/>
                  </a:ext>
                </a:extLst>
              </p14:cNvPr>
              <p14:cNvContentPartPr/>
              <p14:nvPr/>
            </p14:nvContentPartPr>
            <p14:xfrm>
              <a:off x="1189999" y="3708342"/>
              <a:ext cx="19800" cy="2062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93E7605B-E7D3-E572-63FA-57F1AB227F0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71999" y="3690342"/>
                <a:ext cx="5544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135CE56-A1B3-BCA5-5DF2-EF1CB916B39A}"/>
                  </a:ext>
                </a:extLst>
              </p14:cNvPr>
              <p14:cNvContentPartPr/>
              <p14:nvPr/>
            </p14:nvContentPartPr>
            <p14:xfrm>
              <a:off x="6671719" y="3176982"/>
              <a:ext cx="30960" cy="46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135CE56-A1B3-BCA5-5DF2-EF1CB916B39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653719" y="3158982"/>
                <a:ext cx="666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DFB6909-7B89-3A49-E05B-6C4DBCECACBC}"/>
                  </a:ext>
                </a:extLst>
              </p14:cNvPr>
              <p14:cNvContentPartPr/>
              <p14:nvPr/>
            </p14:nvContentPartPr>
            <p14:xfrm>
              <a:off x="6741559" y="3547782"/>
              <a:ext cx="36360" cy="1792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DFB6909-7B89-3A49-E05B-6C4DBCECACB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23735" y="3529746"/>
                <a:ext cx="71651" cy="214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360ACD9-9C4C-02A0-20E0-D33716B17589}"/>
                  </a:ext>
                </a:extLst>
              </p14:cNvPr>
              <p14:cNvContentPartPr/>
              <p14:nvPr/>
            </p14:nvContentPartPr>
            <p14:xfrm>
              <a:off x="6778639" y="3930462"/>
              <a:ext cx="50760" cy="245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360ACD9-9C4C-02A0-20E0-D33716B1758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760766" y="3912462"/>
                <a:ext cx="86149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A92CCAF-C96B-3552-26DE-1FA61FAEA1FE}"/>
                  </a:ext>
                </a:extLst>
              </p14:cNvPr>
              <p14:cNvContentPartPr/>
              <p14:nvPr/>
            </p14:nvContentPartPr>
            <p14:xfrm>
              <a:off x="6847759" y="4243662"/>
              <a:ext cx="108720" cy="1562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A92CCAF-C96B-3552-26DE-1FA61FAEA1F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829759" y="4225703"/>
                <a:ext cx="144360" cy="191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A9098B2-D250-1301-6F2A-4994AA04BFA6}"/>
                  </a:ext>
                </a:extLst>
              </p14:cNvPr>
              <p14:cNvContentPartPr/>
              <p14:nvPr/>
            </p14:nvContentPartPr>
            <p14:xfrm>
              <a:off x="6969799" y="4207302"/>
              <a:ext cx="112680" cy="14904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A9098B2-D250-1301-6F2A-4994AA04BFA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951799" y="4189302"/>
                <a:ext cx="14832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F2074E67-80D1-63E8-1B3C-F1BC2211536F}"/>
                  </a:ext>
                </a:extLst>
              </p14:cNvPr>
              <p14:cNvContentPartPr/>
              <p14:nvPr/>
            </p14:nvContentPartPr>
            <p14:xfrm>
              <a:off x="1238959" y="4065822"/>
              <a:ext cx="6840" cy="1576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F2074E67-80D1-63E8-1B3C-F1BC2211536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220959" y="4047822"/>
                <a:ext cx="424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8865CD7-40E6-C48C-A57C-0618C4CC966D}"/>
                  </a:ext>
                </a:extLst>
              </p14:cNvPr>
              <p14:cNvContentPartPr/>
              <p14:nvPr/>
            </p14:nvContentPartPr>
            <p14:xfrm>
              <a:off x="1285399" y="4350582"/>
              <a:ext cx="18000" cy="842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8865CD7-40E6-C48C-A57C-0618C4CC966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67399" y="4332582"/>
                <a:ext cx="5364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7E454217-B45E-C75F-AFBF-8897C288B4F4}"/>
              </a:ext>
            </a:extLst>
          </p:cNvPr>
          <p:cNvGrpSpPr/>
          <p:nvPr/>
        </p:nvGrpSpPr>
        <p:grpSpPr>
          <a:xfrm>
            <a:off x="892279" y="4447422"/>
            <a:ext cx="344520" cy="297360"/>
            <a:chOff x="892279" y="4447422"/>
            <a:chExt cx="34452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61ACD6-0996-D006-1B2B-C8A0D249065B}"/>
                    </a:ext>
                  </a:extLst>
                </p14:cNvPr>
                <p14:cNvContentPartPr/>
                <p14:nvPr/>
              </p14:nvContentPartPr>
              <p14:xfrm>
                <a:off x="1072639" y="4447422"/>
                <a:ext cx="164160" cy="220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61ACD6-0996-D006-1B2B-C8A0D249065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4678" y="4429422"/>
                  <a:ext cx="199722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B65D104-52EA-8FB0-54E0-339C5DDA1C5F}"/>
                    </a:ext>
                  </a:extLst>
                </p14:cNvPr>
                <p14:cNvContentPartPr/>
                <p14:nvPr/>
              </p14:nvContentPartPr>
              <p14:xfrm>
                <a:off x="892279" y="4583502"/>
                <a:ext cx="151200" cy="16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B65D104-52EA-8FB0-54E0-339C5DDA1C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4279" y="4565502"/>
                  <a:ext cx="186840" cy="19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87CAA22-64E8-43CE-873A-A589EA62EA1D}"/>
              </a:ext>
            </a:extLst>
          </p:cNvPr>
          <p:cNvGrpSpPr/>
          <p:nvPr/>
        </p:nvGrpSpPr>
        <p:grpSpPr>
          <a:xfrm>
            <a:off x="5712319" y="215622"/>
            <a:ext cx="1770840" cy="1252800"/>
            <a:chOff x="5712319" y="215622"/>
            <a:chExt cx="1770840" cy="125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D83AA1-3BC1-099E-3F92-148AE116B9C9}"/>
                    </a:ext>
                  </a:extLst>
                </p14:cNvPr>
                <p14:cNvContentPartPr/>
                <p14:nvPr/>
              </p14:nvContentPartPr>
              <p14:xfrm>
                <a:off x="5712319" y="215622"/>
                <a:ext cx="179640" cy="379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D83AA1-3BC1-099E-3F92-148AE116B9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94319" y="197622"/>
                  <a:ext cx="2152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56CBCBE-7C1B-A5F8-26EA-144FA7B74B43}"/>
                    </a:ext>
                  </a:extLst>
                </p14:cNvPr>
                <p14:cNvContentPartPr/>
                <p14:nvPr/>
              </p14:nvContentPartPr>
              <p14:xfrm>
                <a:off x="5935159" y="383022"/>
                <a:ext cx="592560" cy="174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56CBCBE-7C1B-A5F8-26EA-144FA7B74B4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917159" y="365022"/>
                  <a:ext cx="628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D2D1DBA-F1FB-4BDB-3ED1-4F6D5A7CC281}"/>
                    </a:ext>
                  </a:extLst>
                </p14:cNvPr>
                <p14:cNvContentPartPr/>
                <p14:nvPr/>
              </p14:nvContentPartPr>
              <p14:xfrm>
                <a:off x="6475879" y="325782"/>
                <a:ext cx="32760" cy="21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D2D1DBA-F1FB-4BDB-3ED1-4F6D5A7CC2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57879" y="307782"/>
                  <a:ext cx="684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33F5C2-8295-7136-C370-C99C25A565B1}"/>
                    </a:ext>
                  </a:extLst>
                </p14:cNvPr>
                <p14:cNvContentPartPr/>
                <p14:nvPr/>
              </p14:nvContentPartPr>
              <p14:xfrm>
                <a:off x="6581359" y="377622"/>
                <a:ext cx="358920" cy="11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33F5C2-8295-7136-C370-C99C25A565B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63359" y="359622"/>
                  <a:ext cx="394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BF0E47C-5919-C1DF-0D0E-1BF769C09E5D}"/>
                    </a:ext>
                  </a:extLst>
                </p14:cNvPr>
                <p14:cNvContentPartPr/>
                <p14:nvPr/>
              </p14:nvContentPartPr>
              <p14:xfrm>
                <a:off x="5909959" y="663822"/>
                <a:ext cx="517680" cy="358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BF0E47C-5919-C1DF-0D0E-1BF769C09E5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91959" y="645804"/>
                  <a:ext cx="553320" cy="3945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09E83C2-AF8D-E344-5803-CE40BC44E239}"/>
                    </a:ext>
                  </a:extLst>
                </p14:cNvPr>
                <p14:cNvContentPartPr/>
                <p14:nvPr/>
              </p14:nvContentPartPr>
              <p14:xfrm>
                <a:off x="6356359" y="778302"/>
                <a:ext cx="28080" cy="34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09E83C2-AF8D-E344-5803-CE40BC44E23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38359" y="760111"/>
                  <a:ext cx="63720" cy="70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BA90163-9CE1-F4F1-8F4A-1FDB07CA0362}"/>
                    </a:ext>
                  </a:extLst>
                </p14:cNvPr>
                <p14:cNvContentPartPr/>
                <p14:nvPr/>
              </p14:nvContentPartPr>
              <p14:xfrm>
                <a:off x="6400279" y="692982"/>
                <a:ext cx="220320" cy="245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BA90163-9CE1-F4F1-8F4A-1FDB07CA036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82279" y="674982"/>
                  <a:ext cx="2559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551FE45-E46C-6AA5-E6D0-BC86FA0E6F1C}"/>
                    </a:ext>
                  </a:extLst>
                </p14:cNvPr>
                <p14:cNvContentPartPr/>
                <p14:nvPr/>
              </p14:nvContentPartPr>
              <p14:xfrm>
                <a:off x="6794839" y="717462"/>
                <a:ext cx="390960" cy="178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551FE45-E46C-6AA5-E6D0-BC86FA0E6F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76856" y="699462"/>
                  <a:ext cx="426567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48376D5-74AE-5100-48F8-7AA30ED824E4}"/>
                    </a:ext>
                  </a:extLst>
                </p14:cNvPr>
                <p14:cNvContentPartPr/>
                <p14:nvPr/>
              </p14:nvContentPartPr>
              <p14:xfrm>
                <a:off x="7145839" y="638622"/>
                <a:ext cx="30240" cy="27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48376D5-74AE-5100-48F8-7AA30ED824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28051" y="620622"/>
                  <a:ext cx="65461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A697542-69F2-D429-44AD-E9AB6C050F45}"/>
                    </a:ext>
                  </a:extLst>
                </p14:cNvPr>
                <p14:cNvContentPartPr/>
                <p14:nvPr/>
              </p14:nvContentPartPr>
              <p14:xfrm>
                <a:off x="7208839" y="693702"/>
                <a:ext cx="274320" cy="1479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A697542-69F2-D429-44AD-E9AB6C050F4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90839" y="675702"/>
                  <a:ext cx="309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0587F6A-60B4-C6E1-1961-815073DC2F98}"/>
                    </a:ext>
                  </a:extLst>
                </p14:cNvPr>
                <p14:cNvContentPartPr/>
                <p14:nvPr/>
              </p14:nvContentPartPr>
              <p14:xfrm>
                <a:off x="6310279" y="1210662"/>
                <a:ext cx="23760" cy="2577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0587F6A-60B4-C6E1-1961-815073DC2F9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92002" y="1192637"/>
                  <a:ext cx="59948" cy="2934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BF3DE61-AD37-52CF-F84A-8A6D4A1188BC}"/>
                    </a:ext>
                  </a:extLst>
                </p14:cNvPr>
                <p14:cNvContentPartPr/>
                <p14:nvPr/>
              </p14:nvContentPartPr>
              <p14:xfrm>
                <a:off x="6286879" y="1219662"/>
                <a:ext cx="169560" cy="195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BF3DE61-AD37-52CF-F84A-8A6D4A1188B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68879" y="1201629"/>
                  <a:ext cx="205200" cy="2311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53E8964-20D4-09A1-7AFA-DD90E086D962}"/>
                    </a:ext>
                  </a:extLst>
                </p14:cNvPr>
                <p14:cNvContentPartPr/>
                <p14:nvPr/>
              </p14:nvContentPartPr>
              <p14:xfrm>
                <a:off x="6442039" y="1173942"/>
                <a:ext cx="18000" cy="248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53E8964-20D4-09A1-7AFA-DD90E086D9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424039" y="1155942"/>
                  <a:ext cx="536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CC63F4-5827-5FA1-6F6F-AE0320213AE8}"/>
                    </a:ext>
                  </a:extLst>
                </p14:cNvPr>
                <p14:cNvContentPartPr/>
                <p14:nvPr/>
              </p14:nvContentPartPr>
              <p14:xfrm>
                <a:off x="6559399" y="1106262"/>
                <a:ext cx="70920" cy="328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CC63F4-5827-5FA1-6F6F-AE0320213AE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41490" y="1088262"/>
                  <a:ext cx="10638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D5CDA6-FFE9-C2D1-72B3-3212061274F2}"/>
                    </a:ext>
                  </a:extLst>
                </p14:cNvPr>
                <p14:cNvContentPartPr/>
                <p14:nvPr/>
              </p14:nvContentPartPr>
              <p14:xfrm>
                <a:off x="6706279" y="1144782"/>
                <a:ext cx="99360" cy="159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D5CDA6-FFE9-C2D1-72B3-3212061274F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688279" y="1126782"/>
                  <a:ext cx="135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A53220-45E7-58CC-3A2C-2F41897D3C92}"/>
                    </a:ext>
                  </a:extLst>
                </p14:cNvPr>
                <p14:cNvContentPartPr/>
                <p14:nvPr/>
              </p14:nvContentPartPr>
              <p14:xfrm>
                <a:off x="6826159" y="1281222"/>
                <a:ext cx="72000" cy="1004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1A53220-45E7-58CC-3A2C-2F41897D3C9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08159" y="1263222"/>
                  <a:ext cx="107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0953658-0A40-E186-3B17-1C7D063F1F3A}"/>
                    </a:ext>
                  </a:extLst>
                </p14:cNvPr>
                <p14:cNvContentPartPr/>
                <p14:nvPr/>
              </p14:nvContentPartPr>
              <p14:xfrm>
                <a:off x="6936319" y="1047222"/>
                <a:ext cx="171000" cy="195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0953658-0A40-E186-3B17-1C7D063F1F3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18281" y="1029222"/>
                  <a:ext cx="206715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8BAFFBD-B606-12A4-F86F-A2F92E049F2D}"/>
                    </a:ext>
                  </a:extLst>
                </p14:cNvPr>
                <p14:cNvContentPartPr/>
                <p14:nvPr/>
              </p14:nvContentPartPr>
              <p14:xfrm>
                <a:off x="7113799" y="972702"/>
                <a:ext cx="106920" cy="267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8BAFFBD-B606-12A4-F86F-A2F92E049F2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095738" y="954678"/>
                  <a:ext cx="142680" cy="30280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8DD0415-1495-FF98-DA32-4AEB08DB5149}"/>
                  </a:ext>
                </a:extLst>
              </p14:cNvPr>
              <p14:cNvContentPartPr/>
              <p14:nvPr/>
            </p14:nvContentPartPr>
            <p14:xfrm>
              <a:off x="7708159" y="215262"/>
              <a:ext cx="602640" cy="41547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8DD0415-1495-FF98-DA32-4AEB08DB514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690159" y="197264"/>
                <a:ext cx="638280" cy="4190397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5A2EB57-2165-34FB-E309-A62632DF8462}"/>
              </a:ext>
            </a:extLst>
          </p:cNvPr>
          <p:cNvGrpSpPr/>
          <p:nvPr/>
        </p:nvGrpSpPr>
        <p:grpSpPr>
          <a:xfrm>
            <a:off x="8207479" y="271782"/>
            <a:ext cx="1698840" cy="748440"/>
            <a:chOff x="8207479" y="271782"/>
            <a:chExt cx="1698840" cy="74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A90E97-759B-C593-BBA9-BA1EDD1AC25C}"/>
                    </a:ext>
                  </a:extLst>
                </p14:cNvPr>
                <p14:cNvContentPartPr/>
                <p14:nvPr/>
              </p14:nvContentPartPr>
              <p14:xfrm>
                <a:off x="8297839" y="291222"/>
                <a:ext cx="37080" cy="251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A90E97-759B-C593-BBA9-BA1EDD1AC25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79839" y="273222"/>
                  <a:ext cx="72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418E9ED-CE47-5A29-5F57-3FD52FB6A72A}"/>
                    </a:ext>
                  </a:extLst>
                </p14:cNvPr>
                <p14:cNvContentPartPr/>
                <p14:nvPr/>
              </p14:nvContentPartPr>
              <p14:xfrm>
                <a:off x="8207479" y="271782"/>
                <a:ext cx="191880" cy="151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418E9ED-CE47-5A29-5F57-3FD52FB6A72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89479" y="253782"/>
                  <a:ext cx="227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49CEC6F-E40B-4B3C-D1C9-4CCAD131FD67}"/>
                    </a:ext>
                  </a:extLst>
                </p14:cNvPr>
                <p14:cNvContentPartPr/>
                <p14:nvPr/>
              </p14:nvContentPartPr>
              <p14:xfrm>
                <a:off x="8410879" y="417942"/>
                <a:ext cx="147960" cy="119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49CEC6F-E40B-4B3C-D1C9-4CCAD131FD6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92879" y="399888"/>
                  <a:ext cx="183600" cy="155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112827E-4C1E-CF70-539A-22F4B940AB04}"/>
                    </a:ext>
                  </a:extLst>
                </p14:cNvPr>
                <p14:cNvContentPartPr/>
                <p14:nvPr/>
              </p14:nvContentPartPr>
              <p14:xfrm>
                <a:off x="8272639" y="406062"/>
                <a:ext cx="255600" cy="119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112827E-4C1E-CF70-539A-22F4B940AB0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254639" y="388062"/>
                  <a:ext cx="2912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FF76BE-782E-A7EB-E0F8-B9914E9E90F7}"/>
                    </a:ext>
                  </a:extLst>
                </p14:cNvPr>
                <p14:cNvContentPartPr/>
                <p14:nvPr/>
              </p14:nvContentPartPr>
              <p14:xfrm>
                <a:off x="8683399" y="429102"/>
                <a:ext cx="55080" cy="57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FF76BE-782E-A7EB-E0F8-B9914E9E90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65399" y="411102"/>
                  <a:ext cx="907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62DF8AC-94B6-8838-2D6F-5D0AE7E9D211}"/>
                    </a:ext>
                  </a:extLst>
                </p14:cNvPr>
                <p14:cNvContentPartPr/>
                <p14:nvPr/>
              </p14:nvContentPartPr>
              <p14:xfrm>
                <a:off x="8292079" y="286902"/>
                <a:ext cx="367920" cy="305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62DF8AC-94B6-8838-2D6F-5D0AE7E9D21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74097" y="268902"/>
                  <a:ext cx="403525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27257CC-B33E-1EC3-71EE-C608A8F76F88}"/>
                    </a:ext>
                  </a:extLst>
                </p14:cNvPr>
                <p14:cNvContentPartPr/>
                <p14:nvPr/>
              </p14:nvContentPartPr>
              <p14:xfrm>
                <a:off x="8726239" y="745182"/>
                <a:ext cx="215280" cy="216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27257CC-B33E-1EC3-71EE-C608A8F76F8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08239" y="727212"/>
                  <a:ext cx="250920" cy="2515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3F3C6BF-57BF-E709-236E-A46C1C788911}"/>
                    </a:ext>
                  </a:extLst>
                </p14:cNvPr>
                <p14:cNvContentPartPr/>
                <p14:nvPr/>
              </p14:nvContentPartPr>
              <p14:xfrm>
                <a:off x="8969239" y="841662"/>
                <a:ext cx="245520" cy="1105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3F3C6BF-57BF-E709-236E-A46C1C78891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51239" y="823662"/>
                  <a:ext cx="2811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3CCCE9-A9B7-06A7-A8E0-C73E7419D2B5}"/>
                    </a:ext>
                  </a:extLst>
                </p14:cNvPr>
                <p14:cNvContentPartPr/>
                <p14:nvPr/>
              </p14:nvContentPartPr>
              <p14:xfrm>
                <a:off x="9172639" y="680382"/>
                <a:ext cx="140040" cy="339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3CCCE9-A9B7-06A7-A8E0-C73E7419D2B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54685" y="662382"/>
                  <a:ext cx="175589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040F9FC-BA63-59D5-B0C2-A4EBEBC526A8}"/>
                    </a:ext>
                  </a:extLst>
                </p14:cNvPr>
                <p14:cNvContentPartPr/>
                <p14:nvPr/>
              </p14:nvContentPartPr>
              <p14:xfrm>
                <a:off x="9241039" y="824382"/>
                <a:ext cx="317520" cy="102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040F9FC-BA63-59D5-B0C2-A4EBEBC526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23039" y="806382"/>
                  <a:ext cx="353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82ADC99-58F4-25DA-8135-D6A67E32FB1D}"/>
                    </a:ext>
                  </a:extLst>
                </p14:cNvPr>
                <p14:cNvContentPartPr/>
                <p14:nvPr/>
              </p14:nvContentPartPr>
              <p14:xfrm>
                <a:off x="9610759" y="817542"/>
                <a:ext cx="295560" cy="90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82ADC99-58F4-25DA-8135-D6A67E32FB1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92759" y="799542"/>
                  <a:ext cx="33120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1F27CCE-3C89-CDB6-DB0A-379E151B3132}"/>
              </a:ext>
            </a:extLst>
          </p:cNvPr>
          <p:cNvGrpSpPr/>
          <p:nvPr/>
        </p:nvGrpSpPr>
        <p:grpSpPr>
          <a:xfrm>
            <a:off x="10204039" y="648702"/>
            <a:ext cx="1531440" cy="261000"/>
            <a:chOff x="10204039" y="648702"/>
            <a:chExt cx="1531440" cy="2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ADCDE8F-BEA9-F1CA-EE8E-4BC63C9EF1D5}"/>
                    </a:ext>
                  </a:extLst>
                </p14:cNvPr>
                <p14:cNvContentPartPr/>
                <p14:nvPr/>
              </p14:nvContentPartPr>
              <p14:xfrm>
                <a:off x="10204039" y="697302"/>
                <a:ext cx="280800" cy="212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ADCDE8F-BEA9-F1CA-EE8E-4BC63C9EF1D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86039" y="679302"/>
                  <a:ext cx="316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48E990-8621-19B0-14D6-B7241DDBA05F}"/>
                    </a:ext>
                  </a:extLst>
                </p14:cNvPr>
                <p14:cNvContentPartPr/>
                <p14:nvPr/>
              </p14:nvContentPartPr>
              <p14:xfrm>
                <a:off x="10481599" y="730062"/>
                <a:ext cx="19440" cy="21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48E990-8621-19B0-14D6-B7241DDBA05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63259" y="712062"/>
                  <a:ext cx="55752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85F5DB4-AD88-FB6B-59B0-B22799F85C51}"/>
                    </a:ext>
                  </a:extLst>
                </p14:cNvPr>
                <p14:cNvContentPartPr/>
                <p14:nvPr/>
              </p14:nvContentPartPr>
              <p14:xfrm>
                <a:off x="10527319" y="743382"/>
                <a:ext cx="102600" cy="151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85F5DB4-AD88-FB6B-59B0-B22799F85C5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509319" y="725382"/>
                  <a:ext cx="138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442114-AF3D-BE8B-E212-85A175888523}"/>
                    </a:ext>
                  </a:extLst>
                </p14:cNvPr>
                <p14:cNvContentPartPr/>
                <p14:nvPr/>
              </p14:nvContentPartPr>
              <p14:xfrm>
                <a:off x="10654039" y="673182"/>
                <a:ext cx="241920" cy="219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442114-AF3D-BE8B-E212-85A17588852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36039" y="655182"/>
                  <a:ext cx="2775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103D98E-D31F-7672-5B0E-E35177CBC88D}"/>
                    </a:ext>
                  </a:extLst>
                </p14:cNvPr>
                <p14:cNvContentPartPr/>
                <p14:nvPr/>
              </p14:nvContentPartPr>
              <p14:xfrm>
                <a:off x="10861399" y="723942"/>
                <a:ext cx="26640" cy="223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103D98E-D31F-7672-5B0E-E35177CBC88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843399" y="705942"/>
                  <a:ext cx="62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1248D14-210A-8E97-6766-D1C81C1242B6}"/>
                    </a:ext>
                  </a:extLst>
                </p14:cNvPr>
                <p14:cNvContentPartPr/>
                <p14:nvPr/>
              </p14:nvContentPartPr>
              <p14:xfrm>
                <a:off x="10929439" y="689382"/>
                <a:ext cx="133560" cy="180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1248D14-210A-8E97-6766-D1C81C1242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11487" y="671382"/>
                  <a:ext cx="169104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4F0AA9B-0C9D-86A8-705A-00BB3E33BEA7}"/>
                    </a:ext>
                  </a:extLst>
                </p14:cNvPr>
                <p14:cNvContentPartPr/>
                <p14:nvPr/>
              </p14:nvContentPartPr>
              <p14:xfrm>
                <a:off x="11098279" y="648702"/>
                <a:ext cx="268200" cy="230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4F0AA9B-0C9D-86A8-705A-00BB3E33BEA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080279" y="630702"/>
                  <a:ext cx="303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19B8DB2-DC21-3106-6DA9-26415989D574}"/>
                    </a:ext>
                  </a:extLst>
                </p14:cNvPr>
                <p14:cNvContentPartPr/>
                <p14:nvPr/>
              </p14:nvContentPartPr>
              <p14:xfrm>
                <a:off x="11375839" y="720342"/>
                <a:ext cx="359640" cy="142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19B8DB2-DC21-3106-6DA9-26415989D57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57821" y="702342"/>
                  <a:ext cx="395316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FDC2BAF-79E1-4357-01F1-14ACBEC41B75}"/>
              </a:ext>
            </a:extLst>
          </p:cNvPr>
          <p:cNvGrpSpPr/>
          <p:nvPr/>
        </p:nvGrpSpPr>
        <p:grpSpPr>
          <a:xfrm>
            <a:off x="9077959" y="1214262"/>
            <a:ext cx="2348640" cy="946440"/>
            <a:chOff x="9077959" y="1214262"/>
            <a:chExt cx="2348640" cy="94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D1953BC-1295-4AFE-BDA8-0C0D9D54C390}"/>
                    </a:ext>
                  </a:extLst>
                </p14:cNvPr>
                <p14:cNvContentPartPr/>
                <p14:nvPr/>
              </p14:nvContentPartPr>
              <p14:xfrm>
                <a:off x="9185239" y="1244862"/>
                <a:ext cx="136800" cy="351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D1953BC-1295-4AFE-BDA8-0C0D9D54C3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67286" y="1226862"/>
                  <a:ext cx="172346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B25A465-E85F-15B0-9EB6-48BD8FB1681D}"/>
                    </a:ext>
                  </a:extLst>
                </p14:cNvPr>
                <p14:cNvContentPartPr/>
                <p14:nvPr/>
              </p14:nvContentPartPr>
              <p14:xfrm>
                <a:off x="9394399" y="1376262"/>
                <a:ext cx="111600" cy="138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B25A465-E85F-15B0-9EB6-48BD8FB1681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76399" y="1358215"/>
                  <a:ext cx="147240" cy="1739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CE4D1E-9D4A-7508-0B40-BC4F45F7E376}"/>
                    </a:ext>
                  </a:extLst>
                </p14:cNvPr>
                <p14:cNvContentPartPr/>
                <p14:nvPr/>
              </p14:nvContentPartPr>
              <p14:xfrm>
                <a:off x="9596719" y="1524942"/>
                <a:ext cx="47160" cy="81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CE4D1E-9D4A-7508-0B40-BC4F45F7E37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78719" y="1506942"/>
                  <a:ext cx="82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FD0B7E-D49F-A4DE-ADCD-4FF0571C5B74}"/>
                    </a:ext>
                  </a:extLst>
                </p14:cNvPr>
                <p14:cNvContentPartPr/>
                <p14:nvPr/>
              </p14:nvContentPartPr>
              <p14:xfrm>
                <a:off x="9522559" y="1431702"/>
                <a:ext cx="86760" cy="68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FD0B7E-D49F-A4DE-ADCD-4FF0571C5B7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04559" y="1413702"/>
                  <a:ext cx="122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317437-5FAB-B4D3-5C9D-2B8CF3176910}"/>
                    </a:ext>
                  </a:extLst>
                </p14:cNvPr>
                <p14:cNvContentPartPr/>
                <p14:nvPr/>
              </p14:nvContentPartPr>
              <p14:xfrm>
                <a:off x="9783199" y="1311102"/>
                <a:ext cx="171360" cy="1987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317437-5FAB-B4D3-5C9D-2B8CF317691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765237" y="1293102"/>
                  <a:ext cx="206925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A26DFA3-B7F4-E6B8-3D2D-C6C2FFB9874D}"/>
                    </a:ext>
                  </a:extLst>
                </p14:cNvPr>
                <p14:cNvContentPartPr/>
                <p14:nvPr/>
              </p14:nvContentPartPr>
              <p14:xfrm>
                <a:off x="9988039" y="1214262"/>
                <a:ext cx="203400" cy="3751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A26DFA3-B7F4-E6B8-3D2D-C6C2FFB987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70039" y="1196262"/>
                  <a:ext cx="2390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685E704-0FED-6A8E-17F4-EECB5221C92F}"/>
                    </a:ext>
                  </a:extLst>
                </p14:cNvPr>
                <p14:cNvContentPartPr/>
                <p14:nvPr/>
              </p14:nvContentPartPr>
              <p14:xfrm>
                <a:off x="9077959" y="1870182"/>
                <a:ext cx="119880" cy="1094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685E704-0FED-6A8E-17F4-EECB5221C92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59959" y="1852182"/>
                  <a:ext cx="155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952665-95FD-6D8C-8153-C87D458B5408}"/>
                    </a:ext>
                  </a:extLst>
                </p14:cNvPr>
                <p14:cNvContentPartPr/>
                <p14:nvPr/>
              </p14:nvContentPartPr>
              <p14:xfrm>
                <a:off x="9223399" y="1884582"/>
                <a:ext cx="145800" cy="276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952665-95FD-6D8C-8153-C87D458B540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05443" y="1866582"/>
                  <a:ext cx="181352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AA71713-FFEB-CD1A-FF56-977CB21DF8C0}"/>
                    </a:ext>
                  </a:extLst>
                </p14:cNvPr>
                <p14:cNvContentPartPr/>
                <p14:nvPr/>
              </p14:nvContentPartPr>
              <p14:xfrm>
                <a:off x="9408439" y="1884942"/>
                <a:ext cx="131760" cy="80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AA71713-FFEB-CD1A-FF56-977CB21DF8C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90439" y="1866942"/>
                  <a:ext cx="16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99D2E91-0D50-3911-33A7-58D40DE23157}"/>
                    </a:ext>
                  </a:extLst>
                </p14:cNvPr>
                <p14:cNvContentPartPr/>
                <p14:nvPr/>
              </p14:nvContentPartPr>
              <p14:xfrm>
                <a:off x="9583039" y="1724382"/>
                <a:ext cx="233280" cy="228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99D2E91-0D50-3911-33A7-58D40DE2315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565011" y="1706382"/>
                  <a:ext cx="268975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B73ABBF-E255-0FC2-03BA-27C0E1EA17CD}"/>
                    </a:ext>
                  </a:extLst>
                </p14:cNvPr>
                <p14:cNvContentPartPr/>
                <p14:nvPr/>
              </p14:nvContentPartPr>
              <p14:xfrm>
                <a:off x="10132399" y="1835262"/>
                <a:ext cx="86040" cy="2440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B73ABBF-E255-0FC2-03BA-27C0E1EA17C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114399" y="1817262"/>
                  <a:ext cx="1216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7E0EDB1-A7A7-8289-6AE3-40470F0D6B04}"/>
                    </a:ext>
                  </a:extLst>
                </p14:cNvPr>
                <p14:cNvContentPartPr/>
                <p14:nvPr/>
              </p14:nvContentPartPr>
              <p14:xfrm>
                <a:off x="10285759" y="1657422"/>
                <a:ext cx="689400" cy="287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7E0EDB1-A7A7-8289-6AE3-40470F0D6B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67759" y="1639422"/>
                  <a:ext cx="725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47582EC-E321-5AEE-EBD1-AE22E3FA42B1}"/>
                    </a:ext>
                  </a:extLst>
                </p14:cNvPr>
                <p14:cNvContentPartPr/>
                <p14:nvPr/>
              </p14:nvContentPartPr>
              <p14:xfrm>
                <a:off x="10976599" y="1743102"/>
                <a:ext cx="33480" cy="18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47582EC-E321-5AEE-EBD1-AE22E3FA42B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958599" y="1725102"/>
                  <a:ext cx="69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254FF7D-BF4B-5DD6-827D-B3A86EFF0046}"/>
                    </a:ext>
                  </a:extLst>
                </p14:cNvPr>
                <p14:cNvContentPartPr/>
                <p14:nvPr/>
              </p14:nvContentPartPr>
              <p14:xfrm>
                <a:off x="11001079" y="1677222"/>
                <a:ext cx="151560" cy="211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254FF7D-BF4B-5DD6-827D-B3A86EFF004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83079" y="1659222"/>
                  <a:ext cx="187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D0B7A87-FEFA-35DC-1924-031CF0C5B475}"/>
                    </a:ext>
                  </a:extLst>
                </p14:cNvPr>
                <p14:cNvContentPartPr/>
                <p14:nvPr/>
              </p14:nvContentPartPr>
              <p14:xfrm>
                <a:off x="11186479" y="1657062"/>
                <a:ext cx="240120" cy="4316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D0B7A87-FEFA-35DC-1924-031CF0C5B47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168479" y="1639062"/>
                  <a:ext cx="27576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479DD6A-F6AC-331E-4AEC-89C9E907516F}"/>
                    </a:ext>
                  </a:extLst>
                </p14:cNvPr>
                <p14:cNvContentPartPr/>
                <p14:nvPr/>
              </p14:nvContentPartPr>
              <p14:xfrm>
                <a:off x="10995319" y="1717182"/>
                <a:ext cx="13680" cy="27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479DD6A-F6AC-331E-4AEC-89C9E907516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977319" y="1698942"/>
                  <a:ext cx="49320" cy="634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E929CE3-DDCC-3DC4-CF42-ED9A0DB9F0DD}"/>
              </a:ext>
            </a:extLst>
          </p:cNvPr>
          <p:cNvGrpSpPr/>
          <p:nvPr/>
        </p:nvGrpSpPr>
        <p:grpSpPr>
          <a:xfrm>
            <a:off x="8824519" y="2937222"/>
            <a:ext cx="2462760" cy="892440"/>
            <a:chOff x="8824519" y="2937222"/>
            <a:chExt cx="2462760" cy="89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E9095AA-6106-8BC2-D0F6-B8591A200E26}"/>
                    </a:ext>
                  </a:extLst>
                </p14:cNvPr>
                <p14:cNvContentPartPr/>
                <p14:nvPr/>
              </p14:nvContentPartPr>
              <p14:xfrm>
                <a:off x="8824519" y="3796902"/>
                <a:ext cx="2226600" cy="32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E9095AA-6106-8BC2-D0F6-B8591A200E2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806519" y="3778902"/>
                  <a:ext cx="22622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C439ED9-B4A8-A656-C2B2-3CDAD3120E35}"/>
                    </a:ext>
                  </a:extLst>
                </p14:cNvPr>
                <p14:cNvContentPartPr/>
                <p14:nvPr/>
              </p14:nvContentPartPr>
              <p14:xfrm>
                <a:off x="9037639" y="2967822"/>
                <a:ext cx="130680" cy="750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C439ED9-B4A8-A656-C2B2-3CDAD3120E3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019639" y="2949831"/>
                  <a:ext cx="166320" cy="7862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D1024CE-3258-30D4-ED75-8B4884C77505}"/>
                    </a:ext>
                  </a:extLst>
                </p14:cNvPr>
                <p14:cNvContentPartPr/>
                <p14:nvPr/>
              </p14:nvContentPartPr>
              <p14:xfrm>
                <a:off x="9026479" y="2937222"/>
                <a:ext cx="2045160" cy="773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D1024CE-3258-30D4-ED75-8B4884C7750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008479" y="2919222"/>
                  <a:ext cx="208080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CC393D0-BDBC-4FC6-ACA6-D36CE486CFDD}"/>
                    </a:ext>
                  </a:extLst>
                </p14:cNvPr>
                <p14:cNvContentPartPr/>
                <p14:nvPr/>
              </p14:nvContentPartPr>
              <p14:xfrm>
                <a:off x="11032039" y="3783582"/>
                <a:ext cx="255240" cy="21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CC393D0-BDBC-4FC6-ACA6-D36CE486CFD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014039" y="3765582"/>
                  <a:ext cx="29088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AC9DD67D-7A38-69DA-A68F-124C1472621C}"/>
              </a:ext>
            </a:extLst>
          </p:cNvPr>
          <p:cNvGrpSpPr/>
          <p:nvPr/>
        </p:nvGrpSpPr>
        <p:grpSpPr>
          <a:xfrm>
            <a:off x="3568519" y="557982"/>
            <a:ext cx="624240" cy="3174480"/>
            <a:chOff x="3568519" y="557982"/>
            <a:chExt cx="624240" cy="317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7F32A0E-9E16-D73B-461C-BA3BDCB94AEF}"/>
                    </a:ext>
                  </a:extLst>
                </p14:cNvPr>
                <p14:cNvContentPartPr/>
                <p14:nvPr/>
              </p14:nvContentPartPr>
              <p14:xfrm>
                <a:off x="3688399" y="2892582"/>
                <a:ext cx="156240" cy="3783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7F32A0E-9E16-D73B-461C-BA3BDCB94AE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79399" y="2883582"/>
                  <a:ext cx="17388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0C0E48A-5F76-8706-921A-59B9513DD623}"/>
                    </a:ext>
                  </a:extLst>
                </p14:cNvPr>
                <p14:cNvContentPartPr/>
                <p14:nvPr/>
              </p14:nvContentPartPr>
              <p14:xfrm>
                <a:off x="3568519" y="794142"/>
                <a:ext cx="481680" cy="2500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0C0E48A-5F76-8706-921A-59B9513DD62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59519" y="785142"/>
                  <a:ext cx="499320" cy="25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2F4DDB2-380E-08C3-A843-620D25F17EEF}"/>
                    </a:ext>
                  </a:extLst>
                </p14:cNvPr>
                <p14:cNvContentPartPr/>
                <p14:nvPr/>
              </p14:nvContentPartPr>
              <p14:xfrm>
                <a:off x="3743839" y="636102"/>
                <a:ext cx="42120" cy="8784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2F4DDB2-380E-08C3-A843-620D25F17EE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34915" y="627102"/>
                  <a:ext cx="59611" cy="89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341AA6B-E44A-02A7-7411-92B62B7E2768}"/>
                    </a:ext>
                  </a:extLst>
                </p14:cNvPr>
                <p14:cNvContentPartPr/>
                <p14:nvPr/>
              </p14:nvContentPartPr>
              <p14:xfrm>
                <a:off x="3680119" y="610902"/>
                <a:ext cx="80640" cy="357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341AA6B-E44A-02A7-7411-92B62B7E276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71079" y="601902"/>
                  <a:ext cx="98359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8B64B1D-4044-E836-74B1-F56AD035F9FD}"/>
                    </a:ext>
                  </a:extLst>
                </p14:cNvPr>
                <p14:cNvContentPartPr/>
                <p14:nvPr/>
              </p14:nvContentPartPr>
              <p14:xfrm>
                <a:off x="3679399" y="557982"/>
                <a:ext cx="261360" cy="217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8B64B1D-4044-E836-74B1-F56AD035F9F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70399" y="548982"/>
                  <a:ext cx="2790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9694719-7989-91E8-32DF-679EDF18791F}"/>
                    </a:ext>
                  </a:extLst>
                </p14:cNvPr>
                <p14:cNvContentPartPr/>
                <p14:nvPr/>
              </p14:nvContentPartPr>
              <p14:xfrm>
                <a:off x="3661399" y="608022"/>
                <a:ext cx="221760" cy="215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9694719-7989-91E8-32DF-679EDF1879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652399" y="599037"/>
                  <a:ext cx="239400" cy="2328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5299B91-9E8C-146D-ED70-B95C8A63637A}"/>
                    </a:ext>
                  </a:extLst>
                </p14:cNvPr>
                <p14:cNvContentPartPr/>
                <p14:nvPr/>
              </p14:nvContentPartPr>
              <p14:xfrm>
                <a:off x="3661759" y="563382"/>
                <a:ext cx="176760" cy="419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5299B91-9E8C-146D-ED70-B95C8A63637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52759" y="554382"/>
                  <a:ext cx="1944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742F56E-C345-8FD2-BF47-F7E42E97EE8B}"/>
                    </a:ext>
                  </a:extLst>
                </p14:cNvPr>
                <p14:cNvContentPartPr/>
                <p14:nvPr/>
              </p14:nvContentPartPr>
              <p14:xfrm>
                <a:off x="3807559" y="691542"/>
                <a:ext cx="36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742F56E-C345-8FD2-BF47-F7E42E97EE8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798559" y="682542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C2466F1F-A73F-5924-BF8E-7C900056919B}"/>
                    </a:ext>
                  </a:extLst>
                </p14:cNvPr>
                <p14:cNvContentPartPr/>
                <p14:nvPr/>
              </p14:nvContentPartPr>
              <p14:xfrm>
                <a:off x="3810439" y="720702"/>
                <a:ext cx="13320" cy="874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C2466F1F-A73F-5924-BF8E-7C900056919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01189" y="711665"/>
                  <a:ext cx="31450" cy="1051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50C5255-D2CF-CEF5-CE7F-906406EA8A77}"/>
                    </a:ext>
                  </a:extLst>
                </p14:cNvPr>
                <p14:cNvContentPartPr/>
                <p14:nvPr/>
              </p14:nvContentPartPr>
              <p14:xfrm>
                <a:off x="3788839" y="729702"/>
                <a:ext cx="62640" cy="22532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50C5255-D2CF-CEF5-CE7F-906406EA8A7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779839" y="720702"/>
                  <a:ext cx="80280" cy="22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723AC8F-C8BB-E9E0-DB9C-ACD34A3D9F82}"/>
                    </a:ext>
                  </a:extLst>
                </p14:cNvPr>
                <p14:cNvContentPartPr/>
                <p14:nvPr/>
              </p14:nvContentPartPr>
              <p14:xfrm>
                <a:off x="3649519" y="3107502"/>
                <a:ext cx="543240" cy="624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723AC8F-C8BB-E9E0-DB9C-ACD34A3D9F8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640519" y="3098502"/>
                  <a:ext cx="560880" cy="64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B410DEFC-3C70-89F5-5AE1-6AA67D141E8F}"/>
              </a:ext>
            </a:extLst>
          </p:cNvPr>
          <p:cNvGrpSpPr/>
          <p:nvPr/>
        </p:nvGrpSpPr>
        <p:grpSpPr>
          <a:xfrm>
            <a:off x="9053119" y="3039102"/>
            <a:ext cx="2249280" cy="1085400"/>
            <a:chOff x="9053119" y="3039102"/>
            <a:chExt cx="2249280" cy="10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99D6D40-27CD-DDA0-F41D-138D97CD0A1F}"/>
                    </a:ext>
                  </a:extLst>
                </p14:cNvPr>
                <p14:cNvContentPartPr/>
                <p14:nvPr/>
              </p14:nvContentPartPr>
              <p14:xfrm>
                <a:off x="9156079" y="3039102"/>
                <a:ext cx="194400" cy="5223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99D6D40-27CD-DDA0-F41D-138D97CD0A1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47079" y="3030102"/>
                  <a:ext cx="21204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B0E73A6-6A99-30E4-9CF3-1A3D8A390BA2}"/>
                    </a:ext>
                  </a:extLst>
                </p14:cNvPr>
                <p14:cNvContentPartPr/>
                <p14:nvPr/>
              </p14:nvContentPartPr>
              <p14:xfrm>
                <a:off x="9208279" y="3055302"/>
                <a:ext cx="276120" cy="6670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B0E73A6-6A99-30E4-9CF3-1A3D8A390BA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99279" y="3046302"/>
                  <a:ext cx="293760" cy="68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2E82C63-DF27-8CC5-832D-680A4717D1A2}"/>
                    </a:ext>
                  </a:extLst>
                </p14:cNvPr>
                <p14:cNvContentPartPr/>
                <p14:nvPr/>
              </p14:nvContentPartPr>
              <p14:xfrm>
                <a:off x="9412039" y="3131982"/>
                <a:ext cx="241200" cy="623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2E82C63-DF27-8CC5-832D-680A4717D1A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03039" y="3122982"/>
                  <a:ext cx="2588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B10F98D-F9FE-FB8F-4E27-FEFCE59F4CD4}"/>
                    </a:ext>
                  </a:extLst>
                </p14:cNvPr>
                <p14:cNvContentPartPr/>
                <p14:nvPr/>
              </p14:nvContentPartPr>
              <p14:xfrm>
                <a:off x="9724519" y="3146742"/>
                <a:ext cx="218880" cy="576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B10F98D-F9FE-FB8F-4E27-FEFCE59F4CD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715519" y="3137736"/>
                  <a:ext cx="236520" cy="594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9FDA56A-1C50-F051-5795-F33F44C1D977}"/>
                    </a:ext>
                  </a:extLst>
                </p14:cNvPr>
                <p14:cNvContentPartPr/>
                <p14:nvPr/>
              </p14:nvContentPartPr>
              <p14:xfrm>
                <a:off x="9922519" y="3121542"/>
                <a:ext cx="207360" cy="5194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9FDA56A-1C50-F051-5795-F33F44C1D97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13519" y="3112548"/>
                  <a:ext cx="225000" cy="5371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EF3DE73-1128-A2E4-1390-A1519A03665E}"/>
                    </a:ext>
                  </a:extLst>
                </p14:cNvPr>
                <p14:cNvContentPartPr/>
                <p14:nvPr/>
              </p14:nvContentPartPr>
              <p14:xfrm>
                <a:off x="10035199" y="3100302"/>
                <a:ext cx="288000" cy="5785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EF3DE73-1128-A2E4-1390-A1519A03665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026210" y="3091302"/>
                  <a:ext cx="305618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EA43A71-2BF4-2E61-0433-9D3FA7045061}"/>
                    </a:ext>
                  </a:extLst>
                </p14:cNvPr>
                <p14:cNvContentPartPr/>
                <p14:nvPr/>
              </p14:nvContentPartPr>
              <p14:xfrm>
                <a:off x="10277119" y="3062142"/>
                <a:ext cx="285120" cy="666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EA43A71-2BF4-2E61-0433-9D3FA704506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68108" y="3053147"/>
                  <a:ext cx="302782" cy="683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FA6B405-C55E-658F-0B08-5A39FD265A51}"/>
                    </a:ext>
                  </a:extLst>
                </p14:cNvPr>
                <p14:cNvContentPartPr/>
                <p14:nvPr/>
              </p14:nvContentPartPr>
              <p14:xfrm>
                <a:off x="10485919" y="3071142"/>
                <a:ext cx="351000" cy="662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FA6B405-C55E-658F-0B08-5A39FD265A5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76919" y="3062142"/>
                  <a:ext cx="368640" cy="6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CF7CB9A-A9F7-193D-60C6-0729B19CC015}"/>
                    </a:ext>
                  </a:extLst>
                </p14:cNvPr>
                <p14:cNvContentPartPr/>
                <p14:nvPr/>
              </p14:nvContentPartPr>
              <p14:xfrm>
                <a:off x="10673839" y="3297942"/>
                <a:ext cx="221400" cy="504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CF7CB9A-A9F7-193D-60C6-0729B19CC01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664824" y="3288942"/>
                  <a:ext cx="239069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A6FE7B2-42CC-88CA-52B8-3A0E01577027}"/>
                    </a:ext>
                  </a:extLst>
                </p14:cNvPr>
                <p14:cNvContentPartPr/>
                <p14:nvPr/>
              </p14:nvContentPartPr>
              <p14:xfrm>
                <a:off x="10828999" y="3595662"/>
                <a:ext cx="89640" cy="218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A6FE7B2-42CC-88CA-52B8-3A0E0157702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819999" y="3586662"/>
                  <a:ext cx="1072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DA55943-ABAA-DB3D-4935-1E14B6E03E42}"/>
                    </a:ext>
                  </a:extLst>
                </p14:cNvPr>
                <p14:cNvContentPartPr/>
                <p14:nvPr/>
              </p14:nvContentPartPr>
              <p14:xfrm>
                <a:off x="9053119" y="3963222"/>
                <a:ext cx="354600" cy="161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DA55943-ABAA-DB3D-4935-1E14B6E03E4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044119" y="3954222"/>
                  <a:ext cx="372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7DD4822-DC88-A360-0792-D2D0AF7C1139}"/>
                    </a:ext>
                  </a:extLst>
                </p14:cNvPr>
                <p14:cNvContentPartPr/>
                <p14:nvPr/>
              </p14:nvContentPartPr>
              <p14:xfrm>
                <a:off x="11131039" y="3908502"/>
                <a:ext cx="171360" cy="1969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7DD4822-DC88-A360-0792-D2D0AF7C113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22039" y="3899502"/>
                  <a:ext cx="189000" cy="21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7157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D8935E-B5D1-64E0-826D-487404B4C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CB487B-2FD1-C3D9-4B72-9BE63759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999F399-7D3E-3E5D-4A15-7FB80E36198F}"/>
              </a:ext>
            </a:extLst>
          </p:cNvPr>
          <p:cNvGrpSpPr/>
          <p:nvPr/>
        </p:nvGrpSpPr>
        <p:grpSpPr>
          <a:xfrm>
            <a:off x="1409239" y="1365822"/>
            <a:ext cx="630000" cy="468720"/>
            <a:chOff x="1409239" y="1365822"/>
            <a:chExt cx="630000" cy="46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B100870-7873-4685-04B9-547E9782264B}"/>
                    </a:ext>
                  </a:extLst>
                </p14:cNvPr>
                <p14:cNvContentPartPr/>
                <p14:nvPr/>
              </p14:nvContentPartPr>
              <p14:xfrm>
                <a:off x="1409239" y="1438542"/>
                <a:ext cx="200520" cy="61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B100870-7873-4685-04B9-547E9782264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00255" y="1429594"/>
                  <a:ext cx="218128" cy="790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67E0FB7-668A-921F-A824-AC7DD4134DE3}"/>
                    </a:ext>
                  </a:extLst>
                </p14:cNvPr>
                <p14:cNvContentPartPr/>
                <p14:nvPr/>
              </p14:nvContentPartPr>
              <p14:xfrm>
                <a:off x="1524799" y="1365822"/>
                <a:ext cx="207360" cy="210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67E0FB7-668A-921F-A824-AC7DD4134D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15783" y="1356822"/>
                  <a:ext cx="225031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5A42EDC-EF36-EC8D-146E-066D2A95332D}"/>
                    </a:ext>
                  </a:extLst>
                </p14:cNvPr>
                <p14:cNvContentPartPr/>
                <p14:nvPr/>
              </p14:nvContentPartPr>
              <p14:xfrm>
                <a:off x="1551079" y="1511262"/>
                <a:ext cx="488160" cy="323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5A42EDC-EF36-EC8D-146E-066D2A95332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42079" y="1502262"/>
                  <a:ext cx="505800" cy="34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4FE166D-DFB1-8D10-7962-D15DD7D02AD6}"/>
                  </a:ext>
                </a:extLst>
              </p14:cNvPr>
              <p14:cNvContentPartPr/>
              <p14:nvPr/>
            </p14:nvContentPartPr>
            <p14:xfrm>
              <a:off x="1933399" y="1749222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4FE166D-DFB1-8D10-7962-D15DD7D02AD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24399" y="174022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C473C4E-3A37-97F1-C702-8F01FBAF3B70}"/>
                  </a:ext>
                </a:extLst>
              </p14:cNvPr>
              <p14:cNvContentPartPr/>
              <p14:nvPr/>
            </p14:nvContentPartPr>
            <p14:xfrm>
              <a:off x="3422719" y="1784142"/>
              <a:ext cx="1712880" cy="97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C473C4E-3A37-97F1-C702-8F01FBAF3B7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13717" y="1775142"/>
                <a:ext cx="1730524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D273A4-9839-2BE2-72AA-E97C6F631E84}"/>
                  </a:ext>
                </a:extLst>
              </p14:cNvPr>
              <p14:cNvContentPartPr/>
              <p14:nvPr/>
            </p14:nvContentPartPr>
            <p14:xfrm>
              <a:off x="5387599" y="1693782"/>
              <a:ext cx="173880" cy="69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D273A4-9839-2BE2-72AA-E97C6F631E8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78599" y="1684735"/>
                <a:ext cx="191520" cy="86852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391E2868-F497-2265-F4B4-9C73B1982E56}"/>
              </a:ext>
            </a:extLst>
          </p:cNvPr>
          <p:cNvGrpSpPr/>
          <p:nvPr/>
        </p:nvGrpSpPr>
        <p:grpSpPr>
          <a:xfrm>
            <a:off x="8610679" y="2085822"/>
            <a:ext cx="525240" cy="596880"/>
            <a:chOff x="8610679" y="2085822"/>
            <a:chExt cx="525240" cy="59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8197355-B0A4-4552-5BF5-6C0214023374}"/>
                    </a:ext>
                  </a:extLst>
                </p14:cNvPr>
                <p14:cNvContentPartPr/>
                <p14:nvPr/>
              </p14:nvContentPartPr>
              <p14:xfrm>
                <a:off x="8610679" y="2120382"/>
                <a:ext cx="98280" cy="257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8197355-B0A4-4552-5BF5-6C021402337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01712" y="2111395"/>
                  <a:ext cx="115856" cy="2750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C13A058-D638-E2A8-0754-5015D3983D84}"/>
                    </a:ext>
                  </a:extLst>
                </p14:cNvPr>
                <p14:cNvContentPartPr/>
                <p14:nvPr/>
              </p14:nvContentPartPr>
              <p14:xfrm>
                <a:off x="8636239" y="2085822"/>
                <a:ext cx="227520" cy="5968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C13A058-D638-E2A8-0754-5015D3983D8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27239" y="2076827"/>
                  <a:ext cx="245160" cy="614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53E0340-7DB3-07F4-33B5-73582ADDFB76}"/>
                    </a:ext>
                  </a:extLst>
                </p14:cNvPr>
                <p14:cNvContentPartPr/>
                <p14:nvPr/>
              </p14:nvContentPartPr>
              <p14:xfrm>
                <a:off x="8843959" y="2401182"/>
                <a:ext cx="291960" cy="2631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53E0340-7DB3-07F4-33B5-73582ADDFB7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834948" y="2392182"/>
                  <a:ext cx="309622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EEC4A59-1C1E-643F-129F-4ECD8077BD53}"/>
                  </a:ext>
                </a:extLst>
              </p14:cNvPr>
              <p14:cNvContentPartPr/>
              <p14:nvPr/>
            </p14:nvContentPartPr>
            <p14:xfrm>
              <a:off x="1679599" y="3209022"/>
              <a:ext cx="1083240" cy="204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EEC4A59-1C1E-643F-129F-4ECD8077BD5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70599" y="3200022"/>
                <a:ext cx="11008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42FFFB5-7D7C-99B2-6FAA-70851EB0F64B}"/>
                  </a:ext>
                </a:extLst>
              </p14:cNvPr>
              <p14:cNvContentPartPr/>
              <p14:nvPr/>
            </p14:nvContentPartPr>
            <p14:xfrm>
              <a:off x="2269639" y="4438422"/>
              <a:ext cx="686520" cy="259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42FFFB5-7D7C-99B2-6FAA-70851EB0F6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260634" y="4429422"/>
                <a:ext cx="704169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25A608-8E19-6ED4-8286-1C972D9DC8F5}"/>
                  </a:ext>
                </a:extLst>
              </p14:cNvPr>
              <p14:cNvContentPartPr/>
              <p14:nvPr/>
            </p14:nvContentPartPr>
            <p14:xfrm>
              <a:off x="1752319" y="4601142"/>
              <a:ext cx="1602360" cy="151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25A608-8E19-6ED4-8286-1C972D9DC8F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43319" y="4592121"/>
                <a:ext cx="1620000" cy="168882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7FBB443-8C5E-A1EE-BCCC-564607C8FF82}"/>
              </a:ext>
            </a:extLst>
          </p:cNvPr>
          <p:cNvGrpSpPr/>
          <p:nvPr/>
        </p:nvGrpSpPr>
        <p:grpSpPr>
          <a:xfrm>
            <a:off x="658279" y="3973662"/>
            <a:ext cx="4623480" cy="1727640"/>
            <a:chOff x="658279" y="3973662"/>
            <a:chExt cx="4623480" cy="172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8F20671-8EC4-9F86-4492-B8560FEA7178}"/>
                    </a:ext>
                  </a:extLst>
                </p14:cNvPr>
                <p14:cNvContentPartPr/>
                <p14:nvPr/>
              </p14:nvContentPartPr>
              <p14:xfrm>
                <a:off x="1690399" y="4982382"/>
                <a:ext cx="3591360" cy="90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8F20671-8EC4-9F86-4492-B8560FEA71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81400" y="4973382"/>
                  <a:ext cx="3608998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5B4AEBF-79B5-7F99-0273-4FE767ABB305}"/>
                    </a:ext>
                  </a:extLst>
                </p14:cNvPr>
                <p14:cNvContentPartPr/>
                <p14:nvPr/>
              </p14:nvContentPartPr>
              <p14:xfrm>
                <a:off x="1561159" y="4071582"/>
                <a:ext cx="522000" cy="426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5B4AEBF-79B5-7F99-0273-4FE767ABB3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552165" y="4062582"/>
                  <a:ext cx="539628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9DDD2D-5FF7-6E33-2AE0-AA6913B21FB3}"/>
                    </a:ext>
                  </a:extLst>
                </p14:cNvPr>
                <p14:cNvContentPartPr/>
                <p14:nvPr/>
              </p14:nvContentPartPr>
              <p14:xfrm>
                <a:off x="1525519" y="4629222"/>
                <a:ext cx="608400" cy="46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9DDD2D-5FF7-6E33-2AE0-AA6913B21FB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516519" y="4620222"/>
                  <a:ext cx="6260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66C074-D355-D31A-A800-07282A52AB5A}"/>
                    </a:ext>
                  </a:extLst>
                </p14:cNvPr>
                <p14:cNvContentPartPr/>
                <p14:nvPr/>
              </p14:nvContentPartPr>
              <p14:xfrm>
                <a:off x="658279" y="3973662"/>
                <a:ext cx="690480" cy="1727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66C074-D355-D31A-A800-07282A52AB5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49279" y="3964662"/>
                  <a:ext cx="708120" cy="174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831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Intelligently controls the degree of randomness added to stochastic search methods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Randomness is analogous to temperature in metallurgy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Initially, the randomness added to function evaluations is large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“temperature” is then slowly lowered according to a predetermined “annealing schedule”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D94F6-6823-42B3-95BF-3F0CDBCC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79D7FA-BAAA-86F7-7C3B-28278D449FAF}"/>
                  </a:ext>
                </a:extLst>
              </p14:cNvPr>
              <p14:cNvContentPartPr/>
              <p14:nvPr/>
            </p14:nvContentPartPr>
            <p14:xfrm>
              <a:off x="2831554" y="4884822"/>
              <a:ext cx="411840" cy="405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79D7FA-BAAA-86F7-7C3B-28278D449F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2562" y="4875822"/>
                <a:ext cx="429465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110540E-5285-F345-C2BE-6263D1CAC86A}"/>
                  </a:ext>
                </a:extLst>
              </p14:cNvPr>
              <p14:cNvContentPartPr/>
              <p14:nvPr/>
            </p14:nvContentPartPr>
            <p14:xfrm>
              <a:off x="3138994" y="4825422"/>
              <a:ext cx="139320" cy="16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110540E-5285-F345-C2BE-6263D1CAC8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0017" y="4816422"/>
                <a:ext cx="156915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43E279-186F-E9A3-5609-EB7E370AF256}"/>
                  </a:ext>
                </a:extLst>
              </p14:cNvPr>
              <p14:cNvContentPartPr/>
              <p14:nvPr/>
            </p14:nvContentPartPr>
            <p14:xfrm>
              <a:off x="3480994" y="4755942"/>
              <a:ext cx="98640" cy="203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43E279-186F-E9A3-5609-EB7E370AF2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71994" y="4746958"/>
                <a:ext cx="116280" cy="220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984EAF-140F-0DD2-6E91-AA1AD1517456}"/>
                  </a:ext>
                </a:extLst>
              </p14:cNvPr>
              <p14:cNvContentPartPr/>
              <p14:nvPr/>
            </p14:nvContentPartPr>
            <p14:xfrm>
              <a:off x="3636514" y="4760982"/>
              <a:ext cx="144360" cy="134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984EAF-140F-0DD2-6E91-AA1AD15174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27514" y="4751982"/>
                <a:ext cx="1620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E0B58A8-665C-7E1F-D118-37B82FA19CDA}"/>
                  </a:ext>
                </a:extLst>
              </p14:cNvPr>
              <p14:cNvContentPartPr/>
              <p14:nvPr/>
            </p14:nvContentPartPr>
            <p14:xfrm>
              <a:off x="3650554" y="4760982"/>
              <a:ext cx="108720" cy="176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E0B58A8-665C-7E1F-D118-37B82FA19CD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41554" y="4751982"/>
                <a:ext cx="1263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120F7C-AE1F-A8AF-651D-C4AF04367B31}"/>
                  </a:ext>
                </a:extLst>
              </p14:cNvPr>
              <p14:cNvContentPartPr/>
              <p14:nvPr/>
            </p14:nvContentPartPr>
            <p14:xfrm>
              <a:off x="3850354" y="4642542"/>
              <a:ext cx="540720" cy="417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120F7C-AE1F-A8AF-651D-C4AF04367B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41354" y="4633542"/>
                <a:ext cx="55836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BE394CC-78BE-E925-7134-C77FB4D8FDDC}"/>
                  </a:ext>
                </a:extLst>
              </p14:cNvPr>
              <p14:cNvContentPartPr/>
              <p14:nvPr/>
            </p14:nvContentPartPr>
            <p14:xfrm>
              <a:off x="4451194" y="4593942"/>
              <a:ext cx="327240" cy="281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BE394CC-78BE-E925-7134-C77FB4D8FDD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42194" y="4584942"/>
                <a:ext cx="3448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BE5C878-FADA-2652-4F8F-186DD409E403}"/>
                  </a:ext>
                </a:extLst>
              </p14:cNvPr>
              <p14:cNvContentPartPr/>
              <p14:nvPr/>
            </p14:nvContentPartPr>
            <p14:xfrm>
              <a:off x="4728034" y="4678902"/>
              <a:ext cx="52200" cy="56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BE5C878-FADA-2652-4F8F-186DD409E40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19034" y="4669844"/>
                <a:ext cx="69840" cy="73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5C2431-3146-E878-922A-4CD4879C3792}"/>
                  </a:ext>
                </a:extLst>
              </p14:cNvPr>
              <p14:cNvContentPartPr/>
              <p14:nvPr/>
            </p14:nvContentPartPr>
            <p14:xfrm>
              <a:off x="4844674" y="4738302"/>
              <a:ext cx="379440" cy="1454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95C2431-3146-E878-922A-4CD4879C379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35674" y="4729302"/>
                <a:ext cx="39708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EFBBBBC3-E9BE-C9EF-6103-AF7F70452B1B}"/>
              </a:ext>
            </a:extLst>
          </p:cNvPr>
          <p:cNvGrpSpPr/>
          <p:nvPr/>
        </p:nvGrpSpPr>
        <p:grpSpPr>
          <a:xfrm>
            <a:off x="2969434" y="5362542"/>
            <a:ext cx="2460960" cy="621360"/>
            <a:chOff x="2969434" y="5362542"/>
            <a:chExt cx="2460960" cy="62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F8DE98-EDA7-7CCB-BD39-7FCA67310507}"/>
                    </a:ext>
                  </a:extLst>
                </p14:cNvPr>
                <p14:cNvContentPartPr/>
                <p14:nvPr/>
              </p14:nvContentPartPr>
              <p14:xfrm>
                <a:off x="2969434" y="5362542"/>
                <a:ext cx="419760" cy="450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F8DE98-EDA7-7CCB-BD39-7FCA673105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60434" y="5353535"/>
                  <a:ext cx="437400" cy="468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A50365-6643-8106-5F94-03F0A932D195}"/>
                    </a:ext>
                  </a:extLst>
                </p14:cNvPr>
                <p14:cNvContentPartPr/>
                <p14:nvPr/>
              </p14:nvContentPartPr>
              <p14:xfrm>
                <a:off x="3596194" y="5693742"/>
                <a:ext cx="103680" cy="199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A50365-6643-8106-5F94-03F0A932D19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87163" y="5684742"/>
                  <a:ext cx="121381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AC746FD-EDE1-1B56-504A-469995C0870A}"/>
                    </a:ext>
                  </a:extLst>
                </p14:cNvPr>
                <p14:cNvContentPartPr/>
                <p14:nvPr/>
              </p14:nvContentPartPr>
              <p14:xfrm>
                <a:off x="3749194" y="5725062"/>
                <a:ext cx="146520" cy="151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AC746FD-EDE1-1B56-504A-469995C087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40194" y="5716062"/>
                  <a:ext cx="164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1A3D5E4-0232-05B0-5B81-DF4618D3889C}"/>
                    </a:ext>
                  </a:extLst>
                </p14:cNvPr>
                <p14:cNvContentPartPr/>
                <p14:nvPr/>
              </p14:nvContentPartPr>
              <p14:xfrm>
                <a:off x="3767914" y="5730102"/>
                <a:ext cx="104400" cy="186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1A3D5E4-0232-05B0-5B81-DF4618D388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58914" y="5721102"/>
                  <a:ext cx="122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E48142-FE0F-8E88-FFA2-D27D36C74090}"/>
                    </a:ext>
                  </a:extLst>
                </p14:cNvPr>
                <p14:cNvContentPartPr/>
                <p14:nvPr/>
              </p14:nvContentPartPr>
              <p14:xfrm>
                <a:off x="3960154" y="5561982"/>
                <a:ext cx="480600" cy="421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E48142-FE0F-8E88-FFA2-D27D36C740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51154" y="5552982"/>
                  <a:ext cx="4982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A480C61-70B4-ADDD-2EE2-D3C711C31A1F}"/>
                    </a:ext>
                  </a:extLst>
                </p14:cNvPr>
                <p14:cNvContentPartPr/>
                <p14:nvPr/>
              </p14:nvContentPartPr>
              <p14:xfrm>
                <a:off x="4380274" y="5622102"/>
                <a:ext cx="16920" cy="11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A480C61-70B4-ADDD-2EE2-D3C711C31A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71274" y="5612812"/>
                  <a:ext cx="34560" cy="29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ECE1D2B-DEA1-A7F1-F15B-D677851B0A35}"/>
                    </a:ext>
                  </a:extLst>
                </p14:cNvPr>
                <p14:cNvContentPartPr/>
                <p14:nvPr/>
              </p14:nvContentPartPr>
              <p14:xfrm>
                <a:off x="4564234" y="5509062"/>
                <a:ext cx="301680" cy="315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ECE1D2B-DEA1-A7F1-F15B-D677851B0A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55223" y="5500062"/>
                  <a:ext cx="319341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4FC4F4-5B07-2ADE-22CD-266AE91DF5FC}"/>
                    </a:ext>
                  </a:extLst>
                </p14:cNvPr>
                <p14:cNvContentPartPr/>
                <p14:nvPr/>
              </p14:nvContentPartPr>
              <p14:xfrm>
                <a:off x="4852234" y="5496102"/>
                <a:ext cx="181800" cy="324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4FC4F4-5B07-2ADE-22CD-266AE91DF5F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43234" y="5487102"/>
                  <a:ext cx="19944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138138-212F-76A2-E047-7B5B018FE815}"/>
                    </a:ext>
                  </a:extLst>
                </p14:cNvPr>
                <p14:cNvContentPartPr/>
                <p14:nvPr/>
              </p14:nvContentPartPr>
              <p14:xfrm>
                <a:off x="5021794" y="5589702"/>
                <a:ext cx="30240" cy="64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138138-212F-76A2-E047-7B5B018FE81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12794" y="5580702"/>
                  <a:ext cx="47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341BD7-7D4D-1D5E-740F-F180737C182E}"/>
                    </a:ext>
                  </a:extLst>
                </p14:cNvPr>
                <p14:cNvContentPartPr/>
                <p14:nvPr/>
              </p14:nvContentPartPr>
              <p14:xfrm>
                <a:off x="5138434" y="5655942"/>
                <a:ext cx="291960" cy="162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341BD7-7D4D-1D5E-740F-F180737C18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29434" y="5646942"/>
                  <a:ext cx="30960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D250F30-CBC6-79E9-9948-0543DB979797}"/>
              </a:ext>
            </a:extLst>
          </p:cNvPr>
          <p:cNvGrpSpPr/>
          <p:nvPr/>
        </p:nvGrpSpPr>
        <p:grpSpPr>
          <a:xfrm>
            <a:off x="5637034" y="4726782"/>
            <a:ext cx="502920" cy="151560"/>
            <a:chOff x="5637034" y="4726782"/>
            <a:chExt cx="502920" cy="15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0DA1207-A63B-2759-2516-A1EA40FAD8DA}"/>
                    </a:ext>
                  </a:extLst>
                </p14:cNvPr>
                <p14:cNvContentPartPr/>
                <p14:nvPr/>
              </p14:nvContentPartPr>
              <p14:xfrm>
                <a:off x="5637034" y="4783662"/>
                <a:ext cx="337320" cy="58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0DA1207-A63B-2759-2516-A1EA40FAD8D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28024" y="4774606"/>
                  <a:ext cx="354979" cy="76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D6CA5DB-2ACE-306F-C404-F1C9F84E60F3}"/>
                    </a:ext>
                  </a:extLst>
                </p14:cNvPr>
                <p14:cNvContentPartPr/>
                <p14:nvPr/>
              </p14:nvContentPartPr>
              <p14:xfrm>
                <a:off x="5993074" y="4726782"/>
                <a:ext cx="146880" cy="151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D6CA5DB-2ACE-306F-C404-F1C9F84E60F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84074" y="4717782"/>
                  <a:ext cx="1645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267CB0-FC3D-224A-E6A8-CA15DA0643D1}"/>
              </a:ext>
            </a:extLst>
          </p:cNvPr>
          <p:cNvGrpSpPr/>
          <p:nvPr/>
        </p:nvGrpSpPr>
        <p:grpSpPr>
          <a:xfrm>
            <a:off x="6577714" y="4187142"/>
            <a:ext cx="2397600" cy="1095480"/>
            <a:chOff x="6577714" y="4187142"/>
            <a:chExt cx="2397600" cy="109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610B2C-AA4D-CCD8-90FF-9FE5125BCB11}"/>
                    </a:ext>
                  </a:extLst>
                </p14:cNvPr>
                <p14:cNvContentPartPr/>
                <p14:nvPr/>
              </p14:nvContentPartPr>
              <p14:xfrm>
                <a:off x="6624874" y="4312062"/>
                <a:ext cx="137160" cy="801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610B2C-AA4D-CCD8-90FF-9FE5125BCB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15850" y="4303062"/>
                  <a:ext cx="154846" cy="81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A05B1F-23AD-B6E2-0CAC-6B80EFA14BBA}"/>
                    </a:ext>
                  </a:extLst>
                </p14:cNvPr>
                <p14:cNvContentPartPr/>
                <p14:nvPr/>
              </p14:nvContentPartPr>
              <p14:xfrm>
                <a:off x="6577714" y="4187142"/>
                <a:ext cx="2397600" cy="1095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A05B1F-23AD-B6E2-0CAC-6B80EFA14BB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68714" y="4178142"/>
                  <a:ext cx="2415240" cy="11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F08520-66E5-463A-ACBC-B1D0E1C599E3}"/>
                    </a:ext>
                  </a:extLst>
                </p14:cNvPr>
                <p14:cNvContentPartPr/>
                <p14:nvPr/>
              </p14:nvContentPartPr>
              <p14:xfrm>
                <a:off x="6751594" y="5155182"/>
                <a:ext cx="12240" cy="118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F08520-66E5-463A-ACBC-B1D0E1C599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42594" y="5146209"/>
                  <a:ext cx="29880" cy="13638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B7C079-CF00-A733-33DA-662270063121}"/>
              </a:ext>
            </a:extLst>
          </p:cNvPr>
          <p:cNvGrpSpPr/>
          <p:nvPr/>
        </p:nvGrpSpPr>
        <p:grpSpPr>
          <a:xfrm>
            <a:off x="6927994" y="4326102"/>
            <a:ext cx="1925988" cy="789657"/>
            <a:chOff x="6927994" y="4326102"/>
            <a:chExt cx="1925988" cy="78965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F6154F7-0259-9D47-9BCB-5E9453F76FF8}"/>
                    </a:ext>
                  </a:extLst>
                </p14:cNvPr>
                <p14:cNvContentPartPr/>
                <p14:nvPr/>
              </p14:nvContentPartPr>
              <p14:xfrm>
                <a:off x="6929794" y="4505022"/>
                <a:ext cx="51120" cy="70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F6154F7-0259-9D47-9BCB-5E9453F76FF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1666" y="4486929"/>
                  <a:ext cx="87013" cy="106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A5EB31-2136-9124-7702-91031E84FFA5}"/>
                    </a:ext>
                  </a:extLst>
                </p14:cNvPr>
                <p14:cNvContentPartPr/>
                <p14:nvPr/>
              </p14:nvContentPartPr>
              <p14:xfrm>
                <a:off x="6927994" y="4520502"/>
                <a:ext cx="57600" cy="76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A5EB31-2136-9124-7702-91031E84FFA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10106" y="4502502"/>
                  <a:ext cx="93019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3DE60E-BC98-78FE-E729-85B4E426D555}"/>
                    </a:ext>
                  </a:extLst>
                </p14:cNvPr>
                <p14:cNvContentPartPr/>
                <p14:nvPr/>
              </p14:nvContentPartPr>
              <p14:xfrm>
                <a:off x="7065874" y="4330782"/>
                <a:ext cx="1214280" cy="204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3DE60E-BC98-78FE-E729-85B4E426D5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47869" y="4312782"/>
                  <a:ext cx="1249931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1E8B8B-A38F-FC65-BF02-61D95EA8A572}"/>
                    </a:ext>
                  </a:extLst>
                </p14:cNvPr>
                <p14:cNvContentPartPr/>
                <p14:nvPr/>
              </p14:nvContentPartPr>
              <p14:xfrm>
                <a:off x="8262154" y="4326102"/>
                <a:ext cx="93600" cy="61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1E8B8B-A38F-FC65-BF02-61D95EA8A5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244154" y="4308102"/>
                  <a:ext cx="129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E8FF00-523A-AA1E-DBE5-84D706CEB918}"/>
                    </a:ext>
                  </a:extLst>
                </p14:cNvPr>
                <p14:cNvContentPartPr/>
                <p14:nvPr/>
              </p14:nvContentPartPr>
              <p14:xfrm>
                <a:off x="7943182" y="4641999"/>
                <a:ext cx="827640" cy="462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E8FF00-523A-AA1E-DBE5-84D706CEB9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925182" y="4623999"/>
                  <a:ext cx="86328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4B3B40F-D2C9-DC0C-1870-851D6BA517C3}"/>
                    </a:ext>
                  </a:extLst>
                </p14:cNvPr>
                <p14:cNvContentPartPr/>
                <p14:nvPr/>
              </p14:nvContentPartPr>
              <p14:xfrm>
                <a:off x="8338462" y="4387479"/>
                <a:ext cx="515520" cy="448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4B3B40F-D2C9-DC0C-1870-851D6BA517C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20462" y="4369479"/>
                  <a:ext cx="5511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68B0FF-2191-BACB-1298-D4423EDEDBBA}"/>
                    </a:ext>
                  </a:extLst>
                </p14:cNvPr>
                <p14:cNvContentPartPr/>
                <p14:nvPr/>
              </p14:nvContentPartPr>
              <p14:xfrm>
                <a:off x="7934182" y="4726959"/>
                <a:ext cx="72360" cy="3862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68B0FF-2191-BACB-1298-D4423EDEDB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16182" y="4708959"/>
                  <a:ext cx="1080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E994109-31AE-B0CE-2D21-0818D4C6416C}"/>
                    </a:ext>
                  </a:extLst>
                </p14:cNvPr>
                <p14:cNvContentPartPr/>
                <p14:nvPr/>
              </p14:nvContentPartPr>
              <p14:xfrm>
                <a:off x="7041382" y="4904439"/>
                <a:ext cx="924120" cy="211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E994109-31AE-B0CE-2D21-0818D4C641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23382" y="4886408"/>
                  <a:ext cx="959760" cy="2470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277E9D-D7BD-98A3-ADE3-A1DD896A4D15}"/>
                    </a:ext>
                  </a:extLst>
                </p14:cNvPr>
                <p14:cNvContentPartPr/>
                <p14:nvPr/>
              </p14:nvContentPartPr>
              <p14:xfrm>
                <a:off x="7083862" y="4579359"/>
                <a:ext cx="564840" cy="393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277E9D-D7BD-98A3-ADE3-A1DD896A4D1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5862" y="4561359"/>
                  <a:ext cx="600480" cy="42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9BFFCFE8-FAAC-5520-0F3A-EC5A5A600D6D}"/>
              </a:ext>
            </a:extLst>
          </p:cNvPr>
          <p:cNvGrpSpPr/>
          <p:nvPr/>
        </p:nvGrpSpPr>
        <p:grpSpPr>
          <a:xfrm>
            <a:off x="5783902" y="4447599"/>
            <a:ext cx="2073240" cy="1322280"/>
            <a:chOff x="5783902" y="4447599"/>
            <a:chExt cx="2073240" cy="1322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B761EAD-FCAD-6400-71D8-F4782A386BE2}"/>
                    </a:ext>
                  </a:extLst>
                </p14:cNvPr>
                <p14:cNvContentPartPr/>
                <p14:nvPr/>
              </p14:nvContentPartPr>
              <p14:xfrm>
                <a:off x="7605142" y="4611399"/>
                <a:ext cx="72720" cy="104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B761EAD-FCAD-6400-71D8-F4782A386B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96142" y="4602399"/>
                  <a:ext cx="90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4AFFE6B-6319-6CFD-ADCA-83C6A6901CDE}"/>
                    </a:ext>
                  </a:extLst>
                </p14:cNvPr>
                <p14:cNvContentPartPr/>
                <p14:nvPr/>
              </p14:nvContentPartPr>
              <p14:xfrm>
                <a:off x="7605142" y="4586199"/>
                <a:ext cx="95040" cy="155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4AFFE6B-6319-6CFD-ADCA-83C6A6901C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96142" y="4577199"/>
                  <a:ext cx="112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C199E9-5D2A-98A3-43F9-73864894BA67}"/>
                    </a:ext>
                  </a:extLst>
                </p14:cNvPr>
                <p14:cNvContentPartPr/>
                <p14:nvPr/>
              </p14:nvContentPartPr>
              <p14:xfrm>
                <a:off x="7592902" y="4591599"/>
                <a:ext cx="101160" cy="115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C199E9-5D2A-98A3-43F9-73864894BA6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583902" y="4582571"/>
                  <a:ext cx="118800" cy="133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1645CF1-49A7-F80D-9491-074C9FBC4AE5}"/>
                    </a:ext>
                  </a:extLst>
                </p14:cNvPr>
                <p14:cNvContentPartPr/>
                <p14:nvPr/>
              </p14:nvContentPartPr>
              <p14:xfrm>
                <a:off x="7642582" y="4627959"/>
                <a:ext cx="5760" cy="11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1645CF1-49A7-F80D-9491-074C9FBC4A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33582" y="4618959"/>
                  <a:ext cx="23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8A27785-F0BB-2B19-AC08-3D4DF4E49D9F}"/>
                    </a:ext>
                  </a:extLst>
                </p14:cNvPr>
                <p14:cNvContentPartPr/>
                <p14:nvPr/>
              </p14:nvContentPartPr>
              <p14:xfrm>
                <a:off x="5783902" y="4915239"/>
                <a:ext cx="1695240" cy="854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8A27785-F0BB-2B19-AC08-3D4DF4E49D9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774902" y="4906239"/>
                  <a:ext cx="1712880" cy="8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79E2851-513F-03F6-77BD-7357D1C0E884}"/>
                    </a:ext>
                  </a:extLst>
                </p14:cNvPr>
                <p14:cNvContentPartPr/>
                <p14:nvPr/>
              </p14:nvContentPartPr>
              <p14:xfrm>
                <a:off x="7423702" y="4834959"/>
                <a:ext cx="137520" cy="86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79E2851-513F-03F6-77BD-7357D1C0E88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14702" y="4825959"/>
                  <a:ext cx="155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241E60-1C6B-6942-F2C8-EC69B78D8764}"/>
                    </a:ext>
                  </a:extLst>
                </p14:cNvPr>
                <p14:cNvContentPartPr/>
                <p14:nvPr/>
              </p14:nvContentPartPr>
              <p14:xfrm>
                <a:off x="7649422" y="4523919"/>
                <a:ext cx="88920" cy="78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241E60-1C6B-6942-F2C8-EC69B78D87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640422" y="4514877"/>
                  <a:ext cx="106560" cy="958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919C84-FDEF-3E41-E10C-9D5A1A5369B5}"/>
                    </a:ext>
                  </a:extLst>
                </p14:cNvPr>
                <p14:cNvContentPartPr/>
                <p14:nvPr/>
              </p14:nvContentPartPr>
              <p14:xfrm>
                <a:off x="7698382" y="4512399"/>
                <a:ext cx="58680" cy="84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919C84-FDEF-3E41-E10C-9D5A1A5369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89382" y="4503399"/>
                  <a:ext cx="76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02E8161-844F-7B10-92DA-4378C2373026}"/>
                    </a:ext>
                  </a:extLst>
                </p14:cNvPr>
                <p14:cNvContentPartPr/>
                <p14:nvPr/>
              </p14:nvContentPartPr>
              <p14:xfrm>
                <a:off x="7700182" y="4619679"/>
                <a:ext cx="71640" cy="101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02E8161-844F-7B10-92DA-4378C237302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91182" y="4610679"/>
                  <a:ext cx="89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77A220-3B7D-1476-CA90-AC549EE99487}"/>
                    </a:ext>
                  </a:extLst>
                </p14:cNvPr>
                <p14:cNvContentPartPr/>
                <p14:nvPr/>
              </p14:nvContentPartPr>
              <p14:xfrm>
                <a:off x="7707382" y="4692759"/>
                <a:ext cx="25560" cy="43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77A220-3B7D-1476-CA90-AC549EE9948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98382" y="4683759"/>
                  <a:ext cx="43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47425EE-EF40-FEBA-A04D-3AE0231703FE}"/>
                    </a:ext>
                  </a:extLst>
                </p14:cNvPr>
                <p14:cNvContentPartPr/>
                <p14:nvPr/>
              </p14:nvContentPartPr>
              <p14:xfrm>
                <a:off x="7500022" y="4677999"/>
                <a:ext cx="117360" cy="59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47425EE-EF40-FEBA-A04D-3AE0231703F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491022" y="4668999"/>
                  <a:ext cx="1350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3C4C0D7-2970-7769-8F74-2CD3C0F3E851}"/>
                    </a:ext>
                  </a:extLst>
                </p14:cNvPr>
                <p14:cNvContentPartPr/>
                <p14:nvPr/>
              </p14:nvContentPartPr>
              <p14:xfrm>
                <a:off x="7461142" y="4509519"/>
                <a:ext cx="178920" cy="139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3C4C0D7-2970-7769-8F74-2CD3C0F3E85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52142" y="4500519"/>
                  <a:ext cx="196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C139A85-9D9B-1184-3C52-C2CC87CAD820}"/>
                    </a:ext>
                  </a:extLst>
                </p14:cNvPr>
                <p14:cNvContentPartPr/>
                <p14:nvPr/>
              </p14:nvContentPartPr>
              <p14:xfrm>
                <a:off x="7629262" y="4499439"/>
                <a:ext cx="194400" cy="2898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C139A85-9D9B-1184-3C52-C2CC87CAD8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20262" y="4490439"/>
                  <a:ext cx="2120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40DBE94-E565-11E2-70EC-F60B55ED1C2D}"/>
                    </a:ext>
                  </a:extLst>
                </p14:cNvPr>
                <p14:cNvContentPartPr/>
                <p14:nvPr/>
              </p14:nvContentPartPr>
              <p14:xfrm>
                <a:off x="7542502" y="4696719"/>
                <a:ext cx="113400" cy="5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40DBE94-E565-11E2-70EC-F60B55ED1C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33502" y="4687654"/>
                  <a:ext cx="131040" cy="67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0F494BE-194D-2D98-9944-598751E0EAC6}"/>
                    </a:ext>
                  </a:extLst>
                </p14:cNvPr>
                <p14:cNvContentPartPr/>
                <p14:nvPr/>
              </p14:nvContentPartPr>
              <p14:xfrm>
                <a:off x="7399222" y="4447599"/>
                <a:ext cx="457920" cy="3801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0F494BE-194D-2D98-9944-598751E0EAC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90222" y="4438599"/>
                  <a:ext cx="475560" cy="39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FACAC8B-BD04-99A3-209B-5FB914504EFF}"/>
                  </a:ext>
                </a:extLst>
              </p14:cNvPr>
              <p14:cNvContentPartPr/>
              <p14:nvPr/>
            </p14:nvContentPartPr>
            <p14:xfrm>
              <a:off x="3554782" y="5904159"/>
              <a:ext cx="1716120" cy="1897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DFACAC8B-BD04-99A3-209B-5FB914504EF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45782" y="5895159"/>
                <a:ext cx="173376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A53C4E88-EA0B-4E02-4D84-61B9EB34FF09}"/>
                  </a:ext>
                </a:extLst>
              </p14:cNvPr>
              <p14:cNvContentPartPr/>
              <p14:nvPr/>
            </p14:nvContentPartPr>
            <p14:xfrm>
              <a:off x="3488542" y="5012439"/>
              <a:ext cx="1040040" cy="1530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A53C4E88-EA0B-4E02-4D84-61B9EB34FF0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406102" y="4917399"/>
                <a:ext cx="120420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51F77647-8694-80AD-2FA1-324A284D409C}"/>
              </a:ext>
            </a:extLst>
          </p:cNvPr>
          <p:cNvGrpSpPr/>
          <p:nvPr/>
        </p:nvGrpSpPr>
        <p:grpSpPr>
          <a:xfrm>
            <a:off x="3461902" y="4891479"/>
            <a:ext cx="1728360" cy="222840"/>
            <a:chOff x="3461902" y="4891479"/>
            <a:chExt cx="1728360" cy="222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914BD50-3964-C119-73E8-57F9D6208B6C}"/>
                    </a:ext>
                  </a:extLst>
                </p14:cNvPr>
                <p14:cNvContentPartPr/>
                <p14:nvPr/>
              </p14:nvContentPartPr>
              <p14:xfrm>
                <a:off x="3508702" y="5084799"/>
                <a:ext cx="16560" cy="158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914BD50-3964-C119-73E8-57F9D6208B6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499702" y="5075590"/>
                  <a:ext cx="34200" cy="33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E8E0AC6-3C21-49F5-B735-4131CA1E9ED9}"/>
                    </a:ext>
                  </a:extLst>
                </p14:cNvPr>
                <p14:cNvContentPartPr/>
                <p14:nvPr/>
              </p14:nvContentPartPr>
              <p14:xfrm>
                <a:off x="3461902" y="4891479"/>
                <a:ext cx="1728360" cy="222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E8E0AC6-3C21-49F5-B735-4131CA1E9E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52904" y="4882464"/>
                  <a:ext cx="1745996" cy="24050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2689CDF-3E2C-3AEB-E6C3-88175AFFB2FB}"/>
                  </a:ext>
                </a:extLst>
              </p14:cNvPr>
              <p14:cNvContentPartPr/>
              <p14:nvPr/>
            </p14:nvContentPartPr>
            <p14:xfrm>
              <a:off x="3676462" y="5961759"/>
              <a:ext cx="1382400" cy="1695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2689CDF-3E2C-3AEB-E6C3-88175AFFB2F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667462" y="5952759"/>
                <a:ext cx="140004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62245AB7-6E7B-1260-DB63-C8AB302C6A3F}"/>
              </a:ext>
            </a:extLst>
          </p:cNvPr>
          <p:cNvGrpSpPr/>
          <p:nvPr/>
        </p:nvGrpSpPr>
        <p:grpSpPr>
          <a:xfrm>
            <a:off x="7386262" y="4464159"/>
            <a:ext cx="462960" cy="381240"/>
            <a:chOff x="7386262" y="4464159"/>
            <a:chExt cx="46296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00CADF6-ABD8-4F92-C0C8-1D60EFAFA413}"/>
                    </a:ext>
                  </a:extLst>
                </p14:cNvPr>
                <p14:cNvContentPartPr/>
                <p14:nvPr/>
              </p14:nvContentPartPr>
              <p14:xfrm>
                <a:off x="7443502" y="4464159"/>
                <a:ext cx="370440" cy="367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00CADF6-ABD8-4F92-C0C8-1D60EFAFA41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34511" y="4455159"/>
                  <a:ext cx="388063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8F2B515-A515-AF75-E851-65F1109ED1E0}"/>
                    </a:ext>
                  </a:extLst>
                </p14:cNvPr>
                <p14:cNvContentPartPr/>
                <p14:nvPr/>
              </p14:nvContentPartPr>
              <p14:xfrm>
                <a:off x="7386262" y="4471359"/>
                <a:ext cx="462960" cy="374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8F2B515-A515-AF75-E851-65F1109ED1E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77262" y="4462359"/>
                  <a:ext cx="48060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69064AE-A949-0995-EBE3-FBF0165B7FA1}"/>
              </a:ext>
            </a:extLst>
          </p:cNvPr>
          <p:cNvGrpSpPr/>
          <p:nvPr/>
        </p:nvGrpSpPr>
        <p:grpSpPr>
          <a:xfrm>
            <a:off x="5255062" y="4976799"/>
            <a:ext cx="191160" cy="712080"/>
            <a:chOff x="5255062" y="4976799"/>
            <a:chExt cx="191160" cy="71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841CFC-6E52-299F-B381-8CB40D77D948}"/>
                    </a:ext>
                  </a:extLst>
                </p14:cNvPr>
                <p14:cNvContentPartPr/>
                <p14:nvPr/>
              </p14:nvContentPartPr>
              <p14:xfrm>
                <a:off x="5255062" y="4976799"/>
                <a:ext cx="164520" cy="712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841CFC-6E52-299F-B381-8CB40D77D94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246042" y="4967799"/>
                  <a:ext cx="182199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0B5B85E-DF2C-9DA6-6EDA-C88160F6C658}"/>
                    </a:ext>
                  </a:extLst>
                </p14:cNvPr>
                <p14:cNvContentPartPr/>
                <p14:nvPr/>
              </p14:nvContentPartPr>
              <p14:xfrm>
                <a:off x="5255062" y="5537319"/>
                <a:ext cx="191160" cy="96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0B5B85E-DF2C-9DA6-6EDA-C88160F6C65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46079" y="5528319"/>
                  <a:ext cx="208767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EDF42B5-C65B-415F-FA64-A36F20F0527C}"/>
              </a:ext>
            </a:extLst>
          </p:cNvPr>
          <p:cNvGrpSpPr/>
          <p:nvPr/>
        </p:nvGrpSpPr>
        <p:grpSpPr>
          <a:xfrm>
            <a:off x="5302222" y="4960599"/>
            <a:ext cx="122040" cy="308880"/>
            <a:chOff x="5302222" y="4960599"/>
            <a:chExt cx="122040" cy="3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205FE9-1FAD-E6C4-3472-876B41CB2C85}"/>
                    </a:ext>
                  </a:extLst>
                </p14:cNvPr>
                <p14:cNvContentPartPr/>
                <p14:nvPr/>
              </p14:nvContentPartPr>
              <p14:xfrm>
                <a:off x="5329942" y="4960599"/>
                <a:ext cx="37080" cy="31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205FE9-1FAD-E6C4-3472-876B41CB2C8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320942" y="4951599"/>
                  <a:ext cx="54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A187C8D-0598-3435-8CF8-A67A52BDB237}"/>
                    </a:ext>
                  </a:extLst>
                </p14:cNvPr>
                <p14:cNvContentPartPr/>
                <p14:nvPr/>
              </p14:nvContentPartPr>
              <p14:xfrm>
                <a:off x="5422102" y="5165799"/>
                <a:ext cx="2160" cy="23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A187C8D-0598-3435-8CF8-A67A52BDB23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13102" y="5156799"/>
                  <a:ext cx="19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5CCC347-1E79-068D-56A8-F7700B95D468}"/>
                    </a:ext>
                  </a:extLst>
                </p14:cNvPr>
                <p14:cNvContentPartPr/>
                <p14:nvPr/>
              </p14:nvContentPartPr>
              <p14:xfrm>
                <a:off x="5302222" y="5013159"/>
                <a:ext cx="108720" cy="42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5CCC347-1E79-068D-56A8-F7700B95D46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93222" y="5004235"/>
                  <a:ext cx="126360" cy="596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0CA9138-0D83-C8E5-CC7A-E999DF23E726}"/>
                    </a:ext>
                  </a:extLst>
                </p14:cNvPr>
                <p14:cNvContentPartPr/>
                <p14:nvPr/>
              </p14:nvContentPartPr>
              <p14:xfrm>
                <a:off x="5374222" y="5193159"/>
                <a:ext cx="28800" cy="76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0CA9138-0D83-C8E5-CC7A-E999DF23E72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365333" y="5184159"/>
                  <a:ext cx="46222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06940D8-235F-E126-B9B4-7BD0FEAE025C}"/>
                  </a:ext>
                </a:extLst>
              </p14:cNvPr>
              <p14:cNvContentPartPr/>
              <p14:nvPr/>
            </p14:nvContentPartPr>
            <p14:xfrm>
              <a:off x="3649822" y="5972919"/>
              <a:ext cx="1758240" cy="1630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06940D8-235F-E126-B9B4-7BD0FEAE025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40822" y="5963919"/>
                <a:ext cx="1775880" cy="18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481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Each step must then be “accepted” as the new design point with probability defined by the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Metropolis criterion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helping the algorithm escape local minima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Metropolis criterion probability of acceptance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D94F6-6823-42B3-95BF-3F0CDBCC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7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9EECC5-9314-476E-8134-BA7A58F032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232" t="3357" r="43169" b="86977"/>
          <a:stretch/>
        </p:blipFill>
        <p:spPr>
          <a:xfrm>
            <a:off x="3358115" y="3526279"/>
            <a:ext cx="5146159" cy="210404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33B10E8-06ED-8620-0DF5-3D7B732EB630}"/>
              </a:ext>
            </a:extLst>
          </p:cNvPr>
          <p:cNvGrpSpPr/>
          <p:nvPr/>
        </p:nvGrpSpPr>
        <p:grpSpPr>
          <a:xfrm>
            <a:off x="8390302" y="781719"/>
            <a:ext cx="507600" cy="374400"/>
            <a:chOff x="8390302" y="781719"/>
            <a:chExt cx="507600" cy="37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9B7CDFE-AF3B-D3D6-5FCA-40ED6987917F}"/>
                    </a:ext>
                  </a:extLst>
                </p14:cNvPr>
                <p14:cNvContentPartPr/>
                <p14:nvPr/>
              </p14:nvContentPartPr>
              <p14:xfrm>
                <a:off x="8390302" y="916359"/>
                <a:ext cx="222120" cy="239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9B7CDFE-AF3B-D3D6-5FCA-40ED6987917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84182" y="910248"/>
                  <a:ext cx="234360" cy="251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1E79693-05C5-DECE-D1DA-CE6220669820}"/>
                    </a:ext>
                  </a:extLst>
                </p14:cNvPr>
                <p14:cNvContentPartPr/>
                <p14:nvPr/>
              </p14:nvContentPartPr>
              <p14:xfrm>
                <a:off x="8399302" y="1021839"/>
                <a:ext cx="223560" cy="78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1E79693-05C5-DECE-D1DA-CE62206698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93182" y="1015747"/>
                  <a:ext cx="235800" cy="91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46A139-ABFF-6CEE-4D81-9BC744C36488}"/>
                    </a:ext>
                  </a:extLst>
                </p14:cNvPr>
                <p14:cNvContentPartPr/>
                <p14:nvPr/>
              </p14:nvContentPartPr>
              <p14:xfrm>
                <a:off x="8707102" y="781719"/>
                <a:ext cx="39600" cy="142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46A139-ABFF-6CEE-4D81-9BC744C364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00982" y="775614"/>
                  <a:ext cx="51840" cy="155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5A7E8A-FD02-C23C-1611-4890D7F1B334}"/>
                    </a:ext>
                  </a:extLst>
                </p14:cNvPr>
                <p14:cNvContentPartPr/>
                <p14:nvPr/>
              </p14:nvContentPartPr>
              <p14:xfrm>
                <a:off x="8811142" y="1023999"/>
                <a:ext cx="86760" cy="15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5A7E8A-FD02-C23C-1611-4890D7F1B3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05022" y="1017879"/>
                  <a:ext cx="99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C1C3DC-A7FF-291D-79D2-1C182F0F361A}"/>
                    </a:ext>
                  </a:extLst>
                </p14:cNvPr>
                <p14:cNvContentPartPr/>
                <p14:nvPr/>
              </p14:nvContentPartPr>
              <p14:xfrm>
                <a:off x="8803942" y="1075839"/>
                <a:ext cx="90360" cy="24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C1C3DC-A7FF-291D-79D2-1C182F0F361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97822" y="1069806"/>
                  <a:ext cx="102600" cy="369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1E3323-3351-8C83-519C-B0553EECCA8E}"/>
              </a:ext>
            </a:extLst>
          </p:cNvPr>
          <p:cNvGrpSpPr/>
          <p:nvPr/>
        </p:nvGrpSpPr>
        <p:grpSpPr>
          <a:xfrm>
            <a:off x="9105622" y="917079"/>
            <a:ext cx="565560" cy="211680"/>
            <a:chOff x="9105622" y="917079"/>
            <a:chExt cx="56556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0F33069-19D4-A8E6-C760-2DAD0F83D6AD}"/>
                    </a:ext>
                  </a:extLst>
                </p14:cNvPr>
                <p14:cNvContentPartPr/>
                <p14:nvPr/>
              </p14:nvContentPartPr>
              <p14:xfrm>
                <a:off x="9105622" y="924279"/>
                <a:ext cx="202680" cy="20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0F33069-19D4-A8E6-C760-2DAD0F83D6A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99513" y="918159"/>
                  <a:ext cx="214898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A50F24-7ECE-70CC-4164-EE2BECEDE2F9}"/>
                    </a:ext>
                  </a:extLst>
                </p14:cNvPr>
                <p14:cNvContentPartPr/>
                <p14:nvPr/>
              </p14:nvContentPartPr>
              <p14:xfrm>
                <a:off x="9127222" y="1016799"/>
                <a:ext cx="208440" cy="66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A50F24-7ECE-70CC-4164-EE2BECEDE2F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21102" y="1010679"/>
                  <a:ext cx="220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B96B5A-FD13-8660-6123-1E42C730EF93}"/>
                    </a:ext>
                  </a:extLst>
                </p14:cNvPr>
                <p14:cNvContentPartPr/>
                <p14:nvPr/>
              </p14:nvContentPartPr>
              <p14:xfrm>
                <a:off x="9569662" y="917079"/>
                <a:ext cx="45720" cy="192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B96B5A-FD13-8660-6123-1E42C730EF9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63542" y="910959"/>
                  <a:ext cx="57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CC4EE5D-4B9C-B711-2013-B8D0E674BD25}"/>
                    </a:ext>
                  </a:extLst>
                </p14:cNvPr>
                <p14:cNvContentPartPr/>
                <p14:nvPr/>
              </p14:nvContentPartPr>
              <p14:xfrm>
                <a:off x="9492982" y="995199"/>
                <a:ext cx="178200" cy="4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CC4EE5D-4B9C-B711-2013-B8D0E674BD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86862" y="989079"/>
                  <a:ext cx="19044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2D9166-C500-7525-CE24-C84F42C73AE2}"/>
              </a:ext>
            </a:extLst>
          </p:cNvPr>
          <p:cNvGrpSpPr/>
          <p:nvPr/>
        </p:nvGrpSpPr>
        <p:grpSpPr>
          <a:xfrm>
            <a:off x="9885742" y="798999"/>
            <a:ext cx="936360" cy="278640"/>
            <a:chOff x="9885742" y="798999"/>
            <a:chExt cx="93636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8704B5E-2A67-2AB3-33DB-88CA05B7881F}"/>
                    </a:ext>
                  </a:extLst>
                </p14:cNvPr>
                <p14:cNvContentPartPr/>
                <p14:nvPr/>
              </p14:nvContentPartPr>
              <p14:xfrm>
                <a:off x="9885742" y="900159"/>
                <a:ext cx="106560" cy="177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8704B5E-2A67-2AB3-33DB-88CA05B7881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79622" y="894039"/>
                  <a:ext cx="118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EC33F4-67D7-BEFA-3B5D-BD542CEF5FB6}"/>
                    </a:ext>
                  </a:extLst>
                </p14:cNvPr>
                <p14:cNvContentPartPr/>
                <p14:nvPr/>
              </p14:nvContentPartPr>
              <p14:xfrm>
                <a:off x="10017142" y="950199"/>
                <a:ext cx="277200" cy="1090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EC33F4-67D7-BEFA-3B5D-BD542CEF5FB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11022" y="944079"/>
                  <a:ext cx="289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A37CC6B-9F43-F2E6-2DC4-38A6843C5A3A}"/>
                    </a:ext>
                  </a:extLst>
                </p14:cNvPr>
                <p14:cNvContentPartPr/>
                <p14:nvPr/>
              </p14:nvContentPartPr>
              <p14:xfrm>
                <a:off x="10341862" y="798999"/>
                <a:ext cx="480240" cy="270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A37CC6B-9F43-F2E6-2DC4-38A6843C5A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35742" y="792879"/>
                  <a:ext cx="4924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29F8EC-1735-D68A-1E00-DCC3E1BE6469}"/>
              </a:ext>
            </a:extLst>
          </p:cNvPr>
          <p:cNvGrpSpPr/>
          <p:nvPr/>
        </p:nvGrpSpPr>
        <p:grpSpPr>
          <a:xfrm>
            <a:off x="11050702" y="730239"/>
            <a:ext cx="578160" cy="666360"/>
            <a:chOff x="11050702" y="730239"/>
            <a:chExt cx="578160" cy="66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705361-1AB5-0371-7545-9D09918B6E29}"/>
                    </a:ext>
                  </a:extLst>
                </p14:cNvPr>
                <p14:cNvContentPartPr/>
                <p14:nvPr/>
              </p14:nvContentPartPr>
              <p14:xfrm>
                <a:off x="11050702" y="811599"/>
                <a:ext cx="95400" cy="261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705361-1AB5-0371-7545-9D09918B6E2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044605" y="805479"/>
                  <a:ext cx="107594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3FB903-81D9-27CF-8511-BFED41C24E2F}"/>
                    </a:ext>
                  </a:extLst>
                </p14:cNvPr>
                <p14:cNvContentPartPr/>
                <p14:nvPr/>
              </p14:nvContentPartPr>
              <p14:xfrm>
                <a:off x="11272822" y="841119"/>
                <a:ext cx="71640" cy="174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3FB903-81D9-27CF-8511-BFED41C24E2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266702" y="834986"/>
                  <a:ext cx="83880" cy="186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E8FA569-2E18-500D-10DD-189E79FCCEFD}"/>
                    </a:ext>
                  </a:extLst>
                </p14:cNvPr>
                <p14:cNvContentPartPr/>
                <p14:nvPr/>
              </p14:nvContentPartPr>
              <p14:xfrm>
                <a:off x="11180302" y="792159"/>
                <a:ext cx="321120" cy="50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E8FA569-2E18-500D-10DD-189E79FCCEF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174182" y="785995"/>
                  <a:ext cx="333360" cy="627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92F862E-2E78-7399-159C-1D6AD4DD498A}"/>
                    </a:ext>
                  </a:extLst>
                </p14:cNvPr>
                <p14:cNvContentPartPr/>
                <p14:nvPr/>
              </p14:nvContentPartPr>
              <p14:xfrm>
                <a:off x="11497462" y="730239"/>
                <a:ext cx="131400" cy="432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92F862E-2E78-7399-159C-1D6AD4DD498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491342" y="724119"/>
                  <a:ext cx="14364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2376FEC-87CC-2B00-65C0-EE103E344BDF}"/>
                    </a:ext>
                  </a:extLst>
                </p14:cNvPr>
                <p14:cNvContentPartPr/>
                <p14:nvPr/>
              </p14:nvContentPartPr>
              <p14:xfrm>
                <a:off x="11170582" y="1149279"/>
                <a:ext cx="236160" cy="28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2376FEC-87CC-2B00-65C0-EE103E344B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64462" y="1143236"/>
                  <a:ext cx="248400" cy="40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E32CC4-CCF3-66F6-24DD-197975F9D642}"/>
                    </a:ext>
                  </a:extLst>
                </p14:cNvPr>
                <p14:cNvContentPartPr/>
                <p14:nvPr/>
              </p14:nvContentPartPr>
              <p14:xfrm>
                <a:off x="11143582" y="1199319"/>
                <a:ext cx="222480" cy="38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E32CC4-CCF3-66F6-24DD-197975F9D6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37462" y="1193199"/>
                  <a:ext cx="2347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BF74264-E691-F420-6A3D-C28FC8E2FE28}"/>
                    </a:ext>
                  </a:extLst>
                </p14:cNvPr>
                <p14:cNvContentPartPr/>
                <p14:nvPr/>
              </p14:nvContentPartPr>
              <p14:xfrm>
                <a:off x="11305222" y="1171599"/>
                <a:ext cx="31320" cy="22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BF74264-E691-F420-6A3D-C28FC8E2FE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99102" y="1165479"/>
                  <a:ext cx="435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560881-021D-6296-2CCD-E38FCAC23489}"/>
                    </a:ext>
                  </a:extLst>
                </p14:cNvPr>
                <p14:cNvContentPartPr/>
                <p14:nvPr/>
              </p14:nvContentPartPr>
              <p14:xfrm>
                <a:off x="11243662" y="1179879"/>
                <a:ext cx="165240" cy="7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560881-021D-6296-2CCD-E38FCAC2348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37542" y="1173759"/>
                  <a:ext cx="17748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14AA65E-09ED-A48D-354E-EEC59DA2E2BD}"/>
              </a:ext>
            </a:extLst>
          </p:cNvPr>
          <p:cNvGrpSpPr/>
          <p:nvPr/>
        </p:nvGrpSpPr>
        <p:grpSpPr>
          <a:xfrm>
            <a:off x="10867462" y="273039"/>
            <a:ext cx="745560" cy="343080"/>
            <a:chOff x="10867462" y="273039"/>
            <a:chExt cx="74556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5591DE3-F6C6-5F7E-37A9-795AAAAA4B3B}"/>
                    </a:ext>
                  </a:extLst>
                </p14:cNvPr>
                <p14:cNvContentPartPr/>
                <p14:nvPr/>
              </p14:nvContentPartPr>
              <p14:xfrm>
                <a:off x="10867462" y="478239"/>
                <a:ext cx="275760" cy="137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5591DE3-F6C6-5F7E-37A9-795AAAAA4B3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861350" y="472119"/>
                  <a:ext cx="287984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D909C43-750A-1010-7A1A-9C54645EA122}"/>
                    </a:ext>
                  </a:extLst>
                </p14:cNvPr>
                <p14:cNvContentPartPr/>
                <p14:nvPr/>
              </p14:nvContentPartPr>
              <p14:xfrm>
                <a:off x="11183182" y="463119"/>
                <a:ext cx="149760" cy="101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D909C43-750A-1010-7A1A-9C54645EA12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177062" y="456999"/>
                  <a:ext cx="162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659A506-2F71-F0AE-943E-E906736504D0}"/>
                    </a:ext>
                  </a:extLst>
                </p14:cNvPr>
                <p14:cNvContentPartPr/>
                <p14:nvPr/>
              </p14:nvContentPartPr>
              <p14:xfrm>
                <a:off x="11349862" y="273039"/>
                <a:ext cx="263160" cy="266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659A506-2F71-F0AE-943E-E906736504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43742" y="266911"/>
                  <a:ext cx="275400" cy="27829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DC3D83-BEFE-2C26-7079-BEEC6D31D93C}"/>
                  </a:ext>
                </a:extLst>
              </p14:cNvPr>
              <p14:cNvContentPartPr/>
              <p14:nvPr/>
            </p14:nvContentPartPr>
            <p14:xfrm>
              <a:off x="8241622" y="1290759"/>
              <a:ext cx="441720" cy="75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DC3D83-BEFE-2C26-7079-BEEC6D31D9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35502" y="1284668"/>
                <a:ext cx="453960" cy="88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5A06FED-B1D4-855B-B9AE-F79DD12B983B}"/>
                  </a:ext>
                </a:extLst>
              </p14:cNvPr>
              <p14:cNvContentPartPr/>
              <p14:nvPr/>
            </p14:nvContentPartPr>
            <p14:xfrm>
              <a:off x="9152062" y="1224879"/>
              <a:ext cx="171720" cy="601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5A06FED-B1D4-855B-B9AE-F79DD12B983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45942" y="1218759"/>
                <a:ext cx="18396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AA1032BD-3D8C-226C-3E14-4D9A540B3666}"/>
              </a:ext>
            </a:extLst>
          </p:cNvPr>
          <p:cNvGrpSpPr/>
          <p:nvPr/>
        </p:nvGrpSpPr>
        <p:grpSpPr>
          <a:xfrm>
            <a:off x="10138822" y="1346199"/>
            <a:ext cx="219240" cy="203040"/>
            <a:chOff x="10138822" y="1346199"/>
            <a:chExt cx="21924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D432751-4135-E110-1965-1A563887830A}"/>
                    </a:ext>
                  </a:extLst>
                </p14:cNvPr>
                <p14:cNvContentPartPr/>
                <p14:nvPr/>
              </p14:nvContentPartPr>
              <p14:xfrm>
                <a:off x="10165102" y="1413519"/>
                <a:ext cx="9720" cy="4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D432751-4135-E110-1965-1A563887830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158982" y="1407836"/>
                  <a:ext cx="21960" cy="16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6C735E0-16B0-DD3A-C115-9D2F465C9F22}"/>
                    </a:ext>
                  </a:extLst>
                </p14:cNvPr>
                <p14:cNvContentPartPr/>
                <p14:nvPr/>
              </p14:nvContentPartPr>
              <p14:xfrm>
                <a:off x="10195702" y="1346199"/>
                <a:ext cx="30960" cy="115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6C735E0-16B0-DD3A-C115-9D2F465C9F2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189652" y="1340079"/>
                  <a:ext cx="43059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3BC6D30-7176-41D3-63F0-C59A5FAE61B3}"/>
                    </a:ext>
                  </a:extLst>
                </p14:cNvPr>
                <p14:cNvContentPartPr/>
                <p14:nvPr/>
              </p14:nvContentPartPr>
              <p14:xfrm>
                <a:off x="10138822" y="1377519"/>
                <a:ext cx="183960" cy="55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3BC6D30-7176-41D3-63F0-C59A5FAE61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32714" y="1371359"/>
                  <a:ext cx="196176" cy="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0EBE000-AECE-57E4-9F2F-891884DB32F7}"/>
                    </a:ext>
                  </a:extLst>
                </p14:cNvPr>
                <p14:cNvContentPartPr/>
                <p14:nvPr/>
              </p14:nvContentPartPr>
              <p14:xfrm>
                <a:off x="10150702" y="1503519"/>
                <a:ext cx="207360" cy="45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0EBE000-AECE-57E4-9F2F-891884DB32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44582" y="1497399"/>
                  <a:ext cx="21960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856FA01-FE15-FA0A-8A30-5400F01C1895}"/>
              </a:ext>
            </a:extLst>
          </p:cNvPr>
          <p:cNvGrpSpPr/>
          <p:nvPr/>
        </p:nvGrpSpPr>
        <p:grpSpPr>
          <a:xfrm>
            <a:off x="6736822" y="5221599"/>
            <a:ext cx="223200" cy="693360"/>
            <a:chOff x="6736822" y="5221599"/>
            <a:chExt cx="223200" cy="69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9249A54-E769-B837-E25C-50EF55F11399}"/>
                    </a:ext>
                  </a:extLst>
                </p14:cNvPr>
                <p14:cNvContentPartPr/>
                <p14:nvPr/>
              </p14:nvContentPartPr>
              <p14:xfrm>
                <a:off x="6778942" y="5221599"/>
                <a:ext cx="133920" cy="693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9249A54-E769-B837-E25C-50EF55F1139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72822" y="5215479"/>
                  <a:ext cx="14616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7135D85-E18C-056F-C2DF-CC2E96D33276}"/>
                    </a:ext>
                  </a:extLst>
                </p14:cNvPr>
                <p14:cNvContentPartPr/>
                <p14:nvPr/>
              </p14:nvContentPartPr>
              <p14:xfrm>
                <a:off x="6736822" y="5764479"/>
                <a:ext cx="223200" cy="1306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7135D85-E18C-056F-C2DF-CC2E96D332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730702" y="5758359"/>
                  <a:ext cx="2354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3F96FA5-D3FC-7EBB-85AF-F4BB93FC66A1}"/>
              </a:ext>
            </a:extLst>
          </p:cNvPr>
          <p:cNvGrpSpPr/>
          <p:nvPr/>
        </p:nvGrpSpPr>
        <p:grpSpPr>
          <a:xfrm>
            <a:off x="6350542" y="6080559"/>
            <a:ext cx="470520" cy="620640"/>
            <a:chOff x="6350542" y="6080559"/>
            <a:chExt cx="470520" cy="62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ABDF009-44DB-56A4-18CD-9173839DD3E6}"/>
                    </a:ext>
                  </a:extLst>
                </p14:cNvPr>
                <p14:cNvContentPartPr/>
                <p14:nvPr/>
              </p14:nvContentPartPr>
              <p14:xfrm>
                <a:off x="6350542" y="6080559"/>
                <a:ext cx="228960" cy="312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ABDF009-44DB-56A4-18CD-9173839DD3E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44422" y="6074439"/>
                  <a:ext cx="2412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06CCE8-5176-A141-CF2C-4A75BD9FD212}"/>
                    </a:ext>
                  </a:extLst>
                </p14:cNvPr>
                <p14:cNvContentPartPr/>
                <p14:nvPr/>
              </p14:nvContentPartPr>
              <p14:xfrm>
                <a:off x="6598942" y="6199719"/>
                <a:ext cx="222120" cy="501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06CCE8-5176-A141-CF2C-4A75BD9FD21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92822" y="6193599"/>
                  <a:ext cx="234360" cy="51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E028243-140C-526D-F418-966E477200B5}"/>
              </a:ext>
            </a:extLst>
          </p:cNvPr>
          <p:cNvGrpSpPr/>
          <p:nvPr/>
        </p:nvGrpSpPr>
        <p:grpSpPr>
          <a:xfrm>
            <a:off x="7072702" y="6306639"/>
            <a:ext cx="123840" cy="90000"/>
            <a:chOff x="7072702" y="6306639"/>
            <a:chExt cx="123840" cy="9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EC21B78-88EF-C3BF-F180-5CC7AC1ADC36}"/>
                    </a:ext>
                  </a:extLst>
                </p14:cNvPr>
                <p14:cNvContentPartPr/>
                <p14:nvPr/>
              </p14:nvContentPartPr>
              <p14:xfrm>
                <a:off x="7072702" y="6306639"/>
                <a:ext cx="123840" cy="11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EC21B78-88EF-C3BF-F180-5CC7AC1ADC3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66582" y="6300519"/>
                  <a:ext cx="1360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DD0DD0-705E-80C8-45B4-4C0388C86C9F}"/>
                    </a:ext>
                  </a:extLst>
                </p14:cNvPr>
                <p14:cNvContentPartPr/>
                <p14:nvPr/>
              </p14:nvContentPartPr>
              <p14:xfrm>
                <a:off x="7078462" y="6383319"/>
                <a:ext cx="95400" cy="13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DD0DD0-705E-80C8-45B4-4C0388C86C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72342" y="6377360"/>
                  <a:ext cx="107640" cy="2523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C41E1D9-B73D-F8F2-C974-958C36932834}"/>
              </a:ext>
            </a:extLst>
          </p:cNvPr>
          <p:cNvGrpSpPr/>
          <p:nvPr/>
        </p:nvGrpSpPr>
        <p:grpSpPr>
          <a:xfrm>
            <a:off x="8672902" y="5968959"/>
            <a:ext cx="1170360" cy="583920"/>
            <a:chOff x="8672902" y="5968959"/>
            <a:chExt cx="1170360" cy="5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54A89B-91FF-E0EE-4F9D-FD49A30CD5B2}"/>
                    </a:ext>
                  </a:extLst>
                </p14:cNvPr>
                <p14:cNvContentPartPr/>
                <p14:nvPr/>
              </p14:nvContentPartPr>
              <p14:xfrm>
                <a:off x="8672902" y="6261279"/>
                <a:ext cx="215280" cy="226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54A89B-91FF-E0EE-4F9D-FD49A30CD5B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66772" y="6255159"/>
                  <a:ext cx="227541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C33D256-AF0E-FDE1-B113-1291F4ED5B39}"/>
                    </a:ext>
                  </a:extLst>
                </p14:cNvPr>
                <p14:cNvContentPartPr/>
                <p14:nvPr/>
              </p14:nvContentPartPr>
              <p14:xfrm>
                <a:off x="9071422" y="5968959"/>
                <a:ext cx="134640" cy="583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C33D256-AF0E-FDE1-B113-1291F4ED5B3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65286" y="5962839"/>
                  <a:ext cx="146913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42AF9A8-04DB-012D-4018-D7E61A91C4D0}"/>
                    </a:ext>
                  </a:extLst>
                </p14:cNvPr>
                <p14:cNvContentPartPr/>
                <p14:nvPr/>
              </p14:nvContentPartPr>
              <p14:xfrm>
                <a:off x="9007342" y="6304479"/>
                <a:ext cx="181080" cy="79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42AF9A8-04DB-012D-4018-D7E61A91C4D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001222" y="6298359"/>
                  <a:ext cx="193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204C3F8-CBD5-E774-34A2-1DF3C66F2073}"/>
                    </a:ext>
                  </a:extLst>
                </p14:cNvPr>
                <p14:cNvContentPartPr/>
                <p14:nvPr/>
              </p14:nvContentPartPr>
              <p14:xfrm>
                <a:off x="9275182" y="6106479"/>
                <a:ext cx="104400" cy="265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204C3F8-CBD5-E774-34A2-1DF3C66F207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69062" y="6100359"/>
                  <a:ext cx="1166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9E78D29-5DDA-3E27-0349-1B5E5737F019}"/>
                    </a:ext>
                  </a:extLst>
                </p14:cNvPr>
                <p14:cNvContentPartPr/>
                <p14:nvPr/>
              </p14:nvContentPartPr>
              <p14:xfrm>
                <a:off x="9384982" y="6176319"/>
                <a:ext cx="241200" cy="186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9E78D29-5DDA-3E27-0349-1B5E5737F0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378862" y="6170199"/>
                  <a:ext cx="253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CBA59F-F0E9-479E-33DF-8093B2F59E33}"/>
                    </a:ext>
                  </a:extLst>
                </p14:cNvPr>
                <p14:cNvContentPartPr/>
                <p14:nvPr/>
              </p14:nvContentPartPr>
              <p14:xfrm>
                <a:off x="9433222" y="6234999"/>
                <a:ext cx="254160" cy="44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CBA59F-F0E9-479E-33DF-8093B2F59E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427093" y="6228829"/>
                  <a:ext cx="266417" cy="569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ACB5B46-9A8B-7A0A-CB2A-14A49B17E68E}"/>
                    </a:ext>
                  </a:extLst>
                </p14:cNvPr>
                <p14:cNvContentPartPr/>
                <p14:nvPr/>
              </p14:nvContentPartPr>
              <p14:xfrm>
                <a:off x="9648502" y="6029439"/>
                <a:ext cx="194760" cy="5101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ACB5B46-9A8B-7A0A-CB2A-14A49B17E6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42382" y="6023315"/>
                  <a:ext cx="207000" cy="52236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8A170AC-19C5-A81F-33E2-BC574A8FF6D1}"/>
              </a:ext>
            </a:extLst>
          </p:cNvPr>
          <p:cNvGrpSpPr/>
          <p:nvPr/>
        </p:nvGrpSpPr>
        <p:grpSpPr>
          <a:xfrm>
            <a:off x="10052062" y="6135639"/>
            <a:ext cx="641160" cy="268200"/>
            <a:chOff x="10052062" y="6135639"/>
            <a:chExt cx="64116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091535-1CF2-A9E1-0D2F-C894808988D9}"/>
                    </a:ext>
                  </a:extLst>
                </p14:cNvPr>
                <p14:cNvContentPartPr/>
                <p14:nvPr/>
              </p14:nvContentPartPr>
              <p14:xfrm>
                <a:off x="10052062" y="6135639"/>
                <a:ext cx="255240" cy="209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091535-1CF2-A9E1-0D2F-C894808988D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5933" y="6129519"/>
                  <a:ext cx="267497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A6B2B0D-2841-BC97-4D01-CAE435A9BF0A}"/>
                    </a:ext>
                  </a:extLst>
                </p14:cNvPr>
                <p14:cNvContentPartPr/>
                <p14:nvPr/>
              </p14:nvContentPartPr>
              <p14:xfrm>
                <a:off x="10076902" y="6379719"/>
                <a:ext cx="185400" cy="24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A6B2B0D-2841-BC97-4D01-CAE435A9BF0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70782" y="6373599"/>
                  <a:ext cx="19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B1A8E5B-86D7-A9EE-AE88-60C0CB02374E}"/>
                    </a:ext>
                  </a:extLst>
                </p14:cNvPr>
                <p14:cNvContentPartPr/>
                <p14:nvPr/>
              </p14:nvContentPartPr>
              <p14:xfrm>
                <a:off x="10463542" y="6236799"/>
                <a:ext cx="229680" cy="164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B1A8E5B-86D7-A9EE-AE88-60C0CB02374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57412" y="6230666"/>
                  <a:ext cx="241939" cy="17642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96FD8E5-4824-9014-905A-BAAA5EFBBE61}"/>
              </a:ext>
            </a:extLst>
          </p:cNvPr>
          <p:cNvGrpSpPr/>
          <p:nvPr/>
        </p:nvGrpSpPr>
        <p:grpSpPr>
          <a:xfrm>
            <a:off x="7469782" y="6033759"/>
            <a:ext cx="940680" cy="583920"/>
            <a:chOff x="7469782" y="6033759"/>
            <a:chExt cx="940680" cy="5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7298DBE-2424-47FA-CB9D-9F23CAF5FF9C}"/>
                    </a:ext>
                  </a:extLst>
                </p14:cNvPr>
                <p14:cNvContentPartPr/>
                <p14:nvPr/>
              </p14:nvContentPartPr>
              <p14:xfrm>
                <a:off x="7525222" y="6033759"/>
                <a:ext cx="171720" cy="562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7298DBE-2424-47FA-CB9D-9F23CAF5FF9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19102" y="6027639"/>
                  <a:ext cx="18396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F630F5-F8F7-A20B-36EB-B3F58F112314}"/>
                    </a:ext>
                  </a:extLst>
                </p14:cNvPr>
                <p14:cNvContentPartPr/>
                <p14:nvPr/>
              </p14:nvContentPartPr>
              <p14:xfrm>
                <a:off x="7469782" y="6342999"/>
                <a:ext cx="210240" cy="74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F630F5-F8F7-A20B-36EB-B3F58F11231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63662" y="6336879"/>
                  <a:ext cx="222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1CACBFE-682B-AD29-56F7-DCD6D11114C9}"/>
                    </a:ext>
                  </a:extLst>
                </p14:cNvPr>
                <p14:cNvContentPartPr/>
                <p14:nvPr/>
              </p14:nvContentPartPr>
              <p14:xfrm>
                <a:off x="7771822" y="6123759"/>
                <a:ext cx="110520" cy="264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1CACBFE-682B-AD29-56F7-DCD6D11114C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65682" y="6117639"/>
                  <a:ext cx="122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6A797DD-DD2C-E1CF-42B5-FEAF36762C22}"/>
                    </a:ext>
                  </a:extLst>
                </p14:cNvPr>
                <p14:cNvContentPartPr/>
                <p14:nvPr/>
              </p14:nvContentPartPr>
              <p14:xfrm>
                <a:off x="7901062" y="6177399"/>
                <a:ext cx="225360" cy="203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6A797DD-DD2C-E1CF-42B5-FEAF36762C2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94942" y="6171279"/>
                  <a:ext cx="237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F9DE9E-C047-B35A-62E8-8392818D2D28}"/>
                    </a:ext>
                  </a:extLst>
                </p14:cNvPr>
                <p14:cNvContentPartPr/>
                <p14:nvPr/>
              </p14:nvContentPartPr>
              <p14:xfrm>
                <a:off x="7957222" y="6259839"/>
                <a:ext cx="200520" cy="32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F9DE9E-C047-B35A-62E8-8392818D2D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51102" y="6253719"/>
                  <a:ext cx="2127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8520F4-67E8-5F10-27A8-9C63AD6D0462}"/>
                    </a:ext>
                  </a:extLst>
                </p14:cNvPr>
                <p14:cNvContentPartPr/>
                <p14:nvPr/>
              </p14:nvContentPartPr>
              <p14:xfrm>
                <a:off x="8205622" y="6081639"/>
                <a:ext cx="61560" cy="117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8520F4-67E8-5F10-27A8-9C63AD6D046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99538" y="6075500"/>
                  <a:ext cx="73729" cy="129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6E39A4B-6780-578E-0D93-2E659ECAF608}"/>
                    </a:ext>
                  </a:extLst>
                </p14:cNvPr>
                <p14:cNvContentPartPr/>
                <p14:nvPr/>
              </p14:nvContentPartPr>
              <p14:xfrm>
                <a:off x="8284462" y="6089199"/>
                <a:ext cx="126000" cy="364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6E39A4B-6780-578E-0D93-2E659ECAF6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78342" y="6083079"/>
                  <a:ext cx="1382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7E2ABA7-2ED5-783E-AF0B-0D32E0D9029D}"/>
                    </a:ext>
                  </a:extLst>
                </p14:cNvPr>
                <p14:cNvContentPartPr/>
                <p14:nvPr/>
              </p14:nvContentPartPr>
              <p14:xfrm>
                <a:off x="7893862" y="6517959"/>
                <a:ext cx="304560" cy="34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7E2ABA7-2ED5-783E-AF0B-0D32E0D902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87742" y="6511839"/>
                  <a:ext cx="316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CEE65CB-D7B2-E115-BD65-68EE8BB4F460}"/>
                    </a:ext>
                  </a:extLst>
                </p14:cNvPr>
                <p14:cNvContentPartPr/>
                <p14:nvPr/>
              </p14:nvContentPartPr>
              <p14:xfrm>
                <a:off x="7887742" y="6600039"/>
                <a:ext cx="286920" cy="17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CEE65CB-D7B2-E115-BD65-68EE8BB4F4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81622" y="6593919"/>
                  <a:ext cx="299160" cy="2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BFD65C72-FD02-D6B7-2FC8-1B04310FA352}"/>
                  </a:ext>
                </a:extLst>
              </p14:cNvPr>
              <p14:cNvContentPartPr/>
              <p14:nvPr/>
            </p14:nvContentPartPr>
            <p14:xfrm>
              <a:off x="3811102" y="4022799"/>
              <a:ext cx="679320" cy="5342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BFD65C72-FD02-D6B7-2FC8-1B04310FA35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04982" y="4016679"/>
                <a:ext cx="691560" cy="54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CACA4297-548B-331A-C643-85EE9FE3E85F}"/>
              </a:ext>
            </a:extLst>
          </p:cNvPr>
          <p:cNvGrpSpPr/>
          <p:nvPr/>
        </p:nvGrpSpPr>
        <p:grpSpPr>
          <a:xfrm>
            <a:off x="3968422" y="5033679"/>
            <a:ext cx="3953520" cy="228960"/>
            <a:chOff x="3968422" y="5033679"/>
            <a:chExt cx="3953520" cy="22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3FF2C4A-00EF-CA08-8FB9-337F794E4043}"/>
                    </a:ext>
                  </a:extLst>
                </p14:cNvPr>
                <p14:cNvContentPartPr/>
                <p14:nvPr/>
              </p14:nvContentPartPr>
              <p14:xfrm>
                <a:off x="6778582" y="5111439"/>
                <a:ext cx="1143360" cy="66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3FF2C4A-00EF-CA08-8FB9-337F794E404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72464" y="5105352"/>
                  <a:ext cx="1155596" cy="784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47B861D-5F7A-AFB2-ABCD-FFC01DB6CB17}"/>
                    </a:ext>
                  </a:extLst>
                </p14:cNvPr>
                <p14:cNvContentPartPr/>
                <p14:nvPr/>
              </p14:nvContentPartPr>
              <p14:xfrm>
                <a:off x="3968422" y="5033679"/>
                <a:ext cx="2472480" cy="228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47B861D-5F7A-AFB2-ABCD-FFC01DB6CB1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62302" y="5027549"/>
                  <a:ext cx="2484720" cy="24121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958A1E85-405A-48A8-1516-5310343921D8}"/>
                  </a:ext>
                </a:extLst>
              </p14:cNvPr>
              <p14:cNvContentPartPr/>
              <p14:nvPr/>
            </p14:nvContentPartPr>
            <p14:xfrm>
              <a:off x="5566822" y="4741359"/>
              <a:ext cx="152640" cy="1108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958A1E85-405A-48A8-1516-5310343921D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512822" y="4633359"/>
                <a:ext cx="2602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51981C8-2B47-9D4F-4F32-6069C1E01FCD}"/>
                  </a:ext>
                </a:extLst>
              </p14:cNvPr>
              <p14:cNvContentPartPr/>
              <p14:nvPr/>
            </p14:nvContentPartPr>
            <p14:xfrm>
              <a:off x="324142" y="4882839"/>
              <a:ext cx="2019240" cy="16232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51981C8-2B47-9D4F-4F32-6069C1E01FC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18022" y="4876720"/>
                <a:ext cx="2031480" cy="1635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A98D8F3-A566-3E80-FE80-5F2EB8EFE75F}"/>
                  </a:ext>
                </a:extLst>
              </p14:cNvPr>
              <p14:cNvContentPartPr/>
              <p14:nvPr/>
            </p14:nvContentPartPr>
            <p14:xfrm>
              <a:off x="1207942" y="6018279"/>
              <a:ext cx="73800" cy="871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A98D8F3-A566-3E80-FE80-5F2EB8EFE75F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189854" y="6000279"/>
                <a:ext cx="109615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09E9F7A4-0E56-1A8D-62BA-A4BC02DA291C}"/>
              </a:ext>
            </a:extLst>
          </p:cNvPr>
          <p:cNvGrpSpPr/>
          <p:nvPr/>
        </p:nvGrpSpPr>
        <p:grpSpPr>
          <a:xfrm>
            <a:off x="1409542" y="4964559"/>
            <a:ext cx="795240" cy="687600"/>
            <a:chOff x="1409542" y="4964559"/>
            <a:chExt cx="795240" cy="68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A230FD1-FD89-A7B7-CAF8-4EBFF0342745}"/>
                    </a:ext>
                  </a:extLst>
                </p14:cNvPr>
                <p14:cNvContentPartPr/>
                <p14:nvPr/>
              </p14:nvContentPartPr>
              <p14:xfrm>
                <a:off x="1409542" y="5297199"/>
                <a:ext cx="277920" cy="354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A230FD1-FD89-A7B7-CAF8-4EBFF03427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91542" y="5279199"/>
                  <a:ext cx="3135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45947B-E2DF-BAE3-64D2-C141545348CC}"/>
                    </a:ext>
                  </a:extLst>
                </p14:cNvPr>
                <p14:cNvContentPartPr/>
                <p14:nvPr/>
              </p14:nvContentPartPr>
              <p14:xfrm>
                <a:off x="1959262" y="4964559"/>
                <a:ext cx="245520" cy="387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45947B-E2DF-BAE3-64D2-C141545348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41262" y="4946576"/>
                  <a:ext cx="281160" cy="42260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732D5C2-ECA6-79AE-E73F-C051A236CB01}"/>
              </a:ext>
            </a:extLst>
          </p:cNvPr>
          <p:cNvGrpSpPr/>
          <p:nvPr/>
        </p:nvGrpSpPr>
        <p:grpSpPr>
          <a:xfrm>
            <a:off x="673702" y="5518599"/>
            <a:ext cx="771120" cy="1103040"/>
            <a:chOff x="673702" y="5518599"/>
            <a:chExt cx="771120" cy="11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BDEED92-FD23-95FC-D2B0-DD004ABF5BF9}"/>
                    </a:ext>
                  </a:extLst>
                </p14:cNvPr>
                <p14:cNvContentPartPr/>
                <p14:nvPr/>
              </p14:nvContentPartPr>
              <p14:xfrm>
                <a:off x="689542" y="6421839"/>
                <a:ext cx="21960" cy="199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BDEED92-FD23-95FC-D2B0-DD004ABF5BF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1542" y="6403839"/>
                  <a:ext cx="57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55365A1-7FEE-8632-D768-CB284AD7A84A}"/>
                    </a:ext>
                  </a:extLst>
                </p14:cNvPr>
                <p14:cNvContentPartPr/>
                <p14:nvPr/>
              </p14:nvContentPartPr>
              <p14:xfrm>
                <a:off x="673702" y="6398079"/>
                <a:ext cx="46800" cy="900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55365A1-7FEE-8632-D768-CB284AD7A84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5702" y="6380079"/>
                  <a:ext cx="82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E3FDCFE-60BE-04C4-BF80-EA52FA77F2B1}"/>
                    </a:ext>
                  </a:extLst>
                </p14:cNvPr>
                <p14:cNvContentPartPr/>
                <p14:nvPr/>
              </p14:nvContentPartPr>
              <p14:xfrm>
                <a:off x="964942" y="5921079"/>
                <a:ext cx="30240" cy="61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E3FDCFE-60BE-04C4-BF80-EA52FA77F2B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6942" y="5903079"/>
                  <a:ext cx="658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F4D502-3868-279E-EA71-7B3ED0EAA871}"/>
                    </a:ext>
                  </a:extLst>
                </p14:cNvPr>
                <p14:cNvContentPartPr/>
                <p14:nvPr/>
              </p14:nvContentPartPr>
              <p14:xfrm>
                <a:off x="1277782" y="5819199"/>
                <a:ext cx="99360" cy="156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F4D502-3868-279E-EA71-7B3ED0EAA87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59782" y="5801199"/>
                  <a:ext cx="135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1953D9-2463-F51C-C297-CB4217289B60}"/>
                    </a:ext>
                  </a:extLst>
                </p14:cNvPr>
                <p14:cNvContentPartPr/>
                <p14:nvPr/>
              </p14:nvContentPartPr>
              <p14:xfrm>
                <a:off x="1300822" y="5851599"/>
                <a:ext cx="144000" cy="98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1953D9-2463-F51C-C297-CB4217289B6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82822" y="5833664"/>
                  <a:ext cx="179640" cy="1341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EAE2CC-E5E1-95FA-2F1A-D45494B8CA4C}"/>
                    </a:ext>
                  </a:extLst>
                </p14:cNvPr>
                <p14:cNvContentPartPr/>
                <p14:nvPr/>
              </p14:nvContentPartPr>
              <p14:xfrm>
                <a:off x="780262" y="5683119"/>
                <a:ext cx="140760" cy="2059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EAE2CC-E5E1-95FA-2F1A-D45494B8CA4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2262" y="5665150"/>
                  <a:ext cx="176400" cy="241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7C12113-FFE9-66FE-1F2B-75674285B321}"/>
                    </a:ext>
                  </a:extLst>
                </p14:cNvPr>
                <p14:cNvContentPartPr/>
                <p14:nvPr/>
              </p14:nvContentPartPr>
              <p14:xfrm>
                <a:off x="789622" y="5742519"/>
                <a:ext cx="152280" cy="137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7C12113-FFE9-66FE-1F2B-75674285B32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1622" y="5724519"/>
                  <a:ext cx="187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74AFCFD-AFE9-1534-28EC-718E112F56FD}"/>
                    </a:ext>
                  </a:extLst>
                </p14:cNvPr>
                <p14:cNvContentPartPr/>
                <p14:nvPr/>
              </p14:nvContentPartPr>
              <p14:xfrm>
                <a:off x="992662" y="5518599"/>
                <a:ext cx="14760" cy="54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74AFCFD-AFE9-1534-28EC-718E112F56F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75091" y="5500599"/>
                  <a:ext cx="49551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0EB699-957B-671F-BB64-223CA5F69CB3}"/>
                    </a:ext>
                  </a:extLst>
                </p14:cNvPr>
                <p14:cNvContentPartPr/>
                <p14:nvPr/>
              </p14:nvContentPartPr>
              <p14:xfrm>
                <a:off x="1027222" y="6145719"/>
                <a:ext cx="185760" cy="59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0EB699-957B-671F-BB64-223CA5F69CB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222" y="6127609"/>
                  <a:ext cx="221400" cy="948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6D3B147-F146-0C6A-B0DF-49E645BBA16B}"/>
                    </a:ext>
                  </a:extLst>
                </p14:cNvPr>
                <p14:cNvContentPartPr/>
                <p14:nvPr/>
              </p14:nvContentPartPr>
              <p14:xfrm>
                <a:off x="1013902" y="6114759"/>
                <a:ext cx="54000" cy="126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6D3B147-F146-0C6A-B0DF-49E645BBA1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95902" y="6096759"/>
                  <a:ext cx="89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9366805-47B8-CEC1-D1E7-F00CB6681200}"/>
                    </a:ext>
                  </a:extLst>
                </p14:cNvPr>
                <p14:cNvContentPartPr/>
                <p14:nvPr/>
              </p14:nvContentPartPr>
              <p14:xfrm>
                <a:off x="728422" y="5969319"/>
                <a:ext cx="156240" cy="3052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9366805-47B8-CEC1-D1E7-F00CB668120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0422" y="5951319"/>
                  <a:ext cx="191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7F45D7B-E404-C38E-D8E1-FFA91B317D2B}"/>
                    </a:ext>
                  </a:extLst>
                </p14:cNvPr>
                <p14:cNvContentPartPr/>
                <p14:nvPr/>
              </p14:nvContentPartPr>
              <p14:xfrm>
                <a:off x="685222" y="6188559"/>
                <a:ext cx="119520" cy="122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7F45D7B-E404-C38E-D8E1-FFA91B317D2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67276" y="6170559"/>
                  <a:ext cx="155053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C725F0D-346E-A5D1-0848-8841947D3538}"/>
                  </a:ext>
                </a:extLst>
              </p14:cNvPr>
              <p14:cNvContentPartPr/>
              <p14:nvPr/>
            </p14:nvContentPartPr>
            <p14:xfrm>
              <a:off x="1335742" y="6199359"/>
              <a:ext cx="107640" cy="1177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C725F0D-346E-A5D1-0848-8841947D353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329622" y="6193239"/>
                <a:ext cx="1198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28CCE9B-24DA-79EE-0277-7BA28D6F8005}"/>
                  </a:ext>
                </a:extLst>
              </p14:cNvPr>
              <p14:cNvContentPartPr/>
              <p14:nvPr/>
            </p14:nvContentPartPr>
            <p14:xfrm>
              <a:off x="643822" y="6441999"/>
              <a:ext cx="111960" cy="1605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28CCE9B-24DA-79EE-0277-7BA28D6F800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37722" y="6435879"/>
                <a:ext cx="124161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3C69069-18E0-2558-2B0E-6CC67F3969B7}"/>
                  </a:ext>
                </a:extLst>
              </p14:cNvPr>
              <p14:cNvContentPartPr/>
              <p14:nvPr/>
            </p14:nvContentPartPr>
            <p14:xfrm>
              <a:off x="3977422" y="4987599"/>
              <a:ext cx="2306160" cy="300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3C69069-18E0-2558-2B0E-6CC67F3969B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968422" y="4978599"/>
                <a:ext cx="232380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1C21FB1-235B-5FE3-09C5-EA1FCC7E33E4}"/>
                  </a:ext>
                </a:extLst>
              </p14:cNvPr>
              <p14:cNvContentPartPr/>
              <p14:nvPr/>
            </p14:nvContentPartPr>
            <p14:xfrm>
              <a:off x="5348662" y="4850079"/>
              <a:ext cx="8280" cy="172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1C21FB1-235B-5FE3-09C5-EA1FCC7E33E4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339662" y="4841079"/>
                <a:ext cx="2592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3AFDBE8-2A9E-408F-EF40-3A69CE8C496E}"/>
              </a:ext>
            </a:extLst>
          </p:cNvPr>
          <p:cNvGrpSpPr/>
          <p:nvPr/>
        </p:nvGrpSpPr>
        <p:grpSpPr>
          <a:xfrm>
            <a:off x="4236982" y="4927119"/>
            <a:ext cx="1859400" cy="1462680"/>
            <a:chOff x="4236982" y="4927119"/>
            <a:chExt cx="1859400" cy="146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2A7F507-54E5-E773-2AB0-1FB405A7D501}"/>
                    </a:ext>
                  </a:extLst>
                </p14:cNvPr>
                <p14:cNvContentPartPr/>
                <p14:nvPr/>
              </p14:nvContentPartPr>
              <p14:xfrm>
                <a:off x="5518942" y="4927119"/>
                <a:ext cx="209880" cy="27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2A7F507-54E5-E773-2AB0-1FB405A7D50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509957" y="4918119"/>
                  <a:ext cx="22749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1EAB044-524D-5038-8952-E168B212BC09}"/>
                    </a:ext>
                  </a:extLst>
                </p14:cNvPr>
                <p14:cNvContentPartPr/>
                <p14:nvPr/>
              </p14:nvContentPartPr>
              <p14:xfrm>
                <a:off x="5512102" y="4957719"/>
                <a:ext cx="209160" cy="35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1EAB044-524D-5038-8952-E168B212BC0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503102" y="4948719"/>
                  <a:ext cx="226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960641B-9262-7F50-4E56-4467997B7883}"/>
                    </a:ext>
                  </a:extLst>
                </p14:cNvPr>
                <p14:cNvContentPartPr/>
                <p14:nvPr/>
              </p14:nvContentPartPr>
              <p14:xfrm>
                <a:off x="5895862" y="5060679"/>
                <a:ext cx="154080" cy="11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960641B-9262-7F50-4E56-4467997B788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86862" y="5051389"/>
                  <a:ext cx="171720" cy="297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67F6A60-0987-9500-B7F4-1B2EF24E7271}"/>
                    </a:ext>
                  </a:extLst>
                </p14:cNvPr>
                <p14:cNvContentPartPr/>
                <p14:nvPr/>
              </p14:nvContentPartPr>
              <p14:xfrm>
                <a:off x="5861662" y="5085159"/>
                <a:ext cx="234720" cy="19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67F6A60-0987-9500-B7F4-1B2EF24E727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852662" y="5075989"/>
                  <a:ext cx="252360" cy="37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190062C-15C0-75CB-DB19-AF623B02DE48}"/>
                    </a:ext>
                  </a:extLst>
                </p14:cNvPr>
                <p14:cNvContentPartPr/>
                <p14:nvPr/>
              </p14:nvContentPartPr>
              <p14:xfrm>
                <a:off x="4728022" y="5188839"/>
                <a:ext cx="135000" cy="401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190062C-15C0-75CB-DB19-AF623B02DE4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18998" y="5179831"/>
                  <a:ext cx="152687" cy="4194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8A44645-BDCA-6A36-43B2-450AF3773EC5}"/>
                    </a:ext>
                  </a:extLst>
                </p14:cNvPr>
                <p14:cNvContentPartPr/>
                <p14:nvPr/>
              </p14:nvContentPartPr>
              <p14:xfrm>
                <a:off x="4548022" y="5926119"/>
                <a:ext cx="161280" cy="244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8A44645-BDCA-6A36-43B2-450AF3773EC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539022" y="5917132"/>
                  <a:ext cx="178920" cy="2624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BDAE378-2A8F-CB00-515E-915197AAF538}"/>
                    </a:ext>
                  </a:extLst>
                </p14:cNvPr>
                <p14:cNvContentPartPr/>
                <p14:nvPr/>
              </p14:nvContentPartPr>
              <p14:xfrm>
                <a:off x="4664662" y="5538759"/>
                <a:ext cx="61560" cy="191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BDAE378-2A8F-CB00-515E-915197AAF5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55662" y="5529776"/>
                  <a:ext cx="79200" cy="208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8C7EF5-8D5A-40FA-ADB8-C54C29FD2C51}"/>
                    </a:ext>
                  </a:extLst>
                </p14:cNvPr>
                <p14:cNvContentPartPr/>
                <p14:nvPr/>
              </p14:nvContentPartPr>
              <p14:xfrm>
                <a:off x="4406902" y="5749719"/>
                <a:ext cx="753840" cy="72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8C7EF5-8D5A-40FA-ADB8-C54C29FD2C5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397906" y="5740719"/>
                  <a:ext cx="771472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AF07073-C1F0-A301-DFB2-CD4150E4A542}"/>
                    </a:ext>
                  </a:extLst>
                </p14:cNvPr>
                <p14:cNvContentPartPr/>
                <p14:nvPr/>
              </p14:nvContentPartPr>
              <p14:xfrm>
                <a:off x="4893262" y="5834319"/>
                <a:ext cx="90000" cy="1555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AF07073-C1F0-A301-DFB2-CD4150E4A54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84262" y="5825319"/>
                  <a:ext cx="1076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AF3ADF1-81D4-70FD-58B0-8FA224DF1BD7}"/>
                    </a:ext>
                  </a:extLst>
                </p14:cNvPr>
                <p14:cNvContentPartPr/>
                <p14:nvPr/>
              </p14:nvContentPartPr>
              <p14:xfrm>
                <a:off x="5033302" y="5833959"/>
                <a:ext cx="136800" cy="126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AF3ADF1-81D4-70FD-58B0-8FA224DF1BD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024302" y="5824959"/>
                  <a:ext cx="1544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47B7E11-DAA4-CC28-EBEE-1DEE294B9F30}"/>
                    </a:ext>
                  </a:extLst>
                </p14:cNvPr>
                <p14:cNvContentPartPr/>
                <p14:nvPr/>
              </p14:nvContentPartPr>
              <p14:xfrm>
                <a:off x="4911262" y="5916039"/>
                <a:ext cx="310680" cy="69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47B7E11-DAA4-CC28-EBEE-1DEE294B9F3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902252" y="5907039"/>
                  <a:ext cx="3283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69098BC-022B-4C29-9A2C-86ED967AC2F9}"/>
                    </a:ext>
                  </a:extLst>
                </p14:cNvPr>
                <p14:cNvContentPartPr/>
                <p14:nvPr/>
              </p14:nvContentPartPr>
              <p14:xfrm>
                <a:off x="5052022" y="6008559"/>
                <a:ext cx="115920" cy="124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69098BC-022B-4C29-9A2C-86ED967AC2F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43022" y="5999585"/>
                  <a:ext cx="133560" cy="142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8D13ED7-705D-1483-9081-B9A0B28663EF}"/>
                    </a:ext>
                  </a:extLst>
                </p14:cNvPr>
                <p14:cNvContentPartPr/>
                <p14:nvPr/>
              </p14:nvContentPartPr>
              <p14:xfrm>
                <a:off x="5020342" y="6018639"/>
                <a:ext cx="171360" cy="55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8D13ED7-705D-1483-9081-B9A0B28663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011361" y="6009639"/>
                  <a:ext cx="188963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DF75819-5E70-00CD-CD8C-E40224B007C4}"/>
                    </a:ext>
                  </a:extLst>
                </p14:cNvPr>
                <p14:cNvContentPartPr/>
                <p14:nvPr/>
              </p14:nvContentPartPr>
              <p14:xfrm>
                <a:off x="4236982" y="5300439"/>
                <a:ext cx="1136160" cy="1054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DF75819-5E70-00CD-CD8C-E40224B007C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27982" y="5291442"/>
                  <a:ext cx="1153800" cy="1072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03872F3-4117-732F-B8A8-8599AC57DD0B}"/>
                    </a:ext>
                  </a:extLst>
                </p14:cNvPr>
                <p14:cNvContentPartPr/>
                <p14:nvPr/>
              </p14:nvContentPartPr>
              <p14:xfrm>
                <a:off x="5378542" y="6166239"/>
                <a:ext cx="224280" cy="128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03872F3-4117-732F-B8A8-8599AC57DD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369542" y="6157214"/>
                  <a:ext cx="241920" cy="146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EEAD93D-20FF-0513-CA5D-F384E4357EA4}"/>
                    </a:ext>
                  </a:extLst>
                </p14:cNvPr>
                <p14:cNvContentPartPr/>
                <p14:nvPr/>
              </p14:nvContentPartPr>
              <p14:xfrm>
                <a:off x="5531902" y="6225999"/>
                <a:ext cx="110880" cy="140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EEAD93D-20FF-0513-CA5D-F384E4357EA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22902" y="6216999"/>
                  <a:ext cx="128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48F6F8A-8001-D44E-0BC4-7584F6AD77F4}"/>
                    </a:ext>
                  </a:extLst>
                </p14:cNvPr>
                <p14:cNvContentPartPr/>
                <p14:nvPr/>
              </p14:nvContentPartPr>
              <p14:xfrm>
                <a:off x="5740702" y="6270999"/>
                <a:ext cx="138600" cy="118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48F6F8A-8001-D44E-0BC4-7584F6AD77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31702" y="6261999"/>
                  <a:ext cx="156240" cy="13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E5D944A-DB36-4744-DB4D-81134DC0D6C9}"/>
                  </a:ext>
                </a:extLst>
              </p14:cNvPr>
              <p14:cNvContentPartPr/>
              <p14:nvPr/>
            </p14:nvContentPartPr>
            <p14:xfrm>
              <a:off x="1153942" y="3470643"/>
              <a:ext cx="2678760" cy="1040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E5D944A-DB36-4744-DB4D-81134DC0D6C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44942" y="3461643"/>
                <a:ext cx="2696400" cy="12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3000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424BB4-34FB-E957-15E4-C616D9778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39047"/>
            <a:ext cx="10905066" cy="517990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47D22F-0597-3CB4-BC56-F39B9D60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200D0C-9078-2C44-9297-2E9260DDDD52}"/>
                  </a:ext>
                </a:extLst>
              </p14:cNvPr>
              <p14:cNvContentPartPr/>
              <p14:nvPr/>
            </p14:nvContentPartPr>
            <p14:xfrm>
              <a:off x="5240662" y="1482999"/>
              <a:ext cx="154440" cy="63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200D0C-9078-2C44-9297-2E9260DDDD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31662" y="1473999"/>
                <a:ext cx="172080" cy="8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73A0C902-FFC8-A3DF-D209-6B7B823AB528}"/>
              </a:ext>
            </a:extLst>
          </p:cNvPr>
          <p:cNvGrpSpPr/>
          <p:nvPr/>
        </p:nvGrpSpPr>
        <p:grpSpPr>
          <a:xfrm>
            <a:off x="5588062" y="1477959"/>
            <a:ext cx="1371240" cy="404280"/>
            <a:chOff x="5588062" y="1477959"/>
            <a:chExt cx="137124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D7B0E2-DDD9-D353-21B2-BC2AFB0BB10B}"/>
                    </a:ext>
                  </a:extLst>
                </p14:cNvPr>
                <p14:cNvContentPartPr/>
                <p14:nvPr/>
              </p14:nvContentPartPr>
              <p14:xfrm>
                <a:off x="5588062" y="1477959"/>
                <a:ext cx="189360" cy="56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CD7B0E2-DDD9-D353-21B2-BC2AFB0BB1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79045" y="1468959"/>
                  <a:ext cx="207034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B2BFE05-1FAE-E2B2-C010-34076738AE8D}"/>
                    </a:ext>
                  </a:extLst>
                </p14:cNvPr>
                <p14:cNvContentPartPr/>
                <p14:nvPr/>
              </p14:nvContentPartPr>
              <p14:xfrm>
                <a:off x="5596342" y="1526919"/>
                <a:ext cx="158040" cy="59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B2BFE05-1FAE-E2B2-C010-34076738AE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87342" y="1517919"/>
                  <a:ext cx="175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564884-824C-A547-D030-AA1FF4A3E691}"/>
                    </a:ext>
                  </a:extLst>
                </p14:cNvPr>
                <p14:cNvContentPartPr/>
                <p14:nvPr/>
              </p14:nvContentPartPr>
              <p14:xfrm>
                <a:off x="6047062" y="1489479"/>
                <a:ext cx="12600" cy="203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564884-824C-A547-D030-AA1FF4A3E6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38062" y="1480479"/>
                  <a:ext cx="30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34E7EC-A1A2-B7A6-1D4E-895A973CAEF7}"/>
                    </a:ext>
                  </a:extLst>
                </p14:cNvPr>
                <p14:cNvContentPartPr/>
                <p14:nvPr/>
              </p14:nvContentPartPr>
              <p14:xfrm>
                <a:off x="5991982" y="1502439"/>
                <a:ext cx="118080" cy="64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34E7EC-A1A2-B7A6-1D4E-895A973CAEF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82982" y="1493439"/>
                  <a:ext cx="135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5DC605D-8991-2AAE-B2A9-EDEE55A52912}"/>
                    </a:ext>
                  </a:extLst>
                </p14:cNvPr>
                <p14:cNvContentPartPr/>
                <p14:nvPr/>
              </p14:nvContentPartPr>
              <p14:xfrm>
                <a:off x="5849422" y="1692519"/>
                <a:ext cx="189360" cy="180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5DC605D-8991-2AAE-B2A9-EDEE55A529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40422" y="1683501"/>
                  <a:ext cx="207000" cy="1980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C6F4BB-F146-223F-7D21-8CBB29DCC076}"/>
                    </a:ext>
                  </a:extLst>
                </p14:cNvPr>
                <p14:cNvContentPartPr/>
                <p14:nvPr/>
              </p14:nvContentPartPr>
              <p14:xfrm>
                <a:off x="6042742" y="1737159"/>
                <a:ext cx="20520" cy="18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C6F4BB-F146-223F-7D21-8CBB29DCC07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33742" y="1728159"/>
                  <a:ext cx="38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5B7E707-C600-2A1C-AFE4-0A5B8A730C23}"/>
                    </a:ext>
                  </a:extLst>
                </p14:cNvPr>
                <p14:cNvContentPartPr/>
                <p14:nvPr/>
              </p14:nvContentPartPr>
              <p14:xfrm>
                <a:off x="6077302" y="1788999"/>
                <a:ext cx="70200" cy="93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5B7E707-C600-2A1C-AFE4-0A5B8A730C2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68348" y="1779999"/>
                  <a:ext cx="8775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0B69FD-432F-CD05-DEB2-7B996478DDCE}"/>
                    </a:ext>
                  </a:extLst>
                </p14:cNvPr>
                <p14:cNvContentPartPr/>
                <p14:nvPr/>
              </p14:nvContentPartPr>
              <p14:xfrm>
                <a:off x="6168022" y="1691439"/>
                <a:ext cx="167400" cy="179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0B69FD-432F-CD05-DEB2-7B996478DDC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59041" y="1682421"/>
                  <a:ext cx="185002" cy="1973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306542B-9314-4F4C-60F0-589809852E4D}"/>
                    </a:ext>
                  </a:extLst>
                </p14:cNvPr>
                <p14:cNvContentPartPr/>
                <p14:nvPr/>
              </p14:nvContentPartPr>
              <p14:xfrm>
                <a:off x="6330022" y="1695399"/>
                <a:ext cx="21240" cy="14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306542B-9314-4F4C-60F0-589809852E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20867" y="1686399"/>
                  <a:ext cx="39184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2B88B6-00B8-4DBB-8A5C-1B6E16DF256B}"/>
                    </a:ext>
                  </a:extLst>
                </p14:cNvPr>
                <p14:cNvContentPartPr/>
                <p14:nvPr/>
              </p14:nvContentPartPr>
              <p14:xfrm>
                <a:off x="6373222" y="1661559"/>
                <a:ext cx="71640" cy="19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2B88B6-00B8-4DBB-8A5C-1B6E16DF256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64222" y="1652559"/>
                  <a:ext cx="89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19DD9C-EBAF-9B5B-8B67-021DA14A1991}"/>
                    </a:ext>
                  </a:extLst>
                </p14:cNvPr>
                <p14:cNvContentPartPr/>
                <p14:nvPr/>
              </p14:nvContentPartPr>
              <p14:xfrm>
                <a:off x="6493102" y="1763799"/>
                <a:ext cx="109080" cy="81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19DD9C-EBAF-9B5B-8B67-021DA14A199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84102" y="1754759"/>
                  <a:ext cx="126720" cy="987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FC0202F-502D-7BB0-B408-7ECE261C06ED}"/>
                    </a:ext>
                  </a:extLst>
                </p14:cNvPr>
                <p14:cNvContentPartPr/>
                <p14:nvPr/>
              </p14:nvContentPartPr>
              <p14:xfrm>
                <a:off x="6624502" y="1667319"/>
                <a:ext cx="75600" cy="185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FC0202F-502D-7BB0-B408-7ECE261C06E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15502" y="1658319"/>
                  <a:ext cx="932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939186C-94F5-03A9-172E-1C3345890956}"/>
                    </a:ext>
                  </a:extLst>
                </p14:cNvPr>
                <p14:cNvContentPartPr/>
                <p14:nvPr/>
              </p14:nvContentPartPr>
              <p14:xfrm>
                <a:off x="6697942" y="1735359"/>
                <a:ext cx="24480" cy="26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939186C-94F5-03A9-172E-1C334589095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88808" y="1726234"/>
                  <a:ext cx="42383" cy="441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FEEB54-B12C-DBFB-6074-695F6D66D956}"/>
                    </a:ext>
                  </a:extLst>
                </p14:cNvPr>
                <p14:cNvContentPartPr/>
                <p14:nvPr/>
              </p14:nvContentPartPr>
              <p14:xfrm>
                <a:off x="6757702" y="1765959"/>
                <a:ext cx="201600" cy="10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FEEB54-B12C-DBFB-6074-695F6D66D95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748702" y="1756928"/>
                  <a:ext cx="219240" cy="1239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E424BBB-77A2-3312-1236-E1363E6FE33C}"/>
                  </a:ext>
                </a:extLst>
              </p14:cNvPr>
              <p14:cNvContentPartPr/>
              <p14:nvPr/>
            </p14:nvContentPartPr>
            <p14:xfrm>
              <a:off x="6563302" y="906999"/>
              <a:ext cx="252360" cy="278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E424BBB-77A2-3312-1236-E1363E6FE33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54302" y="897999"/>
                <a:ext cx="2700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ED6B8B4-DE5E-1B80-5088-B8D2AD6AD93E}"/>
                  </a:ext>
                </a:extLst>
              </p14:cNvPr>
              <p14:cNvContentPartPr/>
              <p14:nvPr/>
            </p14:nvContentPartPr>
            <p14:xfrm>
              <a:off x="6912142" y="1466079"/>
              <a:ext cx="582480" cy="37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ED6B8B4-DE5E-1B80-5088-B8D2AD6AD93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03142" y="1457079"/>
                <a:ext cx="6001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36D67EA-2B29-92F1-D566-49A1DFEC6C15}"/>
                  </a:ext>
                </a:extLst>
              </p14:cNvPr>
              <p14:cNvContentPartPr/>
              <p14:nvPr/>
            </p14:nvContentPartPr>
            <p14:xfrm>
              <a:off x="3672502" y="2250519"/>
              <a:ext cx="542160" cy="608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36D67EA-2B29-92F1-D566-49A1DFEC6C1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663502" y="2241519"/>
                <a:ext cx="5598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54BA597-A850-B147-5947-CE70E6B90807}"/>
                  </a:ext>
                </a:extLst>
              </p14:cNvPr>
              <p14:cNvContentPartPr/>
              <p14:nvPr/>
            </p14:nvContentPartPr>
            <p14:xfrm>
              <a:off x="1868182" y="1714839"/>
              <a:ext cx="238320" cy="30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54BA597-A850-B147-5947-CE70E6B9080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59182" y="1705839"/>
                <a:ext cx="25596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9B37717-2687-E1FC-2EB3-83BFE34FA7BB}"/>
                  </a:ext>
                </a:extLst>
              </p14:cNvPr>
              <p14:cNvContentPartPr/>
              <p14:nvPr/>
            </p14:nvContentPartPr>
            <p14:xfrm>
              <a:off x="2556862" y="1725999"/>
              <a:ext cx="249480" cy="50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9B37717-2687-E1FC-2EB3-83BFE34FA7BB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547875" y="1716999"/>
                <a:ext cx="267095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55478E8-5AAF-4694-18B3-F3303568608D}"/>
                  </a:ext>
                </a:extLst>
              </p14:cNvPr>
              <p14:cNvContentPartPr/>
              <p14:nvPr/>
            </p14:nvContentPartPr>
            <p14:xfrm>
              <a:off x="1797982" y="1995999"/>
              <a:ext cx="627480" cy="61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55478E8-5AAF-4694-18B3-F3303568608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788987" y="1987052"/>
                <a:ext cx="645110" cy="787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03E30E9-0D9F-42CD-01EA-F00B4D91AF99}"/>
                  </a:ext>
                </a:extLst>
              </p14:cNvPr>
              <p14:cNvContentPartPr/>
              <p14:nvPr/>
            </p14:nvContentPartPr>
            <p14:xfrm>
              <a:off x="3305662" y="2010039"/>
              <a:ext cx="1080" cy="1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03E30E9-0D9F-42CD-01EA-F00B4D91AF9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292162" y="2001039"/>
                <a:ext cx="275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B003033-1140-EA07-6429-9E6ED7E304AC}"/>
                  </a:ext>
                </a:extLst>
              </p14:cNvPr>
              <p14:cNvContentPartPr/>
              <p14:nvPr/>
            </p14:nvContentPartPr>
            <p14:xfrm>
              <a:off x="3999022" y="1939479"/>
              <a:ext cx="4680" cy="61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B003033-1140-EA07-6429-9E6ED7E304A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990665" y="1929916"/>
                <a:ext cx="21060" cy="24863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A056509-2A61-EC37-9F4C-5D9E48246FEA}"/>
              </a:ext>
            </a:extLst>
          </p:cNvPr>
          <p:cNvGrpSpPr/>
          <p:nvPr/>
        </p:nvGrpSpPr>
        <p:grpSpPr>
          <a:xfrm>
            <a:off x="2009302" y="2470839"/>
            <a:ext cx="192240" cy="95400"/>
            <a:chOff x="2009302" y="2470839"/>
            <a:chExt cx="192240" cy="9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CC6A74-E81B-92D8-D635-645EBDB20446}"/>
                    </a:ext>
                  </a:extLst>
                </p14:cNvPr>
                <p14:cNvContentPartPr/>
                <p14:nvPr/>
              </p14:nvContentPartPr>
              <p14:xfrm>
                <a:off x="2009302" y="2494599"/>
                <a:ext cx="112320" cy="2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CC6A74-E81B-92D8-D635-645EBDB204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000273" y="2485752"/>
                  <a:ext cx="130017" cy="382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A985FE-A635-ECBA-A0C1-35194D050250}"/>
                    </a:ext>
                  </a:extLst>
                </p14:cNvPr>
                <p14:cNvContentPartPr/>
                <p14:nvPr/>
              </p14:nvContentPartPr>
              <p14:xfrm>
                <a:off x="2107222" y="2470839"/>
                <a:ext cx="94320" cy="95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A985FE-A635-ECBA-A0C1-35194D05025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098256" y="2461839"/>
                  <a:ext cx="111893" cy="11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9078C30-82EB-07B4-D616-1B5D83D6F1E3}"/>
                  </a:ext>
                </a:extLst>
              </p14:cNvPr>
              <p14:cNvContentPartPr/>
              <p14:nvPr/>
            </p14:nvContentPartPr>
            <p14:xfrm>
              <a:off x="3640462" y="2567319"/>
              <a:ext cx="899280" cy="378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9078C30-82EB-07B4-D616-1B5D83D6F1E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631462" y="2558319"/>
                <a:ext cx="91692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EC5A433-0EA4-E8AD-CDEF-BE1829DF3FBE}"/>
              </a:ext>
            </a:extLst>
          </p:cNvPr>
          <p:cNvGrpSpPr/>
          <p:nvPr/>
        </p:nvGrpSpPr>
        <p:grpSpPr>
          <a:xfrm>
            <a:off x="2105422" y="2701959"/>
            <a:ext cx="129600" cy="126360"/>
            <a:chOff x="2105422" y="2701959"/>
            <a:chExt cx="129600" cy="12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81894C-6344-80BF-295D-F9568E1FD680}"/>
                    </a:ext>
                  </a:extLst>
                </p14:cNvPr>
                <p14:cNvContentPartPr/>
                <p14:nvPr/>
              </p14:nvContentPartPr>
              <p14:xfrm>
                <a:off x="2105422" y="2768559"/>
                <a:ext cx="113760" cy="15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81894C-6344-80BF-295D-F9568E1FD68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96422" y="2759559"/>
                  <a:ext cx="131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B5B966-25AB-26ED-6826-C5E2B6674299}"/>
                    </a:ext>
                  </a:extLst>
                </p14:cNvPr>
                <p14:cNvContentPartPr/>
                <p14:nvPr/>
              </p14:nvContentPartPr>
              <p14:xfrm>
                <a:off x="2200102" y="2701959"/>
                <a:ext cx="34920" cy="12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B5B966-25AB-26ED-6826-C5E2B667429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191102" y="2692959"/>
                  <a:ext cx="52560" cy="14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421E1F6-E371-5A30-E865-A6A8F64234E0}"/>
              </a:ext>
            </a:extLst>
          </p:cNvPr>
          <p:cNvGrpSpPr/>
          <p:nvPr/>
        </p:nvGrpSpPr>
        <p:grpSpPr>
          <a:xfrm>
            <a:off x="2095342" y="3043599"/>
            <a:ext cx="163440" cy="100080"/>
            <a:chOff x="2095342" y="3043599"/>
            <a:chExt cx="163440" cy="1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754F9A4-009E-3ADA-5029-593D48441098}"/>
                    </a:ext>
                  </a:extLst>
                </p14:cNvPr>
                <p14:cNvContentPartPr/>
                <p14:nvPr/>
              </p14:nvContentPartPr>
              <p14:xfrm>
                <a:off x="2095342" y="3086799"/>
                <a:ext cx="113040" cy="35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754F9A4-009E-3ADA-5029-593D4844109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086342" y="3077799"/>
                  <a:ext cx="130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7AD1FC7-6AFC-180E-789D-F6B62C417993}"/>
                    </a:ext>
                  </a:extLst>
                </p14:cNvPr>
                <p14:cNvContentPartPr/>
                <p14:nvPr/>
              </p14:nvContentPartPr>
              <p14:xfrm>
                <a:off x="2183542" y="3043599"/>
                <a:ext cx="75240" cy="10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7AD1FC7-6AFC-180E-789D-F6B62C41799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174542" y="3034599"/>
                  <a:ext cx="9288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0E353E8-4FB0-BF9F-B20C-43F76B49A8F3}"/>
                  </a:ext>
                </a:extLst>
              </p14:cNvPr>
              <p14:cNvContentPartPr/>
              <p14:nvPr/>
            </p14:nvContentPartPr>
            <p14:xfrm>
              <a:off x="2779702" y="3384519"/>
              <a:ext cx="878400" cy="774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0E353E8-4FB0-BF9F-B20C-43F76B49A8F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770698" y="3375519"/>
                <a:ext cx="896047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B2155DC-C368-E200-6D73-A43F718C9BBD}"/>
                  </a:ext>
                </a:extLst>
              </p14:cNvPr>
              <p14:cNvContentPartPr/>
              <p14:nvPr/>
            </p14:nvContentPartPr>
            <p14:xfrm>
              <a:off x="4081822" y="3020559"/>
              <a:ext cx="3146400" cy="438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B2155DC-C368-E200-6D73-A43F718C9BB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072823" y="3011559"/>
                <a:ext cx="3164038" cy="45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0979492B-1A57-376E-F717-D59D4060B4FB}"/>
              </a:ext>
            </a:extLst>
          </p:cNvPr>
          <p:cNvGrpSpPr/>
          <p:nvPr/>
        </p:nvGrpSpPr>
        <p:grpSpPr>
          <a:xfrm>
            <a:off x="6526942" y="2472639"/>
            <a:ext cx="729000" cy="259920"/>
            <a:chOff x="6526942" y="2472639"/>
            <a:chExt cx="729000" cy="25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9900C73-1B76-7B00-C973-5E0C6251546D}"/>
                    </a:ext>
                  </a:extLst>
                </p14:cNvPr>
                <p14:cNvContentPartPr/>
                <p14:nvPr/>
              </p14:nvContentPartPr>
              <p14:xfrm>
                <a:off x="6526942" y="2489559"/>
                <a:ext cx="32400" cy="127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9900C73-1B76-7B00-C973-5E0C6251546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17942" y="2480559"/>
                  <a:ext cx="50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A98ABEC-1E5C-D6DE-94E9-34ECBCC63420}"/>
                    </a:ext>
                  </a:extLst>
                </p14:cNvPr>
                <p14:cNvContentPartPr/>
                <p14:nvPr/>
              </p14:nvContentPartPr>
              <p14:xfrm>
                <a:off x="6584902" y="2505039"/>
                <a:ext cx="15120" cy="86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A98ABEC-1E5C-D6DE-94E9-34ECBCC6342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75682" y="2496039"/>
                  <a:ext cx="3319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17FB0F-846A-320C-62D8-60F848B6AEB3}"/>
                    </a:ext>
                  </a:extLst>
                </p14:cNvPr>
                <p14:cNvContentPartPr/>
                <p14:nvPr/>
              </p14:nvContentPartPr>
              <p14:xfrm>
                <a:off x="6749422" y="2585319"/>
                <a:ext cx="217440" cy="147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17FB0F-846A-320C-62D8-60F848B6AEB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40422" y="2576319"/>
                  <a:ext cx="235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D265FB-E59C-1E1E-5CB0-CE5B12302BB5}"/>
                    </a:ext>
                  </a:extLst>
                </p14:cNvPr>
                <p14:cNvContentPartPr/>
                <p14:nvPr/>
              </p14:nvContentPartPr>
              <p14:xfrm>
                <a:off x="6966862" y="2564439"/>
                <a:ext cx="24480" cy="7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D265FB-E59C-1E1E-5CB0-CE5B12302B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57862" y="2555439"/>
                  <a:ext cx="421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48D0DE-3744-3FF6-E017-8CA7FF134C9C}"/>
                    </a:ext>
                  </a:extLst>
                </p14:cNvPr>
                <p14:cNvContentPartPr/>
                <p14:nvPr/>
              </p14:nvContentPartPr>
              <p14:xfrm>
                <a:off x="7023742" y="2472639"/>
                <a:ext cx="232200" cy="224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48D0DE-3744-3FF6-E017-8CA7FF134C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14742" y="2463639"/>
                  <a:ext cx="24984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4714AF8-A7A6-604E-9F45-37FBA7DF0E69}"/>
              </a:ext>
            </a:extLst>
          </p:cNvPr>
          <p:cNvGrpSpPr/>
          <p:nvPr/>
        </p:nvGrpSpPr>
        <p:grpSpPr>
          <a:xfrm>
            <a:off x="7568062" y="2435199"/>
            <a:ext cx="1368360" cy="454680"/>
            <a:chOff x="7568062" y="2435199"/>
            <a:chExt cx="136836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4D685D5-79D8-8505-16B0-75BEDA956324}"/>
                    </a:ext>
                  </a:extLst>
                </p14:cNvPr>
                <p14:cNvContentPartPr/>
                <p14:nvPr/>
              </p14:nvContentPartPr>
              <p14:xfrm>
                <a:off x="7568062" y="2599719"/>
                <a:ext cx="111240" cy="24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4D685D5-79D8-8505-16B0-75BEDA95632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59062" y="2590719"/>
                  <a:ext cx="128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EB08BE-FA28-4C77-AB40-DDB8DB8D0C02}"/>
                    </a:ext>
                  </a:extLst>
                </p14:cNvPr>
                <p14:cNvContentPartPr/>
                <p14:nvPr/>
              </p14:nvContentPartPr>
              <p14:xfrm>
                <a:off x="7720702" y="2465439"/>
                <a:ext cx="339480" cy="248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EB08BE-FA28-4C77-AB40-DDB8DB8D0C0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711702" y="2456439"/>
                  <a:ext cx="357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D7C3333-5247-E132-04A1-AADD883BC1E2}"/>
                    </a:ext>
                  </a:extLst>
                </p14:cNvPr>
                <p14:cNvContentPartPr/>
                <p14:nvPr/>
              </p14:nvContentPartPr>
              <p14:xfrm>
                <a:off x="8123182" y="2436279"/>
                <a:ext cx="335520" cy="270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D7C3333-5247-E132-04A1-AADD883BC1E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14182" y="2427291"/>
                  <a:ext cx="353160" cy="287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D2285C7-2672-FDBC-CE36-DA906EB446CE}"/>
                    </a:ext>
                  </a:extLst>
                </p14:cNvPr>
                <p14:cNvContentPartPr/>
                <p14:nvPr/>
              </p14:nvContentPartPr>
              <p14:xfrm>
                <a:off x="8442142" y="2552919"/>
                <a:ext cx="17280" cy="19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D2285C7-2672-FDBC-CE36-DA906EB446C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433142" y="2543919"/>
                  <a:ext cx="3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4C42CD6-E381-B4AC-69A9-65A1C3AA9504}"/>
                    </a:ext>
                  </a:extLst>
                </p14:cNvPr>
                <p14:cNvContentPartPr/>
                <p14:nvPr/>
              </p14:nvContentPartPr>
              <p14:xfrm>
                <a:off x="8489662" y="2449239"/>
                <a:ext cx="158040" cy="243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4C42CD6-E381-B4AC-69A9-65A1C3AA950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480662" y="2440239"/>
                  <a:ext cx="1756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3416246-45BD-BFEE-4C0B-19A0C79B327C}"/>
                    </a:ext>
                  </a:extLst>
                </p14:cNvPr>
                <p14:cNvContentPartPr/>
                <p14:nvPr/>
              </p14:nvContentPartPr>
              <p14:xfrm>
                <a:off x="8645902" y="2544279"/>
                <a:ext cx="17280" cy="25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3416246-45BD-BFEE-4C0B-19A0C79B327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36902" y="2535279"/>
                  <a:ext cx="3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00BA3AD-883F-5537-A008-29061D7E7A5A}"/>
                    </a:ext>
                  </a:extLst>
                </p14:cNvPr>
                <p14:cNvContentPartPr/>
                <p14:nvPr/>
              </p14:nvContentPartPr>
              <p14:xfrm>
                <a:off x="8706022" y="2435199"/>
                <a:ext cx="230400" cy="454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00BA3AD-883F-5537-A008-29061D7E7A5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697036" y="2426206"/>
                  <a:ext cx="248012" cy="47230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AB5B7CF-774B-D8F9-96FE-B9721FCBF248}"/>
                  </a:ext>
                </a:extLst>
              </p14:cNvPr>
              <p14:cNvContentPartPr/>
              <p14:nvPr/>
            </p14:nvContentPartPr>
            <p14:xfrm>
              <a:off x="9120022" y="2398479"/>
              <a:ext cx="73440" cy="1026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AB5B7CF-774B-D8F9-96FE-B9721FCBF24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111022" y="2389479"/>
                <a:ext cx="9108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8B88F8B-E33F-35BF-65C6-CF1FD8067E78}"/>
              </a:ext>
            </a:extLst>
          </p:cNvPr>
          <p:cNvGrpSpPr/>
          <p:nvPr/>
        </p:nvGrpSpPr>
        <p:grpSpPr>
          <a:xfrm>
            <a:off x="5318782" y="3286415"/>
            <a:ext cx="2083680" cy="275944"/>
            <a:chOff x="5318782" y="3286415"/>
            <a:chExt cx="2083680" cy="275944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AB6557-A6F4-DA7A-D89C-45010B06F30C}"/>
                    </a:ext>
                  </a:extLst>
                </p14:cNvPr>
                <p14:cNvContentPartPr/>
                <p14:nvPr/>
              </p14:nvContentPartPr>
              <p14:xfrm>
                <a:off x="5318782" y="3315759"/>
                <a:ext cx="2064600" cy="2466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AB6557-A6F4-DA7A-D89C-45010B06F30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309784" y="3306759"/>
                  <a:ext cx="2082237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4AE1792-3520-3872-3DA5-0B0E2EA2ACE5}"/>
                    </a:ext>
                  </a:extLst>
                </p14:cNvPr>
                <p14:cNvContentPartPr/>
                <p14:nvPr/>
              </p14:nvContentPartPr>
              <p14:xfrm>
                <a:off x="7321102" y="3286415"/>
                <a:ext cx="81360" cy="226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4AE1792-3520-3872-3DA5-0B0E2EA2ACE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312102" y="3277415"/>
                  <a:ext cx="9900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24D8DD9-D0A3-3EB2-9ACF-27B6FC7630EB}"/>
                  </a:ext>
                </a:extLst>
              </p14:cNvPr>
              <p14:cNvContentPartPr/>
              <p14:nvPr/>
            </p14:nvContentPartPr>
            <p14:xfrm>
              <a:off x="4161022" y="3431763"/>
              <a:ext cx="122400" cy="946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24D8DD9-D0A3-3EB2-9ACF-27B6FC7630E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4151995" y="3422729"/>
                <a:ext cx="140092" cy="112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7F1E4BB-1F58-A40F-7FD5-ADF9BECE63E1}"/>
                  </a:ext>
                </a:extLst>
              </p14:cNvPr>
              <p14:cNvContentPartPr/>
              <p14:nvPr/>
            </p14:nvContentPartPr>
            <p14:xfrm>
              <a:off x="4978942" y="3405123"/>
              <a:ext cx="17280" cy="75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7F1E4BB-1F58-A40F-7FD5-ADF9BECE63E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969942" y="3396123"/>
                <a:ext cx="3492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991DAB51-979C-37A6-9842-F0A8367C7D44}"/>
              </a:ext>
            </a:extLst>
          </p:cNvPr>
          <p:cNvGrpSpPr/>
          <p:nvPr/>
        </p:nvGrpSpPr>
        <p:grpSpPr>
          <a:xfrm>
            <a:off x="4604542" y="2525283"/>
            <a:ext cx="1017720" cy="499320"/>
            <a:chOff x="4604542" y="2525283"/>
            <a:chExt cx="1017720" cy="499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33AAB22-9C0C-2617-C24A-DD54125D1F8B}"/>
                    </a:ext>
                  </a:extLst>
                </p14:cNvPr>
                <p14:cNvContentPartPr/>
                <p14:nvPr/>
              </p14:nvContentPartPr>
              <p14:xfrm>
                <a:off x="4604542" y="2830203"/>
                <a:ext cx="101520" cy="186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33AAB22-9C0C-2617-C24A-DD54125D1F8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595542" y="2821203"/>
                  <a:ext cx="1191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933CE92-7761-8B24-937D-DF57C107B672}"/>
                    </a:ext>
                  </a:extLst>
                </p14:cNvPr>
                <p14:cNvContentPartPr/>
                <p14:nvPr/>
              </p14:nvContentPartPr>
              <p14:xfrm>
                <a:off x="4795702" y="2700243"/>
                <a:ext cx="325080" cy="138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933CE92-7761-8B24-937D-DF57C107B67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786692" y="2691243"/>
                  <a:ext cx="3427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A9A864-258F-ACA6-4B8A-F7A112806768}"/>
                    </a:ext>
                  </a:extLst>
                </p14:cNvPr>
                <p14:cNvContentPartPr/>
                <p14:nvPr/>
              </p14:nvContentPartPr>
              <p14:xfrm>
                <a:off x="5075782" y="2645883"/>
                <a:ext cx="48600" cy="9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A9A864-258F-ACA6-4B8A-F7A11280676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066782" y="2636883"/>
                  <a:ext cx="66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06AE51E-73A4-484B-81D7-53A299471ADB}"/>
                    </a:ext>
                  </a:extLst>
                </p14:cNvPr>
                <p14:cNvContentPartPr/>
                <p14:nvPr/>
              </p14:nvContentPartPr>
              <p14:xfrm>
                <a:off x="5167942" y="2525283"/>
                <a:ext cx="41760" cy="304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06AE51E-73A4-484B-81D7-53A299471AD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58942" y="2516283"/>
                  <a:ext cx="594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6A25F7D-5378-7F57-E694-4C3053833694}"/>
                    </a:ext>
                  </a:extLst>
                </p14:cNvPr>
                <p14:cNvContentPartPr/>
                <p14:nvPr/>
              </p14:nvContentPartPr>
              <p14:xfrm>
                <a:off x="5138782" y="2610603"/>
                <a:ext cx="273600" cy="160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6A25F7D-5378-7F57-E694-4C3053833694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129782" y="2601603"/>
                  <a:ext cx="291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84ED385-4302-3445-1E7C-3795AB7B45FE}"/>
                    </a:ext>
                  </a:extLst>
                </p14:cNvPr>
                <p14:cNvContentPartPr/>
                <p14:nvPr/>
              </p14:nvContentPartPr>
              <p14:xfrm>
                <a:off x="5416342" y="2589363"/>
                <a:ext cx="205920" cy="93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84ED385-4302-3445-1E7C-3795AB7B45F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407342" y="2580363"/>
                  <a:ext cx="223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2A93AEE-D845-D04E-6084-0B6EB51616DA}"/>
                    </a:ext>
                  </a:extLst>
                </p14:cNvPr>
                <p14:cNvContentPartPr/>
                <p14:nvPr/>
              </p14:nvContentPartPr>
              <p14:xfrm>
                <a:off x="5041582" y="2840643"/>
                <a:ext cx="63000" cy="1814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2A93AEE-D845-D04E-6084-0B6EB51616D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032582" y="2831643"/>
                  <a:ext cx="806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864B1F8-3B35-C19E-1D32-B33E5AE3FB0F}"/>
                    </a:ext>
                  </a:extLst>
                </p14:cNvPr>
                <p14:cNvContentPartPr/>
                <p14:nvPr/>
              </p14:nvContentPartPr>
              <p14:xfrm>
                <a:off x="5129422" y="2879163"/>
                <a:ext cx="82440" cy="950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864B1F8-3B35-C19E-1D32-B33E5AE3FB0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120422" y="2870163"/>
                  <a:ext cx="100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0AD4F66-C863-EF72-7FF4-64C393AAD13E}"/>
                    </a:ext>
                  </a:extLst>
                </p14:cNvPr>
                <p14:cNvContentPartPr/>
                <p14:nvPr/>
              </p14:nvContentPartPr>
              <p14:xfrm>
                <a:off x="5257942" y="2959443"/>
                <a:ext cx="9720" cy="558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0AD4F66-C863-EF72-7FF4-64C393AAD13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248942" y="2950385"/>
                  <a:ext cx="27360" cy="73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AF5FC2-C36B-298D-162C-5A3E2B09D6F4}"/>
                    </a:ext>
                  </a:extLst>
                </p14:cNvPr>
                <p14:cNvContentPartPr/>
                <p14:nvPr/>
              </p14:nvContentPartPr>
              <p14:xfrm>
                <a:off x="5305462" y="2851083"/>
                <a:ext cx="28800" cy="104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AF5FC2-C36B-298D-162C-5A3E2B09D6F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96573" y="2842083"/>
                  <a:ext cx="46222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12E062-AA21-AB22-8A70-04B4E2C463BD}"/>
                    </a:ext>
                  </a:extLst>
                </p14:cNvPr>
                <p14:cNvContentPartPr/>
                <p14:nvPr/>
              </p14:nvContentPartPr>
              <p14:xfrm>
                <a:off x="5332102" y="2756403"/>
                <a:ext cx="112320" cy="268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12E062-AA21-AB22-8A70-04B4E2C463B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323073" y="2747403"/>
                  <a:ext cx="130017" cy="28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557CCB3-BC73-5EC1-27C3-08FD7656703F}"/>
                  </a:ext>
                </a:extLst>
              </p14:cNvPr>
              <p14:cNvContentPartPr/>
              <p14:nvPr/>
            </p14:nvContentPartPr>
            <p14:xfrm>
              <a:off x="3898942" y="3735603"/>
              <a:ext cx="208440" cy="133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557CCB3-BC73-5EC1-27C3-08FD7656703F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889942" y="3726603"/>
                <a:ext cx="2260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E8B9C70-F2AA-176B-BB85-C54BE59B1859}"/>
                  </a:ext>
                </a:extLst>
              </p14:cNvPr>
              <p14:cNvContentPartPr/>
              <p14:nvPr/>
            </p14:nvContentPartPr>
            <p14:xfrm>
              <a:off x="4438942" y="3715803"/>
              <a:ext cx="154800" cy="428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E8B9C70-F2AA-176B-BB85-C54BE59B185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429942" y="3706803"/>
                <a:ext cx="17244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A87BE53-7A5D-1043-2C39-E1906F6A92FA}"/>
                  </a:ext>
                </a:extLst>
              </p14:cNvPr>
              <p14:cNvContentPartPr/>
              <p14:nvPr/>
            </p14:nvContentPartPr>
            <p14:xfrm>
              <a:off x="3005782" y="4539843"/>
              <a:ext cx="533160" cy="424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A87BE53-7A5D-1043-2C39-E1906F6A92FA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996782" y="4530843"/>
                <a:ext cx="5508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CA6AB11-58FA-B03C-4441-2A3EDB5F65D6}"/>
                  </a:ext>
                </a:extLst>
              </p14:cNvPr>
              <p14:cNvContentPartPr/>
              <p14:nvPr/>
            </p14:nvContentPartPr>
            <p14:xfrm>
              <a:off x="2166622" y="3310083"/>
              <a:ext cx="215640" cy="4068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CA6AB11-58FA-B03C-4441-2A3EDB5F65D6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157622" y="3301083"/>
                <a:ext cx="23328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D32815A-AE13-D509-601D-65605974D7CC}"/>
                  </a:ext>
                </a:extLst>
              </p14:cNvPr>
              <p14:cNvContentPartPr/>
              <p14:nvPr/>
            </p14:nvContentPartPr>
            <p14:xfrm>
              <a:off x="2951422" y="4549563"/>
              <a:ext cx="459720" cy="241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D32815A-AE13-D509-601D-65605974D7CC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2942429" y="4540695"/>
                <a:ext cx="477346" cy="41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E78B66C-5E7C-6A15-92CE-12F091777758}"/>
                  </a:ext>
                </a:extLst>
              </p14:cNvPr>
              <p14:cNvContentPartPr/>
              <p14:nvPr/>
            </p14:nvContentPartPr>
            <p14:xfrm>
              <a:off x="6408502" y="3144843"/>
              <a:ext cx="792720" cy="3528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E78B66C-5E7C-6A15-92CE-12F091777758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6354502" y="3036843"/>
                <a:ext cx="90036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7F2D109-808E-0A0D-A410-2AF68E204A4E}"/>
                  </a:ext>
                </a:extLst>
              </p14:cNvPr>
              <p14:cNvContentPartPr/>
              <p14:nvPr/>
            </p14:nvContentPartPr>
            <p14:xfrm>
              <a:off x="2364262" y="2012643"/>
              <a:ext cx="260640" cy="2242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7F2D109-808E-0A0D-A410-2AF68E204A4E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2310262" y="1904643"/>
                <a:ext cx="36828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57B1BDE-AE0D-A013-4A1B-6C6626FD3DDA}"/>
                  </a:ext>
                </a:extLst>
              </p14:cNvPr>
              <p14:cNvContentPartPr/>
              <p14:nvPr/>
            </p14:nvContentPartPr>
            <p14:xfrm>
              <a:off x="3313222" y="2111643"/>
              <a:ext cx="1625400" cy="572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57B1BDE-AE0D-A013-4A1B-6C6626FD3DDA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307103" y="2105523"/>
                <a:ext cx="1637637" cy="58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4407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Annealing schedules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Logarithmic annealing schedule</a:t>
            </a: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Exponential annealing schedule</a:t>
            </a: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Fast annealing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1E7D170-263C-4F71-912C-D3715B6D29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261" t="5324" r="44739" b="85507"/>
          <a:stretch/>
        </p:blipFill>
        <p:spPr>
          <a:xfrm>
            <a:off x="1717482" y="3573344"/>
            <a:ext cx="5375082" cy="231011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A3E23FF-220C-4826-9D75-BFFF0BEC639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783" t="5324" r="48652" b="85507"/>
          <a:stretch/>
        </p:blipFill>
        <p:spPr>
          <a:xfrm>
            <a:off x="2437075" y="5063223"/>
            <a:ext cx="3935896" cy="245079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765B0E7-9C88-4AA4-AC99-21DCF9A6AC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1834" y="865149"/>
            <a:ext cx="4333460" cy="542347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54EA2C8-0F71-419E-A766-4E936C161F9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38197" t="9930" r="35246" b="78816"/>
          <a:stretch/>
        </p:blipFill>
        <p:spPr>
          <a:xfrm>
            <a:off x="1823761" y="1880452"/>
            <a:ext cx="5647553" cy="30970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1027F-1791-49D1-A9D3-93527CCF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9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78F87A-5C2A-59C0-10D7-1C61B9FA2AE8}"/>
              </a:ext>
            </a:extLst>
          </p:cNvPr>
          <p:cNvGrpSpPr/>
          <p:nvPr/>
        </p:nvGrpSpPr>
        <p:grpSpPr>
          <a:xfrm>
            <a:off x="591622" y="2818323"/>
            <a:ext cx="1472040" cy="717480"/>
            <a:chOff x="591622" y="2818323"/>
            <a:chExt cx="1472040" cy="71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310B8F3-E9C3-FBF7-0374-612536D70B77}"/>
                    </a:ext>
                  </a:extLst>
                </p14:cNvPr>
                <p14:cNvContentPartPr/>
                <p14:nvPr/>
              </p14:nvContentPartPr>
              <p14:xfrm>
                <a:off x="623662" y="3260763"/>
                <a:ext cx="39600" cy="275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310B8F3-E9C3-FBF7-0374-612536D70B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7542" y="3254635"/>
                  <a:ext cx="51840" cy="2872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19B6ED-4D70-DDA8-D182-5DB7AFBC4ACE}"/>
                    </a:ext>
                  </a:extLst>
                </p14:cNvPr>
                <p14:cNvContentPartPr/>
                <p14:nvPr/>
              </p14:nvContentPartPr>
              <p14:xfrm>
                <a:off x="591622" y="3189123"/>
                <a:ext cx="457920" cy="297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19B6ED-4D70-DDA8-D182-5DB7AFBC4A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5502" y="3183003"/>
                  <a:ext cx="4701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C38DC1-F97F-F378-51B5-AA50497A4458}"/>
                    </a:ext>
                  </a:extLst>
                </p14:cNvPr>
                <p14:cNvContentPartPr/>
                <p14:nvPr/>
              </p14:nvContentPartPr>
              <p14:xfrm>
                <a:off x="1101742" y="3359043"/>
                <a:ext cx="3600" cy="3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C38DC1-F97F-F378-51B5-AA50497A44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5622" y="3352923"/>
                  <a:ext cx="158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C0012C-1F9B-345C-4208-054B9A490F26}"/>
                    </a:ext>
                  </a:extLst>
                </p14:cNvPr>
                <p14:cNvContentPartPr/>
                <p14:nvPr/>
              </p14:nvContentPartPr>
              <p14:xfrm>
                <a:off x="1075102" y="3256083"/>
                <a:ext cx="119880" cy="143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C0012C-1F9B-345C-4208-054B9A490F2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8964" y="3249963"/>
                  <a:ext cx="132157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AFB5C08-D8D9-1A37-D663-0600F1E20D51}"/>
                    </a:ext>
                  </a:extLst>
                </p14:cNvPr>
                <p14:cNvContentPartPr/>
                <p14:nvPr/>
              </p14:nvContentPartPr>
              <p14:xfrm>
                <a:off x="1103542" y="3234843"/>
                <a:ext cx="165240" cy="155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AFB5C08-D8D9-1A37-D663-0600F1E20D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7422" y="3228723"/>
                  <a:ext cx="177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324049-D4FA-1621-E107-5CD47A6A93BC}"/>
                    </a:ext>
                  </a:extLst>
                </p14:cNvPr>
                <p14:cNvContentPartPr/>
                <p14:nvPr/>
              </p14:nvContentPartPr>
              <p14:xfrm>
                <a:off x="1255822" y="3209643"/>
                <a:ext cx="79920" cy="104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324049-D4FA-1621-E107-5CD47A6A93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49702" y="3203544"/>
                  <a:ext cx="92160" cy="1162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A1E23FB-8C9B-6F35-F31A-A9BA1A606E39}"/>
                    </a:ext>
                  </a:extLst>
                </p14:cNvPr>
                <p14:cNvContentPartPr/>
                <p14:nvPr/>
              </p14:nvContentPartPr>
              <p14:xfrm>
                <a:off x="1351942" y="3084363"/>
                <a:ext cx="132840" cy="205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A1E23FB-8C9B-6F35-F31A-A9BA1A606E3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45822" y="3078243"/>
                  <a:ext cx="1450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8959D6-5A4A-4B34-CDC2-DDA2F07C3D72}"/>
                    </a:ext>
                  </a:extLst>
                </p14:cNvPr>
                <p14:cNvContentPartPr/>
                <p14:nvPr/>
              </p14:nvContentPartPr>
              <p14:xfrm>
                <a:off x="1462822" y="3105243"/>
                <a:ext cx="27720" cy="1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8959D6-5A4A-4B34-CDC2-DDA2F07C3D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56702" y="3098919"/>
                  <a:ext cx="39960" cy="238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C0F462-42C5-3131-0F69-64CE7E5DB86A}"/>
                    </a:ext>
                  </a:extLst>
                </p14:cNvPr>
                <p14:cNvContentPartPr/>
                <p14:nvPr/>
              </p14:nvContentPartPr>
              <p14:xfrm>
                <a:off x="1580902" y="2818323"/>
                <a:ext cx="482760" cy="361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C0F462-42C5-3131-0F69-64CE7E5DB86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4782" y="2812203"/>
                  <a:ext cx="495000" cy="37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D09417-C93C-0FEC-619A-2C1EB95896E6}"/>
              </a:ext>
            </a:extLst>
          </p:cNvPr>
          <p:cNvGrpSpPr/>
          <p:nvPr/>
        </p:nvGrpSpPr>
        <p:grpSpPr>
          <a:xfrm>
            <a:off x="4585822" y="5017563"/>
            <a:ext cx="335520" cy="88920"/>
            <a:chOff x="4585822" y="5017563"/>
            <a:chExt cx="335520" cy="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4A38609-02AD-C2FF-AFD3-826C15093892}"/>
                    </a:ext>
                  </a:extLst>
                </p14:cNvPr>
                <p14:cNvContentPartPr/>
                <p14:nvPr/>
              </p14:nvContentPartPr>
              <p14:xfrm>
                <a:off x="4585822" y="5017563"/>
                <a:ext cx="316440" cy="66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4A38609-02AD-C2FF-AFD3-826C1509389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79702" y="5011443"/>
                  <a:ext cx="328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94B207-FFFA-0CD1-A9B4-50E3AC274241}"/>
                    </a:ext>
                  </a:extLst>
                </p14:cNvPr>
                <p14:cNvContentPartPr/>
                <p14:nvPr/>
              </p14:nvContentPartPr>
              <p14:xfrm>
                <a:off x="4644862" y="5049603"/>
                <a:ext cx="276480" cy="56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94B207-FFFA-0CD1-A9B4-50E3AC27424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38742" y="5043483"/>
                  <a:ext cx="28872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48974B4-0989-0F8C-9C85-40084CB64FEB}"/>
                  </a:ext>
                </a:extLst>
              </p14:cNvPr>
              <p14:cNvContentPartPr/>
              <p14:nvPr/>
            </p14:nvContentPartPr>
            <p14:xfrm>
              <a:off x="10218022" y="5001003"/>
              <a:ext cx="291960" cy="33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48974B4-0989-0F8C-9C85-40084CB64FE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11902" y="4994816"/>
                <a:ext cx="304200" cy="45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93E2BB2-C330-7048-D309-012438947207}"/>
                  </a:ext>
                </a:extLst>
              </p14:cNvPr>
              <p14:cNvContentPartPr/>
              <p14:nvPr/>
            </p14:nvContentPartPr>
            <p14:xfrm>
              <a:off x="10253662" y="5349483"/>
              <a:ext cx="348840" cy="64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93E2BB2-C330-7048-D309-01243894720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247542" y="5343363"/>
                <a:ext cx="3610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6D94E93-61E8-1989-47C0-26FE263D244A}"/>
                  </a:ext>
                </a:extLst>
              </p14:cNvPr>
              <p14:cNvContentPartPr/>
              <p14:nvPr/>
            </p14:nvContentPartPr>
            <p14:xfrm>
              <a:off x="10233502" y="5794083"/>
              <a:ext cx="431280" cy="475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6D94E93-61E8-1989-47C0-26FE263D244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227382" y="5787916"/>
                <a:ext cx="443520" cy="59853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8560A8F9-B3FC-7646-CFDE-3FE7A30F6302}"/>
              </a:ext>
            </a:extLst>
          </p:cNvPr>
          <p:cNvGrpSpPr/>
          <p:nvPr/>
        </p:nvGrpSpPr>
        <p:grpSpPr>
          <a:xfrm>
            <a:off x="9534382" y="3685563"/>
            <a:ext cx="510120" cy="53280"/>
            <a:chOff x="9534382" y="3685563"/>
            <a:chExt cx="510120" cy="5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74044E5-FDE3-EB8B-D9A2-C687A0BCBFB6}"/>
                    </a:ext>
                  </a:extLst>
                </p14:cNvPr>
                <p14:cNvContentPartPr/>
                <p14:nvPr/>
              </p14:nvContentPartPr>
              <p14:xfrm>
                <a:off x="9534382" y="3731283"/>
                <a:ext cx="510120" cy="7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74044E5-FDE3-EB8B-D9A2-C687A0BCBFB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28266" y="3725163"/>
                  <a:ext cx="522351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344166-20C1-1DA7-D4EA-321AA91054A3}"/>
                    </a:ext>
                  </a:extLst>
                </p14:cNvPr>
                <p14:cNvContentPartPr/>
                <p14:nvPr/>
              </p14:nvContentPartPr>
              <p14:xfrm>
                <a:off x="9626182" y="3685563"/>
                <a:ext cx="220680" cy="11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344166-20C1-1DA7-D4EA-321AA91054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20062" y="3679443"/>
                  <a:ext cx="2329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037883-853F-9733-A62C-AEC23EED6997}"/>
              </a:ext>
            </a:extLst>
          </p:cNvPr>
          <p:cNvGrpSpPr/>
          <p:nvPr/>
        </p:nvGrpSpPr>
        <p:grpSpPr>
          <a:xfrm>
            <a:off x="11053222" y="3691683"/>
            <a:ext cx="388800" cy="88200"/>
            <a:chOff x="11053222" y="3691683"/>
            <a:chExt cx="388800" cy="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D98A702-7B76-DB26-990C-F030FC66E61F}"/>
                    </a:ext>
                  </a:extLst>
                </p14:cNvPr>
                <p14:cNvContentPartPr/>
                <p14:nvPr/>
              </p14:nvContentPartPr>
              <p14:xfrm>
                <a:off x="11053222" y="3761523"/>
                <a:ext cx="388800" cy="18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D98A702-7B76-DB26-990C-F030FC66E6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47108" y="3755403"/>
                  <a:ext cx="401029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D619D5-9167-EEA7-0BE4-4DDF04A2F9F4}"/>
                    </a:ext>
                  </a:extLst>
                </p14:cNvPr>
                <p14:cNvContentPartPr/>
                <p14:nvPr/>
              </p14:nvContentPartPr>
              <p14:xfrm>
                <a:off x="11168782" y="3691683"/>
                <a:ext cx="123480" cy="13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D619D5-9167-EEA7-0BE4-4DDF04A2F9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162644" y="3685393"/>
                  <a:ext cx="135756" cy="259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AB337CD-1D8C-256E-E124-5BA46239B1B5}"/>
                  </a:ext>
                </a:extLst>
              </p14:cNvPr>
              <p14:cNvContentPartPr/>
              <p14:nvPr/>
            </p14:nvContentPartPr>
            <p14:xfrm>
              <a:off x="8056222" y="3780243"/>
              <a:ext cx="221760" cy="11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AB337CD-1D8C-256E-E124-5BA46239B1B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50102" y="3774123"/>
                <a:ext cx="2340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4223EEF-F591-A8C2-290B-039D66E20A91}"/>
                  </a:ext>
                </a:extLst>
              </p14:cNvPr>
              <p14:cNvContentPartPr/>
              <p14:nvPr/>
            </p14:nvContentPartPr>
            <p14:xfrm>
              <a:off x="4474582" y="5510403"/>
              <a:ext cx="929520" cy="679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4223EEF-F591-A8C2-290B-039D66E20A9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68462" y="5504283"/>
                <a:ext cx="941760" cy="69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D479B398-AB22-B3C7-9104-253762E5A158}"/>
              </a:ext>
            </a:extLst>
          </p:cNvPr>
          <p:cNvGrpSpPr/>
          <p:nvPr/>
        </p:nvGrpSpPr>
        <p:grpSpPr>
          <a:xfrm>
            <a:off x="6106102" y="5740803"/>
            <a:ext cx="1520640" cy="694440"/>
            <a:chOff x="6106102" y="5740803"/>
            <a:chExt cx="1520640" cy="69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0AF4F7-752E-2EDB-0B3D-C9F43996182D}"/>
                    </a:ext>
                  </a:extLst>
                </p14:cNvPr>
                <p14:cNvContentPartPr/>
                <p14:nvPr/>
              </p14:nvContentPartPr>
              <p14:xfrm>
                <a:off x="6272782" y="5862843"/>
                <a:ext cx="37440" cy="201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0AF4F7-752E-2EDB-0B3D-C9F43996182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66720" y="5856723"/>
                  <a:ext cx="49563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CCFC12D-8EDE-BBA7-EA54-2E512F4D9254}"/>
                    </a:ext>
                  </a:extLst>
                </p14:cNvPr>
                <p14:cNvContentPartPr/>
                <p14:nvPr/>
              </p14:nvContentPartPr>
              <p14:xfrm>
                <a:off x="6232822" y="5966883"/>
                <a:ext cx="145800" cy="31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CCFC12D-8EDE-BBA7-EA54-2E512F4D925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26687" y="5960763"/>
                  <a:ext cx="15807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A9B49D-B4AC-2738-7BF2-8D2A8DB393CF}"/>
                    </a:ext>
                  </a:extLst>
                </p14:cNvPr>
                <p14:cNvContentPartPr/>
                <p14:nvPr/>
              </p14:nvContentPartPr>
              <p14:xfrm>
                <a:off x="6421102" y="5764203"/>
                <a:ext cx="53280" cy="1357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A9B49D-B4AC-2738-7BF2-8D2A8DB393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14982" y="5758083"/>
                  <a:ext cx="655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3EECAB4-3617-B349-8D9C-D158923D6668}"/>
                    </a:ext>
                  </a:extLst>
                </p14:cNvPr>
                <p14:cNvContentPartPr/>
                <p14:nvPr/>
              </p14:nvContentPartPr>
              <p14:xfrm>
                <a:off x="6352702" y="5740803"/>
                <a:ext cx="74880" cy="156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3EECAB4-3617-B349-8D9C-D158923D666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46582" y="5734697"/>
                  <a:ext cx="87120" cy="1688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F9E1F4C-D88D-F647-4C46-AAFB6B7D7482}"/>
                    </a:ext>
                  </a:extLst>
                </p14:cNvPr>
                <p14:cNvContentPartPr/>
                <p14:nvPr/>
              </p14:nvContentPartPr>
              <p14:xfrm>
                <a:off x="6564382" y="5770323"/>
                <a:ext cx="9000" cy="152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F9E1F4C-D88D-F647-4C46-AAFB6B7D748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58497" y="5764203"/>
                  <a:ext cx="20769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8181446-7B83-0F5D-4F29-64FCAFDA9953}"/>
                    </a:ext>
                  </a:extLst>
                </p14:cNvPr>
                <p14:cNvContentPartPr/>
                <p14:nvPr/>
              </p14:nvContentPartPr>
              <p14:xfrm>
                <a:off x="6106102" y="6090363"/>
                <a:ext cx="490680" cy="78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8181446-7B83-0F5D-4F29-64FCAFDA995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099982" y="6084243"/>
                  <a:ext cx="502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BFBDC8A-5154-4511-942B-E7BB90B25A54}"/>
                    </a:ext>
                  </a:extLst>
                </p14:cNvPr>
                <p14:cNvContentPartPr/>
                <p14:nvPr/>
              </p14:nvContentPartPr>
              <p14:xfrm>
                <a:off x="6260182" y="6235443"/>
                <a:ext cx="168480" cy="133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BFBDC8A-5154-4511-942B-E7BB90B25A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54049" y="6229339"/>
                  <a:ext cx="180746" cy="146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77F5B8-4884-99E8-7EF7-9F8DCCC9B04C}"/>
                    </a:ext>
                  </a:extLst>
                </p14:cNvPr>
                <p14:cNvContentPartPr/>
                <p14:nvPr/>
              </p14:nvContentPartPr>
              <p14:xfrm>
                <a:off x="6702982" y="6128163"/>
                <a:ext cx="48600" cy="123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77F5B8-4884-99E8-7EF7-9F8DCCC9B04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96862" y="6122043"/>
                  <a:ext cx="60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E47D8E4-9B37-7588-CE14-48CC1937489B}"/>
                    </a:ext>
                  </a:extLst>
                </p14:cNvPr>
                <p14:cNvContentPartPr/>
                <p14:nvPr/>
              </p14:nvContentPartPr>
              <p14:xfrm>
                <a:off x="6967582" y="5892363"/>
                <a:ext cx="83520" cy="186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E47D8E4-9B37-7588-CE14-48CC193748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61462" y="5886243"/>
                  <a:ext cx="95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E573E15-F582-4096-4DF8-D78E2EC59F01}"/>
                    </a:ext>
                  </a:extLst>
                </p14:cNvPr>
                <p14:cNvContentPartPr/>
                <p14:nvPr/>
              </p14:nvContentPartPr>
              <p14:xfrm>
                <a:off x="6885862" y="5956803"/>
                <a:ext cx="159120" cy="5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E573E15-F582-4096-4DF8-D78E2EC59F0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79742" y="5950683"/>
                  <a:ext cx="171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0B83144-9247-831C-238F-20E53943F84B}"/>
                    </a:ext>
                  </a:extLst>
                </p14:cNvPr>
                <p14:cNvContentPartPr/>
                <p14:nvPr/>
              </p14:nvContentPartPr>
              <p14:xfrm>
                <a:off x="7133182" y="5792283"/>
                <a:ext cx="60840" cy="129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0B83144-9247-831C-238F-20E53943F8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27062" y="5786163"/>
                  <a:ext cx="73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0F4F91-AA00-EC4C-4640-152106C63BB3}"/>
                    </a:ext>
                  </a:extLst>
                </p14:cNvPr>
                <p14:cNvContentPartPr/>
                <p14:nvPr/>
              </p14:nvContentPartPr>
              <p14:xfrm>
                <a:off x="7244422" y="5805603"/>
                <a:ext cx="43200" cy="10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0F4F91-AA00-EC4C-4640-152106C63BB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238302" y="5799483"/>
                  <a:ext cx="554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26D997-DB38-F45F-9EA1-A267E50D4E84}"/>
                    </a:ext>
                  </a:extLst>
                </p14:cNvPr>
                <p14:cNvContentPartPr/>
                <p14:nvPr/>
              </p14:nvContentPartPr>
              <p14:xfrm>
                <a:off x="7375822" y="5776803"/>
                <a:ext cx="25200" cy="114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26D997-DB38-F45F-9EA1-A267E50D4E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369702" y="5770683"/>
                  <a:ext cx="37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CB8FC12-08F8-CA86-67FD-CFE8E16E406A}"/>
                    </a:ext>
                  </a:extLst>
                </p14:cNvPr>
                <p14:cNvContentPartPr/>
                <p14:nvPr/>
              </p14:nvContentPartPr>
              <p14:xfrm>
                <a:off x="6929422" y="6113403"/>
                <a:ext cx="414000" cy="74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CB8FC12-08F8-CA86-67FD-CFE8E16E406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23302" y="6107313"/>
                  <a:ext cx="426240" cy="86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20E07D1-E18F-ABA7-61AB-555E3BA075D5}"/>
                    </a:ext>
                  </a:extLst>
                </p14:cNvPr>
                <p14:cNvContentPartPr/>
                <p14:nvPr/>
              </p14:nvContentPartPr>
              <p14:xfrm>
                <a:off x="7097182" y="6207723"/>
                <a:ext cx="151200" cy="227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20E07D1-E18F-ABA7-61AB-555E3BA075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91047" y="6201603"/>
                  <a:ext cx="163469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C51083-957B-0AD6-D811-24B2D6528B65}"/>
                    </a:ext>
                  </a:extLst>
                </p14:cNvPr>
                <p14:cNvContentPartPr/>
                <p14:nvPr/>
              </p14:nvContentPartPr>
              <p14:xfrm>
                <a:off x="7451422" y="6230403"/>
                <a:ext cx="40680" cy="13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C51083-957B-0AD6-D811-24B2D6528B6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5247" y="6224440"/>
                  <a:ext cx="53029" cy="25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99D6410-E51A-D59E-A7C2-9F5026926749}"/>
                    </a:ext>
                  </a:extLst>
                </p14:cNvPr>
                <p14:cNvContentPartPr/>
                <p14:nvPr/>
              </p14:nvContentPartPr>
              <p14:xfrm>
                <a:off x="7603342" y="6257043"/>
                <a:ext cx="23400" cy="18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99D6410-E51A-D59E-A7C2-9F50269267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97222" y="6250801"/>
                  <a:ext cx="35640" cy="3084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0545368-240B-2BDA-E146-E142A68915CB}"/>
                  </a:ext>
                </a:extLst>
              </p14:cNvPr>
              <p14:cNvContentPartPr/>
              <p14:nvPr/>
            </p14:nvContentPartPr>
            <p14:xfrm>
              <a:off x="7874782" y="6234723"/>
              <a:ext cx="10440" cy="324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0545368-240B-2BDA-E146-E142A68915C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868662" y="6228534"/>
                <a:ext cx="22680" cy="44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19EC41-C7CC-9171-E1B6-D52AC84BEEFA}"/>
                  </a:ext>
                </a:extLst>
              </p14:cNvPr>
              <p14:cNvContentPartPr/>
              <p14:nvPr/>
            </p14:nvContentPartPr>
            <p14:xfrm>
              <a:off x="1133422" y="5814963"/>
              <a:ext cx="1704240" cy="87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19EC41-C7CC-9171-E1B6-D52AC84BEEF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27302" y="5808843"/>
                <a:ext cx="17164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AA274D0-9E5A-1F97-4301-DCC30472326E}"/>
                  </a:ext>
                </a:extLst>
              </p14:cNvPr>
              <p14:cNvContentPartPr/>
              <p14:nvPr/>
            </p14:nvContentPartPr>
            <p14:xfrm>
              <a:off x="6313822" y="4671243"/>
              <a:ext cx="135720" cy="622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AA274D0-9E5A-1F97-4301-DCC30472326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07686" y="4665158"/>
                <a:ext cx="147993" cy="74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84FB9C7-A248-3B8A-672D-A69433EB2A33}"/>
                  </a:ext>
                </a:extLst>
              </p14:cNvPr>
              <p14:cNvContentPartPr/>
              <p14:nvPr/>
            </p14:nvContentPartPr>
            <p14:xfrm>
              <a:off x="7309942" y="4264083"/>
              <a:ext cx="10440" cy="25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84FB9C7-A248-3B8A-672D-A69433EB2A3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303822" y="4257963"/>
                <a:ext cx="22680" cy="1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9104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FF9DD5-7C02-7AB3-C8C6-E2E117412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939" y="643466"/>
            <a:ext cx="5788121" cy="55710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9E4EAD-3A36-2918-CBB4-2CA875A9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E2629E-2BC6-48DE-E163-7E3B76EC005B}"/>
                  </a:ext>
                </a:extLst>
              </p14:cNvPr>
              <p14:cNvContentPartPr/>
              <p14:nvPr/>
            </p14:nvContentPartPr>
            <p14:xfrm>
              <a:off x="9729862" y="1430163"/>
              <a:ext cx="280080" cy="304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E2629E-2BC6-48DE-E163-7E3B76EC00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3742" y="1424043"/>
                <a:ext cx="2923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22D20DB-1D64-1407-9687-693D0831454F}"/>
                  </a:ext>
                </a:extLst>
              </p14:cNvPr>
              <p14:cNvContentPartPr/>
              <p14:nvPr/>
            </p14:nvContentPartPr>
            <p14:xfrm>
              <a:off x="4047622" y="968643"/>
              <a:ext cx="481320" cy="65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22D20DB-1D64-1407-9687-693D083145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41502" y="962556"/>
                <a:ext cx="493560" cy="78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07CCA2-0323-AE3F-1FB0-6654FAA395EA}"/>
                  </a:ext>
                </a:extLst>
              </p14:cNvPr>
              <p14:cNvContentPartPr/>
              <p14:nvPr/>
            </p14:nvContentPartPr>
            <p14:xfrm>
              <a:off x="4115662" y="1492443"/>
              <a:ext cx="360" cy="3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07CCA2-0323-AE3F-1FB0-6654FAA395E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09542" y="1486323"/>
                <a:ext cx="1260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2887FD3-4825-5A91-31E8-074B75B69CFD}"/>
                  </a:ext>
                </a:extLst>
              </p14:cNvPr>
              <p14:cNvContentPartPr/>
              <p14:nvPr/>
            </p14:nvContentPartPr>
            <p14:xfrm>
              <a:off x="3872662" y="1417563"/>
              <a:ext cx="95760" cy="110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2887FD3-4825-5A91-31E8-074B75B69CF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66542" y="1411443"/>
                <a:ext cx="10800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34DF5C-D789-8D53-A66A-C18E35A49F24}"/>
                  </a:ext>
                </a:extLst>
              </p14:cNvPr>
              <p14:cNvContentPartPr/>
              <p14:nvPr/>
            </p14:nvContentPartPr>
            <p14:xfrm>
              <a:off x="7342702" y="5787603"/>
              <a:ext cx="1129680" cy="475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34DF5C-D789-8D53-A66A-C18E35A49F2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36582" y="5781483"/>
                <a:ext cx="114192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829F6DE-D1AC-4BF2-A6AB-B43E972CB642}"/>
                  </a:ext>
                </a:extLst>
              </p14:cNvPr>
              <p14:cNvContentPartPr/>
              <p14:nvPr/>
            </p14:nvContentPartPr>
            <p14:xfrm>
              <a:off x="8173942" y="643923"/>
              <a:ext cx="419040" cy="415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829F6DE-D1AC-4BF2-A6AB-B43E972CB64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67817" y="637803"/>
                <a:ext cx="431291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EB07E63-9434-9B44-DDCD-9F90A01A95A6}"/>
                  </a:ext>
                </a:extLst>
              </p14:cNvPr>
              <p14:cNvContentPartPr/>
              <p14:nvPr/>
            </p14:nvContentPartPr>
            <p14:xfrm>
              <a:off x="3979942" y="2667123"/>
              <a:ext cx="504000" cy="43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EB07E63-9434-9B44-DDCD-9F90A01A95A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73822" y="2660952"/>
                <a:ext cx="516240" cy="55543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CFC61FAA-2892-5134-6248-752FBC61C769}"/>
              </a:ext>
            </a:extLst>
          </p:cNvPr>
          <p:cNvGrpSpPr/>
          <p:nvPr/>
        </p:nvGrpSpPr>
        <p:grpSpPr>
          <a:xfrm>
            <a:off x="3979582" y="3173643"/>
            <a:ext cx="58680" cy="45000"/>
            <a:chOff x="3979582" y="3173643"/>
            <a:chExt cx="58680" cy="4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C27F341-246E-E725-D08B-C225293B4197}"/>
                    </a:ext>
                  </a:extLst>
                </p14:cNvPr>
                <p14:cNvContentPartPr/>
                <p14:nvPr/>
              </p14:nvContentPartPr>
              <p14:xfrm>
                <a:off x="3979582" y="3173643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C27F341-246E-E725-D08B-C225293B419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73462" y="31675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E0D868-BF60-A906-9BF4-638D3A2ECDAC}"/>
                    </a:ext>
                  </a:extLst>
                </p14:cNvPr>
                <p14:cNvContentPartPr/>
                <p14:nvPr/>
              </p14:nvContentPartPr>
              <p14:xfrm>
                <a:off x="4024582" y="3198843"/>
                <a:ext cx="13680" cy="19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E0D868-BF60-A906-9BF4-638D3A2ECD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18462" y="3192832"/>
                  <a:ext cx="25920" cy="3182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B262B36-8324-B049-70D5-8091235E7EB7}"/>
                  </a:ext>
                </a:extLst>
              </p14:cNvPr>
              <p14:cNvContentPartPr/>
              <p14:nvPr/>
            </p14:nvContentPartPr>
            <p14:xfrm>
              <a:off x="4776622" y="3615723"/>
              <a:ext cx="371520" cy="478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B262B36-8324-B049-70D5-8091235E7E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70502" y="3609603"/>
                <a:ext cx="3837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41D6AD-129C-0B30-5DD2-EF7B9147CF51}"/>
                  </a:ext>
                </a:extLst>
              </p14:cNvPr>
              <p14:cNvContentPartPr/>
              <p14:nvPr/>
            </p14:nvContentPartPr>
            <p14:xfrm>
              <a:off x="4748182" y="1464003"/>
              <a:ext cx="541080" cy="529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41D6AD-129C-0B30-5DD2-EF7B9147CF5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39182" y="1455003"/>
                <a:ext cx="5587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16FB4F6-3F18-21B1-A5AC-84883206FF14}"/>
                  </a:ext>
                </a:extLst>
              </p14:cNvPr>
              <p14:cNvContentPartPr/>
              <p14:nvPr/>
            </p14:nvContentPartPr>
            <p14:xfrm>
              <a:off x="3978142" y="4327443"/>
              <a:ext cx="542160" cy="71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16FB4F6-3F18-21B1-A5AC-84883206FF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69142" y="4318443"/>
                <a:ext cx="55980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947D7FE2-3D03-19B4-0130-E5BE14CC50CF}"/>
              </a:ext>
            </a:extLst>
          </p:cNvPr>
          <p:cNvGrpSpPr/>
          <p:nvPr/>
        </p:nvGrpSpPr>
        <p:grpSpPr>
          <a:xfrm>
            <a:off x="6966142" y="4546683"/>
            <a:ext cx="1801440" cy="785520"/>
            <a:chOff x="6966142" y="4546683"/>
            <a:chExt cx="1801440" cy="78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4F7365D-6CC0-89B9-AC78-50E070329FFA}"/>
                    </a:ext>
                  </a:extLst>
                </p14:cNvPr>
                <p14:cNvContentPartPr/>
                <p14:nvPr/>
              </p14:nvContentPartPr>
              <p14:xfrm>
                <a:off x="7326862" y="4844403"/>
                <a:ext cx="29880" cy="2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4F7365D-6CC0-89B9-AC78-50E070329F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317969" y="4835403"/>
                  <a:ext cx="4731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88AB113-E563-0801-BB50-86A0EDB83038}"/>
                    </a:ext>
                  </a:extLst>
                </p14:cNvPr>
                <p14:cNvContentPartPr/>
                <p14:nvPr/>
              </p14:nvContentPartPr>
              <p14:xfrm>
                <a:off x="7628542" y="4871403"/>
                <a:ext cx="198360" cy="34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88AB113-E563-0801-BB50-86A0EDB830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19542" y="4862403"/>
                  <a:ext cx="216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C918B3-9E76-58D7-650B-C6F15472658D}"/>
                    </a:ext>
                  </a:extLst>
                </p14:cNvPr>
                <p14:cNvContentPartPr/>
                <p14:nvPr/>
              </p14:nvContentPartPr>
              <p14:xfrm>
                <a:off x="8274742" y="4971123"/>
                <a:ext cx="176760" cy="9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C918B3-9E76-58D7-650B-C6F1547265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65742" y="4962123"/>
                  <a:ext cx="194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4B134B-AEB6-1CF0-E2F0-054AF171A2A4}"/>
                    </a:ext>
                  </a:extLst>
                </p14:cNvPr>
                <p14:cNvContentPartPr/>
                <p14:nvPr/>
              </p14:nvContentPartPr>
              <p14:xfrm>
                <a:off x="6966142" y="4546683"/>
                <a:ext cx="1801440" cy="785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4B134B-AEB6-1CF0-E2F0-054AF171A2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57140" y="4537687"/>
                  <a:ext cx="1819084" cy="80315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14B814E-57C9-7522-6878-1A9E1F6A1F35}"/>
                  </a:ext>
                </a:extLst>
              </p14:cNvPr>
              <p14:cNvContentPartPr/>
              <p14:nvPr/>
            </p14:nvContentPartPr>
            <p14:xfrm>
              <a:off x="8083222" y="3547683"/>
              <a:ext cx="505800" cy="68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14B814E-57C9-7522-6878-1A9E1F6A1F3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074222" y="3538683"/>
                <a:ext cx="5234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E24BB68-3FAB-2141-BA12-8A4038D6E3B8}"/>
                  </a:ext>
                </a:extLst>
              </p14:cNvPr>
              <p14:cNvContentPartPr/>
              <p14:nvPr/>
            </p14:nvContentPartPr>
            <p14:xfrm>
              <a:off x="615562" y="-3524703"/>
              <a:ext cx="8724240" cy="4590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E24BB68-3FAB-2141-BA12-8A4038D6E3B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6562" y="-3533703"/>
                <a:ext cx="8741880" cy="46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E277AFF5-0026-C739-18DF-3EA3CB3BDF47}"/>
              </a:ext>
            </a:extLst>
          </p:cNvPr>
          <p:cNvGrpSpPr/>
          <p:nvPr/>
        </p:nvGrpSpPr>
        <p:grpSpPr>
          <a:xfrm>
            <a:off x="4687342" y="2844542"/>
            <a:ext cx="2336298" cy="1224000"/>
            <a:chOff x="4687342" y="2844542"/>
            <a:chExt cx="2336298" cy="122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74079F-4592-15F2-BF9A-892E1D545E1E}"/>
                    </a:ext>
                  </a:extLst>
                </p14:cNvPr>
                <p14:cNvContentPartPr/>
                <p14:nvPr/>
              </p14:nvContentPartPr>
              <p14:xfrm>
                <a:off x="4687342" y="3660723"/>
                <a:ext cx="629280" cy="6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74079F-4592-15F2-BF9A-892E1D545E1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78342" y="3651723"/>
                  <a:ext cx="646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2A773A6-5C49-0662-4997-DF4E4149F514}"/>
                    </a:ext>
                  </a:extLst>
                </p14:cNvPr>
                <p14:cNvContentPartPr/>
                <p14:nvPr/>
              </p14:nvContentPartPr>
              <p14:xfrm>
                <a:off x="6209422" y="3689163"/>
                <a:ext cx="603360" cy="34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2A773A6-5C49-0662-4997-DF4E4149F5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00427" y="3680163"/>
                  <a:ext cx="620989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F9E978-4468-72C5-7393-D8F25D7C29CD}"/>
                    </a:ext>
                  </a:extLst>
                </p14:cNvPr>
                <p14:cNvContentPartPr/>
                <p14:nvPr/>
              </p14:nvContentPartPr>
              <p14:xfrm>
                <a:off x="6295462" y="3594483"/>
                <a:ext cx="13680" cy="19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F9E978-4468-72C5-7393-D8F25D7C29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286462" y="3585483"/>
                  <a:ext cx="31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B7A441F-A817-33A1-C107-7F394F135775}"/>
                    </a:ext>
                  </a:extLst>
                </p14:cNvPr>
                <p14:cNvContentPartPr/>
                <p14:nvPr/>
              </p14:nvContentPartPr>
              <p14:xfrm>
                <a:off x="6260182" y="3612483"/>
                <a:ext cx="635400" cy="22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B7A441F-A817-33A1-C107-7F394F1357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51182" y="3603483"/>
                  <a:ext cx="65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6D453E-D718-694D-7192-6246FA5E9AFD}"/>
                    </a:ext>
                  </a:extLst>
                </p14:cNvPr>
                <p14:cNvContentPartPr/>
                <p14:nvPr/>
              </p14:nvContentPartPr>
              <p14:xfrm>
                <a:off x="5316160" y="2844542"/>
                <a:ext cx="1707480" cy="1224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E6D453E-D718-694D-7192-6246FA5E9AF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07160" y="2835542"/>
                  <a:ext cx="1725120" cy="12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9467B8F-0B1E-554C-CA25-921ABD4EF75B}"/>
                  </a:ext>
                </a:extLst>
              </p14:cNvPr>
              <p14:cNvContentPartPr/>
              <p14:nvPr/>
            </p14:nvContentPartPr>
            <p14:xfrm>
              <a:off x="5376280" y="2253422"/>
              <a:ext cx="1928520" cy="706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9467B8F-0B1E-554C-CA25-921ABD4EF75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58280" y="2235422"/>
                <a:ext cx="1964160" cy="74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BF5B8AD-8E22-81AB-8A0D-47DF64C0AFE5}"/>
              </a:ext>
            </a:extLst>
          </p:cNvPr>
          <p:cNvGrpSpPr/>
          <p:nvPr/>
        </p:nvGrpSpPr>
        <p:grpSpPr>
          <a:xfrm>
            <a:off x="7211920" y="2304182"/>
            <a:ext cx="577440" cy="122400"/>
            <a:chOff x="7211920" y="2304182"/>
            <a:chExt cx="57744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EDC7B2-70F0-BC7B-74B7-DF978387C0FE}"/>
                    </a:ext>
                  </a:extLst>
                </p14:cNvPr>
                <p14:cNvContentPartPr/>
                <p14:nvPr/>
              </p14:nvContentPartPr>
              <p14:xfrm>
                <a:off x="7211920" y="2330102"/>
                <a:ext cx="415080" cy="93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EDC7B2-70F0-BC7B-74B7-DF978387C0F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93936" y="2312032"/>
                  <a:ext cx="450689" cy="1290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4AA8508-25E7-A8A4-BC4A-78591DC8865B}"/>
                    </a:ext>
                  </a:extLst>
                </p14:cNvPr>
                <p14:cNvContentPartPr/>
                <p14:nvPr/>
              </p14:nvContentPartPr>
              <p14:xfrm>
                <a:off x="7600720" y="2304182"/>
                <a:ext cx="188640" cy="122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4AA8508-25E7-A8A4-BC4A-78591DC8865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82686" y="2286182"/>
                  <a:ext cx="224348" cy="15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5794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5934848"/>
          </a:xfrm>
        </p:spPr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Corana et al. 1987 introduced variable step-size 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First, a cycle of random moves is performed in each direction</a:t>
            </a:r>
            <a:endParaRPr lang="en-US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pPr marL="0" indent="0">
              <a:buNone/>
            </a:pP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where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r 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is randomly sampled from [-1,1]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After n</a:t>
            </a:r>
            <a:r>
              <a:rPr lang="en-US" baseline="-2500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cycles, step size is adjusted according to</a:t>
            </a:r>
          </a:p>
          <a:p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sz="200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sz="200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endParaRPr lang="en-US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pPr marL="0" indent="0">
              <a:buNone/>
            </a:pP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where c is typically set to 2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C088772-2334-499E-92AD-37B7B71CDA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739" t="6609" r="48652" b="82493"/>
          <a:stretch/>
        </p:blipFill>
        <p:spPr>
          <a:xfrm>
            <a:off x="4385144" y="2237736"/>
            <a:ext cx="3421712" cy="238252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654FD2C-59B1-4FC7-A1BB-929342686D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935" r="37826" b="84580"/>
          <a:stretch/>
        </p:blipFill>
        <p:spPr>
          <a:xfrm>
            <a:off x="3242972" y="4285317"/>
            <a:ext cx="5706056" cy="24599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8ECA9-103E-45BB-AE81-172A967A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74753A-5A93-2E1A-F516-01BB187720F5}"/>
                  </a:ext>
                </a:extLst>
              </p14:cNvPr>
              <p14:cNvContentPartPr/>
              <p14:nvPr/>
            </p14:nvContentPartPr>
            <p14:xfrm>
              <a:off x="1198120" y="2254502"/>
              <a:ext cx="975240" cy="6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74753A-5A93-2E1A-F516-01BB187720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80127" y="2236400"/>
                <a:ext cx="1010867" cy="999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30110D7-EE0C-0282-2ADD-F811D219C7D7}"/>
                  </a:ext>
                </a:extLst>
              </p14:cNvPr>
              <p14:cNvContentPartPr/>
              <p14:nvPr/>
            </p14:nvContentPartPr>
            <p14:xfrm>
              <a:off x="5847160" y="3227582"/>
              <a:ext cx="1403640" cy="88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30110D7-EE0C-0282-2ADD-F811D219C7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29160" y="3209582"/>
                <a:ext cx="14392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8C0E38F-5B8C-DFA3-2CD1-C2FF6201F85C}"/>
                  </a:ext>
                </a:extLst>
              </p14:cNvPr>
              <p14:cNvContentPartPr/>
              <p14:nvPr/>
            </p14:nvContentPartPr>
            <p14:xfrm>
              <a:off x="6392560" y="2717462"/>
              <a:ext cx="138960" cy="196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8C0E38F-5B8C-DFA3-2CD1-C2FF6201F8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74560" y="2699462"/>
                <a:ext cx="17460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47CC3DC-C9B9-307C-ADAF-591C3C78DC39}"/>
                  </a:ext>
                </a:extLst>
              </p14:cNvPr>
              <p14:cNvContentPartPr/>
              <p14:nvPr/>
            </p14:nvContentPartPr>
            <p14:xfrm>
              <a:off x="6774520" y="2669222"/>
              <a:ext cx="107640" cy="178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47CC3DC-C9B9-307C-ADAF-591C3C78DC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56520" y="2651222"/>
                <a:ext cx="1432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57464A-BD45-D2A2-163C-913631F01BA4}"/>
                  </a:ext>
                </a:extLst>
              </p14:cNvPr>
              <p14:cNvContentPartPr/>
              <p14:nvPr/>
            </p14:nvContentPartPr>
            <p14:xfrm>
              <a:off x="6756880" y="2794142"/>
              <a:ext cx="82440" cy="65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57464A-BD45-D2A2-163C-913631F01B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8880" y="2776142"/>
                <a:ext cx="1180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ED65F78-1CAA-9E6F-F343-E3308F4A696B}"/>
                  </a:ext>
                </a:extLst>
              </p14:cNvPr>
              <p14:cNvContentPartPr/>
              <p14:nvPr/>
            </p14:nvContentPartPr>
            <p14:xfrm>
              <a:off x="6354760" y="2754182"/>
              <a:ext cx="1045800" cy="721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ED65F78-1CAA-9E6F-F343-E3308F4A69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36754" y="2736182"/>
                <a:ext cx="1081452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9F37017-38C5-B7E5-0619-172E251F6956}"/>
                  </a:ext>
                </a:extLst>
              </p14:cNvPr>
              <p14:cNvContentPartPr/>
              <p14:nvPr/>
            </p14:nvContentPartPr>
            <p14:xfrm>
              <a:off x="7740760" y="3174302"/>
              <a:ext cx="87840" cy="196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9F37017-38C5-B7E5-0619-172E251F69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22760" y="3156302"/>
                <a:ext cx="1234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298459F-74E0-6CB8-49E7-4DD22588DF69}"/>
                  </a:ext>
                </a:extLst>
              </p14:cNvPr>
              <p14:cNvContentPartPr/>
              <p14:nvPr/>
            </p14:nvContentPartPr>
            <p14:xfrm>
              <a:off x="7885480" y="3199502"/>
              <a:ext cx="315720" cy="105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298459F-74E0-6CB8-49E7-4DD22588DF6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67501" y="3181563"/>
                <a:ext cx="351319" cy="140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B1D441D-A231-275A-E68F-ACC6330B79D5}"/>
                  </a:ext>
                </a:extLst>
              </p14:cNvPr>
              <p14:cNvContentPartPr/>
              <p14:nvPr/>
            </p14:nvContentPartPr>
            <p14:xfrm>
              <a:off x="8236480" y="3037502"/>
              <a:ext cx="536040" cy="2242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B1D441D-A231-275A-E68F-ACC6330B79D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18480" y="3019473"/>
                <a:ext cx="571680" cy="2599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41BB8F-ABCB-0C01-3E92-D7500483EA7F}"/>
                  </a:ext>
                </a:extLst>
              </p14:cNvPr>
              <p14:cNvContentPartPr/>
              <p14:nvPr/>
            </p14:nvContentPartPr>
            <p14:xfrm>
              <a:off x="8861800" y="3022022"/>
              <a:ext cx="52920" cy="1947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41BB8F-ABCB-0C01-3E92-D7500483EA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843800" y="3004022"/>
                <a:ext cx="885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69550F7-7ACF-D52A-E3D1-6F5EDA74EA57}"/>
                  </a:ext>
                </a:extLst>
              </p14:cNvPr>
              <p14:cNvContentPartPr/>
              <p14:nvPr/>
            </p14:nvContentPartPr>
            <p14:xfrm>
              <a:off x="8992480" y="3020222"/>
              <a:ext cx="35280" cy="159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69550F7-7ACF-D52A-E3D1-6F5EDA74EA5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974480" y="3002222"/>
                <a:ext cx="709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F2BC865-756A-B29F-C1CE-520C8646AD6A}"/>
                  </a:ext>
                </a:extLst>
              </p14:cNvPr>
              <p14:cNvContentPartPr/>
              <p14:nvPr/>
            </p14:nvContentPartPr>
            <p14:xfrm>
              <a:off x="8949280" y="3005822"/>
              <a:ext cx="131040" cy="73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F2BC865-756A-B29F-C1CE-520C8646AD6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931280" y="2987822"/>
                <a:ext cx="1666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D5E67DA-3E0B-A311-99A4-8E3C6B516164}"/>
                  </a:ext>
                </a:extLst>
              </p14:cNvPr>
              <p14:cNvContentPartPr/>
              <p14:nvPr/>
            </p14:nvContentPartPr>
            <p14:xfrm>
              <a:off x="9146200" y="2953622"/>
              <a:ext cx="84600" cy="2930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D5E67DA-3E0B-A311-99A4-8E3C6B51616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28123" y="2935622"/>
                <a:ext cx="120392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7D8E50A-C2C1-AB7A-4F82-CA3586DB6E4F}"/>
                  </a:ext>
                </a:extLst>
              </p14:cNvPr>
              <p14:cNvContentPartPr/>
              <p14:nvPr/>
            </p14:nvContentPartPr>
            <p14:xfrm>
              <a:off x="3729640" y="4980422"/>
              <a:ext cx="536400" cy="910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7D8E50A-C2C1-AB7A-4F82-CA3586DB6E4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11628" y="4962429"/>
                <a:ext cx="572064" cy="946066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9AB8214-5FC5-5506-9C75-0191632125A3}"/>
              </a:ext>
            </a:extLst>
          </p:cNvPr>
          <p:cNvGrpSpPr/>
          <p:nvPr/>
        </p:nvGrpSpPr>
        <p:grpSpPr>
          <a:xfrm>
            <a:off x="3802720" y="5529422"/>
            <a:ext cx="402480" cy="182160"/>
            <a:chOff x="3802720" y="5529422"/>
            <a:chExt cx="40248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C4B1B9B-3BE9-750D-F2CE-9DCDCEB47406}"/>
                    </a:ext>
                  </a:extLst>
                </p14:cNvPr>
                <p14:cNvContentPartPr/>
                <p14:nvPr/>
              </p14:nvContentPartPr>
              <p14:xfrm>
                <a:off x="3802720" y="5529422"/>
                <a:ext cx="357840" cy="86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C4B1B9B-3BE9-750D-F2CE-9DCDCEB4740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84720" y="5511422"/>
                  <a:ext cx="3934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491A74-0AB3-9AC5-642E-51EC8A1FE4EA}"/>
                    </a:ext>
                  </a:extLst>
                </p14:cNvPr>
                <p14:cNvContentPartPr/>
                <p14:nvPr/>
              </p14:nvContentPartPr>
              <p14:xfrm>
                <a:off x="3869680" y="5607902"/>
                <a:ext cx="335520" cy="103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491A74-0AB3-9AC5-642E-51EC8A1FE4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51661" y="5589902"/>
                  <a:ext cx="371198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BFAE6B-E078-C8BE-E13D-589F873B67FE}"/>
              </a:ext>
            </a:extLst>
          </p:cNvPr>
          <p:cNvGrpSpPr/>
          <p:nvPr/>
        </p:nvGrpSpPr>
        <p:grpSpPr>
          <a:xfrm>
            <a:off x="6571120" y="3184742"/>
            <a:ext cx="544680" cy="338040"/>
            <a:chOff x="6571120" y="3184742"/>
            <a:chExt cx="5446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E7D5DAE-B6F0-EE9C-495C-1DD3D53668C7}"/>
                    </a:ext>
                  </a:extLst>
                </p14:cNvPr>
                <p14:cNvContentPartPr/>
                <p14:nvPr/>
              </p14:nvContentPartPr>
              <p14:xfrm>
                <a:off x="7050280" y="3312542"/>
                <a:ext cx="37080" cy="210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E7D5DAE-B6F0-EE9C-495C-1DD3D53668C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32280" y="3294542"/>
                  <a:ext cx="72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040628-EF7C-309D-88A3-D735D480D626}"/>
                    </a:ext>
                  </a:extLst>
                </p14:cNvPr>
                <p14:cNvContentPartPr/>
                <p14:nvPr/>
              </p14:nvContentPartPr>
              <p14:xfrm>
                <a:off x="7006720" y="3312182"/>
                <a:ext cx="109080" cy="8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040628-EF7C-309D-88A3-D735D480D62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88720" y="3294182"/>
                  <a:ext cx="144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1BD97E-54C0-98D2-A0E8-8FB99E1234E1}"/>
                    </a:ext>
                  </a:extLst>
                </p14:cNvPr>
                <p14:cNvContentPartPr/>
                <p14:nvPr/>
              </p14:nvContentPartPr>
              <p14:xfrm>
                <a:off x="6571120" y="3184742"/>
                <a:ext cx="131760" cy="2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1BD97E-54C0-98D2-A0E8-8FB99E1234E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53071" y="3166742"/>
                  <a:ext cx="167498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6C459D0-C245-A94F-ACA4-DECB2B63AF38}"/>
                    </a:ext>
                  </a:extLst>
                </p14:cNvPr>
                <p14:cNvContentPartPr/>
                <p14:nvPr/>
              </p14:nvContentPartPr>
              <p14:xfrm>
                <a:off x="6574720" y="3218942"/>
                <a:ext cx="254520" cy="45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6C459D0-C245-A94F-ACA4-DECB2B63AF3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56720" y="3200797"/>
                  <a:ext cx="290160" cy="8092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103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29ABE-FDD0-4804-BE81-EE1403E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Simulated Annealing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E4AC-9378-475B-B56E-CC0AA48E1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532659" cy="4351338"/>
          </a:xfrm>
        </p:spPr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variable step size introduced by </a:t>
            </a:r>
            <a:r>
              <a:rPr lang="en-US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Corana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et al. 1987 regulates the ratio of accepted-to-rejected points to about 50%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259919D-CA02-4F05-983E-454A13FC0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8534" y="2994048"/>
            <a:ext cx="4005554" cy="349882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0673711-87D0-49D0-8F72-BF8146074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5067" y="696242"/>
            <a:ext cx="2798902" cy="57966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982BA-1383-402B-B745-FB95500E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74CB344-BAC2-1DBB-31EB-A07FE694DE2B}"/>
                  </a:ext>
                </a:extLst>
              </p14:cNvPr>
              <p14:cNvContentPartPr/>
              <p14:nvPr/>
            </p14:nvContentPartPr>
            <p14:xfrm>
              <a:off x="4252360" y="3049022"/>
              <a:ext cx="3129480" cy="101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74CB344-BAC2-1DBB-31EB-A07FE694DE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34360" y="3031022"/>
                <a:ext cx="3165120" cy="13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2530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6C35C3-08C1-C630-03D6-27910273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ABE7075-CB93-CBD7-D0A7-8936E69ACB97}"/>
                  </a:ext>
                </a:extLst>
              </p14:cNvPr>
              <p14:cNvContentPartPr/>
              <p14:nvPr/>
            </p14:nvContentPartPr>
            <p14:xfrm>
              <a:off x="5351080" y="1205502"/>
              <a:ext cx="81000" cy="2073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ABE7075-CB93-CBD7-D0A7-8936E69ACB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4960" y="1199382"/>
                <a:ext cx="93240" cy="21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41C30636-41DB-5EBD-01B8-AA768A0711DB}"/>
              </a:ext>
            </a:extLst>
          </p:cNvPr>
          <p:cNvGrpSpPr/>
          <p:nvPr/>
        </p:nvGrpSpPr>
        <p:grpSpPr>
          <a:xfrm>
            <a:off x="2278480" y="3006582"/>
            <a:ext cx="793440" cy="147960"/>
            <a:chOff x="2278480" y="3006582"/>
            <a:chExt cx="793440" cy="1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FD7E47A-E253-AF83-E65C-1302B153CE8E}"/>
                    </a:ext>
                  </a:extLst>
                </p14:cNvPr>
                <p14:cNvContentPartPr/>
                <p14:nvPr/>
              </p14:nvContentPartPr>
              <p14:xfrm>
                <a:off x="2278480" y="3006582"/>
                <a:ext cx="55080" cy="136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FD7E47A-E253-AF83-E65C-1302B153CE8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72360" y="3000462"/>
                  <a:ext cx="673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8B0B99-8499-25CB-A15A-DE9CB7B23173}"/>
                    </a:ext>
                  </a:extLst>
                </p14:cNvPr>
                <p14:cNvContentPartPr/>
                <p14:nvPr/>
              </p14:nvContentPartPr>
              <p14:xfrm>
                <a:off x="2392960" y="3045822"/>
                <a:ext cx="108000" cy="10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8B0B99-8499-25CB-A15A-DE9CB7B231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86860" y="3039680"/>
                  <a:ext cx="120199" cy="1134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854477-2CB4-9939-627F-61C47E6920C7}"/>
                    </a:ext>
                  </a:extLst>
                </p14:cNvPr>
                <p14:cNvContentPartPr/>
                <p14:nvPr/>
              </p14:nvContentPartPr>
              <p14:xfrm>
                <a:off x="2585920" y="3036102"/>
                <a:ext cx="125640" cy="118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854477-2CB4-9939-627F-61C47E6920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79800" y="3029982"/>
                  <a:ext cx="137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23F70F8-FD61-91CE-6F32-B5D5DB61F139}"/>
                    </a:ext>
                  </a:extLst>
                </p14:cNvPr>
                <p14:cNvContentPartPr/>
                <p14:nvPr/>
              </p14:nvContentPartPr>
              <p14:xfrm>
                <a:off x="2753680" y="3024942"/>
                <a:ext cx="145800" cy="110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23F70F8-FD61-91CE-6F32-B5D5DB61F1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7560" y="3018842"/>
                  <a:ext cx="158040" cy="1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837548-41D5-CDFD-608F-EACDB5236939}"/>
                    </a:ext>
                  </a:extLst>
                </p14:cNvPr>
                <p14:cNvContentPartPr/>
                <p14:nvPr/>
              </p14:nvContentPartPr>
              <p14:xfrm>
                <a:off x="2902720" y="3008022"/>
                <a:ext cx="169200" cy="1159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837548-41D5-CDFD-608F-EACDB52369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96600" y="3001902"/>
                  <a:ext cx="181440" cy="12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F1F5249-1F31-0C46-4E7F-01D1E0779735}"/>
                  </a:ext>
                </a:extLst>
              </p14:cNvPr>
              <p14:cNvContentPartPr/>
              <p14:nvPr/>
            </p14:nvContentPartPr>
            <p14:xfrm>
              <a:off x="1253200" y="765582"/>
              <a:ext cx="1427400" cy="2095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F1F5249-1F31-0C46-4E7F-01D1E07797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47080" y="759462"/>
                <a:ext cx="143964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B04CFC7C-E260-EA0D-049B-17E4AAA684C6}"/>
              </a:ext>
            </a:extLst>
          </p:cNvPr>
          <p:cNvGrpSpPr/>
          <p:nvPr/>
        </p:nvGrpSpPr>
        <p:grpSpPr>
          <a:xfrm>
            <a:off x="1294600" y="1926942"/>
            <a:ext cx="1512000" cy="428040"/>
            <a:chOff x="1294600" y="1926942"/>
            <a:chExt cx="1512000" cy="42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5F7FE46-2446-4466-168A-458AE7EFA9E9}"/>
                    </a:ext>
                  </a:extLst>
                </p14:cNvPr>
                <p14:cNvContentPartPr/>
                <p14:nvPr/>
              </p14:nvContentPartPr>
              <p14:xfrm>
                <a:off x="1294600" y="1992102"/>
                <a:ext cx="246600" cy="1450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5F7FE46-2446-4466-168A-458AE7EFA9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88480" y="1985967"/>
                  <a:ext cx="258840" cy="1573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08FADE6-93C9-0738-0BBF-A04E42EBDB09}"/>
                    </a:ext>
                  </a:extLst>
                </p14:cNvPr>
                <p14:cNvContentPartPr/>
                <p14:nvPr/>
              </p14:nvContentPartPr>
              <p14:xfrm>
                <a:off x="1592680" y="2047182"/>
                <a:ext cx="129240" cy="77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08FADE6-93C9-0738-0BBF-A04E42EBDB0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86560" y="2041062"/>
                  <a:ext cx="141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A5932E-37B0-FF37-448D-5AFDF22977CF}"/>
                    </a:ext>
                  </a:extLst>
                </p14:cNvPr>
                <p14:cNvContentPartPr/>
                <p14:nvPr/>
              </p14:nvContentPartPr>
              <p14:xfrm>
                <a:off x="1747120" y="2047542"/>
                <a:ext cx="137160" cy="763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A5932E-37B0-FF37-448D-5AFDF22977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41000" y="2041422"/>
                  <a:ext cx="149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ACACE4-9678-4811-8E79-6E5675DE5B77}"/>
                    </a:ext>
                  </a:extLst>
                </p14:cNvPr>
                <p14:cNvContentPartPr/>
                <p14:nvPr/>
              </p14:nvContentPartPr>
              <p14:xfrm>
                <a:off x="1804360" y="2042862"/>
                <a:ext cx="73800" cy="86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ACACE4-9678-4811-8E79-6E5675DE5B7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98240" y="2036742"/>
                  <a:ext cx="86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49908E-D925-38C0-2F18-8988D12E76CA}"/>
                    </a:ext>
                  </a:extLst>
                </p14:cNvPr>
                <p14:cNvContentPartPr/>
                <p14:nvPr/>
              </p14:nvContentPartPr>
              <p14:xfrm>
                <a:off x="2178400" y="1926942"/>
                <a:ext cx="57240" cy="159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49908E-D925-38C0-2F18-8988D12E76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72280" y="1920822"/>
                  <a:ext cx="69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46D168-F1C2-D83D-0C5A-473E4768B7F1}"/>
                    </a:ext>
                  </a:extLst>
                </p14:cNvPr>
                <p14:cNvContentPartPr/>
                <p14:nvPr/>
              </p14:nvContentPartPr>
              <p14:xfrm>
                <a:off x="2274520" y="1978782"/>
                <a:ext cx="100080" cy="94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46D168-F1C2-D83D-0C5A-473E4768B7F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68400" y="1972685"/>
                  <a:ext cx="112320" cy="1065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C5D8496-0A12-2818-E31F-A7CC3486FC37}"/>
                    </a:ext>
                  </a:extLst>
                </p14:cNvPr>
                <p14:cNvContentPartPr/>
                <p14:nvPr/>
              </p14:nvContentPartPr>
              <p14:xfrm>
                <a:off x="2418880" y="1981302"/>
                <a:ext cx="159120" cy="113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C5D8496-0A12-2818-E31F-A7CC3486FC3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12760" y="1975182"/>
                  <a:ext cx="171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C21BB00-8742-081D-4EF3-3AA33B4FE7C3}"/>
                    </a:ext>
                  </a:extLst>
                </p14:cNvPr>
                <p14:cNvContentPartPr/>
                <p14:nvPr/>
              </p14:nvContentPartPr>
              <p14:xfrm>
                <a:off x="1325560" y="2179302"/>
                <a:ext cx="1481040" cy="175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C21BB00-8742-081D-4EF3-3AA33B4FE7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19439" y="2173182"/>
                  <a:ext cx="1493283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75159D1-B33C-D168-EBDE-54E6AEEAEDBF}"/>
                  </a:ext>
                </a:extLst>
              </p14:cNvPr>
              <p14:cNvContentPartPr/>
              <p14:nvPr/>
            </p14:nvContentPartPr>
            <p14:xfrm>
              <a:off x="2262280" y="3236262"/>
              <a:ext cx="1027800" cy="1393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75159D1-B33C-D168-EBDE-54E6AEEAEDB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56160" y="3230142"/>
                <a:ext cx="1040040" cy="15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18029A16-B964-31F3-028E-F760FB9AE5EE}"/>
              </a:ext>
            </a:extLst>
          </p:cNvPr>
          <p:cNvGrpSpPr/>
          <p:nvPr/>
        </p:nvGrpSpPr>
        <p:grpSpPr>
          <a:xfrm>
            <a:off x="581440" y="260502"/>
            <a:ext cx="2383560" cy="1101600"/>
            <a:chOff x="581440" y="260502"/>
            <a:chExt cx="2383560" cy="110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EEEE82E-69CE-A457-D23A-FDF697F4FC7D}"/>
                    </a:ext>
                  </a:extLst>
                </p14:cNvPr>
                <p14:cNvContentPartPr/>
                <p14:nvPr/>
              </p14:nvContentPartPr>
              <p14:xfrm>
                <a:off x="1224400" y="655062"/>
                <a:ext cx="267480" cy="129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EEEE82E-69CE-A457-D23A-FDF697F4FC7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8280" y="648925"/>
                  <a:ext cx="279720" cy="141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421D756-7B15-855B-9207-44F65916DE79}"/>
                    </a:ext>
                  </a:extLst>
                </p14:cNvPr>
                <p14:cNvContentPartPr/>
                <p14:nvPr/>
              </p14:nvContentPartPr>
              <p14:xfrm>
                <a:off x="1508800" y="670182"/>
                <a:ext cx="125640" cy="96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421D756-7B15-855B-9207-44F65916DE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02662" y="664062"/>
                  <a:ext cx="137915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17F10B-AC74-596D-13FD-6A1763D632C9}"/>
                    </a:ext>
                  </a:extLst>
                </p14:cNvPr>
                <p14:cNvContentPartPr/>
                <p14:nvPr/>
              </p14:nvContentPartPr>
              <p14:xfrm>
                <a:off x="1662520" y="674862"/>
                <a:ext cx="126360" cy="900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17F10B-AC74-596D-13FD-6A1763D632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56400" y="668742"/>
                  <a:ext cx="138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4D327EA-3408-633C-38E8-71C4725CF410}"/>
                    </a:ext>
                  </a:extLst>
                </p14:cNvPr>
                <p14:cNvContentPartPr/>
                <p14:nvPr/>
              </p14:nvContentPartPr>
              <p14:xfrm>
                <a:off x="1680880" y="681702"/>
                <a:ext cx="103680" cy="145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4D327EA-3408-633C-38E8-71C4725CF41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674739" y="675582"/>
                  <a:ext cx="115963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6DA7F5-3337-8E7E-F130-04407898C21B}"/>
                    </a:ext>
                  </a:extLst>
                </p14:cNvPr>
                <p14:cNvContentPartPr/>
                <p14:nvPr/>
              </p14:nvContentPartPr>
              <p14:xfrm>
                <a:off x="2159680" y="580182"/>
                <a:ext cx="47880" cy="170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6DA7F5-3337-8E7E-F130-04407898C21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153560" y="574062"/>
                  <a:ext cx="60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E743C8-86D1-4D84-EA4C-6A6AD5C35BDB}"/>
                    </a:ext>
                  </a:extLst>
                </p14:cNvPr>
                <p14:cNvContentPartPr/>
                <p14:nvPr/>
              </p14:nvContentPartPr>
              <p14:xfrm>
                <a:off x="2264080" y="569742"/>
                <a:ext cx="120960" cy="135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E743C8-86D1-4D84-EA4C-6A6AD5C35BD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57978" y="563622"/>
                  <a:ext cx="133164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F0A27D7-B68F-1E8A-4FEE-C16157F5BF46}"/>
                    </a:ext>
                  </a:extLst>
                </p14:cNvPr>
                <p14:cNvContentPartPr/>
                <p14:nvPr/>
              </p14:nvContentPartPr>
              <p14:xfrm>
                <a:off x="581440" y="260502"/>
                <a:ext cx="2383560" cy="11016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F0A27D7-B68F-1E8A-4FEE-C16157F5BF4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5319" y="254384"/>
                  <a:ext cx="2395802" cy="111383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9AD2916-6315-F528-70E7-678E46568BF7}"/>
                  </a:ext>
                </a:extLst>
              </p14:cNvPr>
              <p14:cNvContentPartPr/>
              <p14:nvPr/>
            </p14:nvContentPartPr>
            <p14:xfrm>
              <a:off x="3439480" y="245022"/>
              <a:ext cx="2474280" cy="10346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9AD2916-6315-F528-70E7-678E46568B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33359" y="238902"/>
                <a:ext cx="2486522" cy="10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2A2B128A-4E2E-31FC-34B1-CCF086782211}"/>
              </a:ext>
            </a:extLst>
          </p:cNvPr>
          <p:cNvGrpSpPr/>
          <p:nvPr/>
        </p:nvGrpSpPr>
        <p:grpSpPr>
          <a:xfrm>
            <a:off x="3901360" y="484062"/>
            <a:ext cx="3219840" cy="3050640"/>
            <a:chOff x="3901360" y="484062"/>
            <a:chExt cx="3219840" cy="30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6DF843-93F5-C070-D1E3-9537D954F63B}"/>
                    </a:ext>
                  </a:extLst>
                </p14:cNvPr>
                <p14:cNvContentPartPr/>
                <p14:nvPr/>
              </p14:nvContentPartPr>
              <p14:xfrm>
                <a:off x="3943120" y="1785822"/>
                <a:ext cx="23040" cy="176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6DF843-93F5-C070-D1E3-9537D954F6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37000" y="1779702"/>
                  <a:ext cx="35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3745AAE-448D-7F75-B38D-844608BBFE01}"/>
                    </a:ext>
                  </a:extLst>
                </p14:cNvPr>
                <p14:cNvContentPartPr/>
                <p14:nvPr/>
              </p14:nvContentPartPr>
              <p14:xfrm>
                <a:off x="3901360" y="1977702"/>
                <a:ext cx="145440" cy="5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3745AAE-448D-7F75-B38D-844608BBFE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95255" y="1971582"/>
                  <a:ext cx="15765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02333F-3A4C-0ABE-E9A6-E9BC7C106B98}"/>
                    </a:ext>
                  </a:extLst>
                </p14:cNvPr>
                <p14:cNvContentPartPr/>
                <p14:nvPr/>
              </p14:nvContentPartPr>
              <p14:xfrm>
                <a:off x="3971920" y="2090382"/>
                <a:ext cx="197640" cy="151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02333F-3A4C-0ABE-E9A6-E9BC7C106B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65800" y="2084262"/>
                  <a:ext cx="209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9D5918D-91C1-3EC6-C5F8-26DE6D29756A}"/>
                    </a:ext>
                  </a:extLst>
                </p14:cNvPr>
                <p14:cNvContentPartPr/>
                <p14:nvPr/>
              </p14:nvContentPartPr>
              <p14:xfrm>
                <a:off x="4462960" y="1933422"/>
                <a:ext cx="66600" cy="21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9D5918D-91C1-3EC6-C5F8-26DE6D29756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56873" y="1927302"/>
                  <a:ext cx="78774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912206-2F11-9633-EFC1-DBD2E11B1E1A}"/>
                    </a:ext>
                  </a:extLst>
                </p14:cNvPr>
                <p14:cNvContentPartPr/>
                <p14:nvPr/>
              </p14:nvContentPartPr>
              <p14:xfrm>
                <a:off x="4605880" y="1930542"/>
                <a:ext cx="42480" cy="1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912206-2F11-9633-EFC1-DBD2E11B1E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99760" y="1924422"/>
                  <a:ext cx="54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53440F-EA41-1FD5-C02F-14C31D27309A}"/>
                    </a:ext>
                  </a:extLst>
                </p14:cNvPr>
                <p14:cNvContentPartPr/>
                <p14:nvPr/>
              </p14:nvContentPartPr>
              <p14:xfrm>
                <a:off x="4790920" y="1941342"/>
                <a:ext cx="31320" cy="3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53440F-EA41-1FD5-C02F-14C31D27309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84800" y="1935222"/>
                  <a:ext cx="435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12A0153-CC83-EAB9-3B06-65DCB2888BA0}"/>
                    </a:ext>
                  </a:extLst>
                </p14:cNvPr>
                <p14:cNvContentPartPr/>
                <p14:nvPr/>
              </p14:nvContentPartPr>
              <p14:xfrm>
                <a:off x="4925200" y="1861782"/>
                <a:ext cx="196200" cy="152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12A0153-CC83-EAB9-3B06-65DCB2888B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19080" y="1855676"/>
                  <a:ext cx="208440" cy="164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0FF541A-6472-79A3-7624-BD1440FB7614}"/>
                    </a:ext>
                  </a:extLst>
                </p14:cNvPr>
                <p14:cNvContentPartPr/>
                <p14:nvPr/>
              </p14:nvContentPartPr>
              <p14:xfrm>
                <a:off x="5896480" y="1617342"/>
                <a:ext cx="85320" cy="184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0FF541A-6472-79A3-7624-BD1440FB761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90334" y="1611222"/>
                  <a:ext cx="97612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CDE66F-B22F-2517-EF12-18B369E1F206}"/>
                    </a:ext>
                  </a:extLst>
                </p14:cNvPr>
                <p14:cNvContentPartPr/>
                <p14:nvPr/>
              </p14:nvContentPartPr>
              <p14:xfrm>
                <a:off x="5819440" y="1841982"/>
                <a:ext cx="362160" cy="3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CDE66F-B22F-2517-EF12-18B369E1F2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13320" y="1835802"/>
                  <a:ext cx="374400" cy="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7F537B0-3D31-9BB7-1530-3483F0DABA20}"/>
                    </a:ext>
                  </a:extLst>
                </p14:cNvPr>
                <p14:cNvContentPartPr/>
                <p14:nvPr/>
              </p14:nvContentPartPr>
              <p14:xfrm>
                <a:off x="5850040" y="2008662"/>
                <a:ext cx="136440" cy="130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7F537B0-3D31-9BB7-1530-3483F0DABA2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843920" y="2002525"/>
                  <a:ext cx="148680" cy="1425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FE2B86-8C8F-A091-6400-64672CCFDB86}"/>
                    </a:ext>
                  </a:extLst>
                </p14:cNvPr>
                <p14:cNvContentPartPr/>
                <p14:nvPr/>
              </p14:nvContentPartPr>
              <p14:xfrm>
                <a:off x="6026440" y="2112702"/>
                <a:ext cx="7920" cy="19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FE2B86-8C8F-A091-6400-64672CCFDB8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20320" y="2106582"/>
                  <a:ext cx="20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39B8F90-B34C-C3D6-F729-4474C83CF11C}"/>
                    </a:ext>
                  </a:extLst>
                </p14:cNvPr>
                <p14:cNvContentPartPr/>
                <p14:nvPr/>
              </p14:nvContentPartPr>
              <p14:xfrm>
                <a:off x="5912320" y="1944222"/>
                <a:ext cx="57240" cy="205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39B8F90-B34C-C3D6-F729-4474C83CF11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906200" y="1938102"/>
                  <a:ext cx="69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158769-ED6A-BE0E-3416-5CDAE72E2896}"/>
                    </a:ext>
                  </a:extLst>
                </p14:cNvPr>
                <p14:cNvContentPartPr/>
                <p14:nvPr/>
              </p14:nvContentPartPr>
              <p14:xfrm>
                <a:off x="6026440" y="2003622"/>
                <a:ext cx="126720" cy="10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158769-ED6A-BE0E-3416-5CDAE72E289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20320" y="1997482"/>
                  <a:ext cx="138960" cy="1210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A2D98C0-166A-6E6C-735F-370FEDB2EA2F}"/>
                    </a:ext>
                  </a:extLst>
                </p14:cNvPr>
                <p14:cNvContentPartPr/>
                <p14:nvPr/>
              </p14:nvContentPartPr>
              <p14:xfrm>
                <a:off x="6237400" y="2003982"/>
                <a:ext cx="145080" cy="849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A2D98C0-166A-6E6C-735F-370FEDB2EA2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31280" y="1997862"/>
                  <a:ext cx="157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D3538F4-00D5-6940-E14F-B7F2A5996807}"/>
                    </a:ext>
                  </a:extLst>
                </p14:cNvPr>
                <p14:cNvContentPartPr/>
                <p14:nvPr/>
              </p14:nvContentPartPr>
              <p14:xfrm>
                <a:off x="3974080" y="512862"/>
                <a:ext cx="48960" cy="18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D3538F4-00D5-6940-E14F-B7F2A599680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67960" y="506730"/>
                  <a:ext cx="61200" cy="193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EDE9B6-88E9-1DB2-315E-097A7FB2B682}"/>
                    </a:ext>
                  </a:extLst>
                </p14:cNvPr>
                <p14:cNvContentPartPr/>
                <p14:nvPr/>
              </p14:nvContentPartPr>
              <p14:xfrm>
                <a:off x="3924400" y="722022"/>
                <a:ext cx="210960" cy="2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EDE9B6-88E9-1DB2-315E-097A7FB2B68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918280" y="715902"/>
                  <a:ext cx="223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9B2C4A8-A266-2270-92D3-8241A9D36F38}"/>
                    </a:ext>
                  </a:extLst>
                </p14:cNvPr>
                <p14:cNvContentPartPr/>
                <p14:nvPr/>
              </p14:nvContentPartPr>
              <p14:xfrm>
                <a:off x="4002160" y="818502"/>
                <a:ext cx="114120" cy="147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9B2C4A8-A266-2270-92D3-8241A9D36F3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96040" y="812382"/>
                  <a:ext cx="126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BFA127B-F13B-67B3-6C0B-DD4554E21592}"/>
                    </a:ext>
                  </a:extLst>
                </p14:cNvPr>
                <p14:cNvContentPartPr/>
                <p14:nvPr/>
              </p14:nvContentPartPr>
              <p14:xfrm>
                <a:off x="4309960" y="746502"/>
                <a:ext cx="134280" cy="11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BFA127B-F13B-67B3-6C0B-DD4554E215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03840" y="740382"/>
                  <a:ext cx="146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1E771B9-6DC8-20B9-FB3C-DC2F06A275AE}"/>
                    </a:ext>
                  </a:extLst>
                </p14:cNvPr>
                <p14:cNvContentPartPr/>
                <p14:nvPr/>
              </p14:nvContentPartPr>
              <p14:xfrm>
                <a:off x="4514800" y="668742"/>
                <a:ext cx="183240" cy="163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1E771B9-6DC8-20B9-FB3C-DC2F06A275A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508692" y="662622"/>
                  <a:ext cx="195456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23B33B8-DE97-348B-32E7-51903EDF64A5}"/>
                    </a:ext>
                  </a:extLst>
                </p14:cNvPr>
                <p14:cNvContentPartPr/>
                <p14:nvPr/>
              </p14:nvContentPartPr>
              <p14:xfrm>
                <a:off x="5049400" y="484062"/>
                <a:ext cx="39600" cy="197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23B33B8-DE97-348B-32E7-51903EDF64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43280" y="477942"/>
                  <a:ext cx="51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0DBA8F-B199-E3D3-4064-B64224415AF7}"/>
                    </a:ext>
                  </a:extLst>
                </p14:cNvPr>
                <p14:cNvContentPartPr/>
                <p14:nvPr/>
              </p14:nvContentPartPr>
              <p14:xfrm>
                <a:off x="4968400" y="698982"/>
                <a:ext cx="290520" cy="48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0DBA8F-B199-E3D3-4064-B64224415A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62280" y="692862"/>
                  <a:ext cx="3027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56E7A8-796E-3908-73D4-DB513816C00C}"/>
                    </a:ext>
                  </a:extLst>
                </p14:cNvPr>
                <p14:cNvContentPartPr/>
                <p14:nvPr/>
              </p14:nvContentPartPr>
              <p14:xfrm>
                <a:off x="5053360" y="842262"/>
                <a:ext cx="39960" cy="139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56E7A8-796E-3908-73D4-DB513816C00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47240" y="836142"/>
                  <a:ext cx="52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DDB3D1-5C51-C4C2-A247-503C5E44443D}"/>
                    </a:ext>
                  </a:extLst>
                </p14:cNvPr>
                <p14:cNvContentPartPr/>
                <p14:nvPr/>
              </p14:nvContentPartPr>
              <p14:xfrm>
                <a:off x="5141560" y="855582"/>
                <a:ext cx="159480" cy="102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DDB3D1-5C51-C4C2-A247-503C5E44443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35440" y="849462"/>
                  <a:ext cx="1717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35791ED-49EB-9278-C4CC-C39675DADF7C}"/>
                    </a:ext>
                  </a:extLst>
                </p14:cNvPr>
                <p14:cNvContentPartPr/>
                <p14:nvPr/>
              </p14:nvContentPartPr>
              <p14:xfrm>
                <a:off x="5035000" y="986622"/>
                <a:ext cx="398160" cy="66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35791ED-49EB-9278-C4CC-C39675DADF7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28880" y="980535"/>
                  <a:ext cx="410400" cy="79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1A441D-6736-DD38-E470-DE2273ED4514}"/>
                    </a:ext>
                  </a:extLst>
                </p14:cNvPr>
                <p14:cNvContentPartPr/>
                <p14:nvPr/>
              </p14:nvContentPartPr>
              <p14:xfrm>
                <a:off x="5087920" y="1059342"/>
                <a:ext cx="321120" cy="83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1A441D-6736-DD38-E470-DE2273ED451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81800" y="1053222"/>
                  <a:ext cx="333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35BC709-53A4-FDED-A3FF-4044A211688E}"/>
                    </a:ext>
                  </a:extLst>
                </p14:cNvPr>
                <p14:cNvContentPartPr/>
                <p14:nvPr/>
              </p14:nvContentPartPr>
              <p14:xfrm>
                <a:off x="5107000" y="1267782"/>
                <a:ext cx="125280" cy="136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35BC709-53A4-FDED-A3FF-4044A21168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00880" y="1261662"/>
                  <a:ext cx="137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57FCCF4-1B2A-7617-B8AF-0DB33BF03E7F}"/>
                    </a:ext>
                  </a:extLst>
                </p14:cNvPr>
                <p14:cNvContentPartPr/>
                <p14:nvPr/>
              </p14:nvContentPartPr>
              <p14:xfrm>
                <a:off x="5284840" y="1377222"/>
                <a:ext cx="20880" cy="96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57FCCF4-1B2A-7617-B8AF-0DB33BF03E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78720" y="1371102"/>
                  <a:ext cx="33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41AAAD3-778F-9F27-037E-6557E3307E1D}"/>
                    </a:ext>
                  </a:extLst>
                </p14:cNvPr>
                <p14:cNvContentPartPr/>
                <p14:nvPr/>
              </p14:nvContentPartPr>
              <p14:xfrm>
                <a:off x="5623600" y="1061142"/>
                <a:ext cx="527040" cy="138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41AAAD3-778F-9F27-037E-6557E3307E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17480" y="1055022"/>
                  <a:ext cx="539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0D96BA-10C8-DE2B-BAE2-F3B15E9BCE7B}"/>
                    </a:ext>
                  </a:extLst>
                </p14:cNvPr>
                <p14:cNvContentPartPr/>
                <p14:nvPr/>
              </p14:nvContentPartPr>
              <p14:xfrm>
                <a:off x="5698120" y="1014342"/>
                <a:ext cx="171000" cy="134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0D96BA-10C8-DE2B-BAE2-F3B15E9BCE7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92000" y="1008222"/>
                  <a:ext cx="183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D84D2C4-B6D4-81CC-D485-CCA7F0CCC3DF}"/>
                    </a:ext>
                  </a:extLst>
                </p14:cNvPr>
                <p14:cNvContentPartPr/>
                <p14:nvPr/>
              </p14:nvContentPartPr>
              <p14:xfrm>
                <a:off x="4413640" y="3067782"/>
                <a:ext cx="987840" cy="63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D84D2C4-B6D4-81CC-D485-CCA7F0CCC3D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07520" y="3061662"/>
                  <a:ext cx="1000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9188354-2F44-FF7B-67B5-3C024F2ACF60}"/>
                    </a:ext>
                  </a:extLst>
                </p14:cNvPr>
                <p14:cNvContentPartPr/>
                <p14:nvPr/>
              </p14:nvContentPartPr>
              <p14:xfrm>
                <a:off x="5474560" y="2951862"/>
                <a:ext cx="217800" cy="186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9188354-2F44-FF7B-67B5-3C024F2ACF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68440" y="2945742"/>
                  <a:ext cx="230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4B3774E-6917-4DB2-2C55-75BFB11D3F44}"/>
                    </a:ext>
                  </a:extLst>
                </p14:cNvPr>
                <p14:cNvContentPartPr/>
                <p14:nvPr/>
              </p14:nvContentPartPr>
              <p14:xfrm>
                <a:off x="6257920" y="2640462"/>
                <a:ext cx="65160" cy="2163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4B3774E-6917-4DB2-2C55-75BFB11D3F4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51834" y="2634332"/>
                  <a:ext cx="77333" cy="228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AE9A75-159E-4BBE-8C2B-C33F9603B842}"/>
                    </a:ext>
                  </a:extLst>
                </p14:cNvPr>
                <p14:cNvContentPartPr/>
                <p14:nvPr/>
              </p14:nvContentPartPr>
              <p14:xfrm>
                <a:off x="6107440" y="2857542"/>
                <a:ext cx="469080" cy="63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AE9A75-159E-4BBE-8C2B-C33F9603B84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01320" y="2851387"/>
                  <a:ext cx="481320" cy="75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36CAFE6-1CF9-843D-6B94-9AF15A55A021}"/>
                    </a:ext>
                  </a:extLst>
                </p14:cNvPr>
                <p14:cNvContentPartPr/>
                <p14:nvPr/>
              </p14:nvContentPartPr>
              <p14:xfrm>
                <a:off x="6149920" y="3008742"/>
                <a:ext cx="68040" cy="142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36CAFE6-1CF9-843D-6B94-9AF15A55A02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43800" y="3002622"/>
                  <a:ext cx="80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15E883B-AB58-93C9-55C3-F35229D2D57D}"/>
                    </a:ext>
                  </a:extLst>
                </p14:cNvPr>
                <p14:cNvContentPartPr/>
                <p14:nvPr/>
              </p14:nvContentPartPr>
              <p14:xfrm>
                <a:off x="6242440" y="3010182"/>
                <a:ext cx="114840" cy="96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15E883B-AB58-93C9-55C3-F35229D2D57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36339" y="3004062"/>
                  <a:ext cx="127042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9CD2075-5651-9743-9A02-00465029AC5F}"/>
                    </a:ext>
                  </a:extLst>
                </p14:cNvPr>
                <p14:cNvContentPartPr/>
                <p14:nvPr/>
              </p14:nvContentPartPr>
              <p14:xfrm>
                <a:off x="6378160" y="3004422"/>
                <a:ext cx="128520" cy="112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9CD2075-5651-9743-9A02-00465029AC5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72023" y="2998302"/>
                  <a:ext cx="140794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DEA8C8-57BA-9650-3AAE-CD23D826ECD9}"/>
                    </a:ext>
                  </a:extLst>
                </p14:cNvPr>
                <p14:cNvContentPartPr/>
                <p14:nvPr/>
              </p14:nvContentPartPr>
              <p14:xfrm>
                <a:off x="6561760" y="3002262"/>
                <a:ext cx="138600" cy="1101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DEA8C8-57BA-9650-3AAE-CD23D826EC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55624" y="2996142"/>
                  <a:ext cx="150872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10BA2B-3E2D-D9B4-DACF-C42E890C8298}"/>
                    </a:ext>
                  </a:extLst>
                </p14:cNvPr>
                <p14:cNvContentPartPr/>
                <p14:nvPr/>
              </p14:nvContentPartPr>
              <p14:xfrm>
                <a:off x="6685240" y="2985342"/>
                <a:ext cx="165600" cy="101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10BA2B-3E2D-D9B4-DACF-C42E890C829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79120" y="2979244"/>
                  <a:ext cx="177840" cy="1137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3358F4-05A3-BB42-D6DD-001F41877B3C}"/>
                    </a:ext>
                  </a:extLst>
                </p14:cNvPr>
                <p14:cNvContentPartPr/>
                <p14:nvPr/>
              </p14:nvContentPartPr>
              <p14:xfrm>
                <a:off x="5917720" y="3113502"/>
                <a:ext cx="1151640" cy="286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3358F4-05A3-BB42-D6DD-001F41877B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11600" y="3107374"/>
                  <a:ext cx="1163880" cy="299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98EE396-B3CF-2371-9C62-5A4C230730CF}"/>
                    </a:ext>
                  </a:extLst>
                </p14:cNvPr>
                <p14:cNvContentPartPr/>
                <p14:nvPr/>
              </p14:nvContentPartPr>
              <p14:xfrm>
                <a:off x="6967480" y="3095862"/>
                <a:ext cx="153720" cy="418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98EE396-B3CF-2371-9C62-5A4C230730C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61360" y="3089742"/>
                  <a:ext cx="16596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9BF2880-0B14-67E1-FE96-4CFD20D364BE}"/>
                    </a:ext>
                  </a:extLst>
                </p14:cNvPr>
                <p14:cNvContentPartPr/>
                <p14:nvPr/>
              </p14:nvContentPartPr>
              <p14:xfrm>
                <a:off x="5797480" y="2432742"/>
                <a:ext cx="1212840" cy="1101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9BF2880-0B14-67E1-FE96-4CFD20D364B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791360" y="2426622"/>
                  <a:ext cx="1225080" cy="11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1994FAC-00FC-597F-3A1F-392C1C94AB6B}"/>
                    </a:ext>
                  </a:extLst>
                </p14:cNvPr>
                <p14:cNvContentPartPr/>
                <p14:nvPr/>
              </p14:nvContentPartPr>
              <p14:xfrm>
                <a:off x="5928160" y="836142"/>
                <a:ext cx="1076760" cy="2068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1994FAC-00FC-597F-3A1F-392C1C94AB6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22038" y="830022"/>
                  <a:ext cx="1089004" cy="20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2EC716F-9484-A935-6360-A3DF8990AC30}"/>
                    </a:ext>
                  </a:extLst>
                </p14:cNvPr>
                <p14:cNvContentPartPr/>
                <p14:nvPr/>
              </p14:nvContentPartPr>
              <p14:xfrm>
                <a:off x="6813040" y="2739822"/>
                <a:ext cx="189360" cy="1609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2EC716F-9484-A935-6360-A3DF8990AC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06920" y="2733702"/>
                  <a:ext cx="201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FF5F935-3916-9FFC-8304-A6B88869B57B}"/>
                    </a:ext>
                  </a:extLst>
                </p14:cNvPr>
                <p14:cNvContentPartPr/>
                <p14:nvPr/>
              </p14:nvContentPartPr>
              <p14:xfrm>
                <a:off x="5924920" y="813102"/>
                <a:ext cx="281880" cy="2350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FF5F935-3916-9FFC-8304-A6B88869B57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18800" y="806991"/>
                  <a:ext cx="294120" cy="247301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6981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2180-AA37-47DA-B27F-33D5E14B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Cross-Entropy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51ABD-5A6B-47B3-8FF8-DA9001CC7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931366"/>
          </a:xfrm>
        </p:spPr>
        <p:txBody>
          <a:bodyPr/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Maintains explicit probability distribution over design space often called a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proposal distribution 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Requires choosing a family of parameterized distributions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At each iteration, a set of design points are sampled from the proposal distribution; these are evaluated and ranked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best-performing subset of samples, called </a:t>
            </a:r>
            <a:r>
              <a:rPr lang="en-US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elite samples</a:t>
            </a:r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, are retained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proposal distribution parameters are then updated based on the elite samples, and the next iteration begins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6E7E8-50F5-46BD-BE04-35162CCA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5B4F05-4482-B38B-5074-52A16D565FA2}"/>
                  </a:ext>
                </a:extLst>
              </p14:cNvPr>
              <p14:cNvContentPartPr/>
              <p14:nvPr/>
            </p14:nvContentPartPr>
            <p14:xfrm>
              <a:off x="3732520" y="1830822"/>
              <a:ext cx="3400200" cy="475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5B4F05-4482-B38B-5074-52A16D565F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6400" y="1824702"/>
                <a:ext cx="341244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E23D874-E7EC-3DB3-8FB6-AA7A8049C436}"/>
                  </a:ext>
                </a:extLst>
              </p14:cNvPr>
              <p14:cNvContentPartPr/>
              <p14:nvPr/>
            </p14:nvContentPartPr>
            <p14:xfrm>
              <a:off x="9776200" y="2713182"/>
              <a:ext cx="172440" cy="327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E23D874-E7EC-3DB3-8FB6-AA7A8049C4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70080" y="2707062"/>
                <a:ext cx="184680" cy="33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FC33733-FB9F-E621-1BA6-D71522F0733F}"/>
              </a:ext>
            </a:extLst>
          </p:cNvPr>
          <p:cNvGrpSpPr/>
          <p:nvPr/>
        </p:nvGrpSpPr>
        <p:grpSpPr>
          <a:xfrm>
            <a:off x="10089040" y="2669262"/>
            <a:ext cx="162720" cy="447149"/>
            <a:chOff x="10089040" y="2669262"/>
            <a:chExt cx="162720" cy="447149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A2E4C70-2B8D-E999-D06B-2C40A8D620D5}"/>
                    </a:ext>
                  </a:extLst>
                </p14:cNvPr>
                <p14:cNvContentPartPr/>
                <p14:nvPr/>
              </p14:nvContentPartPr>
              <p14:xfrm>
                <a:off x="10089040" y="2669262"/>
                <a:ext cx="162720" cy="268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A2E4C70-2B8D-E999-D06B-2C40A8D620D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082906" y="2663142"/>
                  <a:ext cx="174987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399050-B3AB-7EB4-963D-1942FE4EAC88}"/>
                    </a:ext>
                  </a:extLst>
                </p14:cNvPr>
                <p14:cNvContentPartPr/>
                <p14:nvPr/>
              </p14:nvContentPartPr>
              <p14:xfrm>
                <a:off x="10118920" y="3047291"/>
                <a:ext cx="89640" cy="69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399050-B3AB-7EB4-963D-1942FE4EAC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12800" y="3041171"/>
                  <a:ext cx="10188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BCFF61-C125-2C11-C8BF-8FD840D6D656}"/>
              </a:ext>
            </a:extLst>
          </p:cNvPr>
          <p:cNvGrpSpPr/>
          <p:nvPr/>
        </p:nvGrpSpPr>
        <p:grpSpPr>
          <a:xfrm>
            <a:off x="9657040" y="3095345"/>
            <a:ext cx="457200" cy="153501"/>
            <a:chOff x="9657040" y="3095345"/>
            <a:chExt cx="457200" cy="153501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D87D6BE-741D-28D2-F1AA-6ECF1F3CCC43}"/>
                    </a:ext>
                  </a:extLst>
                </p14:cNvPr>
                <p14:cNvContentPartPr/>
                <p14:nvPr/>
              </p14:nvContentPartPr>
              <p14:xfrm>
                <a:off x="9657040" y="3137246"/>
                <a:ext cx="255960" cy="111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D87D6BE-741D-28D2-F1AA-6ECF1F3CCC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650920" y="3131126"/>
                  <a:ext cx="268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372D33-C789-0FF2-7AA9-4FC2B07E3F18}"/>
                    </a:ext>
                  </a:extLst>
                </p14:cNvPr>
                <p14:cNvContentPartPr/>
                <p14:nvPr/>
              </p14:nvContentPartPr>
              <p14:xfrm>
                <a:off x="9727240" y="3095345"/>
                <a:ext cx="358920" cy="91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372D33-C789-0FF2-7AA9-4FC2B07E3F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21120" y="3089201"/>
                  <a:ext cx="371160" cy="103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46B8F8B-8064-3291-2552-296936BB72C8}"/>
                    </a:ext>
                  </a:extLst>
                </p14:cNvPr>
                <p14:cNvContentPartPr/>
                <p14:nvPr/>
              </p14:nvContentPartPr>
              <p14:xfrm>
                <a:off x="9707080" y="3139625"/>
                <a:ext cx="407160" cy="514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46B8F8B-8064-3291-2552-296936BB72C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00965" y="3133547"/>
                  <a:ext cx="419389" cy="6363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06EFD3E-07B4-54A8-FAAE-3898A0089985}"/>
                  </a:ext>
                </a:extLst>
              </p14:cNvPr>
              <p14:cNvContentPartPr/>
              <p14:nvPr/>
            </p14:nvContentPartPr>
            <p14:xfrm>
              <a:off x="5482840" y="3130985"/>
              <a:ext cx="1963080" cy="78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06EFD3E-07B4-54A8-FAAE-3898A008998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76720" y="3124837"/>
                <a:ext cx="1975320" cy="90417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8674A75-F354-741A-6BC7-8185AEFF5A42}"/>
              </a:ext>
            </a:extLst>
          </p:cNvPr>
          <p:cNvGrpSpPr/>
          <p:nvPr/>
        </p:nvGrpSpPr>
        <p:grpSpPr>
          <a:xfrm>
            <a:off x="8846680" y="734105"/>
            <a:ext cx="1181160" cy="1000080"/>
            <a:chOff x="8846680" y="734105"/>
            <a:chExt cx="1181160" cy="100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CAFF909-8627-BA13-F396-78A1B8DFA86D}"/>
                    </a:ext>
                  </a:extLst>
                </p14:cNvPr>
                <p14:cNvContentPartPr/>
                <p14:nvPr/>
              </p14:nvContentPartPr>
              <p14:xfrm>
                <a:off x="8846680" y="920225"/>
                <a:ext cx="232920" cy="256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CAFF909-8627-BA13-F396-78A1B8DFA86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40569" y="914105"/>
                  <a:ext cx="245141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C2E4AF0-C5FC-1A4C-8BE6-3A99B13CDF25}"/>
                    </a:ext>
                  </a:extLst>
                </p14:cNvPr>
                <p14:cNvContentPartPr/>
                <p14:nvPr/>
              </p14:nvContentPartPr>
              <p14:xfrm>
                <a:off x="8931640" y="1014545"/>
                <a:ext cx="150120" cy="72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C2E4AF0-C5FC-1A4C-8BE6-3A99B13CDF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25520" y="1008425"/>
                  <a:ext cx="1623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A2A09B-A404-AD2E-AB2E-96354A21AFAB}"/>
                    </a:ext>
                  </a:extLst>
                </p14:cNvPr>
                <p14:cNvContentPartPr/>
                <p14:nvPr/>
              </p14:nvContentPartPr>
              <p14:xfrm>
                <a:off x="9195880" y="1027505"/>
                <a:ext cx="172080" cy="33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A2A09B-A404-AD2E-AB2E-96354A21AF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89760" y="1021385"/>
                  <a:ext cx="1843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0E71BF-867E-CCC6-4596-1A662A3C496A}"/>
                    </a:ext>
                  </a:extLst>
                </p14:cNvPr>
                <p14:cNvContentPartPr/>
                <p14:nvPr/>
              </p14:nvContentPartPr>
              <p14:xfrm>
                <a:off x="9365440" y="975665"/>
                <a:ext cx="126000" cy="110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0E71BF-867E-CCC6-4596-1A662A3C49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59320" y="969545"/>
                  <a:ext cx="138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9C3464-436D-A9A6-5930-2E892ED724D9}"/>
                    </a:ext>
                  </a:extLst>
                </p14:cNvPr>
                <p14:cNvContentPartPr/>
                <p14:nvPr/>
              </p14:nvContentPartPr>
              <p14:xfrm>
                <a:off x="9588640" y="844985"/>
                <a:ext cx="170640" cy="201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9C3464-436D-A9A6-5930-2E892ED724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582520" y="838865"/>
                  <a:ext cx="182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EAF6796-7539-8323-599E-B424049C09D1}"/>
                    </a:ext>
                  </a:extLst>
                </p14:cNvPr>
                <p14:cNvContentPartPr/>
                <p14:nvPr/>
              </p14:nvContentPartPr>
              <p14:xfrm>
                <a:off x="9623560" y="902585"/>
                <a:ext cx="160920" cy="6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EAF6796-7539-8323-599E-B424049C09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617440" y="896465"/>
                  <a:ext cx="173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655F1C-67DC-E6EF-B657-BD977DEAD2FF}"/>
                    </a:ext>
                  </a:extLst>
                </p14:cNvPr>
                <p14:cNvContentPartPr/>
                <p14:nvPr/>
              </p14:nvContentPartPr>
              <p14:xfrm>
                <a:off x="9847120" y="734105"/>
                <a:ext cx="26640" cy="1126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655F1C-67DC-E6EF-B657-BD977DEAD2F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40916" y="727985"/>
                  <a:ext cx="39048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C74521-C194-D0EF-BE6F-B6B19C211987}"/>
                    </a:ext>
                  </a:extLst>
                </p14:cNvPr>
                <p14:cNvContentPartPr/>
                <p14:nvPr/>
              </p14:nvContentPartPr>
              <p14:xfrm>
                <a:off x="8914360" y="1332425"/>
                <a:ext cx="146880" cy="29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C74521-C194-D0EF-BE6F-B6B19C2119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08225" y="1326297"/>
                  <a:ext cx="159150" cy="304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4D150D7-32E2-0D0F-87C2-4276ACAD5538}"/>
                    </a:ext>
                  </a:extLst>
                </p14:cNvPr>
                <p14:cNvContentPartPr/>
                <p14:nvPr/>
              </p14:nvContentPartPr>
              <p14:xfrm>
                <a:off x="9197680" y="1432145"/>
                <a:ext cx="309240" cy="81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4D150D7-32E2-0D0F-87C2-4276ACAD553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91560" y="1426025"/>
                  <a:ext cx="321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14495DA-6DDE-DDAE-921D-9811AA9934EB}"/>
                    </a:ext>
                  </a:extLst>
                </p14:cNvPr>
                <p14:cNvContentPartPr/>
                <p14:nvPr/>
              </p14:nvContentPartPr>
              <p14:xfrm>
                <a:off x="9461200" y="1375625"/>
                <a:ext cx="121680" cy="122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14495DA-6DDE-DDAE-921D-9811AA9934E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455080" y="1369505"/>
                  <a:ext cx="133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02C7B86-10D1-E996-FCC1-A2AFD48B64F5}"/>
                    </a:ext>
                  </a:extLst>
                </p14:cNvPr>
                <p14:cNvContentPartPr/>
                <p14:nvPr/>
              </p14:nvContentPartPr>
              <p14:xfrm>
                <a:off x="9754240" y="1185185"/>
                <a:ext cx="158040" cy="304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02C7B86-10D1-E996-FCC1-A2AFD48B64F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48120" y="1179058"/>
                  <a:ext cx="170280" cy="3168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6BC1A75-3A7A-4B01-720C-5C1EBB255A14}"/>
                    </a:ext>
                  </a:extLst>
                </p14:cNvPr>
                <p14:cNvContentPartPr/>
                <p14:nvPr/>
              </p14:nvContentPartPr>
              <p14:xfrm>
                <a:off x="9986800" y="1100585"/>
                <a:ext cx="41040" cy="113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6BC1A75-3A7A-4B01-720C-5C1EBB255A1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80680" y="1094465"/>
                  <a:ext cx="532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212873-04BD-5A9B-426D-2DF43168A7AB}"/>
                    </a:ext>
                  </a:extLst>
                </p14:cNvPr>
                <p14:cNvContentPartPr/>
                <p14:nvPr/>
              </p14:nvContentPartPr>
              <p14:xfrm>
                <a:off x="8965840" y="1673345"/>
                <a:ext cx="183960" cy="60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212873-04BD-5A9B-426D-2DF43168A7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59732" y="1667225"/>
                  <a:ext cx="196176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B1EA2E-7EB9-7146-E197-99799FE32997}"/>
                    </a:ext>
                  </a:extLst>
                </p14:cNvPr>
                <p14:cNvContentPartPr/>
                <p14:nvPr/>
              </p14:nvContentPartPr>
              <p14:xfrm>
                <a:off x="9758560" y="1538345"/>
                <a:ext cx="201960" cy="65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B1EA2E-7EB9-7146-E197-99799FE3299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52440" y="1532191"/>
                  <a:ext cx="214200" cy="7818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8933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DFDC19-AFFF-89F7-6419-601C41F3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8BC51C-F8DA-AE4F-FF2B-543DB21194DD}"/>
                  </a:ext>
                </a:extLst>
              </p14:cNvPr>
              <p14:cNvContentPartPr/>
              <p14:nvPr/>
            </p14:nvContentPartPr>
            <p14:xfrm>
              <a:off x="604840" y="841745"/>
              <a:ext cx="3778920" cy="1590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8BC51C-F8DA-AE4F-FF2B-543DB21194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8720" y="835625"/>
                <a:ext cx="3791160" cy="160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3F57D982-5CCB-7357-887D-A260AECEE537}"/>
              </a:ext>
            </a:extLst>
          </p:cNvPr>
          <p:cNvGrpSpPr/>
          <p:nvPr/>
        </p:nvGrpSpPr>
        <p:grpSpPr>
          <a:xfrm>
            <a:off x="1881040" y="2478305"/>
            <a:ext cx="1146240" cy="235440"/>
            <a:chOff x="1881040" y="2478305"/>
            <a:chExt cx="114624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0482196-F84F-223B-B8F7-07D5277C5454}"/>
                    </a:ext>
                  </a:extLst>
                </p14:cNvPr>
                <p14:cNvContentPartPr/>
                <p14:nvPr/>
              </p14:nvContentPartPr>
              <p14:xfrm>
                <a:off x="2086600" y="2511425"/>
                <a:ext cx="35640" cy="14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0482196-F84F-223B-B8F7-07D5277C54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7600" y="2502425"/>
                  <a:ext cx="53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90C8612-185A-6F09-9A69-2B5D7143A76E}"/>
                    </a:ext>
                  </a:extLst>
                </p14:cNvPr>
                <p14:cNvContentPartPr/>
                <p14:nvPr/>
              </p14:nvContentPartPr>
              <p14:xfrm>
                <a:off x="2056360" y="2551745"/>
                <a:ext cx="80280" cy="126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90C8612-185A-6F09-9A69-2B5D7143A76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7360" y="2542745"/>
                  <a:ext cx="979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E479DC-F176-8526-ADD7-4720C0A1B8F3}"/>
                    </a:ext>
                  </a:extLst>
                </p14:cNvPr>
                <p14:cNvContentPartPr/>
                <p14:nvPr/>
              </p14:nvContentPartPr>
              <p14:xfrm>
                <a:off x="2580520" y="2515025"/>
                <a:ext cx="67320" cy="128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E479DC-F176-8526-ADD7-4720C0A1B8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71520" y="2506025"/>
                  <a:ext cx="849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689738-1443-A726-58E4-FAC269F74A1E}"/>
                    </a:ext>
                  </a:extLst>
                </p14:cNvPr>
                <p14:cNvContentPartPr/>
                <p14:nvPr/>
              </p14:nvContentPartPr>
              <p14:xfrm>
                <a:off x="2563600" y="2537705"/>
                <a:ext cx="86760" cy="1184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689738-1443-A726-58E4-FAC269F74A1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54562" y="2528705"/>
                  <a:ext cx="104474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32EBA9-E27A-3516-2BB0-2BF27DDAD439}"/>
                    </a:ext>
                  </a:extLst>
                </p14:cNvPr>
                <p14:cNvContentPartPr/>
                <p14:nvPr/>
              </p14:nvContentPartPr>
              <p14:xfrm>
                <a:off x="2543440" y="2545265"/>
                <a:ext cx="119160" cy="97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32EBA9-E27A-3516-2BB0-2BF27DDAD43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4440" y="2536265"/>
                  <a:ext cx="1368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1DD2890-2E57-9D7C-A451-8069111787F3}"/>
                    </a:ext>
                  </a:extLst>
                </p14:cNvPr>
                <p14:cNvContentPartPr/>
                <p14:nvPr/>
              </p14:nvContentPartPr>
              <p14:xfrm>
                <a:off x="2784640" y="2491625"/>
                <a:ext cx="61200" cy="15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1DD2890-2E57-9D7C-A451-8069111787F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75640" y="2482625"/>
                  <a:ext cx="788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0D8B942-1C30-2D9C-2FA4-EEEF07645D3F}"/>
                    </a:ext>
                  </a:extLst>
                </p14:cNvPr>
                <p14:cNvContentPartPr/>
                <p14:nvPr/>
              </p14:nvContentPartPr>
              <p14:xfrm>
                <a:off x="2776360" y="2535185"/>
                <a:ext cx="77040" cy="127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0D8B942-1C30-2D9C-2FA4-EEEF07645D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67360" y="2526210"/>
                  <a:ext cx="94680" cy="1450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1F9B6F9-5FFD-60FE-2BE8-898D4DA59143}"/>
                    </a:ext>
                  </a:extLst>
                </p14:cNvPr>
                <p14:cNvContentPartPr/>
                <p14:nvPr/>
              </p14:nvContentPartPr>
              <p14:xfrm>
                <a:off x="2785360" y="2548145"/>
                <a:ext cx="71280" cy="73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1F9B6F9-5FFD-60FE-2BE8-898D4DA591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76360" y="2539145"/>
                  <a:ext cx="88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B7F9744-1EE5-AB79-5D3A-C4C405AF5725}"/>
                    </a:ext>
                  </a:extLst>
                </p14:cNvPr>
                <p14:cNvContentPartPr/>
                <p14:nvPr/>
              </p14:nvContentPartPr>
              <p14:xfrm>
                <a:off x="2250400" y="2533385"/>
                <a:ext cx="31320" cy="169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B7F9744-1EE5-AB79-5D3A-C4C405AF57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41400" y="2524385"/>
                  <a:ext cx="4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F91DFBA-AAB3-2705-B6EF-5E86E76D3082}"/>
                    </a:ext>
                  </a:extLst>
                </p14:cNvPr>
                <p14:cNvContentPartPr/>
                <p14:nvPr/>
              </p14:nvContentPartPr>
              <p14:xfrm>
                <a:off x="2234560" y="2567225"/>
                <a:ext cx="114480" cy="124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F91DFBA-AAB3-2705-B6EF-5E86E76D308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25532" y="2558225"/>
                  <a:ext cx="132176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C4C3840-EA04-59A2-FC1F-9B91451C424E}"/>
                    </a:ext>
                  </a:extLst>
                </p14:cNvPr>
                <p14:cNvContentPartPr/>
                <p14:nvPr/>
              </p14:nvContentPartPr>
              <p14:xfrm>
                <a:off x="2272360" y="2578745"/>
                <a:ext cx="77760" cy="66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C4C3840-EA04-59A2-FC1F-9B91451C42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63318" y="2569745"/>
                  <a:ext cx="95482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A21B44-5C57-912F-26F7-CED81D85DABC}"/>
                    </a:ext>
                  </a:extLst>
                </p14:cNvPr>
                <p14:cNvContentPartPr/>
                <p14:nvPr/>
              </p14:nvContentPartPr>
              <p14:xfrm>
                <a:off x="2513200" y="2513585"/>
                <a:ext cx="63000" cy="156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A21B44-5C57-912F-26F7-CED81D85DA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04200" y="2504585"/>
                  <a:ext cx="80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2E4307-B490-F650-FD18-11A11B8A7B3C}"/>
                    </a:ext>
                  </a:extLst>
                </p14:cNvPr>
                <p14:cNvContentPartPr/>
                <p14:nvPr/>
              </p14:nvContentPartPr>
              <p14:xfrm>
                <a:off x="2493040" y="2551385"/>
                <a:ext cx="97920" cy="91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2E4307-B490-F650-FD18-11A11B8A7B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84040" y="2542385"/>
                  <a:ext cx="1155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D0EF20C-E8E3-8B92-FB05-426BD24C8EBF}"/>
                    </a:ext>
                  </a:extLst>
                </p14:cNvPr>
                <p14:cNvContentPartPr/>
                <p14:nvPr/>
              </p14:nvContentPartPr>
              <p14:xfrm>
                <a:off x="1916680" y="2538065"/>
                <a:ext cx="88200" cy="151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D0EF20C-E8E3-8B92-FB05-426BD24C8E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07717" y="2529065"/>
                  <a:ext cx="105768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3960200-B059-578E-48B7-38E022EA7C0E}"/>
                    </a:ext>
                  </a:extLst>
                </p14:cNvPr>
                <p14:cNvContentPartPr/>
                <p14:nvPr/>
              </p14:nvContentPartPr>
              <p14:xfrm>
                <a:off x="1881040" y="2587745"/>
                <a:ext cx="113400" cy="126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3960200-B059-578E-48B7-38E022EA7C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72068" y="2578745"/>
                  <a:ext cx="130984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CE485E-CAB7-D63F-9409-F26AEB675F4C}"/>
                    </a:ext>
                  </a:extLst>
                </p14:cNvPr>
                <p14:cNvContentPartPr/>
                <p14:nvPr/>
              </p14:nvContentPartPr>
              <p14:xfrm>
                <a:off x="1895080" y="2614385"/>
                <a:ext cx="97920" cy="57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CE485E-CAB7-D63F-9409-F26AEB675F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86080" y="2605385"/>
                  <a:ext cx="115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45BA8C6-CC74-3EF0-F3E1-12CAD9EF12EA}"/>
                    </a:ext>
                  </a:extLst>
                </p14:cNvPr>
                <p14:cNvContentPartPr/>
                <p14:nvPr/>
              </p14:nvContentPartPr>
              <p14:xfrm>
                <a:off x="2439400" y="2478305"/>
                <a:ext cx="104400" cy="162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45BA8C6-CC74-3EF0-F3E1-12CAD9EF12E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30400" y="2469305"/>
                  <a:ext cx="122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417AF58-4A48-182A-7DF0-1DD6B62B1531}"/>
                    </a:ext>
                  </a:extLst>
                </p14:cNvPr>
                <p14:cNvContentPartPr/>
                <p14:nvPr/>
              </p14:nvContentPartPr>
              <p14:xfrm>
                <a:off x="2434720" y="2560745"/>
                <a:ext cx="85680" cy="127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417AF58-4A48-182A-7DF0-1DD6B62B15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25720" y="2551770"/>
                  <a:ext cx="103320" cy="1450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6736B6-165F-D271-96B4-9F925231D129}"/>
                    </a:ext>
                  </a:extLst>
                </p14:cNvPr>
                <p14:cNvContentPartPr/>
                <p14:nvPr/>
              </p14:nvContentPartPr>
              <p14:xfrm>
                <a:off x="2922520" y="2527985"/>
                <a:ext cx="61200" cy="111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66736B6-165F-D271-96B4-9F925231D1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13573" y="2519014"/>
                  <a:ext cx="78737" cy="1295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720406C-7FE9-EC95-3371-CD3B29F6B133}"/>
                    </a:ext>
                  </a:extLst>
                </p14:cNvPr>
                <p14:cNvContentPartPr/>
                <p14:nvPr/>
              </p14:nvContentPartPr>
              <p14:xfrm>
                <a:off x="2901640" y="2545625"/>
                <a:ext cx="125640" cy="55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720406C-7FE9-EC95-3371-CD3B29F6B13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92640" y="2536566"/>
                  <a:ext cx="143280" cy="731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798E63-2EBE-B673-897A-828AA9199B20}"/>
                    </a:ext>
                  </a:extLst>
                </p14:cNvPr>
                <p14:cNvContentPartPr/>
                <p14:nvPr/>
              </p14:nvContentPartPr>
              <p14:xfrm>
                <a:off x="2963920" y="2556425"/>
                <a:ext cx="34920" cy="65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798E63-2EBE-B673-897A-828AA9199B2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954920" y="2547425"/>
                  <a:ext cx="525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2C17230-1A7F-49DB-5D75-884BB726211B}"/>
              </a:ext>
            </a:extLst>
          </p:cNvPr>
          <p:cNvGrpSpPr/>
          <p:nvPr/>
        </p:nvGrpSpPr>
        <p:grpSpPr>
          <a:xfrm>
            <a:off x="1235920" y="2528705"/>
            <a:ext cx="136440" cy="210960"/>
            <a:chOff x="1235920" y="2528705"/>
            <a:chExt cx="136440" cy="21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3BD66AB-226B-63EC-1CFA-2604FC7D75F5}"/>
                    </a:ext>
                  </a:extLst>
                </p14:cNvPr>
                <p14:cNvContentPartPr/>
                <p14:nvPr/>
              </p14:nvContentPartPr>
              <p14:xfrm>
                <a:off x="1282360" y="2528705"/>
                <a:ext cx="90000" cy="201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3BD66AB-226B-63EC-1CFA-2604FC7D75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73360" y="2519705"/>
                  <a:ext cx="107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F252BCC-7C5D-AA09-0A64-F67A36AE368F}"/>
                    </a:ext>
                  </a:extLst>
                </p14:cNvPr>
                <p14:cNvContentPartPr/>
                <p14:nvPr/>
              </p14:nvContentPartPr>
              <p14:xfrm>
                <a:off x="1235920" y="2571905"/>
                <a:ext cx="117360" cy="167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F252BCC-7C5D-AA09-0A64-F67A36AE36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26920" y="2562886"/>
                  <a:ext cx="135000" cy="18543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5212E7-EA2D-0D3B-E4B7-390C8CDDA4CB}"/>
              </a:ext>
            </a:extLst>
          </p:cNvPr>
          <p:cNvGrpSpPr/>
          <p:nvPr/>
        </p:nvGrpSpPr>
        <p:grpSpPr>
          <a:xfrm>
            <a:off x="595480" y="2587385"/>
            <a:ext cx="116280" cy="207720"/>
            <a:chOff x="595480" y="2587385"/>
            <a:chExt cx="11628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304BF5-902E-6536-E15F-A968E7B27A90}"/>
                    </a:ext>
                  </a:extLst>
                </p14:cNvPr>
                <p14:cNvContentPartPr/>
                <p14:nvPr/>
              </p14:nvContentPartPr>
              <p14:xfrm>
                <a:off x="641560" y="2587385"/>
                <a:ext cx="70200" cy="161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304BF5-902E-6536-E15F-A968E7B27A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2560" y="2578385"/>
                  <a:ext cx="878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98AD711-901E-237A-20D5-790E12325807}"/>
                    </a:ext>
                  </a:extLst>
                </p14:cNvPr>
                <p14:cNvContentPartPr/>
                <p14:nvPr/>
              </p14:nvContentPartPr>
              <p14:xfrm>
                <a:off x="595480" y="2607905"/>
                <a:ext cx="96480" cy="187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98AD711-901E-237A-20D5-790E123258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6480" y="2598905"/>
                  <a:ext cx="114120" cy="20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45CA1D8-DE51-C4EC-B024-B0AB70235232}"/>
              </a:ext>
            </a:extLst>
          </p:cNvPr>
          <p:cNvGrpSpPr/>
          <p:nvPr/>
        </p:nvGrpSpPr>
        <p:grpSpPr>
          <a:xfrm>
            <a:off x="3580240" y="2509625"/>
            <a:ext cx="127440" cy="165600"/>
            <a:chOff x="3580240" y="2509625"/>
            <a:chExt cx="12744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B9C4C0-3CD6-82DF-4AA3-501EC0FE8E9A}"/>
                    </a:ext>
                  </a:extLst>
                </p14:cNvPr>
                <p14:cNvContentPartPr/>
                <p14:nvPr/>
              </p14:nvContentPartPr>
              <p14:xfrm>
                <a:off x="3580240" y="2512505"/>
                <a:ext cx="82080" cy="147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B9C4C0-3CD6-82DF-4AA3-501EC0FE8E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71200" y="2503527"/>
                  <a:ext cx="99798" cy="1651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B4715F9-B81A-92C6-FDC5-209FB16D1DBC}"/>
                    </a:ext>
                  </a:extLst>
                </p14:cNvPr>
                <p14:cNvContentPartPr/>
                <p14:nvPr/>
              </p14:nvContentPartPr>
              <p14:xfrm>
                <a:off x="3584200" y="2541305"/>
                <a:ext cx="88560" cy="133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B4715F9-B81A-92C6-FDC5-209FB16D1D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75200" y="2532305"/>
                  <a:ext cx="1062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7ACD86-C815-615C-F22F-469B219798E3}"/>
                    </a:ext>
                  </a:extLst>
                </p14:cNvPr>
                <p14:cNvContentPartPr/>
                <p14:nvPr/>
              </p14:nvContentPartPr>
              <p14:xfrm>
                <a:off x="3593920" y="2509625"/>
                <a:ext cx="113760" cy="83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7ACD86-C815-615C-F22F-469B219798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84920" y="2500625"/>
                  <a:ext cx="131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AE2D435-4E21-AB10-6B46-2BDFF17EE52F}"/>
              </a:ext>
            </a:extLst>
          </p:cNvPr>
          <p:cNvGrpSpPr/>
          <p:nvPr/>
        </p:nvGrpSpPr>
        <p:grpSpPr>
          <a:xfrm>
            <a:off x="4264600" y="2469665"/>
            <a:ext cx="132120" cy="136800"/>
            <a:chOff x="4264600" y="2469665"/>
            <a:chExt cx="132120" cy="13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1C34B40-AABA-A321-A5DC-CA2063F77D45}"/>
                    </a:ext>
                  </a:extLst>
                </p14:cNvPr>
                <p14:cNvContentPartPr/>
                <p14:nvPr/>
              </p14:nvContentPartPr>
              <p14:xfrm>
                <a:off x="4273240" y="2469665"/>
                <a:ext cx="102240" cy="136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1C34B40-AABA-A321-A5DC-CA2063F77D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64240" y="2460665"/>
                  <a:ext cx="119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BE421C3-E271-F928-0DD8-645999D4261F}"/>
                    </a:ext>
                  </a:extLst>
                </p14:cNvPr>
                <p14:cNvContentPartPr/>
                <p14:nvPr/>
              </p14:nvContentPartPr>
              <p14:xfrm>
                <a:off x="4264600" y="2478665"/>
                <a:ext cx="89640" cy="11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BE421C3-E271-F928-0DD8-645999D4261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255600" y="2469665"/>
                  <a:ext cx="107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6F0C0B6-D381-D54A-058A-FB924D5279D1}"/>
                    </a:ext>
                  </a:extLst>
                </p14:cNvPr>
                <p14:cNvContentPartPr/>
                <p14:nvPr/>
              </p14:nvContentPartPr>
              <p14:xfrm>
                <a:off x="4280440" y="2502785"/>
                <a:ext cx="116280" cy="72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6F0C0B6-D381-D54A-058A-FB924D5279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271440" y="2493785"/>
                  <a:ext cx="13392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AD18248-FC65-E3A0-E25B-62286E8E3B76}"/>
              </a:ext>
            </a:extLst>
          </p:cNvPr>
          <p:cNvGrpSpPr/>
          <p:nvPr/>
        </p:nvGrpSpPr>
        <p:grpSpPr>
          <a:xfrm>
            <a:off x="553360" y="1314785"/>
            <a:ext cx="9989280" cy="4047120"/>
            <a:chOff x="553360" y="1314785"/>
            <a:chExt cx="9989280" cy="404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C39D6D-2F5F-9925-687E-E675B3CCC601}"/>
                    </a:ext>
                  </a:extLst>
                </p14:cNvPr>
                <p14:cNvContentPartPr/>
                <p14:nvPr/>
              </p14:nvContentPartPr>
              <p14:xfrm>
                <a:off x="553360" y="2513945"/>
                <a:ext cx="4044960" cy="165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C39D6D-2F5F-9925-687E-E675B3CCC60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7239" y="2507825"/>
                  <a:ext cx="4057201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F3EE1E-7748-030C-DB4A-3EB7EBA546A0}"/>
                    </a:ext>
                  </a:extLst>
                </p14:cNvPr>
                <p14:cNvContentPartPr/>
                <p14:nvPr/>
              </p14:nvContentPartPr>
              <p14:xfrm>
                <a:off x="4533520" y="2434385"/>
                <a:ext cx="106200" cy="1029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F3EE1E-7748-030C-DB4A-3EB7EBA546A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527400" y="2428265"/>
                  <a:ext cx="118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647B5DE-8929-764B-80EA-7BCA5A1E5F15}"/>
                    </a:ext>
                  </a:extLst>
                </p14:cNvPr>
                <p14:cNvContentPartPr/>
                <p14:nvPr/>
              </p14:nvContentPartPr>
              <p14:xfrm>
                <a:off x="2388640" y="2525105"/>
                <a:ext cx="30240" cy="173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647B5DE-8929-764B-80EA-7BCA5A1E5F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82520" y="2518985"/>
                  <a:ext cx="42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ABC931-6A69-60A0-EFDB-CB96158D3737}"/>
                    </a:ext>
                  </a:extLst>
                </p14:cNvPr>
                <p14:cNvContentPartPr/>
                <p14:nvPr/>
              </p14:nvContentPartPr>
              <p14:xfrm>
                <a:off x="2312320" y="2834345"/>
                <a:ext cx="160560" cy="254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ABC931-6A69-60A0-EFDB-CB96158D37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06200" y="2828225"/>
                  <a:ext cx="17280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23E87D4-B973-5494-B10C-44061BC1D660}"/>
                    </a:ext>
                  </a:extLst>
                </p14:cNvPr>
                <p14:cNvContentPartPr/>
                <p14:nvPr/>
              </p14:nvContentPartPr>
              <p14:xfrm>
                <a:off x="1571080" y="1714385"/>
                <a:ext cx="1612440" cy="175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23E87D4-B973-5494-B10C-44061BC1D6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64960" y="1708265"/>
                  <a:ext cx="1624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B4DFAC-4361-83ED-27AB-1C3F14DC6B80}"/>
                    </a:ext>
                  </a:extLst>
                </p14:cNvPr>
                <p14:cNvContentPartPr/>
                <p14:nvPr/>
              </p14:nvContentPartPr>
              <p14:xfrm>
                <a:off x="3111880" y="1658945"/>
                <a:ext cx="137160" cy="190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7B4DFAC-4361-83ED-27AB-1C3F14DC6B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105760" y="1652825"/>
                  <a:ext cx="1494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FD33E7-94B9-1063-9F0D-13CC247850F7}"/>
                    </a:ext>
                  </a:extLst>
                </p14:cNvPr>
                <p14:cNvContentPartPr/>
                <p14:nvPr/>
              </p14:nvContentPartPr>
              <p14:xfrm>
                <a:off x="1486120" y="1688825"/>
                <a:ext cx="164880" cy="30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FD33E7-94B9-1063-9F0D-13CC247850F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80000" y="1682705"/>
                  <a:ext cx="177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5125CF-D019-84E0-00F2-14D9D150522C}"/>
                    </a:ext>
                  </a:extLst>
                </p14:cNvPr>
                <p14:cNvContentPartPr/>
                <p14:nvPr/>
              </p14:nvContentPartPr>
              <p14:xfrm>
                <a:off x="2488360" y="1314785"/>
                <a:ext cx="267480" cy="251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5125CF-D019-84E0-00F2-14D9D15052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82240" y="1308665"/>
                  <a:ext cx="279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7138A9-B276-F8C1-648B-DAB2BD1D62F2}"/>
                    </a:ext>
                  </a:extLst>
                </p14:cNvPr>
                <p14:cNvContentPartPr/>
                <p14:nvPr/>
              </p14:nvContentPartPr>
              <p14:xfrm>
                <a:off x="6289600" y="1622945"/>
                <a:ext cx="108720" cy="37389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7138A9-B276-F8C1-648B-DAB2BD1D62F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83480" y="1616825"/>
                  <a:ext cx="120960" cy="37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DBC0EE-DA8E-1FAC-0991-AA20A3C69941}"/>
                    </a:ext>
                  </a:extLst>
                </p14:cNvPr>
                <p14:cNvContentPartPr/>
                <p14:nvPr/>
              </p14:nvContentPartPr>
              <p14:xfrm>
                <a:off x="4261720" y="3694385"/>
                <a:ext cx="6206040" cy="238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DBC0EE-DA8E-1FAC-0991-AA20A3C6994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55600" y="3688265"/>
                  <a:ext cx="62182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BD01F0-C0FA-86C6-9254-F90C16E33AC6}"/>
                    </a:ext>
                  </a:extLst>
                </p14:cNvPr>
                <p14:cNvContentPartPr/>
                <p14:nvPr/>
              </p14:nvContentPartPr>
              <p14:xfrm>
                <a:off x="10310800" y="3633905"/>
                <a:ext cx="180360" cy="145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BD01F0-C0FA-86C6-9254-F90C16E33AC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04680" y="3627785"/>
                  <a:ext cx="192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CE8D69-52E9-AF3C-3FC2-87A9D98C7F63}"/>
                    </a:ext>
                  </a:extLst>
                </p14:cNvPr>
                <p14:cNvContentPartPr/>
                <p14:nvPr/>
              </p14:nvContentPartPr>
              <p14:xfrm>
                <a:off x="6275560" y="1620785"/>
                <a:ext cx="118800" cy="163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CE8D69-52E9-AF3C-3FC2-87A9D98C7F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69458" y="1614665"/>
                  <a:ext cx="131003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B9D1B56-E19D-66A1-BAB3-0BB0E5AAE741}"/>
                    </a:ext>
                  </a:extLst>
                </p14:cNvPr>
                <p14:cNvContentPartPr/>
                <p14:nvPr/>
              </p14:nvContentPartPr>
              <p14:xfrm>
                <a:off x="7904200" y="2603585"/>
                <a:ext cx="63360" cy="48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B9D1B56-E19D-66A1-BAB3-0BB0E5AAE7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98080" y="2597510"/>
                  <a:ext cx="75600" cy="61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E42006A-FB98-AAAB-3C26-25B21B589050}"/>
                    </a:ext>
                  </a:extLst>
                </p14:cNvPr>
                <p14:cNvContentPartPr/>
                <p14:nvPr/>
              </p14:nvContentPartPr>
              <p14:xfrm>
                <a:off x="8127400" y="2553905"/>
                <a:ext cx="138240" cy="227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E42006A-FB98-AAAB-3C26-25B21B58905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21280" y="2547785"/>
                  <a:ext cx="150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05CE0E7-8FD2-7952-A773-3469D9AF65E7}"/>
                    </a:ext>
                  </a:extLst>
                </p14:cNvPr>
                <p14:cNvContentPartPr/>
                <p14:nvPr/>
              </p14:nvContentPartPr>
              <p14:xfrm>
                <a:off x="7984120" y="2805185"/>
                <a:ext cx="360" cy="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05CE0E7-8FD2-7952-A773-3469D9AF65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78000" y="279906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ABDAFE2-E62E-E4ED-4568-AC66E4F4A750}"/>
                    </a:ext>
                  </a:extLst>
                </p14:cNvPr>
                <p14:cNvContentPartPr/>
                <p14:nvPr/>
              </p14:nvContentPartPr>
              <p14:xfrm>
                <a:off x="8015080" y="3249065"/>
                <a:ext cx="6840" cy="21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ABDAFE2-E62E-E4ED-4568-AC66E4F4A75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08960" y="3242945"/>
                  <a:ext cx="19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CA27667-1A1D-7C66-C49E-812E74AB2A55}"/>
                    </a:ext>
                  </a:extLst>
                </p14:cNvPr>
                <p14:cNvContentPartPr/>
                <p14:nvPr/>
              </p14:nvContentPartPr>
              <p14:xfrm>
                <a:off x="10331320" y="3830825"/>
                <a:ext cx="211320" cy="169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CA27667-1A1D-7C66-C49E-812E74AB2A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25200" y="3824705"/>
                  <a:ext cx="223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2A804E0-733A-E870-DBDC-ED51255774DC}"/>
                    </a:ext>
                  </a:extLst>
                </p14:cNvPr>
                <p14:cNvContentPartPr/>
                <p14:nvPr/>
              </p14:nvContentPartPr>
              <p14:xfrm>
                <a:off x="10438240" y="3852425"/>
                <a:ext cx="92880" cy="62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2A804E0-733A-E870-DBDC-ED51255774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32096" y="3846270"/>
                  <a:ext cx="105168" cy="7495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C7ADA5D6-1184-4CB4-6AD1-B596207823B6}"/>
                  </a:ext>
                </a:extLst>
              </p14:cNvPr>
              <p14:cNvContentPartPr/>
              <p14:nvPr/>
            </p14:nvContentPartPr>
            <p14:xfrm>
              <a:off x="5993680" y="1471025"/>
              <a:ext cx="124920" cy="3243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C7ADA5D6-1184-4CB4-6AD1-B596207823B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5987560" y="1464905"/>
                <a:ext cx="13716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CEAED118-387D-0FD1-24DD-302E2752BBBA}"/>
              </a:ext>
            </a:extLst>
          </p:cNvPr>
          <p:cNvGrpSpPr/>
          <p:nvPr/>
        </p:nvGrpSpPr>
        <p:grpSpPr>
          <a:xfrm>
            <a:off x="8176000" y="290585"/>
            <a:ext cx="289080" cy="314280"/>
            <a:chOff x="8176000" y="290585"/>
            <a:chExt cx="289080" cy="31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781876-B951-99A9-F57F-7405E426ABFC}"/>
                    </a:ext>
                  </a:extLst>
                </p14:cNvPr>
                <p14:cNvContentPartPr/>
                <p14:nvPr/>
              </p14:nvContentPartPr>
              <p14:xfrm>
                <a:off x="8176000" y="399305"/>
                <a:ext cx="289080" cy="205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781876-B951-99A9-F57F-7405E426ABF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69880" y="393185"/>
                  <a:ext cx="301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49E0709-4EB7-B6AF-E4F5-E2E5E2D6CB6C}"/>
                    </a:ext>
                  </a:extLst>
                </p14:cNvPr>
                <p14:cNvContentPartPr/>
                <p14:nvPr/>
              </p14:nvContentPartPr>
              <p14:xfrm>
                <a:off x="8190760" y="290585"/>
                <a:ext cx="263160" cy="79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49E0709-4EB7-B6AF-E4F5-E2E5E2D6CB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84640" y="284465"/>
                  <a:ext cx="27540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808D94F-DE24-829B-BB14-80102755A663}"/>
              </a:ext>
            </a:extLst>
          </p:cNvPr>
          <p:cNvGrpSpPr/>
          <p:nvPr/>
        </p:nvGrpSpPr>
        <p:grpSpPr>
          <a:xfrm>
            <a:off x="6358000" y="1680185"/>
            <a:ext cx="3065040" cy="2103120"/>
            <a:chOff x="6358000" y="1680185"/>
            <a:chExt cx="3065040" cy="21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370F02C-B5ED-B708-DA84-B56C07259AFB}"/>
                    </a:ext>
                  </a:extLst>
                </p14:cNvPr>
                <p14:cNvContentPartPr/>
                <p14:nvPr/>
              </p14:nvContentPartPr>
              <p14:xfrm>
                <a:off x="7911040" y="2072585"/>
                <a:ext cx="6480" cy="158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370F02C-B5ED-B708-DA84-B56C07259AF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02040" y="2063585"/>
                  <a:ext cx="241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C521746-AF43-FDB8-F647-095749359E74}"/>
                    </a:ext>
                  </a:extLst>
                </p14:cNvPr>
                <p14:cNvContentPartPr/>
                <p14:nvPr/>
              </p14:nvContentPartPr>
              <p14:xfrm>
                <a:off x="7859200" y="2164025"/>
                <a:ext cx="119520" cy="35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C521746-AF43-FDB8-F647-095749359E7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0173" y="2155025"/>
                  <a:ext cx="137213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B35E475-EDFB-BDC6-3101-05EE30EF38A7}"/>
                    </a:ext>
                  </a:extLst>
                </p14:cNvPr>
                <p14:cNvContentPartPr/>
                <p14:nvPr/>
              </p14:nvContentPartPr>
              <p14:xfrm>
                <a:off x="7839040" y="2124425"/>
                <a:ext cx="136440" cy="896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B35E475-EDFB-BDC6-3101-05EE30EF38A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30040" y="2115389"/>
                  <a:ext cx="154080" cy="1073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79D8D45-3DC6-D3C5-4643-32AE1D386120}"/>
                    </a:ext>
                  </a:extLst>
                </p14:cNvPr>
                <p14:cNvContentPartPr/>
                <p14:nvPr/>
              </p14:nvContentPartPr>
              <p14:xfrm>
                <a:off x="8349520" y="1955945"/>
                <a:ext cx="39240" cy="112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79D8D45-3DC6-D3C5-4643-32AE1D38612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40520" y="1946945"/>
                  <a:ext cx="56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37B4D0-D80D-0391-C261-E401BDF6A574}"/>
                    </a:ext>
                  </a:extLst>
                </p14:cNvPr>
                <p14:cNvContentPartPr/>
                <p14:nvPr/>
              </p14:nvContentPartPr>
              <p14:xfrm>
                <a:off x="8312440" y="1997345"/>
                <a:ext cx="77040" cy="73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37B4D0-D80D-0391-C261-E401BDF6A5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303440" y="1988300"/>
                  <a:ext cx="94680" cy="908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3D44A43-031E-06F5-DC12-6CD67DD14057}"/>
                    </a:ext>
                  </a:extLst>
                </p14:cNvPr>
                <p14:cNvContentPartPr/>
                <p14:nvPr/>
              </p14:nvContentPartPr>
              <p14:xfrm>
                <a:off x="8331880" y="1981505"/>
                <a:ext cx="115200" cy="81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3D44A43-031E-06F5-DC12-6CD67DD1405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22852" y="1972505"/>
                  <a:ext cx="132895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74A0D59-7D0C-8174-F014-DEA82FC22DC0}"/>
                    </a:ext>
                  </a:extLst>
                </p14:cNvPr>
                <p14:cNvContentPartPr/>
                <p14:nvPr/>
              </p14:nvContentPartPr>
              <p14:xfrm>
                <a:off x="8689720" y="1933265"/>
                <a:ext cx="89640" cy="180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74A0D59-7D0C-8174-F014-DEA82FC22D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680684" y="1924265"/>
                  <a:ext cx="107351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AE0946B-6BC9-2F80-1581-9EFC2EFF78CE}"/>
                    </a:ext>
                  </a:extLst>
                </p14:cNvPr>
                <p14:cNvContentPartPr/>
                <p14:nvPr/>
              </p14:nvContentPartPr>
              <p14:xfrm>
                <a:off x="8667040" y="2047025"/>
                <a:ext cx="129600" cy="75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AE0946B-6BC9-2F80-1581-9EFC2EFF78C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658040" y="2038025"/>
                  <a:ext cx="1472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EF57146-6830-F420-5A80-68FC029E85E8}"/>
                    </a:ext>
                  </a:extLst>
                </p14:cNvPr>
                <p14:cNvContentPartPr/>
                <p14:nvPr/>
              </p14:nvContentPartPr>
              <p14:xfrm>
                <a:off x="8550040" y="2391185"/>
                <a:ext cx="52200" cy="144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EF57146-6830-F420-5A80-68FC029E85E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41040" y="2382185"/>
                  <a:ext cx="698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EFF71C5-75B1-D48D-DE0D-9EF46A0CE04D}"/>
                    </a:ext>
                  </a:extLst>
                </p14:cNvPr>
                <p14:cNvContentPartPr/>
                <p14:nvPr/>
              </p14:nvContentPartPr>
              <p14:xfrm>
                <a:off x="8549320" y="2417825"/>
                <a:ext cx="84600" cy="1162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EFF71C5-75B1-D48D-DE0D-9EF46A0CE04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40320" y="2408797"/>
                  <a:ext cx="102240" cy="1339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03EDCDF-1821-7A8A-A070-D66D15B087B6}"/>
                    </a:ext>
                  </a:extLst>
                </p14:cNvPr>
                <p14:cNvContentPartPr/>
                <p14:nvPr/>
              </p14:nvContentPartPr>
              <p14:xfrm>
                <a:off x="8273200" y="2299385"/>
                <a:ext cx="51840" cy="108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03EDCDF-1821-7A8A-A070-D66D15B087B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64137" y="2290385"/>
                  <a:ext cx="69603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491527-B990-7D38-C19E-CE6F33B9E035}"/>
                    </a:ext>
                  </a:extLst>
                </p14:cNvPr>
                <p14:cNvContentPartPr/>
                <p14:nvPr/>
              </p14:nvContentPartPr>
              <p14:xfrm>
                <a:off x="8249800" y="2351945"/>
                <a:ext cx="99360" cy="457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491527-B990-7D38-C19E-CE6F33B9E03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40800" y="2343015"/>
                  <a:ext cx="117000" cy="63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765615D-15CF-A8E5-6C85-9F2CCFE9F5E5}"/>
                    </a:ext>
                  </a:extLst>
                </p14:cNvPr>
                <p14:cNvContentPartPr/>
                <p14:nvPr/>
              </p14:nvContentPartPr>
              <p14:xfrm>
                <a:off x="7364920" y="2508545"/>
                <a:ext cx="94680" cy="156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765615D-15CF-A8E5-6C85-9F2CCFE9F5E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355920" y="2499545"/>
                  <a:ext cx="112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51CAC4B-4C43-7682-36B7-8D3BA8B22FF1}"/>
                    </a:ext>
                  </a:extLst>
                </p14:cNvPr>
                <p14:cNvContentPartPr/>
                <p14:nvPr/>
              </p14:nvContentPartPr>
              <p14:xfrm>
                <a:off x="7383640" y="2577305"/>
                <a:ext cx="61560" cy="79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51CAC4B-4C43-7682-36B7-8D3BA8B22FF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74640" y="2568305"/>
                  <a:ext cx="79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F70B116-6B1E-5690-2A73-0B68E84899F6}"/>
                    </a:ext>
                  </a:extLst>
                </p14:cNvPr>
                <p14:cNvContentPartPr/>
                <p14:nvPr/>
              </p14:nvContentPartPr>
              <p14:xfrm>
                <a:off x="7305880" y="2894105"/>
                <a:ext cx="114840" cy="176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F70B116-6B1E-5690-2A73-0B68E84899F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96852" y="2885105"/>
                  <a:ext cx="132535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FF58D0-8FE0-6550-0C2F-DC61B3B01863}"/>
                    </a:ext>
                  </a:extLst>
                </p14:cNvPr>
                <p14:cNvContentPartPr/>
                <p14:nvPr/>
              </p14:nvContentPartPr>
              <p14:xfrm>
                <a:off x="7271680" y="3000665"/>
                <a:ext cx="110520" cy="64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FF58D0-8FE0-6550-0C2F-DC61B3B0186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262680" y="2991665"/>
                  <a:ext cx="128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B7803E3-042E-6075-5FBB-80BAE5684A02}"/>
                    </a:ext>
                  </a:extLst>
                </p14:cNvPr>
                <p14:cNvContentPartPr/>
                <p14:nvPr/>
              </p14:nvContentPartPr>
              <p14:xfrm>
                <a:off x="7821040" y="2884385"/>
                <a:ext cx="98280" cy="127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B7803E3-042E-6075-5FBB-80BAE5684A0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12040" y="2875385"/>
                  <a:ext cx="1159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8458E26-0984-E856-B4AD-7358EB65E379}"/>
                    </a:ext>
                  </a:extLst>
                </p14:cNvPr>
                <p14:cNvContentPartPr/>
                <p14:nvPr/>
              </p14:nvContentPartPr>
              <p14:xfrm>
                <a:off x="6848320" y="3049265"/>
                <a:ext cx="111960" cy="259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8458E26-0984-E856-B4AD-7358EB65E37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39320" y="3040265"/>
                  <a:ext cx="129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5E025A-79F5-6D16-31C2-F3AC81FFFFAA}"/>
                    </a:ext>
                  </a:extLst>
                </p14:cNvPr>
                <p14:cNvContentPartPr/>
                <p14:nvPr/>
              </p14:nvContentPartPr>
              <p14:xfrm>
                <a:off x="6833200" y="3217385"/>
                <a:ext cx="106920" cy="50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5E025A-79F5-6D16-31C2-F3AC81FFFFA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24200" y="3208385"/>
                  <a:ext cx="1245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A438F6F-E721-34F2-E92A-A8408053AF17}"/>
                    </a:ext>
                  </a:extLst>
                </p14:cNvPr>
                <p14:cNvContentPartPr/>
                <p14:nvPr/>
              </p14:nvContentPartPr>
              <p14:xfrm>
                <a:off x="7406320" y="3257345"/>
                <a:ext cx="76680" cy="179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A438F6F-E721-34F2-E92A-A8408053AF1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97320" y="3248345"/>
                  <a:ext cx="943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0FDF8D6-DC2D-D670-DB45-1FF0C9E01414}"/>
                    </a:ext>
                  </a:extLst>
                </p14:cNvPr>
                <p14:cNvContentPartPr/>
                <p14:nvPr/>
              </p14:nvContentPartPr>
              <p14:xfrm>
                <a:off x="7376800" y="3347705"/>
                <a:ext cx="113760" cy="42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0FDF8D6-DC2D-D670-DB45-1FF0C9E0141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67800" y="3338705"/>
                  <a:ext cx="131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839E23F-C71C-D546-4F4A-EFA39094EB7C}"/>
                    </a:ext>
                  </a:extLst>
                </p14:cNvPr>
                <p14:cNvContentPartPr/>
                <p14:nvPr/>
              </p14:nvContentPartPr>
              <p14:xfrm>
                <a:off x="8906080" y="2247545"/>
                <a:ext cx="76680" cy="130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839E23F-C71C-D546-4F4A-EFA39094EB7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897080" y="2238545"/>
                  <a:ext cx="94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BA3775D-492D-5C2B-652F-586A45899BF8}"/>
                    </a:ext>
                  </a:extLst>
                </p14:cNvPr>
                <p14:cNvContentPartPr/>
                <p14:nvPr/>
              </p14:nvContentPartPr>
              <p14:xfrm>
                <a:off x="6358000" y="1680185"/>
                <a:ext cx="3065040" cy="2103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BA3775D-492D-5C2B-652F-586A45899BF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349000" y="1671183"/>
                  <a:ext cx="3082680" cy="212076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255A07A-D4AA-BA4E-7393-A2B9B36EB201}"/>
              </a:ext>
            </a:extLst>
          </p:cNvPr>
          <p:cNvGrpSpPr/>
          <p:nvPr/>
        </p:nvGrpSpPr>
        <p:grpSpPr>
          <a:xfrm>
            <a:off x="6250000" y="1255385"/>
            <a:ext cx="3440880" cy="2889000"/>
            <a:chOff x="6250000" y="1255385"/>
            <a:chExt cx="3440880" cy="288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D204487-DF35-8DC7-03F1-0CC8BE4C022A}"/>
                    </a:ext>
                  </a:extLst>
                </p14:cNvPr>
                <p14:cNvContentPartPr/>
                <p14:nvPr/>
              </p14:nvContentPartPr>
              <p14:xfrm>
                <a:off x="7243600" y="1518545"/>
                <a:ext cx="46800" cy="129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D204487-DF35-8DC7-03F1-0CC8BE4C02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34600" y="1509545"/>
                  <a:ext cx="644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61F6B02-8677-E36A-C366-2A1AC80947D7}"/>
                    </a:ext>
                  </a:extLst>
                </p14:cNvPr>
                <p14:cNvContentPartPr/>
                <p14:nvPr/>
              </p14:nvContentPartPr>
              <p14:xfrm>
                <a:off x="7171240" y="1597385"/>
                <a:ext cx="93960" cy="85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61F6B02-8677-E36A-C366-2A1AC80947D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62205" y="1588385"/>
                  <a:ext cx="111668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A528E9F-5C80-490C-7DB6-4A84AD3D3727}"/>
                    </a:ext>
                  </a:extLst>
                </p14:cNvPr>
                <p14:cNvContentPartPr/>
                <p14:nvPr/>
              </p14:nvContentPartPr>
              <p14:xfrm>
                <a:off x="7217320" y="1625465"/>
                <a:ext cx="72720" cy="56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A528E9F-5C80-490C-7DB6-4A84AD3D37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08320" y="1616465"/>
                  <a:ext cx="90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00972D9-7F51-3189-AE1D-3CCF31FFDAD0}"/>
                    </a:ext>
                  </a:extLst>
                </p14:cNvPr>
                <p14:cNvContentPartPr/>
                <p14:nvPr/>
              </p14:nvContentPartPr>
              <p14:xfrm>
                <a:off x="7975120" y="1582985"/>
                <a:ext cx="98280" cy="106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00972D9-7F51-3189-AE1D-3CCF31FFDAD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966120" y="1573985"/>
                  <a:ext cx="1159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68E6602-9CF2-65A2-8306-1B38047C810F}"/>
                    </a:ext>
                  </a:extLst>
                </p14:cNvPr>
                <p14:cNvContentPartPr/>
                <p14:nvPr/>
              </p14:nvContentPartPr>
              <p14:xfrm>
                <a:off x="7935520" y="1633025"/>
                <a:ext cx="73440" cy="68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68E6602-9CF2-65A2-8306-1B38047C81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26520" y="1624025"/>
                  <a:ext cx="91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EA7371-427F-CCA9-82C5-5A7A97530F4D}"/>
                    </a:ext>
                  </a:extLst>
                </p14:cNvPr>
                <p14:cNvContentPartPr/>
                <p14:nvPr/>
              </p14:nvContentPartPr>
              <p14:xfrm>
                <a:off x="7932640" y="1624745"/>
                <a:ext cx="149040" cy="110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EA7371-427F-CCA9-82C5-5A7A97530F4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23640" y="1615745"/>
                  <a:ext cx="166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22A6C36-DDA9-C476-1691-D614ECB56AF6}"/>
                    </a:ext>
                  </a:extLst>
                </p14:cNvPr>
                <p14:cNvContentPartPr/>
                <p14:nvPr/>
              </p14:nvContentPartPr>
              <p14:xfrm>
                <a:off x="7078360" y="2105345"/>
                <a:ext cx="77400" cy="152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22A6C36-DDA9-C476-1691-D614ECB56A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69360" y="2096345"/>
                  <a:ext cx="95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37E202E-3906-D7F6-B9A2-8AF48CD2C4E9}"/>
                    </a:ext>
                  </a:extLst>
                </p14:cNvPr>
                <p14:cNvContentPartPr/>
                <p14:nvPr/>
              </p14:nvContentPartPr>
              <p14:xfrm>
                <a:off x="7039120" y="2175185"/>
                <a:ext cx="97200" cy="43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37E202E-3906-D7F6-B9A2-8AF48CD2C4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030120" y="2166185"/>
                  <a:ext cx="1148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EA59B90-5C8B-E379-942D-74B98F13F32E}"/>
                    </a:ext>
                  </a:extLst>
                </p14:cNvPr>
                <p14:cNvContentPartPr/>
                <p14:nvPr/>
              </p14:nvContentPartPr>
              <p14:xfrm>
                <a:off x="6679480" y="2580905"/>
                <a:ext cx="168480" cy="155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EA59B90-5C8B-E379-942D-74B98F13F32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70480" y="2571905"/>
                  <a:ext cx="186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F5A4192-02FB-14AC-6EE7-000B12531888}"/>
                    </a:ext>
                  </a:extLst>
                </p14:cNvPr>
                <p14:cNvContentPartPr/>
                <p14:nvPr/>
              </p14:nvContentPartPr>
              <p14:xfrm>
                <a:off x="7584880" y="2010665"/>
                <a:ext cx="83160" cy="1494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F5A4192-02FB-14AC-6EE7-000B1253188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75880" y="2001665"/>
                  <a:ext cx="100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8D8E396-7826-7BB9-4630-49D515A4C624}"/>
                    </a:ext>
                  </a:extLst>
                </p14:cNvPr>
                <p14:cNvContentPartPr/>
                <p14:nvPr/>
              </p14:nvContentPartPr>
              <p14:xfrm>
                <a:off x="7620880" y="2526905"/>
                <a:ext cx="64080" cy="147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8D8E396-7826-7BB9-4630-49D515A4C6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11880" y="2517905"/>
                  <a:ext cx="81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670A5AD-FA74-254E-46CA-C6165E18E45E}"/>
                    </a:ext>
                  </a:extLst>
                </p14:cNvPr>
                <p14:cNvContentPartPr/>
                <p14:nvPr/>
              </p14:nvContentPartPr>
              <p14:xfrm>
                <a:off x="7641760" y="2597105"/>
                <a:ext cx="41040" cy="50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670A5AD-FA74-254E-46CA-C6165E18E45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32680" y="2588041"/>
                  <a:ext cx="58836" cy="685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B539354-A4FD-32F3-CA5D-68DAF93EAA3C}"/>
                    </a:ext>
                  </a:extLst>
                </p14:cNvPr>
                <p14:cNvContentPartPr/>
                <p14:nvPr/>
              </p14:nvContentPartPr>
              <p14:xfrm>
                <a:off x="8428720" y="1743185"/>
                <a:ext cx="108360" cy="100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B539354-A4FD-32F3-CA5D-68DAF93EAA3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19720" y="1734153"/>
                  <a:ext cx="126000" cy="1177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F412BF8-193F-8236-BAAA-30426430147A}"/>
                    </a:ext>
                  </a:extLst>
                </p14:cNvPr>
                <p14:cNvContentPartPr/>
                <p14:nvPr/>
              </p14:nvContentPartPr>
              <p14:xfrm>
                <a:off x="8656600" y="2255105"/>
                <a:ext cx="129600" cy="1357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F412BF8-193F-8236-BAAA-30426430147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47600" y="2246105"/>
                  <a:ext cx="147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EDE0DA0-8F7F-53C8-D9CA-0BE58FEE645A}"/>
                    </a:ext>
                  </a:extLst>
                </p14:cNvPr>
                <p14:cNvContentPartPr/>
                <p14:nvPr/>
              </p14:nvContentPartPr>
              <p14:xfrm>
                <a:off x="8887000" y="2905985"/>
                <a:ext cx="119520" cy="1360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EDE0DA0-8F7F-53C8-D9CA-0BE58FEE645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878027" y="2897009"/>
                  <a:ext cx="137107" cy="1536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BEC7F98-590A-CC01-9B87-EAC1CC1EA537}"/>
                    </a:ext>
                  </a:extLst>
                </p14:cNvPr>
                <p14:cNvContentPartPr/>
                <p14:nvPr/>
              </p14:nvContentPartPr>
              <p14:xfrm>
                <a:off x="8870440" y="2965745"/>
                <a:ext cx="117000" cy="16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BEC7F98-590A-CC01-9B87-EAC1CC1EA53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61440" y="2956745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0CB47AB-EF66-EDA3-185F-5DFDC182FF7A}"/>
                    </a:ext>
                  </a:extLst>
                </p14:cNvPr>
                <p14:cNvContentPartPr/>
                <p14:nvPr/>
              </p14:nvContentPartPr>
              <p14:xfrm>
                <a:off x="8048200" y="3339785"/>
                <a:ext cx="142560" cy="1785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0CB47AB-EF66-EDA3-185F-5DFDC182FF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39200" y="3330785"/>
                  <a:ext cx="1602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A324D3C-9407-94B6-17E8-CB4B99583D7D}"/>
                    </a:ext>
                  </a:extLst>
                </p14:cNvPr>
                <p14:cNvContentPartPr/>
                <p14:nvPr/>
              </p14:nvContentPartPr>
              <p14:xfrm>
                <a:off x="8079160" y="3377225"/>
                <a:ext cx="104760" cy="64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A324D3C-9407-94B6-17E8-CB4B99583D7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070191" y="3368275"/>
                  <a:ext cx="122340" cy="816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AC2005-A8E6-83D3-9E7F-A78D25508141}"/>
                    </a:ext>
                  </a:extLst>
                </p14:cNvPr>
                <p14:cNvContentPartPr/>
                <p14:nvPr/>
              </p14:nvContentPartPr>
              <p14:xfrm>
                <a:off x="7220560" y="3639305"/>
                <a:ext cx="173160" cy="161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AC2005-A8E6-83D3-9E7F-A78D2550814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211541" y="3630285"/>
                  <a:ext cx="190837" cy="1789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8ED95CB-D273-3B8E-8520-D93C6630EDAB}"/>
                    </a:ext>
                  </a:extLst>
                </p14:cNvPr>
                <p14:cNvContentPartPr/>
                <p14:nvPr/>
              </p14:nvContentPartPr>
              <p14:xfrm>
                <a:off x="9309280" y="2562185"/>
                <a:ext cx="77040" cy="142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8ED95CB-D273-3B8E-8520-D93C6630EDA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00280" y="2553185"/>
                  <a:ext cx="946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4688D36-927E-371D-E01C-22A43A4E7A4A}"/>
                    </a:ext>
                  </a:extLst>
                </p14:cNvPr>
                <p14:cNvContentPartPr/>
                <p14:nvPr/>
              </p14:nvContentPartPr>
              <p14:xfrm>
                <a:off x="9283360" y="2646425"/>
                <a:ext cx="91080" cy="14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4688D36-927E-371D-E01C-22A43A4E7A4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74360" y="2637425"/>
                  <a:ext cx="1087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16DF7AE-CB8A-B4C1-91C8-BB6180E45544}"/>
                    </a:ext>
                  </a:extLst>
                </p14:cNvPr>
                <p14:cNvContentPartPr/>
                <p14:nvPr/>
              </p14:nvContentPartPr>
              <p14:xfrm>
                <a:off x="8865760" y="3414665"/>
                <a:ext cx="56880" cy="1746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16DF7AE-CB8A-B4C1-91C8-BB6180E4554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856760" y="3405665"/>
                  <a:ext cx="745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5D798E-80F4-743D-18A7-F0649437B37E}"/>
                    </a:ext>
                  </a:extLst>
                </p14:cNvPr>
                <p14:cNvContentPartPr/>
                <p14:nvPr/>
              </p14:nvContentPartPr>
              <p14:xfrm>
                <a:off x="8824000" y="3447425"/>
                <a:ext cx="172080" cy="69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5D798E-80F4-743D-18A7-F0649437B3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15000" y="3438425"/>
                  <a:ext cx="189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5DBA932-08AD-9643-93DE-3CCDEAF76881}"/>
                    </a:ext>
                  </a:extLst>
                </p14:cNvPr>
                <p14:cNvContentPartPr/>
                <p14:nvPr/>
              </p14:nvContentPartPr>
              <p14:xfrm>
                <a:off x="6250000" y="1255385"/>
                <a:ext cx="3440880" cy="28890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5DBA932-08AD-9643-93DE-3CCDEAF7688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41000" y="1246385"/>
                  <a:ext cx="3458520" cy="290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F0D0182-A487-2948-C451-BE77893B5273}"/>
                  </a:ext>
                </a:extLst>
              </p14:cNvPr>
              <p14:cNvContentPartPr/>
              <p14:nvPr/>
            </p14:nvContentPartPr>
            <p14:xfrm>
              <a:off x="6287800" y="117785"/>
              <a:ext cx="3031560" cy="50090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F0D0182-A487-2948-C451-BE77893B527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269800" y="99786"/>
                <a:ext cx="3067200" cy="5044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A3343A1A-5BC6-953C-BEC7-D9954B220424}"/>
                  </a:ext>
                </a:extLst>
              </p14:cNvPr>
              <p14:cNvContentPartPr/>
              <p14:nvPr/>
            </p14:nvContentPartPr>
            <p14:xfrm>
              <a:off x="6282760" y="229745"/>
              <a:ext cx="65160" cy="3722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A3343A1A-5BC6-953C-BEC7-D9954B22042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264859" y="211745"/>
                <a:ext cx="100604" cy="40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81B34E2-422E-1F1A-B416-B326B5082C61}"/>
              </a:ext>
            </a:extLst>
          </p:cNvPr>
          <p:cNvGrpSpPr/>
          <p:nvPr/>
        </p:nvGrpSpPr>
        <p:grpSpPr>
          <a:xfrm>
            <a:off x="6502720" y="113825"/>
            <a:ext cx="2138400" cy="2454840"/>
            <a:chOff x="6502720" y="113825"/>
            <a:chExt cx="2138400" cy="245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930FE8D-5D35-130C-7196-56CE4DA104BB}"/>
                    </a:ext>
                  </a:extLst>
                </p14:cNvPr>
                <p14:cNvContentPartPr/>
                <p14:nvPr/>
              </p14:nvContentPartPr>
              <p14:xfrm>
                <a:off x="6502720" y="113825"/>
                <a:ext cx="1336320" cy="24181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930FE8D-5D35-130C-7196-56CE4DA104B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484720" y="95825"/>
                  <a:ext cx="1371960" cy="245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6AE1FFC-63A5-0CB8-E047-4E19609D4541}"/>
                    </a:ext>
                  </a:extLst>
                </p14:cNvPr>
                <p14:cNvContentPartPr/>
                <p14:nvPr/>
              </p14:nvContentPartPr>
              <p14:xfrm>
                <a:off x="6513520" y="172145"/>
                <a:ext cx="186480" cy="2728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6AE1FFC-63A5-0CB8-E047-4E19609D454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95520" y="154145"/>
                  <a:ext cx="2221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19DEF7-5EFF-67CE-3E30-4D0FF53E2D1A}"/>
                    </a:ext>
                  </a:extLst>
                </p14:cNvPr>
                <p14:cNvContentPartPr/>
                <p14:nvPr/>
              </p14:nvContentPartPr>
              <p14:xfrm>
                <a:off x="8067280" y="2245385"/>
                <a:ext cx="511560" cy="3232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19DEF7-5EFF-67CE-3E30-4D0FF53E2D1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49293" y="2227385"/>
                  <a:ext cx="547175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61B19EA-5514-7CB8-0956-2EB9F94F354A}"/>
                    </a:ext>
                  </a:extLst>
                </p14:cNvPr>
                <p14:cNvContentPartPr/>
                <p14:nvPr/>
              </p14:nvContentPartPr>
              <p14:xfrm>
                <a:off x="8480560" y="2174105"/>
                <a:ext cx="160560" cy="232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61B19EA-5514-7CB8-0956-2EB9F94F354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62560" y="2156133"/>
                  <a:ext cx="196200" cy="267785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4097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2180-AA37-47DA-B27F-33D5E14B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Cross-Entropy Method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D448F-C7F1-4B04-821A-362C8C976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368" y="4139313"/>
            <a:ext cx="7640885" cy="237703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26EDF0C-B7CA-48C7-AB55-2E23AC3B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1542941"/>
            <a:ext cx="10286316" cy="25585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811E8-D3BE-42D3-9B44-9832114A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C005CD-AE51-AC4B-C3ED-92EEEC5BE334}"/>
                  </a:ext>
                </a:extLst>
              </p14:cNvPr>
              <p14:cNvContentPartPr/>
              <p14:nvPr/>
            </p14:nvContentPartPr>
            <p14:xfrm>
              <a:off x="1490800" y="1265825"/>
              <a:ext cx="187920" cy="289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C005CD-AE51-AC4B-C3ED-92EEEC5BE3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2800" y="1247825"/>
                <a:ext cx="2235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897C9D-95BF-F2F5-7B30-A2AE2001538D}"/>
                  </a:ext>
                </a:extLst>
              </p14:cNvPr>
              <p14:cNvContentPartPr/>
              <p14:nvPr/>
            </p14:nvContentPartPr>
            <p14:xfrm>
              <a:off x="1229800" y="2478305"/>
              <a:ext cx="1758600" cy="1418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897C9D-95BF-F2F5-7B30-A2AE200153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11796" y="2460305"/>
                <a:ext cx="1794247" cy="145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FC59795-4E1F-64D2-4608-B6AA23322FE0}"/>
              </a:ext>
            </a:extLst>
          </p:cNvPr>
          <p:cNvGrpSpPr/>
          <p:nvPr/>
        </p:nvGrpSpPr>
        <p:grpSpPr>
          <a:xfrm>
            <a:off x="3695080" y="1072865"/>
            <a:ext cx="610200" cy="559800"/>
            <a:chOff x="3695080" y="1072865"/>
            <a:chExt cx="61020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05A347F-8FBB-ED7D-8AE6-EF1E2E90EE54}"/>
                    </a:ext>
                  </a:extLst>
                </p14:cNvPr>
                <p14:cNvContentPartPr/>
                <p14:nvPr/>
              </p14:nvContentPartPr>
              <p14:xfrm>
                <a:off x="3849520" y="1273745"/>
                <a:ext cx="173160" cy="219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05A347F-8FBB-ED7D-8AE6-EF1E2E90EE5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31520" y="1255745"/>
                  <a:ext cx="2088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44345F7-6C11-14AD-0D6F-B75C5B11AE04}"/>
                    </a:ext>
                  </a:extLst>
                </p14:cNvPr>
                <p14:cNvContentPartPr/>
                <p14:nvPr/>
              </p14:nvContentPartPr>
              <p14:xfrm>
                <a:off x="4135720" y="1334945"/>
                <a:ext cx="39960" cy="185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44345F7-6C11-14AD-0D6F-B75C5B11AE0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117720" y="1316945"/>
                  <a:ext cx="756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6AFE22-9282-376F-2718-86EF967124B2}"/>
                    </a:ext>
                  </a:extLst>
                </p14:cNvPr>
                <p14:cNvContentPartPr/>
                <p14:nvPr/>
              </p14:nvContentPartPr>
              <p14:xfrm>
                <a:off x="3695080" y="1072865"/>
                <a:ext cx="610200" cy="559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6AFE22-9282-376F-2718-86EF967124B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677080" y="1054865"/>
                  <a:ext cx="645840" cy="59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F89E408-0C4F-5981-9A8D-ECF39970DD03}"/>
                  </a:ext>
                </a:extLst>
              </p14:cNvPr>
              <p14:cNvContentPartPr/>
              <p14:nvPr/>
            </p14:nvContentPartPr>
            <p14:xfrm>
              <a:off x="4516960" y="2962865"/>
              <a:ext cx="872640" cy="870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F89E408-0C4F-5981-9A8D-ECF39970DD0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98960" y="2944858"/>
                <a:ext cx="908280" cy="906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F0D9DAD-D8C8-7825-87FC-7FFB01C9E233}"/>
                  </a:ext>
                </a:extLst>
              </p14:cNvPr>
              <p14:cNvContentPartPr/>
              <p14:nvPr/>
            </p14:nvContentPartPr>
            <p14:xfrm>
              <a:off x="7327120" y="3156545"/>
              <a:ext cx="444240" cy="5025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F0D9DAD-D8C8-7825-87FC-7FFB01C9E23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09120" y="3138545"/>
                <a:ext cx="479880" cy="53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F91781A-FA3F-B432-7A49-5B883D232174}"/>
              </a:ext>
            </a:extLst>
          </p:cNvPr>
          <p:cNvGrpSpPr/>
          <p:nvPr/>
        </p:nvGrpSpPr>
        <p:grpSpPr>
          <a:xfrm>
            <a:off x="5251000" y="2802305"/>
            <a:ext cx="609840" cy="452520"/>
            <a:chOff x="5251000" y="2802305"/>
            <a:chExt cx="609840" cy="45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8651B8-EEDD-2F17-ED62-5FD99D900752}"/>
                    </a:ext>
                  </a:extLst>
                </p14:cNvPr>
                <p14:cNvContentPartPr/>
                <p14:nvPr/>
              </p14:nvContentPartPr>
              <p14:xfrm>
                <a:off x="5251000" y="2973665"/>
                <a:ext cx="187920" cy="281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8651B8-EEDD-2F17-ED62-5FD99D90075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32965" y="2955665"/>
                  <a:ext cx="223628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85F461-E15E-5438-B84E-82CEEEBFED67}"/>
                    </a:ext>
                  </a:extLst>
                </p14:cNvPr>
                <p14:cNvContentPartPr/>
                <p14:nvPr/>
              </p14:nvContentPartPr>
              <p14:xfrm>
                <a:off x="5553040" y="2802305"/>
                <a:ext cx="173160" cy="272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85F461-E15E-5438-B84E-82CEEEBFED6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535002" y="2784305"/>
                  <a:ext cx="208874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A13A4B-37AD-C992-4FE2-53DDC23F94B1}"/>
                    </a:ext>
                  </a:extLst>
                </p14:cNvPr>
                <p14:cNvContentPartPr/>
                <p14:nvPr/>
              </p14:nvContentPartPr>
              <p14:xfrm>
                <a:off x="5716480" y="3048545"/>
                <a:ext cx="144360" cy="15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A13A4B-37AD-C992-4FE2-53DDC23F94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98480" y="3030545"/>
                  <a:ext cx="1800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0AD5BD-6B73-1F6C-A89A-FBD38794BE4F}"/>
                    </a:ext>
                  </a:extLst>
                </p14:cNvPr>
                <p14:cNvContentPartPr/>
                <p14:nvPr/>
              </p14:nvContentPartPr>
              <p14:xfrm>
                <a:off x="5359360" y="2932625"/>
                <a:ext cx="189720" cy="149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0AD5BD-6B73-1F6C-A89A-FBD38794BE4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41326" y="2914668"/>
                  <a:ext cx="225428" cy="18495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32D94E-6ED5-D590-8BEB-0A6024291AEA}"/>
              </a:ext>
            </a:extLst>
          </p:cNvPr>
          <p:cNvGrpSpPr/>
          <p:nvPr/>
        </p:nvGrpSpPr>
        <p:grpSpPr>
          <a:xfrm>
            <a:off x="7546360" y="2572625"/>
            <a:ext cx="1749960" cy="787680"/>
            <a:chOff x="7546360" y="2572625"/>
            <a:chExt cx="1749960" cy="78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B93790B-5749-79F6-434F-57C061FD8D13}"/>
                    </a:ext>
                  </a:extLst>
                </p14:cNvPr>
                <p14:cNvContentPartPr/>
                <p14:nvPr/>
              </p14:nvContentPartPr>
              <p14:xfrm>
                <a:off x="7546360" y="3037025"/>
                <a:ext cx="52920" cy="73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B93790B-5749-79F6-434F-57C061FD8D1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528360" y="3018937"/>
                  <a:ext cx="88560" cy="1096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610AFB-A18B-D850-455D-75F2BF23D94D}"/>
                    </a:ext>
                  </a:extLst>
                </p14:cNvPr>
                <p14:cNvContentPartPr/>
                <p14:nvPr/>
              </p14:nvContentPartPr>
              <p14:xfrm>
                <a:off x="7845520" y="3104345"/>
                <a:ext cx="298800" cy="255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610AFB-A18B-D850-455D-75F2BF23D94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27520" y="3086320"/>
                  <a:ext cx="334440" cy="291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462F0E-5A21-43B4-ED34-4F0F712B6763}"/>
                    </a:ext>
                  </a:extLst>
                </p14:cNvPr>
                <p14:cNvContentPartPr/>
                <p14:nvPr/>
              </p14:nvContentPartPr>
              <p14:xfrm>
                <a:off x="8029480" y="2795465"/>
                <a:ext cx="164160" cy="233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462F0E-5A21-43B4-ED34-4F0F712B676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11480" y="2777437"/>
                  <a:ext cx="199800" cy="2689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62D0B54-11C0-24B4-DE89-5D038E1428DD}"/>
                    </a:ext>
                  </a:extLst>
                </p14:cNvPr>
                <p14:cNvContentPartPr/>
                <p14:nvPr/>
              </p14:nvContentPartPr>
              <p14:xfrm>
                <a:off x="8231800" y="2995265"/>
                <a:ext cx="123120" cy="195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62D0B54-11C0-24B4-DE89-5D038E1428D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13852" y="2977232"/>
                  <a:ext cx="158656" cy="2308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0BDA7D-5A20-C0E5-0EF9-D58511D3ECA9}"/>
                    </a:ext>
                  </a:extLst>
                </p14:cNvPr>
                <p14:cNvContentPartPr/>
                <p14:nvPr/>
              </p14:nvContentPartPr>
              <p14:xfrm>
                <a:off x="8342320" y="2700785"/>
                <a:ext cx="763920" cy="267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0BDA7D-5A20-C0E5-0EF9-D58511D3ECA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24320" y="2682785"/>
                  <a:ext cx="7995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AB75773-A0E2-797A-E3BD-25618F52A0CC}"/>
                    </a:ext>
                  </a:extLst>
                </p14:cNvPr>
                <p14:cNvContentPartPr/>
                <p14:nvPr/>
              </p14:nvContentPartPr>
              <p14:xfrm>
                <a:off x="9112720" y="2572625"/>
                <a:ext cx="183600" cy="183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AB75773-A0E2-797A-E3BD-25618F52A0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94720" y="2554625"/>
                  <a:ext cx="21924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9C8A1C7-E982-056F-BCE0-8E69441492DC}"/>
                  </a:ext>
                </a:extLst>
              </p14:cNvPr>
              <p14:cNvContentPartPr/>
              <p14:nvPr/>
            </p14:nvContentPartPr>
            <p14:xfrm>
              <a:off x="10538320" y="4549025"/>
              <a:ext cx="198000" cy="2995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9C8A1C7-E982-056F-BCE0-8E69441492D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520320" y="4531025"/>
                <a:ext cx="233640" cy="33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E82BFA1-7CA1-B970-F1D0-1A3F7D25B991}"/>
              </a:ext>
            </a:extLst>
          </p:cNvPr>
          <p:cNvGrpSpPr/>
          <p:nvPr/>
        </p:nvGrpSpPr>
        <p:grpSpPr>
          <a:xfrm>
            <a:off x="10401880" y="4405385"/>
            <a:ext cx="1647000" cy="574200"/>
            <a:chOff x="10401880" y="4405385"/>
            <a:chExt cx="1647000" cy="57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3AD246C-5379-E581-CA97-91BF288CEC4B}"/>
                    </a:ext>
                  </a:extLst>
                </p14:cNvPr>
                <p14:cNvContentPartPr/>
                <p14:nvPr/>
              </p14:nvContentPartPr>
              <p14:xfrm>
                <a:off x="10836400" y="4592225"/>
                <a:ext cx="132120" cy="32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3AD246C-5379-E581-CA97-91BF288CEC4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818449" y="4574225"/>
                  <a:ext cx="167663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D7C54A9-2E64-9D61-9202-00477F4F2754}"/>
                    </a:ext>
                  </a:extLst>
                </p14:cNvPr>
                <p14:cNvContentPartPr/>
                <p14:nvPr/>
              </p14:nvContentPartPr>
              <p14:xfrm>
                <a:off x="10954120" y="4534985"/>
                <a:ext cx="110520" cy="1245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D7C54A9-2E64-9D61-9202-00477F4F27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936120" y="4516985"/>
                  <a:ext cx="1461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E20528-80F0-2755-E8DD-B0787CAB7591}"/>
                    </a:ext>
                  </a:extLst>
                </p14:cNvPr>
                <p14:cNvContentPartPr/>
                <p14:nvPr/>
              </p14:nvContentPartPr>
              <p14:xfrm>
                <a:off x="11211160" y="4524545"/>
                <a:ext cx="208800" cy="250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E20528-80F0-2755-E8DD-B0787CAB759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193160" y="4506571"/>
                  <a:ext cx="244440" cy="286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7A55D98-369D-8A1F-2B18-B4F34F777D02}"/>
                    </a:ext>
                  </a:extLst>
                </p14:cNvPr>
                <p14:cNvContentPartPr/>
                <p14:nvPr/>
              </p14:nvContentPartPr>
              <p14:xfrm>
                <a:off x="11459200" y="4405385"/>
                <a:ext cx="70200" cy="185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7A55D98-369D-8A1F-2B18-B4F34F777D0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441200" y="4387385"/>
                  <a:ext cx="105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53BF0F-8649-E89C-D3AB-5F2F6810116B}"/>
                    </a:ext>
                  </a:extLst>
                </p14:cNvPr>
                <p14:cNvContentPartPr/>
                <p14:nvPr/>
              </p14:nvContentPartPr>
              <p14:xfrm>
                <a:off x="11563960" y="4463345"/>
                <a:ext cx="15120" cy="25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53BF0F-8649-E89C-D3AB-5F2F6810116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545521" y="4445345"/>
                  <a:ext cx="51629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D6D3382-3B8C-BD39-B1AF-72ACED12FBA8}"/>
                    </a:ext>
                  </a:extLst>
                </p14:cNvPr>
                <p14:cNvContentPartPr/>
                <p14:nvPr/>
              </p14:nvContentPartPr>
              <p14:xfrm>
                <a:off x="11584120" y="4428425"/>
                <a:ext cx="390240" cy="151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D6D3382-3B8C-BD39-B1AF-72ACED12FBA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566120" y="4410382"/>
                  <a:ext cx="425880" cy="1869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284595-910C-0FCB-3E4B-5BC7DEA0B39C}"/>
                    </a:ext>
                  </a:extLst>
                </p14:cNvPr>
                <p14:cNvContentPartPr/>
                <p14:nvPr/>
              </p14:nvContentPartPr>
              <p14:xfrm>
                <a:off x="10401880" y="4673945"/>
                <a:ext cx="1647000" cy="305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284595-910C-0FCB-3E4B-5BC7DEA0B39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383884" y="4655924"/>
                  <a:ext cx="1682632" cy="341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B3C309-0857-9BBB-05A7-028CC109707D}"/>
                    </a:ext>
                  </a:extLst>
                </p14:cNvPr>
                <p14:cNvContentPartPr/>
                <p14:nvPr/>
              </p14:nvContentPartPr>
              <p14:xfrm>
                <a:off x="11939080" y="4558745"/>
                <a:ext cx="95040" cy="150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B3C309-0857-9BBB-05A7-028CC109707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921080" y="4540745"/>
                  <a:ext cx="13068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E194D1-530B-5B74-7EF0-E75FC6E1B91F}"/>
              </a:ext>
            </a:extLst>
          </p:cNvPr>
          <p:cNvGrpSpPr/>
          <p:nvPr/>
        </p:nvGrpSpPr>
        <p:grpSpPr>
          <a:xfrm>
            <a:off x="5964520" y="4682585"/>
            <a:ext cx="1228680" cy="164520"/>
            <a:chOff x="5964520" y="4682585"/>
            <a:chExt cx="1228680" cy="16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0CF7AD5-246B-9AFC-ACC9-83F0A0267794}"/>
                    </a:ext>
                  </a:extLst>
                </p14:cNvPr>
                <p14:cNvContentPartPr/>
                <p14:nvPr/>
              </p14:nvContentPartPr>
              <p14:xfrm>
                <a:off x="5964520" y="4694465"/>
                <a:ext cx="138600" cy="46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0CF7AD5-246B-9AFC-ACC9-83F0A026779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946520" y="4676465"/>
                  <a:ext cx="174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18E2F9-CDEB-F2C6-7E79-721381D823C9}"/>
                    </a:ext>
                  </a:extLst>
                </p14:cNvPr>
                <p14:cNvContentPartPr/>
                <p14:nvPr/>
              </p14:nvContentPartPr>
              <p14:xfrm>
                <a:off x="5968840" y="4734065"/>
                <a:ext cx="123480" cy="24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18E2F9-CDEB-F2C6-7E79-721381D823C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50840" y="4715800"/>
                  <a:ext cx="159120" cy="610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04AB2C-7AA4-6F77-DFFB-F0B3C26D5270}"/>
                    </a:ext>
                  </a:extLst>
                </p14:cNvPr>
                <p14:cNvContentPartPr/>
                <p14:nvPr/>
              </p14:nvContentPartPr>
              <p14:xfrm>
                <a:off x="6285280" y="4710665"/>
                <a:ext cx="151200" cy="34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04AB2C-7AA4-6F77-DFFB-F0B3C26D527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267280" y="4692665"/>
                  <a:ext cx="1868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CC6210-750B-E662-A399-4D5571A14B80}"/>
                    </a:ext>
                  </a:extLst>
                </p14:cNvPr>
                <p14:cNvContentPartPr/>
                <p14:nvPr/>
              </p14:nvContentPartPr>
              <p14:xfrm>
                <a:off x="6291400" y="4747745"/>
                <a:ext cx="84960" cy="29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CC6210-750B-E662-A399-4D5571A14B8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73400" y="4729745"/>
                  <a:ext cx="1206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DCCBE6-E3EA-E5B0-F6C0-FEF4B176C290}"/>
                    </a:ext>
                  </a:extLst>
                </p14:cNvPr>
                <p14:cNvContentPartPr/>
                <p14:nvPr/>
              </p14:nvContentPartPr>
              <p14:xfrm>
                <a:off x="6700720" y="4682585"/>
                <a:ext cx="492480" cy="84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7DCCBE6-E3EA-E5B0-F6C0-FEF4B176C29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682720" y="4664585"/>
                  <a:ext cx="528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52AFD0C-0051-3166-863A-A4FBB1F8E25D}"/>
                    </a:ext>
                  </a:extLst>
                </p14:cNvPr>
                <p14:cNvContentPartPr/>
                <p14:nvPr/>
              </p14:nvContentPartPr>
              <p14:xfrm>
                <a:off x="6798640" y="4779425"/>
                <a:ext cx="239760" cy="6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52AFD0C-0051-3166-863A-A4FBB1F8E25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780640" y="4761425"/>
                  <a:ext cx="2754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5D51EC7-D2FB-1AD8-7B68-D217A3673C95}"/>
              </a:ext>
            </a:extLst>
          </p:cNvPr>
          <p:cNvGrpSpPr/>
          <p:nvPr/>
        </p:nvGrpSpPr>
        <p:grpSpPr>
          <a:xfrm>
            <a:off x="7501000" y="4690865"/>
            <a:ext cx="472320" cy="128520"/>
            <a:chOff x="7501000" y="4690865"/>
            <a:chExt cx="472320" cy="12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A3BEF9E-8E9A-084F-8EC9-AB0648425E42}"/>
                    </a:ext>
                  </a:extLst>
                </p14:cNvPr>
                <p14:cNvContentPartPr/>
                <p14:nvPr/>
              </p14:nvContentPartPr>
              <p14:xfrm>
                <a:off x="7501000" y="4690865"/>
                <a:ext cx="387360" cy="658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A3BEF9E-8E9A-084F-8EC9-AB0648425E4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483000" y="4672766"/>
                  <a:ext cx="423000" cy="101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BC505F2-D790-2599-D0B7-A856C1D76615}"/>
                    </a:ext>
                  </a:extLst>
                </p14:cNvPr>
                <p14:cNvContentPartPr/>
                <p14:nvPr/>
              </p14:nvContentPartPr>
              <p14:xfrm>
                <a:off x="7569040" y="4745585"/>
                <a:ext cx="404280" cy="73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BC505F2-D790-2599-D0B7-A856C1D7661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51040" y="4727585"/>
                  <a:ext cx="43992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0B4567B-692D-5007-33A9-2002CACC4DE6}"/>
              </a:ext>
            </a:extLst>
          </p:cNvPr>
          <p:cNvGrpSpPr/>
          <p:nvPr/>
        </p:nvGrpSpPr>
        <p:grpSpPr>
          <a:xfrm>
            <a:off x="2970400" y="5012345"/>
            <a:ext cx="367560" cy="149400"/>
            <a:chOff x="2970400" y="5012345"/>
            <a:chExt cx="367560" cy="1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3F44C16-3A24-D11D-DA4F-6C3BAA388BA7}"/>
                    </a:ext>
                  </a:extLst>
                </p14:cNvPr>
                <p14:cNvContentPartPr/>
                <p14:nvPr/>
              </p14:nvContentPartPr>
              <p14:xfrm>
                <a:off x="2970400" y="5093705"/>
                <a:ext cx="265680" cy="41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3F44C16-3A24-D11D-DA4F-6C3BAA388BA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52400" y="5075705"/>
                  <a:ext cx="301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B73E03E-1E14-39B7-7566-E7123EB2179E}"/>
                    </a:ext>
                  </a:extLst>
                </p14:cNvPr>
                <p14:cNvContentPartPr/>
                <p14:nvPr/>
              </p14:nvContentPartPr>
              <p14:xfrm>
                <a:off x="3190360" y="5012345"/>
                <a:ext cx="147600" cy="149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B73E03E-1E14-39B7-7566-E7123EB2179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172404" y="4994388"/>
                  <a:ext cx="183153" cy="184954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E8B474C-F163-C72E-3F1D-092E916A84E3}"/>
                  </a:ext>
                </a:extLst>
              </p14:cNvPr>
              <p14:cNvContentPartPr/>
              <p14:nvPr/>
            </p14:nvContentPartPr>
            <p14:xfrm>
              <a:off x="8164840" y="5061665"/>
              <a:ext cx="866520" cy="4514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E8B474C-F163-C72E-3F1D-092E916A84E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146840" y="5043665"/>
                <a:ext cx="902160" cy="48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770651B-6A1E-4665-B0F6-0D74DAE4C1AD}"/>
              </a:ext>
            </a:extLst>
          </p:cNvPr>
          <p:cNvGrpSpPr/>
          <p:nvPr/>
        </p:nvGrpSpPr>
        <p:grpSpPr>
          <a:xfrm>
            <a:off x="8463280" y="4685465"/>
            <a:ext cx="853920" cy="417600"/>
            <a:chOff x="8463280" y="4685465"/>
            <a:chExt cx="853920" cy="41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8B46AEA-3188-A516-B002-C0CFDFFB465E}"/>
                    </a:ext>
                  </a:extLst>
                </p14:cNvPr>
                <p14:cNvContentPartPr/>
                <p14:nvPr/>
              </p14:nvContentPartPr>
              <p14:xfrm>
                <a:off x="8463280" y="4685465"/>
                <a:ext cx="852120" cy="81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8B46AEA-3188-A516-B002-C0CFDFFB465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445280" y="4667465"/>
                  <a:ext cx="887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1B3339-6B9A-7ED8-E2BE-FA49FFAF0182}"/>
                    </a:ext>
                  </a:extLst>
                </p14:cNvPr>
                <p14:cNvContentPartPr/>
                <p14:nvPr/>
              </p14:nvContentPartPr>
              <p14:xfrm>
                <a:off x="8700160" y="4752065"/>
                <a:ext cx="515520" cy="61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1B3339-6B9A-7ED8-E2BE-FA49FFAF018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82173" y="4734065"/>
                  <a:ext cx="551135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69DA1B1-CE36-E838-EBD9-69167B58AFA6}"/>
                    </a:ext>
                  </a:extLst>
                </p14:cNvPr>
                <p14:cNvContentPartPr/>
                <p14:nvPr/>
              </p14:nvContentPartPr>
              <p14:xfrm>
                <a:off x="8905000" y="4744505"/>
                <a:ext cx="412200" cy="358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69DA1B1-CE36-E838-EBD9-69167B58AFA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87000" y="4726505"/>
                  <a:ext cx="447840" cy="39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7814DCB-527B-288A-3EEE-A23FAA80EDC6}"/>
                  </a:ext>
                </a:extLst>
              </p14:cNvPr>
              <p14:cNvContentPartPr/>
              <p14:nvPr/>
            </p14:nvContentPartPr>
            <p14:xfrm>
              <a:off x="4323280" y="5647025"/>
              <a:ext cx="1071360" cy="1731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7814DCB-527B-288A-3EEE-A23FAA80EDC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305280" y="5628987"/>
                <a:ext cx="1107000" cy="208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6DD3F70-2334-ED08-F52B-5E826AFBDA7A}"/>
                  </a:ext>
                </a:extLst>
              </p14:cNvPr>
              <p14:cNvContentPartPr/>
              <p14:nvPr/>
            </p14:nvContentPartPr>
            <p14:xfrm>
              <a:off x="5550880" y="5620745"/>
              <a:ext cx="3166200" cy="2026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6DD3F70-2334-ED08-F52B-5E826AFBDA7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532882" y="5602745"/>
                <a:ext cx="3201836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0D46D6C-B427-0ECB-ED7A-4D3A1790461D}"/>
              </a:ext>
            </a:extLst>
          </p:cNvPr>
          <p:cNvGrpSpPr/>
          <p:nvPr/>
        </p:nvGrpSpPr>
        <p:grpSpPr>
          <a:xfrm>
            <a:off x="2952040" y="5302865"/>
            <a:ext cx="1023840" cy="213840"/>
            <a:chOff x="2952040" y="5302865"/>
            <a:chExt cx="102384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6739D3-C9B4-B35C-D5F9-E5C96F37E91D}"/>
                    </a:ext>
                  </a:extLst>
                </p14:cNvPr>
                <p14:cNvContentPartPr/>
                <p14:nvPr/>
              </p14:nvContentPartPr>
              <p14:xfrm>
                <a:off x="2952040" y="5371265"/>
                <a:ext cx="225000" cy="14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6739D3-C9B4-B35C-D5F9-E5C96F37E91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34040" y="5353265"/>
                  <a:ext cx="260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0354C4-FFA7-E0CA-B7B6-292A6BB3C3BB}"/>
                    </a:ext>
                  </a:extLst>
                </p14:cNvPr>
                <p14:cNvContentPartPr/>
                <p14:nvPr/>
              </p14:nvContentPartPr>
              <p14:xfrm>
                <a:off x="3103240" y="5302865"/>
                <a:ext cx="183240" cy="213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0354C4-FFA7-E0CA-B7B6-292A6BB3C3B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85240" y="5284835"/>
                  <a:ext cx="218880" cy="2495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DAD1A11-133E-001B-153F-2E8D161DB9E5}"/>
                    </a:ext>
                  </a:extLst>
                </p14:cNvPr>
                <p14:cNvContentPartPr/>
                <p14:nvPr/>
              </p14:nvContentPartPr>
              <p14:xfrm>
                <a:off x="3350200" y="5407625"/>
                <a:ext cx="614880" cy="496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DAD1A11-133E-001B-153F-2E8D161DB9E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332211" y="5389625"/>
                  <a:ext cx="650499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908EDB-A7CD-0283-3319-908F6B6B5461}"/>
                    </a:ext>
                  </a:extLst>
                </p14:cNvPr>
                <p14:cNvContentPartPr/>
                <p14:nvPr/>
              </p14:nvContentPartPr>
              <p14:xfrm>
                <a:off x="3582400" y="5430665"/>
                <a:ext cx="393480" cy="76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908EDB-A7CD-0283-3319-908F6B6B546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64400" y="5412665"/>
                  <a:ext cx="42912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BB15BFC4-BFD6-4081-7B62-73DA7DCD0B52}"/>
              </a:ext>
            </a:extLst>
          </p:cNvPr>
          <p:cNvGrpSpPr/>
          <p:nvPr/>
        </p:nvGrpSpPr>
        <p:grpSpPr>
          <a:xfrm>
            <a:off x="3628480" y="5717225"/>
            <a:ext cx="584640" cy="661320"/>
            <a:chOff x="3628480" y="5717225"/>
            <a:chExt cx="584640" cy="66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7382142-DD54-30E8-4A00-4A287AF4545F}"/>
                    </a:ext>
                  </a:extLst>
                </p14:cNvPr>
                <p14:cNvContentPartPr/>
                <p14:nvPr/>
              </p14:nvContentPartPr>
              <p14:xfrm>
                <a:off x="3851320" y="5717225"/>
                <a:ext cx="361800" cy="50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7382142-DD54-30E8-4A00-4A287AF4545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33320" y="5699096"/>
                  <a:ext cx="397440" cy="862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29BF8E3-16F8-F935-5326-3A107BA76BE2}"/>
                    </a:ext>
                  </a:extLst>
                </p14:cNvPr>
                <p14:cNvContentPartPr/>
                <p14:nvPr/>
              </p14:nvContentPartPr>
              <p14:xfrm>
                <a:off x="3929080" y="5786705"/>
                <a:ext cx="249120" cy="23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29BF8E3-16F8-F935-5326-3A107BA76B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911080" y="5768428"/>
                  <a:ext cx="284760" cy="599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7AB34E7-6C2D-8769-FD15-26B7D8738486}"/>
                    </a:ext>
                  </a:extLst>
                </p14:cNvPr>
                <p14:cNvContentPartPr/>
                <p14:nvPr/>
              </p14:nvContentPartPr>
              <p14:xfrm>
                <a:off x="3628480" y="5863745"/>
                <a:ext cx="533520" cy="514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7AB34E7-6C2D-8769-FD15-26B7D873848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610480" y="5845745"/>
                  <a:ext cx="569160" cy="55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0F941C6D-8041-DE2A-C7CB-7F205F6392EC}"/>
                  </a:ext>
                </a:extLst>
              </p14:cNvPr>
              <p14:cNvContentPartPr/>
              <p14:nvPr/>
            </p14:nvContentPartPr>
            <p14:xfrm>
              <a:off x="4238320" y="6248945"/>
              <a:ext cx="371880" cy="1123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0F941C6D-8041-DE2A-C7CB-7F205F6392E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4220320" y="6230945"/>
                <a:ext cx="407520" cy="14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362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59D6DFAE-13AE-1A78-D5BB-41A34C753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1"/>
            <a:ext cx="10905066" cy="54797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E01FDB-7665-1BC9-931B-9955C479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B9C77C-D4B0-1CF6-F532-28CE8AB9FF6D}"/>
              </a:ext>
            </a:extLst>
          </p:cNvPr>
          <p:cNvGrpSpPr/>
          <p:nvPr/>
        </p:nvGrpSpPr>
        <p:grpSpPr>
          <a:xfrm>
            <a:off x="2147080" y="3566945"/>
            <a:ext cx="4887720" cy="1920600"/>
            <a:chOff x="2147080" y="3566945"/>
            <a:chExt cx="4887720" cy="19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D3DDC9-2237-49B6-FAC6-A731D1668299}"/>
                    </a:ext>
                  </a:extLst>
                </p14:cNvPr>
                <p14:cNvContentPartPr/>
                <p14:nvPr/>
              </p14:nvContentPartPr>
              <p14:xfrm>
                <a:off x="2147080" y="3823985"/>
                <a:ext cx="2125800" cy="1126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D3DDC9-2237-49B6-FAC6-A731D16682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29080" y="3805985"/>
                  <a:ext cx="2161440" cy="11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DF8582-9F20-D3E8-362E-4FC2CB3B70F9}"/>
                    </a:ext>
                  </a:extLst>
                </p14:cNvPr>
                <p14:cNvContentPartPr/>
                <p14:nvPr/>
              </p14:nvContentPartPr>
              <p14:xfrm>
                <a:off x="5091520" y="3566945"/>
                <a:ext cx="394200" cy="334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DF8582-9F20-D3E8-362E-4FC2CB3B70F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73520" y="3548945"/>
                  <a:ext cx="4298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EA2E3A1-76A1-06E5-7B03-9483D6612505}"/>
                    </a:ext>
                  </a:extLst>
                </p14:cNvPr>
                <p14:cNvContentPartPr/>
                <p14:nvPr/>
              </p14:nvContentPartPr>
              <p14:xfrm>
                <a:off x="4325800" y="3625625"/>
                <a:ext cx="2245320" cy="1065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EA2E3A1-76A1-06E5-7B03-9483D66125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307800" y="3607625"/>
                  <a:ext cx="2280960" cy="11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98DE5E0-F591-B376-43B4-CF3BDC776819}"/>
                    </a:ext>
                  </a:extLst>
                </p14:cNvPr>
                <p14:cNvContentPartPr/>
                <p14:nvPr/>
              </p14:nvContentPartPr>
              <p14:xfrm>
                <a:off x="7014640" y="4964825"/>
                <a:ext cx="20160" cy="1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98DE5E0-F591-B376-43B4-CF3BDC7768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96640" y="4946825"/>
                  <a:ext cx="55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1285E1-DF96-A204-7106-AA6E610EC2E4}"/>
                    </a:ext>
                  </a:extLst>
                </p14:cNvPr>
                <p14:cNvContentPartPr/>
                <p14:nvPr/>
              </p14:nvContentPartPr>
              <p14:xfrm>
                <a:off x="4640080" y="3623105"/>
                <a:ext cx="85680" cy="543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1285E1-DF96-A204-7106-AA6E610EC2E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622155" y="3605105"/>
                  <a:ext cx="121171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C0805DE-1843-1AAC-A2E0-956515C20A30}"/>
                    </a:ext>
                  </a:extLst>
                </p14:cNvPr>
                <p14:cNvContentPartPr/>
                <p14:nvPr/>
              </p14:nvContentPartPr>
              <p14:xfrm>
                <a:off x="4586080" y="3692585"/>
                <a:ext cx="84600" cy="1631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C0805DE-1843-1AAC-A2E0-956515C20A3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68156" y="3674585"/>
                  <a:ext cx="120089" cy="166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49EB693-0660-CED6-ACD2-743D0CC4855D}"/>
                    </a:ext>
                  </a:extLst>
                </p14:cNvPr>
                <p14:cNvContentPartPr/>
                <p14:nvPr/>
              </p14:nvContentPartPr>
              <p14:xfrm>
                <a:off x="4504000" y="4958705"/>
                <a:ext cx="196200" cy="294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49EB693-0660-CED6-ACD2-743D0CC485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86033" y="4940705"/>
                  <a:ext cx="231775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E0E2AD-53D4-EB56-AB4C-AFE3AF0F6864}"/>
                    </a:ext>
                  </a:extLst>
                </p14:cNvPr>
                <p14:cNvContentPartPr/>
                <p14:nvPr/>
              </p14:nvContentPartPr>
              <p14:xfrm>
                <a:off x="4591840" y="3602585"/>
                <a:ext cx="54720" cy="1551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E0E2AD-53D4-EB56-AB4C-AFE3AF0F686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73721" y="3584585"/>
                  <a:ext cx="90596" cy="15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868388-5C39-99EF-D723-2BFB58057145}"/>
                    </a:ext>
                  </a:extLst>
                </p14:cNvPr>
                <p14:cNvContentPartPr/>
                <p14:nvPr/>
              </p14:nvContentPartPr>
              <p14:xfrm>
                <a:off x="4564480" y="3624545"/>
                <a:ext cx="48240" cy="1448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868388-5C39-99EF-D723-2BFB5805714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46480" y="3606545"/>
                  <a:ext cx="83880" cy="14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AC3BC9-5EF9-24BF-BD3A-0BCF94EF4D1F}"/>
                    </a:ext>
                  </a:extLst>
                </p14:cNvPr>
                <p14:cNvContentPartPr/>
                <p14:nvPr/>
              </p14:nvContentPartPr>
              <p14:xfrm>
                <a:off x="4492480" y="4944305"/>
                <a:ext cx="192960" cy="29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AC3BC9-5EF9-24BF-BD3A-0BCF94EF4D1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74446" y="4926305"/>
                  <a:ext cx="228667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7E7450F-1D81-BA13-F71C-EC1714DD2AC7}"/>
                    </a:ext>
                  </a:extLst>
                </p14:cNvPr>
                <p14:cNvContentPartPr/>
                <p14:nvPr/>
              </p14:nvContentPartPr>
              <p14:xfrm>
                <a:off x="4419040" y="5035745"/>
                <a:ext cx="440640" cy="451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7E7450F-1D81-BA13-F71C-EC1714DD2AC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401025" y="5017745"/>
                  <a:ext cx="476309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3546DED-9E34-36DD-59E5-47E0BE592BC1}"/>
                    </a:ext>
                  </a:extLst>
                </p14:cNvPr>
                <p14:cNvContentPartPr/>
                <p14:nvPr/>
              </p14:nvContentPartPr>
              <p14:xfrm>
                <a:off x="3054280" y="4637585"/>
                <a:ext cx="659160" cy="5331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3546DED-9E34-36DD-59E5-47E0BE592BC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36280" y="4619585"/>
                  <a:ext cx="69480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5545FF5-4814-7EE1-0FAC-320C9770BC8C}"/>
                    </a:ext>
                  </a:extLst>
                </p14:cNvPr>
                <p14:cNvContentPartPr/>
                <p14:nvPr/>
              </p14:nvContentPartPr>
              <p14:xfrm>
                <a:off x="5610640" y="4436345"/>
                <a:ext cx="712440" cy="837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5545FF5-4814-7EE1-0FAC-320C9770BC8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92640" y="4418345"/>
                  <a:ext cx="748080" cy="87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B38F73E-E852-056B-818F-5F6CFE983907}"/>
                  </a:ext>
                </a:extLst>
              </p14:cNvPr>
              <p14:cNvContentPartPr/>
              <p14:nvPr/>
            </p14:nvContentPartPr>
            <p14:xfrm>
              <a:off x="7003840" y="1624385"/>
              <a:ext cx="4084200" cy="685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B38F73E-E852-056B-818F-5F6CFE98390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985838" y="1606385"/>
                <a:ext cx="4119843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8D67771-3954-3803-7D17-89F95ED63121}"/>
                  </a:ext>
                </a:extLst>
              </p14:cNvPr>
              <p14:cNvContentPartPr/>
              <p14:nvPr/>
            </p14:nvContentPartPr>
            <p14:xfrm>
              <a:off x="3185320" y="2457065"/>
              <a:ext cx="424440" cy="344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8D67771-3954-3803-7D17-89F95ED6312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167320" y="2439065"/>
                <a:ext cx="46008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2AF599A-086C-67C1-8781-C426C141C80C}"/>
                  </a:ext>
                </a:extLst>
              </p14:cNvPr>
              <p14:cNvContentPartPr/>
              <p14:nvPr/>
            </p14:nvContentPartPr>
            <p14:xfrm>
              <a:off x="5607760" y="2398385"/>
              <a:ext cx="525240" cy="429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2AF599A-086C-67C1-8781-C426C141C80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589748" y="2380385"/>
                <a:ext cx="560904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1E0F8E4-5C7F-58DA-E321-470F50EF0DAC}"/>
                  </a:ext>
                </a:extLst>
              </p14:cNvPr>
              <p14:cNvContentPartPr/>
              <p14:nvPr/>
            </p14:nvContentPartPr>
            <p14:xfrm>
              <a:off x="3253000" y="4711385"/>
              <a:ext cx="92160" cy="78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1E0F8E4-5C7F-58DA-E321-470F50EF0DA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234929" y="4693385"/>
                <a:ext cx="1279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001C5BBF-85E5-C922-ADCD-FAF1E2D764B0}"/>
              </a:ext>
            </a:extLst>
          </p:cNvPr>
          <p:cNvGrpSpPr/>
          <p:nvPr/>
        </p:nvGrpSpPr>
        <p:grpSpPr>
          <a:xfrm>
            <a:off x="3047800" y="2433305"/>
            <a:ext cx="626040" cy="3082680"/>
            <a:chOff x="3047800" y="2433305"/>
            <a:chExt cx="626040" cy="30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028C10-F36D-F194-8192-B28ED47A51E8}"/>
                    </a:ext>
                  </a:extLst>
                </p14:cNvPr>
                <p14:cNvContentPartPr/>
                <p14:nvPr/>
              </p14:nvContentPartPr>
              <p14:xfrm>
                <a:off x="3093160" y="2433305"/>
                <a:ext cx="566280" cy="371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028C10-F36D-F194-8192-B28ED47A51E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84160" y="2424305"/>
                  <a:ext cx="5839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A1BC6D-915A-1513-6382-A2F9F880949D}"/>
                    </a:ext>
                  </a:extLst>
                </p14:cNvPr>
                <p14:cNvContentPartPr/>
                <p14:nvPr/>
              </p14:nvContentPartPr>
              <p14:xfrm>
                <a:off x="3097480" y="4607345"/>
                <a:ext cx="576360" cy="554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A1BC6D-915A-1513-6382-A2F9F880949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88480" y="4598345"/>
                  <a:ext cx="5940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9DEC004-EAEA-B053-0388-15406D3E9F56}"/>
                    </a:ext>
                  </a:extLst>
                </p14:cNvPr>
                <p14:cNvContentPartPr/>
                <p14:nvPr/>
              </p14:nvContentPartPr>
              <p14:xfrm>
                <a:off x="3047800" y="2506385"/>
                <a:ext cx="525240" cy="294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9DEC004-EAEA-B053-0388-15406D3E9F5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38800" y="2497385"/>
                  <a:ext cx="5428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1401924-0F7D-158B-DF4C-F4B361CBAA15}"/>
                    </a:ext>
                  </a:extLst>
                </p14:cNvPr>
                <p14:cNvContentPartPr/>
                <p14:nvPr/>
              </p14:nvContentPartPr>
              <p14:xfrm>
                <a:off x="3308080" y="2580545"/>
                <a:ext cx="145800" cy="2935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1401924-0F7D-158B-DF4C-F4B361CBAA1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99080" y="2571545"/>
                  <a:ext cx="163440" cy="29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FB3D0EE-6BC9-5EE6-E060-C2347A307035}"/>
                    </a:ext>
                  </a:extLst>
                </p14:cNvPr>
                <p14:cNvContentPartPr/>
                <p14:nvPr/>
              </p14:nvContentPartPr>
              <p14:xfrm>
                <a:off x="3316360" y="4817225"/>
                <a:ext cx="95040" cy="1915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FB3D0EE-6BC9-5EE6-E060-C2347A30703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307360" y="4808208"/>
                  <a:ext cx="112680" cy="20919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BE805E6-99E7-E9DC-20B0-14565098A93B}"/>
              </a:ext>
            </a:extLst>
          </p:cNvPr>
          <p:cNvGrpSpPr/>
          <p:nvPr/>
        </p:nvGrpSpPr>
        <p:grpSpPr>
          <a:xfrm>
            <a:off x="5589040" y="2393705"/>
            <a:ext cx="610920" cy="2818440"/>
            <a:chOff x="5589040" y="2393705"/>
            <a:chExt cx="610920" cy="281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64151BF-7FFB-8C87-DCD5-EC708BB70C81}"/>
                    </a:ext>
                  </a:extLst>
                </p14:cNvPr>
                <p14:cNvContentPartPr/>
                <p14:nvPr/>
              </p14:nvContentPartPr>
              <p14:xfrm>
                <a:off x="5589040" y="4558745"/>
                <a:ext cx="581760" cy="484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64151BF-7FFB-8C87-DCD5-EC708BB70C8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80040" y="4549745"/>
                  <a:ext cx="59940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B282E73-35A6-FC3E-7FCF-B7E6B68D7B29}"/>
                    </a:ext>
                  </a:extLst>
                </p14:cNvPr>
                <p14:cNvContentPartPr/>
                <p14:nvPr/>
              </p14:nvContentPartPr>
              <p14:xfrm>
                <a:off x="5590120" y="2393705"/>
                <a:ext cx="609840" cy="460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B282E73-35A6-FC3E-7FCF-B7E6B68D7B2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581120" y="2384705"/>
                  <a:ext cx="62748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BE4A20-B6C6-9BB8-7206-506344000246}"/>
                    </a:ext>
                  </a:extLst>
                </p14:cNvPr>
                <p14:cNvContentPartPr/>
                <p14:nvPr/>
              </p14:nvContentPartPr>
              <p14:xfrm>
                <a:off x="5724040" y="2517545"/>
                <a:ext cx="124560" cy="2694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BE4A20-B6C6-9BB8-7206-50634400024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15040" y="2508545"/>
                  <a:ext cx="142200" cy="271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3584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4124-9E27-4A84-8B13-D71877A0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85EA4-A941-47CB-8125-51210902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9576545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Stochastic methods employ random numbers during the optimization process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Simulated annealing uses a temperature that controls random exploration and which is reduced over time to converge on a local minimum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 cross-entropy method and evolution strategies maintain proposal distributions from which they sample in order to inform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661D4-86E2-48F5-A947-3C77F461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02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4124-9E27-4A84-8B13-D71877A0E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85EA4-A941-47CB-8125-51210902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9576545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Natural evolution strategies uses gradient descent with respect to the log likelihood to update its proposal distribution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Covariance matrix adaptation is a robust and sample-efficient optimizer that maintains a multivariate Gaussian proposal distribution with a full covariance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1565-BDD7-4263-9ABA-AA9EB7BC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BF0CC-85BB-4714-BE01-626035B991E3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0A95D84-6F7A-5500-F2FF-F7E5830E36E6}"/>
                  </a:ext>
                </a:extLst>
              </p14:cNvPr>
              <p14:cNvContentPartPr/>
              <p14:nvPr/>
            </p14:nvContentPartPr>
            <p14:xfrm>
              <a:off x="1114960" y="2244305"/>
              <a:ext cx="4051440" cy="5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0A95D84-6F7A-5500-F2FF-F7E5830E36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5960" y="2235305"/>
                <a:ext cx="406908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F7837DD-6844-384F-822A-35FB1099274E}"/>
              </a:ext>
            </a:extLst>
          </p:cNvPr>
          <p:cNvGrpSpPr/>
          <p:nvPr/>
        </p:nvGrpSpPr>
        <p:grpSpPr>
          <a:xfrm>
            <a:off x="562000" y="2101025"/>
            <a:ext cx="561600" cy="1145160"/>
            <a:chOff x="562000" y="2101025"/>
            <a:chExt cx="561600" cy="11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05641D1-50E8-EADF-8A9C-7B479F84AC75}"/>
                    </a:ext>
                  </a:extLst>
                </p14:cNvPr>
                <p14:cNvContentPartPr/>
                <p14:nvPr/>
              </p14:nvContentPartPr>
              <p14:xfrm>
                <a:off x="562000" y="2101025"/>
                <a:ext cx="561600" cy="1105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05641D1-50E8-EADF-8A9C-7B479F84AC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3000" y="2092025"/>
                  <a:ext cx="57924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5137562-F2BC-A19A-57BF-890993D256B1}"/>
                    </a:ext>
                  </a:extLst>
                </p14:cNvPr>
                <p14:cNvContentPartPr/>
                <p14:nvPr/>
              </p14:nvContentPartPr>
              <p14:xfrm>
                <a:off x="816520" y="3065825"/>
                <a:ext cx="205200" cy="180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5137562-F2BC-A19A-57BF-890993D256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07520" y="3056843"/>
                  <a:ext cx="222840" cy="19796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5A44CBF-1071-F79F-9040-7E1DFB5DBA06}"/>
                  </a:ext>
                </a:extLst>
              </p14:cNvPr>
              <p14:cNvContentPartPr/>
              <p14:nvPr/>
            </p14:nvContentPartPr>
            <p14:xfrm>
              <a:off x="5097640" y="3505385"/>
              <a:ext cx="3014280" cy="46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5A44CBF-1071-F79F-9040-7E1DFB5DBA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88640" y="3496385"/>
                <a:ext cx="3031920" cy="6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98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Stochastic Methods</vt:lpstr>
      <vt:lpstr>Stochastic Methods</vt:lpstr>
      <vt:lpstr>Noisy Descent</vt:lpstr>
      <vt:lpstr>PowerPoint Presentation</vt:lpstr>
      <vt:lpstr>PowerPoint Presentation</vt:lpstr>
      <vt:lpstr>Simulated Annealing</vt:lpstr>
      <vt:lpstr>Simulated Annealing</vt:lpstr>
      <vt:lpstr>PowerPoint Presentation</vt:lpstr>
      <vt:lpstr>Simulated Annealing</vt:lpstr>
      <vt:lpstr>PowerPoint Presentation</vt:lpstr>
      <vt:lpstr>Simulated Annealing</vt:lpstr>
      <vt:lpstr>Simulated Annealing</vt:lpstr>
      <vt:lpstr>PowerPoint Presentation</vt:lpstr>
      <vt:lpstr>Cross-Entropy Method</vt:lpstr>
      <vt:lpstr>PowerPoint Presentation</vt:lpstr>
      <vt:lpstr>Cross-Entropy Method</vt:lpstr>
      <vt:lpstr>PowerPoint Presentation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Descent</dc:title>
  <dc:creator>M Gobbs</dc:creator>
  <cp:revision>1</cp:revision>
  <dcterms:created xsi:type="dcterms:W3CDTF">2019-02-03T01:23:24Z</dcterms:created>
  <dcterms:modified xsi:type="dcterms:W3CDTF">2026-01-12T16:12:01Z</dcterms:modified>
</cp:coreProperties>
</file>