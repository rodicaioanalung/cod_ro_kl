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67" r:id="rId4"/>
    <p:sldId id="258" r:id="rId5"/>
    <p:sldId id="274" r:id="rId6"/>
    <p:sldId id="264" r:id="rId7"/>
    <p:sldId id="259" r:id="rId8"/>
    <p:sldId id="268" r:id="rId9"/>
    <p:sldId id="269" r:id="rId10"/>
    <p:sldId id="270" r:id="rId11"/>
    <p:sldId id="271" r:id="rId12"/>
    <p:sldId id="275" r:id="rId13"/>
    <p:sldId id="261" r:id="rId14"/>
    <p:sldId id="272" r:id="rId15"/>
    <p:sldId id="277" r:id="rId16"/>
    <p:sldId id="27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2"/>
    <p:restoredTop sz="94658"/>
  </p:normalViewPr>
  <p:slideViewPr>
    <p:cSldViewPr snapToGrid="0">
      <p:cViewPr varScale="1">
        <p:scale>
          <a:sx n="116" d="100"/>
          <a:sy n="116" d="100"/>
        </p:scale>
        <p:origin x="9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dica Ioana Lung" userId="64ee56e8d7162e1e" providerId="LiveId" clId="{FBA19D0F-677B-56B8-863E-85AFCD084619}"/>
    <pc:docChg chg="undo custSel addSld delSld modSld sldOrd">
      <pc:chgData name="Rodica Ioana Lung" userId="64ee56e8d7162e1e" providerId="LiveId" clId="{FBA19D0F-677B-56B8-863E-85AFCD084619}" dt="2026-08-31T08:18:16.709" v="114" actId="20577"/>
      <pc:docMkLst>
        <pc:docMk/>
      </pc:docMkLst>
      <pc:sldChg chg="delSp mod">
        <pc:chgData name="Rodica Ioana Lung" userId="64ee56e8d7162e1e" providerId="LiveId" clId="{FBA19D0F-677B-56B8-863E-85AFCD084619}" dt="2026-08-31T08:13:26.351" v="21" actId="478"/>
        <pc:sldMkLst>
          <pc:docMk/>
          <pc:sldMk cId="3618445486" sldId="258"/>
        </pc:sldMkLst>
        <pc:grpChg chg="del">
          <ac:chgData name="Rodica Ioana Lung" userId="64ee56e8d7162e1e" providerId="LiveId" clId="{FBA19D0F-677B-56B8-863E-85AFCD084619}" dt="2026-08-31T08:13:18.073" v="17" actId="478"/>
          <ac:grpSpMkLst>
            <pc:docMk/>
            <pc:sldMk cId="3618445486" sldId="258"/>
            <ac:grpSpMk id="14" creationId="{ABDAFB09-41B4-B970-1563-762501191E07}"/>
          </ac:grpSpMkLst>
        </pc:grpChg>
        <pc:grpChg chg="del">
          <ac:chgData name="Rodica Ioana Lung" userId="64ee56e8d7162e1e" providerId="LiveId" clId="{FBA19D0F-677B-56B8-863E-85AFCD084619}" dt="2026-08-31T08:13:20.438" v="18" actId="478"/>
          <ac:grpSpMkLst>
            <pc:docMk/>
            <pc:sldMk cId="3618445486" sldId="258"/>
            <ac:grpSpMk id="22" creationId="{B085ADDF-D198-A214-7D62-FDAD4A997F2F}"/>
          </ac:grpSpMkLst>
        </pc:grpChg>
        <pc:inkChg chg="del">
          <ac:chgData name="Rodica Ioana Lung" userId="64ee56e8d7162e1e" providerId="LiveId" clId="{FBA19D0F-677B-56B8-863E-85AFCD084619}" dt="2026-08-31T08:13:23.300" v="19" actId="478"/>
          <ac:inkMkLst>
            <pc:docMk/>
            <pc:sldMk cId="3618445486" sldId="258"/>
            <ac:inkMk id="6" creationId="{0B428AE9-010A-5AC9-6335-D409B761EB5F}"/>
          </ac:inkMkLst>
        </pc:inkChg>
        <pc:inkChg chg="del">
          <ac:chgData name="Rodica Ioana Lung" userId="64ee56e8d7162e1e" providerId="LiveId" clId="{FBA19D0F-677B-56B8-863E-85AFCD084619}" dt="2026-08-31T08:13:24.898" v="20" actId="478"/>
          <ac:inkMkLst>
            <pc:docMk/>
            <pc:sldMk cId="3618445486" sldId="258"/>
            <ac:inkMk id="7" creationId="{8F09CE5C-5A71-6174-925F-AB59D3C9C1F9}"/>
          </ac:inkMkLst>
        </pc:inkChg>
        <pc:inkChg chg="del">
          <ac:chgData name="Rodica Ioana Lung" userId="64ee56e8d7162e1e" providerId="LiveId" clId="{FBA19D0F-677B-56B8-863E-85AFCD084619}" dt="2026-08-31T08:13:26.351" v="21" actId="478"/>
          <ac:inkMkLst>
            <pc:docMk/>
            <pc:sldMk cId="3618445486" sldId="258"/>
            <ac:inkMk id="23" creationId="{B7E79F1A-4E8E-16F7-1F87-43729A2D03BE}"/>
          </ac:inkMkLst>
        </pc:inkChg>
      </pc:sldChg>
      <pc:sldChg chg="delSp mod">
        <pc:chgData name="Rodica Ioana Lung" userId="64ee56e8d7162e1e" providerId="LiveId" clId="{FBA19D0F-677B-56B8-863E-85AFCD084619}" dt="2026-08-31T08:14:29.572" v="45" actId="478"/>
        <pc:sldMkLst>
          <pc:docMk/>
          <pc:sldMk cId="1948499604" sldId="259"/>
        </pc:sldMkLst>
        <pc:grpChg chg="del">
          <ac:chgData name="Rodica Ioana Lung" userId="64ee56e8d7162e1e" providerId="LiveId" clId="{FBA19D0F-677B-56B8-863E-85AFCD084619}" dt="2026-08-31T08:14:27.812" v="44" actId="478"/>
          <ac:grpSpMkLst>
            <pc:docMk/>
            <pc:sldMk cId="1948499604" sldId="259"/>
            <ac:grpSpMk id="43" creationId="{15160958-662E-501F-62F9-283601730E4B}"/>
          </ac:grpSpMkLst>
        </pc:grpChg>
        <pc:grpChg chg="del">
          <ac:chgData name="Rodica Ioana Lung" userId="64ee56e8d7162e1e" providerId="LiveId" clId="{FBA19D0F-677B-56B8-863E-85AFCD084619}" dt="2026-08-31T08:14:29.572" v="45" actId="478"/>
          <ac:grpSpMkLst>
            <pc:docMk/>
            <pc:sldMk cId="1948499604" sldId="259"/>
            <ac:grpSpMk id="53" creationId="{1B4F9053-7344-EF78-AA5D-CA2B18E28578}"/>
          </ac:grpSpMkLst>
        </pc:grpChg>
        <pc:grpChg chg="del">
          <ac:chgData name="Rodica Ioana Lung" userId="64ee56e8d7162e1e" providerId="LiveId" clId="{FBA19D0F-677B-56B8-863E-85AFCD084619}" dt="2026-08-31T08:14:24.649" v="43" actId="478"/>
          <ac:grpSpMkLst>
            <pc:docMk/>
            <pc:sldMk cId="1948499604" sldId="259"/>
            <ac:grpSpMk id="56" creationId="{E76AA922-200C-9FB2-0F23-B0D312D949D6}"/>
          </ac:grpSpMkLst>
        </pc:grpChg>
        <pc:inkChg chg="del">
          <ac:chgData name="Rodica Ioana Lung" userId="64ee56e8d7162e1e" providerId="LiveId" clId="{FBA19D0F-677B-56B8-863E-85AFCD084619}" dt="2026-08-31T08:14:24.649" v="43" actId="478"/>
          <ac:inkMkLst>
            <pc:docMk/>
            <pc:sldMk cId="1948499604" sldId="259"/>
            <ac:inkMk id="15" creationId="{EA78278D-49C1-6635-224A-F414956B7C15}"/>
          </ac:inkMkLst>
        </pc:inkChg>
      </pc:sldChg>
      <pc:sldChg chg="del">
        <pc:chgData name="Rodica Ioana Lung" userId="64ee56e8d7162e1e" providerId="LiveId" clId="{FBA19D0F-677B-56B8-863E-85AFCD084619}" dt="2026-08-31T08:16:12.619" v="82" actId="2696"/>
        <pc:sldMkLst>
          <pc:docMk/>
          <pc:sldMk cId="926274603" sldId="260"/>
        </pc:sldMkLst>
      </pc:sldChg>
      <pc:sldChg chg="addSp delSp mod">
        <pc:chgData name="Rodica Ioana Lung" userId="64ee56e8d7162e1e" providerId="LiveId" clId="{FBA19D0F-677B-56B8-863E-85AFCD084619}" dt="2026-08-31T08:16:34.376" v="90" actId="478"/>
        <pc:sldMkLst>
          <pc:docMk/>
          <pc:sldMk cId="3977080846" sldId="261"/>
        </pc:sldMkLst>
        <pc:grpChg chg="del">
          <ac:chgData name="Rodica Ioana Lung" userId="64ee56e8d7162e1e" providerId="LiveId" clId="{FBA19D0F-677B-56B8-863E-85AFCD084619}" dt="2026-08-31T08:16:28.235" v="86" actId="478"/>
          <ac:grpSpMkLst>
            <pc:docMk/>
            <pc:sldMk cId="3977080846" sldId="261"/>
            <ac:grpSpMk id="14" creationId="{C9A1FA10-DFC3-4FA4-642D-8541EAF5738C}"/>
          </ac:grpSpMkLst>
        </pc:grpChg>
        <pc:grpChg chg="del">
          <ac:chgData name="Rodica Ioana Lung" userId="64ee56e8d7162e1e" providerId="LiveId" clId="{FBA19D0F-677B-56B8-863E-85AFCD084619}" dt="2026-08-31T08:16:33.175" v="89" actId="478"/>
          <ac:grpSpMkLst>
            <pc:docMk/>
            <pc:sldMk cId="3977080846" sldId="261"/>
            <ac:grpSpMk id="15" creationId="{6CF4E93C-59E6-86CE-B2CB-1356D830D9E9}"/>
          </ac:grpSpMkLst>
        </pc:grpChg>
        <pc:grpChg chg="del">
          <ac:chgData name="Rodica Ioana Lung" userId="64ee56e8d7162e1e" providerId="LiveId" clId="{FBA19D0F-677B-56B8-863E-85AFCD084619}" dt="2026-08-31T08:16:26.739" v="85" actId="478"/>
          <ac:grpSpMkLst>
            <pc:docMk/>
            <pc:sldMk cId="3977080846" sldId="261"/>
            <ac:grpSpMk id="16" creationId="{9424669A-4658-CCC2-C501-11810A0F1D51}"/>
          </ac:grpSpMkLst>
        </pc:grpChg>
        <pc:grpChg chg="del">
          <ac:chgData name="Rodica Ioana Lung" userId="64ee56e8d7162e1e" providerId="LiveId" clId="{FBA19D0F-677B-56B8-863E-85AFCD084619}" dt="2026-08-31T08:16:34.376" v="90" actId="478"/>
          <ac:grpSpMkLst>
            <pc:docMk/>
            <pc:sldMk cId="3977080846" sldId="261"/>
            <ac:grpSpMk id="21" creationId="{2F04EA66-D41C-FCC2-A4D5-2F6CCF508EE5}"/>
          </ac:grpSpMkLst>
        </pc:grpChg>
        <pc:picChg chg="add del">
          <ac:chgData name="Rodica Ioana Lung" userId="64ee56e8d7162e1e" providerId="LiveId" clId="{FBA19D0F-677B-56B8-863E-85AFCD084619}" dt="2026-08-31T08:16:31.577" v="88" actId="478"/>
          <ac:picMkLst>
            <pc:docMk/>
            <pc:sldMk cId="3977080846" sldId="261"/>
            <ac:picMk id="7" creationId="{487FC79F-BD25-48A8-AC94-9925195496B7}"/>
          </ac:picMkLst>
        </pc:picChg>
      </pc:sldChg>
      <pc:sldChg chg="del">
        <pc:chgData name="Rodica Ioana Lung" userId="64ee56e8d7162e1e" providerId="LiveId" clId="{FBA19D0F-677B-56B8-863E-85AFCD084619}" dt="2026-08-31T08:17:56.551" v="110" actId="2696"/>
        <pc:sldMkLst>
          <pc:docMk/>
          <pc:sldMk cId="809653392" sldId="263"/>
        </pc:sldMkLst>
      </pc:sldChg>
      <pc:sldChg chg="delSp mod">
        <pc:chgData name="Rodica Ioana Lung" userId="64ee56e8d7162e1e" providerId="LiveId" clId="{FBA19D0F-677B-56B8-863E-85AFCD084619}" dt="2026-08-31T08:14:14.117" v="42" actId="478"/>
        <pc:sldMkLst>
          <pc:docMk/>
          <pc:sldMk cId="1735967593" sldId="264"/>
        </pc:sldMkLst>
        <pc:grpChg chg="del">
          <ac:chgData name="Rodica Ioana Lung" userId="64ee56e8d7162e1e" providerId="LiveId" clId="{FBA19D0F-677B-56B8-863E-85AFCD084619}" dt="2026-08-31T08:14:08.970" v="38" actId="478"/>
          <ac:grpSpMkLst>
            <pc:docMk/>
            <pc:sldMk cId="1735967593" sldId="264"/>
            <ac:grpSpMk id="30" creationId="{6482DEC0-64F1-FC74-A13F-22B3584CA694}"/>
          </ac:grpSpMkLst>
        </pc:grpChg>
        <pc:grpChg chg="del">
          <ac:chgData name="Rodica Ioana Lung" userId="64ee56e8d7162e1e" providerId="LiveId" clId="{FBA19D0F-677B-56B8-863E-85AFCD084619}" dt="2026-08-31T08:14:10.509" v="39" actId="478"/>
          <ac:grpSpMkLst>
            <pc:docMk/>
            <pc:sldMk cId="1735967593" sldId="264"/>
            <ac:grpSpMk id="38" creationId="{81F46DCB-47E5-E115-94FF-B75B5910DDEB}"/>
          </ac:grpSpMkLst>
        </pc:grpChg>
        <pc:inkChg chg="del">
          <ac:chgData name="Rodica Ioana Lung" userId="64ee56e8d7162e1e" providerId="LiveId" clId="{FBA19D0F-677B-56B8-863E-85AFCD084619}" dt="2026-08-31T08:14:03.170" v="33" actId="478"/>
          <ac:inkMkLst>
            <pc:docMk/>
            <pc:sldMk cId="1735967593" sldId="264"/>
            <ac:inkMk id="9" creationId="{B8C96497-395C-C11E-E7B8-79DE6B4821DB}"/>
          </ac:inkMkLst>
        </pc:inkChg>
        <pc:inkChg chg="del">
          <ac:chgData name="Rodica Ioana Lung" userId="64ee56e8d7162e1e" providerId="LiveId" clId="{FBA19D0F-677B-56B8-863E-85AFCD084619}" dt="2026-08-31T08:14:04.710" v="34" actId="478"/>
          <ac:inkMkLst>
            <pc:docMk/>
            <pc:sldMk cId="1735967593" sldId="264"/>
            <ac:inkMk id="12" creationId="{F881A786-D3EA-5E0C-9805-40C4F8248E18}"/>
          </ac:inkMkLst>
        </pc:inkChg>
        <pc:inkChg chg="del">
          <ac:chgData name="Rodica Ioana Lung" userId="64ee56e8d7162e1e" providerId="LiveId" clId="{FBA19D0F-677B-56B8-863E-85AFCD084619}" dt="2026-08-31T08:14:14.117" v="42" actId="478"/>
          <ac:inkMkLst>
            <pc:docMk/>
            <pc:sldMk cId="1735967593" sldId="264"/>
            <ac:inkMk id="13" creationId="{829AE57F-3983-6E06-4E5A-0C63D683AC67}"/>
          </ac:inkMkLst>
        </pc:inkChg>
        <pc:inkChg chg="del">
          <ac:chgData name="Rodica Ioana Lung" userId="64ee56e8d7162e1e" providerId="LiveId" clId="{FBA19D0F-677B-56B8-863E-85AFCD084619}" dt="2026-08-31T08:14:07.091" v="36" actId="478"/>
          <ac:inkMkLst>
            <pc:docMk/>
            <pc:sldMk cId="1735967593" sldId="264"/>
            <ac:inkMk id="17" creationId="{418A2530-4E11-21BD-007A-7D07C494CAC6}"/>
          </ac:inkMkLst>
        </pc:inkChg>
        <pc:inkChg chg="del">
          <ac:chgData name="Rodica Ioana Lung" userId="64ee56e8d7162e1e" providerId="LiveId" clId="{FBA19D0F-677B-56B8-863E-85AFCD084619}" dt="2026-08-31T08:14:07.991" v="37" actId="478"/>
          <ac:inkMkLst>
            <pc:docMk/>
            <pc:sldMk cId="1735967593" sldId="264"/>
            <ac:inkMk id="23" creationId="{8C428D19-D2DD-FE50-0BAA-FB0DE83F3423}"/>
          </ac:inkMkLst>
        </pc:inkChg>
        <pc:inkChg chg="del">
          <ac:chgData name="Rodica Ioana Lung" userId="64ee56e8d7162e1e" providerId="LiveId" clId="{FBA19D0F-677B-56B8-863E-85AFCD084619}" dt="2026-08-31T08:14:05.920" v="35" actId="478"/>
          <ac:inkMkLst>
            <pc:docMk/>
            <pc:sldMk cId="1735967593" sldId="264"/>
            <ac:inkMk id="24" creationId="{90AD3609-EC4C-7896-EDC3-6FBFB00FDB1F}"/>
          </ac:inkMkLst>
        </pc:inkChg>
        <pc:inkChg chg="del">
          <ac:chgData name="Rodica Ioana Lung" userId="64ee56e8d7162e1e" providerId="LiveId" clId="{FBA19D0F-677B-56B8-863E-85AFCD084619}" dt="2026-08-31T08:14:11.426" v="40" actId="478"/>
          <ac:inkMkLst>
            <pc:docMk/>
            <pc:sldMk cId="1735967593" sldId="264"/>
            <ac:inkMk id="32" creationId="{2C0C3885-5BAC-9903-790F-E98A9003F348}"/>
          </ac:inkMkLst>
        </pc:inkChg>
        <pc:inkChg chg="del">
          <ac:chgData name="Rodica Ioana Lung" userId="64ee56e8d7162e1e" providerId="LiveId" clId="{FBA19D0F-677B-56B8-863E-85AFCD084619}" dt="2026-08-31T08:14:12.657" v="41" actId="478"/>
          <ac:inkMkLst>
            <pc:docMk/>
            <pc:sldMk cId="1735967593" sldId="264"/>
            <ac:inkMk id="33" creationId="{E184BABD-F2E2-7C50-EFA4-4E00DBCB1B1C}"/>
          </ac:inkMkLst>
        </pc:inkChg>
      </pc:sldChg>
      <pc:sldChg chg="del">
        <pc:chgData name="Rodica Ioana Lung" userId="64ee56e8d7162e1e" providerId="LiveId" clId="{FBA19D0F-677B-56B8-863E-85AFCD084619}" dt="2026-08-31T08:16:14.838" v="84" actId="2696"/>
        <pc:sldMkLst>
          <pc:docMk/>
          <pc:sldMk cId="3008092937" sldId="265"/>
        </pc:sldMkLst>
      </pc:sldChg>
      <pc:sldChg chg="delSp mod">
        <pc:chgData name="Rodica Ioana Lung" userId="64ee56e8d7162e1e" providerId="LiveId" clId="{FBA19D0F-677B-56B8-863E-85AFCD084619}" dt="2026-08-31T08:13:13.082" v="16" actId="478"/>
        <pc:sldMkLst>
          <pc:docMk/>
          <pc:sldMk cId="1754655347" sldId="267"/>
        </pc:sldMkLst>
        <pc:grpChg chg="del">
          <ac:chgData name="Rodica Ioana Lung" userId="64ee56e8d7162e1e" providerId="LiveId" clId="{FBA19D0F-677B-56B8-863E-85AFCD084619}" dt="2026-08-31T08:13:02.673" v="14" actId="478"/>
          <ac:grpSpMkLst>
            <pc:docMk/>
            <pc:sldMk cId="1754655347" sldId="267"/>
            <ac:grpSpMk id="7" creationId="{8B9EA06A-99B3-A531-E4D9-AC6C3ED45A23}"/>
          </ac:grpSpMkLst>
        </pc:grpChg>
        <pc:grpChg chg="del">
          <ac:chgData name="Rodica Ioana Lung" userId="64ee56e8d7162e1e" providerId="LiveId" clId="{FBA19D0F-677B-56B8-863E-85AFCD084619}" dt="2026-08-31T08:12:59.974" v="13" actId="478"/>
          <ac:grpSpMkLst>
            <pc:docMk/>
            <pc:sldMk cId="1754655347" sldId="267"/>
            <ac:grpSpMk id="13" creationId="{9ABA05C1-FCB8-5672-C2A7-57FA3B291358}"/>
          </ac:grpSpMkLst>
        </pc:grpChg>
        <pc:grpChg chg="del">
          <ac:chgData name="Rodica Ioana Lung" userId="64ee56e8d7162e1e" providerId="LiveId" clId="{FBA19D0F-677B-56B8-863E-85AFCD084619}" dt="2026-08-31T08:13:04.298" v="15" actId="478"/>
          <ac:grpSpMkLst>
            <pc:docMk/>
            <pc:sldMk cId="1754655347" sldId="267"/>
            <ac:grpSpMk id="25" creationId="{593F347A-7CEC-8829-3EFB-63174FA6D732}"/>
          </ac:grpSpMkLst>
        </pc:grpChg>
        <pc:grpChg chg="del">
          <ac:chgData name="Rodica Ioana Lung" userId="64ee56e8d7162e1e" providerId="LiveId" clId="{FBA19D0F-677B-56B8-863E-85AFCD084619}" dt="2026-08-31T08:13:13.082" v="16" actId="478"/>
          <ac:grpSpMkLst>
            <pc:docMk/>
            <pc:sldMk cId="1754655347" sldId="267"/>
            <ac:grpSpMk id="40" creationId="{B7174B8C-334A-11EC-2B37-13AD12484E14}"/>
          </ac:grpSpMkLst>
        </pc:grpChg>
      </pc:sldChg>
      <pc:sldChg chg="delSp mod">
        <pc:chgData name="Rodica Ioana Lung" userId="64ee56e8d7162e1e" providerId="LiveId" clId="{FBA19D0F-677B-56B8-863E-85AFCD084619}" dt="2026-08-31T08:14:57.241" v="59" actId="478"/>
        <pc:sldMkLst>
          <pc:docMk/>
          <pc:sldMk cId="922234469" sldId="268"/>
        </pc:sldMkLst>
        <pc:grpChg chg="del">
          <ac:chgData name="Rodica Ioana Lung" userId="64ee56e8d7162e1e" providerId="LiveId" clId="{FBA19D0F-677B-56B8-863E-85AFCD084619}" dt="2026-08-31T08:14:49.002" v="53" actId="478"/>
          <ac:grpSpMkLst>
            <pc:docMk/>
            <pc:sldMk cId="922234469" sldId="268"/>
            <ac:grpSpMk id="8" creationId="{F7D9EA88-9772-42CF-8064-88BC16639EA6}"/>
          </ac:grpSpMkLst>
        </pc:grpChg>
        <pc:grpChg chg="del">
          <ac:chgData name="Rodica Ioana Lung" userId="64ee56e8d7162e1e" providerId="LiveId" clId="{FBA19D0F-677B-56B8-863E-85AFCD084619}" dt="2026-08-31T08:14:55.440" v="58" actId="478"/>
          <ac:grpSpMkLst>
            <pc:docMk/>
            <pc:sldMk cId="922234469" sldId="268"/>
            <ac:grpSpMk id="41" creationId="{FC793509-F5E3-08D0-79E7-36209B135185}"/>
          </ac:grpSpMkLst>
        </pc:grpChg>
        <pc:grpChg chg="del">
          <ac:chgData name="Rodica Ioana Lung" userId="64ee56e8d7162e1e" providerId="LiveId" clId="{FBA19D0F-677B-56B8-863E-85AFCD084619}" dt="2026-08-31T08:14:50.661" v="54" actId="478"/>
          <ac:grpSpMkLst>
            <pc:docMk/>
            <pc:sldMk cId="922234469" sldId="268"/>
            <ac:grpSpMk id="42" creationId="{749592A2-12A5-1A47-CCA5-00A014973756}"/>
          </ac:grpSpMkLst>
        </pc:grpChg>
        <pc:grpChg chg="del">
          <ac:chgData name="Rodica Ioana Lung" userId="64ee56e8d7162e1e" providerId="LiveId" clId="{FBA19D0F-677B-56B8-863E-85AFCD084619}" dt="2026-08-31T08:14:51.735" v="55" actId="478"/>
          <ac:grpSpMkLst>
            <pc:docMk/>
            <pc:sldMk cId="922234469" sldId="268"/>
            <ac:grpSpMk id="43" creationId="{78A355BA-CAB6-EFFC-D450-DA7F30D17FA7}"/>
          </ac:grpSpMkLst>
        </pc:grpChg>
        <pc:grpChg chg="del">
          <ac:chgData name="Rodica Ioana Lung" userId="64ee56e8d7162e1e" providerId="LiveId" clId="{FBA19D0F-677B-56B8-863E-85AFCD084619}" dt="2026-08-31T08:14:53.417" v="56" actId="478"/>
          <ac:grpSpMkLst>
            <pc:docMk/>
            <pc:sldMk cId="922234469" sldId="268"/>
            <ac:grpSpMk id="45" creationId="{C8794743-854F-D917-617F-25EB4350183E}"/>
          </ac:grpSpMkLst>
        </pc:grpChg>
        <pc:grpChg chg="del">
          <ac:chgData name="Rodica Ioana Lung" userId="64ee56e8d7162e1e" providerId="LiveId" clId="{FBA19D0F-677B-56B8-863E-85AFCD084619}" dt="2026-08-31T08:14:38.376" v="46" actId="478"/>
          <ac:grpSpMkLst>
            <pc:docMk/>
            <pc:sldMk cId="922234469" sldId="268"/>
            <ac:grpSpMk id="81" creationId="{BA9C3694-D800-EB53-73A8-D6F1D53943F2}"/>
          </ac:grpSpMkLst>
        </pc:grpChg>
        <pc:grpChg chg="del">
          <ac:chgData name="Rodica Ioana Lung" userId="64ee56e8d7162e1e" providerId="LiveId" clId="{FBA19D0F-677B-56B8-863E-85AFCD084619}" dt="2026-08-31T08:14:42.506" v="49" actId="478"/>
          <ac:grpSpMkLst>
            <pc:docMk/>
            <pc:sldMk cId="922234469" sldId="268"/>
            <ac:grpSpMk id="91" creationId="{68EC4541-38E5-A120-ED9E-CF7F58AC5143}"/>
          </ac:grpSpMkLst>
        </pc:grpChg>
        <pc:grpChg chg="del">
          <ac:chgData name="Rodica Ioana Lung" userId="64ee56e8d7162e1e" providerId="LiveId" clId="{FBA19D0F-677B-56B8-863E-85AFCD084619}" dt="2026-08-31T08:14:57.241" v="59" actId="478"/>
          <ac:grpSpMkLst>
            <pc:docMk/>
            <pc:sldMk cId="922234469" sldId="268"/>
            <ac:grpSpMk id="94" creationId="{EBAEF2F4-AA91-FE4F-7BB4-3947F4A11E9A}"/>
          </ac:grpSpMkLst>
        </pc:grpChg>
        <pc:grpChg chg="del">
          <ac:chgData name="Rodica Ioana Lung" userId="64ee56e8d7162e1e" providerId="LiveId" clId="{FBA19D0F-677B-56B8-863E-85AFCD084619}" dt="2026-08-31T08:14:46.749" v="52" actId="478"/>
          <ac:grpSpMkLst>
            <pc:docMk/>
            <pc:sldMk cId="922234469" sldId="268"/>
            <ac:grpSpMk id="115" creationId="{6011C669-4907-1AAE-241F-A2AD880DC36E}"/>
          </ac:grpSpMkLst>
        </pc:grpChg>
        <pc:grpChg chg="del">
          <ac:chgData name="Rodica Ioana Lung" userId="64ee56e8d7162e1e" providerId="LiveId" clId="{FBA19D0F-677B-56B8-863E-85AFCD084619}" dt="2026-08-31T08:14:40.192" v="47" actId="478"/>
          <ac:grpSpMkLst>
            <pc:docMk/>
            <pc:sldMk cId="922234469" sldId="268"/>
            <ac:grpSpMk id="126" creationId="{85F3B04F-7BEF-78D5-DCA9-16BB4448D739}"/>
          </ac:grpSpMkLst>
        </pc:grpChg>
        <pc:grpChg chg="del">
          <ac:chgData name="Rodica Ioana Lung" userId="64ee56e8d7162e1e" providerId="LiveId" clId="{FBA19D0F-677B-56B8-863E-85AFCD084619}" dt="2026-08-31T08:14:43.860" v="50" actId="478"/>
          <ac:grpSpMkLst>
            <pc:docMk/>
            <pc:sldMk cId="922234469" sldId="268"/>
            <ac:grpSpMk id="131" creationId="{97B089E1-7F0F-96F1-071E-90ABAD097AA3}"/>
          </ac:grpSpMkLst>
        </pc:grpChg>
        <pc:inkChg chg="del">
          <ac:chgData name="Rodica Ioana Lung" userId="64ee56e8d7162e1e" providerId="LiveId" clId="{FBA19D0F-677B-56B8-863E-85AFCD084619}" dt="2026-08-31T08:14:57.241" v="59" actId="478"/>
          <ac:inkMkLst>
            <pc:docMk/>
            <pc:sldMk cId="922234469" sldId="268"/>
            <ac:inkMk id="9" creationId="{F0A7E5F6-440C-6C9B-CFFE-B31AE218AD98}"/>
          </ac:inkMkLst>
        </pc:inkChg>
        <pc:inkChg chg="del">
          <ac:chgData name="Rodica Ioana Lung" userId="64ee56e8d7162e1e" providerId="LiveId" clId="{FBA19D0F-677B-56B8-863E-85AFCD084619}" dt="2026-08-31T08:14:54.561" v="57" actId="478"/>
          <ac:inkMkLst>
            <pc:docMk/>
            <pc:sldMk cId="922234469" sldId="268"/>
            <ac:inkMk id="10" creationId="{C7F26D63-5A97-2B01-030C-29EAEBD175F1}"/>
          </ac:inkMkLst>
        </pc:inkChg>
        <pc:inkChg chg="del">
          <ac:chgData name="Rodica Ioana Lung" userId="64ee56e8d7162e1e" providerId="LiveId" clId="{FBA19D0F-677B-56B8-863E-85AFCD084619}" dt="2026-08-31T08:14:57.241" v="59" actId="478"/>
          <ac:inkMkLst>
            <pc:docMk/>
            <pc:sldMk cId="922234469" sldId="268"/>
            <ac:inkMk id="11" creationId="{F2637DE9-DFCF-7D4F-D06C-149A0AF935A4}"/>
          </ac:inkMkLst>
        </pc:inkChg>
        <pc:inkChg chg="del">
          <ac:chgData name="Rodica Ioana Lung" userId="64ee56e8d7162e1e" providerId="LiveId" clId="{FBA19D0F-677B-56B8-863E-85AFCD084619}" dt="2026-08-31T08:14:57.241" v="59" actId="478"/>
          <ac:inkMkLst>
            <pc:docMk/>
            <pc:sldMk cId="922234469" sldId="268"/>
            <ac:inkMk id="13" creationId="{9464B9F2-22EF-5FFB-A273-E11420749D26}"/>
          </ac:inkMkLst>
        </pc:inkChg>
        <pc:inkChg chg="del">
          <ac:chgData name="Rodica Ioana Lung" userId="64ee56e8d7162e1e" providerId="LiveId" clId="{FBA19D0F-677B-56B8-863E-85AFCD084619}" dt="2026-08-31T08:14:41.326" v="48" actId="478"/>
          <ac:inkMkLst>
            <pc:docMk/>
            <pc:sldMk cId="922234469" sldId="268"/>
            <ac:inkMk id="93" creationId="{CB1AFB07-44E5-BF76-0623-A164C16C3750}"/>
          </ac:inkMkLst>
        </pc:inkChg>
        <pc:inkChg chg="del">
          <ac:chgData name="Rodica Ioana Lung" userId="64ee56e8d7162e1e" providerId="LiveId" clId="{FBA19D0F-677B-56B8-863E-85AFCD084619}" dt="2026-08-31T08:14:45.439" v="51" actId="478"/>
          <ac:inkMkLst>
            <pc:docMk/>
            <pc:sldMk cId="922234469" sldId="268"/>
            <ac:inkMk id="95" creationId="{3B993004-EB03-F347-4086-03AFE9FD24F1}"/>
          </ac:inkMkLst>
        </pc:inkChg>
        <pc:inkChg chg="del">
          <ac:chgData name="Rodica Ioana Lung" userId="64ee56e8d7162e1e" providerId="LiveId" clId="{FBA19D0F-677B-56B8-863E-85AFCD084619}" dt="2026-08-31T08:14:57.241" v="59" actId="478"/>
          <ac:inkMkLst>
            <pc:docMk/>
            <pc:sldMk cId="922234469" sldId="268"/>
            <ac:inkMk id="127" creationId="{B27B08BF-B791-929A-8A34-5ACD9C773C3E}"/>
          </ac:inkMkLst>
        </pc:inkChg>
        <pc:inkChg chg="del">
          <ac:chgData name="Rodica Ioana Lung" userId="64ee56e8d7162e1e" providerId="LiveId" clId="{FBA19D0F-677B-56B8-863E-85AFCD084619}" dt="2026-08-31T08:14:57.241" v="59" actId="478"/>
          <ac:inkMkLst>
            <pc:docMk/>
            <pc:sldMk cId="922234469" sldId="268"/>
            <ac:inkMk id="128" creationId="{196F857D-3CE4-3D33-7CA5-43B2D26D21FD}"/>
          </ac:inkMkLst>
        </pc:inkChg>
        <pc:inkChg chg="del">
          <ac:chgData name="Rodica Ioana Lung" userId="64ee56e8d7162e1e" providerId="LiveId" clId="{FBA19D0F-677B-56B8-863E-85AFCD084619}" dt="2026-08-31T08:14:57.241" v="59" actId="478"/>
          <ac:inkMkLst>
            <pc:docMk/>
            <pc:sldMk cId="922234469" sldId="268"/>
            <ac:inkMk id="129" creationId="{9E27E4B7-D14D-776A-B79D-F83AF837B288}"/>
          </ac:inkMkLst>
        </pc:inkChg>
      </pc:sldChg>
      <pc:sldChg chg="delSp mod">
        <pc:chgData name="Rodica Ioana Lung" userId="64ee56e8d7162e1e" providerId="LiveId" clId="{FBA19D0F-677B-56B8-863E-85AFCD084619}" dt="2026-08-31T08:15:08.321" v="61" actId="478"/>
        <pc:sldMkLst>
          <pc:docMk/>
          <pc:sldMk cId="411977087" sldId="269"/>
        </pc:sldMkLst>
        <pc:grpChg chg="del">
          <ac:chgData name="Rodica Ioana Lung" userId="64ee56e8d7162e1e" providerId="LiveId" clId="{FBA19D0F-677B-56B8-863E-85AFCD084619}" dt="2026-08-31T08:15:08.321" v="61" actId="478"/>
          <ac:grpSpMkLst>
            <pc:docMk/>
            <pc:sldMk cId="411977087" sldId="269"/>
            <ac:grpSpMk id="33" creationId="{212E99DB-8481-C27F-5AB2-A834F326BBF1}"/>
          </ac:grpSpMkLst>
        </pc:grpChg>
        <pc:grpChg chg="del">
          <ac:chgData name="Rodica Ioana Lung" userId="64ee56e8d7162e1e" providerId="LiveId" clId="{FBA19D0F-677B-56B8-863E-85AFCD084619}" dt="2026-08-31T08:15:06.143" v="60" actId="478"/>
          <ac:grpSpMkLst>
            <pc:docMk/>
            <pc:sldMk cId="411977087" sldId="269"/>
            <ac:grpSpMk id="37" creationId="{93802600-1B41-96A6-925E-3B5A5AA2F8D8}"/>
          </ac:grpSpMkLst>
        </pc:grpChg>
      </pc:sldChg>
      <pc:sldChg chg="addSp delSp modSp mod">
        <pc:chgData name="Rodica Ioana Lung" userId="64ee56e8d7162e1e" providerId="LiveId" clId="{FBA19D0F-677B-56B8-863E-85AFCD084619}" dt="2026-08-31T08:15:39.960" v="71" actId="478"/>
        <pc:sldMkLst>
          <pc:docMk/>
          <pc:sldMk cId="2945143253" sldId="270"/>
        </pc:sldMkLst>
        <pc:spChg chg="add del">
          <ac:chgData name="Rodica Ioana Lung" userId="64ee56e8d7162e1e" providerId="LiveId" clId="{FBA19D0F-677B-56B8-863E-85AFCD084619}" dt="2026-08-31T08:15:17.406" v="63" actId="478"/>
          <ac:spMkLst>
            <pc:docMk/>
            <pc:sldMk cId="2945143253" sldId="270"/>
            <ac:spMk id="3" creationId="{11181D74-46CD-438E-BC97-F173127567A8}"/>
          </ac:spMkLst>
        </pc:spChg>
        <pc:grpChg chg="add del">
          <ac:chgData name="Rodica Ioana Lung" userId="64ee56e8d7162e1e" providerId="LiveId" clId="{FBA19D0F-677B-56B8-863E-85AFCD084619}" dt="2026-08-31T08:15:25.449" v="66" actId="478"/>
          <ac:grpSpMkLst>
            <pc:docMk/>
            <pc:sldMk cId="2945143253" sldId="270"/>
            <ac:grpSpMk id="41" creationId="{CCB4354A-66A5-E146-25CC-0BA9F6F89396}"/>
          </ac:grpSpMkLst>
        </pc:grpChg>
        <pc:grpChg chg="add del">
          <ac:chgData name="Rodica Ioana Lung" userId="64ee56e8d7162e1e" providerId="LiveId" clId="{FBA19D0F-677B-56B8-863E-85AFCD084619}" dt="2026-08-31T08:15:25.449" v="66" actId="478"/>
          <ac:grpSpMkLst>
            <pc:docMk/>
            <pc:sldMk cId="2945143253" sldId="270"/>
            <ac:grpSpMk id="48" creationId="{388A6851-62A3-4B72-5183-E0E59B0AE5E9}"/>
          </ac:grpSpMkLst>
        </pc:grpChg>
        <pc:grpChg chg="add del">
          <ac:chgData name="Rodica Ioana Lung" userId="64ee56e8d7162e1e" providerId="LiveId" clId="{FBA19D0F-677B-56B8-863E-85AFCD084619}" dt="2026-08-31T08:15:25.449" v="66" actId="478"/>
          <ac:grpSpMkLst>
            <pc:docMk/>
            <pc:sldMk cId="2945143253" sldId="270"/>
            <ac:grpSpMk id="49" creationId="{3075363E-C675-8297-1BE1-A529D9FA6185}"/>
          </ac:grpSpMkLst>
        </pc:grpChg>
        <pc:grpChg chg="del">
          <ac:chgData name="Rodica Ioana Lung" userId="64ee56e8d7162e1e" providerId="LiveId" clId="{FBA19D0F-677B-56B8-863E-85AFCD084619}" dt="2026-08-31T08:15:39.960" v="71" actId="478"/>
          <ac:grpSpMkLst>
            <pc:docMk/>
            <pc:sldMk cId="2945143253" sldId="270"/>
            <ac:grpSpMk id="55" creationId="{598A83E8-5CB8-A9CE-82A8-7987BC875378}"/>
          </ac:grpSpMkLst>
        </pc:grpChg>
        <pc:grpChg chg="add del">
          <ac:chgData name="Rodica Ioana Lung" userId="64ee56e8d7162e1e" providerId="LiveId" clId="{FBA19D0F-677B-56B8-863E-85AFCD084619}" dt="2026-08-31T08:15:25.449" v="66" actId="478"/>
          <ac:grpSpMkLst>
            <pc:docMk/>
            <pc:sldMk cId="2945143253" sldId="270"/>
            <ac:grpSpMk id="66" creationId="{949DF86A-2BF2-21B6-4E68-4E83592AF656}"/>
          </ac:grpSpMkLst>
        </pc:grpChg>
        <pc:grpChg chg="add del">
          <ac:chgData name="Rodica Ioana Lung" userId="64ee56e8d7162e1e" providerId="LiveId" clId="{FBA19D0F-677B-56B8-863E-85AFCD084619}" dt="2026-08-31T08:15:25.449" v="66" actId="478"/>
          <ac:grpSpMkLst>
            <pc:docMk/>
            <pc:sldMk cId="2945143253" sldId="270"/>
            <ac:grpSpMk id="80" creationId="{9B2E15C8-51D3-F7F4-114A-779C6D0E8839}"/>
          </ac:grpSpMkLst>
        </pc:grpChg>
        <pc:grpChg chg="del">
          <ac:chgData name="Rodica Ioana Lung" userId="64ee56e8d7162e1e" providerId="LiveId" clId="{FBA19D0F-677B-56B8-863E-85AFCD084619}" dt="2026-08-31T08:15:25.449" v="66" actId="478"/>
          <ac:grpSpMkLst>
            <pc:docMk/>
            <pc:sldMk cId="2945143253" sldId="270"/>
            <ac:grpSpMk id="95" creationId="{4D26508C-06C1-ED60-11A5-5768885792E9}"/>
          </ac:grpSpMkLst>
        </pc:grpChg>
        <pc:grpChg chg="add del mod">
          <ac:chgData name="Rodica Ioana Lung" userId="64ee56e8d7162e1e" providerId="LiveId" clId="{FBA19D0F-677B-56B8-863E-85AFCD084619}" dt="2026-08-31T08:15:22.437" v="65" actId="478"/>
          <ac:grpSpMkLst>
            <pc:docMk/>
            <pc:sldMk cId="2945143253" sldId="270"/>
            <ac:grpSpMk id="96" creationId="{9FA578D5-36FE-79E5-9F2D-CA2DB4C87E21}"/>
          </ac:grpSpMkLst>
        </pc:grpChg>
        <pc:grpChg chg="add del">
          <ac:chgData name="Rodica Ioana Lung" userId="64ee56e8d7162e1e" providerId="LiveId" clId="{FBA19D0F-677B-56B8-863E-85AFCD084619}" dt="2026-08-31T08:15:32.931" v="69" actId="478"/>
          <ac:grpSpMkLst>
            <pc:docMk/>
            <pc:sldMk cId="2945143253" sldId="270"/>
            <ac:grpSpMk id="99" creationId="{E6BDC4AB-DAA8-54A3-846F-AB3D0A01DAA2}"/>
          </ac:grpSpMkLst>
        </pc:grpChg>
        <pc:grpChg chg="add del">
          <ac:chgData name="Rodica Ioana Lung" userId="64ee56e8d7162e1e" providerId="LiveId" clId="{FBA19D0F-677B-56B8-863E-85AFCD084619}" dt="2026-08-31T08:15:25.449" v="66" actId="478"/>
          <ac:grpSpMkLst>
            <pc:docMk/>
            <pc:sldMk cId="2945143253" sldId="270"/>
            <ac:grpSpMk id="102" creationId="{3524DEA2-1CCA-30FC-63CD-806F919004EF}"/>
          </ac:grpSpMkLst>
        </pc:grpChg>
        <pc:picChg chg="add del">
          <ac:chgData name="Rodica Ioana Lung" userId="64ee56e8d7162e1e" providerId="LiveId" clId="{FBA19D0F-677B-56B8-863E-85AFCD084619}" dt="2026-08-31T08:15:17.406" v="63" actId="478"/>
          <ac:picMkLst>
            <pc:docMk/>
            <pc:sldMk cId="2945143253" sldId="270"/>
            <ac:picMk id="11" creationId="{AFAEAF62-CA7D-43B5-B567-D61C2FF0C5B4}"/>
          </ac:picMkLst>
        </pc:picChg>
        <pc:inkChg chg="del">
          <ac:chgData name="Rodica Ioana Lung" userId="64ee56e8d7162e1e" providerId="LiveId" clId="{FBA19D0F-677B-56B8-863E-85AFCD084619}" dt="2026-08-31T08:15:27.965" v="67" actId="478"/>
          <ac:inkMkLst>
            <pc:docMk/>
            <pc:sldMk cId="2945143253" sldId="270"/>
            <ac:inkMk id="9" creationId="{DA518A27-4D32-67A7-96F7-EA752CD37EB5}"/>
          </ac:inkMkLst>
        </pc:inkChg>
        <pc:inkChg chg="del">
          <ac:chgData name="Rodica Ioana Lung" userId="64ee56e8d7162e1e" providerId="LiveId" clId="{FBA19D0F-677B-56B8-863E-85AFCD084619}" dt="2026-08-31T08:15:27.965" v="67" actId="478"/>
          <ac:inkMkLst>
            <pc:docMk/>
            <pc:sldMk cId="2945143253" sldId="270"/>
            <ac:inkMk id="10" creationId="{672D215E-6336-1B94-84F3-DA92F6CFD4A8}"/>
          </ac:inkMkLst>
        </pc:inkChg>
        <pc:inkChg chg="del">
          <ac:chgData name="Rodica Ioana Lung" userId="64ee56e8d7162e1e" providerId="LiveId" clId="{FBA19D0F-677B-56B8-863E-85AFCD084619}" dt="2026-08-31T08:15:35.498" v="70" actId="478"/>
          <ac:inkMkLst>
            <pc:docMk/>
            <pc:sldMk cId="2945143253" sldId="270"/>
            <ac:inkMk id="13" creationId="{CBFB6A63-65B6-FCD2-1550-0E15B0C77D24}"/>
          </ac:inkMkLst>
        </pc:inkChg>
        <pc:inkChg chg="del">
          <ac:chgData name="Rodica Ioana Lung" userId="64ee56e8d7162e1e" providerId="LiveId" clId="{FBA19D0F-677B-56B8-863E-85AFCD084619}" dt="2026-08-31T08:15:27.965" v="67" actId="478"/>
          <ac:inkMkLst>
            <pc:docMk/>
            <pc:sldMk cId="2945143253" sldId="270"/>
            <ac:inkMk id="18" creationId="{8BF1AD57-1FD1-46D6-84AC-3CF4D7C756B0}"/>
          </ac:inkMkLst>
        </pc:inkChg>
        <pc:inkChg chg="del">
          <ac:chgData name="Rodica Ioana Lung" userId="64ee56e8d7162e1e" providerId="LiveId" clId="{FBA19D0F-677B-56B8-863E-85AFCD084619}" dt="2026-08-31T08:15:25.449" v="66" actId="478"/>
          <ac:inkMkLst>
            <pc:docMk/>
            <pc:sldMk cId="2945143253" sldId="270"/>
            <ac:inkMk id="19" creationId="{7BDD32C7-A153-DBFB-1E4A-5DF56BDD2D3B}"/>
          </ac:inkMkLst>
        </pc:inkChg>
        <pc:inkChg chg="del">
          <ac:chgData name="Rodica Ioana Lung" userId="64ee56e8d7162e1e" providerId="LiveId" clId="{FBA19D0F-677B-56B8-863E-85AFCD084619}" dt="2026-08-31T08:15:27.965" v="67" actId="478"/>
          <ac:inkMkLst>
            <pc:docMk/>
            <pc:sldMk cId="2945143253" sldId="270"/>
            <ac:inkMk id="21" creationId="{3EC9400B-D59A-363D-D68A-09B41EA2773D}"/>
          </ac:inkMkLst>
        </pc:inkChg>
        <pc:inkChg chg="del">
          <ac:chgData name="Rodica Ioana Lung" userId="64ee56e8d7162e1e" providerId="LiveId" clId="{FBA19D0F-677B-56B8-863E-85AFCD084619}" dt="2026-08-31T08:15:27.965" v="67" actId="478"/>
          <ac:inkMkLst>
            <pc:docMk/>
            <pc:sldMk cId="2945143253" sldId="270"/>
            <ac:inkMk id="29" creationId="{BB73DD37-8A30-B884-B10A-A8A23AE3B0FD}"/>
          </ac:inkMkLst>
        </pc:inkChg>
        <pc:inkChg chg="del">
          <ac:chgData name="Rodica Ioana Lung" userId="64ee56e8d7162e1e" providerId="LiveId" clId="{FBA19D0F-677B-56B8-863E-85AFCD084619}" dt="2026-08-31T08:15:27.965" v="67" actId="478"/>
          <ac:inkMkLst>
            <pc:docMk/>
            <pc:sldMk cId="2945143253" sldId="270"/>
            <ac:inkMk id="43" creationId="{B39708DA-59F3-E9BC-567A-C63241235B78}"/>
          </ac:inkMkLst>
        </pc:inkChg>
        <pc:inkChg chg="del">
          <ac:chgData name="Rodica Ioana Lung" userId="64ee56e8d7162e1e" providerId="LiveId" clId="{FBA19D0F-677B-56B8-863E-85AFCD084619}" dt="2026-08-31T08:15:35.498" v="70" actId="478"/>
          <ac:inkMkLst>
            <pc:docMk/>
            <pc:sldMk cId="2945143253" sldId="270"/>
            <ac:inkMk id="51" creationId="{50C7E920-52DE-16BC-6135-4F7E622EE138}"/>
          </ac:inkMkLst>
        </pc:inkChg>
        <pc:inkChg chg="del">
          <ac:chgData name="Rodica Ioana Lung" userId="64ee56e8d7162e1e" providerId="LiveId" clId="{FBA19D0F-677B-56B8-863E-85AFCD084619}" dt="2026-08-31T08:15:27.965" v="67" actId="478"/>
          <ac:inkMkLst>
            <pc:docMk/>
            <pc:sldMk cId="2945143253" sldId="270"/>
            <ac:inkMk id="54" creationId="{149174FA-DE01-BF44-AAC5-C4B7F5C99959}"/>
          </ac:inkMkLst>
        </pc:inkChg>
        <pc:inkChg chg="del">
          <ac:chgData name="Rodica Ioana Lung" userId="64ee56e8d7162e1e" providerId="LiveId" clId="{FBA19D0F-677B-56B8-863E-85AFCD084619}" dt="2026-08-31T08:15:27.965" v="67" actId="478"/>
          <ac:inkMkLst>
            <pc:docMk/>
            <pc:sldMk cId="2945143253" sldId="270"/>
            <ac:inkMk id="60" creationId="{FD502097-0328-540B-9D96-28A9C26233F6}"/>
          </ac:inkMkLst>
        </pc:inkChg>
        <pc:inkChg chg="del">
          <ac:chgData name="Rodica Ioana Lung" userId="64ee56e8d7162e1e" providerId="LiveId" clId="{FBA19D0F-677B-56B8-863E-85AFCD084619}" dt="2026-08-31T08:15:25.449" v="66" actId="478"/>
          <ac:inkMkLst>
            <pc:docMk/>
            <pc:sldMk cId="2945143253" sldId="270"/>
            <ac:inkMk id="62" creationId="{3E21A185-42FA-906E-DB6A-2ABB004C509D}"/>
          </ac:inkMkLst>
        </pc:inkChg>
        <pc:inkChg chg="del">
          <ac:chgData name="Rodica Ioana Lung" userId="64ee56e8d7162e1e" providerId="LiveId" clId="{FBA19D0F-677B-56B8-863E-85AFCD084619}" dt="2026-08-31T08:15:27.965" v="67" actId="478"/>
          <ac:inkMkLst>
            <pc:docMk/>
            <pc:sldMk cId="2945143253" sldId="270"/>
            <ac:inkMk id="64" creationId="{0A6D90B4-9E97-B425-A99E-CCEF24D8BDEF}"/>
          </ac:inkMkLst>
        </pc:inkChg>
        <pc:inkChg chg="del">
          <ac:chgData name="Rodica Ioana Lung" userId="64ee56e8d7162e1e" providerId="LiveId" clId="{FBA19D0F-677B-56B8-863E-85AFCD084619}" dt="2026-08-31T08:15:27.965" v="67" actId="478"/>
          <ac:inkMkLst>
            <pc:docMk/>
            <pc:sldMk cId="2945143253" sldId="270"/>
            <ac:inkMk id="65" creationId="{092218A8-A373-280D-B40A-245161C490B4}"/>
          </ac:inkMkLst>
        </pc:inkChg>
        <pc:inkChg chg="del">
          <ac:chgData name="Rodica Ioana Lung" userId="64ee56e8d7162e1e" providerId="LiveId" clId="{FBA19D0F-677B-56B8-863E-85AFCD084619}" dt="2026-08-31T08:15:30.740" v="68" actId="478"/>
          <ac:inkMkLst>
            <pc:docMk/>
            <pc:sldMk cId="2945143253" sldId="270"/>
            <ac:inkMk id="68" creationId="{749B8D98-9051-FE88-22CF-D5FF6922E90C}"/>
          </ac:inkMkLst>
        </pc:inkChg>
        <pc:inkChg chg="del">
          <ac:chgData name="Rodica Ioana Lung" userId="64ee56e8d7162e1e" providerId="LiveId" clId="{FBA19D0F-677B-56B8-863E-85AFCD084619}" dt="2026-08-31T08:15:30.740" v="68" actId="478"/>
          <ac:inkMkLst>
            <pc:docMk/>
            <pc:sldMk cId="2945143253" sldId="270"/>
            <ac:inkMk id="69" creationId="{A3EDBC17-D2BC-88E8-27C1-9230544ADA28}"/>
          </ac:inkMkLst>
        </pc:inkChg>
        <pc:inkChg chg="del">
          <ac:chgData name="Rodica Ioana Lung" userId="64ee56e8d7162e1e" providerId="LiveId" clId="{FBA19D0F-677B-56B8-863E-85AFCD084619}" dt="2026-08-31T08:15:30.740" v="68" actId="478"/>
          <ac:inkMkLst>
            <pc:docMk/>
            <pc:sldMk cId="2945143253" sldId="270"/>
            <ac:inkMk id="71" creationId="{20E223E1-A321-2CF8-EE9E-8BA46775E323}"/>
          </ac:inkMkLst>
        </pc:inkChg>
        <pc:inkChg chg="del">
          <ac:chgData name="Rodica Ioana Lung" userId="64ee56e8d7162e1e" providerId="LiveId" clId="{FBA19D0F-677B-56B8-863E-85AFCD084619}" dt="2026-08-31T08:15:30.740" v="68" actId="478"/>
          <ac:inkMkLst>
            <pc:docMk/>
            <pc:sldMk cId="2945143253" sldId="270"/>
            <ac:inkMk id="72" creationId="{C6304D3B-2743-97E9-B27A-638E7ED70A8C}"/>
          </ac:inkMkLst>
        </pc:inkChg>
        <pc:inkChg chg="del">
          <ac:chgData name="Rodica Ioana Lung" userId="64ee56e8d7162e1e" providerId="LiveId" clId="{FBA19D0F-677B-56B8-863E-85AFCD084619}" dt="2026-08-31T08:15:25.449" v="66" actId="478"/>
          <ac:inkMkLst>
            <pc:docMk/>
            <pc:sldMk cId="2945143253" sldId="270"/>
            <ac:inkMk id="77" creationId="{3B6473E3-8CEA-14C5-7263-02E16508BE0E}"/>
          </ac:inkMkLst>
        </pc:inkChg>
      </pc:sldChg>
      <pc:sldChg chg="delSp modSp mod">
        <pc:chgData name="Rodica Ioana Lung" userId="64ee56e8d7162e1e" providerId="LiveId" clId="{FBA19D0F-677B-56B8-863E-85AFCD084619}" dt="2026-08-31T08:17:01.417" v="100" actId="1076"/>
        <pc:sldMkLst>
          <pc:docMk/>
          <pc:sldMk cId="2526260835" sldId="272"/>
        </pc:sldMkLst>
        <pc:grpChg chg="del">
          <ac:chgData name="Rodica Ioana Lung" userId="64ee56e8d7162e1e" providerId="LiveId" clId="{FBA19D0F-677B-56B8-863E-85AFCD084619}" dt="2026-08-31T08:16:40.285" v="91" actId="478"/>
          <ac:grpSpMkLst>
            <pc:docMk/>
            <pc:sldMk cId="2526260835" sldId="272"/>
            <ac:grpSpMk id="31" creationId="{9D70DCA2-CAFA-117B-346E-ACFB3F554152}"/>
          </ac:grpSpMkLst>
        </pc:grpChg>
        <pc:grpChg chg="del">
          <ac:chgData name="Rodica Ioana Lung" userId="64ee56e8d7162e1e" providerId="LiveId" clId="{FBA19D0F-677B-56B8-863E-85AFCD084619}" dt="2026-08-31T08:16:59.594" v="99" actId="478"/>
          <ac:grpSpMkLst>
            <pc:docMk/>
            <pc:sldMk cId="2526260835" sldId="272"/>
            <ac:grpSpMk id="36" creationId="{F606F834-606C-0092-4A4F-98B5348E8687}"/>
          </ac:grpSpMkLst>
        </pc:grpChg>
        <pc:grpChg chg="del">
          <ac:chgData name="Rodica Ioana Lung" userId="64ee56e8d7162e1e" providerId="LiveId" clId="{FBA19D0F-677B-56B8-863E-85AFCD084619}" dt="2026-08-31T08:16:43.084" v="92" actId="478"/>
          <ac:grpSpMkLst>
            <pc:docMk/>
            <pc:sldMk cId="2526260835" sldId="272"/>
            <ac:grpSpMk id="48" creationId="{59160026-DB2E-3467-57F5-87316588031B}"/>
          </ac:grpSpMkLst>
        </pc:grpChg>
        <pc:grpChg chg="del">
          <ac:chgData name="Rodica Ioana Lung" userId="64ee56e8d7162e1e" providerId="LiveId" clId="{FBA19D0F-677B-56B8-863E-85AFCD084619}" dt="2026-08-31T08:16:49.220" v="94" actId="478"/>
          <ac:grpSpMkLst>
            <pc:docMk/>
            <pc:sldMk cId="2526260835" sldId="272"/>
            <ac:grpSpMk id="59" creationId="{E9E8C7D3-0433-77B7-6941-59BFE8840989}"/>
          </ac:grpSpMkLst>
        </pc:grpChg>
        <pc:picChg chg="mod">
          <ac:chgData name="Rodica Ioana Lung" userId="64ee56e8d7162e1e" providerId="LiveId" clId="{FBA19D0F-677B-56B8-863E-85AFCD084619}" dt="2026-08-31T08:17:01.417" v="100" actId="1076"/>
          <ac:picMkLst>
            <pc:docMk/>
            <pc:sldMk cId="2526260835" sldId="272"/>
            <ac:picMk id="9" creationId="{70BD986E-AE22-4137-9622-2DD284FEC9B5}"/>
          </ac:picMkLst>
        </pc:picChg>
        <pc:inkChg chg="del">
          <ac:chgData name="Rodica Ioana Lung" userId="64ee56e8d7162e1e" providerId="LiveId" clId="{FBA19D0F-677B-56B8-863E-85AFCD084619}" dt="2026-08-31T08:16:49.220" v="94" actId="478"/>
          <ac:inkMkLst>
            <pc:docMk/>
            <pc:sldMk cId="2526260835" sldId="272"/>
            <ac:inkMk id="4" creationId="{8F09B7DF-E59F-F494-E279-6A0E63B45CC7}"/>
          </ac:inkMkLst>
        </pc:inkChg>
        <pc:inkChg chg="del">
          <ac:chgData name="Rodica Ioana Lung" userId="64ee56e8d7162e1e" providerId="LiveId" clId="{FBA19D0F-677B-56B8-863E-85AFCD084619}" dt="2026-08-31T08:16:49.220" v="94" actId="478"/>
          <ac:inkMkLst>
            <pc:docMk/>
            <pc:sldMk cId="2526260835" sldId="272"/>
            <ac:inkMk id="5" creationId="{F8919D30-24A9-6124-2472-095C975314EB}"/>
          </ac:inkMkLst>
        </pc:inkChg>
        <pc:inkChg chg="del">
          <ac:chgData name="Rodica Ioana Lung" userId="64ee56e8d7162e1e" providerId="LiveId" clId="{FBA19D0F-677B-56B8-863E-85AFCD084619}" dt="2026-08-31T08:16:49.220" v="94" actId="478"/>
          <ac:inkMkLst>
            <pc:docMk/>
            <pc:sldMk cId="2526260835" sldId="272"/>
            <ac:inkMk id="7" creationId="{80F30E3C-56EB-2859-CDE2-E441EB2DBA47}"/>
          </ac:inkMkLst>
        </pc:inkChg>
        <pc:inkChg chg="del">
          <ac:chgData name="Rodica Ioana Lung" userId="64ee56e8d7162e1e" providerId="LiveId" clId="{FBA19D0F-677B-56B8-863E-85AFCD084619}" dt="2026-08-31T08:16:57.326" v="98" actId="478"/>
          <ac:inkMkLst>
            <pc:docMk/>
            <pc:sldMk cId="2526260835" sldId="272"/>
            <ac:inkMk id="12" creationId="{00550DB4-0594-150A-67D0-722A00B5C05E}"/>
          </ac:inkMkLst>
        </pc:inkChg>
        <pc:inkChg chg="del">
          <ac:chgData name="Rodica Ioana Lung" userId="64ee56e8d7162e1e" providerId="LiveId" clId="{FBA19D0F-677B-56B8-863E-85AFCD084619}" dt="2026-08-31T08:16:59.594" v="99" actId="478"/>
          <ac:inkMkLst>
            <pc:docMk/>
            <pc:sldMk cId="2526260835" sldId="272"/>
            <ac:inkMk id="34" creationId="{6CA4B3A5-AE87-D580-FE8A-104CA7D93921}"/>
          </ac:inkMkLst>
        </pc:inkChg>
        <pc:inkChg chg="del">
          <ac:chgData name="Rodica Ioana Lung" userId="64ee56e8d7162e1e" providerId="LiveId" clId="{FBA19D0F-677B-56B8-863E-85AFCD084619}" dt="2026-08-31T08:16:59.594" v="99" actId="478"/>
          <ac:inkMkLst>
            <pc:docMk/>
            <pc:sldMk cId="2526260835" sldId="272"/>
            <ac:inkMk id="35" creationId="{645E146D-0325-D297-4AA7-33FF8CB01EBB}"/>
          </ac:inkMkLst>
        </pc:inkChg>
        <pc:inkChg chg="del">
          <ac:chgData name="Rodica Ioana Lung" userId="64ee56e8d7162e1e" providerId="LiveId" clId="{FBA19D0F-677B-56B8-863E-85AFCD084619}" dt="2026-08-31T08:16:52.266" v="95" actId="478"/>
          <ac:inkMkLst>
            <pc:docMk/>
            <pc:sldMk cId="2526260835" sldId="272"/>
            <ac:inkMk id="40" creationId="{3E1EF163-4700-6E52-481A-E6F39DAE7E64}"/>
          </ac:inkMkLst>
        </pc:inkChg>
        <pc:inkChg chg="del">
          <ac:chgData name="Rodica Ioana Lung" userId="64ee56e8d7162e1e" providerId="LiveId" clId="{FBA19D0F-677B-56B8-863E-85AFCD084619}" dt="2026-08-31T08:16:53.627" v="96" actId="478"/>
          <ac:inkMkLst>
            <pc:docMk/>
            <pc:sldMk cId="2526260835" sldId="272"/>
            <ac:inkMk id="41" creationId="{219D5E8E-FBBD-B50B-5EC4-B032E05564EB}"/>
          </ac:inkMkLst>
        </pc:inkChg>
        <pc:inkChg chg="del">
          <ac:chgData name="Rodica Ioana Lung" userId="64ee56e8d7162e1e" providerId="LiveId" clId="{FBA19D0F-677B-56B8-863E-85AFCD084619}" dt="2026-08-31T08:16:49.220" v="94" actId="478"/>
          <ac:inkMkLst>
            <pc:docMk/>
            <pc:sldMk cId="2526260835" sldId="272"/>
            <ac:inkMk id="45" creationId="{0D9AB1DA-FFF3-841D-A604-E901AA419FC6}"/>
          </ac:inkMkLst>
        </pc:inkChg>
        <pc:inkChg chg="del">
          <ac:chgData name="Rodica Ioana Lung" userId="64ee56e8d7162e1e" providerId="LiveId" clId="{FBA19D0F-677B-56B8-863E-85AFCD084619}" dt="2026-08-31T08:16:49.220" v="94" actId="478"/>
          <ac:inkMkLst>
            <pc:docMk/>
            <pc:sldMk cId="2526260835" sldId="272"/>
            <ac:inkMk id="50" creationId="{11166C67-5DDC-AF9A-6575-F7562D4641D2}"/>
          </ac:inkMkLst>
        </pc:inkChg>
        <pc:inkChg chg="del">
          <ac:chgData name="Rodica Ioana Lung" userId="64ee56e8d7162e1e" providerId="LiveId" clId="{FBA19D0F-677B-56B8-863E-85AFCD084619}" dt="2026-08-31T08:16:49.220" v="94" actId="478"/>
          <ac:inkMkLst>
            <pc:docMk/>
            <pc:sldMk cId="2526260835" sldId="272"/>
            <ac:inkMk id="51" creationId="{3393BC7E-F198-59C4-1290-E43EEB8897C2}"/>
          </ac:inkMkLst>
        </pc:inkChg>
        <pc:inkChg chg="del">
          <ac:chgData name="Rodica Ioana Lung" userId="64ee56e8d7162e1e" providerId="LiveId" clId="{FBA19D0F-677B-56B8-863E-85AFCD084619}" dt="2026-08-31T08:16:54.733" v="97" actId="478"/>
          <ac:inkMkLst>
            <pc:docMk/>
            <pc:sldMk cId="2526260835" sldId="272"/>
            <ac:inkMk id="52" creationId="{6F019592-F259-5468-B492-10F6DADC4968}"/>
          </ac:inkMkLst>
        </pc:inkChg>
      </pc:sldChg>
      <pc:sldChg chg="modSp mod">
        <pc:chgData name="Rodica Ioana Lung" userId="64ee56e8d7162e1e" providerId="LiveId" clId="{FBA19D0F-677B-56B8-863E-85AFCD084619}" dt="2026-08-31T08:18:16.709" v="114" actId="20577"/>
        <pc:sldMkLst>
          <pc:docMk/>
          <pc:sldMk cId="1010476395" sldId="273"/>
        </pc:sldMkLst>
        <pc:spChg chg="mod">
          <ac:chgData name="Rodica Ioana Lung" userId="64ee56e8d7162e1e" providerId="LiveId" clId="{FBA19D0F-677B-56B8-863E-85AFCD084619}" dt="2026-08-31T08:18:16.709" v="114" actId="20577"/>
          <ac:spMkLst>
            <pc:docMk/>
            <pc:sldMk cId="1010476395" sldId="273"/>
            <ac:spMk id="8" creationId="{C7A30584-561E-421E-9A68-38E2760E7813}"/>
          </ac:spMkLst>
        </pc:spChg>
      </pc:sldChg>
      <pc:sldChg chg="addSp delSp modSp mod">
        <pc:chgData name="Rodica Ioana Lung" userId="64ee56e8d7162e1e" providerId="LiveId" clId="{FBA19D0F-677B-56B8-863E-85AFCD084619}" dt="2026-08-31T08:13:52.936" v="31" actId="478"/>
        <pc:sldMkLst>
          <pc:docMk/>
          <pc:sldMk cId="3099830041" sldId="274"/>
        </pc:sldMkLst>
        <pc:grpChg chg="del">
          <ac:chgData name="Rodica Ioana Lung" userId="64ee56e8d7162e1e" providerId="LiveId" clId="{FBA19D0F-677B-56B8-863E-85AFCD084619}" dt="2026-08-31T08:13:37.831" v="24" actId="478"/>
          <ac:grpSpMkLst>
            <pc:docMk/>
            <pc:sldMk cId="3099830041" sldId="274"/>
            <ac:grpSpMk id="58" creationId="{AF694C64-A4F1-4043-8D10-068D92F30235}"/>
          </ac:grpSpMkLst>
        </pc:grpChg>
        <pc:grpChg chg="del">
          <ac:chgData name="Rodica Ioana Lung" userId="64ee56e8d7162e1e" providerId="LiveId" clId="{FBA19D0F-677B-56B8-863E-85AFCD084619}" dt="2026-08-31T08:13:31.817" v="22" actId="478"/>
          <ac:grpSpMkLst>
            <pc:docMk/>
            <pc:sldMk cId="3099830041" sldId="274"/>
            <ac:grpSpMk id="96" creationId="{55E72B36-7563-2268-7C50-354ED4FC5430}"/>
          </ac:grpSpMkLst>
        </pc:grpChg>
        <pc:grpChg chg="del">
          <ac:chgData name="Rodica Ioana Lung" userId="64ee56e8d7162e1e" providerId="LiveId" clId="{FBA19D0F-677B-56B8-863E-85AFCD084619}" dt="2026-08-31T08:13:31.817" v="22" actId="478"/>
          <ac:grpSpMkLst>
            <pc:docMk/>
            <pc:sldMk cId="3099830041" sldId="274"/>
            <ac:grpSpMk id="114" creationId="{0B5DAFE6-B412-73D8-5147-6C401CD56C6E}"/>
          </ac:grpSpMkLst>
        </pc:grpChg>
        <pc:grpChg chg="del">
          <ac:chgData name="Rodica Ioana Lung" userId="64ee56e8d7162e1e" providerId="LiveId" clId="{FBA19D0F-677B-56B8-863E-85AFCD084619}" dt="2026-08-31T08:13:31.817" v="22" actId="478"/>
          <ac:grpSpMkLst>
            <pc:docMk/>
            <pc:sldMk cId="3099830041" sldId="274"/>
            <ac:grpSpMk id="129" creationId="{2F8C9681-3A72-0A93-6414-D479081173BC}"/>
          </ac:grpSpMkLst>
        </pc:grpChg>
        <pc:grpChg chg="del">
          <ac:chgData name="Rodica Ioana Lung" userId="64ee56e8d7162e1e" providerId="LiveId" clId="{FBA19D0F-677B-56B8-863E-85AFCD084619}" dt="2026-08-31T08:13:31.817" v="22" actId="478"/>
          <ac:grpSpMkLst>
            <pc:docMk/>
            <pc:sldMk cId="3099830041" sldId="274"/>
            <ac:grpSpMk id="142" creationId="{8FEC3BA3-50BC-4E0C-D8EA-5E58185E949C}"/>
          </ac:grpSpMkLst>
        </pc:grpChg>
        <pc:grpChg chg="del">
          <ac:chgData name="Rodica Ioana Lung" userId="64ee56e8d7162e1e" providerId="LiveId" clId="{FBA19D0F-677B-56B8-863E-85AFCD084619}" dt="2026-08-31T08:13:31.817" v="22" actId="478"/>
          <ac:grpSpMkLst>
            <pc:docMk/>
            <pc:sldMk cId="3099830041" sldId="274"/>
            <ac:grpSpMk id="148" creationId="{2AFA67E5-751C-7FB2-17C4-D04110F82EE4}"/>
          </ac:grpSpMkLst>
        </pc:grpChg>
        <pc:grpChg chg="del">
          <ac:chgData name="Rodica Ioana Lung" userId="64ee56e8d7162e1e" providerId="LiveId" clId="{FBA19D0F-677B-56B8-863E-85AFCD084619}" dt="2026-08-31T08:13:31.817" v="22" actId="478"/>
          <ac:grpSpMkLst>
            <pc:docMk/>
            <pc:sldMk cId="3099830041" sldId="274"/>
            <ac:grpSpMk id="154" creationId="{8711D856-8013-DACE-D8CD-818519065A3B}"/>
          </ac:grpSpMkLst>
        </pc:grpChg>
        <pc:grpChg chg="del">
          <ac:chgData name="Rodica Ioana Lung" userId="64ee56e8d7162e1e" providerId="LiveId" clId="{FBA19D0F-677B-56B8-863E-85AFCD084619}" dt="2026-08-31T08:13:31.817" v="22" actId="478"/>
          <ac:grpSpMkLst>
            <pc:docMk/>
            <pc:sldMk cId="3099830041" sldId="274"/>
            <ac:grpSpMk id="186" creationId="{C07855F3-8B98-9D6E-137C-A2614E4751D7}"/>
          </ac:grpSpMkLst>
        </pc:grpChg>
        <pc:grpChg chg="del">
          <ac:chgData name="Rodica Ioana Lung" userId="64ee56e8d7162e1e" providerId="LiveId" clId="{FBA19D0F-677B-56B8-863E-85AFCD084619}" dt="2026-08-31T08:13:52.936" v="31" actId="478"/>
          <ac:grpSpMkLst>
            <pc:docMk/>
            <pc:sldMk cId="3099830041" sldId="274"/>
            <ac:grpSpMk id="189" creationId="{C97D0665-2732-4FB7-8D70-316536BE49D2}"/>
          </ac:grpSpMkLst>
        </pc:grpChg>
        <pc:grpChg chg="del">
          <ac:chgData name="Rodica Ioana Lung" userId="64ee56e8d7162e1e" providerId="LiveId" clId="{FBA19D0F-677B-56B8-863E-85AFCD084619}" dt="2026-08-31T08:13:31.817" v="22" actId="478"/>
          <ac:grpSpMkLst>
            <pc:docMk/>
            <pc:sldMk cId="3099830041" sldId="274"/>
            <ac:grpSpMk id="193" creationId="{BA76C092-209A-D02B-5355-B1C669CA4686}"/>
          </ac:grpSpMkLst>
        </pc:grpChg>
        <pc:grpChg chg="del">
          <ac:chgData name="Rodica Ioana Lung" userId="64ee56e8d7162e1e" providerId="LiveId" clId="{FBA19D0F-677B-56B8-863E-85AFCD084619}" dt="2026-08-31T08:13:31.817" v="22" actId="478"/>
          <ac:grpSpMkLst>
            <pc:docMk/>
            <pc:sldMk cId="3099830041" sldId="274"/>
            <ac:grpSpMk id="208" creationId="{40AAB15B-E023-F45D-D401-0790D31C94FF}"/>
          </ac:grpSpMkLst>
        </pc:grpChg>
        <pc:grpChg chg="del">
          <ac:chgData name="Rodica Ioana Lung" userId="64ee56e8d7162e1e" providerId="LiveId" clId="{FBA19D0F-677B-56B8-863E-85AFCD084619}" dt="2026-08-31T08:13:39.309" v="25" actId="478"/>
          <ac:grpSpMkLst>
            <pc:docMk/>
            <pc:sldMk cId="3099830041" sldId="274"/>
            <ac:grpSpMk id="214" creationId="{C3D0895D-6131-9C22-D5E7-AB855F24AF4C}"/>
          </ac:grpSpMkLst>
        </pc:grpChg>
        <pc:grpChg chg="del">
          <ac:chgData name="Rodica Ioana Lung" userId="64ee56e8d7162e1e" providerId="LiveId" clId="{FBA19D0F-677B-56B8-863E-85AFCD084619}" dt="2026-08-31T08:13:31.817" v="22" actId="478"/>
          <ac:grpSpMkLst>
            <pc:docMk/>
            <pc:sldMk cId="3099830041" sldId="274"/>
            <ac:grpSpMk id="218" creationId="{35E0F7C0-1EB1-68BF-90AD-5665F3D73755}"/>
          </ac:grpSpMkLst>
        </pc:grpChg>
        <pc:picChg chg="add del mod">
          <ac:chgData name="Rodica Ioana Lung" userId="64ee56e8d7162e1e" providerId="LiveId" clId="{FBA19D0F-677B-56B8-863E-85AFCD084619}" dt="2026-08-31T08:13:43.305" v="28" actId="478"/>
          <ac:picMkLst>
            <pc:docMk/>
            <pc:sldMk cId="3099830041" sldId="274"/>
            <ac:picMk id="5" creationId="{5C3DDDFF-E2C0-06D3-D106-149DF6336863}"/>
          </ac:picMkLst>
        </pc:picChg>
        <pc:inkChg chg="del">
          <ac:chgData name="Rodica Ioana Lung" userId="64ee56e8d7162e1e" providerId="LiveId" clId="{FBA19D0F-677B-56B8-863E-85AFCD084619}" dt="2026-08-31T08:13:47.432" v="30" actId="478"/>
          <ac:inkMkLst>
            <pc:docMk/>
            <pc:sldMk cId="3099830041" sldId="274"/>
            <ac:inkMk id="60" creationId="{1E4187FF-6F48-653E-0336-829FE2207EBF}"/>
          </ac:inkMkLst>
        </pc:inkChg>
        <pc:inkChg chg="del">
          <ac:chgData name="Rodica Ioana Lung" userId="64ee56e8d7162e1e" providerId="LiveId" clId="{FBA19D0F-677B-56B8-863E-85AFCD084619}" dt="2026-08-31T08:13:45.709" v="29" actId="478"/>
          <ac:inkMkLst>
            <pc:docMk/>
            <pc:sldMk cId="3099830041" sldId="274"/>
            <ac:inkMk id="93" creationId="{4DBF83A3-C5C5-D91D-8E2F-8611D3595BEB}"/>
          </ac:inkMkLst>
        </pc:inkChg>
        <pc:inkChg chg="del">
          <ac:chgData name="Rodica Ioana Lung" userId="64ee56e8d7162e1e" providerId="LiveId" clId="{FBA19D0F-677B-56B8-863E-85AFCD084619}" dt="2026-08-31T08:13:40.622" v="26" actId="478"/>
          <ac:inkMkLst>
            <pc:docMk/>
            <pc:sldMk cId="3099830041" sldId="274"/>
            <ac:inkMk id="126" creationId="{75F5D453-3110-FCF3-5982-ECF89B500E82}"/>
          </ac:inkMkLst>
        </pc:inkChg>
      </pc:sldChg>
      <pc:sldChg chg="delSp modSp mod">
        <pc:chgData name="Rodica Ioana Lung" userId="64ee56e8d7162e1e" providerId="LiveId" clId="{FBA19D0F-677B-56B8-863E-85AFCD084619}" dt="2026-08-31T08:16:04.852" v="80" actId="478"/>
        <pc:sldMkLst>
          <pc:docMk/>
          <pc:sldMk cId="1220888991" sldId="275"/>
        </pc:sldMkLst>
        <pc:grpChg chg="del mod">
          <ac:chgData name="Rodica Ioana Lung" userId="64ee56e8d7162e1e" providerId="LiveId" clId="{FBA19D0F-677B-56B8-863E-85AFCD084619}" dt="2026-08-31T08:15:56.709" v="75" actId="478"/>
          <ac:grpSpMkLst>
            <pc:docMk/>
            <pc:sldMk cId="1220888991" sldId="275"/>
            <ac:grpSpMk id="8" creationId="{2100C21F-7AAA-C159-4740-55BD1ED0FBB0}"/>
          </ac:grpSpMkLst>
        </pc:grpChg>
        <pc:grpChg chg="del">
          <ac:chgData name="Rodica Ioana Lung" userId="64ee56e8d7162e1e" providerId="LiveId" clId="{FBA19D0F-677B-56B8-863E-85AFCD084619}" dt="2026-08-31T08:15:54.177" v="73" actId="478"/>
          <ac:grpSpMkLst>
            <pc:docMk/>
            <pc:sldMk cId="1220888991" sldId="275"/>
            <ac:grpSpMk id="13" creationId="{8E12E861-3081-E9C7-C644-2F222B082D3A}"/>
          </ac:grpSpMkLst>
        </pc:grpChg>
        <pc:grpChg chg="del">
          <ac:chgData name="Rodica Ioana Lung" userId="64ee56e8d7162e1e" providerId="LiveId" clId="{FBA19D0F-677B-56B8-863E-85AFCD084619}" dt="2026-08-31T08:16:02.993" v="78" actId="478"/>
          <ac:grpSpMkLst>
            <pc:docMk/>
            <pc:sldMk cId="1220888991" sldId="275"/>
            <ac:grpSpMk id="18" creationId="{2F952023-6D4F-9E09-3BF8-5A26C54AD582}"/>
          </ac:grpSpMkLst>
        </pc:grpChg>
        <pc:grpChg chg="del">
          <ac:chgData name="Rodica Ioana Lung" userId="64ee56e8d7162e1e" providerId="LiveId" clId="{FBA19D0F-677B-56B8-863E-85AFCD084619}" dt="2026-08-31T08:16:01.990" v="77" actId="478"/>
          <ac:grpSpMkLst>
            <pc:docMk/>
            <pc:sldMk cId="1220888991" sldId="275"/>
            <ac:grpSpMk id="19" creationId="{BE6A949B-77C5-6891-444B-276B3E71A850}"/>
          </ac:grpSpMkLst>
        </pc:grpChg>
        <pc:grpChg chg="del">
          <ac:chgData name="Rodica Ioana Lung" userId="64ee56e8d7162e1e" providerId="LiveId" clId="{FBA19D0F-677B-56B8-863E-85AFCD084619}" dt="2026-08-31T08:16:04.852" v="80" actId="478"/>
          <ac:grpSpMkLst>
            <pc:docMk/>
            <pc:sldMk cId="1220888991" sldId="275"/>
            <ac:grpSpMk id="22" creationId="{81FA91E6-97EA-AD1C-0505-CC82D68E3D49}"/>
          </ac:grpSpMkLst>
        </pc:grpChg>
        <pc:grpChg chg="del">
          <ac:chgData name="Rodica Ioana Lung" userId="64ee56e8d7162e1e" providerId="LiveId" clId="{FBA19D0F-677B-56B8-863E-85AFCD084619}" dt="2026-08-31T08:16:03.849" v="79" actId="478"/>
          <ac:grpSpMkLst>
            <pc:docMk/>
            <pc:sldMk cId="1220888991" sldId="275"/>
            <ac:grpSpMk id="25" creationId="{B839F73D-F96B-C1E1-76D9-03677C5E8C95}"/>
          </ac:grpSpMkLst>
        </pc:grpChg>
        <pc:picChg chg="mod">
          <ac:chgData name="Rodica Ioana Lung" userId="64ee56e8d7162e1e" providerId="LiveId" clId="{FBA19D0F-677B-56B8-863E-85AFCD084619}" dt="2026-08-31T08:15:48.992" v="72" actId="1076"/>
          <ac:picMkLst>
            <pc:docMk/>
            <pc:sldMk cId="1220888991" sldId="275"/>
            <ac:picMk id="2" creationId="{B7D28D00-5791-EC5D-21FD-5671981C424F}"/>
          </ac:picMkLst>
        </pc:picChg>
        <pc:inkChg chg="del">
          <ac:chgData name="Rodica Ioana Lung" userId="64ee56e8d7162e1e" providerId="LiveId" clId="{FBA19D0F-677B-56B8-863E-85AFCD084619}" dt="2026-08-31T08:15:59.715" v="76" actId="478"/>
          <ac:inkMkLst>
            <pc:docMk/>
            <pc:sldMk cId="1220888991" sldId="275"/>
            <ac:inkMk id="9" creationId="{831B3453-2749-C966-4A83-E162E3130A06}"/>
          </ac:inkMkLst>
        </pc:inkChg>
      </pc:sldChg>
      <pc:sldChg chg="del">
        <pc:chgData name="Rodica Ioana Lung" userId="64ee56e8d7162e1e" providerId="LiveId" clId="{FBA19D0F-677B-56B8-863E-85AFCD084619}" dt="2026-08-31T08:16:13.974" v="83" actId="2696"/>
        <pc:sldMkLst>
          <pc:docMk/>
          <pc:sldMk cId="3230702261" sldId="276"/>
        </pc:sldMkLst>
      </pc:sldChg>
      <pc:sldChg chg="delSp modSp mod">
        <pc:chgData name="Rodica Ioana Lung" userId="64ee56e8d7162e1e" providerId="LiveId" clId="{FBA19D0F-677B-56B8-863E-85AFCD084619}" dt="2026-08-31T08:17:22.309" v="109" actId="1076"/>
        <pc:sldMkLst>
          <pc:docMk/>
          <pc:sldMk cId="1997644530" sldId="277"/>
        </pc:sldMkLst>
        <pc:grpChg chg="del">
          <ac:chgData name="Rodica Ioana Lung" userId="64ee56e8d7162e1e" providerId="LiveId" clId="{FBA19D0F-677B-56B8-863E-85AFCD084619}" dt="2026-08-31T08:17:14.055" v="103" actId="478"/>
          <ac:grpSpMkLst>
            <pc:docMk/>
            <pc:sldMk cId="1997644530" sldId="277"/>
            <ac:grpSpMk id="14" creationId="{F27CE270-4158-A08A-0BCC-B04D43EAE1D6}"/>
          </ac:grpSpMkLst>
        </pc:grpChg>
        <pc:grpChg chg="del">
          <ac:chgData name="Rodica Ioana Lung" userId="64ee56e8d7162e1e" providerId="LiveId" clId="{FBA19D0F-677B-56B8-863E-85AFCD084619}" dt="2026-08-31T08:17:11.387" v="102" actId="478"/>
          <ac:grpSpMkLst>
            <pc:docMk/>
            <pc:sldMk cId="1997644530" sldId="277"/>
            <ac:grpSpMk id="20" creationId="{47E163C1-4F80-370C-D6A9-31B62002FA64}"/>
          </ac:grpSpMkLst>
        </pc:grpChg>
        <pc:grpChg chg="del">
          <ac:chgData name="Rodica Ioana Lung" userId="64ee56e8d7162e1e" providerId="LiveId" clId="{FBA19D0F-677B-56B8-863E-85AFCD084619}" dt="2026-08-31T08:17:18.710" v="107" actId="478"/>
          <ac:grpSpMkLst>
            <pc:docMk/>
            <pc:sldMk cId="1997644530" sldId="277"/>
            <ac:grpSpMk id="23" creationId="{2507D104-E241-F19D-5416-5D3B0572F6C4}"/>
          </ac:grpSpMkLst>
        </pc:grpChg>
        <pc:picChg chg="mod">
          <ac:chgData name="Rodica Ioana Lung" userId="64ee56e8d7162e1e" providerId="LiveId" clId="{FBA19D0F-677B-56B8-863E-85AFCD084619}" dt="2026-08-31T08:17:22.309" v="109" actId="1076"/>
          <ac:picMkLst>
            <pc:docMk/>
            <pc:sldMk cId="1997644530" sldId="277"/>
            <ac:picMk id="3" creationId="{5A46FFE2-7E2F-A03A-7F11-02C9A5A86B4A}"/>
          </ac:picMkLst>
        </pc:picChg>
        <pc:inkChg chg="del">
          <ac:chgData name="Rodica Ioana Lung" userId="64ee56e8d7162e1e" providerId="LiveId" clId="{FBA19D0F-677B-56B8-863E-85AFCD084619}" dt="2026-08-31T08:17:17.334" v="106" actId="478"/>
          <ac:inkMkLst>
            <pc:docMk/>
            <pc:sldMk cId="1997644530" sldId="277"/>
            <ac:inkMk id="12" creationId="{1F0BA3CD-DB76-C285-7292-405D13CAD5D5}"/>
          </ac:inkMkLst>
        </pc:inkChg>
        <pc:inkChg chg="del">
          <ac:chgData name="Rodica Ioana Lung" userId="64ee56e8d7162e1e" providerId="LiveId" clId="{FBA19D0F-677B-56B8-863E-85AFCD084619}" dt="2026-08-31T08:17:19.975" v="108" actId="478"/>
          <ac:inkMkLst>
            <pc:docMk/>
            <pc:sldMk cId="1997644530" sldId="277"/>
            <ac:inkMk id="15" creationId="{B49B514F-5E2D-FFEE-2AF7-3E1A2ADF5E52}"/>
          </ac:inkMkLst>
        </pc:inkChg>
        <pc:inkChg chg="del">
          <ac:chgData name="Rodica Ioana Lung" userId="64ee56e8d7162e1e" providerId="LiveId" clId="{FBA19D0F-677B-56B8-863E-85AFCD084619}" dt="2026-08-31T08:17:16.511" v="105" actId="478"/>
          <ac:inkMkLst>
            <pc:docMk/>
            <pc:sldMk cId="1997644530" sldId="277"/>
            <ac:inkMk id="16" creationId="{78504BF0-E461-7A50-5B06-E8B15E9A76D1}"/>
          </ac:inkMkLst>
        </pc:inkChg>
        <pc:inkChg chg="del">
          <ac:chgData name="Rodica Ioana Lung" userId="64ee56e8d7162e1e" providerId="LiveId" clId="{FBA19D0F-677B-56B8-863E-85AFCD084619}" dt="2026-08-31T08:17:15.602" v="104" actId="478"/>
          <ac:inkMkLst>
            <pc:docMk/>
            <pc:sldMk cId="1997644530" sldId="277"/>
            <ac:inkMk id="17" creationId="{E231E6E4-CB5D-9C9D-A89A-4308CBC22AF8}"/>
          </ac:inkMkLst>
        </pc:inkChg>
      </pc:sldChg>
      <pc:sldChg chg="del">
        <pc:chgData name="Rodica Ioana Lung" userId="64ee56e8d7162e1e" providerId="LiveId" clId="{FBA19D0F-677B-56B8-863E-85AFCD084619}" dt="2026-08-31T08:17:58.276" v="111" actId="2696"/>
        <pc:sldMkLst>
          <pc:docMk/>
          <pc:sldMk cId="403564938" sldId="278"/>
        </pc:sldMkLst>
      </pc:sldChg>
      <pc:sldChg chg="del">
        <pc:chgData name="Rodica Ioana Lung" userId="64ee56e8d7162e1e" providerId="LiveId" clId="{FBA19D0F-677B-56B8-863E-85AFCD084619}" dt="2026-08-31T08:18:01.634" v="112" actId="2696"/>
        <pc:sldMkLst>
          <pc:docMk/>
          <pc:sldMk cId="576999118" sldId="279"/>
        </pc:sldMkLst>
      </pc:sldChg>
      <pc:sldChg chg="del">
        <pc:chgData name="Rodica Ioana Lung" userId="64ee56e8d7162e1e" providerId="LiveId" clId="{FBA19D0F-677B-56B8-863E-85AFCD084619}" dt="2026-08-31T08:16:10.750" v="81" actId="2696"/>
        <pc:sldMkLst>
          <pc:docMk/>
          <pc:sldMk cId="1155341855" sldId="280"/>
        </pc:sldMkLst>
      </pc:sldChg>
      <pc:sldChg chg="del">
        <pc:chgData name="Rodica Ioana Lung" userId="64ee56e8d7162e1e" providerId="LiveId" clId="{FBA19D0F-677B-56B8-863E-85AFCD084619}" dt="2026-08-31T08:14:00.081" v="32" actId="2696"/>
        <pc:sldMkLst>
          <pc:docMk/>
          <pc:sldMk cId="4282378781" sldId="281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29:03.68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52 388 6911 0 0,'-3'1'-29'0'0,"0"0"0"0"0,0 0-1 0 0,1 1 1 0 0,-1-1-1 0 0,0 1 1 0 0,1-1 0 0 0,-1 1-1 0 0,1 0 1 0 0,0 0-1 0 0,-3 2 1 0 0,-15 11 3490 0 0,32-35 570 0 0,-7 11-3657 0 0,4-8-56 0 0,0-1-1 0 0,-1 0 1 0 0,-1-1 0 0 0,-1 0-1 0 0,-1 0 1 0 0,5-30-1 0 0,-4 5 152 0 0,0-81 0 0 0,-6 113-358 0 0,1 7-4 0 0,-1 0 0 0 0,0-1 0 0 0,0 1-1 0 0,0 0 1 0 0,-1 0 0 0 0,0 0 0 0 0,0 0-1 0 0,-2-6 1 0 0,2 13 8 0 0,-1 2-1 0 0,1-1 1 0 0,0 0-1 0 0,1 0 1 0 0,-1 0-1 0 0,0 6 1 0 0,0 11-35 0 0,1 0 1 0 0,1 0-1 0 0,1 0 1 0 0,1 0 0 0 0,7 27-1 0 0,37 96 683 0 0,-7-22-165 0 0,-28-87-506 0 0,2 9 58 0 0,-14-43-164 0 0,0 0-1 0 0,0 1 0 0 0,0-1 1 0 0,0 0-1 0 0,0 1 0 0 0,0-1 1 0 0,0 0-1 0 0,0 1 0 0 0,0-1 1 0 0,0 0-1 0 0,0 1 0 0 0,0-1 1 0 0,0 0-1 0 0,0 1 0 0 0,0-1 1 0 0,0 0-1 0 0,0 1 0 0 0,-1-1 1 0 0,1 0-1 0 0,0 1 0 0 0,0-1 1 0 0,0 0-1 0 0,-1 1 0 0 0,1-1 1 0 0,0 0-1 0 0,0 0 0 0 0,0 1 1 0 0,-1-1-1 0 0,1 0 0 0 0,0 0 1 0 0,-1 0-1 0 0,1 1 0 0 0,0-1 1 0 0,0 0-1 0 0,-1 0 0 0 0,-3 2-577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29:04.04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82 10591 0 0,'-5'-12'479'0'0,"2"7"-274"0"0,1-1-1 0 0,0 1 0 0 0,0 0 1 0 0,1-1-1 0 0,0 1 1 0 0,0-1-1 0 0,0 1 0 0 0,0-1 1 0 0,1-10-1 0 0,0 16-156 0 0,0-1-1 0 0,0 1 1 0 0,0 0 0 0 0,0 0-1 0 0,0 0 1 0 0,0-1 0 0 0,1 1 0 0 0,-1 0-1 0 0,0 0 1 0 0,0 0 0 0 0,0 0-1 0 0,0 0 1 0 0,0-1 0 0 0,0 1-1 0 0,0 0 1 0 0,1 0 0 0 0,-1 0-1 0 0,0 0 1 0 0,0 0 0 0 0,0 0 0 0 0,0-1-1 0 0,1 1 1 0 0,-1 0 0 0 0,0 0-1 0 0,0 0 1 0 0,0 0 0 0 0,0 0-1 0 0,1 0 1 0 0,-1 0 0 0 0,0 0 0 0 0,0 0-1 0 0,0 0 1 0 0,1 0 0 0 0,-1 0-1 0 0,0 0 1 0 0,0 0 0 0 0,0 0-1 0 0,0 0 1 0 0,1 0 0 0 0,-1 0-1 0 0,0 0 1 0 0,0 0 0 0 0,0 0 0 0 0,1 0-1 0 0,-1 1 1 0 0,0-1 0 0 0,0 0-1 0 0,0 0 1 0 0,0 0 0 0 0,0 0-1 0 0,1 0 1 0 0,-1 0 0 0 0,0 1 0 0 0,11 8 1066 0 0,-10-8-975 0 0,16 17 507 0 0,-2 1 0 0 0,0 0-1 0 0,-1 1 1 0 0,21 39 0 0 0,-34-56-601 0 0,29 53 468 0 0,-2 1 1 0 0,-2 2-1 0 0,26 90 1 0 0,-40-104-403 0 0,-2 1-1 0 0,-2 0 1 0 0,-1 1 0 0 0,-3-1-1 0 0,-3 69 1 0 0,-4-82-52 0 0,-1-1 1 0 0,-1 1-1 0 0,-2-1 0 0 0,-2 0 1 0 0,-13 32-1 0 0,4-19 52 0 0,-3 0-1 0 0,-44 71 1 0 0,57-100-230 0 0,9-16-26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29:05.41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119 258 4143 0 0,'-4'0'378'0'0,"0"-1"0"0"0,0 1 0 0 0,0-1 0 0 0,-1 0 0 0 0,1-1 0 0 0,0 1 0 0 0,0-1 0 0 0,1 1-1 0 0,-8-6 1 0 0,1 1 552 0 0,1 0 0 0 0,-11-10-1 0 0,17 13-683 0 0,0 0-1 0 0,0 0 0 0 0,1 0 0 0 0,-1 0 1 0 0,1 0-1 0 0,0-1 0 0 0,0 1 0 0 0,0-1 1 0 0,0 1-1 0 0,0-1 0 0 0,1 0 0 0 0,-1 0 1 0 0,1 0-1 0 0,0 0 0 0 0,1 0 0 0 0,-1 0 1 0 0,1 0-1 0 0,-1 0 0 0 0,1 0 1 0 0,0 0-1 0 0,1 0 0 0 0,-1 0 0 0 0,1 0 1 0 0,0 0-1 0 0,0 0 0 0 0,0 0 0 0 0,0 0 1 0 0,1 0-1 0 0,-1 1 0 0 0,5-7 0 0 0,-3 3-73 0 0,1 1-1 0 0,1-1 0 0 0,-1 1 1 0 0,1 0-1 0 0,0 1 0 0 0,0-1 0 0 0,1 1 1 0 0,0 0-1 0 0,0 0 0 0 0,0 1 1 0 0,0-1-1 0 0,1 2 0 0 0,0-1 1 0 0,-1 1-1 0 0,14-5 0 0 0,-14 6-139 0 0,0 1-1 0 0,1-1 1 0 0,-1 1 0 0 0,0 1-1 0 0,1-1 1 0 0,-1 1 0 0 0,1 0-1 0 0,-1 0 1 0 0,1 1-1 0 0,-1 0 1 0 0,0 0 0 0 0,1 1-1 0 0,-1-1 1 0 0,0 2 0 0 0,0-1-1 0 0,0 0 1 0 0,0 1 0 0 0,-1 0-1 0 0,1 1 1 0 0,-1-1-1 0 0,0 1 1 0 0,0 0 0 0 0,0 0-1 0 0,0 0 1 0 0,-1 1 0 0 0,1 0-1 0 0,-1 0 1 0 0,0 0-1 0 0,-1 0 1 0 0,1 1 0 0 0,-1 0-1 0 0,0-1 1 0 0,-1 1 0 0 0,1 0-1 0 0,1 9 1 0 0,-1-1-27 0 0,-1-1 0 0 0,-1 0 1 0 0,0 1-1 0 0,-1-1 0 0 0,0 1 0 0 0,-1-1 1 0 0,0 0-1 0 0,-1 1 0 0 0,-1-1 1 0 0,-8 24-1 0 0,0-4-6 0 0,-2-2-1 0 0,-2 0 1 0 0,-19 32 0 0 0,25-48 13 0 0,-2 5-21 0 0,-1-1 1 0 0,-22 27-1 0 0,30-41 21 0 0,1-1 0 0 0,-1 0 0 0 0,0 0 0 0 0,0-1-1 0 0,-1 1 1 0 0,1-1 0 0 0,-1 0 0 0 0,0 0 0 0 0,0 0 0 0 0,0-1 0 0 0,0 0 0 0 0,0 0 0 0 0,0 0-1 0 0,-1 0 1 0 0,-9 1 0 0 0,14-3-12 0 0,-1 0 0 0 0,1 0 0 0 0,-1 0 0 0 0,1 0 0 0 0,-1 0 0 0 0,1-1 0 0 0,-1 1 0 0 0,1 0 0 0 0,-1-1 0 0 0,1 1 0 0 0,-1-1 0 0 0,1 1 0 0 0,-1-1 0 0 0,1 1 0 0 0,0-1 0 0 0,0 0 0 0 0,-1 0 0 0 0,1 0 0 0 0,0 0 0 0 0,0 0 0 0 0,0 0 0 0 0,0 0 0 0 0,0 0 0 0 0,0 0 0 0 0,0-1 0 0 0,0 1 0 0 0,0 0 0 0 0,1-1 0 0 0,-1 1 0 0 0,1 0 0 0 0,-1-1 0 0 0,1 1 0 0 0,-1-1 0 0 0,1 1 0 0 0,0-1 0 0 0,-1 1 0 0 0,1-1 0 0 0,0-1 0 0 0,0-1 0 0 0,0 0 0 0 0,0 1 0 0 0,0-1 0 0 0,1 0 0 0 0,-1 1 0 0 0,1-1 0 0 0,0 1 0 0 0,0-1 0 0 0,0 1 0 0 0,1-1 0 0 0,-1 1 0 0 0,1 0 0 0 0,0-1 0 0 0,-1 1 0 0 0,4-3 0 0 0,-3 3 0 0 0,1 1 0 0 0,-1 0 0 0 0,1-1 0 0 0,0 1-1 0 0,-1 1 1 0 0,1-1 0 0 0,0 0 0 0 0,0 0 0 0 0,0 1 0 0 0,1 0 0 0 0,-1 0 0 0 0,0 0-1 0 0,6-1 1 0 0,-4 1-10 0 0,0 1-1 0 0,1-1 1 0 0,-1 2-1 0 0,1-1 0 0 0,-1 0 1 0 0,0 1-1 0 0,11 3 1 0 0,-2 0-4 0 0,0 2 1 0 0,-1 0-1 0 0,1 0 0 0 0,-1 2 1 0 0,15 10-1 0 0,-5-2-43 0 0,-9-5 143 0 0,2-1 0 0 0,-1 0 0 0 0,34 14 1 0 0,-45-22-63 0 0,1 0 0 0 0,0-1 0 0 0,0 1 1 0 0,0-1-1 0 0,0-1 0 0 0,-1 1 0 0 0,1-1 0 0 0,0 1 1 0 0,0-1-1 0 0,0-1 0 0 0,0 1 0 0 0,0-1 1 0 0,0 0-1 0 0,0 0 0 0 0,0 0 0 0 0,-1-1 0 0 0,1 0 1 0 0,0 0-1 0 0,6-4 0 0 0,-7 4-12 0 0,0-1 0 0 0,0 0-1 0 0,-1-1 1 0 0,1 1 0 0 0,-1-1 0 0 0,6-7-1 0 0,1-5-6398 0 0,-5 8-800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29:05.81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9 50 8287 0 0,'-1'-2'534'0'0,"-1"-1"-1"0"0,1 0 1 0 0,0 0-1 0 0,0 0 0 0 0,0 0 1 0 0,1 0-1 0 0,-1 0 1 0 0,1 0-1 0 0,0 0 1 0 0,0-1-1 0 0,0 1 0 0 0,0 0 1 0 0,0 0-1 0 0,1-4 1 0 0,0 7-422 0 0,-1 0 1 0 0,0 0 0 0 0,1 0-1 0 0,-1 0 1 0 0,1 0 0 0 0,-1 0 0 0 0,0 0-1 0 0,1 0 1 0 0,-1 0 0 0 0,1 0-1 0 0,-1 0 1 0 0,0 0 0 0 0,1 0 0 0 0,-1 0-1 0 0,1 0 1 0 0,-1 0 0 0 0,0 0-1 0 0,1 0 1 0 0,-1 0 0 0 0,0 1 0 0 0,1-1-1 0 0,-1 0 1 0 0,0 0 0 0 0,1 1-1 0 0,-1-1 1 0 0,0 0 0 0 0,1 0 0 0 0,-1 1-1 0 0,0-1 1 0 0,0 0 0 0 0,1 1-1 0 0,-1 0 1 0 0,14 12 708 0 0,-1 2-439 0 0,0 1 0 0 0,-1 1 1 0 0,13 27-1 0 0,23 58 48 0 0,-30-56-341 0 0,-2 1-1 0 0,-3 1 0 0 0,11 64 1 0 0,7 151 263 0 0,-27-212-254 0 0,-1-22 47 0 0,-1 1 0 0 0,-4 43 0 0 0,1-63-83 0 0,0 0-1 0 0,-1 0 0 0 0,0 0 1 0 0,-1 0-1 0 0,0-1 1 0 0,0 0-1 0 0,-1 1 1 0 0,0-1-1 0 0,-1 0 1 0 0,0-1-1 0 0,-7 9 0 0 0,4-6-56 0 0,4-8-27 0 0,1 1 0 0 0,0-1 0 0 0,1 1 0 0 0,-1 0 0 0 0,-3 7-1 0 0,6-10-233 0 0,2 0-61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29:14.49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61 109 1767 0 0,'-32'-3'3604'0'0,"31"3"-3363"0"0,-1 0-1 0 0,0-1 1 0 0,0 1-1 0 0,0-1 1 0 0,1 1-1 0 0,-1-1 1 0 0,0 0-1 0 0,1 0 0 0 0,-1 0 1 0 0,1 0-1 0 0,-1 0 1 0 0,1 0-1 0 0,-1 0 1 0 0,0-1-1 0 0,1 0-87 0 0,1 1 0 0 0,-1 0-1 0 0,1 0 1 0 0,0 0 0 0 0,-1 0 0 0 0,1 0 0 0 0,0 0-1 0 0,0 0 1 0 0,0-1 0 0 0,0 1 0 0 0,0 0 0 0 0,0 0-1 0 0,0 0 1 0 0,0 0 0 0 0,0-1 0 0 0,1 1 0 0 0,-1 0 0 0 0,0 0-1 0 0,1 0 1 0 0,-1 0 0 0 0,2-1 0 0 0,12-24 1216 0 0,-13 25-1261 0 0,1-3-55 0 0,1 1 0 0 0,-1 0 0 0 0,0 1 0 0 0,1-1 0 0 0,-1 0 0 0 0,1 1 1 0 0,0-1-1 0 0,0 1 0 0 0,0 0 0 0 0,0 0 0 0 0,0 0 0 0 0,1 1 0 0 0,-1-1 0 0 0,0 1 1 0 0,1-1-1 0 0,-1 1 0 0 0,1 0 0 0 0,6-1 0 0 0,-4 2-49 0 0,0 0 0 0 0,0 0 0 0 0,0 1 1 0 0,0 0-1 0 0,0 0 0 0 0,0 0 0 0 0,0 1 0 0 0,-1-1 0 0 0,1 1 0 0 0,10 6 0 0 0,7 2 5 0 0,0 0-1 0 0,1-2 1 0 0,0 0-1 0 0,35 5 1 0 0,100 7 237 0 0,-29-6 624 0 0,-88-8-645 0 0,-1-2 0 0 0,1-2 0 0 0,-1-2 0 0 0,1-2 0 0 0,47-8 1 0 0,-64 6-199 0 0,79-9 241 0 0,-85 12-221 0 0,0 0 0 0 0,0 2 0 0 0,29 4-1 0 0,0 1-56 0 0,-1-3-1 0 0,1-1 0 0 0,0-2 1 0 0,-1-3-1 0 0,85-14 0 0 0,-96 12 11 0 0,0 1 0 0 0,1 2 0 0 0,-1 2 0 0 0,1 1 0 0 0,-1 2 0 0 0,47 9 0 0 0,-47-7 8 0 0,0-1 0 0 0,0-2 0 0 0,1-1 0 0 0,-1-2 0 0 0,1-2 0 0 0,-1-1 0 0 0,63-16 0 0 0,-2-4-8 0 0,-91 22 0 0 0,0 1 0 0 0,0 0 0 0 0,0 0 0 0 0,0 0 0 0 0,-1 1 0 0 0,1-1 0 0 0,0 2 0 0 0,0-1 0 0 0,0 1 0 0 0,0-1 0 0 0,0 2 0 0 0,0-1 0 0 0,-1 1 0 0 0,1 0 0 0 0,0 0 0 0 0,-1 0 0 0 0,0 1 0 0 0,1 0 0 0 0,-1 0 0 0 0,0 0 0 0 0,0 1 0 0 0,5 4 0 0 0,6 6 141 0 0,0-1 1 0 0,29 18-1 0 0,-36-27-76 0 0,0 1 0 0 0,0-1 1 0 0,0-1-1 0 0,0 0 0 0 0,1 0 0 0 0,-1-1 0 0 0,19 3 1 0 0,-3-4 107 0 0,-1-1 1 0 0,1-1 0 0 0,-1-1 0 0 0,44-9 0 0 0,-19-1-66 0 0,63-24 1 0 0,-81 23-74 0 0,-16 7-59 0 0,0 0-1 0 0,27-6 0 0 0,-37 11 60 0 0,0 0 0 0 0,0 1 0 0 0,1-1 0 0 0,-1 1 0 0 0,0 0 0 0 0,0 1 0 0 0,0-1 0 0 0,0 1 0 0 0,0 0 0 0 0,0 0 0 0 0,0 1 0 0 0,8 3 0 0 0,2 2 165 0 0,1-1 0 0 0,-1 0 0 0 0,1-1-1 0 0,1-1 1 0 0,-1 0 0 0 0,0-1 0 0 0,1-1 0 0 0,0-1-1 0 0,-1 0 1 0 0,1-1 0 0 0,0-1 0 0 0,29-5-1 0 0,-39 4-54 0 0,-6 1-370 0 0,-4 1-1213 0 0,-8 3-6209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32:30.37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26 7 455 0 0,'-12'-7'1584'0'0,"8"11"-1480"0"0,1 3-104 0 0,1 3 72 0 0,-1 3-72 0 0,3-1 0 0 0,-2 2 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38:08.415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53 14 3679 0 0,'5'-4'328'0'0,"-3"1"-264"0"0,-4 1-64 0 0,0 2 0 0 0,1 0 0 0 0,-1 0-72 0 0,-2-1-32 0 0,-1-1-96 0 0,-3 0-24 0 0,1 2 0 0 0,-2 2 0 0 0,3 1 224 0 0,1 1-64 0 0,1 1 64 0 0,-1-2 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42:11.378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97 22 1887 0 0,'3'-7'-8'0'0,"-3"7"8"0"0,1 0 0 0 0,-1 0 0 0 0,0-1 0 0 0,0 1 0 0 0,0 0 0 0 0,0 0 0 0 0,0 0-1 0 0,0 0 1 0 0,0-1 0 0 0,0 1 0 0 0,0 0 0 0 0,0 0 0 0 0,-1 0 0 0 0,1 0 0 0 0,0 0-1 0 0,0-1 1 0 0,0 1 0 0 0,0 0 0 0 0,0 0 0 0 0,0 0 0 0 0,0 0 0 0 0,0 0 0 0 0,0 0-1 0 0,0-1 1 0 0,0 1 0 0 0,-1 0 0 0 0,1 0 0 0 0,0 0 0 0 0,0 0 0 0 0,0 0-1 0 0,0 0 1 0 0,0 0 0 0 0,0 0 0 0 0,-1 0 0 0 0,1 0 0 0 0,0 0 0 0 0,0 0 0 0 0,0-1-1 0 0,0 1 1 0 0,0 0 0 0 0,-1 0 0 0 0,1 0 0 0 0,0 0 0 0 0,0 0 0 0 0,0 0 0 0 0,0 0-1 0 0,0 0 1 0 0,-1 1 0 0 0,1-1 0 0 0,0 0 0 0 0,0 0 0 0 0,0 0 0 0 0,0 0 0 0 0,0 0-1 0 0,-1 0 1 0 0,1 0 0 0 0,0 0 0 0 0,0 0 0 0 0,0 0 0 0 0,0 0 0 0 0,0 1-1 0 0,-26 8 1 0 0,25-8-2 0 0,1-1 1 0 0,0 0 0 0 0,-1 0 0 0 0,1 0 0 0 0,0 0 0 0 0,0 0-1 0 0,-1 0 1 0 0,1 0 0 0 0,0 1 0 0 0,0-1 0 0 0,-1 0 0 0 0,1 0-1 0 0,0 0 1 0 0,0 0 0 0 0,-1 0 0 0 0,1 0 0 0 0,0 0 0 0 0,0 0-1 0 0,-1 0 1 0 0,1 0 0 0 0,0-1 0 0 0,0 1 0 0 0,-1 0 0 0 0,1 0-1 0 0,0 0 1 0 0,0 0 0 0 0,-1 0 0 0 0,1 0 0 0 0,0 0 0 0 0,0-1-1 0 0,0 1 1 0 0,-1 0 0 0 0,1 0 0 0 0,0 0 0 0 0,0-1 0 0 0,0 1-1 0 0,-1 0 1 0 0,1 0 0 0 0,0 0 0 0 0,0-1 0 0 0,0 1 0 0 0,0 0-1 0 0,0 0 1 0 0,0-1 0 0 0,-12-14-10 0 0,11 15 11 0 0,1-1 0 0 0,-1 1 0 0 0,1 0 0 0 0,-1 0 0 0 0,0-1 0 0 0,1 1 0 0 0,-1 0 0 0 0,1 0 0 0 0,-1 0 0 0 0,0-1 0 0 0,1 1 0 0 0,-1 0 0 0 0,0 0 0 0 0,1 0 0 0 0,-1 0 0 0 0,1 0 0 0 0,-1 1 0 0 0,0-1 0 0 0,1 0 0 0 0,-1 0 0 0 0,0 0 0 0 0,1 0 0 0 0,-1 1 0 0 0,1-1 0 0 0,-2 1 0 0 0,-4 1 0 0 0,2 2 0 0 0,3-3 0 0 0,-13 22 0 0 0,13-23 0 0 0,1 1 0 0 0,-1 0 0 0 0,1 0 0 0 0,-1 0 0 0 0,1 0 0 0 0,0-1 0 0 0,-1 1 0 0 0,1 0 0 0 0,0 0 0 0 0,0 0 0 0 0,0 0 0 0 0,0 0 0 0 0,0 0 0 0 0,0 0 0 0 0,0 0 0 0 0,0-1 0 0 0,0 1 0 0 0,0 0 0 0 0,0 0 0 0 0,1 0 0 0 0,-1 0 0 0 0,0 0 0 0 0,0 0 0 0 0,1-1 0 0 0,-1 1 0 0 0,1 0 0 0 0,-1 0 0 0 0,1 0 0 0 0,-1-1 0 0 0,1 1 0 0 0,1 1 0 0 0,4 1 0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42:13.322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4 1 1495 0 0,'0'5'128'0'0,"-2"-4"-128"0"0,2 1 72 0 0,0 2-8 0 0,0-3 32 0 0,-1-1-96 0 0,1 2 0 0 0,0 0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42:13.446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 1 1695 0 0,'8'22'152'0'0,"-6"-17"-152"0"0,0 0 0 0 0,0-1 0 0 0,-2-3 0 0 0,0 1 0 0 0,-2-2 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42:17.602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3 16 1439 0 0,'3'-2'-32'0'0,"-1"1"0"0"0,1-1 0 0 0,-1 1 0 0 0,1-1 0 0 0,0 1 0 0 0,-1 0 0 0 0,1 0 0 0 0,0 0 0 0 0,3 0 0 0 0,-4 0 12 0 0,-1 1 0 0 0,1-1 0 0 0,-1 1 0 0 0,1 0-1 0 0,-1 0 1 0 0,1 0 0 0 0,-1 0 0 0 0,1 0 0 0 0,0 0-1 0 0,-1 0 1 0 0,1 0 0 0 0,-1 0 0 0 0,1 1 0 0 0,-1-1-1 0 0,1 1 1 0 0,-1-1 0 0 0,0 1 0 0 0,3 1-1 0 0,-3-2 21 0 0,-1 0 0 0 0,0 1-1 0 0,0-1 1 0 0,0 0 0 0 0,0 0-1 0 0,0 0 1 0 0,0 0-1 0 0,0 0 1 0 0,0 0 0 0 0,0 1-1 0 0,0-1 1 0 0,0 0-1 0 0,0 0 1 0 0,0 0 0 0 0,0 0-1 0 0,0 0 1 0 0,0 0-1 0 0,0 1 1 0 0,0-1 0 0 0,0 0-1 0 0,0 0 1 0 0,0 0-1 0 0,0 0 1 0 0,0 0 0 0 0,0 1-1 0 0,0-1 1 0 0,0 0-1 0 0,0 0 1 0 0,0 0 0 0 0,0 0-1 0 0,0 0 1 0 0,0 0-1 0 0,0 0 1 0 0,0 1 0 0 0,0-1-1 0 0,-1 0 1 0 0,-5 6-17 0 0,0-2 22 0 0,5-2 10 0 0,-5 2-48 0 0,1 1 0 0 0,0 0 0 0 0,0 0 0 0 0,1 0 0 0 0,-7 11 0 0 0,3-4 129 0 0,1 1 57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42:22.594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47 16 1519 0 0,'-7'-9'947'0'0,"6"8"-932"0"0,1 1 1 0 0,0-1-1 0 0,-1 1 0 0 0,1-1 1 0 0,-1 1-1 0 0,1 0 0 0 0,-1-1 0 0 0,1 1 1 0 0,-1 0-1 0 0,1-1 0 0 0,-1 1 1 0 0,1 0-1 0 0,-1-1 0 0 0,1 1 0 0 0,-1 0 1 0 0,0 0-1 0 0,1 0 0 0 0,-1 0 1 0 0,1-1-1 0 0,-1 1 0 0 0,0 0 0 0 0,1 0 1 0 0,-1 0-1 0 0,1 0 0 0 0,-1 0 1 0 0,0 1-1 0 0,1-1 0 0 0,-1 0 0 0 0,1 0 1 0 0,-1 0-1 0 0,0 0 0 0 0,1 1 1 0 0,-1-1-1 0 0,1 0 0 0 0,-1 0 1 0 0,1 1-1 0 0,-1-1 0 0 0,1 1 0 0 0,-1-1 1 0 0,1 0-1 0 0,-1 2 0 0 0,-1 0-39 0 0,0 1 0 0 0,0-1-1 0 0,1 1 1 0 0,-1 0 0 0 0,1 0-1 0 0,-2 6 1 0 0,0-2 13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42:22.763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18 19 455 0 0,'-1'-1'0'0'0,"1"0"0"0"0,-1-1 0 0 0,0 1 0 0 0,0 0 0 0 0,1 0 0 0 0,-1-1 0 0 0,0 1 0 0 0,0 0 0 0 0,0 0 0 0 0,0 0 0 0 0,-1 0 0 0 0,1 0 0 0 0,0 0 0 0 0,0 1 0 0 0,-2-2 0 0 0,9 21 680 0 0,-5-9-664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42:27.975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62 1 1791 0 0,'-5'3'0'0'0,"1"-1"0"0"0,3-2 0 0 0,1 2 0 0 0,-2-1 0 0 0,-2 3 0 0 0,-1 1 0 0 0,-1 3-64 0 0,-1 3 64 0 0,0 0 0 0 0,2 3 0 0 0,1 3 0 0 0,1 0 0 0 0,0 2 0 0 0,1 1-64 0 0,-1 2 64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42:40.063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0 136 2159 0 0,'29'-61'96'0'0,"-15"25"16"0"0,1-3-112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47:28.312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33 0 1551 0 0,'-5'14'136'0'0,"0"-2"-136"0"0,1-5 0 0 0,3-4 0 0 0,1 0 0 0 0,-4 4 0 0 0,-1 7 0 0 0,-3 6 0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47:40.460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5 16 1607 0 0,'-2'-7'152'0'0,"2"7"-149"0"0,0 0-1 0 0,0-1 1 0 0,0 1-1 0 0,0-1 1 0 0,0 1-1 0 0,0 0 1 0 0,0-1-1 0 0,0 1 1 0 0,0 0-1 0 0,0-1 1 0 0,0 1-1 0 0,0 0 1 0 0,0-1-1 0 0,-1 1 1 0 0,1 0-1 0 0,0-1 1 0 0,0 1-1 0 0,0 0 1 0 0,0-1-1 0 0,-1 1 1 0 0,1 0-1 0 0,-1-1 1 0 0,1 1 42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48:32.593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 0 2311 0 0,'0'4'0'0'0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48:33.121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10 1 919 0 0,'-5'37'1959'0'0,"4"-30"-1567"0"0,0-1 0 0 0,0 1 1 0 0,0-1-1 0 0,1 1 0 0 0,0 0 0 0 0,0 8 0 0 0,2 4 492 0 0,-2-16-859 0 0,0-1 0 0 0,0 1 0 0 0,0-1 0 0 0,1 1-1 0 0,-1-1 1 0 0,1 1 0 0 0,-1-1 0 0 0,1 1 0 0 0,0-1-1 0 0,0 1 1 0 0,0-1 0 0 0,0 0 0 0 0,1 1 0 0 0,1 2-1 0 0,1-1-24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48:35.969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 43 1519 0 0,'2'-19'136'0'0,"-2"11"-136"0"0,0-1 0 0 0,0 2 0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48:36.219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11 56 1695 0 0,'1'-4'0'0'0,"0"1"0"0"0,0 0 0 0 0,0-1 0 0 0,0 0 0 0 0,-1 1 0 0 0,1-1 0 0 0,-1 1 0 0 0,0-1 0 0 0,0 0 0 0 0,0 1 0 0 0,-1-1 0 0 0,1 1 0 0 0,-2-6 0 0 0,1 9 0 0 0,0 3 0 0 0,1-3 0 0 0,0 1 0 0 0,0-1 0 0 0,0 0 0 0 0,0 0 0 0 0,0 1 0 0 0,0-1 0 0 0,0 0 0 0 0,0 1 0 0 0,0-1 0 0 0,0 0 0 0 0,0 1 0 0 0,0-1 0 0 0,0 0 0 0 0,-1 0 0 0 0,1 1 0 0 0,0-1 0 0 0,0 0 0 0 0,0 1 0 0 0,0-1 0 0 0,-1 0 0 0 0,1 0 0 0 0,0 1 0 0 0,0-1 0 0 0,0 0 0 0 0,-1 0 0 0 0,1 0 0 0 0,0 1 0 0 0,0-1 0 0 0,-1 0 0 0 0,1 0 0 0 0,0 0 0 0 0,0 0 0 0 0,-1 0 0 0 0,1 0 0 0 0,0 1 0 0 0,-1-1 0 0 0,1 0 0 0 0,-1 0 0 0 0,-4-3 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48:36.610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 88 1727 0 0,'2'-4'0'0'0,"-1"1"0"0"0,1-1 0 0 0,0 0 0 0 0,-1 0 0 0 0,0 0 0 0 0,0 0 0 0 0,0 0 0 0 0,-1-1 0 0 0,1 1 0 0 0,-1 0 0 0 0,0 0 0 0 0,0 0 0 0 0,0-1 0 0 0,-2-6 0 0 0,2 1 453 0 0,1 1 79 0 0,-1 9-525 0 0,0 0-1 0 0,0 0 1 0 0,0 0 0 0 0,0 0 0 0 0,0 0 0 0 0,-1 0-1 0 0,1 0 1 0 0,0 0 0 0 0,0 0 0 0 0,0 0 0 0 0,0 0 0 0 0,0 0-1 0 0,0 0 1 0 0,0 0 0 0 0,0 0 0 0 0,0 0 0 0 0,0 0-1 0 0,0 0 1 0 0,0 0 0 0 0,0 0 0 0 0,0 0 0 0 0,0 0-1 0 0,0 0 1 0 0,0 0 0 0 0,0 0 0 0 0,0 0 0 0 0,0 0 0 0 0,0 0-1 0 0,0 0 1 0 0,0 0 0 0 0,0 0 0 0 0,0 0 0 0 0,0-1-1 0 0,-9 23-38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48:36.837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3 33 1375 0 0,'0'-2'64'0'0,"0"0"8"0"0,0 1-72 0 0,-2 1 0 0 0,2-2 304 0 0,0 0 48 0 0,0-1 0 0 0,0-2 8 0 0,2 0-40 0 0,-1-1 0 0 0,1 3-8 0 0,0 1 0 0 0,-1 6-312 0 0,-1-1 0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5:50:22.685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6 60 11055 0 0,'-5'-29'1700'0'0,"4"27"-1218"0"0,1 0 0 0 0,0 0 0 0 0,0 0 0 0 0,0 0 0 0 0,0 0 0 0 0,1 0 0 0 0,-1 0 0 0 0,1 0 1 0 0,-1 0-1 0 0,1 0 0 0 0,-1 1 0 0 0,3-4 0 0 0,-3 5-434 0 0,0-1 0 0 0,0 1 1 0 0,0 0-1 0 0,0 0 0 0 0,0 0 0 0 0,1 0 1 0 0,-1 0-1 0 0,0-1 0 0 0,0 1 0 0 0,0 0 1 0 0,0 0-1 0 0,0 0 0 0 0,1 0 0 0 0,-1 0 1 0 0,0 0-1 0 0,0 0 0 0 0,0-1 0 0 0,1 1 1 0 0,-1 0-1 0 0,0 0 0 0 0,0 0 0 0 0,0 0 1 0 0,1 0-1 0 0,-1 0 0 0 0,0 0 0 0 0,0 0 1 0 0,0 0-1 0 0,1 0 0 0 0,-1 0 0 0 0,0 0 1 0 0,0 0-1 0 0,0 0 0 0 0,1 0 0 0 0,-1 1 1 0 0,7 5 660 0 0,2 11-6682 0 0,-4-6-651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6:08:39.819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96 29 1663 0 0,'1'-2'0'0'0,"-1"0"0"0"0,0 0 0 0 0,1 0 0 0 0,-1 0 0 0 0,0 0 0 0 0,0 0 0 0 0,0 0 0 0 0,-1 1 0 0 0,1-1 0 0 0,-1-4 0 0 0,1 6 0 0 0,-1 0 0 0 0,1-1 0 0 0,0 1 0 0 0,0 0 0 0 0,0 0 0 0 0,-1-1 0 0 0,1 1 0 0 0,0 0 0 0 0,0 0 0 0 0,-1-1 0 0 0,1 1 0 0 0,0 0 0 0 0,0 0 0 0 0,-1 0 0 0 0,1 0 0 0 0,0 0 0 0 0,-1-1 0 0 0,1 1 0 0 0,0 0 0 0 0,-1 0 0 0 0,1 0 0 0 0,0 0 0 0 0,-1 0 0 0 0,0 0 0 0 0,-14 5 0 0 0,13-3 0 0 0,-3 0 0 0 0,1 0 0 0 0,0 1 0 0 0,0 0 0 0 0,-7 6 0 0 0,10-8 0 0 0,0 0 0 0 0,1-1 0 0 0,-1 1 0 0 0,0 0 0 0 0,1 0 0 0 0,-1 0 0 0 0,1-1 0 0 0,-1 1 0 0 0,1 0 0 0 0,-1 0 0 0 0,1 0 0 0 0,0 0 0 0 0,0 0 0 0 0,-1 0 0 0 0,1 0 0 0 0,0 0 0 0 0,0 0 0 0 0,0 0 0 0 0,0 0 0 0 0,0 0 0 0 0,0 0 0 0 0,0 0 0 0 0,1 0 0 0 0,-1 0 0 0 0,0 0 0 0 0,0 0 0 0 0,1 0 0 0 0,-1 0 0 0 0,1 0 0 0 0,0 1 0 0 0,0 0 0 0 0,0-1 0 0 0,0 1 0 0 0,-1 0 0 0 0,1 0 0 0 0,0-1 0 0 0,-1 1 0 0 0,1 0 0 0 0,-1 0 0 0 0,0 0 0 0 0,0 0 0 0 0,1-1 0 0 0,-1 1 0 0 0,0 0 0 0 0,-1 0 0 0 0,1 0 0 0 0,0 0 0 0 0,0 0 0 0 0,-1-1 0 0 0,1 1 0 0 0,-1 0 0 0 0,0 0 0 0 0,0-1 0 0 0,1 1 0 0 0,-1 0 0 0 0,0-1 0 0 0,0 1 0 0 0,0-1 0 0 0,-1 1 0 0 0,1-1 0 0 0,0 1 0 0 0,0-1 0 0 0,-1 0 0 0 0,1 0 0 0 0,-1 0 0 0 0,1 0 0 0 0,-1 0 0 0 0,0 0 0 0 0,-1 1 0 0 0,-16 7 0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6:08:40.289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 0 1839 0 0,'0'2'160'0'0,"1"-1"-160"0"0,1-1 0 0 0,-1 0-328 0 0,1 0-104 0 0,-1 2-16 0 0,2-2-8 0 0,2 1 352 0 0,-2-1 104 0 0,0 2 0 0 0,-2-1 0 0 0,1-1-64 0 0,-1 0 64 0 0,1 2 0 0 0,-1-2 0 0 0,4-2 176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6:08:40.723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0 33 3223 0 0,'2'-10'288'0'0,"-1"2"-288"0"0,-1 4 0 0 0,0 5-312 0 0,0-2-112 0 0,3-2-24 0 0,-1-2-8 0 0,-1 2 456 0 0,-2 3 0 0 0,-4 5 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6:09:46.8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0 0 6553 0 0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6:10:08.06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10 6553 0 0,'0'-1'2'0'0,"0"1"-1"0"0,0 0 0 0 0,0 0 1 0 0,0-1-1 0 0,0 1 0 0 0,0 0 0 0 0,0 0 1 0 0,0-1-1 0 0,-1 1 0 0 0,1 0 1 0 0,0 0-1 0 0,0-1 0 0 0,0 1 0 0 0,0 0 1 0 0,0 0-1 0 0,0 0 0 0 0,0-1 1 0 0,-1 1-1 0 0,1 0 0 0 0,0 0 0 0 0,0 0 1 0 0,0-1-1 0 0,-1 1 0 0 0,1 0 1 0 0,0 0-1 0 0,0 0 0 0 0,0 0 0 0 0,-1 0 1 0 0,1-1-1 0 0,0 1 0 0 0,0 0 1 0 0,-1 0-1 0 0,1 0 0 0 0,0 0 0 0 0,0 0 1 0 0,-1 0-1 0 0,1 0 0 0 0,0 0 1 0 0,0 0-1 0 0,-1 0 0 0 0,1 0 0 0 0,-2-1 146 0 0,-1 0-107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6T16:10:08.2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6553 0 0,'1'4'152'0'0,"-1"-2"-97"0"0,0 1 0 0 0,1 0 0 0 0,0 0 1 0 0,0-1-1 0 0,-1 1 0 0 0,3 4 0 0 0,-1-3-55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B05A5A-ED40-4D0B-99B6-56CF24A0DC0D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ABC42D-ADC0-4F31-B177-2A65A577A9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204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7EFE7-B25F-4EEC-8FDE-93DAC99EC1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04DFC4-1184-47BB-B9F1-33A537F229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8EFA60-04D0-489E-8841-6062BB0AC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3CCF0-AA23-48AB-AA3D-85F921082895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7EF65-790F-435B-9735-A10209571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791A31-A4FF-46C1-AFB2-8AAF2C5D0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B94AB-8D80-4C43-803C-5BFB4A676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944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4D39A-0E3D-44E6-BA2B-803DC375B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33A1F8-FE03-41D7-B7A4-14323CFE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BEA6EA-D920-4153-B812-88D531036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840FE-5F2A-435B-B2D8-DA3D5D635068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A852E4-6995-4ED5-9FEF-3E83DC919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34DC7-0C74-4661-94C6-CA2FE40FA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B94AB-8D80-4C43-803C-5BFB4A676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1129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64D88-0333-4929-93D5-FF2042532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804783-79CB-48CC-9FD9-51A5184D4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B19C97-9B89-47F8-90AE-3D988D01C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DBE03-7C0C-4025-B80E-639C1AE6BBFF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0FD42-E3D3-4706-BDBB-95721808E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8A9A5C-570C-41E9-B6E5-29D2C4ED5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B94AB-8D80-4C43-803C-5BFB4A676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947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60F15-E1B0-43C5-AC6B-6F7C8611D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AB228E-E3B9-46E7-AA8C-62B149871B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163FDF-78C3-4E6D-81FC-4779EBC501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96023E-67F4-4914-A582-196DEAA8B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2813D-58E7-408F-AEA7-FB056E8D44E3}" type="datetime1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523477-70FF-447F-ABF2-A2993DAF1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FF5F84-A5D3-4578-9007-5FAC026E4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B94AB-8D80-4C43-803C-5BFB4A676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8324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BA83C-B190-4177-B2A9-0DE9BF6F7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11DE3-D026-42C4-AB42-A5BCF4A5E7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44F1D6-DBD7-44FF-8598-F33EAA4713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99A9F1-63AA-4A68-9BCF-828AE9F2C1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2F121B-BF15-44F8-996C-F348EF2992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612903-9E72-4409-B60D-0F380B4EF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9A1FC-1BCE-47B7-B0EA-4327AAF0EB07}" type="datetime1">
              <a:rPr lang="en-US" smtClean="0"/>
              <a:t>8/31/26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6FF09B-4AAD-45BA-AF33-E33E4046A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9FEA06-45C7-4DBE-AB56-9028B031C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B94AB-8D80-4C43-803C-5BFB4A676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07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44F5-6489-4C19-AB7E-0D22888D8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E089F6-BC89-4762-8839-35F327246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E00AA0-39BB-437D-B663-106449B11EB8}" type="datetime1">
              <a:rPr lang="en-US" smtClean="0"/>
              <a:t>8/31/26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5D7D72-8685-47E7-8001-212BB58CD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7CD59D-1EED-4038-B31D-524F2F55E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B94AB-8D80-4C43-803C-5BFB4A676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765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2C80863-FB16-4E84-9735-CA7338AE8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9C87E-8453-4EBF-A204-D65B3DD30F32}" type="datetime1">
              <a:rPr lang="en-US" smtClean="0"/>
              <a:t>8/31/26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B5F3FA-7DB8-40B4-942A-267EB3657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D8E1B-EA38-4869-B2F9-93895AA8A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B94AB-8D80-4C43-803C-5BFB4A676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886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90199-EBAF-4423-B003-D8A750407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30205-CBEE-4CEA-AA27-68DC5FE1E9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830517-1E34-4750-98A5-50ADFB24CF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0491CD-F73E-4D0F-884F-87A93498C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1851B-1CCD-4EA5-8E3C-96E632C06565}" type="datetime1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68A4B2-5590-4CF2-A253-7868FA446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DF4BBD-D239-40C2-9909-9BA89B7A5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B94AB-8D80-4C43-803C-5BFB4A676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430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8BE25-BE6B-400E-9BC0-0907A96D7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DC9E86-FC65-48A9-9555-FD5A11583B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3DF1EF-A7AE-4AB0-8C31-5BB3E5FCDE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85541D-0B18-4D22-9A64-9BF028722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6C52F-B1FD-4188-B381-9CE250EC66C5}" type="datetime1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6F5594-EB21-41EB-9644-0FF6233BE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DC6BE9-4940-40B1-A1AC-3D03201A0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B94AB-8D80-4C43-803C-5BFB4A676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348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70E98-E853-42EB-88B2-CEAB9BA87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CF8521-1C3E-4CAF-A335-31329169FA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BBEB7-9226-4C73-94AC-50B21EB3A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2DA0B-885A-4011-92E8-A4603765F473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21675-DCA1-4C1D-A89F-FA66EEFCA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69021-AE74-42EF-9862-CE0A0F28A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B94AB-8D80-4C43-803C-5BFB4A676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8186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B58F19-C48A-4745-A3F0-15DF22DDE3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0D22FE-D38E-4668-84AF-53D0C2E28C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3F87D-523F-459D-8BE3-17D265966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1C01D-0BFF-403C-BE2A-919C384F8AD3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1E55BB-AB82-4455-A285-1D2F6982F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92ECEC-A937-4183-8A29-CDF7E2C37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B94AB-8D80-4C43-803C-5BFB4A676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6375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551DE-D01A-42AE-83AD-8CA7C9092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248B31-74D2-4B7D-82A4-5B3E876488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F32DB6-C884-4B32-AB91-31D1DC64C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B33A-AC89-4B39-AA18-C6D4FD95481C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16542C-C43A-40C0-9805-D2179E06A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D81D4-3D08-476C-96DF-A0E399957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BA2B03-C065-430E-988D-44590E20A9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514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DDDC7B-4745-4774-8D1C-85E40C4DC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8B1BA1-5F31-4535-A3A0-516F35110E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BA5C29-688C-4B85-A7C6-C73BAF2099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6AE0E6-4460-4721-A279-C21D7633775F}" type="datetime1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E5335F-E1AD-448C-82A4-DD40B875AD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491FDF-E2AB-4CA0-8ECA-3825E123E3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7B94AB-8D80-4C43-803C-5BFB4A676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9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2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5" Type="http://schemas.openxmlformats.org/officeDocument/2006/relationships/image" Target="../media/image2.png"/><Relationship Id="rId10" Type="http://schemas.openxmlformats.org/officeDocument/2006/relationships/customXml" Target="../ink/ink5.xml"/><Relationship Id="rId4" Type="http://schemas.openxmlformats.org/officeDocument/2006/relationships/customXml" Target="../ink/ink2.xml"/><Relationship Id="rId9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Relationship Id="rId58" Type="http://schemas.openxmlformats.org/officeDocument/2006/relationships/image" Target="../media/image79.png"/><Relationship Id="rId5" Type="http://schemas.openxmlformats.org/officeDocument/2006/relationships/customXml" Target="../ink/ink7.xml"/><Relationship Id="rId4" Type="http://schemas.openxmlformats.org/officeDocument/2006/relationships/image" Target="../media/image5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10.xml"/><Relationship Id="rId13" Type="http://schemas.openxmlformats.org/officeDocument/2006/relationships/image" Target="../media/image183.png"/><Relationship Id="rId26" Type="http://schemas.openxmlformats.org/officeDocument/2006/relationships/customXml" Target="../ink/ink15.xml"/><Relationship Id="rId39" Type="http://schemas.openxmlformats.org/officeDocument/2006/relationships/image" Target="../media/image196.png"/><Relationship Id="rId3" Type="http://schemas.openxmlformats.org/officeDocument/2006/relationships/customXml" Target="../ink/ink8.xml"/><Relationship Id="rId21" Type="http://schemas.openxmlformats.org/officeDocument/2006/relationships/image" Target="../media/image187.png"/><Relationship Id="rId7" Type="http://schemas.openxmlformats.org/officeDocument/2006/relationships/image" Target="../media/image180.png"/><Relationship Id="rId25" Type="http://schemas.openxmlformats.org/officeDocument/2006/relationships/image" Target="../media/image189.png"/><Relationship Id="rId2" Type="http://schemas.openxmlformats.org/officeDocument/2006/relationships/image" Target="../media/image7.svg"/><Relationship Id="rId20" Type="http://schemas.openxmlformats.org/officeDocument/2006/relationships/customXml" Target="../ink/ink13.xml"/><Relationship Id="rId1" Type="http://schemas.openxmlformats.org/officeDocument/2006/relationships/slideLayout" Target="../slideLayouts/slideLayout12.xml"/><Relationship Id="rId6" Type="http://schemas.openxmlformats.org/officeDocument/2006/relationships/customXml" Target="../ink/ink9.xml"/><Relationship Id="rId5" Type="http://schemas.openxmlformats.org/officeDocument/2006/relationships/image" Target="../media/image179.png"/><Relationship Id="rId10" Type="http://schemas.openxmlformats.org/officeDocument/2006/relationships/customXml" Target="../ink/ink11.xml"/><Relationship Id="rId19" Type="http://schemas.openxmlformats.org/officeDocument/2006/relationships/image" Target="../media/image186.png"/><Relationship Id="rId9" Type="http://schemas.openxmlformats.org/officeDocument/2006/relationships/image" Target="../media/image181.png"/><Relationship Id="rId14" Type="http://schemas.openxmlformats.org/officeDocument/2006/relationships/customXml" Target="../ink/ink12.xml"/><Relationship Id="rId22" Type="http://schemas.openxmlformats.org/officeDocument/2006/relationships/customXml" Target="../ink/ink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55" Type="http://schemas.openxmlformats.org/officeDocument/2006/relationships/image" Target="../media/image321.png"/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12.xml"/><Relationship Id="rId157" Type="http://schemas.openxmlformats.org/officeDocument/2006/relationships/image" Target="../media/image322.png"/><Relationship Id="rId156" Type="http://schemas.openxmlformats.org/officeDocument/2006/relationships/customXml" Target="../ink/ink17.xml"/><Relationship Id="rId4" Type="http://schemas.openxmlformats.org/officeDocument/2006/relationships/customXml" Target="../ink/ink16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20.xml"/><Relationship Id="rId13" Type="http://schemas.openxmlformats.org/officeDocument/2006/relationships/image" Target="../media/image355.png"/><Relationship Id="rId3" Type="http://schemas.openxmlformats.org/officeDocument/2006/relationships/customXml" Target="../ink/ink18.xml"/><Relationship Id="rId7" Type="http://schemas.openxmlformats.org/officeDocument/2006/relationships/image" Target="../media/image352.png"/><Relationship Id="rId12" Type="http://schemas.openxmlformats.org/officeDocument/2006/relationships/customXml" Target="../ink/ink22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12.xml"/><Relationship Id="rId6" Type="http://schemas.openxmlformats.org/officeDocument/2006/relationships/customXml" Target="../ink/ink19.xml"/><Relationship Id="rId11" Type="http://schemas.openxmlformats.org/officeDocument/2006/relationships/image" Target="../media/image354.png"/><Relationship Id="rId5" Type="http://schemas.openxmlformats.org/officeDocument/2006/relationships/image" Target="../media/image351.png"/><Relationship Id="rId15" Type="http://schemas.openxmlformats.org/officeDocument/2006/relationships/image" Target="../media/image356.png"/><Relationship Id="rId10" Type="http://schemas.openxmlformats.org/officeDocument/2006/relationships/customXml" Target="../ink/ink21.xml"/><Relationship Id="rId9" Type="http://schemas.openxmlformats.org/officeDocument/2006/relationships/image" Target="../media/image353.png"/><Relationship Id="rId14" Type="http://schemas.openxmlformats.org/officeDocument/2006/relationships/customXml" Target="../ink/ink2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97" Type="http://schemas.openxmlformats.org/officeDocument/2006/relationships/image" Target="../media/image419.pn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12.xml"/><Relationship Id="rId4" Type="http://schemas.openxmlformats.org/officeDocument/2006/relationships/customXml" Target="../ink/ink2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0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52.png"/><Relationship Id="rId80" Type="http://schemas.openxmlformats.org/officeDocument/2006/relationships/customXml" Target="../ink/ink29.xml"/><Relationship Id="rId98" Type="http://schemas.openxmlformats.org/officeDocument/2006/relationships/image" Target="../media/image994.png"/><Relationship Id="rId3" Type="http://schemas.openxmlformats.org/officeDocument/2006/relationships/customXml" Target="../ink/ink25.xml"/><Relationship Id="rId97" Type="http://schemas.openxmlformats.org/officeDocument/2006/relationships/customXml" Target="../ink/ink30.xml"/><Relationship Id="rId12" Type="http://schemas.openxmlformats.org/officeDocument/2006/relationships/customXml" Target="../ink/ink26.xml"/><Relationship Id="rId2" Type="http://schemas.openxmlformats.org/officeDocument/2006/relationships/image" Target="../media/image17.svg"/><Relationship Id="rId16" Type="http://schemas.openxmlformats.org/officeDocument/2006/relationships/customXml" Target="../ink/ink28.xml"/><Relationship Id="rId96" Type="http://schemas.openxmlformats.org/officeDocument/2006/relationships/image" Target="../media/image993.png"/><Relationship Id="rId1" Type="http://schemas.openxmlformats.org/officeDocument/2006/relationships/slideLayout" Target="../slideLayouts/slideLayout12.xml"/><Relationship Id="rId11" Type="http://schemas.openxmlformats.org/officeDocument/2006/relationships/image" Target="../media/image951.png"/><Relationship Id="rId79" Type="http://schemas.openxmlformats.org/officeDocument/2006/relationships/image" Target="../media/image985.png"/><Relationship Id="rId15" Type="http://schemas.openxmlformats.org/officeDocument/2006/relationships/image" Target="../media/image953.png"/><Relationship Id="rId14" Type="http://schemas.openxmlformats.org/officeDocument/2006/relationships/customXml" Target="../ink/ink2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4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C73A2-3598-4DAF-9F76-9BA79B003A7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>
                <a:latin typeface="TeXGyrePagella-Italic" panose="02000603020200000004" pitchFamily="50" charset="0"/>
              </a:rPr>
              <a:t>Bracketing</a:t>
            </a:r>
            <a:endParaRPr lang="en-US" b="0" i="0" u="none" strike="noStrike" baseline="0">
              <a:latin typeface="TeXGyrePagella-Regular" panose="02000603020200000003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0966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4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B1113-3E22-4B04-9066-F8BBD07E4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>
                <a:latin typeface="TeXGyrePagella-Italic" panose="02000603020200000004" pitchFamily="50" charset="0"/>
              </a:rPr>
              <a:t>Bracketing</a:t>
            </a:r>
            <a:endParaRPr lang="en-US" b="0" i="0" u="none" strike="noStrike" baseline="0" dirty="0">
              <a:latin typeface="TeXGyrePagella-Regular" panose="02000603020200000003" pitchFamily="50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BC563B-7C4B-4A72-89C5-10AEB6009E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Identifying an interval containing a local minimum </a:t>
            </a:r>
          </a:p>
          <a:p>
            <a:pPr marL="0" indent="0">
              <a:buNone/>
            </a:pPr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	and </a:t>
            </a:r>
          </a:p>
          <a:p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then successively shrinking that interval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CD5B3-5189-40D5-AF59-E7AB106C0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BA2B03-C065-430E-988D-44590E20A90E}" type="slidenum">
              <a:rPr lang="en-US" smtClean="0"/>
              <a:t>2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C1F1370-1EE9-B474-D795-B98B87D02B67}"/>
              </a:ext>
            </a:extLst>
          </p:cNvPr>
          <p:cNvGrpSpPr/>
          <p:nvPr/>
        </p:nvGrpSpPr>
        <p:grpSpPr>
          <a:xfrm>
            <a:off x="588575" y="1868382"/>
            <a:ext cx="189000" cy="455400"/>
            <a:chOff x="588575" y="1868382"/>
            <a:chExt cx="189000" cy="45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146B1C7-8B12-8023-4AFB-979FD413056A}"/>
                    </a:ext>
                  </a:extLst>
                </p14:cNvPr>
                <p14:cNvContentPartPr/>
                <p14:nvPr/>
              </p14:nvContentPartPr>
              <p14:xfrm>
                <a:off x="588575" y="1975662"/>
                <a:ext cx="72000" cy="190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146B1C7-8B12-8023-4AFB-979FD413056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84255" y="1971342"/>
                  <a:ext cx="806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6CB7AE1-8D1B-54CA-E09C-276F1C893AB0}"/>
                    </a:ext>
                  </a:extLst>
                </p14:cNvPr>
                <p14:cNvContentPartPr/>
                <p14:nvPr/>
              </p14:nvContentPartPr>
              <p14:xfrm>
                <a:off x="671015" y="1868382"/>
                <a:ext cx="106560" cy="4554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6CB7AE1-8D1B-54CA-E09C-276F1C893AB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66695" y="1864062"/>
                  <a:ext cx="115200" cy="46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A6F84E5-9F9B-C972-8ED4-F5C1D45D10A0}"/>
              </a:ext>
            </a:extLst>
          </p:cNvPr>
          <p:cNvGrpSpPr/>
          <p:nvPr/>
        </p:nvGrpSpPr>
        <p:grpSpPr>
          <a:xfrm>
            <a:off x="638975" y="2906982"/>
            <a:ext cx="241200" cy="387000"/>
            <a:chOff x="638975" y="2906982"/>
            <a:chExt cx="241200" cy="387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83E8378-A869-F090-9F67-379F5BD3FB85}"/>
                    </a:ext>
                  </a:extLst>
                </p14:cNvPr>
                <p14:cNvContentPartPr/>
                <p14:nvPr/>
              </p14:nvContentPartPr>
              <p14:xfrm>
                <a:off x="638975" y="2980422"/>
                <a:ext cx="183600" cy="2170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83E8378-A869-F090-9F67-379F5BD3FB8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32855" y="2974302"/>
                  <a:ext cx="1958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4A7830B-9B39-710E-20B8-252C10BBA16D}"/>
                    </a:ext>
                  </a:extLst>
                </p14:cNvPr>
                <p14:cNvContentPartPr/>
                <p14:nvPr/>
              </p14:nvContentPartPr>
              <p14:xfrm>
                <a:off x="790175" y="2906982"/>
                <a:ext cx="90000" cy="3870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4A7830B-9B39-710E-20B8-252C10BBA16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84055" y="2900862"/>
                  <a:ext cx="102240" cy="39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A291476-B37F-9F03-0F1A-B01AFDA694F8}"/>
                  </a:ext>
                </a:extLst>
              </p14:cNvPr>
              <p14:cNvContentPartPr/>
              <p14:nvPr/>
            </p14:nvContentPartPr>
            <p14:xfrm>
              <a:off x="3826775" y="3266262"/>
              <a:ext cx="1191240" cy="583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A291476-B37F-9F03-0F1A-B01AFDA694F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820655" y="3260142"/>
                <a:ext cx="1203480" cy="70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90228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4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B1113-3E22-4B04-9066-F8BBD07E4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>
                <a:latin typeface="TeXGyrePagella-Italic" panose="02000603020200000004" pitchFamily="50" charset="0"/>
              </a:rPr>
              <a:t>Unimodality</a:t>
            </a:r>
            <a:endParaRPr lang="en-US" b="0" i="0" u="none" strike="noStrike" baseline="0" dirty="0">
              <a:latin typeface="TeXGyrePagella-Regular" panose="02000603020200000003" pitchFamily="50" charset="0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3163A63-1659-4976-9C9B-69B7030F05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TeXGyrePagella-Regular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There exists a unique optimizer </a:t>
            </a:r>
            <a:r>
              <a:rPr lang="en-US" b="1" dirty="0">
                <a:latin typeface="TeXGyrePagella-Regular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x</a:t>
            </a:r>
            <a:r>
              <a:rPr lang="en-US" dirty="0">
                <a:latin typeface="TeXGyrePagella-Regular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*</a:t>
            </a:r>
            <a:r>
              <a:rPr lang="en-US" b="1" dirty="0">
                <a:latin typeface="TeXGyrePagella-Regular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 </a:t>
            </a:r>
            <a:r>
              <a:rPr lang="en-US" dirty="0">
                <a:latin typeface="TeXGyrePagella-Regular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such that </a:t>
            </a:r>
            <a:r>
              <a:rPr lang="en-US" i="1" dirty="0">
                <a:latin typeface="TeX Gyre Pagella"/>
                <a:ea typeface="TeX Gyre Pagella" panose="02000603020200000003" pitchFamily="50" charset="0"/>
                <a:cs typeface="TeX Gyre Pagella" panose="02000603020200000003" pitchFamily="50" charset="0"/>
              </a:rPr>
              <a:t>f</a:t>
            </a:r>
            <a:r>
              <a:rPr lang="en-US" dirty="0">
                <a:latin typeface="TeXGyrePagella-Regular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 is monotonically decreasing for </a:t>
            </a:r>
            <a:r>
              <a:rPr lang="en-US" b="1" dirty="0">
                <a:latin typeface="TeXGyrePagella-Regular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x</a:t>
            </a:r>
            <a:r>
              <a:rPr lang="en-US" dirty="0">
                <a:latin typeface="TeXGyrePagella-Regular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 ≤ </a:t>
            </a:r>
            <a:r>
              <a:rPr lang="en-US" b="1" dirty="0">
                <a:latin typeface="TeXGyrePagella-Regular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x</a:t>
            </a:r>
            <a:r>
              <a:rPr lang="en-US" dirty="0">
                <a:latin typeface="TeXGyrePagella-Regular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* and monotonically increasing for </a:t>
            </a:r>
            <a:r>
              <a:rPr lang="en-US" b="1" dirty="0">
                <a:latin typeface="TeXGyrePagella-Regular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x</a:t>
            </a:r>
            <a:r>
              <a:rPr lang="en-US" dirty="0">
                <a:latin typeface="TeXGyrePagella-Regular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 ≥ </a:t>
            </a:r>
            <a:r>
              <a:rPr lang="en-US" b="1" dirty="0">
                <a:latin typeface="TeXGyrePagella-Regular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x</a:t>
            </a:r>
            <a:r>
              <a:rPr lang="en-US" dirty="0">
                <a:latin typeface="TeXGyrePagella-Regular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*</a:t>
            </a:r>
          </a:p>
          <a:p>
            <a:endParaRPr lang="en-US" b="1" dirty="0">
              <a:latin typeface="TeXGyrePagella-Regular" panose="02000603020200000003" pitchFamily="50" charset="0"/>
              <a:ea typeface="TeXGyrePagella-Regular" panose="02000603020200000003" pitchFamily="50" charset="0"/>
              <a:cs typeface="TeXGyrePagella-Regular" panose="02000603020200000003" pitchFamily="50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74216B-EA10-4CB4-8E36-87FAFAA42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BA2B03-C065-430E-988D-44590E20A90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65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4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67BC0-135A-4E01-A00B-FA42EEBAD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 dirty="0">
                <a:latin typeface="TeXGyrePagella-Italic" panose="02000603020200000004" pitchFamily="50" charset="0"/>
              </a:rPr>
              <a:t>Finding an Initial Bracket</a:t>
            </a:r>
            <a:endParaRPr lang="en-US" b="0" i="0" u="none" strike="noStrike" baseline="0" dirty="0">
              <a:latin typeface="TeXGyrePagella-Regular" panose="02000603020200000003" pitchFamily="50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9DCA56-3545-47F5-AFD4-0E9B3D99B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Given a unimodal function, the global minimum is guaranteed to be inside the interval [</a:t>
            </a:r>
            <a:r>
              <a:rPr lang="en-US" dirty="0" err="1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a,c</a:t>
            </a:r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] if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2D066B1-15B0-4F5C-B3A6-E46E9223C8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33762" y="2921825"/>
            <a:ext cx="5324476" cy="325513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0999E15A-4296-4B55-AB2C-6BD59D4BB360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6309" t="10837" r="38184" b="80427"/>
          <a:stretch/>
        </p:blipFill>
        <p:spPr>
          <a:xfrm>
            <a:off x="5072935" y="1452314"/>
            <a:ext cx="5055594" cy="22407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03999-9A16-48D6-ABBC-0B3AA11C7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BA2B03-C065-430E-988D-44590E20A90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445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3DDDFF-E2C0-06D3-D106-149DF63368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368"/>
          <a:stretch>
            <a:fillRect/>
          </a:stretch>
        </p:blipFill>
        <p:spPr>
          <a:xfrm>
            <a:off x="536835" y="643466"/>
            <a:ext cx="10148071" cy="557106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2DCA52-E89D-2C7F-E4A7-B8C34B101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48BA2B03-C065-430E-988D-44590E20A90E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C516CD53-A64C-4182-CEE5-C8C6F8AE027A}"/>
                  </a:ext>
                </a:extLst>
              </p14:cNvPr>
              <p14:cNvContentPartPr/>
              <p14:nvPr/>
            </p14:nvContentPartPr>
            <p14:xfrm>
              <a:off x="3455615" y="-213138"/>
              <a:ext cx="9720" cy="219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C516CD53-A64C-4182-CEE5-C8C6F8AE027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1615" y="-321138"/>
                <a:ext cx="117360" cy="23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C29CACB9-4B58-F011-C463-F83293A93A14}"/>
                  </a:ext>
                </a:extLst>
              </p14:cNvPr>
              <p14:cNvContentPartPr/>
              <p14:nvPr/>
            </p14:nvContentPartPr>
            <p14:xfrm>
              <a:off x="9216695" y="2825262"/>
              <a:ext cx="21960" cy="648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C29CACB9-4B58-F011-C463-F83293A93A14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9207695" y="2816262"/>
                <a:ext cx="39600" cy="24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998300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4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67BC0-135A-4E01-A00B-FA42EEBAD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 dirty="0">
                <a:latin typeface="TeXGyrePagella-Italic" panose="02000603020200000004" pitchFamily="50" charset="0"/>
              </a:rPr>
              <a:t>Finding an Initial Bracket</a:t>
            </a:r>
            <a:endParaRPr lang="en-US" b="0" i="0" u="none" strike="noStrike" baseline="0" dirty="0">
              <a:latin typeface="TeXGyrePagella-Regular" panose="02000603020200000003" pitchFamily="50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7030D6A-660D-4B08-B343-B326698EEC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8200" y="2859294"/>
            <a:ext cx="10515600" cy="262890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A55504-4C74-41CB-BCB9-C942CC619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1325563"/>
          </a:xfrm>
        </p:spPr>
        <p:txBody>
          <a:bodyPr/>
          <a:lstStyle/>
          <a:p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Example bracketing sequence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84AA0C-6B7B-4611-9E1B-A4BB891E8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BA2B03-C065-430E-988D-44590E20A90E}" type="slidenum">
              <a:rPr lang="en-US" smtClean="0"/>
              <a:t>6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FB08034-A983-67E1-5243-E5EFFB25E96E}"/>
                  </a:ext>
                </a:extLst>
              </p14:cNvPr>
              <p14:cNvContentPartPr/>
              <p14:nvPr/>
            </p14:nvContentPartPr>
            <p14:xfrm>
              <a:off x="2653895" y="3132342"/>
              <a:ext cx="36360" cy="234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FB08034-A983-67E1-5243-E5EFFB25E96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645255" y="3123342"/>
                <a:ext cx="54000" cy="4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08E6BB25-8C1D-3E0D-65CC-C49CEA68FAB0}"/>
                  </a:ext>
                </a:extLst>
              </p14:cNvPr>
              <p14:cNvContentPartPr/>
              <p14:nvPr/>
            </p14:nvContentPartPr>
            <p14:xfrm>
              <a:off x="4938095" y="3721662"/>
              <a:ext cx="1440" cy="6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08E6BB25-8C1D-3E0D-65CC-C49CEA68FAB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929455" y="3713022"/>
                <a:ext cx="19080" cy="2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592BECC3-1A8B-1FD2-1C85-1D031FD2990A}"/>
                  </a:ext>
                </a:extLst>
              </p14:cNvPr>
              <p14:cNvContentPartPr/>
              <p14:nvPr/>
            </p14:nvContentPartPr>
            <p14:xfrm>
              <a:off x="4937375" y="3706902"/>
              <a:ext cx="5400" cy="144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592BECC3-1A8B-1FD2-1C85-1D031FD2990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928735" y="3698262"/>
                <a:ext cx="23040" cy="3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F5BAA3DB-E2EA-EF95-C951-47D8757AA474}"/>
                  </a:ext>
                </a:extLst>
              </p14:cNvPr>
              <p14:cNvContentPartPr/>
              <p14:nvPr/>
            </p14:nvContentPartPr>
            <p14:xfrm>
              <a:off x="5183255" y="3329622"/>
              <a:ext cx="23760" cy="316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F5BAA3DB-E2EA-EF95-C951-47D8757AA47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174255" y="3320982"/>
                <a:ext cx="41400" cy="4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1AB1427C-E78F-A8DE-BC21-DF3E45286196}"/>
                  </a:ext>
                </a:extLst>
              </p14:cNvPr>
              <p14:cNvContentPartPr/>
              <p14:nvPr/>
            </p14:nvContentPartPr>
            <p14:xfrm>
              <a:off x="7230935" y="4413222"/>
              <a:ext cx="16920" cy="136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1AB1427C-E78F-A8DE-BC21-DF3E45286196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222295" y="4404222"/>
                <a:ext cx="34560" cy="3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D97C137-9360-ADD9-9B61-0C2247C508B4}"/>
                  </a:ext>
                </a:extLst>
              </p14:cNvPr>
              <p14:cNvContentPartPr/>
              <p14:nvPr/>
            </p14:nvContentPartPr>
            <p14:xfrm>
              <a:off x="7230935" y="4418622"/>
              <a:ext cx="6480" cy="1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D97C137-9360-ADD9-9B61-0C2247C508B4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7222295" y="4409982"/>
                <a:ext cx="24120" cy="2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266CCCD6-E9AD-048D-06F3-8227DF15C8E9}"/>
                  </a:ext>
                </a:extLst>
              </p14:cNvPr>
              <p14:cNvContentPartPr/>
              <p14:nvPr/>
            </p14:nvContentPartPr>
            <p14:xfrm>
              <a:off x="9295535" y="4184622"/>
              <a:ext cx="22320" cy="5688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266CCCD6-E9AD-048D-06F3-8227DF15C8E9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9286895" y="4175982"/>
                <a:ext cx="3996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40D3699C-E948-8A47-EF1A-B4AFD7D7F129}"/>
                  </a:ext>
                </a:extLst>
              </p14:cNvPr>
              <p14:cNvContentPartPr/>
              <p14:nvPr/>
            </p14:nvContentPartPr>
            <p14:xfrm>
              <a:off x="9945335" y="4679622"/>
              <a:ext cx="21240" cy="493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40D3699C-E948-8A47-EF1A-B4AFD7D7F129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9936335" y="4670622"/>
                <a:ext cx="38880" cy="66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359675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4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5BEB6-771B-43B0-B1D5-A9E178770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 dirty="0">
                <a:latin typeface="TeXGyrePagella-Italic" panose="02000603020200000004" pitchFamily="50" charset="0"/>
              </a:rPr>
              <a:t>Fibonacci Search</a:t>
            </a:r>
            <a:endParaRPr lang="en-US" b="0" i="0" u="none" strike="noStrike" baseline="0" dirty="0">
              <a:latin typeface="TeXGyrePagella-Regular" panose="02000603020200000003" pitchFamily="50" charset="0"/>
            </a:endParaRP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5D439B8-7698-47CC-8B3D-653AE7EEFB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27500"/>
          </a:xfrm>
        </p:spPr>
        <p:txBody>
          <a:bodyPr/>
          <a:lstStyle/>
          <a:p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When function evaluations are limited, the Fibonacci Search algorithm is guaranteed to maximally shrink the bracketed interval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98900F8-B96D-4126-B866-E70EE0B96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BA2B03-C065-430E-988D-44590E20A90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499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4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1FB62C72-FD48-4BC6-866B-70DC9F6827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913828" cy="4127500"/>
          </a:xfrm>
        </p:spPr>
        <p:txBody>
          <a:bodyPr/>
          <a:lstStyle/>
          <a:p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When restricted to two function evaluations, compare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65BEB6-771B-43B0-B1D5-A9E178770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 dirty="0">
                <a:latin typeface="TeXGyrePagella-Italic" panose="02000603020200000004" pitchFamily="50" charset="0"/>
              </a:rPr>
              <a:t>Fibonacci Search</a:t>
            </a:r>
            <a:endParaRPr lang="en-US" b="0" i="0" u="none" strike="noStrike" baseline="0" dirty="0">
              <a:latin typeface="TeXGyrePagella-Regular" panose="02000603020200000003" pitchFamily="50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5EB393F-EAEC-4CC9-9F79-64792FD462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95417" y="2280478"/>
            <a:ext cx="6435588" cy="160889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89A2F660-86BB-49E9-B519-16FF90B59A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05081" y="4693043"/>
            <a:ext cx="5216260" cy="171493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7FC1AC-CCBA-44EB-861A-CC2836D66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BA2B03-C065-430E-988D-44590E20A90E}" type="slidenum">
              <a:rPr lang="en-US" smtClean="0"/>
              <a:t>8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F7463A7-358E-AD13-33A3-C9E0A37E5571}"/>
                  </a:ext>
                </a:extLst>
              </p14:cNvPr>
              <p14:cNvContentPartPr/>
              <p14:nvPr/>
            </p14:nvContentPartPr>
            <p14:xfrm>
              <a:off x="5731175" y="5149422"/>
              <a:ext cx="11880" cy="2916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F7463A7-358E-AD13-33A3-C9E0A37E5571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5722535" y="5140422"/>
                <a:ext cx="29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8CBF5EFF-C742-9426-7A90-9BAAFF94C0C8}"/>
                  </a:ext>
                </a:extLst>
              </p14:cNvPr>
              <p14:cNvContentPartPr/>
              <p14:nvPr/>
            </p14:nvContentPartPr>
            <p14:xfrm>
              <a:off x="5900375" y="5776902"/>
              <a:ext cx="2160" cy="576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8CBF5EFF-C742-9426-7A90-9BAAFF94C0C8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5891375" y="5768262"/>
                <a:ext cx="19800" cy="23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222344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4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1FB62C72-FD48-4BC6-866B-70DC9F6827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913828" cy="4127500"/>
          </a:xfrm>
        </p:spPr>
        <p:txBody>
          <a:bodyPr/>
          <a:lstStyle/>
          <a:p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When restricted to three function evaluations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65BEB6-771B-43B0-B1D5-A9E178770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 dirty="0">
                <a:latin typeface="TeXGyrePagella-Italic" panose="02000603020200000004" pitchFamily="50" charset="0"/>
              </a:rPr>
              <a:t>Fibonacci Search</a:t>
            </a:r>
            <a:endParaRPr lang="en-US" b="0" i="0" u="none" strike="noStrike" baseline="0" dirty="0">
              <a:latin typeface="TeXGyrePagella-Regular" panose="02000603020200000003" pitchFamily="50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A7A6604C-76C9-41B7-B7F3-F55D9A453E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90584" y="2804987"/>
            <a:ext cx="5969319" cy="185075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251F4A-C62B-472E-8D24-E209E67F7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BA2B03-C065-430E-988D-44590E20A90E}" type="slidenum">
              <a:rPr lang="en-US" smtClean="0"/>
              <a:t>9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EB144E98-C631-0367-8116-A1A83C3B6839}"/>
                  </a:ext>
                </a:extLst>
              </p14:cNvPr>
              <p14:cNvContentPartPr/>
              <p14:nvPr/>
            </p14:nvContentPartPr>
            <p14:xfrm>
              <a:off x="5196575" y="3664782"/>
              <a:ext cx="360" cy="144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EB144E98-C631-0367-8116-A1A83C3B683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187935" y="3655782"/>
                <a:ext cx="18000" cy="1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1D5A4025-D051-CCB9-3CF8-889F1DA7B5B2}"/>
                  </a:ext>
                </a:extLst>
              </p14:cNvPr>
              <p14:cNvContentPartPr/>
              <p14:nvPr/>
            </p14:nvContentPartPr>
            <p14:xfrm>
              <a:off x="5181455" y="4286862"/>
              <a:ext cx="6840" cy="561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1D5A4025-D051-CCB9-3CF8-889F1DA7B5B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172815" y="4278222"/>
                <a:ext cx="24480" cy="73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086072EA-E284-3687-7D63-9D4EFE954EC6}"/>
              </a:ext>
            </a:extLst>
          </p:cNvPr>
          <p:cNvGrpSpPr/>
          <p:nvPr/>
        </p:nvGrpSpPr>
        <p:grpSpPr>
          <a:xfrm>
            <a:off x="5208815" y="3107142"/>
            <a:ext cx="22680" cy="106200"/>
            <a:chOff x="5208815" y="3107142"/>
            <a:chExt cx="22680" cy="10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1D4BC14-C4FB-B61F-DCF4-4B6DC2F28A97}"/>
                    </a:ext>
                  </a:extLst>
                </p14:cNvPr>
                <p14:cNvContentPartPr/>
                <p14:nvPr/>
              </p14:nvContentPartPr>
              <p14:xfrm>
                <a:off x="5228255" y="3197502"/>
                <a:ext cx="1080" cy="158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1D4BC14-C4FB-B61F-DCF4-4B6DC2F28A9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219615" y="3188502"/>
                  <a:ext cx="1872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9DBA110-8DFB-0404-F26E-CC5D1F4FEAA8}"/>
                    </a:ext>
                  </a:extLst>
                </p14:cNvPr>
                <p14:cNvContentPartPr/>
                <p14:nvPr/>
              </p14:nvContentPartPr>
              <p14:xfrm>
                <a:off x="5225375" y="3107142"/>
                <a:ext cx="6120" cy="20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9DBA110-8DFB-0404-F26E-CC5D1F4FEAA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216375" y="3098502"/>
                  <a:ext cx="237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61F1255-5705-F803-12A3-8E389EFD7281}"/>
                    </a:ext>
                  </a:extLst>
                </p14:cNvPr>
                <p14:cNvContentPartPr/>
                <p14:nvPr/>
              </p14:nvContentPartPr>
              <p14:xfrm>
                <a:off x="5208815" y="3152502"/>
                <a:ext cx="5040" cy="32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61F1255-5705-F803-12A3-8E389EFD728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200175" y="3143502"/>
                  <a:ext cx="226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EBF59DF-057A-E3FA-52BE-0DF07BCB9078}"/>
                    </a:ext>
                  </a:extLst>
                </p14:cNvPr>
                <p14:cNvContentPartPr/>
                <p14:nvPr/>
              </p14:nvContentPartPr>
              <p14:xfrm>
                <a:off x="5216015" y="3160782"/>
                <a:ext cx="3600" cy="118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EBF59DF-057A-E3FA-52BE-0DF07BCB907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207375" y="3151782"/>
                  <a:ext cx="21240" cy="29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19770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4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1FB62C72-FD48-4BC6-866B-70DC9F6827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913828" cy="4127500"/>
          </a:xfrm>
        </p:spPr>
        <p:txBody>
          <a:bodyPr/>
          <a:lstStyle/>
          <a:p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When restricted to </a:t>
            </a:r>
            <a:r>
              <a:rPr lang="en-US" dirty="0">
                <a:latin typeface="TeXGyrePagella-Italic" panose="02000603020200000004" pitchFamily="50" charset="0"/>
                <a:ea typeface="TeXGyrePagella-Italic" panose="02000603020200000004" pitchFamily="50" charset="0"/>
                <a:cs typeface="TeXGyrePagella-Italic" panose="02000603020200000004" pitchFamily="50" charset="0"/>
              </a:rPr>
              <a:t>n</a:t>
            </a:r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 function evaluations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65BEB6-771B-43B0-B1D5-A9E178770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 dirty="0">
                <a:latin typeface="TeXGyrePagella-Italic" panose="02000603020200000004" pitchFamily="50" charset="0"/>
              </a:rPr>
              <a:t>Fibonacci Search</a:t>
            </a:r>
            <a:endParaRPr lang="en-US" b="0" i="0" u="none" strike="noStrike" baseline="0" dirty="0">
              <a:latin typeface="TeXGyrePagella-Regular" panose="02000603020200000003" pitchFamily="50" charset="0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AFAEAF62-CA7D-43B5-B567-D61C2FF0C5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01399" y="2756037"/>
            <a:ext cx="6596332" cy="3056365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BF555D4-AE39-4B49-B417-FA4A4926E498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3435" r="37304" b="84754"/>
          <a:stretch/>
        </p:blipFill>
        <p:spPr>
          <a:xfrm>
            <a:off x="0" y="2639685"/>
            <a:ext cx="5450096" cy="238102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181D74-46CD-438E-BC97-F17312756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BA2B03-C065-430E-988D-44590E20A90E}" type="slidenum">
              <a:rPr lang="en-US" smtClean="0"/>
              <a:t>10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AD96D28A-E867-CD48-41AE-797FAF46B4AB}"/>
                  </a:ext>
                </a:extLst>
              </p14:cNvPr>
              <p14:cNvContentPartPr/>
              <p14:nvPr/>
            </p14:nvContentPartPr>
            <p14:xfrm>
              <a:off x="5345975" y="2288502"/>
              <a:ext cx="12240" cy="2196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AD96D28A-E867-CD48-41AE-797FAF46B4A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5336975" y="2279502"/>
                <a:ext cx="29880" cy="39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451432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4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5BEB6-771B-43B0-B1D5-A9E178770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 dirty="0">
                <a:latin typeface="TeXGyrePagella-Italic" panose="02000603020200000004" pitchFamily="50" charset="0"/>
              </a:rPr>
              <a:t>Fibonacci Search</a:t>
            </a:r>
            <a:endParaRPr lang="en-US" b="0" i="0" u="none" strike="noStrike" baseline="0" dirty="0">
              <a:latin typeface="TeXGyrePagella-Regular" panose="02000603020200000003" pitchFamily="50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F46C1E2-ED35-4CC1-9C63-131ECA66ED1C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5391" r="34957" b="82029"/>
          <a:stretch/>
        </p:blipFill>
        <p:spPr>
          <a:xfrm>
            <a:off x="2530196" y="1509387"/>
            <a:ext cx="7529836" cy="3839226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ED4B2082-95ED-41B9-8CCD-178343CB1740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435" t="3357" r="38870" b="84232"/>
          <a:stretch/>
        </p:blipFill>
        <p:spPr>
          <a:xfrm>
            <a:off x="2730997" y="3994386"/>
            <a:ext cx="6730006" cy="270845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49FF76-628B-4D34-B977-12010DC37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BA2B03-C065-430E-988D-44590E20A90E}" type="slidenum">
              <a:rPr lang="en-US" smtClean="0"/>
              <a:t>11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Placeholder 4">
                <a:extLst>
                  <a:ext uri="{FF2B5EF4-FFF2-40B4-BE49-F238E27FC236}">
                    <a16:creationId xmlns:a16="http://schemas.microsoft.com/office/drawing/2014/main" id="{1FB62C72-FD48-4BC6-866B-70DC9F68273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838200" y="1825624"/>
                <a:ext cx="10913828" cy="5187425"/>
              </a:xfrm>
            </p:spPr>
            <p:txBody>
              <a:bodyPr/>
              <a:lstStyle/>
              <a:p>
                <a:r>
                  <a:rPr lang="en-US" dirty="0">
                    <a:latin typeface="TeXGyrePagella-Regular" panose="02000603020200000003" pitchFamily="50" charset="0"/>
                    <a:ea typeface="TeXGyrePagella-Regular" panose="02000603020200000003" pitchFamily="50" charset="0"/>
                    <a:cs typeface="TeXGyrePagella-Regular" panose="02000603020200000003" pitchFamily="50" charset="0"/>
                  </a:rPr>
                  <a:t>Binet’s formula defines a Fibonacci number analytically where </a:t>
                </a:r>
                <a:r>
                  <a:rPr lang="el-GR" dirty="0">
                    <a:latin typeface="TeXGyrePagella-Regular" panose="02000603020200000003" pitchFamily="50" charset="0"/>
                    <a:ea typeface="TeXGyrePagella-Regular" panose="02000603020200000003" pitchFamily="50" charset="0"/>
                    <a:cs typeface="TeXGyrePagella-Regular" panose="02000603020200000003" pitchFamily="50" charset="0"/>
                  </a:rPr>
                  <a:t>φ</a:t>
                </a:r>
                <a:r>
                  <a:rPr lang="en-US" dirty="0">
                    <a:latin typeface="TeXGyrePagella-Regular" panose="02000603020200000003" pitchFamily="50" charset="0"/>
                    <a:ea typeface="TeXGyrePagella-Regular" panose="02000603020200000003" pitchFamily="50" charset="0"/>
                    <a:cs typeface="TeXGyrePagella-Regular" panose="02000603020200000003" pitchFamily="50" charset="0"/>
                  </a:rPr>
                  <a:t> is the </a:t>
                </a:r>
                <a:r>
                  <a:rPr lang="en-US" dirty="0">
                    <a:latin typeface="TeXGyrePagella-Italic" panose="02000603020200000004" pitchFamily="50" charset="0"/>
                    <a:ea typeface="TeXGyrePagella-Italic" panose="02000603020200000004" pitchFamily="50" charset="0"/>
                    <a:cs typeface="TeXGyrePagella-Italic" panose="02000603020200000004" pitchFamily="50" charset="0"/>
                  </a:rPr>
                  <a:t>Golden Ratio</a:t>
                </a:r>
                <a:r>
                  <a:rPr lang="en-US" dirty="0">
                    <a:latin typeface="TeXGyrePagella-Regular" panose="02000603020200000003" pitchFamily="50" charset="0"/>
                    <a:ea typeface="TeXGyrePagella-Regular" panose="02000603020200000003" pitchFamily="50" charset="0"/>
                    <a:cs typeface="TeXGyrePagella-Regular" panose="02000603020200000003" pitchFamily="50" charset="0"/>
                  </a:rPr>
                  <a:t>, </a:t>
                </a:r>
                <a:r>
                  <a:rPr lang="el-GR" dirty="0">
                    <a:latin typeface="TeXGyrePagella-Regular" panose="02000603020200000003" pitchFamily="50" charset="0"/>
                    <a:ea typeface="TeXGyrePagella-Regular" panose="02000603020200000003" pitchFamily="50" charset="0"/>
                    <a:cs typeface="TeXGyrePagella-Regular" panose="02000603020200000003" pitchFamily="50" charset="0"/>
                  </a:rPr>
                  <a:t>φ</a:t>
                </a:r>
                <a:r>
                  <a:rPr lang="en-US" dirty="0">
                    <a:latin typeface="TeXGyrePagella-Regular" panose="02000603020200000003" pitchFamily="50" charset="0"/>
                    <a:ea typeface="TeXGyrePagella-Regular" panose="02000603020200000003" pitchFamily="50" charset="0"/>
                    <a:cs typeface="TeXGyrePagella-Regular" panose="02000603020200000003" pitchFamily="50" charset="0"/>
                  </a:rPr>
                  <a:t>=(1+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eXGyrePagella-Regular" panose="02000603020200000003" pitchFamily="50" charset="0"/>
                      </a:rPr>
                      <m:t>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eXGyrePagella-Regular" panose="02000603020200000003" pitchFamily="50" charset="0"/>
                      </a:rPr>
                      <m:t>5)/2≈1.61803</m:t>
                    </m:r>
                  </m:oMath>
                </a14:m>
                <a:endParaRPr lang="en-US" b="0" dirty="0">
                  <a:latin typeface="TeXGyrePagella-Regular" panose="02000603020200000003" pitchFamily="50" charset="0"/>
                  <a:ea typeface="Cambria Math" panose="02040503050406030204" pitchFamily="18" charset="0"/>
                  <a:cs typeface="TeXGyrePagella-Regular" panose="02000603020200000003" pitchFamily="50" charset="0"/>
                </a:endParaRPr>
              </a:p>
              <a:p>
                <a:endParaRPr lang="en-US" dirty="0">
                  <a:latin typeface="TeXGyrePagella-Regular" panose="02000603020200000003" pitchFamily="50" charset="0"/>
                  <a:ea typeface="TeXGyrePagella-Regular" panose="02000603020200000003" pitchFamily="50" charset="0"/>
                  <a:cs typeface="TeXGyrePagella-Regular" panose="02000603020200000003" pitchFamily="50" charset="0"/>
                </a:endParaRPr>
              </a:p>
              <a:p>
                <a:endParaRPr lang="en-US" dirty="0">
                  <a:latin typeface="TeXGyrePagella-Regular" panose="02000603020200000003" pitchFamily="50" charset="0"/>
                  <a:ea typeface="TeXGyrePagella-Regular" panose="02000603020200000003" pitchFamily="50" charset="0"/>
                  <a:cs typeface="TeXGyrePagella-Regular" panose="02000603020200000003" pitchFamily="50" charset="0"/>
                </a:endParaRPr>
              </a:p>
              <a:p>
                <a:endParaRPr lang="en-US" dirty="0">
                  <a:latin typeface="TeXGyrePagella-Regular" panose="02000603020200000003" pitchFamily="50" charset="0"/>
                  <a:ea typeface="TeXGyrePagella-Regular" panose="02000603020200000003" pitchFamily="50" charset="0"/>
                  <a:cs typeface="TeXGyrePagella-Regular" panose="02000603020200000003" pitchFamily="50" charset="0"/>
                </a:endParaRPr>
              </a:p>
              <a:p>
                <a:r>
                  <a:rPr lang="en-US" dirty="0">
                    <a:latin typeface="TeXGyrePagella-Regular" panose="02000603020200000003" pitchFamily="50" charset="0"/>
                    <a:ea typeface="TeXGyrePagella-Regular" panose="02000603020200000003" pitchFamily="50" charset="0"/>
                    <a:cs typeface="TeXGyrePagella-Regular" panose="02000603020200000003" pitchFamily="50" charset="0"/>
                  </a:rPr>
                  <a:t>The ratio between successive Fibonacci numbers is</a:t>
                </a:r>
              </a:p>
              <a:p>
                <a:endParaRPr lang="en-US" dirty="0">
                  <a:latin typeface="TeXGyrePagella-Regular" panose="02000603020200000003" pitchFamily="50" charset="0"/>
                  <a:ea typeface="TeXGyrePagella-Regular" panose="02000603020200000003" pitchFamily="50" charset="0"/>
                  <a:cs typeface="TeXGyrePagella-Regular" panose="02000603020200000003" pitchFamily="50" charset="0"/>
                </a:endParaRPr>
              </a:p>
              <a:p>
                <a:endParaRPr lang="en-US" dirty="0">
                  <a:latin typeface="TeXGyrePagella-Regular" panose="02000603020200000003" pitchFamily="50" charset="0"/>
                  <a:ea typeface="TeXGyrePagella-Regular" panose="02000603020200000003" pitchFamily="50" charset="0"/>
                  <a:cs typeface="TeXGyrePagella-Regular" panose="02000603020200000003" pitchFamily="50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eXGyrePagella-Regular" panose="02000603020200000003" pitchFamily="50" charset="0"/>
                    <a:ea typeface="TeXGyrePagella-Regular" panose="02000603020200000003" pitchFamily="50" charset="0"/>
                    <a:cs typeface="TeXGyrePagella-Regular" panose="02000603020200000003" pitchFamily="50" charset="0"/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TeXGyrePagella-Regular" panose="02000603020200000003" pitchFamily="50" charset="0"/>
                        <a:cs typeface="TeXGyrePagella-Regular" panose="02000603020200000003" pitchFamily="50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TeXGyrePagella-Regular" panose="02000603020200000003" pitchFamily="50" charset="0"/>
                        <a:cs typeface="TeXGyrePagella-Regular" panose="02000603020200000003" pitchFamily="50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TeXGyrePagella-Regular" panose="02000603020200000003" pitchFamily="50" charset="0"/>
                            <a:cs typeface="TeXGyrePagella-Regular" panose="02000603020200000003" pitchFamily="50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TeXGyrePagella-Regular" panose="02000603020200000003" pitchFamily="50" charset="0"/>
                            <a:cs typeface="TeXGyrePagella-Regular" panose="02000603020200000003" pitchFamily="50" charset="0"/>
                          </a:rPr>
                          <m:t>1−</m:t>
                        </m:r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eXGyrePagella-Regular" panose="02000603020200000003" pitchFamily="50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eXGyrePagella-Regular" panose="02000603020200000003" pitchFamily="50" charset="0"/>
                              </a:rPr>
                              <m:t>5</m:t>
                            </m:r>
                          </m:e>
                        </m:ra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eXGyrePagella-Regular" panose="02000603020200000003" pitchFamily="50" charset="0"/>
                          </a:rPr>
                          <m:t>1+</m:t>
                        </m:r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eXGyrePagella-Regular" panose="02000603020200000003" pitchFamily="50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eXGyrePagella-Regular" panose="02000603020200000003" pitchFamily="50" charset="0"/>
                              </a:rPr>
                              <m:t>5</m:t>
                            </m:r>
                          </m:e>
                        </m:rad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eXGyrePagella-Regular" panose="02000603020200000003" pitchFamily="50" charset="0"/>
                      </a:rPr>
                      <m:t>≈−0.382</m:t>
                    </m:r>
                  </m:oMath>
                </a14:m>
                <a:endParaRPr lang="en-US" dirty="0">
                  <a:latin typeface="TeXGyrePagella-Regular" panose="02000603020200000003" pitchFamily="50" charset="0"/>
                  <a:ea typeface="TeXGyrePagella-Regular" panose="02000603020200000003" pitchFamily="50" charset="0"/>
                  <a:cs typeface="TeXGyrePagella-Regular" panose="02000603020200000003" pitchFamily="50" charset="0"/>
                </a:endParaRPr>
              </a:p>
            </p:txBody>
          </p:sp>
        </mc:Choice>
        <mc:Fallback xmlns="">
          <p:sp>
            <p:nvSpPr>
              <p:cNvPr id="12" name="Text Placeholder 4">
                <a:extLst>
                  <a:ext uri="{FF2B5EF4-FFF2-40B4-BE49-F238E27FC236}">
                    <a16:creationId xmlns:a16="http://schemas.microsoft.com/office/drawing/2014/main" id="{1FB62C72-FD48-4BC6-866B-70DC9F6827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38200" y="1825624"/>
                <a:ext cx="10913828" cy="5187425"/>
              </a:xfrm>
              <a:blipFill>
                <a:blip r:embed="rId6"/>
                <a:stretch>
                  <a:fillRect l="-1173" t="-1763" r="-13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01806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D28D00-5791-EC5D-21FD-5671981C4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997" y="643466"/>
            <a:ext cx="8878195" cy="557106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9CE4D-80BD-23E5-E64F-AFAE8FB82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48BA2B03-C065-430E-988D-44590E20A90E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888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4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872FA49-6978-40F4-B594-C9761E37C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913828" cy="4447955"/>
          </a:xfrm>
        </p:spPr>
        <p:txBody>
          <a:bodyPr/>
          <a:lstStyle/>
          <a:p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Leverages ability to analytically minimize quadratic functions</a:t>
            </a:r>
          </a:p>
          <a:p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Iteratively fits quadratic function to three bracketing points</a:t>
            </a:r>
            <a:endParaRPr lang="el-GR" dirty="0">
              <a:latin typeface="TeXGyrePagella-Regular" panose="02000603020200000003" pitchFamily="50" charset="0"/>
              <a:ea typeface="TeXGyrePagella-Regular" panose="02000603020200000003" pitchFamily="50" charset="0"/>
              <a:cs typeface="TeXGyrePagella-Regular" panose="02000603020200000003" pitchFamily="50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409A1F-DE7A-40F4-A530-D53728487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 dirty="0">
                <a:latin typeface="TeXGyrePagella-Italic" panose="02000603020200000004" pitchFamily="50" charset="0"/>
              </a:rPr>
              <a:t>Quadratic Fit Search</a:t>
            </a:r>
            <a:endParaRPr lang="en-US" b="0" i="0" u="none" strike="noStrike" baseline="0" dirty="0">
              <a:latin typeface="TeXGyrePagella-Regular" panose="02000603020200000003" pitchFamily="50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87FC79F-BD25-48A8-AC94-9925195496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61069" y="3110240"/>
            <a:ext cx="3634871" cy="2902471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194007-D708-4AD9-8AE1-10AB4E620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BA2B03-C065-430E-988D-44590E20A90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080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4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872FA49-6978-40F4-B594-C9761E37C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913828" cy="4447955"/>
          </a:xfrm>
        </p:spPr>
        <p:txBody>
          <a:bodyPr/>
          <a:lstStyle/>
          <a:p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If a function is locally nearly quadratic, the minimum can be found after several steps</a:t>
            </a:r>
            <a:endParaRPr lang="el-GR" dirty="0">
              <a:latin typeface="TeXGyrePagella-Regular" panose="02000603020200000003" pitchFamily="50" charset="0"/>
              <a:ea typeface="TeXGyrePagella-Regular" panose="02000603020200000003" pitchFamily="50" charset="0"/>
              <a:cs typeface="TeXGyrePagella-Regular" panose="02000603020200000003" pitchFamily="50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409A1F-DE7A-40F4-A530-D53728487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 dirty="0">
                <a:latin typeface="TeXGyrePagella-Italic" panose="02000603020200000004" pitchFamily="50" charset="0"/>
              </a:rPr>
              <a:t>Quadratic Fit Search</a:t>
            </a:r>
            <a:endParaRPr lang="en-US" b="0" i="0" u="none" strike="noStrike" baseline="0" dirty="0">
              <a:latin typeface="TeXGyrePagella-Regular" panose="02000603020200000003" pitchFamily="50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70BD986E-AE22-4137-9622-2DD284FEC9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3780" y="3238307"/>
            <a:ext cx="11104440" cy="277611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1B0182-D40C-4245-ACD5-72B72C510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BA2B03-C065-430E-988D-44590E20A90E}" type="slidenum">
              <a:rPr lang="en-US" smtClean="0"/>
              <a:t>14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E5C27ADD-DA37-B32D-E701-0458B825E4D9}"/>
                  </a:ext>
                </a:extLst>
              </p14:cNvPr>
              <p14:cNvContentPartPr/>
              <p14:nvPr/>
            </p14:nvContentPartPr>
            <p14:xfrm>
              <a:off x="1185047" y="4603142"/>
              <a:ext cx="35640" cy="464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E5C27ADD-DA37-B32D-E701-0458B825E4D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176047" y="4594142"/>
                <a:ext cx="53280" cy="6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BAE45D8-D105-ECC9-680F-A92D0B01F932}"/>
                  </a:ext>
                </a:extLst>
              </p14:cNvPr>
              <p14:cNvContentPartPr/>
              <p14:nvPr/>
            </p14:nvContentPartPr>
            <p14:xfrm>
              <a:off x="1931327" y="5181662"/>
              <a:ext cx="12240" cy="4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BAE45D8-D105-ECC9-680F-A92D0B01F932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922687" y="5172662"/>
                <a:ext cx="29880" cy="2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2F6370E9-8D33-FE93-8FA0-74BC79203187}"/>
                  </a:ext>
                </a:extLst>
              </p14:cNvPr>
              <p14:cNvContentPartPr/>
              <p14:nvPr/>
            </p14:nvContentPartPr>
            <p14:xfrm>
              <a:off x="3200327" y="4456262"/>
              <a:ext cx="3600" cy="122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2F6370E9-8D33-FE93-8FA0-74BC79203187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191327" y="4447262"/>
                <a:ext cx="21240" cy="2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7243C0B0-F76D-7AE7-169D-06CCB6AE7F77}"/>
                  </a:ext>
                </a:extLst>
              </p14:cNvPr>
              <p14:cNvContentPartPr/>
              <p14:nvPr/>
            </p14:nvContentPartPr>
            <p14:xfrm>
              <a:off x="5929847" y="4415222"/>
              <a:ext cx="360" cy="36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7243C0B0-F76D-7AE7-169D-06CCB6AE7F77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5911847" y="4397222"/>
                <a:ext cx="36000" cy="3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63853AD8-348A-D89C-4D64-B6146654E2A7}"/>
              </a:ext>
            </a:extLst>
          </p:cNvPr>
          <p:cNvGrpSpPr/>
          <p:nvPr/>
        </p:nvGrpSpPr>
        <p:grpSpPr>
          <a:xfrm>
            <a:off x="7764407" y="5466782"/>
            <a:ext cx="96840" cy="18720"/>
            <a:chOff x="7764407" y="5466782"/>
            <a:chExt cx="96840" cy="1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2B3E99B-D0D7-2506-9573-7BA34612E81C}"/>
                    </a:ext>
                  </a:extLst>
                </p14:cNvPr>
                <p14:cNvContentPartPr/>
                <p14:nvPr/>
              </p14:nvContentPartPr>
              <p14:xfrm>
                <a:off x="7856567" y="5481902"/>
                <a:ext cx="4680" cy="36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2B3E99B-D0D7-2506-9573-7BA34612E81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838927" y="5464262"/>
                  <a:ext cx="403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2F0AB1A-8810-6790-01B7-9F0E50067409}"/>
                    </a:ext>
                  </a:extLst>
                </p14:cNvPr>
                <p14:cNvContentPartPr/>
                <p14:nvPr/>
              </p14:nvContentPartPr>
              <p14:xfrm>
                <a:off x="7764407" y="5466782"/>
                <a:ext cx="3600" cy="118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2F0AB1A-8810-6790-01B7-9F0E5006740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746407" y="5449142"/>
                  <a:ext cx="39240" cy="47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26260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46FFE2-7E2F-A03A-7F11-02C9A5A86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904" y="475216"/>
            <a:ext cx="8603963" cy="557106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D90CAE-DDAB-C865-E2A2-C88C668B7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317B94AB-8D80-4C43-803C-5BFB4A6765FB}" type="slidenum">
              <a:rPr lang="en-US" smtClean="0"/>
              <a:pPr>
                <a:spcAft>
                  <a:spcPts val="600"/>
                </a:spcAft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6445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4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7A30584-561E-421E-9A68-38E2760E7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913828" cy="4447955"/>
          </a:xfrm>
        </p:spPr>
        <p:txBody>
          <a:bodyPr/>
          <a:lstStyle/>
          <a:p>
            <a:r>
              <a:rPr lang="en-US" dirty="0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Many optimization methods shrink a bracketing interval, including Fibonacci search, golden section search, and quadratic fit search</a:t>
            </a:r>
          </a:p>
          <a:p>
            <a:endParaRPr lang="en-US" dirty="0">
              <a:latin typeface="TeXGyrePagella-Regular" panose="02000603020200000003" pitchFamily="50" charset="0"/>
              <a:ea typeface="TeXGyrePagella-Regular" panose="02000603020200000003" pitchFamily="50" charset="0"/>
              <a:cs typeface="TeXGyrePagella-Regular" panose="02000603020200000003" pitchFamily="50" charset="0"/>
            </a:endParaRPr>
          </a:p>
          <a:p>
            <a:endParaRPr lang="en-US" dirty="0">
              <a:latin typeface="TeXGyrePagella-Regular" panose="02000603020200000003" pitchFamily="50" charset="0"/>
              <a:ea typeface="TeXGyrePagella-Regular" panose="02000603020200000003" pitchFamily="50" charset="0"/>
              <a:cs typeface="TeXGyrePagella-Regular" panose="02000603020200000003" pitchFamily="50" charset="0"/>
            </a:endParaRPr>
          </a:p>
          <a:p>
            <a:endParaRPr lang="en-US" dirty="0">
              <a:latin typeface="TeXGyrePagella-Regular" panose="02000603020200000003" pitchFamily="50" charset="0"/>
              <a:ea typeface="TeXGyrePagella-Regular" panose="02000603020200000003" pitchFamily="50" charset="0"/>
              <a:cs typeface="TeXGyrePagella-Regular" panose="02000603020200000003" pitchFamily="50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002ADA-C6E9-484A-A572-1DA57FABF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 dirty="0">
                <a:latin typeface="TeXGyrePagella-Italic" panose="02000603020200000004" pitchFamily="50" charset="0"/>
              </a:rPr>
              <a:t>Summary</a:t>
            </a:r>
            <a:endParaRPr lang="en-US" b="0" i="0" u="none" strike="noStrike" baseline="0" dirty="0">
              <a:latin typeface="TeXGyrePagella-Regular" panose="02000603020200000003" pitchFamily="50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CADE8A5-833D-4A28-8FC9-AA7BF46B1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BA2B03-C065-430E-988D-44590E20A90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476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233</Words>
  <Application>Microsoft Macintosh PowerPoint</Application>
  <PresentationFormat>Widescreen</PresentationFormat>
  <Paragraphs>51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Calibri</vt:lpstr>
      <vt:lpstr>Calibri Light</vt:lpstr>
      <vt:lpstr>Cambria Math</vt:lpstr>
      <vt:lpstr>TeX Gyre Pagella</vt:lpstr>
      <vt:lpstr>TeXGyrePagella-Italic</vt:lpstr>
      <vt:lpstr>TeXGyrePagella-Regular</vt:lpstr>
      <vt:lpstr>Office Theme</vt:lpstr>
      <vt:lpstr>Bracketing</vt:lpstr>
      <vt:lpstr>Bracketing</vt:lpstr>
      <vt:lpstr>Unimodality</vt:lpstr>
      <vt:lpstr>Finding an Initial Bracket</vt:lpstr>
      <vt:lpstr>PowerPoint Presentation</vt:lpstr>
      <vt:lpstr>Finding an Initial Bracket</vt:lpstr>
      <vt:lpstr>Fibonacci Search</vt:lpstr>
      <vt:lpstr>Fibonacci Search</vt:lpstr>
      <vt:lpstr>Fibonacci Search</vt:lpstr>
      <vt:lpstr>Fibonacci Search</vt:lpstr>
      <vt:lpstr>Fibonacci Search</vt:lpstr>
      <vt:lpstr>PowerPoint Presentation</vt:lpstr>
      <vt:lpstr>Quadratic Fit Search</vt:lpstr>
      <vt:lpstr>Quadratic Fit Search</vt:lpstr>
      <vt:lpstr>PowerPoint Presentation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Bracketing</dc:title>
  <dc:creator>M Gobbs</dc:creator>
  <cp:lastModifiedBy>Rodica Ioana Lung</cp:lastModifiedBy>
  <cp:revision>23</cp:revision>
  <dcterms:created xsi:type="dcterms:W3CDTF">2019-02-03T01:22:05Z</dcterms:created>
  <dcterms:modified xsi:type="dcterms:W3CDTF">2026-08-31T08:18:16Z</dcterms:modified>
</cp:coreProperties>
</file>