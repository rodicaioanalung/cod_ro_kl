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ppt/ink/ink726.xml" ContentType="application/inkml+xml"/>
  <Override PartName="/ppt/ink/ink727.xml" ContentType="application/inkml+xml"/>
  <Override PartName="/ppt/ink/ink728.xml" ContentType="application/inkml+xml"/>
  <Override PartName="/ppt/ink/ink729.xml" ContentType="application/inkml+xml"/>
  <Override PartName="/ppt/ink/ink730.xml" ContentType="application/inkml+xml"/>
  <Override PartName="/ppt/ink/ink731.xml" ContentType="application/inkml+xml"/>
  <Override PartName="/ppt/ink/ink732.xml" ContentType="application/inkml+xml"/>
  <Override PartName="/ppt/ink/ink733.xml" ContentType="application/inkml+xml"/>
  <Override PartName="/ppt/ink/ink734.xml" ContentType="application/inkml+xml"/>
  <Override PartName="/ppt/ink/ink735.xml" ContentType="application/inkml+xml"/>
  <Override PartName="/ppt/ink/ink736.xml" ContentType="application/inkml+xml"/>
  <Override PartName="/ppt/ink/ink737.xml" ContentType="application/inkml+xml"/>
  <Override PartName="/ppt/ink/ink738.xml" ContentType="application/inkml+xml"/>
  <Override PartName="/ppt/ink/ink739.xml" ContentType="application/inkml+xml"/>
  <Override PartName="/ppt/ink/ink740.xml" ContentType="application/inkml+xml"/>
  <Override PartName="/ppt/ink/ink741.xml" ContentType="application/inkml+xml"/>
  <Override PartName="/ppt/ink/ink742.xml" ContentType="application/inkml+xml"/>
  <Override PartName="/ppt/ink/ink743.xml" ContentType="application/inkml+xml"/>
  <Override PartName="/ppt/ink/ink744.xml" ContentType="application/inkml+xml"/>
  <Override PartName="/ppt/ink/ink745.xml" ContentType="application/inkml+xml"/>
  <Override PartName="/ppt/ink/ink746.xml" ContentType="application/inkml+xml"/>
  <Override PartName="/ppt/ink/ink747.xml" ContentType="application/inkml+xml"/>
  <Override PartName="/ppt/ink/ink748.xml" ContentType="application/inkml+xml"/>
  <Override PartName="/ppt/ink/ink749.xml" ContentType="application/inkml+xml"/>
  <Override PartName="/ppt/ink/ink750.xml" ContentType="application/inkml+xml"/>
  <Override PartName="/ppt/ink/ink751.xml" ContentType="application/inkml+xml"/>
  <Override PartName="/ppt/ink/ink752.xml" ContentType="application/inkml+xml"/>
  <Override PartName="/ppt/ink/ink753.xml" ContentType="application/inkml+xml"/>
  <Override PartName="/ppt/ink/ink754.xml" ContentType="application/inkml+xml"/>
  <Override PartName="/ppt/ink/ink755.xml" ContentType="application/inkml+xml"/>
  <Override PartName="/ppt/ink/ink756.xml" ContentType="application/inkml+xml"/>
  <Override PartName="/ppt/ink/ink757.xml" ContentType="application/inkml+xml"/>
  <Override PartName="/ppt/ink/ink758.xml" ContentType="application/inkml+xml"/>
  <Override PartName="/ppt/ink/ink759.xml" ContentType="application/inkml+xml"/>
  <Override PartName="/ppt/ink/ink760.xml" ContentType="application/inkml+xml"/>
  <Override PartName="/ppt/ink/ink761.xml" ContentType="application/inkml+xml"/>
  <Override PartName="/ppt/ink/ink762.xml" ContentType="application/inkml+xml"/>
  <Override PartName="/ppt/ink/ink763.xml" ContentType="application/inkml+xml"/>
  <Override PartName="/ppt/ink/ink764.xml" ContentType="application/inkml+xml"/>
  <Override PartName="/ppt/ink/ink765.xml" ContentType="application/inkml+xml"/>
  <Override PartName="/ppt/ink/ink766.xml" ContentType="application/inkml+xml"/>
  <Override PartName="/ppt/ink/ink767.xml" ContentType="application/inkml+xml"/>
  <Override PartName="/ppt/ink/ink768.xml" ContentType="application/inkml+xml"/>
  <Override PartName="/ppt/ink/ink769.xml" ContentType="application/inkml+xml"/>
  <Override PartName="/ppt/ink/ink770.xml" ContentType="application/inkml+xml"/>
  <Override PartName="/ppt/ink/ink771.xml" ContentType="application/inkml+xml"/>
  <Override PartName="/ppt/ink/ink772.xml" ContentType="application/inkml+xml"/>
  <Override PartName="/ppt/ink/ink773.xml" ContentType="application/inkml+xml"/>
  <Override PartName="/ppt/ink/ink774.xml" ContentType="application/inkml+xml"/>
  <Override PartName="/ppt/ink/ink775.xml" ContentType="application/inkml+xml"/>
  <Override PartName="/ppt/ink/ink776.xml" ContentType="application/inkml+xml"/>
  <Override PartName="/ppt/ink/ink777.xml" ContentType="application/inkml+xml"/>
  <Override PartName="/ppt/ink/ink778.xml" ContentType="application/inkml+xml"/>
  <Override PartName="/ppt/ink/ink779.xml" ContentType="application/inkml+xml"/>
  <Override PartName="/ppt/ink/ink780.xml" ContentType="application/inkml+xml"/>
  <Override PartName="/ppt/ink/ink781.xml" ContentType="application/inkml+xml"/>
  <Override PartName="/ppt/ink/ink782.xml" ContentType="application/inkml+xml"/>
  <Override PartName="/ppt/ink/ink783.xml" ContentType="application/inkml+xml"/>
  <Override PartName="/ppt/ink/ink784.xml" ContentType="application/inkml+xml"/>
  <Override PartName="/ppt/ink/ink785.xml" ContentType="application/inkml+xml"/>
  <Override PartName="/ppt/ink/ink786.xml" ContentType="application/inkml+xml"/>
  <Override PartName="/ppt/ink/ink787.xml" ContentType="application/inkml+xml"/>
  <Override PartName="/ppt/ink/ink788.xml" ContentType="application/inkml+xml"/>
  <Override PartName="/ppt/ink/ink789.xml" ContentType="application/inkml+xml"/>
  <Override PartName="/ppt/ink/ink790.xml" ContentType="application/inkml+xml"/>
  <Override PartName="/ppt/ink/ink791.xml" ContentType="application/inkml+xml"/>
  <Override PartName="/ppt/ink/ink792.xml" ContentType="application/inkml+xml"/>
  <Override PartName="/ppt/ink/ink793.xml" ContentType="application/inkml+xml"/>
  <Override PartName="/ppt/ink/ink794.xml" ContentType="application/inkml+xml"/>
  <Override PartName="/ppt/ink/ink795.xml" ContentType="application/inkml+xml"/>
  <Override PartName="/ppt/ink/ink796.xml" ContentType="application/inkml+xml"/>
  <Override PartName="/ppt/ink/ink797.xml" ContentType="application/inkml+xml"/>
  <Override PartName="/ppt/ink/ink798.xml" ContentType="application/inkml+xml"/>
  <Override PartName="/ppt/ink/ink799.xml" ContentType="application/inkml+xml"/>
  <Override PartName="/ppt/ink/ink800.xml" ContentType="application/inkml+xml"/>
  <Override PartName="/ppt/ink/ink801.xml" ContentType="application/inkml+xml"/>
  <Override PartName="/ppt/ink/ink802.xml" ContentType="application/inkml+xml"/>
  <Override PartName="/ppt/ink/ink803.xml" ContentType="application/inkml+xml"/>
  <Override PartName="/ppt/ink/ink804.xml" ContentType="application/inkml+xml"/>
  <Override PartName="/ppt/ink/ink805.xml" ContentType="application/inkml+xml"/>
  <Override PartName="/ppt/ink/ink806.xml" ContentType="application/inkml+xml"/>
  <Override PartName="/ppt/ink/ink807.xml" ContentType="application/inkml+xml"/>
  <Override PartName="/ppt/ink/ink808.xml" ContentType="application/inkml+xml"/>
  <Override PartName="/ppt/ink/ink809.xml" ContentType="application/inkml+xml"/>
  <Override PartName="/ppt/ink/ink810.xml" ContentType="application/inkml+xml"/>
  <Override PartName="/ppt/ink/ink811.xml" ContentType="application/inkml+xml"/>
  <Override PartName="/ppt/ink/ink812.xml" ContentType="application/inkml+xml"/>
  <Override PartName="/ppt/ink/ink813.xml" ContentType="application/inkml+xml"/>
  <Override PartName="/ppt/ink/ink814.xml" ContentType="application/inkml+xml"/>
  <Override PartName="/ppt/ink/ink815.xml" ContentType="application/inkml+xml"/>
  <Override PartName="/ppt/ink/ink816.xml" ContentType="application/inkml+xml"/>
  <Override PartName="/ppt/ink/ink817.xml" ContentType="application/inkml+xml"/>
  <Override PartName="/ppt/ink/ink818.xml" ContentType="application/inkml+xml"/>
  <Override PartName="/ppt/ink/ink819.xml" ContentType="application/inkml+xml"/>
  <Override PartName="/ppt/ink/ink820.xml" ContentType="application/inkml+xml"/>
  <Override PartName="/ppt/ink/ink821.xml" ContentType="application/inkml+xml"/>
  <Override PartName="/ppt/ink/ink822.xml" ContentType="application/inkml+xml"/>
  <Override PartName="/ppt/ink/ink823.xml" ContentType="application/inkml+xml"/>
  <Override PartName="/ppt/ink/ink824.xml" ContentType="application/inkml+xml"/>
  <Override PartName="/ppt/ink/ink825.xml" ContentType="application/inkml+xml"/>
  <Override PartName="/ppt/ink/ink826.xml" ContentType="application/inkml+xml"/>
  <Override PartName="/ppt/ink/ink827.xml" ContentType="application/inkml+xml"/>
  <Override PartName="/ppt/ink/ink828.xml" ContentType="application/inkml+xml"/>
  <Override PartName="/ppt/ink/ink829.xml" ContentType="application/inkml+xml"/>
  <Override PartName="/ppt/ink/ink830.xml" ContentType="application/inkml+xml"/>
  <Override PartName="/ppt/ink/ink831.xml" ContentType="application/inkml+xml"/>
  <Override PartName="/ppt/ink/ink832.xml" ContentType="application/inkml+xml"/>
  <Override PartName="/ppt/ink/ink833.xml" ContentType="application/inkml+xml"/>
  <Override PartName="/ppt/ink/ink834.xml" ContentType="application/inkml+xml"/>
  <Override PartName="/ppt/ink/ink835.xml" ContentType="application/inkml+xml"/>
  <Override PartName="/ppt/ink/ink836.xml" ContentType="application/inkml+xml"/>
  <Override PartName="/ppt/ink/ink837.xml" ContentType="application/inkml+xml"/>
  <Override PartName="/ppt/ink/ink838.xml" ContentType="application/inkml+xml"/>
  <Override PartName="/ppt/ink/ink839.xml" ContentType="application/inkml+xml"/>
  <Override PartName="/ppt/ink/ink840.xml" ContentType="application/inkml+xml"/>
  <Override PartName="/ppt/ink/ink841.xml" ContentType="application/inkml+xml"/>
  <Override PartName="/ppt/ink/ink842.xml" ContentType="application/inkml+xml"/>
  <Override PartName="/ppt/ink/ink843.xml" ContentType="application/inkml+xml"/>
  <Override PartName="/ppt/ink/ink844.xml" ContentType="application/inkml+xml"/>
  <Override PartName="/ppt/ink/ink845.xml" ContentType="application/inkml+xml"/>
  <Override PartName="/ppt/ink/ink846.xml" ContentType="application/inkml+xml"/>
  <Override PartName="/ppt/ink/ink847.xml" ContentType="application/inkml+xml"/>
  <Override PartName="/ppt/ink/ink848.xml" ContentType="application/inkml+xml"/>
  <Override PartName="/ppt/ink/ink849.xml" ContentType="application/inkml+xml"/>
  <Override PartName="/ppt/ink/ink850.xml" ContentType="application/inkml+xml"/>
  <Override PartName="/ppt/ink/ink851.xml" ContentType="application/inkml+xml"/>
  <Override PartName="/ppt/ink/ink852.xml" ContentType="application/inkml+xml"/>
  <Override PartName="/ppt/ink/ink853.xml" ContentType="application/inkml+xml"/>
  <Override PartName="/ppt/ink/ink854.xml" ContentType="application/inkml+xml"/>
  <Override PartName="/ppt/ink/ink855.xml" ContentType="application/inkml+xml"/>
  <Override PartName="/ppt/ink/ink856.xml" ContentType="application/inkml+xml"/>
  <Override PartName="/ppt/ink/ink857.xml" ContentType="application/inkml+xml"/>
  <Override PartName="/ppt/ink/ink858.xml" ContentType="application/inkml+xml"/>
  <Override PartName="/ppt/ink/ink859.xml" ContentType="application/inkml+xml"/>
  <Override PartName="/ppt/ink/ink860.xml" ContentType="application/inkml+xml"/>
  <Override PartName="/ppt/ink/ink861.xml" ContentType="application/inkml+xml"/>
  <Override PartName="/ppt/ink/ink862.xml" ContentType="application/inkml+xml"/>
  <Override PartName="/ppt/ink/ink863.xml" ContentType="application/inkml+xml"/>
  <Override PartName="/ppt/ink/ink864.xml" ContentType="application/inkml+xml"/>
  <Override PartName="/ppt/ink/ink865.xml" ContentType="application/inkml+xml"/>
  <Override PartName="/ppt/ink/ink866.xml" ContentType="application/inkml+xml"/>
  <Override PartName="/ppt/ink/ink867.xml" ContentType="application/inkml+xml"/>
  <Override PartName="/ppt/ink/ink868.xml" ContentType="application/inkml+xml"/>
  <Override PartName="/ppt/ink/ink869.xml" ContentType="application/inkml+xml"/>
  <Override PartName="/ppt/ink/ink870.xml" ContentType="application/inkml+xml"/>
  <Override PartName="/ppt/ink/ink871.xml" ContentType="application/inkml+xml"/>
  <Override PartName="/ppt/ink/ink872.xml" ContentType="application/inkml+xml"/>
  <Override PartName="/ppt/ink/ink873.xml" ContentType="application/inkml+xml"/>
  <Override PartName="/ppt/ink/ink874.xml" ContentType="application/inkml+xml"/>
  <Override PartName="/ppt/ink/ink875.xml" ContentType="application/inkml+xml"/>
  <Override PartName="/ppt/ink/ink876.xml" ContentType="application/inkml+xml"/>
  <Override PartName="/ppt/ink/ink877.xml" ContentType="application/inkml+xml"/>
  <Override PartName="/ppt/ink/ink878.xml" ContentType="application/inkml+xml"/>
  <Override PartName="/ppt/ink/ink879.xml" ContentType="application/inkml+xml"/>
  <Override PartName="/ppt/ink/ink880.xml" ContentType="application/inkml+xml"/>
  <Override PartName="/ppt/ink/ink881.xml" ContentType="application/inkml+xml"/>
  <Override PartName="/ppt/ink/ink882.xml" ContentType="application/inkml+xml"/>
  <Override PartName="/ppt/ink/ink883.xml" ContentType="application/inkml+xml"/>
  <Override PartName="/ppt/ink/ink884.xml" ContentType="application/inkml+xml"/>
  <Override PartName="/ppt/ink/ink885.xml" ContentType="application/inkml+xml"/>
  <Override PartName="/ppt/ink/ink886.xml" ContentType="application/inkml+xml"/>
  <Override PartName="/ppt/ink/ink887.xml" ContentType="application/inkml+xml"/>
  <Override PartName="/ppt/ink/ink888.xml" ContentType="application/inkml+xml"/>
  <Override PartName="/ppt/ink/ink889.xml" ContentType="application/inkml+xml"/>
  <Override PartName="/ppt/ink/ink890.xml" ContentType="application/inkml+xml"/>
  <Override PartName="/ppt/ink/ink891.xml" ContentType="application/inkml+xml"/>
  <Override PartName="/ppt/ink/ink892.xml" ContentType="application/inkml+xml"/>
  <Override PartName="/ppt/ink/ink893.xml" ContentType="application/inkml+xml"/>
  <Override PartName="/ppt/ink/ink894.xml" ContentType="application/inkml+xml"/>
  <Override PartName="/ppt/ink/ink895.xml" ContentType="application/inkml+xml"/>
  <Override PartName="/ppt/ink/ink896.xml" ContentType="application/inkml+xml"/>
  <Override PartName="/ppt/ink/ink897.xml" ContentType="application/inkml+xml"/>
  <Override PartName="/ppt/ink/ink898.xml" ContentType="application/inkml+xml"/>
  <Override PartName="/ppt/ink/ink899.xml" ContentType="application/inkml+xml"/>
  <Override PartName="/ppt/ink/ink900.xml" ContentType="application/inkml+xml"/>
  <Override PartName="/ppt/ink/ink901.xml" ContentType="application/inkml+xml"/>
  <Override PartName="/ppt/ink/ink902.xml" ContentType="application/inkml+xml"/>
  <Override PartName="/ppt/ink/ink903.xml" ContentType="application/inkml+xml"/>
  <Override PartName="/ppt/ink/ink904.xml" ContentType="application/inkml+xml"/>
  <Override PartName="/ppt/ink/ink905.xml" ContentType="application/inkml+xml"/>
  <Override PartName="/ppt/ink/ink906.xml" ContentType="application/inkml+xml"/>
  <Override PartName="/ppt/ink/ink907.xml" ContentType="application/inkml+xml"/>
  <Override PartName="/ppt/ink/ink908.xml" ContentType="application/inkml+xml"/>
  <Override PartName="/ppt/ink/ink909.xml" ContentType="application/inkml+xml"/>
  <Override PartName="/ppt/ink/ink910.xml" ContentType="application/inkml+xml"/>
  <Override PartName="/ppt/ink/ink911.xml" ContentType="application/inkml+xml"/>
  <Override PartName="/ppt/ink/ink912.xml" ContentType="application/inkml+xml"/>
  <Override PartName="/ppt/ink/ink913.xml" ContentType="application/inkml+xml"/>
  <Override PartName="/ppt/ink/ink914.xml" ContentType="application/inkml+xml"/>
  <Override PartName="/ppt/ink/ink915.xml" ContentType="application/inkml+xml"/>
  <Override PartName="/ppt/ink/ink916.xml" ContentType="application/inkml+xml"/>
  <Override PartName="/ppt/ink/ink917.xml" ContentType="application/inkml+xml"/>
  <Override PartName="/ppt/ink/ink918.xml" ContentType="application/inkml+xml"/>
  <Override PartName="/ppt/ink/ink919.xml" ContentType="application/inkml+xml"/>
  <Override PartName="/ppt/ink/ink920.xml" ContentType="application/inkml+xml"/>
  <Override PartName="/ppt/ink/ink921.xml" ContentType="application/inkml+xml"/>
  <Override PartName="/ppt/ink/ink922.xml" ContentType="application/inkml+xml"/>
  <Override PartName="/ppt/ink/ink923.xml" ContentType="application/inkml+xml"/>
  <Override PartName="/ppt/ink/ink924.xml" ContentType="application/inkml+xml"/>
  <Override PartName="/ppt/ink/ink925.xml" ContentType="application/inkml+xml"/>
  <Override PartName="/ppt/ink/ink926.xml" ContentType="application/inkml+xml"/>
  <Override PartName="/ppt/ink/ink927.xml" ContentType="application/inkml+xml"/>
  <Override PartName="/ppt/ink/ink928.xml" ContentType="application/inkml+xml"/>
  <Override PartName="/ppt/ink/ink929.xml" ContentType="application/inkml+xml"/>
  <Override PartName="/ppt/ink/ink930.xml" ContentType="application/inkml+xml"/>
  <Override PartName="/ppt/ink/ink931.xml" ContentType="application/inkml+xml"/>
  <Override PartName="/ppt/ink/ink932.xml" ContentType="application/inkml+xml"/>
  <Override PartName="/ppt/ink/ink933.xml" ContentType="application/inkml+xml"/>
  <Override PartName="/ppt/ink/ink934.xml" ContentType="application/inkml+xml"/>
  <Override PartName="/ppt/ink/ink935.xml" ContentType="application/inkml+xml"/>
  <Override PartName="/ppt/ink/ink936.xml" ContentType="application/inkml+xml"/>
  <Override PartName="/ppt/ink/ink937.xml" ContentType="application/inkml+xml"/>
  <Override PartName="/ppt/ink/ink938.xml" ContentType="application/inkml+xml"/>
  <Override PartName="/ppt/ink/ink939.xml" ContentType="application/inkml+xml"/>
  <Override PartName="/ppt/ink/ink940.xml" ContentType="application/inkml+xml"/>
  <Override PartName="/ppt/ink/ink941.xml" ContentType="application/inkml+xml"/>
  <Override PartName="/ppt/ink/ink942.xml" ContentType="application/inkml+xml"/>
  <Override PartName="/ppt/ink/ink943.xml" ContentType="application/inkml+xml"/>
  <Override PartName="/ppt/ink/ink944.xml" ContentType="application/inkml+xml"/>
  <Override PartName="/ppt/ink/ink945.xml" ContentType="application/inkml+xml"/>
  <Override PartName="/ppt/ink/ink946.xml" ContentType="application/inkml+xml"/>
  <Override PartName="/ppt/ink/ink947.xml" ContentType="application/inkml+xml"/>
  <Override PartName="/ppt/ink/ink948.xml" ContentType="application/inkml+xml"/>
  <Override PartName="/ppt/ink/ink949.xml" ContentType="application/inkml+xml"/>
  <Override PartName="/ppt/ink/ink950.xml" ContentType="application/inkml+xml"/>
  <Override PartName="/ppt/ink/ink951.xml" ContentType="application/inkml+xml"/>
  <Override PartName="/ppt/ink/ink952.xml" ContentType="application/inkml+xml"/>
  <Override PartName="/ppt/ink/ink953.xml" ContentType="application/inkml+xml"/>
  <Override PartName="/ppt/ink/ink954.xml" ContentType="application/inkml+xml"/>
  <Override PartName="/ppt/ink/ink955.xml" ContentType="application/inkml+xml"/>
  <Override PartName="/ppt/ink/ink956.xml" ContentType="application/inkml+xml"/>
  <Override PartName="/ppt/ink/ink957.xml" ContentType="application/inkml+xml"/>
  <Override PartName="/ppt/ink/ink958.xml" ContentType="application/inkml+xml"/>
  <Override PartName="/ppt/ink/ink959.xml" ContentType="application/inkml+xml"/>
  <Override PartName="/ppt/ink/ink960.xml" ContentType="application/inkml+xml"/>
  <Override PartName="/ppt/ink/ink961.xml" ContentType="application/inkml+xml"/>
  <Override PartName="/ppt/ink/ink962.xml" ContentType="application/inkml+xml"/>
  <Override PartName="/ppt/ink/ink963.xml" ContentType="application/inkml+xml"/>
  <Override PartName="/ppt/ink/ink964.xml" ContentType="application/inkml+xml"/>
  <Override PartName="/ppt/ink/ink965.xml" ContentType="application/inkml+xml"/>
  <Override PartName="/ppt/ink/ink966.xml" ContentType="application/inkml+xml"/>
  <Override PartName="/ppt/ink/ink967.xml" ContentType="application/inkml+xml"/>
  <Override PartName="/ppt/ink/ink968.xml" ContentType="application/inkml+xml"/>
  <Override PartName="/ppt/ink/ink969.xml" ContentType="application/inkml+xml"/>
  <Override PartName="/ppt/ink/ink970.xml" ContentType="application/inkml+xml"/>
  <Override PartName="/ppt/ink/ink971.xml" ContentType="application/inkml+xml"/>
  <Override PartName="/ppt/ink/ink972.xml" ContentType="application/inkml+xml"/>
  <Override PartName="/ppt/ink/ink973.xml" ContentType="application/inkml+xml"/>
  <Override PartName="/ppt/ink/ink974.xml" ContentType="application/inkml+xml"/>
  <Override PartName="/ppt/ink/ink975.xml" ContentType="application/inkml+xml"/>
  <Override PartName="/ppt/ink/ink976.xml" ContentType="application/inkml+xml"/>
  <Override PartName="/ppt/ink/ink977.xml" ContentType="application/inkml+xml"/>
  <Override PartName="/ppt/ink/ink978.xml" ContentType="application/inkml+xml"/>
  <Override PartName="/ppt/ink/ink979.xml" ContentType="application/inkml+xml"/>
  <Override PartName="/ppt/ink/ink980.xml" ContentType="application/inkml+xml"/>
  <Override PartName="/ppt/ink/ink981.xml" ContentType="application/inkml+xml"/>
  <Override PartName="/ppt/ink/ink982.xml" ContentType="application/inkml+xml"/>
  <Override PartName="/ppt/ink/ink983.xml" ContentType="application/inkml+xml"/>
  <Override PartName="/ppt/ink/ink984.xml" ContentType="application/inkml+xml"/>
  <Override PartName="/ppt/ink/ink985.xml" ContentType="application/inkml+xml"/>
  <Override PartName="/ppt/ink/ink986.xml" ContentType="application/inkml+xml"/>
  <Override PartName="/ppt/ink/ink987.xml" ContentType="application/inkml+xml"/>
  <Override PartName="/ppt/ink/ink988.xml" ContentType="application/inkml+xml"/>
  <Override PartName="/ppt/ink/ink989.xml" ContentType="application/inkml+xml"/>
  <Override PartName="/ppt/ink/ink990.xml" ContentType="application/inkml+xml"/>
  <Override PartName="/ppt/ink/ink991.xml" ContentType="application/inkml+xml"/>
  <Override PartName="/ppt/ink/ink992.xml" ContentType="application/inkml+xml"/>
  <Override PartName="/ppt/ink/ink993.xml" ContentType="application/inkml+xml"/>
  <Override PartName="/ppt/ink/ink994.xml" ContentType="application/inkml+xml"/>
  <Override PartName="/ppt/ink/ink995.xml" ContentType="application/inkml+xml"/>
  <Override PartName="/ppt/ink/ink996.xml" ContentType="application/inkml+xml"/>
  <Override PartName="/ppt/ink/ink997.xml" ContentType="application/inkml+xml"/>
  <Override PartName="/ppt/ink/ink998.xml" ContentType="application/inkml+xml"/>
  <Override PartName="/ppt/ink/ink999.xml" ContentType="application/inkml+xml"/>
  <Override PartName="/ppt/ink/ink1000.xml" ContentType="application/inkml+xml"/>
  <Override PartName="/ppt/ink/ink1001.xml" ContentType="application/inkml+xml"/>
  <Override PartName="/ppt/ink/ink1002.xml" ContentType="application/inkml+xml"/>
  <Override PartName="/ppt/ink/ink1003.xml" ContentType="application/inkml+xml"/>
  <Override PartName="/ppt/ink/ink1004.xml" ContentType="application/inkml+xml"/>
  <Override PartName="/ppt/ink/ink1005.xml" ContentType="application/inkml+xml"/>
  <Override PartName="/ppt/ink/ink1006.xml" ContentType="application/inkml+xml"/>
  <Override PartName="/ppt/ink/ink1007.xml" ContentType="application/inkml+xml"/>
  <Override PartName="/ppt/ink/ink1008.xml" ContentType="application/inkml+xml"/>
  <Override PartName="/ppt/ink/ink1009.xml" ContentType="application/inkml+xml"/>
  <Override PartName="/ppt/ink/ink1010.xml" ContentType="application/inkml+xml"/>
  <Override PartName="/ppt/ink/ink1011.xml" ContentType="application/inkml+xml"/>
  <Override PartName="/ppt/ink/ink1012.xml" ContentType="application/inkml+xml"/>
  <Override PartName="/ppt/ink/ink1013.xml" ContentType="application/inkml+xml"/>
  <Override PartName="/ppt/ink/ink1014.xml" ContentType="application/inkml+xml"/>
  <Override PartName="/ppt/ink/ink1015.xml" ContentType="application/inkml+xml"/>
  <Override PartName="/ppt/ink/ink1016.xml" ContentType="application/inkml+xml"/>
  <Override PartName="/ppt/ink/ink1017.xml" ContentType="application/inkml+xml"/>
  <Override PartName="/ppt/ink/ink1018.xml" ContentType="application/inkml+xml"/>
  <Override PartName="/ppt/ink/ink1019.xml" ContentType="application/inkml+xml"/>
  <Override PartName="/ppt/ink/ink1020.xml" ContentType="application/inkml+xml"/>
  <Override PartName="/ppt/ink/ink1021.xml" ContentType="application/inkml+xml"/>
  <Override PartName="/ppt/ink/ink1022.xml" ContentType="application/inkml+xml"/>
  <Override PartName="/ppt/ink/ink1023.xml" ContentType="application/inkml+xml"/>
  <Override PartName="/ppt/ink/ink1024.xml" ContentType="application/inkml+xml"/>
  <Override PartName="/ppt/ink/ink1025.xml" ContentType="application/inkml+xml"/>
  <Override PartName="/ppt/ink/ink1026.xml" ContentType="application/inkml+xml"/>
  <Override PartName="/ppt/ink/ink1027.xml" ContentType="application/inkml+xml"/>
  <Override PartName="/ppt/ink/ink1028.xml" ContentType="application/inkml+xml"/>
  <Override PartName="/ppt/ink/ink1029.xml" ContentType="application/inkml+xml"/>
  <Override PartName="/ppt/ink/ink1030.xml" ContentType="application/inkml+xml"/>
  <Override PartName="/ppt/ink/ink1031.xml" ContentType="application/inkml+xml"/>
  <Override PartName="/ppt/ink/ink1032.xml" ContentType="application/inkml+xml"/>
  <Override PartName="/ppt/ink/ink1033.xml" ContentType="application/inkml+xml"/>
  <Override PartName="/ppt/ink/ink1034.xml" ContentType="application/inkml+xml"/>
  <Override PartName="/ppt/ink/ink1035.xml" ContentType="application/inkml+xml"/>
  <Override PartName="/ppt/ink/ink1036.xml" ContentType="application/inkml+xml"/>
  <Override PartName="/ppt/ink/ink1037.xml" ContentType="application/inkml+xml"/>
  <Override PartName="/ppt/ink/ink1038.xml" ContentType="application/inkml+xml"/>
  <Override PartName="/ppt/ink/ink1039.xml" ContentType="application/inkml+xml"/>
  <Override PartName="/ppt/ink/ink1040.xml" ContentType="application/inkml+xml"/>
  <Override PartName="/ppt/ink/ink1041.xml" ContentType="application/inkml+xml"/>
  <Override PartName="/ppt/ink/ink1042.xml" ContentType="application/inkml+xml"/>
  <Override PartName="/ppt/ink/ink1043.xml" ContentType="application/inkml+xml"/>
  <Override PartName="/ppt/ink/ink1044.xml" ContentType="application/inkml+xml"/>
  <Override PartName="/ppt/ink/ink1045.xml" ContentType="application/inkml+xml"/>
  <Override PartName="/ppt/ink/ink1046.xml" ContentType="application/inkml+xml"/>
  <Override PartName="/ppt/ink/ink1047.xml" ContentType="application/inkml+xml"/>
  <Override PartName="/ppt/ink/ink1048.xml" ContentType="application/inkml+xml"/>
  <Override PartName="/ppt/ink/ink1049.xml" ContentType="application/inkml+xml"/>
  <Override PartName="/ppt/ink/ink1050.xml" ContentType="application/inkml+xml"/>
  <Override PartName="/ppt/ink/ink1051.xml" ContentType="application/inkml+xml"/>
  <Override PartName="/ppt/ink/ink1052.xml" ContentType="application/inkml+xml"/>
  <Override PartName="/ppt/ink/ink1053.xml" ContentType="application/inkml+xml"/>
  <Override PartName="/ppt/ink/ink1054.xml" ContentType="application/inkml+xml"/>
  <Override PartName="/ppt/ink/ink1055.xml" ContentType="application/inkml+xml"/>
  <Override PartName="/ppt/ink/ink1056.xml" ContentType="application/inkml+xml"/>
  <Override PartName="/ppt/ink/ink1057.xml" ContentType="application/inkml+xml"/>
  <Override PartName="/ppt/ink/ink1058.xml" ContentType="application/inkml+xml"/>
  <Override PartName="/ppt/ink/ink1059.xml" ContentType="application/inkml+xml"/>
  <Override PartName="/ppt/ink/ink1060.xml" ContentType="application/inkml+xml"/>
  <Override PartName="/ppt/ink/ink1061.xml" ContentType="application/inkml+xml"/>
  <Override PartName="/ppt/ink/ink1062.xml" ContentType="application/inkml+xml"/>
  <Override PartName="/ppt/ink/ink1063.xml" ContentType="application/inkml+xml"/>
  <Override PartName="/ppt/ink/ink1064.xml" ContentType="application/inkml+xml"/>
  <Override PartName="/ppt/ink/ink1065.xml" ContentType="application/inkml+xml"/>
  <Override PartName="/ppt/ink/ink1066.xml" ContentType="application/inkml+xml"/>
  <Override PartName="/ppt/ink/ink1067.xml" ContentType="application/inkml+xml"/>
  <Override PartName="/ppt/ink/ink1068.xml" ContentType="application/inkml+xml"/>
  <Override PartName="/ppt/ink/ink1069.xml" ContentType="application/inkml+xml"/>
  <Override PartName="/ppt/ink/ink1070.xml" ContentType="application/inkml+xml"/>
  <Override PartName="/ppt/ink/ink1071.xml" ContentType="application/inkml+xml"/>
  <Override PartName="/ppt/ink/ink1072.xml" ContentType="application/inkml+xml"/>
  <Override PartName="/ppt/ink/ink1073.xml" ContentType="application/inkml+xml"/>
  <Override PartName="/ppt/ink/ink1074.xml" ContentType="application/inkml+xml"/>
  <Override PartName="/ppt/ink/ink1075.xml" ContentType="application/inkml+xml"/>
  <Override PartName="/ppt/ink/ink1076.xml" ContentType="application/inkml+xml"/>
  <Override PartName="/ppt/ink/ink1077.xml" ContentType="application/inkml+xml"/>
  <Override PartName="/ppt/ink/ink1078.xml" ContentType="application/inkml+xml"/>
  <Override PartName="/ppt/ink/ink1079.xml" ContentType="application/inkml+xml"/>
  <Override PartName="/ppt/ink/ink1080.xml" ContentType="application/inkml+xml"/>
  <Override PartName="/ppt/ink/ink1081.xml" ContentType="application/inkml+xml"/>
  <Override PartName="/ppt/ink/ink1082.xml" ContentType="application/inkml+xml"/>
  <Override PartName="/ppt/ink/ink1083.xml" ContentType="application/inkml+xml"/>
  <Override PartName="/ppt/ink/ink1084.xml" ContentType="application/inkml+xml"/>
  <Override PartName="/ppt/ink/ink1085.xml" ContentType="application/inkml+xml"/>
  <Override PartName="/ppt/ink/ink1086.xml" ContentType="application/inkml+xml"/>
  <Override PartName="/ppt/ink/ink1087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67" r:id="rId4"/>
    <p:sldId id="258" r:id="rId5"/>
    <p:sldId id="274" r:id="rId6"/>
    <p:sldId id="281" r:id="rId7"/>
    <p:sldId id="264" r:id="rId8"/>
    <p:sldId id="259" r:id="rId9"/>
    <p:sldId id="268" r:id="rId10"/>
    <p:sldId id="269" r:id="rId11"/>
    <p:sldId id="270" r:id="rId12"/>
    <p:sldId id="271" r:id="rId13"/>
    <p:sldId id="275" r:id="rId14"/>
    <p:sldId id="280" r:id="rId15"/>
    <p:sldId id="260" r:id="rId16"/>
    <p:sldId id="276" r:id="rId17"/>
    <p:sldId id="265" r:id="rId18"/>
    <p:sldId id="261" r:id="rId19"/>
    <p:sldId id="272" r:id="rId20"/>
    <p:sldId id="277" r:id="rId21"/>
    <p:sldId id="263" r:id="rId22"/>
    <p:sldId id="278" r:id="rId23"/>
    <p:sldId id="279" r:id="rId24"/>
    <p:sldId id="273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2A1A6E7-9E6E-4CD1-A589-59722344DB57}" v="309" dt="2025-12-16T16:19:22.679"/>
    <p1510:client id="{C5963665-CFE6-BE4B-8276-1CB5905A9E06}" v="5" dt="2025-12-15T22:09:03.3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99"/>
    <p:restoredTop sz="94658"/>
  </p:normalViewPr>
  <p:slideViewPr>
    <p:cSldViewPr snapToGrid="0">
      <p:cViewPr>
        <p:scale>
          <a:sx n="93" d="100"/>
          <a:sy n="93" d="100"/>
        </p:scale>
        <p:origin x="33" y="-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dica Ioana Lung" userId="64ee56e8d7162e1e" providerId="LiveId" clId="{FBA19D0F-677B-56B8-863E-85AFCD084619}"/>
    <pc:docChg chg="undo custSel addSld modSld sldOrd">
      <pc:chgData name="Rodica Ioana Lung" userId="64ee56e8d7162e1e" providerId="LiveId" clId="{FBA19D0F-677B-56B8-863E-85AFCD084619}" dt="2025-12-15T22:09:03.383" v="12"/>
      <pc:docMkLst>
        <pc:docMk/>
      </pc:docMkLst>
      <pc:sldChg chg="ord">
        <pc:chgData name="Rodica Ioana Lung" userId="64ee56e8d7162e1e" providerId="LiveId" clId="{FBA19D0F-677B-56B8-863E-85AFCD084619}" dt="2025-12-15T22:07:38.337" v="7" actId="20578"/>
        <pc:sldMkLst>
          <pc:docMk/>
          <pc:sldMk cId="650180646" sldId="271"/>
        </pc:sldMkLst>
      </pc:sldChg>
      <pc:sldChg chg="addSp delSp modSp mod">
        <pc:chgData name="Rodica Ioana Lung" userId="64ee56e8d7162e1e" providerId="LiveId" clId="{FBA19D0F-677B-56B8-863E-85AFCD084619}" dt="2025-12-15T21:04:31.325" v="6" actId="26606"/>
        <pc:sldMkLst>
          <pc:docMk/>
          <pc:sldMk cId="1220888991" sldId="275"/>
        </pc:sldMkLst>
        <pc:spChg chg="mod ord">
          <ac:chgData name="Rodica Ioana Lung" userId="64ee56e8d7162e1e" providerId="LiveId" clId="{FBA19D0F-677B-56B8-863E-85AFCD084619}" dt="2025-12-15T21:04:31.325" v="6" actId="26606"/>
          <ac:spMkLst>
            <pc:docMk/>
            <pc:sldMk cId="1220888991" sldId="275"/>
            <ac:spMk id="4" creationId="{2369CE4D-80BD-23E5-E64F-AFAE8FB82F2D}"/>
          </ac:spMkLst>
        </pc:spChg>
        <pc:spChg chg="add del">
          <ac:chgData name="Rodica Ioana Lung" userId="64ee56e8d7162e1e" providerId="LiveId" clId="{FBA19D0F-677B-56B8-863E-85AFCD084619}" dt="2025-12-15T21:04:25.882" v="3" actId="26606"/>
          <ac:spMkLst>
            <pc:docMk/>
            <pc:sldMk cId="1220888991" sldId="275"/>
            <ac:spMk id="9" creationId="{42A4FC2C-047E-45A5-965D-8E1E3BF09BC6}"/>
          </ac:spMkLst>
        </pc:spChg>
        <pc:spChg chg="add del">
          <ac:chgData name="Rodica Ioana Lung" userId="64ee56e8d7162e1e" providerId="LiveId" clId="{FBA19D0F-677B-56B8-863E-85AFCD084619}" dt="2025-12-15T21:04:31.324" v="5" actId="26606"/>
          <ac:spMkLst>
            <pc:docMk/>
            <pc:sldMk cId="1220888991" sldId="275"/>
            <ac:spMk id="11" creationId="{83C98ABE-055B-441F-B07E-44F97F083C39}"/>
          </ac:spMkLst>
        </pc:spChg>
        <pc:spChg chg="add del">
          <ac:chgData name="Rodica Ioana Lung" userId="64ee56e8d7162e1e" providerId="LiveId" clId="{FBA19D0F-677B-56B8-863E-85AFCD084619}" dt="2025-12-15T21:04:31.324" v="5" actId="26606"/>
          <ac:spMkLst>
            <pc:docMk/>
            <pc:sldMk cId="1220888991" sldId="275"/>
            <ac:spMk id="12" creationId="{F3060C83-F051-4F0E-ABAD-AA0DFC48B218}"/>
          </ac:spMkLst>
        </pc:spChg>
        <pc:spChg chg="add del">
          <ac:chgData name="Rodica Ioana Lung" userId="64ee56e8d7162e1e" providerId="LiveId" clId="{FBA19D0F-677B-56B8-863E-85AFCD084619}" dt="2025-12-15T21:04:31.324" v="5" actId="26606"/>
          <ac:spMkLst>
            <pc:docMk/>
            <pc:sldMk cId="1220888991" sldId="275"/>
            <ac:spMk id="13" creationId="{29FDB030-9B49-4CED-8CCD-4D99382388AC}"/>
          </ac:spMkLst>
        </pc:spChg>
        <pc:spChg chg="add del">
          <ac:chgData name="Rodica Ioana Lung" userId="64ee56e8d7162e1e" providerId="LiveId" clId="{FBA19D0F-677B-56B8-863E-85AFCD084619}" dt="2025-12-15T21:04:31.324" v="5" actId="26606"/>
          <ac:spMkLst>
            <pc:docMk/>
            <pc:sldMk cId="1220888991" sldId="275"/>
            <ac:spMk id="15" creationId="{3783CA14-24A1-485C-8B30-D6A5D87987AD}"/>
          </ac:spMkLst>
        </pc:spChg>
        <pc:spChg chg="add del">
          <ac:chgData name="Rodica Ioana Lung" userId="64ee56e8d7162e1e" providerId="LiveId" clId="{FBA19D0F-677B-56B8-863E-85AFCD084619}" dt="2025-12-15T21:04:31.324" v="5" actId="26606"/>
          <ac:spMkLst>
            <pc:docMk/>
            <pc:sldMk cId="1220888991" sldId="275"/>
            <ac:spMk id="17" creationId="{9A97C86A-04D6-40F7-AE84-31AB43E6A846}"/>
          </ac:spMkLst>
        </pc:spChg>
        <pc:spChg chg="add del">
          <ac:chgData name="Rodica Ioana Lung" userId="64ee56e8d7162e1e" providerId="LiveId" clId="{FBA19D0F-677B-56B8-863E-85AFCD084619}" dt="2025-12-15T21:04:31.324" v="5" actId="26606"/>
          <ac:spMkLst>
            <pc:docMk/>
            <pc:sldMk cId="1220888991" sldId="275"/>
            <ac:spMk id="19" creationId="{FF9F2414-84E8-453E-B1F3-389FDE8192D9}"/>
          </ac:spMkLst>
        </pc:spChg>
        <pc:spChg chg="add del">
          <ac:chgData name="Rodica Ioana Lung" userId="64ee56e8d7162e1e" providerId="LiveId" clId="{FBA19D0F-677B-56B8-863E-85AFCD084619}" dt="2025-12-15T21:04:31.324" v="5" actId="26606"/>
          <ac:spMkLst>
            <pc:docMk/>
            <pc:sldMk cId="1220888991" sldId="275"/>
            <ac:spMk id="21" creationId="{3ECA69A1-7536-43AC-85EF-C7106179F5ED}"/>
          </ac:spMkLst>
        </pc:spChg>
        <pc:picChg chg="add mod">
          <ac:chgData name="Rodica Ioana Lung" userId="64ee56e8d7162e1e" providerId="LiveId" clId="{FBA19D0F-677B-56B8-863E-85AFCD084619}" dt="2025-12-15T21:04:31.325" v="6" actId="26606"/>
          <ac:picMkLst>
            <pc:docMk/>
            <pc:sldMk cId="1220888991" sldId="275"/>
            <ac:picMk id="2" creationId="{B7D28D00-5791-EC5D-21FD-5671981C424F}"/>
          </ac:picMkLst>
        </pc:picChg>
        <pc:picChg chg="del">
          <ac:chgData name="Rodica Ioana Lung" userId="64ee56e8d7162e1e" providerId="LiveId" clId="{FBA19D0F-677B-56B8-863E-85AFCD084619}" dt="2025-12-15T21:03:25.014" v="1" actId="478"/>
          <ac:picMkLst>
            <pc:docMk/>
            <pc:sldMk cId="1220888991" sldId="275"/>
            <ac:picMk id="6" creationId="{2E51F6DE-9799-694A-E7E3-1686E8940F98}"/>
          </ac:picMkLst>
        </pc:picChg>
      </pc:sldChg>
      <pc:sldChg chg="new setBg">
        <pc:chgData name="Rodica Ioana Lung" userId="64ee56e8d7162e1e" providerId="LiveId" clId="{FBA19D0F-677B-56B8-863E-85AFCD084619}" dt="2025-12-15T22:08:10.302" v="11"/>
        <pc:sldMkLst>
          <pc:docMk/>
          <pc:sldMk cId="1155341855" sldId="280"/>
        </pc:sldMkLst>
      </pc:sldChg>
      <pc:sldChg chg="add setBg">
        <pc:chgData name="Rodica Ioana Lung" userId="64ee56e8d7162e1e" providerId="LiveId" clId="{FBA19D0F-677B-56B8-863E-85AFCD084619}" dt="2025-12-15T22:09:03.383" v="12"/>
        <pc:sldMkLst>
          <pc:docMk/>
          <pc:sldMk cId="4282378781" sldId="281"/>
        </pc:sldMkLst>
      </pc:sldChg>
    </pc:docChg>
  </pc:docChgLst>
  <pc:docChgLst>
    <pc:chgData name="Rodica Ioana Lung" userId="64ee56e8d7162e1e" providerId="LiveId" clId="{0F6830A5-18AB-4F1B-8BBB-DA235794CEC1}"/>
    <pc:docChg chg="custSel modSld">
      <pc:chgData name="Rodica Ioana Lung" userId="64ee56e8d7162e1e" providerId="LiveId" clId="{0F6830A5-18AB-4F1B-8BBB-DA235794CEC1}" dt="2025-12-16T16:19:28.404" v="1460" actId="9405"/>
      <pc:docMkLst>
        <pc:docMk/>
      </pc:docMkLst>
      <pc:sldChg chg="addSp modSp mod">
        <pc:chgData name="Rodica Ioana Lung" userId="64ee56e8d7162e1e" providerId="LiveId" clId="{0F6830A5-18AB-4F1B-8BBB-DA235794CEC1}" dt="2025-12-16T15:29:14.495" v="15" actId="9405"/>
        <pc:sldMkLst>
          <pc:docMk/>
          <pc:sldMk cId="1490228093" sldId="257"/>
        </pc:sldMkLst>
        <pc:spChg chg="mod">
          <ac:chgData name="Rodica Ioana Lung" userId="64ee56e8d7162e1e" providerId="LiveId" clId="{0F6830A5-18AB-4F1B-8BBB-DA235794CEC1}" dt="2025-12-16T15:07:49.077" v="3" actId="20577"/>
          <ac:spMkLst>
            <pc:docMk/>
            <pc:sldMk cId="1490228093" sldId="257"/>
            <ac:spMk id="3" creationId="{12BC563B-7C4B-4A72-89C5-10AEB6009E6D}"/>
          </ac:spMkLst>
        </pc:spChg>
        <pc:grpChg chg="mod">
          <ac:chgData name="Rodica Ioana Lung" userId="64ee56e8d7162e1e" providerId="LiveId" clId="{0F6830A5-18AB-4F1B-8BBB-DA235794CEC1}" dt="2025-12-16T15:29:04.684" v="11"/>
          <ac:grpSpMkLst>
            <pc:docMk/>
            <pc:sldMk cId="1490228093" sldId="257"/>
            <ac:grpSpMk id="7" creationId="{3C1F1370-1EE9-B474-D795-B98B87D02B67}"/>
          </ac:grpSpMkLst>
        </pc:grpChg>
        <pc:grpChg chg="mod">
          <ac:chgData name="Rodica Ioana Lung" userId="64ee56e8d7162e1e" providerId="LiveId" clId="{0F6830A5-18AB-4F1B-8BBB-DA235794CEC1}" dt="2025-12-16T15:29:06.369" v="14"/>
          <ac:grpSpMkLst>
            <pc:docMk/>
            <pc:sldMk cId="1490228093" sldId="257"/>
            <ac:grpSpMk id="10" creationId="{EA6F84E5-9F9B-C972-8ED4-F5C1D45D10A0}"/>
          </ac:grpSpMkLst>
        </pc:grpChg>
        <pc:inkChg chg="add mod">
          <ac:chgData name="Rodica Ioana Lung" userId="64ee56e8d7162e1e" providerId="LiveId" clId="{0F6830A5-18AB-4F1B-8BBB-DA235794CEC1}" dt="2025-12-16T15:29:04.684" v="11"/>
          <ac:inkMkLst>
            <pc:docMk/>
            <pc:sldMk cId="1490228093" sldId="257"/>
            <ac:inkMk id="5" creationId="{6146B1C7-8B12-8023-4AFB-979FD413056A}"/>
          </ac:inkMkLst>
        </pc:inkChg>
        <pc:inkChg chg="add mod">
          <ac:chgData name="Rodica Ioana Lung" userId="64ee56e8d7162e1e" providerId="LiveId" clId="{0F6830A5-18AB-4F1B-8BBB-DA235794CEC1}" dt="2025-12-16T15:29:04.684" v="11"/>
          <ac:inkMkLst>
            <pc:docMk/>
            <pc:sldMk cId="1490228093" sldId="257"/>
            <ac:inkMk id="6" creationId="{86CB7AE1-8D1B-54CA-E09C-276F1C893AB0}"/>
          </ac:inkMkLst>
        </pc:inkChg>
        <pc:inkChg chg="add mod">
          <ac:chgData name="Rodica Ioana Lung" userId="64ee56e8d7162e1e" providerId="LiveId" clId="{0F6830A5-18AB-4F1B-8BBB-DA235794CEC1}" dt="2025-12-16T15:29:06.369" v="14"/>
          <ac:inkMkLst>
            <pc:docMk/>
            <pc:sldMk cId="1490228093" sldId="257"/>
            <ac:inkMk id="8" creationId="{D83E8378-A869-F090-9F67-379F5BD3FB85}"/>
          </ac:inkMkLst>
        </pc:inkChg>
        <pc:inkChg chg="add mod">
          <ac:chgData name="Rodica Ioana Lung" userId="64ee56e8d7162e1e" providerId="LiveId" clId="{0F6830A5-18AB-4F1B-8BBB-DA235794CEC1}" dt="2025-12-16T15:29:06.369" v="14"/>
          <ac:inkMkLst>
            <pc:docMk/>
            <pc:sldMk cId="1490228093" sldId="257"/>
            <ac:inkMk id="9" creationId="{54A7830B-9B39-710E-20B8-252C10BBA16D}"/>
          </ac:inkMkLst>
        </pc:inkChg>
        <pc:inkChg chg="add">
          <ac:chgData name="Rodica Ioana Lung" userId="64ee56e8d7162e1e" providerId="LiveId" clId="{0F6830A5-18AB-4F1B-8BBB-DA235794CEC1}" dt="2025-12-16T15:29:14.495" v="15" actId="9405"/>
          <ac:inkMkLst>
            <pc:docMk/>
            <pc:sldMk cId="1490228093" sldId="257"/>
            <ac:inkMk id="11" creationId="{9A291476-B37F-9F03-0F1A-B01AFDA694F8}"/>
          </ac:inkMkLst>
        </pc:inkChg>
      </pc:sldChg>
      <pc:sldChg chg="addSp delSp modSp mod">
        <pc:chgData name="Rodica Ioana Lung" userId="64ee56e8d7162e1e" providerId="LiveId" clId="{0F6830A5-18AB-4F1B-8BBB-DA235794CEC1}" dt="2025-12-16T15:31:10.712" v="66" actId="9405"/>
        <pc:sldMkLst>
          <pc:docMk/>
          <pc:sldMk cId="3618445486" sldId="258"/>
        </pc:sldMkLst>
        <pc:grpChg chg="del mod">
          <ac:chgData name="Rodica Ioana Lung" userId="64ee56e8d7162e1e" providerId="LiveId" clId="{0F6830A5-18AB-4F1B-8BBB-DA235794CEC1}" dt="2025-12-16T15:31:02.648" v="65"/>
          <ac:grpSpMkLst>
            <pc:docMk/>
            <pc:sldMk cId="3618445486" sldId="258"/>
            <ac:grpSpMk id="11" creationId="{77A28994-F8E7-A1C3-147F-84A0E56FA51A}"/>
          </ac:grpSpMkLst>
        </pc:grpChg>
        <pc:grpChg chg="mod">
          <ac:chgData name="Rodica Ioana Lung" userId="64ee56e8d7162e1e" providerId="LiveId" clId="{0F6830A5-18AB-4F1B-8BBB-DA235794CEC1}" dt="2025-12-16T15:30:52.682" v="57"/>
          <ac:grpSpMkLst>
            <pc:docMk/>
            <pc:sldMk cId="3618445486" sldId="258"/>
            <ac:grpSpMk id="14" creationId="{ABDAFB09-41B4-B970-1563-762501191E07}"/>
          </ac:grpSpMkLst>
        </pc:grpChg>
        <pc:grpChg chg="mod">
          <ac:chgData name="Rodica Ioana Lung" userId="64ee56e8d7162e1e" providerId="LiveId" clId="{0F6830A5-18AB-4F1B-8BBB-DA235794CEC1}" dt="2025-12-16T15:31:02.648" v="65"/>
          <ac:grpSpMkLst>
            <pc:docMk/>
            <pc:sldMk cId="3618445486" sldId="258"/>
            <ac:grpSpMk id="22" creationId="{B085ADDF-D198-A214-7D62-FDAD4A997F2F}"/>
          </ac:grpSpMkLst>
        </pc:grpChg>
        <pc:inkChg chg="add">
          <ac:chgData name="Rodica Ioana Lung" userId="64ee56e8d7162e1e" providerId="LiveId" clId="{0F6830A5-18AB-4F1B-8BBB-DA235794CEC1}" dt="2025-12-16T15:30:39.945" v="50" actId="9405"/>
          <ac:inkMkLst>
            <pc:docMk/>
            <pc:sldMk cId="3618445486" sldId="258"/>
            <ac:inkMk id="6" creationId="{0B428AE9-010A-5AC9-6335-D409B761EB5F}"/>
          </ac:inkMkLst>
        </pc:inkChg>
        <pc:inkChg chg="add">
          <ac:chgData name="Rodica Ioana Lung" userId="64ee56e8d7162e1e" providerId="LiveId" clId="{0F6830A5-18AB-4F1B-8BBB-DA235794CEC1}" dt="2025-12-16T15:30:41.520" v="51" actId="9405"/>
          <ac:inkMkLst>
            <pc:docMk/>
            <pc:sldMk cId="3618445486" sldId="258"/>
            <ac:inkMk id="7" creationId="{8F09CE5C-5A71-6174-925F-AB59D3C9C1F9}"/>
          </ac:inkMkLst>
        </pc:inkChg>
        <pc:inkChg chg="add mod">
          <ac:chgData name="Rodica Ioana Lung" userId="64ee56e8d7162e1e" providerId="LiveId" clId="{0F6830A5-18AB-4F1B-8BBB-DA235794CEC1}" dt="2025-12-16T15:30:49.435" v="54"/>
          <ac:inkMkLst>
            <pc:docMk/>
            <pc:sldMk cId="3618445486" sldId="258"/>
            <ac:inkMk id="8" creationId="{957469D3-EEC4-11EA-BAE5-B4B5DC1C4B99}"/>
          </ac:inkMkLst>
        </pc:inkChg>
        <pc:inkChg chg="add mod">
          <ac:chgData name="Rodica Ioana Lung" userId="64ee56e8d7162e1e" providerId="LiveId" clId="{0F6830A5-18AB-4F1B-8BBB-DA235794CEC1}" dt="2025-12-16T15:31:02.648" v="65"/>
          <ac:inkMkLst>
            <pc:docMk/>
            <pc:sldMk cId="3618445486" sldId="258"/>
            <ac:inkMk id="9" creationId="{AE56343E-FEAC-0D6A-3A70-7C663D061ACE}"/>
          </ac:inkMkLst>
        </pc:inkChg>
        <pc:inkChg chg="add mod">
          <ac:chgData name="Rodica Ioana Lung" userId="64ee56e8d7162e1e" providerId="LiveId" clId="{0F6830A5-18AB-4F1B-8BBB-DA235794CEC1}" dt="2025-12-16T15:30:52.682" v="57"/>
          <ac:inkMkLst>
            <pc:docMk/>
            <pc:sldMk cId="3618445486" sldId="258"/>
            <ac:inkMk id="12" creationId="{A3318B8D-F0D4-AB15-4314-462C5CF97766}"/>
          </ac:inkMkLst>
        </pc:inkChg>
        <pc:inkChg chg="add mod">
          <ac:chgData name="Rodica Ioana Lung" userId="64ee56e8d7162e1e" providerId="LiveId" clId="{0F6830A5-18AB-4F1B-8BBB-DA235794CEC1}" dt="2025-12-16T15:30:52.682" v="57"/>
          <ac:inkMkLst>
            <pc:docMk/>
            <pc:sldMk cId="3618445486" sldId="258"/>
            <ac:inkMk id="13" creationId="{4EAB852E-0CA6-7701-10B3-64813360547F}"/>
          </ac:inkMkLst>
        </pc:inkChg>
        <pc:inkChg chg="add mod">
          <ac:chgData name="Rodica Ioana Lung" userId="64ee56e8d7162e1e" providerId="LiveId" clId="{0F6830A5-18AB-4F1B-8BBB-DA235794CEC1}" dt="2025-12-16T15:31:02.648" v="65"/>
          <ac:inkMkLst>
            <pc:docMk/>
            <pc:sldMk cId="3618445486" sldId="258"/>
            <ac:inkMk id="15" creationId="{F481B9DC-3E2B-7EA9-2B7C-FF0BBD852718}"/>
          </ac:inkMkLst>
        </pc:inkChg>
        <pc:inkChg chg="add mod">
          <ac:chgData name="Rodica Ioana Lung" userId="64ee56e8d7162e1e" providerId="LiveId" clId="{0F6830A5-18AB-4F1B-8BBB-DA235794CEC1}" dt="2025-12-16T15:31:02.648" v="65"/>
          <ac:inkMkLst>
            <pc:docMk/>
            <pc:sldMk cId="3618445486" sldId="258"/>
            <ac:inkMk id="16" creationId="{FF15AFEF-A35C-310A-BBED-3DD4A9B70B90}"/>
          </ac:inkMkLst>
        </pc:inkChg>
        <pc:inkChg chg="add mod">
          <ac:chgData name="Rodica Ioana Lung" userId="64ee56e8d7162e1e" providerId="LiveId" clId="{0F6830A5-18AB-4F1B-8BBB-DA235794CEC1}" dt="2025-12-16T15:31:02.648" v="65"/>
          <ac:inkMkLst>
            <pc:docMk/>
            <pc:sldMk cId="3618445486" sldId="258"/>
            <ac:inkMk id="17" creationId="{76710760-4249-F889-340A-829A8EA7468F}"/>
          </ac:inkMkLst>
        </pc:inkChg>
        <pc:inkChg chg="add mod">
          <ac:chgData name="Rodica Ioana Lung" userId="64ee56e8d7162e1e" providerId="LiveId" clId="{0F6830A5-18AB-4F1B-8BBB-DA235794CEC1}" dt="2025-12-16T15:31:02.648" v="65"/>
          <ac:inkMkLst>
            <pc:docMk/>
            <pc:sldMk cId="3618445486" sldId="258"/>
            <ac:inkMk id="18" creationId="{E16007F4-7F5C-F918-86A0-E75CDAEAF300}"/>
          </ac:inkMkLst>
        </pc:inkChg>
        <pc:inkChg chg="add mod">
          <ac:chgData name="Rodica Ioana Lung" userId="64ee56e8d7162e1e" providerId="LiveId" clId="{0F6830A5-18AB-4F1B-8BBB-DA235794CEC1}" dt="2025-12-16T15:31:02.648" v="65"/>
          <ac:inkMkLst>
            <pc:docMk/>
            <pc:sldMk cId="3618445486" sldId="258"/>
            <ac:inkMk id="19" creationId="{28ED7E35-5671-920A-3BD6-07A672043115}"/>
          </ac:inkMkLst>
        </pc:inkChg>
        <pc:inkChg chg="add mod">
          <ac:chgData name="Rodica Ioana Lung" userId="64ee56e8d7162e1e" providerId="LiveId" clId="{0F6830A5-18AB-4F1B-8BBB-DA235794CEC1}" dt="2025-12-16T15:31:02.648" v="65"/>
          <ac:inkMkLst>
            <pc:docMk/>
            <pc:sldMk cId="3618445486" sldId="258"/>
            <ac:inkMk id="20" creationId="{349858A8-B536-0DF0-49B1-7881AD5801CD}"/>
          </ac:inkMkLst>
        </pc:inkChg>
        <pc:inkChg chg="add mod">
          <ac:chgData name="Rodica Ioana Lung" userId="64ee56e8d7162e1e" providerId="LiveId" clId="{0F6830A5-18AB-4F1B-8BBB-DA235794CEC1}" dt="2025-12-16T15:31:02.648" v="65"/>
          <ac:inkMkLst>
            <pc:docMk/>
            <pc:sldMk cId="3618445486" sldId="258"/>
            <ac:inkMk id="21" creationId="{E3FBA794-3224-A263-3B77-7BF33222307A}"/>
          </ac:inkMkLst>
        </pc:inkChg>
        <pc:inkChg chg="add">
          <ac:chgData name="Rodica Ioana Lung" userId="64ee56e8d7162e1e" providerId="LiveId" clId="{0F6830A5-18AB-4F1B-8BBB-DA235794CEC1}" dt="2025-12-16T15:31:10.712" v="66" actId="9405"/>
          <ac:inkMkLst>
            <pc:docMk/>
            <pc:sldMk cId="3618445486" sldId="258"/>
            <ac:inkMk id="23" creationId="{B7E79F1A-4E8E-16F7-1F87-43729A2D03BE}"/>
          </ac:inkMkLst>
        </pc:inkChg>
      </pc:sldChg>
      <pc:sldChg chg="addSp delSp modSp mod">
        <pc:chgData name="Rodica Ioana Lung" userId="64ee56e8d7162e1e" providerId="LiveId" clId="{0F6830A5-18AB-4F1B-8BBB-DA235794CEC1}" dt="2025-12-16T15:45:22.103" v="397"/>
        <pc:sldMkLst>
          <pc:docMk/>
          <pc:sldMk cId="1948499604" sldId="259"/>
        </pc:sldMkLst>
        <pc:grpChg chg="del mod">
          <ac:chgData name="Rodica Ioana Lung" userId="64ee56e8d7162e1e" providerId="LiveId" clId="{0F6830A5-18AB-4F1B-8BBB-DA235794CEC1}" dt="2025-12-16T15:43:16.083" v="352"/>
          <ac:grpSpMkLst>
            <pc:docMk/>
            <pc:sldMk cId="1948499604" sldId="259"/>
            <ac:grpSpMk id="7" creationId="{4630F12C-29EC-8A6B-2436-FBDDFA45A459}"/>
          </ac:grpSpMkLst>
        </pc:grpChg>
        <pc:grpChg chg="del mod">
          <ac:chgData name="Rodica Ioana Lung" userId="64ee56e8d7162e1e" providerId="LiveId" clId="{0F6830A5-18AB-4F1B-8BBB-DA235794CEC1}" dt="2025-12-16T15:44:43.700" v="371"/>
          <ac:grpSpMkLst>
            <pc:docMk/>
            <pc:sldMk cId="1948499604" sldId="259"/>
            <ac:grpSpMk id="14" creationId="{7CF97E4C-2944-44FE-DD34-CF11AD558CA1}"/>
          </ac:grpSpMkLst>
        </pc:grpChg>
        <pc:grpChg chg="del mod">
          <ac:chgData name="Rodica Ioana Lung" userId="64ee56e8d7162e1e" providerId="LiveId" clId="{0F6830A5-18AB-4F1B-8BBB-DA235794CEC1}" dt="2025-12-16T15:44:26.383" v="363"/>
          <ac:grpSpMkLst>
            <pc:docMk/>
            <pc:sldMk cId="1948499604" sldId="259"/>
            <ac:grpSpMk id="20" creationId="{A9C3D627-FD96-4D84-BCE7-79243A76F4EE}"/>
          </ac:grpSpMkLst>
        </pc:grpChg>
        <pc:grpChg chg="del mod">
          <ac:chgData name="Rodica Ioana Lung" userId="64ee56e8d7162e1e" providerId="LiveId" clId="{0F6830A5-18AB-4F1B-8BBB-DA235794CEC1}" dt="2025-12-16T15:44:43.700" v="371"/>
          <ac:grpSpMkLst>
            <pc:docMk/>
            <pc:sldMk cId="1948499604" sldId="259"/>
            <ac:grpSpMk id="21" creationId="{9F020CE4-F368-C5D1-35E6-081B5D169226}"/>
          </ac:grpSpMkLst>
        </pc:grpChg>
        <pc:grpChg chg="del mod">
          <ac:chgData name="Rodica Ioana Lung" userId="64ee56e8d7162e1e" providerId="LiveId" clId="{0F6830A5-18AB-4F1B-8BBB-DA235794CEC1}" dt="2025-12-16T15:44:43.700" v="371"/>
          <ac:grpSpMkLst>
            <pc:docMk/>
            <pc:sldMk cId="1948499604" sldId="259"/>
            <ac:grpSpMk id="26" creationId="{E5E7BE9D-3267-E610-13C4-C3835E73D97E}"/>
          </ac:grpSpMkLst>
        </pc:grpChg>
        <pc:grpChg chg="del mod">
          <ac:chgData name="Rodica Ioana Lung" userId="64ee56e8d7162e1e" providerId="LiveId" clId="{0F6830A5-18AB-4F1B-8BBB-DA235794CEC1}" dt="2025-12-16T15:45:06.021" v="384"/>
          <ac:grpSpMkLst>
            <pc:docMk/>
            <pc:sldMk cId="1948499604" sldId="259"/>
            <ac:grpSpMk id="29" creationId="{94500A24-0E7E-E041-2D21-2D076F3A6EEE}"/>
          </ac:grpSpMkLst>
        </pc:grpChg>
        <pc:grpChg chg="del mod">
          <ac:chgData name="Rodica Ioana Lung" userId="64ee56e8d7162e1e" providerId="LiveId" clId="{0F6830A5-18AB-4F1B-8BBB-DA235794CEC1}" dt="2025-12-16T15:45:06.021" v="384"/>
          <ac:grpSpMkLst>
            <pc:docMk/>
            <pc:sldMk cId="1948499604" sldId="259"/>
            <ac:grpSpMk id="39" creationId="{228F0EB6-4282-4967-F49B-296CB2310D09}"/>
          </ac:grpSpMkLst>
        </pc:grpChg>
        <pc:grpChg chg="del mod">
          <ac:chgData name="Rodica Ioana Lung" userId="64ee56e8d7162e1e" providerId="LiveId" clId="{0F6830A5-18AB-4F1B-8BBB-DA235794CEC1}" dt="2025-12-16T15:45:06.021" v="384"/>
          <ac:grpSpMkLst>
            <pc:docMk/>
            <pc:sldMk cId="1948499604" sldId="259"/>
            <ac:grpSpMk id="40" creationId="{05B373E7-25CD-0084-DC4F-FFA86C597A79}"/>
          </ac:grpSpMkLst>
        </pc:grpChg>
        <pc:grpChg chg="mod">
          <ac:chgData name="Rodica Ioana Lung" userId="64ee56e8d7162e1e" providerId="LiveId" clId="{0F6830A5-18AB-4F1B-8BBB-DA235794CEC1}" dt="2025-12-16T15:45:06.021" v="384"/>
          <ac:grpSpMkLst>
            <pc:docMk/>
            <pc:sldMk cId="1948499604" sldId="259"/>
            <ac:grpSpMk id="43" creationId="{15160958-662E-501F-62F9-283601730E4B}"/>
          </ac:grpSpMkLst>
        </pc:grpChg>
        <pc:grpChg chg="del mod">
          <ac:chgData name="Rodica Ioana Lung" userId="64ee56e8d7162e1e" providerId="LiveId" clId="{0F6830A5-18AB-4F1B-8BBB-DA235794CEC1}" dt="2025-12-16T15:45:18.758" v="394"/>
          <ac:grpSpMkLst>
            <pc:docMk/>
            <pc:sldMk cId="1948499604" sldId="259"/>
            <ac:grpSpMk id="50" creationId="{1BE0CD97-EC3C-0271-1149-0DE33522DA1C}"/>
          </ac:grpSpMkLst>
        </pc:grpChg>
        <pc:grpChg chg="mod">
          <ac:chgData name="Rodica Ioana Lung" userId="64ee56e8d7162e1e" providerId="LiveId" clId="{0F6830A5-18AB-4F1B-8BBB-DA235794CEC1}" dt="2025-12-16T15:45:18.758" v="394"/>
          <ac:grpSpMkLst>
            <pc:docMk/>
            <pc:sldMk cId="1948499604" sldId="259"/>
            <ac:grpSpMk id="53" creationId="{1B4F9053-7344-EF78-AA5D-CA2B18E28578}"/>
          </ac:grpSpMkLst>
        </pc:grpChg>
        <pc:grpChg chg="mod">
          <ac:chgData name="Rodica Ioana Lung" userId="64ee56e8d7162e1e" providerId="LiveId" clId="{0F6830A5-18AB-4F1B-8BBB-DA235794CEC1}" dt="2025-12-16T15:45:22.103" v="397"/>
          <ac:grpSpMkLst>
            <pc:docMk/>
            <pc:sldMk cId="1948499604" sldId="259"/>
            <ac:grpSpMk id="56" creationId="{E76AA922-200C-9FB2-0F23-B0D312D949D6}"/>
          </ac:grpSpMkLst>
        </pc:grpChg>
        <pc:inkChg chg="add mod">
          <ac:chgData name="Rodica Ioana Lung" userId="64ee56e8d7162e1e" providerId="LiveId" clId="{0F6830A5-18AB-4F1B-8BBB-DA235794CEC1}" dt="2025-12-16T15:43:16.083" v="352"/>
          <ac:inkMkLst>
            <pc:docMk/>
            <pc:sldMk cId="1948499604" sldId="259"/>
            <ac:inkMk id="4" creationId="{EDDAF5CC-FC17-B07B-C2A8-46EA7E9B3980}"/>
          </ac:inkMkLst>
        </pc:inkChg>
        <pc:inkChg chg="add mod">
          <ac:chgData name="Rodica Ioana Lung" userId="64ee56e8d7162e1e" providerId="LiveId" clId="{0F6830A5-18AB-4F1B-8BBB-DA235794CEC1}" dt="2025-12-16T15:44:43.700" v="371"/>
          <ac:inkMkLst>
            <pc:docMk/>
            <pc:sldMk cId="1948499604" sldId="259"/>
            <ac:inkMk id="5" creationId="{C4A6B13B-5A32-0B50-D964-75134DFA29B8}"/>
          </ac:inkMkLst>
        </pc:inkChg>
        <pc:inkChg chg="add mod">
          <ac:chgData name="Rodica Ioana Lung" userId="64ee56e8d7162e1e" providerId="LiveId" clId="{0F6830A5-18AB-4F1B-8BBB-DA235794CEC1}" dt="2025-12-16T15:44:43.700" v="371"/>
          <ac:inkMkLst>
            <pc:docMk/>
            <pc:sldMk cId="1948499604" sldId="259"/>
            <ac:inkMk id="6" creationId="{4DC2E279-8BF8-AD95-99F6-C6A38F28BB43}"/>
          </ac:inkMkLst>
        </pc:inkChg>
        <pc:inkChg chg="add mod">
          <ac:chgData name="Rodica Ioana Lung" userId="64ee56e8d7162e1e" providerId="LiveId" clId="{0F6830A5-18AB-4F1B-8BBB-DA235794CEC1}" dt="2025-12-16T15:43:16.083" v="352"/>
          <ac:inkMkLst>
            <pc:docMk/>
            <pc:sldMk cId="1948499604" sldId="259"/>
            <ac:inkMk id="8" creationId="{5551C525-547C-F9E8-E146-1D13D51B9D0A}"/>
          </ac:inkMkLst>
        </pc:inkChg>
        <pc:inkChg chg="add mod">
          <ac:chgData name="Rodica Ioana Lung" userId="64ee56e8d7162e1e" providerId="LiveId" clId="{0F6830A5-18AB-4F1B-8BBB-DA235794CEC1}" dt="2025-12-16T15:45:06.021" v="384"/>
          <ac:inkMkLst>
            <pc:docMk/>
            <pc:sldMk cId="1948499604" sldId="259"/>
            <ac:inkMk id="9" creationId="{49CA2BC4-BAF5-1046-5824-7B1FB8BB1F31}"/>
          </ac:inkMkLst>
        </pc:inkChg>
        <pc:inkChg chg="add mod">
          <ac:chgData name="Rodica Ioana Lung" userId="64ee56e8d7162e1e" providerId="LiveId" clId="{0F6830A5-18AB-4F1B-8BBB-DA235794CEC1}" dt="2025-12-16T15:43:16.083" v="352"/>
          <ac:inkMkLst>
            <pc:docMk/>
            <pc:sldMk cId="1948499604" sldId="259"/>
            <ac:inkMk id="11" creationId="{CC925ADB-3F65-0B4F-F1C1-04064D64172F}"/>
          </ac:inkMkLst>
        </pc:inkChg>
        <pc:inkChg chg="add mod">
          <ac:chgData name="Rodica Ioana Lung" userId="64ee56e8d7162e1e" providerId="LiveId" clId="{0F6830A5-18AB-4F1B-8BBB-DA235794CEC1}" dt="2025-12-16T15:43:16.083" v="352"/>
          <ac:inkMkLst>
            <pc:docMk/>
            <pc:sldMk cId="1948499604" sldId="259"/>
            <ac:inkMk id="12" creationId="{1C1A4C93-653A-FD77-788E-277E7CE3AB2E}"/>
          </ac:inkMkLst>
        </pc:inkChg>
        <pc:inkChg chg="add mod">
          <ac:chgData name="Rodica Ioana Lung" userId="64ee56e8d7162e1e" providerId="LiveId" clId="{0F6830A5-18AB-4F1B-8BBB-DA235794CEC1}" dt="2025-12-16T15:45:06.021" v="384"/>
          <ac:inkMkLst>
            <pc:docMk/>
            <pc:sldMk cId="1948499604" sldId="259"/>
            <ac:inkMk id="13" creationId="{812CE405-3D42-AF51-88C5-9020BB2077D5}"/>
          </ac:inkMkLst>
        </pc:inkChg>
        <pc:inkChg chg="add">
          <ac:chgData name="Rodica Ioana Lung" userId="64ee56e8d7162e1e" providerId="LiveId" clId="{0F6830A5-18AB-4F1B-8BBB-DA235794CEC1}" dt="2025-12-16T15:44:16.813" v="353" actId="9405"/>
          <ac:inkMkLst>
            <pc:docMk/>
            <pc:sldMk cId="1948499604" sldId="259"/>
            <ac:inkMk id="15" creationId="{EA78278D-49C1-6635-224A-F414956B7C15}"/>
          </ac:inkMkLst>
        </pc:inkChg>
        <pc:inkChg chg="add mod">
          <ac:chgData name="Rodica Ioana Lung" userId="64ee56e8d7162e1e" providerId="LiveId" clId="{0F6830A5-18AB-4F1B-8BBB-DA235794CEC1}" dt="2025-12-16T15:44:23.860" v="358"/>
          <ac:inkMkLst>
            <pc:docMk/>
            <pc:sldMk cId="1948499604" sldId="259"/>
            <ac:inkMk id="16" creationId="{DE30ABD9-6FC6-5B90-9B6F-8BA698DE0E82}"/>
          </ac:inkMkLst>
        </pc:inkChg>
        <pc:inkChg chg="add mod">
          <ac:chgData name="Rodica Ioana Lung" userId="64ee56e8d7162e1e" providerId="LiveId" clId="{0F6830A5-18AB-4F1B-8BBB-DA235794CEC1}" dt="2025-12-16T15:44:43.700" v="371"/>
          <ac:inkMkLst>
            <pc:docMk/>
            <pc:sldMk cId="1948499604" sldId="259"/>
            <ac:inkMk id="17" creationId="{0A0E8D77-7F49-AEC7-EA3D-183605AB6466}"/>
          </ac:inkMkLst>
        </pc:inkChg>
        <pc:inkChg chg="add mod">
          <ac:chgData name="Rodica Ioana Lung" userId="64ee56e8d7162e1e" providerId="LiveId" clId="{0F6830A5-18AB-4F1B-8BBB-DA235794CEC1}" dt="2025-12-16T15:44:26.383" v="363"/>
          <ac:inkMkLst>
            <pc:docMk/>
            <pc:sldMk cId="1948499604" sldId="259"/>
            <ac:inkMk id="18" creationId="{B309B399-537C-4B32-31C5-FA8045303DC6}"/>
          </ac:inkMkLst>
        </pc:inkChg>
        <pc:inkChg chg="add mod">
          <ac:chgData name="Rodica Ioana Lung" userId="64ee56e8d7162e1e" providerId="LiveId" clId="{0F6830A5-18AB-4F1B-8BBB-DA235794CEC1}" dt="2025-12-16T15:44:26.383" v="363"/>
          <ac:inkMkLst>
            <pc:docMk/>
            <pc:sldMk cId="1948499604" sldId="259"/>
            <ac:inkMk id="19" creationId="{A6300FD6-9494-EDDF-6E01-A4405F414EDD}"/>
          </ac:inkMkLst>
        </pc:inkChg>
        <pc:inkChg chg="add mod">
          <ac:chgData name="Rodica Ioana Lung" userId="64ee56e8d7162e1e" providerId="LiveId" clId="{0F6830A5-18AB-4F1B-8BBB-DA235794CEC1}" dt="2025-12-16T15:45:06.021" v="384"/>
          <ac:inkMkLst>
            <pc:docMk/>
            <pc:sldMk cId="1948499604" sldId="259"/>
            <ac:inkMk id="22" creationId="{12EB86DF-7351-8633-DFAA-B58920F2B143}"/>
          </ac:inkMkLst>
        </pc:inkChg>
        <pc:inkChg chg="add mod">
          <ac:chgData name="Rodica Ioana Lung" userId="64ee56e8d7162e1e" providerId="LiveId" clId="{0F6830A5-18AB-4F1B-8BBB-DA235794CEC1}" dt="2025-12-16T15:44:43.700" v="371"/>
          <ac:inkMkLst>
            <pc:docMk/>
            <pc:sldMk cId="1948499604" sldId="259"/>
            <ac:inkMk id="23" creationId="{EBF356AD-B2FB-B948-CA70-260DB9B391BA}"/>
          </ac:inkMkLst>
        </pc:inkChg>
        <pc:inkChg chg="add mod">
          <ac:chgData name="Rodica Ioana Lung" userId="64ee56e8d7162e1e" providerId="LiveId" clId="{0F6830A5-18AB-4F1B-8BBB-DA235794CEC1}" dt="2025-12-16T15:44:43.700" v="371"/>
          <ac:inkMkLst>
            <pc:docMk/>
            <pc:sldMk cId="1948499604" sldId="259"/>
            <ac:inkMk id="24" creationId="{0CFFDC77-14B9-0C70-D87E-E30C33E79C67}"/>
          </ac:inkMkLst>
        </pc:inkChg>
        <pc:inkChg chg="add mod">
          <ac:chgData name="Rodica Ioana Lung" userId="64ee56e8d7162e1e" providerId="LiveId" clId="{0F6830A5-18AB-4F1B-8BBB-DA235794CEC1}" dt="2025-12-16T15:44:26.383" v="363"/>
          <ac:inkMkLst>
            <pc:docMk/>
            <pc:sldMk cId="1948499604" sldId="259"/>
            <ac:inkMk id="25" creationId="{DE0F7C55-DE6F-F5D6-E7F1-E721085F0127}"/>
          </ac:inkMkLst>
        </pc:inkChg>
        <pc:inkChg chg="add mod">
          <ac:chgData name="Rodica Ioana Lung" userId="64ee56e8d7162e1e" providerId="LiveId" clId="{0F6830A5-18AB-4F1B-8BBB-DA235794CEC1}" dt="2025-12-16T15:44:43.700" v="371"/>
          <ac:inkMkLst>
            <pc:docMk/>
            <pc:sldMk cId="1948499604" sldId="259"/>
            <ac:inkMk id="27" creationId="{0B32BA9B-638E-096E-095C-EDCA64F51FEE}"/>
          </ac:inkMkLst>
        </pc:inkChg>
        <pc:inkChg chg="add">
          <ac:chgData name="Rodica Ioana Lung" userId="64ee56e8d7162e1e" providerId="LiveId" clId="{0F6830A5-18AB-4F1B-8BBB-DA235794CEC1}" dt="2025-12-16T15:44:42.925" v="370" actId="9405"/>
          <ac:inkMkLst>
            <pc:docMk/>
            <pc:sldMk cId="1948499604" sldId="259"/>
            <ac:inkMk id="28" creationId="{31ABDB0F-E009-B100-CD11-BAC4E21BED3B}"/>
          </ac:inkMkLst>
        </pc:inkChg>
        <pc:inkChg chg="add mod">
          <ac:chgData name="Rodica Ioana Lung" userId="64ee56e8d7162e1e" providerId="LiveId" clId="{0F6830A5-18AB-4F1B-8BBB-DA235794CEC1}" dt="2025-12-16T15:45:06.021" v="384"/>
          <ac:inkMkLst>
            <pc:docMk/>
            <pc:sldMk cId="1948499604" sldId="259"/>
            <ac:inkMk id="30" creationId="{5809A0FE-0076-6E2B-E4A4-B5BAF0047AE4}"/>
          </ac:inkMkLst>
        </pc:inkChg>
        <pc:inkChg chg="add mod">
          <ac:chgData name="Rodica Ioana Lung" userId="64ee56e8d7162e1e" providerId="LiveId" clId="{0F6830A5-18AB-4F1B-8BBB-DA235794CEC1}" dt="2025-12-16T15:44:51.922" v="381"/>
          <ac:inkMkLst>
            <pc:docMk/>
            <pc:sldMk cId="1948499604" sldId="259"/>
            <ac:inkMk id="31" creationId="{3058BA51-E9BD-E4FF-015D-78E5897A96F6}"/>
          </ac:inkMkLst>
        </pc:inkChg>
        <pc:inkChg chg="add mod">
          <ac:chgData name="Rodica Ioana Lung" userId="64ee56e8d7162e1e" providerId="LiveId" clId="{0F6830A5-18AB-4F1B-8BBB-DA235794CEC1}" dt="2025-12-16T15:44:51.922" v="381"/>
          <ac:inkMkLst>
            <pc:docMk/>
            <pc:sldMk cId="1948499604" sldId="259"/>
            <ac:inkMk id="32" creationId="{E2A58F72-36C0-F18F-2011-6841A3E74F2E}"/>
          </ac:inkMkLst>
        </pc:inkChg>
        <pc:inkChg chg="add mod">
          <ac:chgData name="Rodica Ioana Lung" userId="64ee56e8d7162e1e" providerId="LiveId" clId="{0F6830A5-18AB-4F1B-8BBB-DA235794CEC1}" dt="2025-12-16T15:44:51.922" v="381"/>
          <ac:inkMkLst>
            <pc:docMk/>
            <pc:sldMk cId="1948499604" sldId="259"/>
            <ac:inkMk id="33" creationId="{BE74418F-AF3F-FB89-19A9-E52643EB08FB}"/>
          </ac:inkMkLst>
        </pc:inkChg>
        <pc:inkChg chg="add mod">
          <ac:chgData name="Rodica Ioana Lung" userId="64ee56e8d7162e1e" providerId="LiveId" clId="{0F6830A5-18AB-4F1B-8BBB-DA235794CEC1}" dt="2025-12-16T15:44:51.922" v="381"/>
          <ac:inkMkLst>
            <pc:docMk/>
            <pc:sldMk cId="1948499604" sldId="259"/>
            <ac:inkMk id="34" creationId="{D6B415A5-BA6A-4132-CFF2-DDE5F02226BE}"/>
          </ac:inkMkLst>
        </pc:inkChg>
        <pc:inkChg chg="add mod">
          <ac:chgData name="Rodica Ioana Lung" userId="64ee56e8d7162e1e" providerId="LiveId" clId="{0F6830A5-18AB-4F1B-8BBB-DA235794CEC1}" dt="2025-12-16T15:44:51.922" v="381"/>
          <ac:inkMkLst>
            <pc:docMk/>
            <pc:sldMk cId="1948499604" sldId="259"/>
            <ac:inkMk id="35" creationId="{3E406469-3C02-59F7-E117-B2426078AA33}"/>
          </ac:inkMkLst>
        </pc:inkChg>
        <pc:inkChg chg="add mod">
          <ac:chgData name="Rodica Ioana Lung" userId="64ee56e8d7162e1e" providerId="LiveId" clId="{0F6830A5-18AB-4F1B-8BBB-DA235794CEC1}" dt="2025-12-16T15:44:51.922" v="381"/>
          <ac:inkMkLst>
            <pc:docMk/>
            <pc:sldMk cId="1948499604" sldId="259"/>
            <ac:inkMk id="36" creationId="{514618D7-4BE9-1197-AC4E-3EB3FF6217F6}"/>
          </ac:inkMkLst>
        </pc:inkChg>
        <pc:inkChg chg="add mod">
          <ac:chgData name="Rodica Ioana Lung" userId="64ee56e8d7162e1e" providerId="LiveId" clId="{0F6830A5-18AB-4F1B-8BBB-DA235794CEC1}" dt="2025-12-16T15:45:06.021" v="384"/>
          <ac:inkMkLst>
            <pc:docMk/>
            <pc:sldMk cId="1948499604" sldId="259"/>
            <ac:inkMk id="37" creationId="{D6B6D354-0FD3-43FC-A712-7E3C8200A7FA}"/>
          </ac:inkMkLst>
        </pc:inkChg>
        <pc:inkChg chg="add">
          <ac:chgData name="Rodica Ioana Lung" userId="64ee56e8d7162e1e" providerId="LiveId" clId="{0F6830A5-18AB-4F1B-8BBB-DA235794CEC1}" dt="2025-12-16T15:44:51.349" v="380" actId="9405"/>
          <ac:inkMkLst>
            <pc:docMk/>
            <pc:sldMk cId="1948499604" sldId="259"/>
            <ac:inkMk id="38" creationId="{44483DA7-6620-4A22-AECE-CB2A8AB8C375}"/>
          </ac:inkMkLst>
        </pc:inkChg>
        <pc:inkChg chg="add mod">
          <ac:chgData name="Rodica Ioana Lung" userId="64ee56e8d7162e1e" providerId="LiveId" clId="{0F6830A5-18AB-4F1B-8BBB-DA235794CEC1}" dt="2025-12-16T15:45:06.021" v="384"/>
          <ac:inkMkLst>
            <pc:docMk/>
            <pc:sldMk cId="1948499604" sldId="259"/>
            <ac:inkMk id="41" creationId="{9D7B8199-C093-5B20-751A-636EB5CC5908}"/>
          </ac:inkMkLst>
        </pc:inkChg>
        <pc:inkChg chg="add">
          <ac:chgData name="Rodica Ioana Lung" userId="64ee56e8d7162e1e" providerId="LiveId" clId="{0F6830A5-18AB-4F1B-8BBB-DA235794CEC1}" dt="2025-12-16T15:45:05.424" v="383" actId="9405"/>
          <ac:inkMkLst>
            <pc:docMk/>
            <pc:sldMk cId="1948499604" sldId="259"/>
            <ac:inkMk id="42" creationId="{692D7DFE-7533-3A12-3578-F8769713954B}"/>
          </ac:inkMkLst>
        </pc:inkChg>
        <pc:inkChg chg="add mod">
          <ac:chgData name="Rodica Ioana Lung" userId="64ee56e8d7162e1e" providerId="LiveId" clId="{0F6830A5-18AB-4F1B-8BBB-DA235794CEC1}" dt="2025-12-16T15:45:18.758" v="394"/>
          <ac:inkMkLst>
            <pc:docMk/>
            <pc:sldMk cId="1948499604" sldId="259"/>
            <ac:inkMk id="44" creationId="{134C9452-8294-031B-1E87-CABBB44647C8}"/>
          </ac:inkMkLst>
        </pc:inkChg>
        <pc:inkChg chg="add mod">
          <ac:chgData name="Rodica Ioana Lung" userId="64ee56e8d7162e1e" providerId="LiveId" clId="{0F6830A5-18AB-4F1B-8BBB-DA235794CEC1}" dt="2025-12-16T15:45:18.758" v="394"/>
          <ac:inkMkLst>
            <pc:docMk/>
            <pc:sldMk cId="1948499604" sldId="259"/>
            <ac:inkMk id="45" creationId="{EC96C042-4BF9-F848-3558-B2B0275C1F26}"/>
          </ac:inkMkLst>
        </pc:inkChg>
        <pc:inkChg chg="add mod">
          <ac:chgData name="Rodica Ioana Lung" userId="64ee56e8d7162e1e" providerId="LiveId" clId="{0F6830A5-18AB-4F1B-8BBB-DA235794CEC1}" dt="2025-12-16T15:45:18.758" v="394"/>
          <ac:inkMkLst>
            <pc:docMk/>
            <pc:sldMk cId="1948499604" sldId="259"/>
            <ac:inkMk id="46" creationId="{2A0A79CF-23BC-8782-D39C-C14BE2DD7643}"/>
          </ac:inkMkLst>
        </pc:inkChg>
        <pc:inkChg chg="add mod">
          <ac:chgData name="Rodica Ioana Lung" userId="64ee56e8d7162e1e" providerId="LiveId" clId="{0F6830A5-18AB-4F1B-8BBB-DA235794CEC1}" dt="2025-12-16T15:45:18.758" v="394"/>
          <ac:inkMkLst>
            <pc:docMk/>
            <pc:sldMk cId="1948499604" sldId="259"/>
            <ac:inkMk id="47" creationId="{98E944CC-5267-4901-B6D9-502BA5BE1C87}"/>
          </ac:inkMkLst>
        </pc:inkChg>
        <pc:inkChg chg="add mod">
          <ac:chgData name="Rodica Ioana Lung" userId="64ee56e8d7162e1e" providerId="LiveId" clId="{0F6830A5-18AB-4F1B-8BBB-DA235794CEC1}" dt="2025-12-16T15:45:18.758" v="394"/>
          <ac:inkMkLst>
            <pc:docMk/>
            <pc:sldMk cId="1948499604" sldId="259"/>
            <ac:inkMk id="48" creationId="{49584492-5C5A-C01C-D431-5CA5F21D4FD7}"/>
          </ac:inkMkLst>
        </pc:inkChg>
        <pc:inkChg chg="add mod">
          <ac:chgData name="Rodica Ioana Lung" userId="64ee56e8d7162e1e" providerId="LiveId" clId="{0F6830A5-18AB-4F1B-8BBB-DA235794CEC1}" dt="2025-12-16T15:45:18.758" v="394"/>
          <ac:inkMkLst>
            <pc:docMk/>
            <pc:sldMk cId="1948499604" sldId="259"/>
            <ac:inkMk id="49" creationId="{675BB18D-E00D-E4D8-1AF4-9F6D0BFC8D5A}"/>
          </ac:inkMkLst>
        </pc:inkChg>
        <pc:inkChg chg="add mod">
          <ac:chgData name="Rodica Ioana Lung" userId="64ee56e8d7162e1e" providerId="LiveId" clId="{0F6830A5-18AB-4F1B-8BBB-DA235794CEC1}" dt="2025-12-16T15:45:18.758" v="394"/>
          <ac:inkMkLst>
            <pc:docMk/>
            <pc:sldMk cId="1948499604" sldId="259"/>
            <ac:inkMk id="51" creationId="{17724FD1-D00D-903D-8100-1990A1BEB3D4}"/>
          </ac:inkMkLst>
        </pc:inkChg>
        <pc:inkChg chg="add mod">
          <ac:chgData name="Rodica Ioana Lung" userId="64ee56e8d7162e1e" providerId="LiveId" clId="{0F6830A5-18AB-4F1B-8BBB-DA235794CEC1}" dt="2025-12-16T15:45:18.758" v="394"/>
          <ac:inkMkLst>
            <pc:docMk/>
            <pc:sldMk cId="1948499604" sldId="259"/>
            <ac:inkMk id="52" creationId="{14D5A171-735F-C50C-05F6-C4E7785B385F}"/>
          </ac:inkMkLst>
        </pc:inkChg>
        <pc:inkChg chg="add mod">
          <ac:chgData name="Rodica Ioana Lung" userId="64ee56e8d7162e1e" providerId="LiveId" clId="{0F6830A5-18AB-4F1B-8BBB-DA235794CEC1}" dt="2025-12-16T15:45:22.103" v="397"/>
          <ac:inkMkLst>
            <pc:docMk/>
            <pc:sldMk cId="1948499604" sldId="259"/>
            <ac:inkMk id="54" creationId="{4CC76E23-4597-A59E-7379-3853E03CE854}"/>
          </ac:inkMkLst>
        </pc:inkChg>
        <pc:inkChg chg="add mod">
          <ac:chgData name="Rodica Ioana Lung" userId="64ee56e8d7162e1e" providerId="LiveId" clId="{0F6830A5-18AB-4F1B-8BBB-DA235794CEC1}" dt="2025-12-16T15:45:22.103" v="397"/>
          <ac:inkMkLst>
            <pc:docMk/>
            <pc:sldMk cId="1948499604" sldId="259"/>
            <ac:inkMk id="55" creationId="{09E67372-A7CE-36CE-594D-733857373054}"/>
          </ac:inkMkLst>
        </pc:inkChg>
      </pc:sldChg>
      <pc:sldChg chg="addSp modSp mod">
        <pc:chgData name="Rodica Ioana Lung" userId="64ee56e8d7162e1e" providerId="LiveId" clId="{0F6830A5-18AB-4F1B-8BBB-DA235794CEC1}" dt="2025-12-16T16:05:30.731" v="1179"/>
        <pc:sldMkLst>
          <pc:docMk/>
          <pc:sldMk cId="926274603" sldId="260"/>
        </pc:sldMkLst>
        <pc:grpChg chg="mod">
          <ac:chgData name="Rodica Ioana Lung" userId="64ee56e8d7162e1e" providerId="LiveId" clId="{0F6830A5-18AB-4F1B-8BBB-DA235794CEC1}" dt="2025-12-16T16:05:21.243" v="1169"/>
          <ac:grpSpMkLst>
            <pc:docMk/>
            <pc:sldMk cId="926274603" sldId="260"/>
            <ac:grpSpMk id="15" creationId="{70209E41-4381-DF13-897E-497D65BCFC24}"/>
          </ac:grpSpMkLst>
        </pc:grpChg>
        <pc:grpChg chg="mod">
          <ac:chgData name="Rodica Ioana Lung" userId="64ee56e8d7162e1e" providerId="LiveId" clId="{0F6830A5-18AB-4F1B-8BBB-DA235794CEC1}" dt="2025-12-16T16:05:30.731" v="1179"/>
          <ac:grpSpMkLst>
            <pc:docMk/>
            <pc:sldMk cId="926274603" sldId="260"/>
            <ac:grpSpMk id="25" creationId="{3D20DE08-E628-9382-71FD-A327F5E8707A}"/>
          </ac:grpSpMkLst>
        </pc:grpChg>
        <pc:inkChg chg="add">
          <ac:chgData name="Rodica Ioana Lung" userId="64ee56e8d7162e1e" providerId="LiveId" clId="{0F6830A5-18AB-4F1B-8BBB-DA235794CEC1}" dt="2025-12-16T16:05:15.377" v="1161" actId="9405"/>
          <ac:inkMkLst>
            <pc:docMk/>
            <pc:sldMk cId="926274603" sldId="260"/>
            <ac:inkMk id="4" creationId="{6C4B937D-3CFA-A479-54EA-3E8475BDB033}"/>
          </ac:inkMkLst>
        </pc:inkChg>
        <pc:inkChg chg="add mod">
          <ac:chgData name="Rodica Ioana Lung" userId="64ee56e8d7162e1e" providerId="LiveId" clId="{0F6830A5-18AB-4F1B-8BBB-DA235794CEC1}" dt="2025-12-16T16:05:21.243" v="1169"/>
          <ac:inkMkLst>
            <pc:docMk/>
            <pc:sldMk cId="926274603" sldId="260"/>
            <ac:inkMk id="7" creationId="{1E2A230D-CF0A-33F3-F177-A1F828E16231}"/>
          </ac:inkMkLst>
        </pc:inkChg>
        <pc:inkChg chg="add mod">
          <ac:chgData name="Rodica Ioana Lung" userId="64ee56e8d7162e1e" providerId="LiveId" clId="{0F6830A5-18AB-4F1B-8BBB-DA235794CEC1}" dt="2025-12-16T16:05:21.243" v="1169"/>
          <ac:inkMkLst>
            <pc:docMk/>
            <pc:sldMk cId="926274603" sldId="260"/>
            <ac:inkMk id="8" creationId="{18B0A743-B20E-FDD2-BD7F-52AD08AD3ED0}"/>
          </ac:inkMkLst>
        </pc:inkChg>
        <pc:inkChg chg="add">
          <ac:chgData name="Rodica Ioana Lung" userId="64ee56e8d7162e1e" providerId="LiveId" clId="{0F6830A5-18AB-4F1B-8BBB-DA235794CEC1}" dt="2025-12-16T16:05:18.210" v="1164" actId="9405"/>
          <ac:inkMkLst>
            <pc:docMk/>
            <pc:sldMk cId="926274603" sldId="260"/>
            <ac:inkMk id="9" creationId="{488A456D-5AE4-4AF0-CCEC-0E0C22DD7F1A}"/>
          </ac:inkMkLst>
        </pc:inkChg>
        <pc:inkChg chg="add mod">
          <ac:chgData name="Rodica Ioana Lung" userId="64ee56e8d7162e1e" providerId="LiveId" clId="{0F6830A5-18AB-4F1B-8BBB-DA235794CEC1}" dt="2025-12-16T16:05:21.243" v="1169"/>
          <ac:inkMkLst>
            <pc:docMk/>
            <pc:sldMk cId="926274603" sldId="260"/>
            <ac:inkMk id="10" creationId="{ED62B7CE-F01A-E35C-6DCE-D63946D282E2}"/>
          </ac:inkMkLst>
        </pc:inkChg>
        <pc:inkChg chg="add mod">
          <ac:chgData name="Rodica Ioana Lung" userId="64ee56e8d7162e1e" providerId="LiveId" clId="{0F6830A5-18AB-4F1B-8BBB-DA235794CEC1}" dt="2025-12-16T16:05:21.243" v="1169"/>
          <ac:inkMkLst>
            <pc:docMk/>
            <pc:sldMk cId="926274603" sldId="260"/>
            <ac:inkMk id="12" creationId="{BC39D4D5-A218-D75D-4BD3-B05DDC5CA37E}"/>
          </ac:inkMkLst>
        </pc:inkChg>
        <pc:inkChg chg="add mod">
          <ac:chgData name="Rodica Ioana Lung" userId="64ee56e8d7162e1e" providerId="LiveId" clId="{0F6830A5-18AB-4F1B-8BBB-DA235794CEC1}" dt="2025-12-16T16:05:21.243" v="1169"/>
          <ac:inkMkLst>
            <pc:docMk/>
            <pc:sldMk cId="926274603" sldId="260"/>
            <ac:inkMk id="13" creationId="{45089585-12A3-F674-6B3A-81019672C15C}"/>
          </ac:inkMkLst>
        </pc:inkChg>
        <pc:inkChg chg="add mod">
          <ac:chgData name="Rodica Ioana Lung" userId="64ee56e8d7162e1e" providerId="LiveId" clId="{0F6830A5-18AB-4F1B-8BBB-DA235794CEC1}" dt="2025-12-16T16:05:21.243" v="1169"/>
          <ac:inkMkLst>
            <pc:docMk/>
            <pc:sldMk cId="926274603" sldId="260"/>
            <ac:inkMk id="14" creationId="{9631535F-CD7C-46EE-75EE-2653F3E40331}"/>
          </ac:inkMkLst>
        </pc:inkChg>
        <pc:inkChg chg="add mod">
          <ac:chgData name="Rodica Ioana Lung" userId="64ee56e8d7162e1e" providerId="LiveId" clId="{0F6830A5-18AB-4F1B-8BBB-DA235794CEC1}" dt="2025-12-16T16:05:30.731" v="1179"/>
          <ac:inkMkLst>
            <pc:docMk/>
            <pc:sldMk cId="926274603" sldId="260"/>
            <ac:inkMk id="16" creationId="{00554511-32F7-CCF2-DA80-7028D1AA42F5}"/>
          </ac:inkMkLst>
        </pc:inkChg>
        <pc:inkChg chg="add mod">
          <ac:chgData name="Rodica Ioana Lung" userId="64ee56e8d7162e1e" providerId="LiveId" clId="{0F6830A5-18AB-4F1B-8BBB-DA235794CEC1}" dt="2025-12-16T16:05:30.731" v="1179"/>
          <ac:inkMkLst>
            <pc:docMk/>
            <pc:sldMk cId="926274603" sldId="260"/>
            <ac:inkMk id="17" creationId="{48266449-3354-489F-5192-FA839D4F2A22}"/>
          </ac:inkMkLst>
        </pc:inkChg>
        <pc:inkChg chg="add mod">
          <ac:chgData name="Rodica Ioana Lung" userId="64ee56e8d7162e1e" providerId="LiveId" clId="{0F6830A5-18AB-4F1B-8BBB-DA235794CEC1}" dt="2025-12-16T16:05:30.731" v="1179"/>
          <ac:inkMkLst>
            <pc:docMk/>
            <pc:sldMk cId="926274603" sldId="260"/>
            <ac:inkMk id="18" creationId="{E4C5726C-5472-A841-C2D8-FDC52BFCC87F}"/>
          </ac:inkMkLst>
        </pc:inkChg>
        <pc:inkChg chg="add mod">
          <ac:chgData name="Rodica Ioana Lung" userId="64ee56e8d7162e1e" providerId="LiveId" clId="{0F6830A5-18AB-4F1B-8BBB-DA235794CEC1}" dt="2025-12-16T16:05:30.731" v="1179"/>
          <ac:inkMkLst>
            <pc:docMk/>
            <pc:sldMk cId="926274603" sldId="260"/>
            <ac:inkMk id="19" creationId="{688BD92C-2F6B-B4F0-CBE4-535173F5002D}"/>
          </ac:inkMkLst>
        </pc:inkChg>
        <pc:inkChg chg="add mod">
          <ac:chgData name="Rodica Ioana Lung" userId="64ee56e8d7162e1e" providerId="LiveId" clId="{0F6830A5-18AB-4F1B-8BBB-DA235794CEC1}" dt="2025-12-16T16:05:30.731" v="1179"/>
          <ac:inkMkLst>
            <pc:docMk/>
            <pc:sldMk cId="926274603" sldId="260"/>
            <ac:inkMk id="20" creationId="{821CACFD-F65C-B2ED-855B-FCA1DC05E722}"/>
          </ac:inkMkLst>
        </pc:inkChg>
        <pc:inkChg chg="add mod">
          <ac:chgData name="Rodica Ioana Lung" userId="64ee56e8d7162e1e" providerId="LiveId" clId="{0F6830A5-18AB-4F1B-8BBB-DA235794CEC1}" dt="2025-12-16T16:05:30.731" v="1179"/>
          <ac:inkMkLst>
            <pc:docMk/>
            <pc:sldMk cId="926274603" sldId="260"/>
            <ac:inkMk id="21" creationId="{A73844A9-F2BC-A088-86C1-55E9005A8547}"/>
          </ac:inkMkLst>
        </pc:inkChg>
        <pc:inkChg chg="add mod">
          <ac:chgData name="Rodica Ioana Lung" userId="64ee56e8d7162e1e" providerId="LiveId" clId="{0F6830A5-18AB-4F1B-8BBB-DA235794CEC1}" dt="2025-12-16T16:05:30.731" v="1179"/>
          <ac:inkMkLst>
            <pc:docMk/>
            <pc:sldMk cId="926274603" sldId="260"/>
            <ac:inkMk id="22" creationId="{6D3284B7-BE22-3FC1-19D3-CC2603FD99B1}"/>
          </ac:inkMkLst>
        </pc:inkChg>
        <pc:inkChg chg="add mod">
          <ac:chgData name="Rodica Ioana Lung" userId="64ee56e8d7162e1e" providerId="LiveId" clId="{0F6830A5-18AB-4F1B-8BBB-DA235794CEC1}" dt="2025-12-16T16:05:30.731" v="1179"/>
          <ac:inkMkLst>
            <pc:docMk/>
            <pc:sldMk cId="926274603" sldId="260"/>
            <ac:inkMk id="23" creationId="{1947A585-3AD2-9C98-751B-C7D53006C49E}"/>
          </ac:inkMkLst>
        </pc:inkChg>
        <pc:inkChg chg="add mod">
          <ac:chgData name="Rodica Ioana Lung" userId="64ee56e8d7162e1e" providerId="LiveId" clId="{0F6830A5-18AB-4F1B-8BBB-DA235794CEC1}" dt="2025-12-16T16:05:30.731" v="1179"/>
          <ac:inkMkLst>
            <pc:docMk/>
            <pc:sldMk cId="926274603" sldId="260"/>
            <ac:inkMk id="24" creationId="{6D6357AD-708B-0939-55E5-CF6882E43EBF}"/>
          </ac:inkMkLst>
        </pc:inkChg>
      </pc:sldChg>
      <pc:sldChg chg="addSp delSp modSp mod">
        <pc:chgData name="Rodica Ioana Lung" userId="64ee56e8d7162e1e" providerId="LiveId" clId="{0F6830A5-18AB-4F1B-8BBB-DA235794CEC1}" dt="2025-12-16T16:07:50.128" v="1237"/>
        <pc:sldMkLst>
          <pc:docMk/>
          <pc:sldMk cId="3977080846" sldId="261"/>
        </pc:sldMkLst>
        <pc:grpChg chg="del mod">
          <ac:chgData name="Rodica Ioana Lung" userId="64ee56e8d7162e1e" providerId="LiveId" clId="{0F6830A5-18AB-4F1B-8BBB-DA235794CEC1}" dt="2025-12-16T16:07:36.191" v="1226"/>
          <ac:grpSpMkLst>
            <pc:docMk/>
            <pc:sldMk cId="3977080846" sldId="261"/>
            <ac:grpSpMk id="8" creationId="{EF3CE986-000D-67EA-E0E7-3F9A6FCF3A22}"/>
          </ac:grpSpMkLst>
        </pc:grpChg>
        <pc:grpChg chg="mod">
          <ac:chgData name="Rodica Ioana Lung" userId="64ee56e8d7162e1e" providerId="LiveId" clId="{0F6830A5-18AB-4F1B-8BBB-DA235794CEC1}" dt="2025-12-16T16:07:41.154" v="1232"/>
          <ac:grpSpMkLst>
            <pc:docMk/>
            <pc:sldMk cId="3977080846" sldId="261"/>
            <ac:grpSpMk id="14" creationId="{C9A1FA10-DFC3-4FA4-642D-8541EAF5738C}"/>
          </ac:grpSpMkLst>
        </pc:grpChg>
        <pc:grpChg chg="mod">
          <ac:chgData name="Rodica Ioana Lung" userId="64ee56e8d7162e1e" providerId="LiveId" clId="{0F6830A5-18AB-4F1B-8BBB-DA235794CEC1}" dt="2025-12-16T16:07:41.154" v="1232"/>
          <ac:grpSpMkLst>
            <pc:docMk/>
            <pc:sldMk cId="3977080846" sldId="261"/>
            <ac:grpSpMk id="15" creationId="{6CF4E93C-59E6-86CE-B2CB-1356D830D9E9}"/>
          </ac:grpSpMkLst>
        </pc:grpChg>
        <pc:grpChg chg="mod">
          <ac:chgData name="Rodica Ioana Lung" userId="64ee56e8d7162e1e" providerId="LiveId" clId="{0F6830A5-18AB-4F1B-8BBB-DA235794CEC1}" dt="2025-12-16T16:07:41.154" v="1232"/>
          <ac:grpSpMkLst>
            <pc:docMk/>
            <pc:sldMk cId="3977080846" sldId="261"/>
            <ac:grpSpMk id="16" creationId="{9424669A-4658-CCC2-C501-11810A0F1D51}"/>
          </ac:grpSpMkLst>
        </pc:grpChg>
        <pc:grpChg chg="del mod">
          <ac:chgData name="Rodica Ioana Lung" userId="64ee56e8d7162e1e" providerId="LiveId" clId="{0F6830A5-18AB-4F1B-8BBB-DA235794CEC1}" dt="2025-12-16T16:07:50.128" v="1237"/>
          <ac:grpSpMkLst>
            <pc:docMk/>
            <pc:sldMk cId="3977080846" sldId="261"/>
            <ac:grpSpMk id="19" creationId="{30DB64FA-90F0-FC5D-F9AB-54C074637A76}"/>
          </ac:grpSpMkLst>
        </pc:grpChg>
        <pc:grpChg chg="mod">
          <ac:chgData name="Rodica Ioana Lung" userId="64ee56e8d7162e1e" providerId="LiveId" clId="{0F6830A5-18AB-4F1B-8BBB-DA235794CEC1}" dt="2025-12-16T16:07:50.128" v="1237"/>
          <ac:grpSpMkLst>
            <pc:docMk/>
            <pc:sldMk cId="3977080846" sldId="261"/>
            <ac:grpSpMk id="21" creationId="{2F04EA66-D41C-FCC2-A4D5-2F6CCF508EE5}"/>
          </ac:grpSpMkLst>
        </pc:grpChg>
        <pc:inkChg chg="add del mod">
          <ac:chgData name="Rodica Ioana Lung" userId="64ee56e8d7162e1e" providerId="LiveId" clId="{0F6830A5-18AB-4F1B-8BBB-DA235794CEC1}" dt="2025-12-16T16:07:36.191" v="1226"/>
          <ac:inkMkLst>
            <pc:docMk/>
            <pc:sldMk cId="3977080846" sldId="261"/>
            <ac:inkMk id="4" creationId="{D0676CFA-478E-D621-AC7E-AF2B28D15C07}"/>
          </ac:inkMkLst>
        </pc:inkChg>
        <pc:inkChg chg="add mod">
          <ac:chgData name="Rodica Ioana Lung" userId="64ee56e8d7162e1e" providerId="LiveId" clId="{0F6830A5-18AB-4F1B-8BBB-DA235794CEC1}" dt="2025-12-16T16:07:41.154" v="1232"/>
          <ac:inkMkLst>
            <pc:docMk/>
            <pc:sldMk cId="3977080846" sldId="261"/>
            <ac:inkMk id="5" creationId="{B7F4403A-0E64-E7D4-6F7B-E52BF9BD90DD}"/>
          </ac:inkMkLst>
        </pc:inkChg>
        <pc:inkChg chg="add mod">
          <ac:chgData name="Rodica Ioana Lung" userId="64ee56e8d7162e1e" providerId="LiveId" clId="{0F6830A5-18AB-4F1B-8BBB-DA235794CEC1}" dt="2025-12-16T16:07:41.154" v="1232"/>
          <ac:inkMkLst>
            <pc:docMk/>
            <pc:sldMk cId="3977080846" sldId="261"/>
            <ac:inkMk id="9" creationId="{40F8D6EF-E49A-2E71-7B46-EE840B3C6C20}"/>
          </ac:inkMkLst>
        </pc:inkChg>
        <pc:inkChg chg="add mod">
          <ac:chgData name="Rodica Ioana Lung" userId="64ee56e8d7162e1e" providerId="LiveId" clId="{0F6830A5-18AB-4F1B-8BBB-DA235794CEC1}" dt="2025-12-16T16:07:41.154" v="1232"/>
          <ac:inkMkLst>
            <pc:docMk/>
            <pc:sldMk cId="3977080846" sldId="261"/>
            <ac:inkMk id="10" creationId="{9141EA77-CAD5-144E-31F8-48D49ED662D5}"/>
          </ac:inkMkLst>
        </pc:inkChg>
        <pc:inkChg chg="add mod">
          <ac:chgData name="Rodica Ioana Lung" userId="64ee56e8d7162e1e" providerId="LiveId" clId="{0F6830A5-18AB-4F1B-8BBB-DA235794CEC1}" dt="2025-12-16T16:07:41.154" v="1232"/>
          <ac:inkMkLst>
            <pc:docMk/>
            <pc:sldMk cId="3977080846" sldId="261"/>
            <ac:inkMk id="11" creationId="{4636887C-CE98-592B-E79D-0F8D0ED71CB2}"/>
          </ac:inkMkLst>
        </pc:inkChg>
        <pc:inkChg chg="add mod">
          <ac:chgData name="Rodica Ioana Lung" userId="64ee56e8d7162e1e" providerId="LiveId" clId="{0F6830A5-18AB-4F1B-8BBB-DA235794CEC1}" dt="2025-12-16T16:07:41.154" v="1232"/>
          <ac:inkMkLst>
            <pc:docMk/>
            <pc:sldMk cId="3977080846" sldId="261"/>
            <ac:inkMk id="12" creationId="{372139FA-B65D-165F-02EE-6C439F07DBD9}"/>
          </ac:inkMkLst>
        </pc:inkChg>
        <pc:inkChg chg="add mod">
          <ac:chgData name="Rodica Ioana Lung" userId="64ee56e8d7162e1e" providerId="LiveId" clId="{0F6830A5-18AB-4F1B-8BBB-DA235794CEC1}" dt="2025-12-16T16:07:41.154" v="1232"/>
          <ac:inkMkLst>
            <pc:docMk/>
            <pc:sldMk cId="3977080846" sldId="261"/>
            <ac:inkMk id="13" creationId="{D6633F30-875D-23DA-51CB-31F75D211B40}"/>
          </ac:inkMkLst>
        </pc:inkChg>
        <pc:inkChg chg="add mod">
          <ac:chgData name="Rodica Ioana Lung" userId="64ee56e8d7162e1e" providerId="LiveId" clId="{0F6830A5-18AB-4F1B-8BBB-DA235794CEC1}" dt="2025-12-16T16:07:50.128" v="1237"/>
          <ac:inkMkLst>
            <pc:docMk/>
            <pc:sldMk cId="3977080846" sldId="261"/>
            <ac:inkMk id="17" creationId="{98BFA954-BF5A-D6E4-7E75-22FB91399717}"/>
          </ac:inkMkLst>
        </pc:inkChg>
        <pc:inkChg chg="add mod">
          <ac:chgData name="Rodica Ioana Lung" userId="64ee56e8d7162e1e" providerId="LiveId" clId="{0F6830A5-18AB-4F1B-8BBB-DA235794CEC1}" dt="2025-12-16T16:07:50.128" v="1237"/>
          <ac:inkMkLst>
            <pc:docMk/>
            <pc:sldMk cId="3977080846" sldId="261"/>
            <ac:inkMk id="18" creationId="{700D11D1-B946-E805-5435-2084333C5954}"/>
          </ac:inkMkLst>
        </pc:inkChg>
        <pc:inkChg chg="add mod">
          <ac:chgData name="Rodica Ioana Lung" userId="64ee56e8d7162e1e" providerId="LiveId" clId="{0F6830A5-18AB-4F1B-8BBB-DA235794CEC1}" dt="2025-12-16T16:07:50.128" v="1237"/>
          <ac:inkMkLst>
            <pc:docMk/>
            <pc:sldMk cId="3977080846" sldId="261"/>
            <ac:inkMk id="20" creationId="{71D37A9E-B657-0A19-DC14-7B1378397D87}"/>
          </ac:inkMkLst>
        </pc:inkChg>
      </pc:sldChg>
      <pc:sldChg chg="addSp delSp modSp mod">
        <pc:chgData name="Rodica Ioana Lung" userId="64ee56e8d7162e1e" providerId="LiveId" clId="{0F6830A5-18AB-4F1B-8BBB-DA235794CEC1}" dt="2025-12-16T16:13:11.850" v="1354" actId="9405"/>
        <pc:sldMkLst>
          <pc:docMk/>
          <pc:sldMk cId="809653392" sldId="263"/>
        </pc:sldMkLst>
        <pc:grpChg chg="mod">
          <ac:chgData name="Rodica Ioana Lung" userId="64ee56e8d7162e1e" providerId="LiveId" clId="{0F6830A5-18AB-4F1B-8BBB-DA235794CEC1}" dt="2025-12-16T16:12:18.982" v="1326"/>
          <ac:grpSpMkLst>
            <pc:docMk/>
            <pc:sldMk cId="809653392" sldId="263"/>
            <ac:grpSpMk id="17" creationId="{90AAC860-A888-0C13-5CC6-CEBE1FF8E276}"/>
          </ac:grpSpMkLst>
        </pc:grpChg>
        <pc:grpChg chg="mod">
          <ac:chgData name="Rodica Ioana Lung" userId="64ee56e8d7162e1e" providerId="LiveId" clId="{0F6830A5-18AB-4F1B-8BBB-DA235794CEC1}" dt="2025-12-16T16:12:18.982" v="1326"/>
          <ac:grpSpMkLst>
            <pc:docMk/>
            <pc:sldMk cId="809653392" sldId="263"/>
            <ac:grpSpMk id="18" creationId="{942A7C53-CFE3-ED44-DFB6-7D21212E635A}"/>
          </ac:grpSpMkLst>
        </pc:grpChg>
        <pc:grpChg chg="del mod">
          <ac:chgData name="Rodica Ioana Lung" userId="64ee56e8d7162e1e" providerId="LiveId" clId="{0F6830A5-18AB-4F1B-8BBB-DA235794CEC1}" dt="2025-12-16T16:12:33.094" v="1341"/>
          <ac:grpSpMkLst>
            <pc:docMk/>
            <pc:sldMk cId="809653392" sldId="263"/>
            <ac:grpSpMk id="30" creationId="{529A370D-8CDF-2FD7-5D70-E43999ED2EB4}"/>
          </ac:grpSpMkLst>
        </pc:grpChg>
        <pc:grpChg chg="mod">
          <ac:chgData name="Rodica Ioana Lung" userId="64ee56e8d7162e1e" providerId="LiveId" clId="{0F6830A5-18AB-4F1B-8BBB-DA235794CEC1}" dt="2025-12-16T16:12:33.094" v="1341"/>
          <ac:grpSpMkLst>
            <pc:docMk/>
            <pc:sldMk cId="809653392" sldId="263"/>
            <ac:grpSpMk id="33" creationId="{7F0ED3AB-9FE4-D2C4-E19E-333A93E2AABC}"/>
          </ac:grpSpMkLst>
        </pc:grpChg>
        <pc:grpChg chg="del mod">
          <ac:chgData name="Rodica Ioana Lung" userId="64ee56e8d7162e1e" providerId="LiveId" clId="{0F6830A5-18AB-4F1B-8BBB-DA235794CEC1}" dt="2025-12-16T16:13:11.219" v="1353"/>
          <ac:grpSpMkLst>
            <pc:docMk/>
            <pc:sldMk cId="809653392" sldId="263"/>
            <ac:grpSpMk id="41" creationId="{27013B48-ED65-9142-41BE-7B797AE83891}"/>
          </ac:grpSpMkLst>
        </pc:grpChg>
        <pc:grpChg chg="mod">
          <ac:chgData name="Rodica Ioana Lung" userId="64ee56e8d7162e1e" providerId="LiveId" clId="{0F6830A5-18AB-4F1B-8BBB-DA235794CEC1}" dt="2025-12-16T16:13:07.684" v="1349"/>
          <ac:grpSpMkLst>
            <pc:docMk/>
            <pc:sldMk cId="809653392" sldId="263"/>
            <ac:grpSpMk id="42" creationId="{DD5A1487-28BA-18D4-93C5-19BA96F2C810}"/>
          </ac:grpSpMkLst>
        </pc:grpChg>
        <pc:grpChg chg="mod">
          <ac:chgData name="Rodica Ioana Lung" userId="64ee56e8d7162e1e" providerId="LiveId" clId="{0F6830A5-18AB-4F1B-8BBB-DA235794CEC1}" dt="2025-12-16T16:13:11.219" v="1353"/>
          <ac:grpSpMkLst>
            <pc:docMk/>
            <pc:sldMk cId="809653392" sldId="263"/>
            <ac:grpSpMk id="46" creationId="{FBF41B8A-03A7-18D9-E7ED-2B4D195341E0}"/>
          </ac:grpSpMkLst>
        </pc:grpChg>
        <pc:inkChg chg="add mod">
          <ac:chgData name="Rodica Ioana Lung" userId="64ee56e8d7162e1e" providerId="LiveId" clId="{0F6830A5-18AB-4F1B-8BBB-DA235794CEC1}" dt="2025-12-16T16:12:18.982" v="1326"/>
          <ac:inkMkLst>
            <pc:docMk/>
            <pc:sldMk cId="809653392" sldId="263"/>
            <ac:inkMk id="4" creationId="{E0947A20-6A87-7CC2-5D8D-FEF1774C5CC3}"/>
          </ac:inkMkLst>
        </pc:inkChg>
        <pc:inkChg chg="add">
          <ac:chgData name="Rodica Ioana Lung" userId="64ee56e8d7162e1e" providerId="LiveId" clId="{0F6830A5-18AB-4F1B-8BBB-DA235794CEC1}" dt="2025-12-16T16:12:15.433" v="1316" actId="9405"/>
          <ac:inkMkLst>
            <pc:docMk/>
            <pc:sldMk cId="809653392" sldId="263"/>
            <ac:inkMk id="5" creationId="{6768AF8E-F4F2-DFBE-F322-1CEF28388426}"/>
          </ac:inkMkLst>
        </pc:inkChg>
        <pc:inkChg chg="add mod">
          <ac:chgData name="Rodica Ioana Lung" userId="64ee56e8d7162e1e" providerId="LiveId" clId="{0F6830A5-18AB-4F1B-8BBB-DA235794CEC1}" dt="2025-12-16T16:12:18.982" v="1326"/>
          <ac:inkMkLst>
            <pc:docMk/>
            <pc:sldMk cId="809653392" sldId="263"/>
            <ac:inkMk id="6" creationId="{3AC57BD2-C8D4-EB8C-1413-A2F939E7A0D6}"/>
          </ac:inkMkLst>
        </pc:inkChg>
        <pc:inkChg chg="add mod">
          <ac:chgData name="Rodica Ioana Lung" userId="64ee56e8d7162e1e" providerId="LiveId" clId="{0F6830A5-18AB-4F1B-8BBB-DA235794CEC1}" dt="2025-12-16T16:12:18.982" v="1326"/>
          <ac:inkMkLst>
            <pc:docMk/>
            <pc:sldMk cId="809653392" sldId="263"/>
            <ac:inkMk id="9" creationId="{930138BD-C1F5-4339-FB60-009E240A66AE}"/>
          </ac:inkMkLst>
        </pc:inkChg>
        <pc:inkChg chg="add mod">
          <ac:chgData name="Rodica Ioana Lung" userId="64ee56e8d7162e1e" providerId="LiveId" clId="{0F6830A5-18AB-4F1B-8BBB-DA235794CEC1}" dt="2025-12-16T16:12:18.982" v="1326"/>
          <ac:inkMkLst>
            <pc:docMk/>
            <pc:sldMk cId="809653392" sldId="263"/>
            <ac:inkMk id="10" creationId="{5A3AE07C-57E1-5080-1D26-2F8B73B9FE55}"/>
          </ac:inkMkLst>
        </pc:inkChg>
        <pc:inkChg chg="add mod">
          <ac:chgData name="Rodica Ioana Lung" userId="64ee56e8d7162e1e" providerId="LiveId" clId="{0F6830A5-18AB-4F1B-8BBB-DA235794CEC1}" dt="2025-12-16T16:12:18.982" v="1326"/>
          <ac:inkMkLst>
            <pc:docMk/>
            <pc:sldMk cId="809653392" sldId="263"/>
            <ac:inkMk id="11" creationId="{49F7290C-5B7E-B2E1-2C46-E3889F6AE1A1}"/>
          </ac:inkMkLst>
        </pc:inkChg>
        <pc:inkChg chg="add mod">
          <ac:chgData name="Rodica Ioana Lung" userId="64ee56e8d7162e1e" providerId="LiveId" clId="{0F6830A5-18AB-4F1B-8BBB-DA235794CEC1}" dt="2025-12-16T16:12:18.982" v="1326"/>
          <ac:inkMkLst>
            <pc:docMk/>
            <pc:sldMk cId="809653392" sldId="263"/>
            <ac:inkMk id="12" creationId="{51CC4FC8-61F7-C362-C7D3-77CCAEA5BE46}"/>
          </ac:inkMkLst>
        </pc:inkChg>
        <pc:inkChg chg="add">
          <ac:chgData name="Rodica Ioana Lung" userId="64ee56e8d7162e1e" providerId="LiveId" clId="{0F6830A5-18AB-4F1B-8BBB-DA235794CEC1}" dt="2025-12-16T16:12:17.512" v="1322" actId="9405"/>
          <ac:inkMkLst>
            <pc:docMk/>
            <pc:sldMk cId="809653392" sldId="263"/>
            <ac:inkMk id="13" creationId="{B3499421-3B8D-5685-9C7D-19EBF7E2D240}"/>
          </ac:inkMkLst>
        </pc:inkChg>
        <pc:inkChg chg="add">
          <ac:chgData name="Rodica Ioana Lung" userId="64ee56e8d7162e1e" providerId="LiveId" clId="{0F6830A5-18AB-4F1B-8BBB-DA235794CEC1}" dt="2025-12-16T16:12:17.685" v="1323" actId="9405"/>
          <ac:inkMkLst>
            <pc:docMk/>
            <pc:sldMk cId="809653392" sldId="263"/>
            <ac:inkMk id="14" creationId="{002DFB8D-391D-E463-C778-C217C5F2ADBF}"/>
          </ac:inkMkLst>
        </pc:inkChg>
        <pc:inkChg chg="add mod">
          <ac:chgData name="Rodica Ioana Lung" userId="64ee56e8d7162e1e" providerId="LiveId" clId="{0F6830A5-18AB-4F1B-8BBB-DA235794CEC1}" dt="2025-12-16T16:12:18.982" v="1326"/>
          <ac:inkMkLst>
            <pc:docMk/>
            <pc:sldMk cId="809653392" sldId="263"/>
            <ac:inkMk id="15" creationId="{682BA564-80D4-10AB-9183-E41784FF61D6}"/>
          </ac:inkMkLst>
        </pc:inkChg>
        <pc:inkChg chg="add mod">
          <ac:chgData name="Rodica Ioana Lung" userId="64ee56e8d7162e1e" providerId="LiveId" clId="{0F6830A5-18AB-4F1B-8BBB-DA235794CEC1}" dt="2025-12-16T16:12:18.982" v="1326"/>
          <ac:inkMkLst>
            <pc:docMk/>
            <pc:sldMk cId="809653392" sldId="263"/>
            <ac:inkMk id="16" creationId="{B69A9389-01B6-C20B-4A6C-BB8E5CD53727}"/>
          </ac:inkMkLst>
        </pc:inkChg>
        <pc:inkChg chg="add">
          <ac:chgData name="Rodica Ioana Lung" userId="64ee56e8d7162e1e" providerId="LiveId" clId="{0F6830A5-18AB-4F1B-8BBB-DA235794CEC1}" dt="2025-12-16T16:12:23.193" v="1327" actId="9405"/>
          <ac:inkMkLst>
            <pc:docMk/>
            <pc:sldMk cId="809653392" sldId="263"/>
            <ac:inkMk id="19" creationId="{405C7064-E14E-32D9-6B2C-0E34A5121824}"/>
          </ac:inkMkLst>
        </pc:inkChg>
        <pc:inkChg chg="add mod">
          <ac:chgData name="Rodica Ioana Lung" userId="64ee56e8d7162e1e" providerId="LiveId" clId="{0F6830A5-18AB-4F1B-8BBB-DA235794CEC1}" dt="2025-12-16T16:12:28.747" v="1338"/>
          <ac:inkMkLst>
            <pc:docMk/>
            <pc:sldMk cId="809653392" sldId="263"/>
            <ac:inkMk id="20" creationId="{23C332C2-1EA5-5FEB-6B25-625FB5A5516F}"/>
          </ac:inkMkLst>
        </pc:inkChg>
        <pc:inkChg chg="add mod">
          <ac:chgData name="Rodica Ioana Lung" userId="64ee56e8d7162e1e" providerId="LiveId" clId="{0F6830A5-18AB-4F1B-8BBB-DA235794CEC1}" dt="2025-12-16T16:12:33.094" v="1341"/>
          <ac:inkMkLst>
            <pc:docMk/>
            <pc:sldMk cId="809653392" sldId="263"/>
            <ac:inkMk id="21" creationId="{F72F3826-A799-259B-2A81-F4903A760CD1}"/>
          </ac:inkMkLst>
        </pc:inkChg>
        <pc:inkChg chg="add mod">
          <ac:chgData name="Rodica Ioana Lung" userId="64ee56e8d7162e1e" providerId="LiveId" clId="{0F6830A5-18AB-4F1B-8BBB-DA235794CEC1}" dt="2025-12-16T16:12:28.747" v="1338"/>
          <ac:inkMkLst>
            <pc:docMk/>
            <pc:sldMk cId="809653392" sldId="263"/>
            <ac:inkMk id="22" creationId="{40F250D2-7A78-EBFD-36C5-30555B2695B8}"/>
          </ac:inkMkLst>
        </pc:inkChg>
        <pc:inkChg chg="add mod">
          <ac:chgData name="Rodica Ioana Lung" userId="64ee56e8d7162e1e" providerId="LiveId" clId="{0F6830A5-18AB-4F1B-8BBB-DA235794CEC1}" dt="2025-12-16T16:12:28.747" v="1338"/>
          <ac:inkMkLst>
            <pc:docMk/>
            <pc:sldMk cId="809653392" sldId="263"/>
            <ac:inkMk id="23" creationId="{7FED62E8-DDAB-0A07-5F21-92479B06AB49}"/>
          </ac:inkMkLst>
        </pc:inkChg>
        <pc:inkChg chg="add mod">
          <ac:chgData name="Rodica Ioana Lung" userId="64ee56e8d7162e1e" providerId="LiveId" clId="{0F6830A5-18AB-4F1B-8BBB-DA235794CEC1}" dt="2025-12-16T16:12:33.094" v="1341"/>
          <ac:inkMkLst>
            <pc:docMk/>
            <pc:sldMk cId="809653392" sldId="263"/>
            <ac:inkMk id="24" creationId="{A7417DC4-CB28-DEC1-2CFC-C7B456EC5EEC}"/>
          </ac:inkMkLst>
        </pc:inkChg>
        <pc:inkChg chg="add mod">
          <ac:chgData name="Rodica Ioana Lung" userId="64ee56e8d7162e1e" providerId="LiveId" clId="{0F6830A5-18AB-4F1B-8BBB-DA235794CEC1}" dt="2025-12-16T16:12:33.094" v="1341"/>
          <ac:inkMkLst>
            <pc:docMk/>
            <pc:sldMk cId="809653392" sldId="263"/>
            <ac:inkMk id="25" creationId="{478FA85D-5729-9200-893E-F128B581642C}"/>
          </ac:inkMkLst>
        </pc:inkChg>
        <pc:inkChg chg="add mod">
          <ac:chgData name="Rodica Ioana Lung" userId="64ee56e8d7162e1e" providerId="LiveId" clId="{0F6830A5-18AB-4F1B-8BBB-DA235794CEC1}" dt="2025-12-16T16:12:33.094" v="1341"/>
          <ac:inkMkLst>
            <pc:docMk/>
            <pc:sldMk cId="809653392" sldId="263"/>
            <ac:inkMk id="26" creationId="{381D9161-BCBD-809D-BE66-FC2CFFBFDF38}"/>
          </ac:inkMkLst>
        </pc:inkChg>
        <pc:inkChg chg="add">
          <ac:chgData name="Rodica Ioana Lung" userId="64ee56e8d7162e1e" providerId="LiveId" clId="{0F6830A5-18AB-4F1B-8BBB-DA235794CEC1}" dt="2025-12-16T16:12:27.687" v="1335" actId="9405"/>
          <ac:inkMkLst>
            <pc:docMk/>
            <pc:sldMk cId="809653392" sldId="263"/>
            <ac:inkMk id="27" creationId="{26BD383D-CD24-EDE8-6E43-74563D3D11B6}"/>
          </ac:inkMkLst>
        </pc:inkChg>
        <pc:inkChg chg="add mod">
          <ac:chgData name="Rodica Ioana Lung" userId="64ee56e8d7162e1e" providerId="LiveId" clId="{0F6830A5-18AB-4F1B-8BBB-DA235794CEC1}" dt="2025-12-16T16:12:33.094" v="1341"/>
          <ac:inkMkLst>
            <pc:docMk/>
            <pc:sldMk cId="809653392" sldId="263"/>
            <ac:inkMk id="28" creationId="{E7EC2E19-54A8-05E1-9EEA-F6F0C5986CDD}"/>
          </ac:inkMkLst>
        </pc:inkChg>
        <pc:inkChg chg="add mod">
          <ac:chgData name="Rodica Ioana Lung" userId="64ee56e8d7162e1e" providerId="LiveId" clId="{0F6830A5-18AB-4F1B-8BBB-DA235794CEC1}" dt="2025-12-16T16:12:33.094" v="1341"/>
          <ac:inkMkLst>
            <pc:docMk/>
            <pc:sldMk cId="809653392" sldId="263"/>
            <ac:inkMk id="29" creationId="{81014B31-2FC9-8120-A768-1DB7533E7C3D}"/>
          </ac:inkMkLst>
        </pc:inkChg>
        <pc:inkChg chg="add mod">
          <ac:chgData name="Rodica Ioana Lung" userId="64ee56e8d7162e1e" providerId="LiveId" clId="{0F6830A5-18AB-4F1B-8BBB-DA235794CEC1}" dt="2025-12-16T16:12:33.094" v="1341"/>
          <ac:inkMkLst>
            <pc:docMk/>
            <pc:sldMk cId="809653392" sldId="263"/>
            <ac:inkMk id="31" creationId="{5D0A0D5A-64F6-23D6-209E-8C24CFE2EF5D}"/>
          </ac:inkMkLst>
        </pc:inkChg>
        <pc:inkChg chg="add mod">
          <ac:chgData name="Rodica Ioana Lung" userId="64ee56e8d7162e1e" providerId="LiveId" clId="{0F6830A5-18AB-4F1B-8BBB-DA235794CEC1}" dt="2025-12-16T16:12:33.094" v="1341"/>
          <ac:inkMkLst>
            <pc:docMk/>
            <pc:sldMk cId="809653392" sldId="263"/>
            <ac:inkMk id="32" creationId="{E7AA3B03-3A07-16A8-0AAC-13500E6105CF}"/>
          </ac:inkMkLst>
        </pc:inkChg>
        <pc:inkChg chg="add mod">
          <ac:chgData name="Rodica Ioana Lung" userId="64ee56e8d7162e1e" providerId="LiveId" clId="{0F6830A5-18AB-4F1B-8BBB-DA235794CEC1}" dt="2025-12-16T16:13:07.684" v="1349"/>
          <ac:inkMkLst>
            <pc:docMk/>
            <pc:sldMk cId="809653392" sldId="263"/>
            <ac:inkMk id="34" creationId="{C28EF0FB-91EA-62E2-3FD5-C74A224D3FEF}"/>
          </ac:inkMkLst>
        </pc:inkChg>
        <pc:inkChg chg="add mod">
          <ac:chgData name="Rodica Ioana Lung" userId="64ee56e8d7162e1e" providerId="LiveId" clId="{0F6830A5-18AB-4F1B-8BBB-DA235794CEC1}" dt="2025-12-16T16:13:11.219" v="1353"/>
          <ac:inkMkLst>
            <pc:docMk/>
            <pc:sldMk cId="809653392" sldId="263"/>
            <ac:inkMk id="35" creationId="{B9F63FD4-1C72-DE80-37BE-EFA4B8BF9F2B}"/>
          </ac:inkMkLst>
        </pc:inkChg>
        <pc:inkChg chg="add mod">
          <ac:chgData name="Rodica Ioana Lung" userId="64ee56e8d7162e1e" providerId="LiveId" clId="{0F6830A5-18AB-4F1B-8BBB-DA235794CEC1}" dt="2025-12-16T16:13:07.684" v="1349"/>
          <ac:inkMkLst>
            <pc:docMk/>
            <pc:sldMk cId="809653392" sldId="263"/>
            <ac:inkMk id="36" creationId="{8680B125-5AD6-F609-4F40-1001427C9E53}"/>
          </ac:inkMkLst>
        </pc:inkChg>
        <pc:inkChg chg="add mod">
          <ac:chgData name="Rodica Ioana Lung" userId="64ee56e8d7162e1e" providerId="LiveId" clId="{0F6830A5-18AB-4F1B-8BBB-DA235794CEC1}" dt="2025-12-16T16:13:07.684" v="1349"/>
          <ac:inkMkLst>
            <pc:docMk/>
            <pc:sldMk cId="809653392" sldId="263"/>
            <ac:inkMk id="37" creationId="{806A668E-C31B-329F-5A57-F853EC3342E9}"/>
          </ac:inkMkLst>
        </pc:inkChg>
        <pc:inkChg chg="add mod">
          <ac:chgData name="Rodica Ioana Lung" userId="64ee56e8d7162e1e" providerId="LiveId" clId="{0F6830A5-18AB-4F1B-8BBB-DA235794CEC1}" dt="2025-12-16T16:13:11.219" v="1353"/>
          <ac:inkMkLst>
            <pc:docMk/>
            <pc:sldMk cId="809653392" sldId="263"/>
            <ac:inkMk id="38" creationId="{9E7887BE-09BF-6916-82DB-37D3F6C3E614}"/>
          </ac:inkMkLst>
        </pc:inkChg>
        <pc:inkChg chg="add mod">
          <ac:chgData name="Rodica Ioana Lung" userId="64ee56e8d7162e1e" providerId="LiveId" clId="{0F6830A5-18AB-4F1B-8BBB-DA235794CEC1}" dt="2025-12-16T16:13:11.219" v="1353"/>
          <ac:inkMkLst>
            <pc:docMk/>
            <pc:sldMk cId="809653392" sldId="263"/>
            <ac:inkMk id="39" creationId="{9C9FAE75-1537-421D-9EBA-C498EEC7F204}"/>
          </ac:inkMkLst>
        </pc:inkChg>
        <pc:inkChg chg="add mod">
          <ac:chgData name="Rodica Ioana Lung" userId="64ee56e8d7162e1e" providerId="LiveId" clId="{0F6830A5-18AB-4F1B-8BBB-DA235794CEC1}" dt="2025-12-16T16:13:11.219" v="1353"/>
          <ac:inkMkLst>
            <pc:docMk/>
            <pc:sldMk cId="809653392" sldId="263"/>
            <ac:inkMk id="40" creationId="{27864B01-2290-9F9B-F2D3-C3D41615B47C}"/>
          </ac:inkMkLst>
        </pc:inkChg>
        <pc:inkChg chg="add mod">
          <ac:chgData name="Rodica Ioana Lung" userId="64ee56e8d7162e1e" providerId="LiveId" clId="{0F6830A5-18AB-4F1B-8BBB-DA235794CEC1}" dt="2025-12-16T16:13:11.219" v="1353"/>
          <ac:inkMkLst>
            <pc:docMk/>
            <pc:sldMk cId="809653392" sldId="263"/>
            <ac:inkMk id="43" creationId="{82A57401-9C50-B9B8-423B-710E7F72B398}"/>
          </ac:inkMkLst>
        </pc:inkChg>
        <pc:inkChg chg="add">
          <ac:chgData name="Rodica Ioana Lung" userId="64ee56e8d7162e1e" providerId="LiveId" clId="{0F6830A5-18AB-4F1B-8BBB-DA235794CEC1}" dt="2025-12-16T16:13:09.338" v="1351" actId="9405"/>
          <ac:inkMkLst>
            <pc:docMk/>
            <pc:sldMk cId="809653392" sldId="263"/>
            <ac:inkMk id="44" creationId="{8700D3CC-5A14-CAB6-09E2-B49DF417AAFD}"/>
          </ac:inkMkLst>
        </pc:inkChg>
        <pc:inkChg chg="add">
          <ac:chgData name="Rodica Ioana Lung" userId="64ee56e8d7162e1e" providerId="LiveId" clId="{0F6830A5-18AB-4F1B-8BBB-DA235794CEC1}" dt="2025-12-16T16:13:10.330" v="1352" actId="9405"/>
          <ac:inkMkLst>
            <pc:docMk/>
            <pc:sldMk cId="809653392" sldId="263"/>
            <ac:inkMk id="45" creationId="{C1C3713A-313E-F3E6-1A15-87DD2F9B157B}"/>
          </ac:inkMkLst>
        </pc:inkChg>
        <pc:inkChg chg="add">
          <ac:chgData name="Rodica Ioana Lung" userId="64ee56e8d7162e1e" providerId="LiveId" clId="{0F6830A5-18AB-4F1B-8BBB-DA235794CEC1}" dt="2025-12-16T16:13:11.850" v="1354" actId="9405"/>
          <ac:inkMkLst>
            <pc:docMk/>
            <pc:sldMk cId="809653392" sldId="263"/>
            <ac:inkMk id="47" creationId="{16F4ECFF-FF7E-90B9-3E79-91416A9934F3}"/>
          </ac:inkMkLst>
        </pc:inkChg>
      </pc:sldChg>
      <pc:sldChg chg="addSp delSp modSp mod">
        <pc:chgData name="Rodica Ioana Lung" userId="64ee56e8d7162e1e" providerId="LiveId" clId="{0F6830A5-18AB-4F1B-8BBB-DA235794CEC1}" dt="2025-12-16T15:44:35.874" v="368"/>
        <pc:sldMkLst>
          <pc:docMk/>
          <pc:sldMk cId="1735967593" sldId="264"/>
        </pc:sldMkLst>
        <pc:grpChg chg="del mod">
          <ac:chgData name="Rodica Ioana Lung" userId="64ee56e8d7162e1e" providerId="LiveId" clId="{0F6830A5-18AB-4F1B-8BBB-DA235794CEC1}" dt="2025-12-16T15:42:19.566" v="323"/>
          <ac:grpSpMkLst>
            <pc:docMk/>
            <pc:sldMk cId="1735967593" sldId="264"/>
            <ac:grpSpMk id="10" creationId="{7D5D92E5-736D-18DB-DC61-12BE31386A30}"/>
          </ac:grpSpMkLst>
        </pc:grpChg>
        <pc:grpChg chg="del mod">
          <ac:chgData name="Rodica Ioana Lung" userId="64ee56e8d7162e1e" providerId="LiveId" clId="{0F6830A5-18AB-4F1B-8BBB-DA235794CEC1}" dt="2025-12-16T15:42:24.552" v="327"/>
          <ac:grpSpMkLst>
            <pc:docMk/>
            <pc:sldMk cId="1735967593" sldId="264"/>
            <ac:grpSpMk id="14" creationId="{ECAB80CC-4819-964E-4AB7-B2A713832F56}"/>
          </ac:grpSpMkLst>
        </pc:grpChg>
        <pc:grpChg chg="del mod">
          <ac:chgData name="Rodica Ioana Lung" userId="64ee56e8d7162e1e" providerId="LiveId" clId="{0F6830A5-18AB-4F1B-8BBB-DA235794CEC1}" dt="2025-12-16T15:42:35.743" v="334"/>
          <ac:grpSpMkLst>
            <pc:docMk/>
            <pc:sldMk cId="1735967593" sldId="264"/>
            <ac:grpSpMk id="18" creationId="{0374EA96-0555-DF2F-59EB-80FBA4C688EB}"/>
          </ac:grpSpMkLst>
        </pc:grpChg>
        <pc:grpChg chg="del mod">
          <ac:chgData name="Rodica Ioana Lung" userId="64ee56e8d7162e1e" providerId="LiveId" clId="{0F6830A5-18AB-4F1B-8BBB-DA235794CEC1}" dt="2025-12-16T15:42:35.743" v="334"/>
          <ac:grpSpMkLst>
            <pc:docMk/>
            <pc:sldMk cId="1735967593" sldId="264"/>
            <ac:grpSpMk id="22" creationId="{9E071FE3-4722-72FE-B51E-EA261541764E}"/>
          </ac:grpSpMkLst>
        </pc:grpChg>
        <pc:grpChg chg="del mod">
          <ac:chgData name="Rodica Ioana Lung" userId="64ee56e8d7162e1e" providerId="LiveId" clId="{0F6830A5-18AB-4F1B-8BBB-DA235794CEC1}" dt="2025-12-16T15:44:34.187" v="366"/>
          <ac:grpSpMkLst>
            <pc:docMk/>
            <pc:sldMk cId="1735967593" sldId="264"/>
            <ac:grpSpMk id="25" creationId="{DDC6607A-5372-36E8-D9BE-DE295C16CC9B}"/>
          </ac:grpSpMkLst>
        </pc:grpChg>
        <pc:grpChg chg="mod">
          <ac:chgData name="Rodica Ioana Lung" userId="64ee56e8d7162e1e" providerId="LiveId" clId="{0F6830A5-18AB-4F1B-8BBB-DA235794CEC1}" dt="2025-12-16T15:42:39.708" v="339"/>
          <ac:grpSpMkLst>
            <pc:docMk/>
            <pc:sldMk cId="1735967593" sldId="264"/>
            <ac:grpSpMk id="30" creationId="{6482DEC0-64F1-FC74-A13F-22B3584CA694}"/>
          </ac:grpSpMkLst>
        </pc:grpChg>
        <pc:grpChg chg="del mod">
          <ac:chgData name="Rodica Ioana Lung" userId="64ee56e8d7162e1e" providerId="LiveId" clId="{0F6830A5-18AB-4F1B-8BBB-DA235794CEC1}" dt="2025-12-16T15:44:35.874" v="368"/>
          <ac:grpSpMkLst>
            <pc:docMk/>
            <pc:sldMk cId="1735967593" sldId="264"/>
            <ac:grpSpMk id="36" creationId="{13964288-BCC0-8A17-15AE-2AF7AD209F9E}"/>
          </ac:grpSpMkLst>
        </pc:grpChg>
        <pc:grpChg chg="mod">
          <ac:chgData name="Rodica Ioana Lung" userId="64ee56e8d7162e1e" providerId="LiveId" clId="{0F6830A5-18AB-4F1B-8BBB-DA235794CEC1}" dt="2025-12-16T15:44:35.874" v="368"/>
          <ac:grpSpMkLst>
            <pc:docMk/>
            <pc:sldMk cId="1735967593" sldId="264"/>
            <ac:grpSpMk id="38" creationId="{81F46DCB-47E5-E115-94FF-B75B5910DDEB}"/>
          </ac:grpSpMkLst>
        </pc:grpChg>
        <pc:inkChg chg="add mod">
          <ac:chgData name="Rodica Ioana Lung" userId="64ee56e8d7162e1e" providerId="LiveId" clId="{0F6830A5-18AB-4F1B-8BBB-DA235794CEC1}" dt="2025-12-16T15:42:35.743" v="334"/>
          <ac:inkMkLst>
            <pc:docMk/>
            <pc:sldMk cId="1735967593" sldId="264"/>
            <ac:inkMk id="4" creationId="{AFB08034-A983-67E1-5243-E5EFFB25E96E}"/>
          </ac:inkMkLst>
        </pc:inkChg>
        <pc:inkChg chg="add mod">
          <ac:chgData name="Rodica Ioana Lung" userId="64ee56e8d7162e1e" providerId="LiveId" clId="{0F6830A5-18AB-4F1B-8BBB-DA235794CEC1}" dt="2025-12-16T15:44:34.187" v="366"/>
          <ac:inkMkLst>
            <pc:docMk/>
            <pc:sldMk cId="1735967593" sldId="264"/>
            <ac:inkMk id="7" creationId="{08E6BB25-8C1D-3E0D-65CC-C49CEA68FAB0}"/>
          </ac:inkMkLst>
        </pc:inkChg>
        <pc:inkChg chg="add mod">
          <ac:chgData name="Rodica Ioana Lung" userId="64ee56e8d7162e1e" providerId="LiveId" clId="{0F6830A5-18AB-4F1B-8BBB-DA235794CEC1}" dt="2025-12-16T15:42:19.566" v="323"/>
          <ac:inkMkLst>
            <pc:docMk/>
            <pc:sldMk cId="1735967593" sldId="264"/>
            <ac:inkMk id="8" creationId="{592BECC3-1A8B-1FD2-1C85-1D031FD2990A}"/>
          </ac:inkMkLst>
        </pc:inkChg>
        <pc:inkChg chg="add mod">
          <ac:chgData name="Rodica Ioana Lung" userId="64ee56e8d7162e1e" providerId="LiveId" clId="{0F6830A5-18AB-4F1B-8BBB-DA235794CEC1}" dt="2025-12-16T15:44:34.187" v="366"/>
          <ac:inkMkLst>
            <pc:docMk/>
            <pc:sldMk cId="1735967593" sldId="264"/>
            <ac:inkMk id="9" creationId="{B8C96497-395C-C11E-E7B8-79DE6B4821DB}"/>
          </ac:inkMkLst>
        </pc:inkChg>
        <pc:inkChg chg="add mod">
          <ac:chgData name="Rodica Ioana Lung" userId="64ee56e8d7162e1e" providerId="LiveId" clId="{0F6830A5-18AB-4F1B-8BBB-DA235794CEC1}" dt="2025-12-16T15:44:34.187" v="366"/>
          <ac:inkMkLst>
            <pc:docMk/>
            <pc:sldMk cId="1735967593" sldId="264"/>
            <ac:inkMk id="11" creationId="{F5BAA3DB-E2EA-EF95-C951-47D8757AA474}"/>
          </ac:inkMkLst>
        </pc:inkChg>
        <pc:inkChg chg="add mod">
          <ac:chgData name="Rodica Ioana Lung" userId="64ee56e8d7162e1e" providerId="LiveId" clId="{0F6830A5-18AB-4F1B-8BBB-DA235794CEC1}" dt="2025-12-16T15:44:34.187" v="366"/>
          <ac:inkMkLst>
            <pc:docMk/>
            <pc:sldMk cId="1735967593" sldId="264"/>
            <ac:inkMk id="12" creationId="{F881A786-D3EA-5E0C-9805-40C4F8248E18}"/>
          </ac:inkMkLst>
        </pc:inkChg>
        <pc:inkChg chg="add mod">
          <ac:chgData name="Rodica Ioana Lung" userId="64ee56e8d7162e1e" providerId="LiveId" clId="{0F6830A5-18AB-4F1B-8BBB-DA235794CEC1}" dt="2025-12-16T15:42:24.552" v="327"/>
          <ac:inkMkLst>
            <pc:docMk/>
            <pc:sldMk cId="1735967593" sldId="264"/>
            <ac:inkMk id="13" creationId="{829AE57F-3983-6E06-4E5A-0C63D683AC67}"/>
          </ac:inkMkLst>
        </pc:inkChg>
        <pc:inkChg chg="add mod">
          <ac:chgData name="Rodica Ioana Lung" userId="64ee56e8d7162e1e" providerId="LiveId" clId="{0F6830A5-18AB-4F1B-8BBB-DA235794CEC1}" dt="2025-12-16T15:42:24.552" v="327"/>
          <ac:inkMkLst>
            <pc:docMk/>
            <pc:sldMk cId="1735967593" sldId="264"/>
            <ac:inkMk id="15" creationId="{1AB1427C-E78F-A8DE-BC21-DF3E45286196}"/>
          </ac:inkMkLst>
        </pc:inkChg>
        <pc:inkChg chg="add">
          <ac:chgData name="Rodica Ioana Lung" userId="64ee56e8d7162e1e" providerId="LiveId" clId="{0F6830A5-18AB-4F1B-8BBB-DA235794CEC1}" dt="2025-12-16T15:42:22.765" v="325" actId="9405"/>
          <ac:inkMkLst>
            <pc:docMk/>
            <pc:sldMk cId="1735967593" sldId="264"/>
            <ac:inkMk id="16" creationId="{1D97C137-9360-ADD9-9B61-0C2247C508B4}"/>
          </ac:inkMkLst>
        </pc:inkChg>
        <pc:inkChg chg="add mod">
          <ac:chgData name="Rodica Ioana Lung" userId="64ee56e8d7162e1e" providerId="LiveId" clId="{0F6830A5-18AB-4F1B-8BBB-DA235794CEC1}" dt="2025-12-16T15:42:24.552" v="327"/>
          <ac:inkMkLst>
            <pc:docMk/>
            <pc:sldMk cId="1735967593" sldId="264"/>
            <ac:inkMk id="17" creationId="{418A2530-4E11-21BD-007A-7D07C494CAC6}"/>
          </ac:inkMkLst>
        </pc:inkChg>
        <pc:inkChg chg="add mod">
          <ac:chgData name="Rodica Ioana Lung" userId="64ee56e8d7162e1e" providerId="LiveId" clId="{0F6830A5-18AB-4F1B-8BBB-DA235794CEC1}" dt="2025-12-16T15:44:35.874" v="368"/>
          <ac:inkMkLst>
            <pc:docMk/>
            <pc:sldMk cId="1735967593" sldId="264"/>
            <ac:inkMk id="19" creationId="{6B68514D-B447-966C-11A1-5B9764D27E62}"/>
          </ac:inkMkLst>
        </pc:inkChg>
        <pc:inkChg chg="add mod">
          <ac:chgData name="Rodica Ioana Lung" userId="64ee56e8d7162e1e" providerId="LiveId" clId="{0F6830A5-18AB-4F1B-8BBB-DA235794CEC1}" dt="2025-12-16T15:44:34.187" v="366"/>
          <ac:inkMkLst>
            <pc:docMk/>
            <pc:sldMk cId="1735967593" sldId="264"/>
            <ac:inkMk id="20" creationId="{266CCCD6-E9AD-048D-06F3-8227DF15C8E9}"/>
          </ac:inkMkLst>
        </pc:inkChg>
        <pc:inkChg chg="add mod">
          <ac:chgData name="Rodica Ioana Lung" userId="64ee56e8d7162e1e" providerId="LiveId" clId="{0F6830A5-18AB-4F1B-8BBB-DA235794CEC1}" dt="2025-12-16T15:44:35.874" v="368"/>
          <ac:inkMkLst>
            <pc:docMk/>
            <pc:sldMk cId="1735967593" sldId="264"/>
            <ac:inkMk id="21" creationId="{BEFCF3BD-6A79-4926-D979-2CE9A64D0E33}"/>
          </ac:inkMkLst>
        </pc:inkChg>
        <pc:inkChg chg="add">
          <ac:chgData name="Rodica Ioana Lung" userId="64ee56e8d7162e1e" providerId="LiveId" clId="{0F6830A5-18AB-4F1B-8BBB-DA235794CEC1}" dt="2025-12-16T15:42:32.808" v="332" actId="9405"/>
          <ac:inkMkLst>
            <pc:docMk/>
            <pc:sldMk cId="1735967593" sldId="264"/>
            <ac:inkMk id="23" creationId="{8C428D19-D2DD-FE50-0BAA-FB0DE83F3423}"/>
          </ac:inkMkLst>
        </pc:inkChg>
        <pc:inkChg chg="add">
          <ac:chgData name="Rodica Ioana Lung" userId="64ee56e8d7162e1e" providerId="LiveId" clId="{0F6830A5-18AB-4F1B-8BBB-DA235794CEC1}" dt="2025-12-16T15:42:34.745" v="333" actId="9405"/>
          <ac:inkMkLst>
            <pc:docMk/>
            <pc:sldMk cId="1735967593" sldId="264"/>
            <ac:inkMk id="24" creationId="{90AD3609-EC4C-7896-EDC3-6FBFB00FDB1F}"/>
          </ac:inkMkLst>
        </pc:inkChg>
        <pc:inkChg chg="add mod">
          <ac:chgData name="Rodica Ioana Lung" userId="64ee56e8d7162e1e" providerId="LiveId" clId="{0F6830A5-18AB-4F1B-8BBB-DA235794CEC1}" dt="2025-12-16T15:42:39.708" v="339"/>
          <ac:inkMkLst>
            <pc:docMk/>
            <pc:sldMk cId="1735967593" sldId="264"/>
            <ac:inkMk id="26" creationId="{65EEF144-16AF-9D48-700C-016035DD944D}"/>
          </ac:inkMkLst>
        </pc:inkChg>
        <pc:inkChg chg="add mod">
          <ac:chgData name="Rodica Ioana Lung" userId="64ee56e8d7162e1e" providerId="LiveId" clId="{0F6830A5-18AB-4F1B-8BBB-DA235794CEC1}" dt="2025-12-16T15:42:39.708" v="339"/>
          <ac:inkMkLst>
            <pc:docMk/>
            <pc:sldMk cId="1735967593" sldId="264"/>
            <ac:inkMk id="27" creationId="{310F3141-81F2-EB5B-7241-A99267628315}"/>
          </ac:inkMkLst>
        </pc:inkChg>
        <pc:inkChg chg="add mod">
          <ac:chgData name="Rodica Ioana Lung" userId="64ee56e8d7162e1e" providerId="LiveId" clId="{0F6830A5-18AB-4F1B-8BBB-DA235794CEC1}" dt="2025-12-16T15:42:39.708" v="339"/>
          <ac:inkMkLst>
            <pc:docMk/>
            <pc:sldMk cId="1735967593" sldId="264"/>
            <ac:inkMk id="28" creationId="{6C67E09A-A8BD-9D8D-5949-DC929BB03074}"/>
          </ac:inkMkLst>
        </pc:inkChg>
        <pc:inkChg chg="add mod">
          <ac:chgData name="Rodica Ioana Lung" userId="64ee56e8d7162e1e" providerId="LiveId" clId="{0F6830A5-18AB-4F1B-8BBB-DA235794CEC1}" dt="2025-12-16T15:42:39.708" v="339"/>
          <ac:inkMkLst>
            <pc:docMk/>
            <pc:sldMk cId="1735967593" sldId="264"/>
            <ac:inkMk id="29" creationId="{4BA50C0B-4670-7773-DA1B-77FA73AC5100}"/>
          </ac:inkMkLst>
        </pc:inkChg>
        <pc:inkChg chg="add">
          <ac:chgData name="Rodica Ioana Lung" userId="64ee56e8d7162e1e" providerId="LiveId" clId="{0F6830A5-18AB-4F1B-8BBB-DA235794CEC1}" dt="2025-12-16T15:42:40.064" v="340" actId="9405"/>
          <ac:inkMkLst>
            <pc:docMk/>
            <pc:sldMk cId="1735967593" sldId="264"/>
            <ac:inkMk id="31" creationId="{40D3699C-E948-8A47-EF1A-B4AFD7D7F129}"/>
          </ac:inkMkLst>
        </pc:inkChg>
        <pc:inkChg chg="add">
          <ac:chgData name="Rodica Ioana Lung" userId="64ee56e8d7162e1e" providerId="LiveId" clId="{0F6830A5-18AB-4F1B-8BBB-DA235794CEC1}" dt="2025-12-16T15:42:41.572" v="341" actId="9405"/>
          <ac:inkMkLst>
            <pc:docMk/>
            <pc:sldMk cId="1735967593" sldId="264"/>
            <ac:inkMk id="32" creationId="{2C0C3885-5BAC-9903-790F-E98A9003F348}"/>
          </ac:inkMkLst>
        </pc:inkChg>
        <pc:inkChg chg="add">
          <ac:chgData name="Rodica Ioana Lung" userId="64ee56e8d7162e1e" providerId="LiveId" clId="{0F6830A5-18AB-4F1B-8BBB-DA235794CEC1}" dt="2025-12-16T15:42:42.133" v="342" actId="9405"/>
          <ac:inkMkLst>
            <pc:docMk/>
            <pc:sldMk cId="1735967593" sldId="264"/>
            <ac:inkMk id="33" creationId="{E184BABD-F2E2-7C50-EFA4-4E00DBCB1B1C}"/>
          </ac:inkMkLst>
        </pc:inkChg>
        <pc:inkChg chg="add mod">
          <ac:chgData name="Rodica Ioana Lung" userId="64ee56e8d7162e1e" providerId="LiveId" clId="{0F6830A5-18AB-4F1B-8BBB-DA235794CEC1}" dt="2025-12-16T15:44:35.874" v="368"/>
          <ac:inkMkLst>
            <pc:docMk/>
            <pc:sldMk cId="1735967593" sldId="264"/>
            <ac:inkMk id="34" creationId="{E8B6FC2B-74BE-113D-540F-2958BA54965B}"/>
          </ac:inkMkLst>
        </pc:inkChg>
        <pc:inkChg chg="add mod">
          <ac:chgData name="Rodica Ioana Lung" userId="64ee56e8d7162e1e" providerId="LiveId" clId="{0F6830A5-18AB-4F1B-8BBB-DA235794CEC1}" dt="2025-12-16T15:44:35.874" v="368"/>
          <ac:inkMkLst>
            <pc:docMk/>
            <pc:sldMk cId="1735967593" sldId="264"/>
            <ac:inkMk id="35" creationId="{D8ECF367-5753-7CE1-26DE-B1383ABCEAB9}"/>
          </ac:inkMkLst>
        </pc:inkChg>
        <pc:inkChg chg="add mod">
          <ac:chgData name="Rodica Ioana Lung" userId="64ee56e8d7162e1e" providerId="LiveId" clId="{0F6830A5-18AB-4F1B-8BBB-DA235794CEC1}" dt="2025-12-16T15:44:35.874" v="368"/>
          <ac:inkMkLst>
            <pc:docMk/>
            <pc:sldMk cId="1735967593" sldId="264"/>
            <ac:inkMk id="37" creationId="{160FC1DC-4610-9C17-FF58-EE729DE3FC50}"/>
          </ac:inkMkLst>
        </pc:inkChg>
      </pc:sldChg>
      <pc:sldChg chg="addSp delSp modSp mod">
        <pc:chgData name="Rodica Ioana Lung" userId="64ee56e8d7162e1e" providerId="LiveId" clId="{0F6830A5-18AB-4F1B-8BBB-DA235794CEC1}" dt="2025-12-16T16:07:04.923" v="1222"/>
        <pc:sldMkLst>
          <pc:docMk/>
          <pc:sldMk cId="3008092937" sldId="265"/>
        </pc:sldMkLst>
        <pc:grpChg chg="del mod">
          <ac:chgData name="Rodica Ioana Lung" userId="64ee56e8d7162e1e" providerId="LiveId" clId="{0F6830A5-18AB-4F1B-8BBB-DA235794CEC1}" dt="2025-12-16T16:06:27.416" v="1185"/>
          <ac:grpSpMkLst>
            <pc:docMk/>
            <pc:sldMk cId="3008092937" sldId="265"/>
            <ac:grpSpMk id="8" creationId="{2532DFE6-1E07-2CF6-772F-92FF1F26B0BE}"/>
          </ac:grpSpMkLst>
        </pc:grpChg>
        <pc:grpChg chg="mod">
          <ac:chgData name="Rodica Ioana Lung" userId="64ee56e8d7162e1e" providerId="LiveId" clId="{0F6830A5-18AB-4F1B-8BBB-DA235794CEC1}" dt="2025-12-16T16:06:27.416" v="1185"/>
          <ac:grpSpMkLst>
            <pc:docMk/>
            <pc:sldMk cId="3008092937" sldId="265"/>
            <ac:grpSpMk id="10" creationId="{F83A183D-ED5D-738F-BDA5-F89D0D88E74C}"/>
          </ac:grpSpMkLst>
        </pc:grpChg>
        <pc:grpChg chg="del mod">
          <ac:chgData name="Rodica Ioana Lung" userId="64ee56e8d7162e1e" providerId="LiveId" clId="{0F6830A5-18AB-4F1B-8BBB-DA235794CEC1}" dt="2025-12-16T16:06:38.001" v="1200"/>
          <ac:grpSpMkLst>
            <pc:docMk/>
            <pc:sldMk cId="3008092937" sldId="265"/>
            <ac:grpSpMk id="18" creationId="{0B973556-21DA-F1DA-C0A9-BADF0557614E}"/>
          </ac:grpSpMkLst>
        </pc:grpChg>
        <pc:grpChg chg="mod">
          <ac:chgData name="Rodica Ioana Lung" userId="64ee56e8d7162e1e" providerId="LiveId" clId="{0F6830A5-18AB-4F1B-8BBB-DA235794CEC1}" dt="2025-12-16T16:06:36.540" v="1198"/>
          <ac:grpSpMkLst>
            <pc:docMk/>
            <pc:sldMk cId="3008092937" sldId="265"/>
            <ac:grpSpMk id="23" creationId="{10536656-B60C-A34F-90E3-7F79360AB242}"/>
          </ac:grpSpMkLst>
        </pc:grpChg>
        <pc:grpChg chg="mod">
          <ac:chgData name="Rodica Ioana Lung" userId="64ee56e8d7162e1e" providerId="LiveId" clId="{0F6830A5-18AB-4F1B-8BBB-DA235794CEC1}" dt="2025-12-16T16:06:38.001" v="1200"/>
          <ac:grpSpMkLst>
            <pc:docMk/>
            <pc:sldMk cId="3008092937" sldId="265"/>
            <ac:grpSpMk id="25" creationId="{C2817774-EB5D-6A7C-8D70-56600E60283B}"/>
          </ac:grpSpMkLst>
        </pc:grpChg>
        <pc:grpChg chg="mod">
          <ac:chgData name="Rodica Ioana Lung" userId="64ee56e8d7162e1e" providerId="LiveId" clId="{0F6830A5-18AB-4F1B-8BBB-DA235794CEC1}" dt="2025-12-16T16:06:41.812" v="1208"/>
          <ac:grpSpMkLst>
            <pc:docMk/>
            <pc:sldMk cId="3008092937" sldId="265"/>
            <ac:grpSpMk id="33" creationId="{F662A8FC-B597-69BB-4575-B58E1D62EAED}"/>
          </ac:grpSpMkLst>
        </pc:grpChg>
        <pc:grpChg chg="del mod">
          <ac:chgData name="Rodica Ioana Lung" userId="64ee56e8d7162e1e" providerId="LiveId" clId="{0F6830A5-18AB-4F1B-8BBB-DA235794CEC1}" dt="2025-12-16T16:06:51.956" v="1214"/>
          <ac:grpSpMkLst>
            <pc:docMk/>
            <pc:sldMk cId="3008092937" sldId="265"/>
            <ac:grpSpMk id="36" creationId="{9ACE7CEF-6B33-7750-56E7-C6FCB40901D9}"/>
          </ac:grpSpMkLst>
        </pc:grpChg>
        <pc:grpChg chg="mod">
          <ac:chgData name="Rodica Ioana Lung" userId="64ee56e8d7162e1e" providerId="LiveId" clId="{0F6830A5-18AB-4F1B-8BBB-DA235794CEC1}" dt="2025-12-16T16:06:51.956" v="1214"/>
          <ac:grpSpMkLst>
            <pc:docMk/>
            <pc:sldMk cId="3008092937" sldId="265"/>
            <ac:grpSpMk id="39" creationId="{E441427A-4D87-64BA-9BF2-2CE29C8D9858}"/>
          </ac:grpSpMkLst>
        </pc:grpChg>
        <pc:grpChg chg="del mod">
          <ac:chgData name="Rodica Ioana Lung" userId="64ee56e8d7162e1e" providerId="LiveId" clId="{0F6830A5-18AB-4F1B-8BBB-DA235794CEC1}" dt="2025-12-16T16:07:04.923" v="1222"/>
          <ac:grpSpMkLst>
            <pc:docMk/>
            <pc:sldMk cId="3008092937" sldId="265"/>
            <ac:grpSpMk id="45" creationId="{123F957F-9172-5030-F185-9D7194C677E2}"/>
          </ac:grpSpMkLst>
        </pc:grpChg>
        <pc:grpChg chg="mod">
          <ac:chgData name="Rodica Ioana Lung" userId="64ee56e8d7162e1e" providerId="LiveId" clId="{0F6830A5-18AB-4F1B-8BBB-DA235794CEC1}" dt="2025-12-16T16:07:04.923" v="1222"/>
          <ac:grpSpMkLst>
            <pc:docMk/>
            <pc:sldMk cId="3008092937" sldId="265"/>
            <ac:grpSpMk id="47" creationId="{07125B0B-D7C1-DC3D-027A-2C33CDEAAF96}"/>
          </ac:grpSpMkLst>
        </pc:grpChg>
        <pc:inkChg chg="add">
          <ac:chgData name="Rodica Ioana Lung" userId="64ee56e8d7162e1e" providerId="LiveId" clId="{0F6830A5-18AB-4F1B-8BBB-DA235794CEC1}" dt="2025-12-16T16:06:12.656" v="1180" actId="9405"/>
          <ac:inkMkLst>
            <pc:docMk/>
            <pc:sldMk cId="3008092937" sldId="265"/>
            <ac:inkMk id="4" creationId="{F9F73ADA-3F2C-6A0B-09FE-4D9425714560}"/>
          </ac:inkMkLst>
        </pc:inkChg>
        <pc:inkChg chg="add mod">
          <ac:chgData name="Rodica Ioana Lung" userId="64ee56e8d7162e1e" providerId="LiveId" clId="{0F6830A5-18AB-4F1B-8BBB-DA235794CEC1}" dt="2025-12-16T16:06:27.416" v="1185"/>
          <ac:inkMkLst>
            <pc:docMk/>
            <pc:sldMk cId="3008092937" sldId="265"/>
            <ac:inkMk id="5" creationId="{E9DCD81A-7E09-48C2-91F2-989AB7616AE9}"/>
          </ac:inkMkLst>
        </pc:inkChg>
        <pc:inkChg chg="add mod">
          <ac:chgData name="Rodica Ioana Lung" userId="64ee56e8d7162e1e" providerId="LiveId" clId="{0F6830A5-18AB-4F1B-8BBB-DA235794CEC1}" dt="2025-12-16T16:06:27.416" v="1185"/>
          <ac:inkMkLst>
            <pc:docMk/>
            <pc:sldMk cId="3008092937" sldId="265"/>
            <ac:inkMk id="7" creationId="{C1B2164D-2B8D-0C31-CB9C-817BCF14C343}"/>
          </ac:inkMkLst>
        </pc:inkChg>
        <pc:inkChg chg="add mod">
          <ac:chgData name="Rodica Ioana Lung" userId="64ee56e8d7162e1e" providerId="LiveId" clId="{0F6830A5-18AB-4F1B-8BBB-DA235794CEC1}" dt="2025-12-16T16:06:27.416" v="1185"/>
          <ac:inkMkLst>
            <pc:docMk/>
            <pc:sldMk cId="3008092937" sldId="265"/>
            <ac:inkMk id="9" creationId="{A60B7179-20A6-FDF7-334E-C25E2B8C9507}"/>
          </ac:inkMkLst>
        </pc:inkChg>
        <pc:inkChg chg="add mod">
          <ac:chgData name="Rodica Ioana Lung" userId="64ee56e8d7162e1e" providerId="LiveId" clId="{0F6830A5-18AB-4F1B-8BBB-DA235794CEC1}" dt="2025-12-16T16:06:38.001" v="1200"/>
          <ac:inkMkLst>
            <pc:docMk/>
            <pc:sldMk cId="3008092937" sldId="265"/>
            <ac:inkMk id="11" creationId="{557CCF52-4DBD-B9AD-F071-8A79C6B74AD7}"/>
          </ac:inkMkLst>
        </pc:inkChg>
        <pc:inkChg chg="add mod">
          <ac:chgData name="Rodica Ioana Lung" userId="64ee56e8d7162e1e" providerId="LiveId" clId="{0F6830A5-18AB-4F1B-8BBB-DA235794CEC1}" dt="2025-12-16T16:06:38.001" v="1200"/>
          <ac:inkMkLst>
            <pc:docMk/>
            <pc:sldMk cId="3008092937" sldId="265"/>
            <ac:inkMk id="12" creationId="{3037344F-B787-A7DD-55B9-BF1879AC0D70}"/>
          </ac:inkMkLst>
        </pc:inkChg>
        <pc:inkChg chg="add mod">
          <ac:chgData name="Rodica Ioana Lung" userId="64ee56e8d7162e1e" providerId="LiveId" clId="{0F6830A5-18AB-4F1B-8BBB-DA235794CEC1}" dt="2025-12-16T16:06:38.001" v="1200"/>
          <ac:inkMkLst>
            <pc:docMk/>
            <pc:sldMk cId="3008092937" sldId="265"/>
            <ac:inkMk id="13" creationId="{1855DEE8-EB1D-B605-A713-04B30703E2A9}"/>
          </ac:inkMkLst>
        </pc:inkChg>
        <pc:inkChg chg="add mod">
          <ac:chgData name="Rodica Ioana Lung" userId="64ee56e8d7162e1e" providerId="LiveId" clId="{0F6830A5-18AB-4F1B-8BBB-DA235794CEC1}" dt="2025-12-16T16:06:38.001" v="1200"/>
          <ac:inkMkLst>
            <pc:docMk/>
            <pc:sldMk cId="3008092937" sldId="265"/>
            <ac:inkMk id="14" creationId="{5F9A5A9A-B300-9DAB-1CC0-108510BE3DC2}"/>
          </ac:inkMkLst>
        </pc:inkChg>
        <pc:inkChg chg="add mod">
          <ac:chgData name="Rodica Ioana Lung" userId="64ee56e8d7162e1e" providerId="LiveId" clId="{0F6830A5-18AB-4F1B-8BBB-DA235794CEC1}" dt="2025-12-16T16:06:38.001" v="1200"/>
          <ac:inkMkLst>
            <pc:docMk/>
            <pc:sldMk cId="3008092937" sldId="265"/>
            <ac:inkMk id="15" creationId="{E0DA0AA9-9EC9-B3C3-499E-002FFBAB53F7}"/>
          </ac:inkMkLst>
        </pc:inkChg>
        <pc:inkChg chg="add mod">
          <ac:chgData name="Rodica Ioana Lung" userId="64ee56e8d7162e1e" providerId="LiveId" clId="{0F6830A5-18AB-4F1B-8BBB-DA235794CEC1}" dt="2025-12-16T16:06:38.001" v="1200"/>
          <ac:inkMkLst>
            <pc:docMk/>
            <pc:sldMk cId="3008092937" sldId="265"/>
            <ac:inkMk id="16" creationId="{C2BF22EE-A6BC-73D0-3394-D1C705F21386}"/>
          </ac:inkMkLst>
        </pc:inkChg>
        <pc:inkChg chg="add mod">
          <ac:chgData name="Rodica Ioana Lung" userId="64ee56e8d7162e1e" providerId="LiveId" clId="{0F6830A5-18AB-4F1B-8BBB-DA235794CEC1}" dt="2025-12-16T16:06:38.001" v="1200"/>
          <ac:inkMkLst>
            <pc:docMk/>
            <pc:sldMk cId="3008092937" sldId="265"/>
            <ac:inkMk id="17" creationId="{A5667D8B-D1BB-2150-0FF2-9AC0BC525B0F}"/>
          </ac:inkMkLst>
        </pc:inkChg>
        <pc:inkChg chg="add mod">
          <ac:chgData name="Rodica Ioana Lung" userId="64ee56e8d7162e1e" providerId="LiveId" clId="{0F6830A5-18AB-4F1B-8BBB-DA235794CEC1}" dt="2025-12-16T16:06:36.540" v="1198"/>
          <ac:inkMkLst>
            <pc:docMk/>
            <pc:sldMk cId="3008092937" sldId="265"/>
            <ac:inkMk id="19" creationId="{325AA2CA-61F2-2838-9703-B09E6B92EA1B}"/>
          </ac:inkMkLst>
        </pc:inkChg>
        <pc:inkChg chg="add mod">
          <ac:chgData name="Rodica Ioana Lung" userId="64ee56e8d7162e1e" providerId="LiveId" clId="{0F6830A5-18AB-4F1B-8BBB-DA235794CEC1}" dt="2025-12-16T16:06:36.540" v="1198"/>
          <ac:inkMkLst>
            <pc:docMk/>
            <pc:sldMk cId="3008092937" sldId="265"/>
            <ac:inkMk id="20" creationId="{6449FAB1-F27A-023B-3882-EAF1C984FD3D}"/>
          </ac:inkMkLst>
        </pc:inkChg>
        <pc:inkChg chg="add mod">
          <ac:chgData name="Rodica Ioana Lung" userId="64ee56e8d7162e1e" providerId="LiveId" clId="{0F6830A5-18AB-4F1B-8BBB-DA235794CEC1}" dt="2025-12-16T16:06:36.540" v="1198"/>
          <ac:inkMkLst>
            <pc:docMk/>
            <pc:sldMk cId="3008092937" sldId="265"/>
            <ac:inkMk id="21" creationId="{02A937C6-10F5-C0A3-90A3-7B98F1A898B4}"/>
          </ac:inkMkLst>
        </pc:inkChg>
        <pc:inkChg chg="add mod">
          <ac:chgData name="Rodica Ioana Lung" userId="64ee56e8d7162e1e" providerId="LiveId" clId="{0F6830A5-18AB-4F1B-8BBB-DA235794CEC1}" dt="2025-12-16T16:06:36.540" v="1198"/>
          <ac:inkMkLst>
            <pc:docMk/>
            <pc:sldMk cId="3008092937" sldId="265"/>
            <ac:inkMk id="22" creationId="{CF4C5928-F500-F785-31BD-199E21D596BB}"/>
          </ac:inkMkLst>
        </pc:inkChg>
        <pc:inkChg chg="add mod">
          <ac:chgData name="Rodica Ioana Lung" userId="64ee56e8d7162e1e" providerId="LiveId" clId="{0F6830A5-18AB-4F1B-8BBB-DA235794CEC1}" dt="2025-12-16T16:06:38.001" v="1200"/>
          <ac:inkMkLst>
            <pc:docMk/>
            <pc:sldMk cId="3008092937" sldId="265"/>
            <ac:inkMk id="24" creationId="{C4C176D7-6046-4BD6-A997-17C999C22AC2}"/>
          </ac:inkMkLst>
        </pc:inkChg>
        <pc:inkChg chg="add mod">
          <ac:chgData name="Rodica Ioana Lung" userId="64ee56e8d7162e1e" providerId="LiveId" clId="{0F6830A5-18AB-4F1B-8BBB-DA235794CEC1}" dt="2025-12-16T16:06:41.812" v="1208"/>
          <ac:inkMkLst>
            <pc:docMk/>
            <pc:sldMk cId="3008092937" sldId="265"/>
            <ac:inkMk id="26" creationId="{D37148A0-C8FA-0261-C24E-A5776FADC874}"/>
          </ac:inkMkLst>
        </pc:inkChg>
        <pc:inkChg chg="add mod">
          <ac:chgData name="Rodica Ioana Lung" userId="64ee56e8d7162e1e" providerId="LiveId" clId="{0F6830A5-18AB-4F1B-8BBB-DA235794CEC1}" dt="2025-12-16T16:06:41.812" v="1208"/>
          <ac:inkMkLst>
            <pc:docMk/>
            <pc:sldMk cId="3008092937" sldId="265"/>
            <ac:inkMk id="27" creationId="{297807C4-B564-DAF3-F1C0-518EAE4189D7}"/>
          </ac:inkMkLst>
        </pc:inkChg>
        <pc:inkChg chg="add mod">
          <ac:chgData name="Rodica Ioana Lung" userId="64ee56e8d7162e1e" providerId="LiveId" clId="{0F6830A5-18AB-4F1B-8BBB-DA235794CEC1}" dt="2025-12-16T16:06:41.812" v="1208"/>
          <ac:inkMkLst>
            <pc:docMk/>
            <pc:sldMk cId="3008092937" sldId="265"/>
            <ac:inkMk id="28" creationId="{A0463415-52BF-4267-DB4C-65B7A1BB82F3}"/>
          </ac:inkMkLst>
        </pc:inkChg>
        <pc:inkChg chg="add mod">
          <ac:chgData name="Rodica Ioana Lung" userId="64ee56e8d7162e1e" providerId="LiveId" clId="{0F6830A5-18AB-4F1B-8BBB-DA235794CEC1}" dt="2025-12-16T16:06:41.812" v="1208"/>
          <ac:inkMkLst>
            <pc:docMk/>
            <pc:sldMk cId="3008092937" sldId="265"/>
            <ac:inkMk id="29" creationId="{11F2D9DC-CB4B-559B-137D-597DFF28F802}"/>
          </ac:inkMkLst>
        </pc:inkChg>
        <pc:inkChg chg="add mod">
          <ac:chgData name="Rodica Ioana Lung" userId="64ee56e8d7162e1e" providerId="LiveId" clId="{0F6830A5-18AB-4F1B-8BBB-DA235794CEC1}" dt="2025-12-16T16:06:41.812" v="1208"/>
          <ac:inkMkLst>
            <pc:docMk/>
            <pc:sldMk cId="3008092937" sldId="265"/>
            <ac:inkMk id="30" creationId="{17C5FCCE-D2D0-903A-1950-B5AC57BA2BD4}"/>
          </ac:inkMkLst>
        </pc:inkChg>
        <pc:inkChg chg="add mod">
          <ac:chgData name="Rodica Ioana Lung" userId="64ee56e8d7162e1e" providerId="LiveId" clId="{0F6830A5-18AB-4F1B-8BBB-DA235794CEC1}" dt="2025-12-16T16:06:41.812" v="1208"/>
          <ac:inkMkLst>
            <pc:docMk/>
            <pc:sldMk cId="3008092937" sldId="265"/>
            <ac:inkMk id="31" creationId="{80A1955D-E240-523F-6763-7BB3256A0215}"/>
          </ac:inkMkLst>
        </pc:inkChg>
        <pc:inkChg chg="add mod">
          <ac:chgData name="Rodica Ioana Lung" userId="64ee56e8d7162e1e" providerId="LiveId" clId="{0F6830A5-18AB-4F1B-8BBB-DA235794CEC1}" dt="2025-12-16T16:06:41.812" v="1208"/>
          <ac:inkMkLst>
            <pc:docMk/>
            <pc:sldMk cId="3008092937" sldId="265"/>
            <ac:inkMk id="32" creationId="{2D0CC07D-1A39-7425-3674-D5BE90CD5BD2}"/>
          </ac:inkMkLst>
        </pc:inkChg>
        <pc:inkChg chg="add mod">
          <ac:chgData name="Rodica Ioana Lung" userId="64ee56e8d7162e1e" providerId="LiveId" clId="{0F6830A5-18AB-4F1B-8BBB-DA235794CEC1}" dt="2025-12-16T16:06:51.956" v="1214"/>
          <ac:inkMkLst>
            <pc:docMk/>
            <pc:sldMk cId="3008092937" sldId="265"/>
            <ac:inkMk id="34" creationId="{26ED8975-4CD8-C9CD-4271-946B94A557A9}"/>
          </ac:inkMkLst>
        </pc:inkChg>
        <pc:inkChg chg="add mod">
          <ac:chgData name="Rodica Ioana Lung" userId="64ee56e8d7162e1e" providerId="LiveId" clId="{0F6830A5-18AB-4F1B-8BBB-DA235794CEC1}" dt="2025-12-16T16:06:51.956" v="1214"/>
          <ac:inkMkLst>
            <pc:docMk/>
            <pc:sldMk cId="3008092937" sldId="265"/>
            <ac:inkMk id="35" creationId="{BEBFA8DE-19AB-82AF-8735-EB924A250B30}"/>
          </ac:inkMkLst>
        </pc:inkChg>
        <pc:inkChg chg="add mod">
          <ac:chgData name="Rodica Ioana Lung" userId="64ee56e8d7162e1e" providerId="LiveId" clId="{0F6830A5-18AB-4F1B-8BBB-DA235794CEC1}" dt="2025-12-16T16:06:51.956" v="1214"/>
          <ac:inkMkLst>
            <pc:docMk/>
            <pc:sldMk cId="3008092937" sldId="265"/>
            <ac:inkMk id="37" creationId="{7824C10F-745D-E529-535F-1EC3E6E398F7}"/>
          </ac:inkMkLst>
        </pc:inkChg>
        <pc:inkChg chg="add">
          <ac:chgData name="Rodica Ioana Lung" userId="64ee56e8d7162e1e" providerId="LiveId" clId="{0F6830A5-18AB-4F1B-8BBB-DA235794CEC1}" dt="2025-12-16T16:06:50.966" v="1213" actId="9405"/>
          <ac:inkMkLst>
            <pc:docMk/>
            <pc:sldMk cId="3008092937" sldId="265"/>
            <ac:inkMk id="38" creationId="{9DDF8BE8-4191-7C1D-033B-B0E54A843921}"/>
          </ac:inkMkLst>
        </pc:inkChg>
        <pc:inkChg chg="add">
          <ac:chgData name="Rodica Ioana Lung" userId="64ee56e8d7162e1e" providerId="LiveId" clId="{0F6830A5-18AB-4F1B-8BBB-DA235794CEC1}" dt="2025-12-16T16:06:57.945" v="1215" actId="9405"/>
          <ac:inkMkLst>
            <pc:docMk/>
            <pc:sldMk cId="3008092937" sldId="265"/>
            <ac:inkMk id="40" creationId="{FEDD04E7-DE7B-F5DD-E4A6-2BFD59279B73}"/>
          </ac:inkMkLst>
        </pc:inkChg>
        <pc:inkChg chg="add">
          <ac:chgData name="Rodica Ioana Lung" userId="64ee56e8d7162e1e" providerId="LiveId" clId="{0F6830A5-18AB-4F1B-8BBB-DA235794CEC1}" dt="2025-12-16T16:06:59.753" v="1216" actId="9405"/>
          <ac:inkMkLst>
            <pc:docMk/>
            <pc:sldMk cId="3008092937" sldId="265"/>
            <ac:inkMk id="41" creationId="{2184EAFB-3A56-C451-ED1C-A2681D1B1867}"/>
          </ac:inkMkLst>
        </pc:inkChg>
        <pc:inkChg chg="add mod">
          <ac:chgData name="Rodica Ioana Lung" userId="64ee56e8d7162e1e" providerId="LiveId" clId="{0F6830A5-18AB-4F1B-8BBB-DA235794CEC1}" dt="2025-12-16T16:07:04.923" v="1222"/>
          <ac:inkMkLst>
            <pc:docMk/>
            <pc:sldMk cId="3008092937" sldId="265"/>
            <ac:inkMk id="42" creationId="{FEE0A964-7EC6-B0B5-412F-2CF377D433C4}"/>
          </ac:inkMkLst>
        </pc:inkChg>
        <pc:inkChg chg="add mod">
          <ac:chgData name="Rodica Ioana Lung" userId="64ee56e8d7162e1e" providerId="LiveId" clId="{0F6830A5-18AB-4F1B-8BBB-DA235794CEC1}" dt="2025-12-16T16:07:04.923" v="1222"/>
          <ac:inkMkLst>
            <pc:docMk/>
            <pc:sldMk cId="3008092937" sldId="265"/>
            <ac:inkMk id="43" creationId="{20CB91F8-901A-60BD-3652-3BC2A3A0DF04}"/>
          </ac:inkMkLst>
        </pc:inkChg>
        <pc:inkChg chg="add mod">
          <ac:chgData name="Rodica Ioana Lung" userId="64ee56e8d7162e1e" providerId="LiveId" clId="{0F6830A5-18AB-4F1B-8BBB-DA235794CEC1}" dt="2025-12-16T16:07:04.923" v="1222"/>
          <ac:inkMkLst>
            <pc:docMk/>
            <pc:sldMk cId="3008092937" sldId="265"/>
            <ac:inkMk id="44" creationId="{D249BC0C-2E0B-077C-A514-639E9D923DD0}"/>
          </ac:inkMkLst>
        </pc:inkChg>
        <pc:inkChg chg="add mod">
          <ac:chgData name="Rodica Ioana Lung" userId="64ee56e8d7162e1e" providerId="LiveId" clId="{0F6830A5-18AB-4F1B-8BBB-DA235794CEC1}" dt="2025-12-16T16:07:04.923" v="1222"/>
          <ac:inkMkLst>
            <pc:docMk/>
            <pc:sldMk cId="3008092937" sldId="265"/>
            <ac:inkMk id="46" creationId="{761DDEFC-2E66-81DE-787C-E0700B723A6C}"/>
          </ac:inkMkLst>
        </pc:inkChg>
      </pc:sldChg>
      <pc:sldChg chg="addSp delSp modSp mod">
        <pc:chgData name="Rodica Ioana Lung" userId="64ee56e8d7162e1e" providerId="LiveId" clId="{0F6830A5-18AB-4F1B-8BBB-DA235794CEC1}" dt="2025-12-16T15:30:14.663" v="49"/>
        <pc:sldMkLst>
          <pc:docMk/>
          <pc:sldMk cId="1754655347" sldId="267"/>
        </pc:sldMkLst>
        <pc:grpChg chg="mod">
          <ac:chgData name="Rodica Ioana Lung" userId="64ee56e8d7162e1e" providerId="LiveId" clId="{0F6830A5-18AB-4F1B-8BBB-DA235794CEC1}" dt="2025-12-16T15:29:35.206" v="18"/>
          <ac:grpSpMkLst>
            <pc:docMk/>
            <pc:sldMk cId="1754655347" sldId="267"/>
            <ac:grpSpMk id="7" creationId="{8B9EA06A-99B3-A531-E4D9-AC6C3ED45A23}"/>
          </ac:grpSpMkLst>
        </pc:grpChg>
        <pc:grpChg chg="mod">
          <ac:chgData name="Rodica Ioana Lung" userId="64ee56e8d7162e1e" providerId="LiveId" clId="{0F6830A5-18AB-4F1B-8BBB-DA235794CEC1}" dt="2025-12-16T15:29:40.371" v="24"/>
          <ac:grpSpMkLst>
            <pc:docMk/>
            <pc:sldMk cId="1754655347" sldId="267"/>
            <ac:grpSpMk id="13" creationId="{9ABA05C1-FCB8-5672-C2A7-57FA3B291358}"/>
          </ac:grpSpMkLst>
        </pc:grpChg>
        <pc:grpChg chg="del mod">
          <ac:chgData name="Rodica Ioana Lung" userId="64ee56e8d7162e1e" providerId="LiveId" clId="{0F6830A5-18AB-4F1B-8BBB-DA235794CEC1}" dt="2025-12-16T15:29:50.576" v="36"/>
          <ac:grpSpMkLst>
            <pc:docMk/>
            <pc:sldMk cId="1754655347" sldId="267"/>
            <ac:grpSpMk id="23" creationId="{C8CD74C1-0CB1-6AC4-9479-E52234ECE3CD}"/>
          </ac:grpSpMkLst>
        </pc:grpChg>
        <pc:grpChg chg="mod">
          <ac:chgData name="Rodica Ioana Lung" userId="64ee56e8d7162e1e" providerId="LiveId" clId="{0F6830A5-18AB-4F1B-8BBB-DA235794CEC1}" dt="2025-12-16T15:29:50.576" v="36"/>
          <ac:grpSpMkLst>
            <pc:docMk/>
            <pc:sldMk cId="1754655347" sldId="267"/>
            <ac:grpSpMk id="25" creationId="{593F347A-7CEC-8829-3EFB-63174FA6D732}"/>
          </ac:grpSpMkLst>
        </pc:grpChg>
        <pc:grpChg chg="del mod">
          <ac:chgData name="Rodica Ioana Lung" userId="64ee56e8d7162e1e" providerId="LiveId" clId="{0F6830A5-18AB-4F1B-8BBB-DA235794CEC1}" dt="2025-12-16T15:30:12.660" v="47"/>
          <ac:grpSpMkLst>
            <pc:docMk/>
            <pc:sldMk cId="1754655347" sldId="267"/>
            <ac:grpSpMk id="28" creationId="{4B48505E-9896-09C9-CAE2-D23714E47DA1}"/>
          </ac:grpSpMkLst>
        </pc:grpChg>
        <pc:grpChg chg="del mod">
          <ac:chgData name="Rodica Ioana Lung" userId="64ee56e8d7162e1e" providerId="LiveId" clId="{0F6830A5-18AB-4F1B-8BBB-DA235794CEC1}" dt="2025-12-16T15:30:14.663" v="49"/>
          <ac:grpSpMkLst>
            <pc:docMk/>
            <pc:sldMk cId="1754655347" sldId="267"/>
            <ac:grpSpMk id="36" creationId="{7AB92109-B926-7CB2-7E60-AF72A7934D90}"/>
          </ac:grpSpMkLst>
        </pc:grpChg>
        <pc:grpChg chg="del mod">
          <ac:chgData name="Rodica Ioana Lung" userId="64ee56e8d7162e1e" providerId="LiveId" clId="{0F6830A5-18AB-4F1B-8BBB-DA235794CEC1}" dt="2025-12-16T15:30:14.663" v="49"/>
          <ac:grpSpMkLst>
            <pc:docMk/>
            <pc:sldMk cId="1754655347" sldId="267"/>
            <ac:grpSpMk id="37" creationId="{8A7C935E-D8F2-F9FD-9899-B5FBFFAAA691}"/>
          </ac:grpSpMkLst>
        </pc:grpChg>
        <pc:grpChg chg="del mod">
          <ac:chgData name="Rodica Ioana Lung" userId="64ee56e8d7162e1e" providerId="LiveId" clId="{0F6830A5-18AB-4F1B-8BBB-DA235794CEC1}" dt="2025-12-16T15:30:14.663" v="49"/>
          <ac:grpSpMkLst>
            <pc:docMk/>
            <pc:sldMk cId="1754655347" sldId="267"/>
            <ac:grpSpMk id="38" creationId="{607E2331-956A-D924-AD79-E5BB9ECD1DD3}"/>
          </ac:grpSpMkLst>
        </pc:grpChg>
        <pc:grpChg chg="mod">
          <ac:chgData name="Rodica Ioana Lung" userId="64ee56e8d7162e1e" providerId="LiveId" clId="{0F6830A5-18AB-4F1B-8BBB-DA235794CEC1}" dt="2025-12-16T15:30:14.663" v="49"/>
          <ac:grpSpMkLst>
            <pc:docMk/>
            <pc:sldMk cId="1754655347" sldId="267"/>
            <ac:grpSpMk id="40" creationId="{B7174B8C-334A-11EC-2B37-13AD12484E14}"/>
          </ac:grpSpMkLst>
        </pc:grpChg>
        <pc:inkChg chg="add mod">
          <ac:chgData name="Rodica Ioana Lung" userId="64ee56e8d7162e1e" providerId="LiveId" clId="{0F6830A5-18AB-4F1B-8BBB-DA235794CEC1}" dt="2025-12-16T15:29:35.206" v="18"/>
          <ac:inkMkLst>
            <pc:docMk/>
            <pc:sldMk cId="1754655347" sldId="267"/>
            <ac:inkMk id="4" creationId="{459FB3BF-8E01-8030-E02C-C623312A642B}"/>
          </ac:inkMkLst>
        </pc:inkChg>
        <pc:inkChg chg="add mod">
          <ac:chgData name="Rodica Ioana Lung" userId="64ee56e8d7162e1e" providerId="LiveId" clId="{0F6830A5-18AB-4F1B-8BBB-DA235794CEC1}" dt="2025-12-16T15:29:35.206" v="18"/>
          <ac:inkMkLst>
            <pc:docMk/>
            <pc:sldMk cId="1754655347" sldId="267"/>
            <ac:inkMk id="5" creationId="{C0505831-5BC6-9DD4-2D40-1D6BD6C8A2B9}"/>
          </ac:inkMkLst>
        </pc:inkChg>
        <pc:inkChg chg="add mod">
          <ac:chgData name="Rodica Ioana Lung" userId="64ee56e8d7162e1e" providerId="LiveId" clId="{0F6830A5-18AB-4F1B-8BBB-DA235794CEC1}" dt="2025-12-16T15:29:40.371" v="24"/>
          <ac:inkMkLst>
            <pc:docMk/>
            <pc:sldMk cId="1754655347" sldId="267"/>
            <ac:inkMk id="8" creationId="{E010C469-73D8-4243-447F-BE21729B50F2}"/>
          </ac:inkMkLst>
        </pc:inkChg>
        <pc:inkChg chg="add mod">
          <ac:chgData name="Rodica Ioana Lung" userId="64ee56e8d7162e1e" providerId="LiveId" clId="{0F6830A5-18AB-4F1B-8BBB-DA235794CEC1}" dt="2025-12-16T15:29:40.371" v="24"/>
          <ac:inkMkLst>
            <pc:docMk/>
            <pc:sldMk cId="1754655347" sldId="267"/>
            <ac:inkMk id="9" creationId="{C1C8ACB1-B95E-8F9F-5F8D-44A215B74C51}"/>
          </ac:inkMkLst>
        </pc:inkChg>
        <pc:inkChg chg="add mod">
          <ac:chgData name="Rodica Ioana Lung" userId="64ee56e8d7162e1e" providerId="LiveId" clId="{0F6830A5-18AB-4F1B-8BBB-DA235794CEC1}" dt="2025-12-16T15:29:40.371" v="24"/>
          <ac:inkMkLst>
            <pc:docMk/>
            <pc:sldMk cId="1754655347" sldId="267"/>
            <ac:inkMk id="10" creationId="{DE8B5BBA-E4E1-29E4-8140-7F3F8204C2FC}"/>
          </ac:inkMkLst>
        </pc:inkChg>
        <pc:inkChg chg="add mod">
          <ac:chgData name="Rodica Ioana Lung" userId="64ee56e8d7162e1e" providerId="LiveId" clId="{0F6830A5-18AB-4F1B-8BBB-DA235794CEC1}" dt="2025-12-16T15:29:40.371" v="24"/>
          <ac:inkMkLst>
            <pc:docMk/>
            <pc:sldMk cId="1754655347" sldId="267"/>
            <ac:inkMk id="11" creationId="{64C3D2EB-A4B2-72EE-6868-79289AA5D5F5}"/>
          </ac:inkMkLst>
        </pc:inkChg>
        <pc:inkChg chg="add mod">
          <ac:chgData name="Rodica Ioana Lung" userId="64ee56e8d7162e1e" providerId="LiveId" clId="{0F6830A5-18AB-4F1B-8BBB-DA235794CEC1}" dt="2025-12-16T15:29:40.371" v="24"/>
          <ac:inkMkLst>
            <pc:docMk/>
            <pc:sldMk cId="1754655347" sldId="267"/>
            <ac:inkMk id="12" creationId="{A8C6D562-C8E7-8140-BB2E-8C7C1150A25C}"/>
          </ac:inkMkLst>
        </pc:inkChg>
        <pc:inkChg chg="add mod">
          <ac:chgData name="Rodica Ioana Lung" userId="64ee56e8d7162e1e" providerId="LiveId" clId="{0F6830A5-18AB-4F1B-8BBB-DA235794CEC1}" dt="2025-12-16T15:29:50.576" v="36"/>
          <ac:inkMkLst>
            <pc:docMk/>
            <pc:sldMk cId="1754655347" sldId="267"/>
            <ac:inkMk id="14" creationId="{E207F983-48DF-1BA8-F04A-259BDCF65898}"/>
          </ac:inkMkLst>
        </pc:inkChg>
        <pc:inkChg chg="add mod">
          <ac:chgData name="Rodica Ioana Lung" userId="64ee56e8d7162e1e" providerId="LiveId" clId="{0F6830A5-18AB-4F1B-8BBB-DA235794CEC1}" dt="2025-12-16T15:29:50.576" v="36"/>
          <ac:inkMkLst>
            <pc:docMk/>
            <pc:sldMk cId="1754655347" sldId="267"/>
            <ac:inkMk id="15" creationId="{15E7A06D-C4D9-EF23-AB06-B4147FE70430}"/>
          </ac:inkMkLst>
        </pc:inkChg>
        <pc:inkChg chg="add mod">
          <ac:chgData name="Rodica Ioana Lung" userId="64ee56e8d7162e1e" providerId="LiveId" clId="{0F6830A5-18AB-4F1B-8BBB-DA235794CEC1}" dt="2025-12-16T15:29:49.613" v="34"/>
          <ac:inkMkLst>
            <pc:docMk/>
            <pc:sldMk cId="1754655347" sldId="267"/>
            <ac:inkMk id="16" creationId="{ECA9250F-DA80-9920-D9F6-5A982692CEC3}"/>
          </ac:inkMkLst>
        </pc:inkChg>
        <pc:inkChg chg="add mod">
          <ac:chgData name="Rodica Ioana Lung" userId="64ee56e8d7162e1e" providerId="LiveId" clId="{0F6830A5-18AB-4F1B-8BBB-DA235794CEC1}" dt="2025-12-16T15:29:50.576" v="36"/>
          <ac:inkMkLst>
            <pc:docMk/>
            <pc:sldMk cId="1754655347" sldId="267"/>
            <ac:inkMk id="17" creationId="{EC1CF9AF-D06D-921F-1E21-C64D1E31255E}"/>
          </ac:inkMkLst>
        </pc:inkChg>
        <pc:inkChg chg="add mod">
          <ac:chgData name="Rodica Ioana Lung" userId="64ee56e8d7162e1e" providerId="LiveId" clId="{0F6830A5-18AB-4F1B-8BBB-DA235794CEC1}" dt="2025-12-16T15:29:50.576" v="36"/>
          <ac:inkMkLst>
            <pc:docMk/>
            <pc:sldMk cId="1754655347" sldId="267"/>
            <ac:inkMk id="18" creationId="{D08F2DD0-147B-FCDC-2C95-A9CE93863C5B}"/>
          </ac:inkMkLst>
        </pc:inkChg>
        <pc:inkChg chg="add mod">
          <ac:chgData name="Rodica Ioana Lung" userId="64ee56e8d7162e1e" providerId="LiveId" clId="{0F6830A5-18AB-4F1B-8BBB-DA235794CEC1}" dt="2025-12-16T15:29:50.576" v="36"/>
          <ac:inkMkLst>
            <pc:docMk/>
            <pc:sldMk cId="1754655347" sldId="267"/>
            <ac:inkMk id="19" creationId="{432DB117-0CC4-5A72-7120-A63BB4B70ECD}"/>
          </ac:inkMkLst>
        </pc:inkChg>
        <pc:inkChg chg="add mod">
          <ac:chgData name="Rodica Ioana Lung" userId="64ee56e8d7162e1e" providerId="LiveId" clId="{0F6830A5-18AB-4F1B-8BBB-DA235794CEC1}" dt="2025-12-16T15:29:50.576" v="36"/>
          <ac:inkMkLst>
            <pc:docMk/>
            <pc:sldMk cId="1754655347" sldId="267"/>
            <ac:inkMk id="20" creationId="{D960B502-7576-23E8-410A-69821ABF83A2}"/>
          </ac:inkMkLst>
        </pc:inkChg>
        <pc:inkChg chg="add mod">
          <ac:chgData name="Rodica Ioana Lung" userId="64ee56e8d7162e1e" providerId="LiveId" clId="{0F6830A5-18AB-4F1B-8BBB-DA235794CEC1}" dt="2025-12-16T15:29:50.576" v="36"/>
          <ac:inkMkLst>
            <pc:docMk/>
            <pc:sldMk cId="1754655347" sldId="267"/>
            <ac:inkMk id="21" creationId="{12E39AB0-B5E0-0463-1753-B78CCCBBF2D5}"/>
          </ac:inkMkLst>
        </pc:inkChg>
        <pc:inkChg chg="add mod">
          <ac:chgData name="Rodica Ioana Lung" userId="64ee56e8d7162e1e" providerId="LiveId" clId="{0F6830A5-18AB-4F1B-8BBB-DA235794CEC1}" dt="2025-12-16T15:29:49.613" v="34"/>
          <ac:inkMkLst>
            <pc:docMk/>
            <pc:sldMk cId="1754655347" sldId="267"/>
            <ac:inkMk id="22" creationId="{04CD375A-19BB-F10B-295B-3B6BC9ADDA39}"/>
          </ac:inkMkLst>
        </pc:inkChg>
        <pc:inkChg chg="add mod">
          <ac:chgData name="Rodica Ioana Lung" userId="64ee56e8d7162e1e" providerId="LiveId" clId="{0F6830A5-18AB-4F1B-8BBB-DA235794CEC1}" dt="2025-12-16T15:29:50.576" v="36"/>
          <ac:inkMkLst>
            <pc:docMk/>
            <pc:sldMk cId="1754655347" sldId="267"/>
            <ac:inkMk id="24" creationId="{C555FEAC-167F-983C-3F58-5F3881E99D64}"/>
          </ac:inkMkLst>
        </pc:inkChg>
        <pc:inkChg chg="add mod">
          <ac:chgData name="Rodica Ioana Lung" userId="64ee56e8d7162e1e" providerId="LiveId" clId="{0F6830A5-18AB-4F1B-8BBB-DA235794CEC1}" dt="2025-12-16T15:30:14.663" v="49"/>
          <ac:inkMkLst>
            <pc:docMk/>
            <pc:sldMk cId="1754655347" sldId="267"/>
            <ac:inkMk id="26" creationId="{2E97DA3F-B376-A06C-685E-C046450B2F21}"/>
          </ac:inkMkLst>
        </pc:inkChg>
        <pc:inkChg chg="add mod">
          <ac:chgData name="Rodica Ioana Lung" userId="64ee56e8d7162e1e" providerId="LiveId" clId="{0F6830A5-18AB-4F1B-8BBB-DA235794CEC1}" dt="2025-12-16T15:30:14.663" v="49"/>
          <ac:inkMkLst>
            <pc:docMk/>
            <pc:sldMk cId="1754655347" sldId="267"/>
            <ac:inkMk id="27" creationId="{E94F8798-FF03-ACC3-9857-6D831C019070}"/>
          </ac:inkMkLst>
        </pc:inkChg>
        <pc:inkChg chg="add mod">
          <ac:chgData name="Rodica Ioana Lung" userId="64ee56e8d7162e1e" providerId="LiveId" clId="{0F6830A5-18AB-4F1B-8BBB-DA235794CEC1}" dt="2025-12-16T15:30:14.663" v="49"/>
          <ac:inkMkLst>
            <pc:docMk/>
            <pc:sldMk cId="1754655347" sldId="267"/>
            <ac:inkMk id="29" creationId="{FAB1F8E0-C7E5-1C82-E482-D69240D3D743}"/>
          </ac:inkMkLst>
        </pc:inkChg>
        <pc:inkChg chg="add">
          <ac:chgData name="Rodica Ioana Lung" userId="64ee56e8d7162e1e" providerId="LiveId" clId="{0F6830A5-18AB-4F1B-8BBB-DA235794CEC1}" dt="2025-12-16T15:30:07.421" v="41" actId="9405"/>
          <ac:inkMkLst>
            <pc:docMk/>
            <pc:sldMk cId="1754655347" sldId="267"/>
            <ac:inkMk id="30" creationId="{A3D0456F-714A-E982-A6D3-9D93142EB3A0}"/>
          </ac:inkMkLst>
        </pc:inkChg>
        <pc:inkChg chg="add mod">
          <ac:chgData name="Rodica Ioana Lung" userId="64ee56e8d7162e1e" providerId="LiveId" clId="{0F6830A5-18AB-4F1B-8BBB-DA235794CEC1}" dt="2025-12-16T15:30:14.663" v="49"/>
          <ac:inkMkLst>
            <pc:docMk/>
            <pc:sldMk cId="1754655347" sldId="267"/>
            <ac:inkMk id="31" creationId="{DB2FC5EE-36B1-2CB6-0D5D-655797391CC6}"/>
          </ac:inkMkLst>
        </pc:inkChg>
        <pc:inkChg chg="add mod">
          <ac:chgData name="Rodica Ioana Lung" userId="64ee56e8d7162e1e" providerId="LiveId" clId="{0F6830A5-18AB-4F1B-8BBB-DA235794CEC1}" dt="2025-12-16T15:30:14.663" v="49"/>
          <ac:inkMkLst>
            <pc:docMk/>
            <pc:sldMk cId="1754655347" sldId="267"/>
            <ac:inkMk id="32" creationId="{70395B14-0ED3-12F5-765A-D4CC9FBDE959}"/>
          </ac:inkMkLst>
        </pc:inkChg>
        <pc:inkChg chg="add">
          <ac:chgData name="Rodica Ioana Lung" userId="64ee56e8d7162e1e" providerId="LiveId" clId="{0F6830A5-18AB-4F1B-8BBB-DA235794CEC1}" dt="2025-12-16T15:30:09.948" v="44" actId="9405"/>
          <ac:inkMkLst>
            <pc:docMk/>
            <pc:sldMk cId="1754655347" sldId="267"/>
            <ac:inkMk id="33" creationId="{D9BD8458-F115-5174-B9F4-BE5C659D6F80}"/>
          </ac:inkMkLst>
        </pc:inkChg>
        <pc:inkChg chg="add mod">
          <ac:chgData name="Rodica Ioana Lung" userId="64ee56e8d7162e1e" providerId="LiveId" clId="{0F6830A5-18AB-4F1B-8BBB-DA235794CEC1}" dt="2025-12-16T15:30:12.660" v="47"/>
          <ac:inkMkLst>
            <pc:docMk/>
            <pc:sldMk cId="1754655347" sldId="267"/>
            <ac:inkMk id="34" creationId="{F7839A18-929E-0638-AFD2-580C98BC1263}"/>
          </ac:inkMkLst>
        </pc:inkChg>
        <pc:inkChg chg="add">
          <ac:chgData name="Rodica Ioana Lung" userId="64ee56e8d7162e1e" providerId="LiveId" clId="{0F6830A5-18AB-4F1B-8BBB-DA235794CEC1}" dt="2025-12-16T15:30:11.653" v="46" actId="9405"/>
          <ac:inkMkLst>
            <pc:docMk/>
            <pc:sldMk cId="1754655347" sldId="267"/>
            <ac:inkMk id="35" creationId="{3A6C3F94-4871-BE01-1827-3DF993CC4EC6}"/>
          </ac:inkMkLst>
        </pc:inkChg>
        <pc:inkChg chg="add mod">
          <ac:chgData name="Rodica Ioana Lung" userId="64ee56e8d7162e1e" providerId="LiveId" clId="{0F6830A5-18AB-4F1B-8BBB-DA235794CEC1}" dt="2025-12-16T15:30:14.663" v="49"/>
          <ac:inkMkLst>
            <pc:docMk/>
            <pc:sldMk cId="1754655347" sldId="267"/>
            <ac:inkMk id="39" creationId="{79B241F2-BBEF-3886-053F-109AB744BFA3}"/>
          </ac:inkMkLst>
        </pc:inkChg>
      </pc:sldChg>
      <pc:sldChg chg="addSp delSp modSp mod">
        <pc:chgData name="Rodica Ioana Lung" userId="64ee56e8d7162e1e" providerId="LiveId" clId="{0F6830A5-18AB-4F1B-8BBB-DA235794CEC1}" dt="2025-12-16T15:48:15.814" v="519"/>
        <pc:sldMkLst>
          <pc:docMk/>
          <pc:sldMk cId="922234469" sldId="268"/>
        </pc:sldMkLst>
        <pc:grpChg chg="mod">
          <ac:chgData name="Rodica Ioana Lung" userId="64ee56e8d7162e1e" providerId="LiveId" clId="{0F6830A5-18AB-4F1B-8BBB-DA235794CEC1}" dt="2025-12-16T15:45:34.013" v="400"/>
          <ac:grpSpMkLst>
            <pc:docMk/>
            <pc:sldMk cId="922234469" sldId="268"/>
            <ac:grpSpMk id="8" creationId="{F7D9EA88-9772-42CF-8064-88BC16639EA6}"/>
          </ac:grpSpMkLst>
        </pc:grpChg>
        <pc:grpChg chg="del mod">
          <ac:chgData name="Rodica Ioana Lung" userId="64ee56e8d7162e1e" providerId="LiveId" clId="{0F6830A5-18AB-4F1B-8BBB-DA235794CEC1}" dt="2025-12-16T15:46:12.908" v="433"/>
          <ac:grpSpMkLst>
            <pc:docMk/>
            <pc:sldMk cId="922234469" sldId="268"/>
            <ac:grpSpMk id="28" creationId="{05D799DE-593F-6BF8-E424-62B792E0DE9F}"/>
          </ac:grpSpMkLst>
        </pc:grpChg>
        <pc:grpChg chg="del mod">
          <ac:chgData name="Rodica Ioana Lung" userId="64ee56e8d7162e1e" providerId="LiveId" clId="{0F6830A5-18AB-4F1B-8BBB-DA235794CEC1}" dt="2025-12-16T15:46:06.049" v="431"/>
          <ac:grpSpMkLst>
            <pc:docMk/>
            <pc:sldMk cId="922234469" sldId="268"/>
            <ac:grpSpMk id="29" creationId="{FA05DC05-79AF-D0BE-BDA7-BF2614A09BCD}"/>
          </ac:grpSpMkLst>
        </pc:grpChg>
        <pc:grpChg chg="mod">
          <ac:chgData name="Rodica Ioana Lung" userId="64ee56e8d7162e1e" providerId="LiveId" clId="{0F6830A5-18AB-4F1B-8BBB-DA235794CEC1}" dt="2025-12-16T15:46:06.049" v="431"/>
          <ac:grpSpMkLst>
            <pc:docMk/>
            <pc:sldMk cId="922234469" sldId="268"/>
            <ac:grpSpMk id="41" creationId="{FC793509-F5E3-08D0-79E7-36209B135185}"/>
          </ac:grpSpMkLst>
        </pc:grpChg>
        <pc:grpChg chg="mod">
          <ac:chgData name="Rodica Ioana Lung" userId="64ee56e8d7162e1e" providerId="LiveId" clId="{0F6830A5-18AB-4F1B-8BBB-DA235794CEC1}" dt="2025-12-16T15:46:06.049" v="431"/>
          <ac:grpSpMkLst>
            <pc:docMk/>
            <pc:sldMk cId="922234469" sldId="268"/>
            <ac:grpSpMk id="42" creationId="{749592A2-12A5-1A47-CCA5-00A014973756}"/>
          </ac:grpSpMkLst>
        </pc:grpChg>
        <pc:grpChg chg="mod">
          <ac:chgData name="Rodica Ioana Lung" userId="64ee56e8d7162e1e" providerId="LiveId" clId="{0F6830A5-18AB-4F1B-8BBB-DA235794CEC1}" dt="2025-12-16T15:46:06.049" v="431"/>
          <ac:grpSpMkLst>
            <pc:docMk/>
            <pc:sldMk cId="922234469" sldId="268"/>
            <ac:grpSpMk id="43" creationId="{78A355BA-CAB6-EFFC-D450-DA7F30D17FA7}"/>
          </ac:grpSpMkLst>
        </pc:grpChg>
        <pc:grpChg chg="mod">
          <ac:chgData name="Rodica Ioana Lung" userId="64ee56e8d7162e1e" providerId="LiveId" clId="{0F6830A5-18AB-4F1B-8BBB-DA235794CEC1}" dt="2025-12-16T15:46:12.908" v="433"/>
          <ac:grpSpMkLst>
            <pc:docMk/>
            <pc:sldMk cId="922234469" sldId="268"/>
            <ac:grpSpMk id="45" creationId="{C8794743-854F-D917-617F-25EB4350183E}"/>
          </ac:grpSpMkLst>
        </pc:grpChg>
        <pc:grpChg chg="del mod">
          <ac:chgData name="Rodica Ioana Lung" userId="64ee56e8d7162e1e" providerId="LiveId" clId="{0F6830A5-18AB-4F1B-8BBB-DA235794CEC1}" dt="2025-12-16T15:46:38.072" v="454"/>
          <ac:grpSpMkLst>
            <pc:docMk/>
            <pc:sldMk cId="922234469" sldId="268"/>
            <ac:grpSpMk id="60" creationId="{52BC788F-4E51-F594-1381-F23AE8F4BC73}"/>
          </ac:grpSpMkLst>
        </pc:grpChg>
        <pc:grpChg chg="del mod">
          <ac:chgData name="Rodica Ioana Lung" userId="64ee56e8d7162e1e" providerId="LiveId" clId="{0F6830A5-18AB-4F1B-8BBB-DA235794CEC1}" dt="2025-12-16T15:46:44.018" v="463"/>
          <ac:grpSpMkLst>
            <pc:docMk/>
            <pc:sldMk cId="922234469" sldId="268"/>
            <ac:grpSpMk id="66" creationId="{5B0266ED-9636-F24B-A3E0-FB60CCDEADF3}"/>
          </ac:grpSpMkLst>
        </pc:grpChg>
        <pc:grpChg chg="del mod">
          <ac:chgData name="Rodica Ioana Lung" userId="64ee56e8d7162e1e" providerId="LiveId" clId="{0F6830A5-18AB-4F1B-8BBB-DA235794CEC1}" dt="2025-12-16T15:46:46.494" v="466"/>
          <ac:grpSpMkLst>
            <pc:docMk/>
            <pc:sldMk cId="922234469" sldId="268"/>
            <ac:grpSpMk id="75" creationId="{AE2F3BC6-7B0F-B694-F989-F5C13B0D3C9B}"/>
          </ac:grpSpMkLst>
        </pc:grpChg>
        <pc:grpChg chg="del mod">
          <ac:chgData name="Rodica Ioana Lung" userId="64ee56e8d7162e1e" providerId="LiveId" clId="{0F6830A5-18AB-4F1B-8BBB-DA235794CEC1}" dt="2025-12-16T15:46:47.975" v="469"/>
          <ac:grpSpMkLst>
            <pc:docMk/>
            <pc:sldMk cId="922234469" sldId="268"/>
            <ac:grpSpMk id="78" creationId="{667CE3D9-B0F9-20E0-18F6-F01EF7C8C910}"/>
          </ac:grpSpMkLst>
        </pc:grpChg>
        <pc:grpChg chg="mod">
          <ac:chgData name="Rodica Ioana Lung" userId="64ee56e8d7162e1e" providerId="LiveId" clId="{0F6830A5-18AB-4F1B-8BBB-DA235794CEC1}" dt="2025-12-16T15:46:47.975" v="469"/>
          <ac:grpSpMkLst>
            <pc:docMk/>
            <pc:sldMk cId="922234469" sldId="268"/>
            <ac:grpSpMk id="81" creationId="{BA9C3694-D800-EB53-73A8-D6F1D53943F2}"/>
          </ac:grpSpMkLst>
        </pc:grpChg>
        <pc:grpChg chg="del mod">
          <ac:chgData name="Rodica Ioana Lung" userId="64ee56e8d7162e1e" providerId="LiveId" clId="{0F6830A5-18AB-4F1B-8BBB-DA235794CEC1}" dt="2025-12-16T15:47:14.127" v="479"/>
          <ac:grpSpMkLst>
            <pc:docMk/>
            <pc:sldMk cId="922234469" sldId="268"/>
            <ac:grpSpMk id="87" creationId="{6699F603-7922-E84A-6A29-29C794EA3860}"/>
          </ac:grpSpMkLst>
        </pc:grpChg>
        <pc:grpChg chg="mod">
          <ac:chgData name="Rodica Ioana Lung" userId="64ee56e8d7162e1e" providerId="LiveId" clId="{0F6830A5-18AB-4F1B-8BBB-DA235794CEC1}" dt="2025-12-16T15:47:14.127" v="479"/>
          <ac:grpSpMkLst>
            <pc:docMk/>
            <pc:sldMk cId="922234469" sldId="268"/>
            <ac:grpSpMk id="91" creationId="{68EC4541-38E5-A120-ED9E-CF7F58AC5143}"/>
          </ac:grpSpMkLst>
        </pc:grpChg>
        <pc:grpChg chg="mod">
          <ac:chgData name="Rodica Ioana Lung" userId="64ee56e8d7162e1e" providerId="LiveId" clId="{0F6830A5-18AB-4F1B-8BBB-DA235794CEC1}" dt="2025-12-16T15:47:20.996" v="482"/>
          <ac:grpSpMkLst>
            <pc:docMk/>
            <pc:sldMk cId="922234469" sldId="268"/>
            <ac:grpSpMk id="94" creationId="{EBAEF2F4-AA91-FE4F-7BB4-3947F4A11E9A}"/>
          </ac:grpSpMkLst>
        </pc:grpChg>
        <pc:grpChg chg="del mod">
          <ac:chgData name="Rodica Ioana Lung" userId="64ee56e8d7162e1e" providerId="LiveId" clId="{0F6830A5-18AB-4F1B-8BBB-DA235794CEC1}" dt="2025-12-16T15:47:44.897" v="495"/>
          <ac:grpSpMkLst>
            <pc:docMk/>
            <pc:sldMk cId="922234469" sldId="268"/>
            <ac:grpSpMk id="101" creationId="{7B13D5A7-E8A1-B13A-D4A0-E53C8912C6D9}"/>
          </ac:grpSpMkLst>
        </pc:grpChg>
        <pc:grpChg chg="del mod">
          <ac:chgData name="Rodica Ioana Lung" userId="64ee56e8d7162e1e" providerId="LiveId" clId="{0F6830A5-18AB-4F1B-8BBB-DA235794CEC1}" dt="2025-12-16T15:48:15.814" v="519"/>
          <ac:grpSpMkLst>
            <pc:docMk/>
            <pc:sldMk cId="922234469" sldId="268"/>
            <ac:grpSpMk id="107" creationId="{0430C438-8132-ECAB-029C-C9BC6F0D09F2}"/>
          </ac:grpSpMkLst>
        </pc:grpChg>
        <pc:grpChg chg="del mod">
          <ac:chgData name="Rodica Ioana Lung" userId="64ee56e8d7162e1e" providerId="LiveId" clId="{0F6830A5-18AB-4F1B-8BBB-DA235794CEC1}" dt="2025-12-16T15:47:51.985" v="503"/>
          <ac:grpSpMkLst>
            <pc:docMk/>
            <pc:sldMk cId="922234469" sldId="268"/>
            <ac:grpSpMk id="111" creationId="{B11CA407-8493-9298-B665-FA9456C5DD20}"/>
          </ac:grpSpMkLst>
        </pc:grpChg>
        <pc:grpChg chg="mod">
          <ac:chgData name="Rodica Ioana Lung" userId="64ee56e8d7162e1e" providerId="LiveId" clId="{0F6830A5-18AB-4F1B-8BBB-DA235794CEC1}" dt="2025-12-16T15:47:51.985" v="503"/>
          <ac:grpSpMkLst>
            <pc:docMk/>
            <pc:sldMk cId="922234469" sldId="268"/>
            <ac:grpSpMk id="115" creationId="{6011C669-4907-1AAE-241F-A2AD880DC36E}"/>
          </ac:grpSpMkLst>
        </pc:grpChg>
        <pc:grpChg chg="del mod">
          <ac:chgData name="Rodica Ioana Lung" userId="64ee56e8d7162e1e" providerId="LiveId" clId="{0F6830A5-18AB-4F1B-8BBB-DA235794CEC1}" dt="2025-12-16T15:48:01.424" v="512"/>
          <ac:grpSpMkLst>
            <pc:docMk/>
            <pc:sldMk cId="922234469" sldId="268"/>
            <ac:grpSpMk id="118" creationId="{1A7DACA2-67B3-E4A2-2BB2-275199740CE3}"/>
          </ac:grpSpMkLst>
        </pc:grpChg>
        <pc:grpChg chg="del mod">
          <ac:chgData name="Rodica Ioana Lung" userId="64ee56e8d7162e1e" providerId="LiveId" clId="{0F6830A5-18AB-4F1B-8BBB-DA235794CEC1}" dt="2025-12-16T15:48:02.964" v="514"/>
          <ac:grpSpMkLst>
            <pc:docMk/>
            <pc:sldMk cId="922234469" sldId="268"/>
            <ac:grpSpMk id="124" creationId="{5875517D-864C-9E6E-CE6D-1EAC1DC1D653}"/>
          </ac:grpSpMkLst>
        </pc:grpChg>
        <pc:grpChg chg="mod">
          <ac:chgData name="Rodica Ioana Lung" userId="64ee56e8d7162e1e" providerId="LiveId" clId="{0F6830A5-18AB-4F1B-8BBB-DA235794CEC1}" dt="2025-12-16T15:48:02.964" v="514"/>
          <ac:grpSpMkLst>
            <pc:docMk/>
            <pc:sldMk cId="922234469" sldId="268"/>
            <ac:grpSpMk id="126" creationId="{85F3B04F-7BEF-78D5-DCA9-16BB4448D739}"/>
          </ac:grpSpMkLst>
        </pc:grpChg>
        <pc:grpChg chg="mod">
          <ac:chgData name="Rodica Ioana Lung" userId="64ee56e8d7162e1e" providerId="LiveId" clId="{0F6830A5-18AB-4F1B-8BBB-DA235794CEC1}" dt="2025-12-16T15:48:15.814" v="519"/>
          <ac:grpSpMkLst>
            <pc:docMk/>
            <pc:sldMk cId="922234469" sldId="268"/>
            <ac:grpSpMk id="131" creationId="{97B089E1-7F0F-96F1-071E-90ABAD097AA3}"/>
          </ac:grpSpMkLst>
        </pc:grpChg>
        <pc:inkChg chg="add mod">
          <ac:chgData name="Rodica Ioana Lung" userId="64ee56e8d7162e1e" providerId="LiveId" clId="{0F6830A5-18AB-4F1B-8BBB-DA235794CEC1}" dt="2025-12-16T15:45:34.013" v="400"/>
          <ac:inkMkLst>
            <pc:docMk/>
            <pc:sldMk cId="922234469" sldId="268"/>
            <ac:inkMk id="4" creationId="{0BC7F496-7573-F63E-C735-D8BD533C0A20}"/>
          </ac:inkMkLst>
        </pc:inkChg>
        <pc:inkChg chg="add mod">
          <ac:chgData name="Rodica Ioana Lung" userId="64ee56e8d7162e1e" providerId="LiveId" clId="{0F6830A5-18AB-4F1B-8BBB-DA235794CEC1}" dt="2025-12-16T15:45:34.013" v="400"/>
          <ac:inkMkLst>
            <pc:docMk/>
            <pc:sldMk cId="922234469" sldId="268"/>
            <ac:inkMk id="6" creationId="{8ECD2B73-5646-4732-BC08-35998B4F31A2}"/>
          </ac:inkMkLst>
        </pc:inkChg>
        <pc:inkChg chg="add">
          <ac:chgData name="Rodica Ioana Lung" userId="64ee56e8d7162e1e" providerId="LiveId" clId="{0F6830A5-18AB-4F1B-8BBB-DA235794CEC1}" dt="2025-12-16T15:45:34.452" v="401" actId="9405"/>
          <ac:inkMkLst>
            <pc:docMk/>
            <pc:sldMk cId="922234469" sldId="268"/>
            <ac:inkMk id="9" creationId="{F0A7E5F6-440C-6C9B-CFFE-B31AE218AD98}"/>
          </ac:inkMkLst>
        </pc:inkChg>
        <pc:inkChg chg="add">
          <ac:chgData name="Rodica Ioana Lung" userId="64ee56e8d7162e1e" providerId="LiveId" clId="{0F6830A5-18AB-4F1B-8BBB-DA235794CEC1}" dt="2025-12-16T15:45:34.998" v="402" actId="9405"/>
          <ac:inkMkLst>
            <pc:docMk/>
            <pc:sldMk cId="922234469" sldId="268"/>
            <ac:inkMk id="10" creationId="{C7F26D63-5A97-2B01-030C-29EAEBD175F1}"/>
          </ac:inkMkLst>
        </pc:inkChg>
        <pc:inkChg chg="add">
          <ac:chgData name="Rodica Ioana Lung" userId="64ee56e8d7162e1e" providerId="LiveId" clId="{0F6830A5-18AB-4F1B-8BBB-DA235794CEC1}" dt="2025-12-16T15:45:48.716" v="403" actId="9405"/>
          <ac:inkMkLst>
            <pc:docMk/>
            <pc:sldMk cId="922234469" sldId="268"/>
            <ac:inkMk id="11" creationId="{F2637DE9-DFCF-7D4F-D06C-149A0AF935A4}"/>
          </ac:inkMkLst>
        </pc:inkChg>
        <pc:inkChg chg="add">
          <ac:chgData name="Rodica Ioana Lung" userId="64ee56e8d7162e1e" providerId="LiveId" clId="{0F6830A5-18AB-4F1B-8BBB-DA235794CEC1}" dt="2025-12-16T15:45:49.476" v="404" actId="9405"/>
          <ac:inkMkLst>
            <pc:docMk/>
            <pc:sldMk cId="922234469" sldId="268"/>
            <ac:inkMk id="13" creationId="{9464B9F2-22EF-5FFB-A273-E11420749D26}"/>
          </ac:inkMkLst>
        </pc:inkChg>
        <pc:inkChg chg="add">
          <ac:chgData name="Rodica Ioana Lung" userId="64ee56e8d7162e1e" providerId="LiveId" clId="{0F6830A5-18AB-4F1B-8BBB-DA235794CEC1}" dt="2025-12-16T15:45:51.497" v="405" actId="9405"/>
          <ac:inkMkLst>
            <pc:docMk/>
            <pc:sldMk cId="922234469" sldId="268"/>
            <ac:inkMk id="14" creationId="{8048BCCA-17BC-3647-B033-3C961C8F5554}"/>
          </ac:inkMkLst>
        </pc:inkChg>
        <pc:inkChg chg="add mod">
          <ac:chgData name="Rodica Ioana Lung" userId="64ee56e8d7162e1e" providerId="LiveId" clId="{0F6830A5-18AB-4F1B-8BBB-DA235794CEC1}" dt="2025-12-16T15:46:06.049" v="431"/>
          <ac:inkMkLst>
            <pc:docMk/>
            <pc:sldMk cId="922234469" sldId="268"/>
            <ac:inkMk id="15" creationId="{5539D7A2-7CF7-9DA6-6BE3-495284D6B16F}"/>
          </ac:inkMkLst>
        </pc:inkChg>
        <pc:inkChg chg="add">
          <ac:chgData name="Rodica Ioana Lung" userId="64ee56e8d7162e1e" providerId="LiveId" clId="{0F6830A5-18AB-4F1B-8BBB-DA235794CEC1}" dt="2025-12-16T15:45:52.011" v="407" actId="9405"/>
          <ac:inkMkLst>
            <pc:docMk/>
            <pc:sldMk cId="922234469" sldId="268"/>
            <ac:inkMk id="16" creationId="{C71C48A3-85F0-EC38-85C0-A9C84A2276C5}"/>
          </ac:inkMkLst>
        </pc:inkChg>
        <pc:inkChg chg="add">
          <ac:chgData name="Rodica Ioana Lung" userId="64ee56e8d7162e1e" providerId="LiveId" clId="{0F6830A5-18AB-4F1B-8BBB-DA235794CEC1}" dt="2025-12-16T15:45:52.536" v="408" actId="9405"/>
          <ac:inkMkLst>
            <pc:docMk/>
            <pc:sldMk cId="922234469" sldId="268"/>
            <ac:inkMk id="17" creationId="{026C42A5-9FF5-D283-1E89-A177A9FBCF80}"/>
          </ac:inkMkLst>
        </pc:inkChg>
        <pc:inkChg chg="add">
          <ac:chgData name="Rodica Ioana Lung" userId="64ee56e8d7162e1e" providerId="LiveId" clId="{0F6830A5-18AB-4F1B-8BBB-DA235794CEC1}" dt="2025-12-16T15:45:52.680" v="409" actId="9405"/>
          <ac:inkMkLst>
            <pc:docMk/>
            <pc:sldMk cId="922234469" sldId="268"/>
            <ac:inkMk id="18" creationId="{A847AD07-0A7D-E634-0B3E-6ADF44D2F7C3}"/>
          </ac:inkMkLst>
        </pc:inkChg>
        <pc:inkChg chg="add mod">
          <ac:chgData name="Rodica Ioana Lung" userId="64ee56e8d7162e1e" providerId="LiveId" clId="{0F6830A5-18AB-4F1B-8BBB-DA235794CEC1}" dt="2025-12-16T15:46:06.049" v="431"/>
          <ac:inkMkLst>
            <pc:docMk/>
            <pc:sldMk cId="922234469" sldId="268"/>
            <ac:inkMk id="19" creationId="{F79A020C-D322-D170-62DD-F1DD2469A640}"/>
          </ac:inkMkLst>
        </pc:inkChg>
        <pc:inkChg chg="add mod">
          <ac:chgData name="Rodica Ioana Lung" userId="64ee56e8d7162e1e" providerId="LiveId" clId="{0F6830A5-18AB-4F1B-8BBB-DA235794CEC1}" dt="2025-12-16T15:45:55.950" v="419"/>
          <ac:inkMkLst>
            <pc:docMk/>
            <pc:sldMk cId="922234469" sldId="268"/>
            <ac:inkMk id="20" creationId="{E6C4EEE0-BDB5-BE63-B9AA-E54CEADD5E88}"/>
          </ac:inkMkLst>
        </pc:inkChg>
        <pc:inkChg chg="add mod">
          <ac:chgData name="Rodica Ioana Lung" userId="64ee56e8d7162e1e" providerId="LiveId" clId="{0F6830A5-18AB-4F1B-8BBB-DA235794CEC1}" dt="2025-12-16T15:46:12.908" v="433"/>
          <ac:inkMkLst>
            <pc:docMk/>
            <pc:sldMk cId="922234469" sldId="268"/>
            <ac:inkMk id="21" creationId="{09F83CF8-0F98-4A65-0035-20C90A74C88B}"/>
          </ac:inkMkLst>
        </pc:inkChg>
        <pc:inkChg chg="add mod">
          <ac:chgData name="Rodica Ioana Lung" userId="64ee56e8d7162e1e" providerId="LiveId" clId="{0F6830A5-18AB-4F1B-8BBB-DA235794CEC1}" dt="2025-12-16T15:46:12.908" v="433"/>
          <ac:inkMkLst>
            <pc:docMk/>
            <pc:sldMk cId="922234469" sldId="268"/>
            <ac:inkMk id="22" creationId="{A8648F51-8FA1-AA98-C19A-B6F1080DEAAA}"/>
          </ac:inkMkLst>
        </pc:inkChg>
        <pc:inkChg chg="add mod">
          <ac:chgData name="Rodica Ioana Lung" userId="64ee56e8d7162e1e" providerId="LiveId" clId="{0F6830A5-18AB-4F1B-8BBB-DA235794CEC1}" dt="2025-12-16T15:46:12.908" v="433"/>
          <ac:inkMkLst>
            <pc:docMk/>
            <pc:sldMk cId="922234469" sldId="268"/>
            <ac:inkMk id="23" creationId="{22426B40-6050-EA00-1AF9-6A4255BD0A17}"/>
          </ac:inkMkLst>
        </pc:inkChg>
        <pc:inkChg chg="add mod">
          <ac:chgData name="Rodica Ioana Lung" userId="64ee56e8d7162e1e" providerId="LiveId" clId="{0F6830A5-18AB-4F1B-8BBB-DA235794CEC1}" dt="2025-12-16T15:46:12.908" v="433"/>
          <ac:inkMkLst>
            <pc:docMk/>
            <pc:sldMk cId="922234469" sldId="268"/>
            <ac:inkMk id="24" creationId="{75B66D3C-84CB-BB36-492A-6C410A8B63AB}"/>
          </ac:inkMkLst>
        </pc:inkChg>
        <pc:inkChg chg="add mod">
          <ac:chgData name="Rodica Ioana Lung" userId="64ee56e8d7162e1e" providerId="LiveId" clId="{0F6830A5-18AB-4F1B-8BBB-DA235794CEC1}" dt="2025-12-16T15:46:12.908" v="433"/>
          <ac:inkMkLst>
            <pc:docMk/>
            <pc:sldMk cId="922234469" sldId="268"/>
            <ac:inkMk id="25" creationId="{6DBB3EF0-5437-E74C-2CF6-C815525C6981}"/>
          </ac:inkMkLst>
        </pc:inkChg>
        <pc:inkChg chg="add mod">
          <ac:chgData name="Rodica Ioana Lung" userId="64ee56e8d7162e1e" providerId="LiveId" clId="{0F6830A5-18AB-4F1B-8BBB-DA235794CEC1}" dt="2025-12-16T15:46:12.908" v="433"/>
          <ac:inkMkLst>
            <pc:docMk/>
            <pc:sldMk cId="922234469" sldId="268"/>
            <ac:inkMk id="26" creationId="{9A459EA0-4D9D-4265-7A60-77C51F73FE04}"/>
          </ac:inkMkLst>
        </pc:inkChg>
        <pc:inkChg chg="add mod">
          <ac:chgData name="Rodica Ioana Lung" userId="64ee56e8d7162e1e" providerId="LiveId" clId="{0F6830A5-18AB-4F1B-8BBB-DA235794CEC1}" dt="2025-12-16T15:46:12.908" v="433"/>
          <ac:inkMkLst>
            <pc:docMk/>
            <pc:sldMk cId="922234469" sldId="268"/>
            <ac:inkMk id="27" creationId="{9B8C16CA-4427-46A8-7F50-6BB6A7721BB9}"/>
          </ac:inkMkLst>
        </pc:inkChg>
        <pc:inkChg chg="add mod">
          <ac:chgData name="Rodica Ioana Lung" userId="64ee56e8d7162e1e" providerId="LiveId" clId="{0F6830A5-18AB-4F1B-8BBB-DA235794CEC1}" dt="2025-12-16T15:46:06.049" v="431"/>
          <ac:inkMkLst>
            <pc:docMk/>
            <pc:sldMk cId="922234469" sldId="268"/>
            <ac:inkMk id="30" creationId="{AA04795A-EB03-0DAF-BC5A-5110FC9E969E}"/>
          </ac:inkMkLst>
        </pc:inkChg>
        <pc:inkChg chg="add mod">
          <ac:chgData name="Rodica Ioana Lung" userId="64ee56e8d7162e1e" providerId="LiveId" clId="{0F6830A5-18AB-4F1B-8BBB-DA235794CEC1}" dt="2025-12-16T15:46:06.049" v="431"/>
          <ac:inkMkLst>
            <pc:docMk/>
            <pc:sldMk cId="922234469" sldId="268"/>
            <ac:inkMk id="31" creationId="{9E26EF14-B1FB-345E-59A4-DC5545FBA69D}"/>
          </ac:inkMkLst>
        </pc:inkChg>
        <pc:inkChg chg="add">
          <ac:chgData name="Rodica Ioana Lung" userId="64ee56e8d7162e1e" providerId="LiveId" clId="{0F6830A5-18AB-4F1B-8BBB-DA235794CEC1}" dt="2025-12-16T15:46:02.494" v="422" actId="9405"/>
          <ac:inkMkLst>
            <pc:docMk/>
            <pc:sldMk cId="922234469" sldId="268"/>
            <ac:inkMk id="32" creationId="{A29DF871-347E-E6E3-5168-833AE171562E}"/>
          </ac:inkMkLst>
        </pc:inkChg>
        <pc:inkChg chg="add mod">
          <ac:chgData name="Rodica Ioana Lung" userId="64ee56e8d7162e1e" providerId="LiveId" clId="{0F6830A5-18AB-4F1B-8BBB-DA235794CEC1}" dt="2025-12-16T15:46:06.049" v="431"/>
          <ac:inkMkLst>
            <pc:docMk/>
            <pc:sldMk cId="922234469" sldId="268"/>
            <ac:inkMk id="33" creationId="{125AE831-B4F0-AB30-6C65-5252891C41AD}"/>
          </ac:inkMkLst>
        </pc:inkChg>
        <pc:inkChg chg="add">
          <ac:chgData name="Rodica Ioana Lung" userId="64ee56e8d7162e1e" providerId="LiveId" clId="{0F6830A5-18AB-4F1B-8BBB-DA235794CEC1}" dt="2025-12-16T15:46:03.065" v="424" actId="9405"/>
          <ac:inkMkLst>
            <pc:docMk/>
            <pc:sldMk cId="922234469" sldId="268"/>
            <ac:inkMk id="34" creationId="{8A7A5E93-9352-A736-4CFF-3774485D5A16}"/>
          </ac:inkMkLst>
        </pc:inkChg>
        <pc:inkChg chg="add mod">
          <ac:chgData name="Rodica Ioana Lung" userId="64ee56e8d7162e1e" providerId="LiveId" clId="{0F6830A5-18AB-4F1B-8BBB-DA235794CEC1}" dt="2025-12-16T15:46:06.049" v="431"/>
          <ac:inkMkLst>
            <pc:docMk/>
            <pc:sldMk cId="922234469" sldId="268"/>
            <ac:inkMk id="35" creationId="{E50281BD-E247-06B0-C8FB-347CE4F43EC9}"/>
          </ac:inkMkLst>
        </pc:inkChg>
        <pc:inkChg chg="add">
          <ac:chgData name="Rodica Ioana Lung" userId="64ee56e8d7162e1e" providerId="LiveId" clId="{0F6830A5-18AB-4F1B-8BBB-DA235794CEC1}" dt="2025-12-16T15:46:04.208" v="426" actId="9405"/>
          <ac:inkMkLst>
            <pc:docMk/>
            <pc:sldMk cId="922234469" sldId="268"/>
            <ac:inkMk id="36" creationId="{605DA5AA-3E68-F51B-71E1-967919FEC432}"/>
          </ac:inkMkLst>
        </pc:inkChg>
        <pc:inkChg chg="add">
          <ac:chgData name="Rodica Ioana Lung" userId="64ee56e8d7162e1e" providerId="LiveId" clId="{0F6830A5-18AB-4F1B-8BBB-DA235794CEC1}" dt="2025-12-16T15:46:04.342" v="427" actId="9405"/>
          <ac:inkMkLst>
            <pc:docMk/>
            <pc:sldMk cId="922234469" sldId="268"/>
            <ac:inkMk id="37" creationId="{F0796366-B139-0B6B-B0B3-E6B097C4B17A}"/>
          </ac:inkMkLst>
        </pc:inkChg>
        <pc:inkChg chg="add">
          <ac:chgData name="Rodica Ioana Lung" userId="64ee56e8d7162e1e" providerId="LiveId" clId="{0F6830A5-18AB-4F1B-8BBB-DA235794CEC1}" dt="2025-12-16T15:46:04.554" v="428" actId="9405"/>
          <ac:inkMkLst>
            <pc:docMk/>
            <pc:sldMk cId="922234469" sldId="268"/>
            <ac:inkMk id="38" creationId="{B2333C0C-7D57-F84D-B7D9-30D813E43A3E}"/>
          </ac:inkMkLst>
        </pc:inkChg>
        <pc:inkChg chg="add">
          <ac:chgData name="Rodica Ioana Lung" userId="64ee56e8d7162e1e" providerId="LiveId" clId="{0F6830A5-18AB-4F1B-8BBB-DA235794CEC1}" dt="2025-12-16T15:46:04.977" v="429" actId="9405"/>
          <ac:inkMkLst>
            <pc:docMk/>
            <pc:sldMk cId="922234469" sldId="268"/>
            <ac:inkMk id="39" creationId="{03BEB918-D176-6603-6F05-FEE9D2157CEC}"/>
          </ac:inkMkLst>
        </pc:inkChg>
        <pc:inkChg chg="add">
          <ac:chgData name="Rodica Ioana Lung" userId="64ee56e8d7162e1e" providerId="LiveId" clId="{0F6830A5-18AB-4F1B-8BBB-DA235794CEC1}" dt="2025-12-16T15:46:05.269" v="430" actId="9405"/>
          <ac:inkMkLst>
            <pc:docMk/>
            <pc:sldMk cId="922234469" sldId="268"/>
            <ac:inkMk id="40" creationId="{281D0291-BE68-A4EE-4938-9E33738037D8}"/>
          </ac:inkMkLst>
        </pc:inkChg>
        <pc:inkChg chg="add mod">
          <ac:chgData name="Rodica Ioana Lung" userId="64ee56e8d7162e1e" providerId="LiveId" clId="{0F6830A5-18AB-4F1B-8BBB-DA235794CEC1}" dt="2025-12-16T15:46:12.908" v="433"/>
          <ac:inkMkLst>
            <pc:docMk/>
            <pc:sldMk cId="922234469" sldId="268"/>
            <ac:inkMk id="44" creationId="{C5C6C82B-F41C-2A7D-1C1D-C4B68615EA1A}"/>
          </ac:inkMkLst>
        </pc:inkChg>
        <pc:inkChg chg="add">
          <ac:chgData name="Rodica Ioana Lung" userId="64ee56e8d7162e1e" providerId="LiveId" clId="{0F6830A5-18AB-4F1B-8BBB-DA235794CEC1}" dt="2025-12-16T15:46:21.595" v="434" actId="9405"/>
          <ac:inkMkLst>
            <pc:docMk/>
            <pc:sldMk cId="922234469" sldId="268"/>
            <ac:inkMk id="46" creationId="{9064AC47-C7E6-5536-7979-C018EC7E9C34}"/>
          </ac:inkMkLst>
        </pc:inkChg>
        <pc:inkChg chg="add mod">
          <ac:chgData name="Rodica Ioana Lung" userId="64ee56e8d7162e1e" providerId="LiveId" clId="{0F6830A5-18AB-4F1B-8BBB-DA235794CEC1}" dt="2025-12-16T15:46:47.975" v="469"/>
          <ac:inkMkLst>
            <pc:docMk/>
            <pc:sldMk cId="922234469" sldId="268"/>
            <ac:inkMk id="47" creationId="{61E57A21-E353-FA87-11C7-9DC922B68E40}"/>
          </ac:inkMkLst>
        </pc:inkChg>
        <pc:inkChg chg="add mod">
          <ac:chgData name="Rodica Ioana Lung" userId="64ee56e8d7162e1e" providerId="LiveId" clId="{0F6830A5-18AB-4F1B-8BBB-DA235794CEC1}" dt="2025-12-16T15:46:32.064" v="448"/>
          <ac:inkMkLst>
            <pc:docMk/>
            <pc:sldMk cId="922234469" sldId="268"/>
            <ac:inkMk id="48" creationId="{6E301DB6-F4FE-45A7-868B-3F1733607010}"/>
          </ac:inkMkLst>
        </pc:inkChg>
        <pc:inkChg chg="add mod">
          <ac:chgData name="Rodica Ioana Lung" userId="64ee56e8d7162e1e" providerId="LiveId" clId="{0F6830A5-18AB-4F1B-8BBB-DA235794CEC1}" dt="2025-12-16T15:46:32.064" v="448"/>
          <ac:inkMkLst>
            <pc:docMk/>
            <pc:sldMk cId="922234469" sldId="268"/>
            <ac:inkMk id="49" creationId="{28A4B599-B7B3-6DEE-5CBF-245EF8B07131}"/>
          </ac:inkMkLst>
        </pc:inkChg>
        <pc:inkChg chg="add mod">
          <ac:chgData name="Rodica Ioana Lung" userId="64ee56e8d7162e1e" providerId="LiveId" clId="{0F6830A5-18AB-4F1B-8BBB-DA235794CEC1}" dt="2025-12-16T15:46:38.072" v="454"/>
          <ac:inkMkLst>
            <pc:docMk/>
            <pc:sldMk cId="922234469" sldId="268"/>
            <ac:inkMk id="50" creationId="{7E2EE442-62C0-E743-10C3-0C6EE6449A02}"/>
          </ac:inkMkLst>
        </pc:inkChg>
        <pc:inkChg chg="add">
          <ac:chgData name="Rodica Ioana Lung" userId="64ee56e8d7162e1e" providerId="LiveId" clId="{0F6830A5-18AB-4F1B-8BBB-DA235794CEC1}" dt="2025-12-16T15:46:25.929" v="439" actId="9405"/>
          <ac:inkMkLst>
            <pc:docMk/>
            <pc:sldMk cId="922234469" sldId="268"/>
            <ac:inkMk id="51" creationId="{DD7463E4-4EE2-7E3C-6417-86347C4F5812}"/>
          </ac:inkMkLst>
        </pc:inkChg>
        <pc:inkChg chg="add mod">
          <ac:chgData name="Rodica Ioana Lung" userId="64ee56e8d7162e1e" providerId="LiveId" clId="{0F6830A5-18AB-4F1B-8BBB-DA235794CEC1}" dt="2025-12-16T15:46:32.064" v="448"/>
          <ac:inkMkLst>
            <pc:docMk/>
            <pc:sldMk cId="922234469" sldId="268"/>
            <ac:inkMk id="52" creationId="{CEACD464-01CD-3D35-0637-92C7F83E4601}"/>
          </ac:inkMkLst>
        </pc:inkChg>
        <pc:inkChg chg="add mod">
          <ac:chgData name="Rodica Ioana Lung" userId="64ee56e8d7162e1e" providerId="LiveId" clId="{0F6830A5-18AB-4F1B-8BBB-DA235794CEC1}" dt="2025-12-16T15:46:38.072" v="454"/>
          <ac:inkMkLst>
            <pc:docMk/>
            <pc:sldMk cId="922234469" sldId="268"/>
            <ac:inkMk id="53" creationId="{88291021-D0FD-980A-3438-D1E38E644D0E}"/>
          </ac:inkMkLst>
        </pc:inkChg>
        <pc:inkChg chg="add mod">
          <ac:chgData name="Rodica Ioana Lung" userId="64ee56e8d7162e1e" providerId="LiveId" clId="{0F6830A5-18AB-4F1B-8BBB-DA235794CEC1}" dt="2025-12-16T15:46:47.975" v="469"/>
          <ac:inkMkLst>
            <pc:docMk/>
            <pc:sldMk cId="922234469" sldId="268"/>
            <ac:inkMk id="54" creationId="{0F74EC09-4C21-5A95-1173-99217EDA6293}"/>
          </ac:inkMkLst>
        </pc:inkChg>
        <pc:inkChg chg="add mod">
          <ac:chgData name="Rodica Ioana Lung" userId="64ee56e8d7162e1e" providerId="LiveId" clId="{0F6830A5-18AB-4F1B-8BBB-DA235794CEC1}" dt="2025-12-16T15:46:44.018" v="463"/>
          <ac:inkMkLst>
            <pc:docMk/>
            <pc:sldMk cId="922234469" sldId="268"/>
            <ac:inkMk id="55" creationId="{3A731BA4-63A6-3489-BB71-8E32BC1FAFC9}"/>
          </ac:inkMkLst>
        </pc:inkChg>
        <pc:inkChg chg="add mod">
          <ac:chgData name="Rodica Ioana Lung" userId="64ee56e8d7162e1e" providerId="LiveId" clId="{0F6830A5-18AB-4F1B-8BBB-DA235794CEC1}" dt="2025-12-16T15:46:38.072" v="454"/>
          <ac:inkMkLst>
            <pc:docMk/>
            <pc:sldMk cId="922234469" sldId="268"/>
            <ac:inkMk id="56" creationId="{C1BA3F14-068B-FD5C-9992-B7F4127D9404}"/>
          </ac:inkMkLst>
        </pc:inkChg>
        <pc:inkChg chg="add mod">
          <ac:chgData name="Rodica Ioana Lung" userId="64ee56e8d7162e1e" providerId="LiveId" clId="{0F6830A5-18AB-4F1B-8BBB-DA235794CEC1}" dt="2025-12-16T15:46:47.975" v="469"/>
          <ac:inkMkLst>
            <pc:docMk/>
            <pc:sldMk cId="922234469" sldId="268"/>
            <ac:inkMk id="57" creationId="{CA6DA655-7E0A-96BF-1D81-330C5EEDE892}"/>
          </ac:inkMkLst>
        </pc:inkChg>
        <pc:inkChg chg="add mod">
          <ac:chgData name="Rodica Ioana Lung" userId="64ee56e8d7162e1e" providerId="LiveId" clId="{0F6830A5-18AB-4F1B-8BBB-DA235794CEC1}" dt="2025-12-16T15:46:47.975" v="469"/>
          <ac:inkMkLst>
            <pc:docMk/>
            <pc:sldMk cId="922234469" sldId="268"/>
            <ac:inkMk id="58" creationId="{61D86274-1657-4AB5-1AD5-830E4D0F6EB1}"/>
          </ac:inkMkLst>
        </pc:inkChg>
        <pc:inkChg chg="add">
          <ac:chgData name="Rodica Ioana Lung" userId="64ee56e8d7162e1e" providerId="LiveId" clId="{0F6830A5-18AB-4F1B-8BBB-DA235794CEC1}" dt="2025-12-16T15:46:31.460" v="447" actId="9405"/>
          <ac:inkMkLst>
            <pc:docMk/>
            <pc:sldMk cId="922234469" sldId="268"/>
            <ac:inkMk id="59" creationId="{FE1C4047-646C-1B15-A31E-B99C91C9D442}"/>
          </ac:inkMkLst>
        </pc:inkChg>
        <pc:inkChg chg="add mod">
          <ac:chgData name="Rodica Ioana Lung" userId="64ee56e8d7162e1e" providerId="LiveId" clId="{0F6830A5-18AB-4F1B-8BBB-DA235794CEC1}" dt="2025-12-16T15:46:38.072" v="454"/>
          <ac:inkMkLst>
            <pc:docMk/>
            <pc:sldMk cId="922234469" sldId="268"/>
            <ac:inkMk id="61" creationId="{2444DD40-AA74-1920-03DC-EA5F4C05F785}"/>
          </ac:inkMkLst>
        </pc:inkChg>
        <pc:inkChg chg="add mod">
          <ac:chgData name="Rodica Ioana Lung" userId="64ee56e8d7162e1e" providerId="LiveId" clId="{0F6830A5-18AB-4F1B-8BBB-DA235794CEC1}" dt="2025-12-16T15:46:38.072" v="454"/>
          <ac:inkMkLst>
            <pc:docMk/>
            <pc:sldMk cId="922234469" sldId="268"/>
            <ac:inkMk id="62" creationId="{FAA178C5-6564-AB0E-C3A6-C10CEFC7F197}"/>
          </ac:inkMkLst>
        </pc:inkChg>
        <pc:inkChg chg="add mod">
          <ac:chgData name="Rodica Ioana Lung" userId="64ee56e8d7162e1e" providerId="LiveId" clId="{0F6830A5-18AB-4F1B-8BBB-DA235794CEC1}" dt="2025-12-16T15:46:38.072" v="454"/>
          <ac:inkMkLst>
            <pc:docMk/>
            <pc:sldMk cId="922234469" sldId="268"/>
            <ac:inkMk id="63" creationId="{5BB88967-9924-F416-4BD8-5AE442628207}"/>
          </ac:inkMkLst>
        </pc:inkChg>
        <pc:inkChg chg="add mod">
          <ac:chgData name="Rodica Ioana Lung" userId="64ee56e8d7162e1e" providerId="LiveId" clId="{0F6830A5-18AB-4F1B-8BBB-DA235794CEC1}" dt="2025-12-16T15:46:38.072" v="454"/>
          <ac:inkMkLst>
            <pc:docMk/>
            <pc:sldMk cId="922234469" sldId="268"/>
            <ac:inkMk id="64" creationId="{A8EE0D9B-AE21-E8C9-5BCA-B8A414EBFBE1}"/>
          </ac:inkMkLst>
        </pc:inkChg>
        <pc:inkChg chg="add">
          <ac:chgData name="Rodica Ioana Lung" userId="64ee56e8d7162e1e" providerId="LiveId" clId="{0F6830A5-18AB-4F1B-8BBB-DA235794CEC1}" dt="2025-12-16T15:46:37.064" v="453" actId="9405"/>
          <ac:inkMkLst>
            <pc:docMk/>
            <pc:sldMk cId="922234469" sldId="268"/>
            <ac:inkMk id="65" creationId="{CD54E6CB-FF7D-0A7F-0F4F-A2B3FDAEF072}"/>
          </ac:inkMkLst>
        </pc:inkChg>
        <pc:inkChg chg="add mod">
          <ac:chgData name="Rodica Ioana Lung" userId="64ee56e8d7162e1e" providerId="LiveId" clId="{0F6830A5-18AB-4F1B-8BBB-DA235794CEC1}" dt="2025-12-16T15:46:47.975" v="469"/>
          <ac:inkMkLst>
            <pc:docMk/>
            <pc:sldMk cId="922234469" sldId="268"/>
            <ac:inkMk id="67" creationId="{CCB76ADA-6412-9618-A89F-6AB85C2CDCBF}"/>
          </ac:inkMkLst>
        </pc:inkChg>
        <pc:inkChg chg="add">
          <ac:chgData name="Rodica Ioana Lung" userId="64ee56e8d7162e1e" providerId="LiveId" clId="{0F6830A5-18AB-4F1B-8BBB-DA235794CEC1}" dt="2025-12-16T15:46:41.121" v="456" actId="9405"/>
          <ac:inkMkLst>
            <pc:docMk/>
            <pc:sldMk cId="922234469" sldId="268"/>
            <ac:inkMk id="68" creationId="{F8197475-5C0D-892D-02E3-31375DB21528}"/>
          </ac:inkMkLst>
        </pc:inkChg>
        <pc:inkChg chg="add">
          <ac:chgData name="Rodica Ioana Lung" userId="64ee56e8d7162e1e" providerId="LiveId" clId="{0F6830A5-18AB-4F1B-8BBB-DA235794CEC1}" dt="2025-12-16T15:46:41.744" v="457" actId="9405"/>
          <ac:inkMkLst>
            <pc:docMk/>
            <pc:sldMk cId="922234469" sldId="268"/>
            <ac:inkMk id="69" creationId="{E66FD2B5-FDC3-46DD-23BC-4F0236D26B02}"/>
          </ac:inkMkLst>
        </pc:inkChg>
        <pc:inkChg chg="add">
          <ac:chgData name="Rodica Ioana Lung" userId="64ee56e8d7162e1e" providerId="LiveId" clId="{0F6830A5-18AB-4F1B-8BBB-DA235794CEC1}" dt="2025-12-16T15:46:42.435" v="458" actId="9405"/>
          <ac:inkMkLst>
            <pc:docMk/>
            <pc:sldMk cId="922234469" sldId="268"/>
            <ac:inkMk id="70" creationId="{DC28DF0F-E234-200E-B18A-F90AB1C6C4AF}"/>
          </ac:inkMkLst>
        </pc:inkChg>
        <pc:inkChg chg="add mod">
          <ac:chgData name="Rodica Ioana Lung" userId="64ee56e8d7162e1e" providerId="LiveId" clId="{0F6830A5-18AB-4F1B-8BBB-DA235794CEC1}" dt="2025-12-16T15:46:47.975" v="469"/>
          <ac:inkMkLst>
            <pc:docMk/>
            <pc:sldMk cId="922234469" sldId="268"/>
            <ac:inkMk id="71" creationId="{D93C7CFD-94CD-7E52-BF92-A8286F51E240}"/>
          </ac:inkMkLst>
        </pc:inkChg>
        <pc:inkChg chg="add">
          <ac:chgData name="Rodica Ioana Lung" userId="64ee56e8d7162e1e" providerId="LiveId" clId="{0F6830A5-18AB-4F1B-8BBB-DA235794CEC1}" dt="2025-12-16T15:46:42.944" v="460" actId="9405"/>
          <ac:inkMkLst>
            <pc:docMk/>
            <pc:sldMk cId="922234469" sldId="268"/>
            <ac:inkMk id="72" creationId="{AB633284-4E46-F5B6-5709-A7B888C3858D}"/>
          </ac:inkMkLst>
        </pc:inkChg>
        <pc:inkChg chg="add">
          <ac:chgData name="Rodica Ioana Lung" userId="64ee56e8d7162e1e" providerId="LiveId" clId="{0F6830A5-18AB-4F1B-8BBB-DA235794CEC1}" dt="2025-12-16T15:46:43.199" v="461" actId="9405"/>
          <ac:inkMkLst>
            <pc:docMk/>
            <pc:sldMk cId="922234469" sldId="268"/>
            <ac:inkMk id="73" creationId="{021DFCA3-779E-8201-629D-F67AD1F90749}"/>
          </ac:inkMkLst>
        </pc:inkChg>
        <pc:inkChg chg="add mod">
          <ac:chgData name="Rodica Ioana Lung" userId="64ee56e8d7162e1e" providerId="LiveId" clId="{0F6830A5-18AB-4F1B-8BBB-DA235794CEC1}" dt="2025-12-16T15:46:47.975" v="469"/>
          <ac:inkMkLst>
            <pc:docMk/>
            <pc:sldMk cId="922234469" sldId="268"/>
            <ac:inkMk id="74" creationId="{DC2E244E-0D9C-E266-8D82-3F005D4F0075}"/>
          </ac:inkMkLst>
        </pc:inkChg>
        <pc:inkChg chg="add">
          <ac:chgData name="Rodica Ioana Lung" userId="64ee56e8d7162e1e" providerId="LiveId" clId="{0F6830A5-18AB-4F1B-8BBB-DA235794CEC1}" dt="2025-12-16T15:46:45.047" v="464" actId="9405"/>
          <ac:inkMkLst>
            <pc:docMk/>
            <pc:sldMk cId="922234469" sldId="268"/>
            <ac:inkMk id="76" creationId="{F5518381-604F-4B6C-5427-D93DA1BDF875}"/>
          </ac:inkMkLst>
        </pc:inkChg>
        <pc:inkChg chg="add mod">
          <ac:chgData name="Rodica Ioana Lung" userId="64ee56e8d7162e1e" providerId="LiveId" clId="{0F6830A5-18AB-4F1B-8BBB-DA235794CEC1}" dt="2025-12-16T15:46:47.975" v="469"/>
          <ac:inkMkLst>
            <pc:docMk/>
            <pc:sldMk cId="922234469" sldId="268"/>
            <ac:inkMk id="77" creationId="{1E60E68D-B13D-5344-DC52-08F1A498AAB3}"/>
          </ac:inkMkLst>
        </pc:inkChg>
        <pc:inkChg chg="add">
          <ac:chgData name="Rodica Ioana Lung" userId="64ee56e8d7162e1e" providerId="LiveId" clId="{0F6830A5-18AB-4F1B-8BBB-DA235794CEC1}" dt="2025-12-16T15:46:46.516" v="467" actId="9405"/>
          <ac:inkMkLst>
            <pc:docMk/>
            <pc:sldMk cId="922234469" sldId="268"/>
            <ac:inkMk id="79" creationId="{95BCA3DB-69FE-5A6B-EDBB-60B71B8A2C9E}"/>
          </ac:inkMkLst>
        </pc:inkChg>
        <pc:inkChg chg="add">
          <ac:chgData name="Rodica Ioana Lung" userId="64ee56e8d7162e1e" providerId="LiveId" clId="{0F6830A5-18AB-4F1B-8BBB-DA235794CEC1}" dt="2025-12-16T15:46:47.131" v="468" actId="9405"/>
          <ac:inkMkLst>
            <pc:docMk/>
            <pc:sldMk cId="922234469" sldId="268"/>
            <ac:inkMk id="80" creationId="{DAAF7211-D22B-9AA4-EE54-43F766844251}"/>
          </ac:inkMkLst>
        </pc:inkChg>
        <pc:inkChg chg="add mod">
          <ac:chgData name="Rodica Ioana Lung" userId="64ee56e8d7162e1e" providerId="LiveId" clId="{0F6830A5-18AB-4F1B-8BBB-DA235794CEC1}" dt="2025-12-16T15:47:20.996" v="482"/>
          <ac:inkMkLst>
            <pc:docMk/>
            <pc:sldMk cId="922234469" sldId="268"/>
            <ac:inkMk id="82" creationId="{6E3A4449-F453-B89F-7218-8DA2A3B9F31E}"/>
          </ac:inkMkLst>
        </pc:inkChg>
        <pc:inkChg chg="add mod">
          <ac:chgData name="Rodica Ioana Lung" userId="64ee56e8d7162e1e" providerId="LiveId" clId="{0F6830A5-18AB-4F1B-8BBB-DA235794CEC1}" dt="2025-12-16T15:47:20.996" v="482"/>
          <ac:inkMkLst>
            <pc:docMk/>
            <pc:sldMk cId="922234469" sldId="268"/>
            <ac:inkMk id="83" creationId="{AC31A72B-7E5B-DD40-6181-110B904DE818}"/>
          </ac:inkMkLst>
        </pc:inkChg>
        <pc:inkChg chg="add mod">
          <ac:chgData name="Rodica Ioana Lung" userId="64ee56e8d7162e1e" providerId="LiveId" clId="{0F6830A5-18AB-4F1B-8BBB-DA235794CEC1}" dt="2025-12-16T15:47:14.127" v="479"/>
          <ac:inkMkLst>
            <pc:docMk/>
            <pc:sldMk cId="922234469" sldId="268"/>
            <ac:inkMk id="84" creationId="{AEBEF858-013E-D14C-22B0-1675725FE42F}"/>
          </ac:inkMkLst>
        </pc:inkChg>
        <pc:inkChg chg="add mod">
          <ac:chgData name="Rodica Ioana Lung" userId="64ee56e8d7162e1e" providerId="LiveId" clId="{0F6830A5-18AB-4F1B-8BBB-DA235794CEC1}" dt="2025-12-16T15:47:14.127" v="479"/>
          <ac:inkMkLst>
            <pc:docMk/>
            <pc:sldMk cId="922234469" sldId="268"/>
            <ac:inkMk id="85" creationId="{E1B8189A-C50D-59B1-6286-8BA728D2505A}"/>
          </ac:inkMkLst>
        </pc:inkChg>
        <pc:inkChg chg="add mod">
          <ac:chgData name="Rodica Ioana Lung" userId="64ee56e8d7162e1e" providerId="LiveId" clId="{0F6830A5-18AB-4F1B-8BBB-DA235794CEC1}" dt="2025-12-16T15:47:14.127" v="479"/>
          <ac:inkMkLst>
            <pc:docMk/>
            <pc:sldMk cId="922234469" sldId="268"/>
            <ac:inkMk id="86" creationId="{6C2DAA45-2BDC-BA56-ADD0-925CB2917F92}"/>
          </ac:inkMkLst>
        </pc:inkChg>
        <pc:inkChg chg="add mod">
          <ac:chgData name="Rodica Ioana Lung" userId="64ee56e8d7162e1e" providerId="LiveId" clId="{0F6830A5-18AB-4F1B-8BBB-DA235794CEC1}" dt="2025-12-16T15:47:14.127" v="479"/>
          <ac:inkMkLst>
            <pc:docMk/>
            <pc:sldMk cId="922234469" sldId="268"/>
            <ac:inkMk id="88" creationId="{E1AFD2E3-4F1B-3EE5-E007-4C54405E703F}"/>
          </ac:inkMkLst>
        </pc:inkChg>
        <pc:inkChg chg="add mod">
          <ac:chgData name="Rodica Ioana Lung" userId="64ee56e8d7162e1e" providerId="LiveId" clId="{0F6830A5-18AB-4F1B-8BBB-DA235794CEC1}" dt="2025-12-16T15:47:14.127" v="479"/>
          <ac:inkMkLst>
            <pc:docMk/>
            <pc:sldMk cId="922234469" sldId="268"/>
            <ac:inkMk id="89" creationId="{7E80AC4A-0079-CDDE-3CEF-CE37BEBEA332}"/>
          </ac:inkMkLst>
        </pc:inkChg>
        <pc:inkChg chg="add mod">
          <ac:chgData name="Rodica Ioana Lung" userId="64ee56e8d7162e1e" providerId="LiveId" clId="{0F6830A5-18AB-4F1B-8BBB-DA235794CEC1}" dt="2025-12-16T15:47:14.127" v="479"/>
          <ac:inkMkLst>
            <pc:docMk/>
            <pc:sldMk cId="922234469" sldId="268"/>
            <ac:inkMk id="90" creationId="{0D34E804-F4D6-7CC5-8128-B18B82AD41BE}"/>
          </ac:inkMkLst>
        </pc:inkChg>
        <pc:inkChg chg="add mod">
          <ac:chgData name="Rodica Ioana Lung" userId="64ee56e8d7162e1e" providerId="LiveId" clId="{0F6830A5-18AB-4F1B-8BBB-DA235794CEC1}" dt="2025-12-16T15:47:20.996" v="482"/>
          <ac:inkMkLst>
            <pc:docMk/>
            <pc:sldMk cId="922234469" sldId="268"/>
            <ac:inkMk id="92" creationId="{FCDFA36E-F41F-A618-ECF3-903869B7ED7D}"/>
          </ac:inkMkLst>
        </pc:inkChg>
        <pc:inkChg chg="add">
          <ac:chgData name="Rodica Ioana Lung" userId="64ee56e8d7162e1e" providerId="LiveId" clId="{0F6830A5-18AB-4F1B-8BBB-DA235794CEC1}" dt="2025-12-16T15:47:20.291" v="481" actId="9405"/>
          <ac:inkMkLst>
            <pc:docMk/>
            <pc:sldMk cId="922234469" sldId="268"/>
            <ac:inkMk id="93" creationId="{CB1AFB07-44E5-BF76-0623-A164C16C3750}"/>
          </ac:inkMkLst>
        </pc:inkChg>
        <pc:inkChg chg="add">
          <ac:chgData name="Rodica Ioana Lung" userId="64ee56e8d7162e1e" providerId="LiveId" clId="{0F6830A5-18AB-4F1B-8BBB-DA235794CEC1}" dt="2025-12-16T15:47:24.840" v="483" actId="9405"/>
          <ac:inkMkLst>
            <pc:docMk/>
            <pc:sldMk cId="922234469" sldId="268"/>
            <ac:inkMk id="95" creationId="{3B993004-EB03-F347-4086-03AFE9FD24F1}"/>
          </ac:inkMkLst>
        </pc:inkChg>
        <pc:inkChg chg="add">
          <ac:chgData name="Rodica Ioana Lung" userId="64ee56e8d7162e1e" providerId="LiveId" clId="{0F6830A5-18AB-4F1B-8BBB-DA235794CEC1}" dt="2025-12-16T15:47:28.314" v="484" actId="9405"/>
          <ac:inkMkLst>
            <pc:docMk/>
            <pc:sldMk cId="922234469" sldId="268"/>
            <ac:inkMk id="96" creationId="{8F7463A7-358E-AD13-33A3-C9E0A37E5571}"/>
          </ac:inkMkLst>
        </pc:inkChg>
        <pc:inkChg chg="add mod">
          <ac:chgData name="Rodica Ioana Lung" userId="64ee56e8d7162e1e" providerId="LiveId" clId="{0F6830A5-18AB-4F1B-8BBB-DA235794CEC1}" dt="2025-12-16T15:48:15.814" v="519"/>
          <ac:inkMkLst>
            <pc:docMk/>
            <pc:sldMk cId="922234469" sldId="268"/>
            <ac:inkMk id="97" creationId="{986CEE5F-EF3B-E16A-510B-2F61031325E4}"/>
          </ac:inkMkLst>
        </pc:inkChg>
        <pc:inkChg chg="add mod">
          <ac:chgData name="Rodica Ioana Lung" userId="64ee56e8d7162e1e" providerId="LiveId" clId="{0F6830A5-18AB-4F1B-8BBB-DA235794CEC1}" dt="2025-12-16T15:48:15.814" v="519"/>
          <ac:inkMkLst>
            <pc:docMk/>
            <pc:sldMk cId="922234469" sldId="268"/>
            <ac:inkMk id="98" creationId="{A0F2FC08-498C-CC09-560C-6CF66EDFD753}"/>
          </ac:inkMkLst>
        </pc:inkChg>
        <pc:inkChg chg="add mod">
          <ac:chgData name="Rodica Ioana Lung" userId="64ee56e8d7162e1e" providerId="LiveId" clId="{0F6830A5-18AB-4F1B-8BBB-DA235794CEC1}" dt="2025-12-16T15:48:15.814" v="519"/>
          <ac:inkMkLst>
            <pc:docMk/>
            <pc:sldMk cId="922234469" sldId="268"/>
            <ac:inkMk id="99" creationId="{929ADB0F-E645-E3D1-92EF-4523303AF41F}"/>
          </ac:inkMkLst>
        </pc:inkChg>
        <pc:inkChg chg="add mod">
          <ac:chgData name="Rodica Ioana Lung" userId="64ee56e8d7162e1e" providerId="LiveId" clId="{0F6830A5-18AB-4F1B-8BBB-DA235794CEC1}" dt="2025-12-16T15:48:15.814" v="519"/>
          <ac:inkMkLst>
            <pc:docMk/>
            <pc:sldMk cId="922234469" sldId="268"/>
            <ac:inkMk id="100" creationId="{1EFA0EAF-E0C5-B95F-805C-500D9B51F76E}"/>
          </ac:inkMkLst>
        </pc:inkChg>
        <pc:inkChg chg="add">
          <ac:chgData name="Rodica Ioana Lung" userId="64ee56e8d7162e1e" providerId="LiveId" clId="{0F6830A5-18AB-4F1B-8BBB-DA235794CEC1}" dt="2025-12-16T15:47:40.461" v="490" actId="9405"/>
          <ac:inkMkLst>
            <pc:docMk/>
            <pc:sldMk cId="922234469" sldId="268"/>
            <ac:inkMk id="102" creationId="{8CBF5EFF-C742-9426-7A90-9BAAFF94C0C8}"/>
          </ac:inkMkLst>
        </pc:inkChg>
        <pc:inkChg chg="add mod">
          <ac:chgData name="Rodica Ioana Lung" userId="64ee56e8d7162e1e" providerId="LiveId" clId="{0F6830A5-18AB-4F1B-8BBB-DA235794CEC1}" dt="2025-12-16T15:48:15.814" v="519"/>
          <ac:inkMkLst>
            <pc:docMk/>
            <pc:sldMk cId="922234469" sldId="268"/>
            <ac:inkMk id="103" creationId="{54C42CC5-A74F-14B0-6244-7AB7EA760F1D}"/>
          </ac:inkMkLst>
        </pc:inkChg>
        <pc:inkChg chg="add mod">
          <ac:chgData name="Rodica Ioana Lung" userId="64ee56e8d7162e1e" providerId="LiveId" clId="{0F6830A5-18AB-4F1B-8BBB-DA235794CEC1}" dt="2025-12-16T15:48:15.814" v="519"/>
          <ac:inkMkLst>
            <pc:docMk/>
            <pc:sldMk cId="922234469" sldId="268"/>
            <ac:inkMk id="104" creationId="{1D3B1A56-5F8D-8917-A268-8214F9E13D5C}"/>
          </ac:inkMkLst>
        </pc:inkChg>
        <pc:inkChg chg="add mod">
          <ac:chgData name="Rodica Ioana Lung" userId="64ee56e8d7162e1e" providerId="LiveId" clId="{0F6830A5-18AB-4F1B-8BBB-DA235794CEC1}" dt="2025-12-16T15:47:44.897" v="495"/>
          <ac:inkMkLst>
            <pc:docMk/>
            <pc:sldMk cId="922234469" sldId="268"/>
            <ac:inkMk id="105" creationId="{E8C914B6-FF42-068D-970F-FCF16848C1BD}"/>
          </ac:inkMkLst>
        </pc:inkChg>
        <pc:inkChg chg="add mod">
          <ac:chgData name="Rodica Ioana Lung" userId="64ee56e8d7162e1e" providerId="LiveId" clId="{0F6830A5-18AB-4F1B-8BBB-DA235794CEC1}" dt="2025-12-16T15:48:15.814" v="519"/>
          <ac:inkMkLst>
            <pc:docMk/>
            <pc:sldMk cId="922234469" sldId="268"/>
            <ac:inkMk id="106" creationId="{F6EEA64C-5367-AE86-F61E-617275570C69}"/>
          </ac:inkMkLst>
        </pc:inkChg>
        <pc:inkChg chg="add mod">
          <ac:chgData name="Rodica Ioana Lung" userId="64ee56e8d7162e1e" providerId="LiveId" clId="{0F6830A5-18AB-4F1B-8BBB-DA235794CEC1}" dt="2025-12-16T15:47:51.985" v="503"/>
          <ac:inkMkLst>
            <pc:docMk/>
            <pc:sldMk cId="922234469" sldId="268"/>
            <ac:inkMk id="108" creationId="{E44F1B2C-3439-CBD5-327F-BA6FCBB05301}"/>
          </ac:inkMkLst>
        </pc:inkChg>
        <pc:inkChg chg="add mod">
          <ac:chgData name="Rodica Ioana Lung" userId="64ee56e8d7162e1e" providerId="LiveId" clId="{0F6830A5-18AB-4F1B-8BBB-DA235794CEC1}" dt="2025-12-16T15:47:51.985" v="503"/>
          <ac:inkMkLst>
            <pc:docMk/>
            <pc:sldMk cId="922234469" sldId="268"/>
            <ac:inkMk id="109" creationId="{3498135A-493A-F497-3C06-4D133FBEB59D}"/>
          </ac:inkMkLst>
        </pc:inkChg>
        <pc:inkChg chg="add mod">
          <ac:chgData name="Rodica Ioana Lung" userId="64ee56e8d7162e1e" providerId="LiveId" clId="{0F6830A5-18AB-4F1B-8BBB-DA235794CEC1}" dt="2025-12-16T15:47:51.985" v="503"/>
          <ac:inkMkLst>
            <pc:docMk/>
            <pc:sldMk cId="922234469" sldId="268"/>
            <ac:inkMk id="110" creationId="{D1B2F54A-5699-A5C2-0134-904F0828BC6E}"/>
          </ac:inkMkLst>
        </pc:inkChg>
        <pc:inkChg chg="add mod">
          <ac:chgData name="Rodica Ioana Lung" userId="64ee56e8d7162e1e" providerId="LiveId" clId="{0F6830A5-18AB-4F1B-8BBB-DA235794CEC1}" dt="2025-12-16T15:47:51.985" v="503"/>
          <ac:inkMkLst>
            <pc:docMk/>
            <pc:sldMk cId="922234469" sldId="268"/>
            <ac:inkMk id="112" creationId="{9B73F474-9757-E520-01F1-4E6D522841CD}"/>
          </ac:inkMkLst>
        </pc:inkChg>
        <pc:inkChg chg="add mod">
          <ac:chgData name="Rodica Ioana Lung" userId="64ee56e8d7162e1e" providerId="LiveId" clId="{0F6830A5-18AB-4F1B-8BBB-DA235794CEC1}" dt="2025-12-16T15:47:51.985" v="503"/>
          <ac:inkMkLst>
            <pc:docMk/>
            <pc:sldMk cId="922234469" sldId="268"/>
            <ac:inkMk id="113" creationId="{E2327A08-786B-C5CC-DCF2-F50BB17D8BD0}"/>
          </ac:inkMkLst>
        </pc:inkChg>
        <pc:inkChg chg="add mod">
          <ac:chgData name="Rodica Ioana Lung" userId="64ee56e8d7162e1e" providerId="LiveId" clId="{0F6830A5-18AB-4F1B-8BBB-DA235794CEC1}" dt="2025-12-16T15:47:51.985" v="503"/>
          <ac:inkMkLst>
            <pc:docMk/>
            <pc:sldMk cId="922234469" sldId="268"/>
            <ac:inkMk id="114" creationId="{1568EC64-C455-92E8-A26C-173D7B9BD846}"/>
          </ac:inkMkLst>
        </pc:inkChg>
        <pc:inkChg chg="add mod">
          <ac:chgData name="Rodica Ioana Lung" userId="64ee56e8d7162e1e" providerId="LiveId" clId="{0F6830A5-18AB-4F1B-8BBB-DA235794CEC1}" dt="2025-12-16T15:48:02.964" v="514"/>
          <ac:inkMkLst>
            <pc:docMk/>
            <pc:sldMk cId="922234469" sldId="268"/>
            <ac:inkMk id="116" creationId="{36C2FF45-5696-5BAC-D18E-086E8F373526}"/>
          </ac:inkMkLst>
        </pc:inkChg>
        <pc:inkChg chg="add mod">
          <ac:chgData name="Rodica Ioana Lung" userId="64ee56e8d7162e1e" providerId="LiveId" clId="{0F6830A5-18AB-4F1B-8BBB-DA235794CEC1}" dt="2025-12-16T15:48:02.964" v="514"/>
          <ac:inkMkLst>
            <pc:docMk/>
            <pc:sldMk cId="922234469" sldId="268"/>
            <ac:inkMk id="117" creationId="{202F5355-0E59-992D-33C1-B9A38A0386D4}"/>
          </ac:inkMkLst>
        </pc:inkChg>
        <pc:inkChg chg="add mod">
          <ac:chgData name="Rodica Ioana Lung" userId="64ee56e8d7162e1e" providerId="LiveId" clId="{0F6830A5-18AB-4F1B-8BBB-DA235794CEC1}" dt="2025-12-16T15:48:02.964" v="514"/>
          <ac:inkMkLst>
            <pc:docMk/>
            <pc:sldMk cId="922234469" sldId="268"/>
            <ac:inkMk id="119" creationId="{D8AF451A-777C-F279-BC1B-4CF7BC23EFD7}"/>
          </ac:inkMkLst>
        </pc:inkChg>
        <pc:inkChg chg="add mod">
          <ac:chgData name="Rodica Ioana Lung" userId="64ee56e8d7162e1e" providerId="LiveId" clId="{0F6830A5-18AB-4F1B-8BBB-DA235794CEC1}" dt="2025-12-16T15:48:02.964" v="514"/>
          <ac:inkMkLst>
            <pc:docMk/>
            <pc:sldMk cId="922234469" sldId="268"/>
            <ac:inkMk id="120" creationId="{5B660EE5-F389-D6BB-0B1E-45B64E7B89ED}"/>
          </ac:inkMkLst>
        </pc:inkChg>
        <pc:inkChg chg="add mod">
          <ac:chgData name="Rodica Ioana Lung" userId="64ee56e8d7162e1e" providerId="LiveId" clId="{0F6830A5-18AB-4F1B-8BBB-DA235794CEC1}" dt="2025-12-16T15:48:02.964" v="514"/>
          <ac:inkMkLst>
            <pc:docMk/>
            <pc:sldMk cId="922234469" sldId="268"/>
            <ac:inkMk id="121" creationId="{706AA11D-3C09-29FB-7F1B-B377CB93BB43}"/>
          </ac:inkMkLst>
        </pc:inkChg>
        <pc:inkChg chg="add mod">
          <ac:chgData name="Rodica Ioana Lung" userId="64ee56e8d7162e1e" providerId="LiveId" clId="{0F6830A5-18AB-4F1B-8BBB-DA235794CEC1}" dt="2025-12-16T15:48:02.964" v="514"/>
          <ac:inkMkLst>
            <pc:docMk/>
            <pc:sldMk cId="922234469" sldId="268"/>
            <ac:inkMk id="122" creationId="{88B27EEC-9119-1478-177A-0072B9AB61A6}"/>
          </ac:inkMkLst>
        </pc:inkChg>
        <pc:inkChg chg="add mod">
          <ac:chgData name="Rodica Ioana Lung" userId="64ee56e8d7162e1e" providerId="LiveId" clId="{0F6830A5-18AB-4F1B-8BBB-DA235794CEC1}" dt="2025-12-16T15:48:02.964" v="514"/>
          <ac:inkMkLst>
            <pc:docMk/>
            <pc:sldMk cId="922234469" sldId="268"/>
            <ac:inkMk id="123" creationId="{AB31C1F0-D26B-3FC0-7283-E99C1E567BA6}"/>
          </ac:inkMkLst>
        </pc:inkChg>
        <pc:inkChg chg="add mod">
          <ac:chgData name="Rodica Ioana Lung" userId="64ee56e8d7162e1e" providerId="LiveId" clId="{0F6830A5-18AB-4F1B-8BBB-DA235794CEC1}" dt="2025-12-16T15:48:02.964" v="514"/>
          <ac:inkMkLst>
            <pc:docMk/>
            <pc:sldMk cId="922234469" sldId="268"/>
            <ac:inkMk id="125" creationId="{9C88BB2C-8E4D-346D-CC49-97C36C6A5318}"/>
          </ac:inkMkLst>
        </pc:inkChg>
        <pc:inkChg chg="add">
          <ac:chgData name="Rodica Ioana Lung" userId="64ee56e8d7162e1e" providerId="LiveId" clId="{0F6830A5-18AB-4F1B-8BBB-DA235794CEC1}" dt="2025-12-16T15:48:09.052" v="515" actId="9405"/>
          <ac:inkMkLst>
            <pc:docMk/>
            <pc:sldMk cId="922234469" sldId="268"/>
            <ac:inkMk id="127" creationId="{B27B08BF-B791-929A-8A34-5ACD9C773C3E}"/>
          </ac:inkMkLst>
        </pc:inkChg>
        <pc:inkChg chg="add">
          <ac:chgData name="Rodica Ioana Lung" userId="64ee56e8d7162e1e" providerId="LiveId" clId="{0F6830A5-18AB-4F1B-8BBB-DA235794CEC1}" dt="2025-12-16T15:48:09.436" v="516" actId="9405"/>
          <ac:inkMkLst>
            <pc:docMk/>
            <pc:sldMk cId="922234469" sldId="268"/>
            <ac:inkMk id="128" creationId="{196F857D-3CE4-3D33-7CA5-43B2D26D21FD}"/>
          </ac:inkMkLst>
        </pc:inkChg>
        <pc:inkChg chg="add">
          <ac:chgData name="Rodica Ioana Lung" userId="64ee56e8d7162e1e" providerId="LiveId" clId="{0F6830A5-18AB-4F1B-8BBB-DA235794CEC1}" dt="2025-12-16T15:48:09.801" v="517" actId="9405"/>
          <ac:inkMkLst>
            <pc:docMk/>
            <pc:sldMk cId="922234469" sldId="268"/>
            <ac:inkMk id="129" creationId="{9E27E4B7-D14D-776A-B79D-F83AF837B288}"/>
          </ac:inkMkLst>
        </pc:inkChg>
        <pc:inkChg chg="add mod">
          <ac:chgData name="Rodica Ioana Lung" userId="64ee56e8d7162e1e" providerId="LiveId" clId="{0F6830A5-18AB-4F1B-8BBB-DA235794CEC1}" dt="2025-12-16T15:48:15.814" v="519"/>
          <ac:inkMkLst>
            <pc:docMk/>
            <pc:sldMk cId="922234469" sldId="268"/>
            <ac:inkMk id="130" creationId="{1575BEE0-53EB-2004-FA4A-6D27D2D3A79D}"/>
          </ac:inkMkLst>
        </pc:inkChg>
      </pc:sldChg>
      <pc:sldChg chg="addSp delSp modSp mod">
        <pc:chgData name="Rodica Ioana Lung" userId="64ee56e8d7162e1e" providerId="LiveId" clId="{0F6830A5-18AB-4F1B-8BBB-DA235794CEC1}" dt="2025-12-16T15:48:42.353" v="547"/>
        <pc:sldMkLst>
          <pc:docMk/>
          <pc:sldMk cId="411977087" sldId="269"/>
        </pc:sldMkLst>
        <pc:grpChg chg="del mod">
          <ac:chgData name="Rodica Ioana Lung" userId="64ee56e8d7162e1e" providerId="LiveId" clId="{0F6830A5-18AB-4F1B-8BBB-DA235794CEC1}" dt="2025-12-16T15:48:30.885" v="530"/>
          <ac:grpSpMkLst>
            <pc:docMk/>
            <pc:sldMk cId="411977087" sldId="269"/>
            <ac:grpSpMk id="11" creationId="{170EFB4D-E664-4C4E-9480-C000920AB7BB}"/>
          </ac:grpSpMkLst>
        </pc:grpChg>
        <pc:grpChg chg="del mod">
          <ac:chgData name="Rodica Ioana Lung" userId="64ee56e8d7162e1e" providerId="LiveId" clId="{0F6830A5-18AB-4F1B-8BBB-DA235794CEC1}" dt="2025-12-16T15:48:30.885" v="530"/>
          <ac:grpSpMkLst>
            <pc:docMk/>
            <pc:sldMk cId="411977087" sldId="269"/>
            <ac:grpSpMk id="13" creationId="{C3E4C7D1-7909-D593-4A6B-954A25EC0D16}"/>
          </ac:grpSpMkLst>
        </pc:grpChg>
        <pc:grpChg chg="del mod">
          <ac:chgData name="Rodica Ioana Lung" userId="64ee56e8d7162e1e" providerId="LiveId" clId="{0F6830A5-18AB-4F1B-8BBB-DA235794CEC1}" dt="2025-12-16T15:48:34.079" v="534"/>
          <ac:grpSpMkLst>
            <pc:docMk/>
            <pc:sldMk cId="411977087" sldId="269"/>
            <ac:grpSpMk id="17" creationId="{9CCF225A-92EC-AA10-CA07-7DB8EEAB8D9B}"/>
          </ac:grpSpMkLst>
        </pc:grpChg>
        <pc:grpChg chg="del mod">
          <ac:chgData name="Rodica Ioana Lung" userId="64ee56e8d7162e1e" providerId="LiveId" clId="{0F6830A5-18AB-4F1B-8BBB-DA235794CEC1}" dt="2025-12-16T15:48:42.353" v="547"/>
          <ac:grpSpMkLst>
            <pc:docMk/>
            <pc:sldMk cId="411977087" sldId="269"/>
            <ac:grpSpMk id="18" creationId="{F45B514C-0441-E7EA-AA5C-B3B595867193}"/>
          </ac:grpSpMkLst>
        </pc:grpChg>
        <pc:grpChg chg="del mod">
          <ac:chgData name="Rodica Ioana Lung" userId="64ee56e8d7162e1e" providerId="LiveId" clId="{0F6830A5-18AB-4F1B-8BBB-DA235794CEC1}" dt="2025-12-16T15:48:33.108" v="532"/>
          <ac:grpSpMkLst>
            <pc:docMk/>
            <pc:sldMk cId="411977087" sldId="269"/>
            <ac:grpSpMk id="19" creationId="{8986A769-7027-3369-D583-A656CDDC5048}"/>
          </ac:grpSpMkLst>
        </pc:grpChg>
        <pc:grpChg chg="del mod">
          <ac:chgData name="Rodica Ioana Lung" userId="64ee56e8d7162e1e" providerId="LiveId" clId="{0F6830A5-18AB-4F1B-8BBB-DA235794CEC1}" dt="2025-12-16T15:48:39.741" v="543"/>
          <ac:grpSpMkLst>
            <pc:docMk/>
            <pc:sldMk cId="411977087" sldId="269"/>
            <ac:grpSpMk id="21" creationId="{2F4A1BF8-0F5C-EF0A-3B11-02C0EFC858CF}"/>
          </ac:grpSpMkLst>
        </pc:grpChg>
        <pc:grpChg chg="del mod">
          <ac:chgData name="Rodica Ioana Lung" userId="64ee56e8d7162e1e" providerId="LiveId" clId="{0F6830A5-18AB-4F1B-8BBB-DA235794CEC1}" dt="2025-12-16T15:48:39.741" v="543"/>
          <ac:grpSpMkLst>
            <pc:docMk/>
            <pc:sldMk cId="411977087" sldId="269"/>
            <ac:grpSpMk id="23" creationId="{28EE72E9-FECA-7EEB-D7E0-51751E87E82B}"/>
          </ac:grpSpMkLst>
        </pc:grpChg>
        <pc:grpChg chg="mod">
          <ac:chgData name="Rodica Ioana Lung" userId="64ee56e8d7162e1e" providerId="LiveId" clId="{0F6830A5-18AB-4F1B-8BBB-DA235794CEC1}" dt="2025-12-16T15:48:37.505" v="539"/>
          <ac:grpSpMkLst>
            <pc:docMk/>
            <pc:sldMk cId="411977087" sldId="269"/>
            <ac:grpSpMk id="28" creationId="{086072EA-E284-3687-7D63-9D4EFE954EC6}"/>
          </ac:grpSpMkLst>
        </pc:grpChg>
        <pc:grpChg chg="del mod">
          <ac:chgData name="Rodica Ioana Lung" userId="64ee56e8d7162e1e" providerId="LiveId" clId="{0F6830A5-18AB-4F1B-8BBB-DA235794CEC1}" dt="2025-12-16T15:48:42.353" v="547"/>
          <ac:grpSpMkLst>
            <pc:docMk/>
            <pc:sldMk cId="411977087" sldId="269"/>
            <ac:grpSpMk id="32" creationId="{AFF9CA18-A190-7088-1CEF-3604168CF27C}"/>
          </ac:grpSpMkLst>
        </pc:grpChg>
        <pc:grpChg chg="mod">
          <ac:chgData name="Rodica Ioana Lung" userId="64ee56e8d7162e1e" providerId="LiveId" clId="{0F6830A5-18AB-4F1B-8BBB-DA235794CEC1}" dt="2025-12-16T15:48:39.741" v="543"/>
          <ac:grpSpMkLst>
            <pc:docMk/>
            <pc:sldMk cId="411977087" sldId="269"/>
            <ac:grpSpMk id="33" creationId="{212E99DB-8481-C27F-5AB2-A834F326BBF1}"/>
          </ac:grpSpMkLst>
        </pc:grpChg>
        <pc:grpChg chg="mod">
          <ac:chgData name="Rodica Ioana Lung" userId="64ee56e8d7162e1e" providerId="LiveId" clId="{0F6830A5-18AB-4F1B-8BBB-DA235794CEC1}" dt="2025-12-16T15:48:42.353" v="547"/>
          <ac:grpSpMkLst>
            <pc:docMk/>
            <pc:sldMk cId="411977087" sldId="269"/>
            <ac:grpSpMk id="37" creationId="{93802600-1B41-96A6-925E-3B5A5AA2F8D8}"/>
          </ac:grpSpMkLst>
        </pc:grpChg>
        <pc:inkChg chg="add mod">
          <ac:chgData name="Rodica Ioana Lung" userId="64ee56e8d7162e1e" providerId="LiveId" clId="{0F6830A5-18AB-4F1B-8BBB-DA235794CEC1}" dt="2025-12-16T15:48:33.108" v="532"/>
          <ac:inkMkLst>
            <pc:docMk/>
            <pc:sldMk cId="411977087" sldId="269"/>
            <ac:inkMk id="4" creationId="{B3D1E623-8574-4F1A-8841-2E2AA45ACA59}"/>
          </ac:inkMkLst>
        </pc:inkChg>
        <pc:inkChg chg="add mod">
          <ac:chgData name="Rodica Ioana Lung" userId="64ee56e8d7162e1e" providerId="LiveId" clId="{0F6830A5-18AB-4F1B-8BBB-DA235794CEC1}" dt="2025-12-16T15:48:33.108" v="532"/>
          <ac:inkMkLst>
            <pc:docMk/>
            <pc:sldMk cId="411977087" sldId="269"/>
            <ac:inkMk id="5" creationId="{B9EADA7B-7025-C335-980C-F8372E284488}"/>
          </ac:inkMkLst>
        </pc:inkChg>
        <pc:inkChg chg="add mod">
          <ac:chgData name="Rodica Ioana Lung" userId="64ee56e8d7162e1e" providerId="LiveId" clId="{0F6830A5-18AB-4F1B-8BBB-DA235794CEC1}" dt="2025-12-16T15:48:39.741" v="543"/>
          <ac:inkMkLst>
            <pc:docMk/>
            <pc:sldMk cId="411977087" sldId="269"/>
            <ac:inkMk id="6" creationId="{734B4A47-1E14-4CB1-0728-FBB4F3D38D1C}"/>
          </ac:inkMkLst>
        </pc:inkChg>
        <pc:inkChg chg="add mod">
          <ac:chgData name="Rodica Ioana Lung" userId="64ee56e8d7162e1e" providerId="LiveId" clId="{0F6830A5-18AB-4F1B-8BBB-DA235794CEC1}" dt="2025-12-16T15:48:28.680" v="526"/>
          <ac:inkMkLst>
            <pc:docMk/>
            <pc:sldMk cId="411977087" sldId="269"/>
            <ac:inkMk id="7" creationId="{BCD9F450-7853-A659-0641-69602C646C1F}"/>
          </ac:inkMkLst>
        </pc:inkChg>
        <pc:inkChg chg="add mod">
          <ac:chgData name="Rodica Ioana Lung" userId="64ee56e8d7162e1e" providerId="LiveId" clId="{0F6830A5-18AB-4F1B-8BBB-DA235794CEC1}" dt="2025-12-16T15:48:42.353" v="547"/>
          <ac:inkMkLst>
            <pc:docMk/>
            <pc:sldMk cId="411977087" sldId="269"/>
            <ac:inkMk id="8" creationId="{46E213D3-7B64-459B-11C7-DA4BB9873114}"/>
          </ac:inkMkLst>
        </pc:inkChg>
        <pc:inkChg chg="add mod">
          <ac:chgData name="Rodica Ioana Lung" userId="64ee56e8d7162e1e" providerId="LiveId" clId="{0F6830A5-18AB-4F1B-8BBB-DA235794CEC1}" dt="2025-12-16T15:48:42.353" v="547"/>
          <ac:inkMkLst>
            <pc:docMk/>
            <pc:sldMk cId="411977087" sldId="269"/>
            <ac:inkMk id="10" creationId="{5B759273-526B-D965-0202-99A011A3B9C7}"/>
          </ac:inkMkLst>
        </pc:inkChg>
        <pc:inkChg chg="add mod">
          <ac:chgData name="Rodica Ioana Lung" userId="64ee56e8d7162e1e" providerId="LiveId" clId="{0F6830A5-18AB-4F1B-8BBB-DA235794CEC1}" dt="2025-12-16T15:48:39.741" v="543"/>
          <ac:inkMkLst>
            <pc:docMk/>
            <pc:sldMk cId="411977087" sldId="269"/>
            <ac:inkMk id="14" creationId="{6A9E583C-2AE8-0700-D8AB-A54EB84BB45D}"/>
          </ac:inkMkLst>
        </pc:inkChg>
        <pc:inkChg chg="add mod">
          <ac:chgData name="Rodica Ioana Lung" userId="64ee56e8d7162e1e" providerId="LiveId" clId="{0F6830A5-18AB-4F1B-8BBB-DA235794CEC1}" dt="2025-12-16T15:48:42.353" v="547"/>
          <ac:inkMkLst>
            <pc:docMk/>
            <pc:sldMk cId="411977087" sldId="269"/>
            <ac:inkMk id="15" creationId="{29D17ABF-9768-CB22-89F5-2FDB3C5AA309}"/>
          </ac:inkMkLst>
        </pc:inkChg>
        <pc:inkChg chg="add mod">
          <ac:chgData name="Rodica Ioana Lung" userId="64ee56e8d7162e1e" providerId="LiveId" clId="{0F6830A5-18AB-4F1B-8BBB-DA235794CEC1}" dt="2025-12-16T15:48:42.353" v="547"/>
          <ac:inkMkLst>
            <pc:docMk/>
            <pc:sldMk cId="411977087" sldId="269"/>
            <ac:inkMk id="16" creationId="{A2DC1154-E1DC-C7A0-5BE6-A832B3E386D1}"/>
          </ac:inkMkLst>
        </pc:inkChg>
        <pc:inkChg chg="add mod">
          <ac:chgData name="Rodica Ioana Lung" userId="64ee56e8d7162e1e" providerId="LiveId" clId="{0F6830A5-18AB-4F1B-8BBB-DA235794CEC1}" dt="2025-12-16T15:48:39.741" v="543"/>
          <ac:inkMkLst>
            <pc:docMk/>
            <pc:sldMk cId="411977087" sldId="269"/>
            <ac:inkMk id="20" creationId="{EB144E98-C631-0367-8116-A1A83C3B6839}"/>
          </ac:inkMkLst>
        </pc:inkChg>
        <pc:inkChg chg="add mod">
          <ac:chgData name="Rodica Ioana Lung" userId="64ee56e8d7162e1e" providerId="LiveId" clId="{0F6830A5-18AB-4F1B-8BBB-DA235794CEC1}" dt="2025-12-16T15:48:39.741" v="543"/>
          <ac:inkMkLst>
            <pc:docMk/>
            <pc:sldMk cId="411977087" sldId="269"/>
            <ac:inkMk id="22" creationId="{1D5A4025-D051-CCB9-3CF8-889F1DA7B5B2}"/>
          </ac:inkMkLst>
        </pc:inkChg>
        <pc:inkChg chg="add mod">
          <ac:chgData name="Rodica Ioana Lung" userId="64ee56e8d7162e1e" providerId="LiveId" clId="{0F6830A5-18AB-4F1B-8BBB-DA235794CEC1}" dt="2025-12-16T15:48:37.505" v="539"/>
          <ac:inkMkLst>
            <pc:docMk/>
            <pc:sldMk cId="411977087" sldId="269"/>
            <ac:inkMk id="24" creationId="{81D4BC14-C4FB-B61F-DCF4-4B6DC2F28A97}"/>
          </ac:inkMkLst>
        </pc:inkChg>
        <pc:inkChg chg="add mod">
          <ac:chgData name="Rodica Ioana Lung" userId="64ee56e8d7162e1e" providerId="LiveId" clId="{0F6830A5-18AB-4F1B-8BBB-DA235794CEC1}" dt="2025-12-16T15:48:37.505" v="539"/>
          <ac:inkMkLst>
            <pc:docMk/>
            <pc:sldMk cId="411977087" sldId="269"/>
            <ac:inkMk id="25" creationId="{B9DBA110-8DFB-0404-F26E-CC5D1F4FEAA8}"/>
          </ac:inkMkLst>
        </pc:inkChg>
        <pc:inkChg chg="add mod">
          <ac:chgData name="Rodica Ioana Lung" userId="64ee56e8d7162e1e" providerId="LiveId" clId="{0F6830A5-18AB-4F1B-8BBB-DA235794CEC1}" dt="2025-12-16T15:48:37.505" v="539"/>
          <ac:inkMkLst>
            <pc:docMk/>
            <pc:sldMk cId="411977087" sldId="269"/>
            <ac:inkMk id="26" creationId="{F61F1255-5705-F803-12A3-8E389EFD7281}"/>
          </ac:inkMkLst>
        </pc:inkChg>
        <pc:inkChg chg="add mod">
          <ac:chgData name="Rodica Ioana Lung" userId="64ee56e8d7162e1e" providerId="LiveId" clId="{0F6830A5-18AB-4F1B-8BBB-DA235794CEC1}" dt="2025-12-16T15:48:37.505" v="539"/>
          <ac:inkMkLst>
            <pc:docMk/>
            <pc:sldMk cId="411977087" sldId="269"/>
            <ac:inkMk id="27" creationId="{8EBF59DF-057A-E3FA-52BE-0DF07BCB9078}"/>
          </ac:inkMkLst>
        </pc:inkChg>
        <pc:inkChg chg="add mod">
          <ac:chgData name="Rodica Ioana Lung" userId="64ee56e8d7162e1e" providerId="LiveId" clId="{0F6830A5-18AB-4F1B-8BBB-DA235794CEC1}" dt="2025-12-16T15:48:42.353" v="547"/>
          <ac:inkMkLst>
            <pc:docMk/>
            <pc:sldMk cId="411977087" sldId="269"/>
            <ac:inkMk id="29" creationId="{A86C1950-9D20-53EE-2EDB-B4089AF6BEEA}"/>
          </ac:inkMkLst>
        </pc:inkChg>
        <pc:inkChg chg="add mod">
          <ac:chgData name="Rodica Ioana Lung" userId="64ee56e8d7162e1e" providerId="LiveId" clId="{0F6830A5-18AB-4F1B-8BBB-DA235794CEC1}" dt="2025-12-16T15:48:39.741" v="543"/>
          <ac:inkMkLst>
            <pc:docMk/>
            <pc:sldMk cId="411977087" sldId="269"/>
            <ac:inkMk id="30" creationId="{0716EC97-34A5-E897-8AE5-08899200BDFF}"/>
          </ac:inkMkLst>
        </pc:inkChg>
        <pc:inkChg chg="add mod">
          <ac:chgData name="Rodica Ioana Lung" userId="64ee56e8d7162e1e" providerId="LiveId" clId="{0F6830A5-18AB-4F1B-8BBB-DA235794CEC1}" dt="2025-12-16T15:48:42.353" v="547"/>
          <ac:inkMkLst>
            <pc:docMk/>
            <pc:sldMk cId="411977087" sldId="269"/>
            <ac:inkMk id="31" creationId="{CDFB9822-68B4-B30C-BDDB-82A524FF34A4}"/>
          </ac:inkMkLst>
        </pc:inkChg>
        <pc:inkChg chg="add">
          <ac:chgData name="Rodica Ioana Lung" userId="64ee56e8d7162e1e" providerId="LiveId" clId="{0F6830A5-18AB-4F1B-8BBB-DA235794CEC1}" dt="2025-12-16T15:48:40.890" v="544" actId="9405"/>
          <ac:inkMkLst>
            <pc:docMk/>
            <pc:sldMk cId="411977087" sldId="269"/>
            <ac:inkMk id="34" creationId="{7514DDA2-E8FE-5B63-92D2-3FFCCD69042C}"/>
          </ac:inkMkLst>
        </pc:inkChg>
        <pc:inkChg chg="add">
          <ac:chgData name="Rodica Ioana Lung" userId="64ee56e8d7162e1e" providerId="LiveId" clId="{0F6830A5-18AB-4F1B-8BBB-DA235794CEC1}" dt="2025-12-16T15:48:41.302" v="545" actId="9405"/>
          <ac:inkMkLst>
            <pc:docMk/>
            <pc:sldMk cId="411977087" sldId="269"/>
            <ac:inkMk id="35" creationId="{01137E56-1193-9570-DF0A-01E88D8F57E9}"/>
          </ac:inkMkLst>
        </pc:inkChg>
        <pc:inkChg chg="add mod">
          <ac:chgData name="Rodica Ioana Lung" userId="64ee56e8d7162e1e" providerId="LiveId" clId="{0F6830A5-18AB-4F1B-8BBB-DA235794CEC1}" dt="2025-12-16T15:48:42.353" v="547"/>
          <ac:inkMkLst>
            <pc:docMk/>
            <pc:sldMk cId="411977087" sldId="269"/>
            <ac:inkMk id="36" creationId="{901B7A7F-0FC6-355E-9B56-23E2DDAE7B3E}"/>
          </ac:inkMkLst>
        </pc:inkChg>
      </pc:sldChg>
      <pc:sldChg chg="addSp delSp modSp mod">
        <pc:chgData name="Rodica Ioana Lung" userId="64ee56e8d7162e1e" providerId="LiveId" clId="{0F6830A5-18AB-4F1B-8BBB-DA235794CEC1}" dt="2025-12-16T15:54:25.646" v="704"/>
        <pc:sldMkLst>
          <pc:docMk/>
          <pc:sldMk cId="2945143253" sldId="270"/>
        </pc:sldMkLst>
        <pc:grpChg chg="del mod">
          <ac:chgData name="Rodica Ioana Lung" userId="64ee56e8d7162e1e" providerId="LiveId" clId="{0F6830A5-18AB-4F1B-8BBB-DA235794CEC1}" dt="2025-12-16T15:50:20.926" v="602"/>
          <ac:grpSpMkLst>
            <pc:docMk/>
            <pc:sldMk cId="2945143253" sldId="270"/>
            <ac:grpSpMk id="8" creationId="{726A4995-28BE-317D-6EBB-916788C68D3F}"/>
          </ac:grpSpMkLst>
        </pc:grpChg>
        <pc:grpChg chg="del mod">
          <ac:chgData name="Rodica Ioana Lung" userId="64ee56e8d7162e1e" providerId="LiveId" clId="{0F6830A5-18AB-4F1B-8BBB-DA235794CEC1}" dt="2025-12-16T15:49:17.220" v="561"/>
          <ac:grpSpMkLst>
            <pc:docMk/>
            <pc:sldMk cId="2945143253" sldId="270"/>
            <ac:grpSpMk id="17" creationId="{CE6D8595-C551-5207-24B0-BE7C20D85004}"/>
          </ac:grpSpMkLst>
        </pc:grpChg>
        <pc:grpChg chg="del mod">
          <ac:chgData name="Rodica Ioana Lung" userId="64ee56e8d7162e1e" providerId="LiveId" clId="{0F6830A5-18AB-4F1B-8BBB-DA235794CEC1}" dt="2025-12-16T15:49:31.727" v="564"/>
          <ac:grpSpMkLst>
            <pc:docMk/>
            <pc:sldMk cId="2945143253" sldId="270"/>
            <ac:grpSpMk id="20" creationId="{D29E5E80-31CA-B50A-E2D8-22D98336E34B}"/>
          </ac:grpSpMkLst>
        </pc:grpChg>
        <pc:grpChg chg="del mod">
          <ac:chgData name="Rodica Ioana Lung" userId="64ee56e8d7162e1e" providerId="LiveId" clId="{0F6830A5-18AB-4F1B-8BBB-DA235794CEC1}" dt="2025-12-16T15:49:34.013" v="566"/>
          <ac:grpSpMkLst>
            <pc:docMk/>
            <pc:sldMk cId="2945143253" sldId="270"/>
            <ac:grpSpMk id="23" creationId="{803DAE5B-42E2-2C53-95C3-62FA5E31198C}"/>
          </ac:grpSpMkLst>
        </pc:grpChg>
        <pc:grpChg chg="del mod">
          <ac:chgData name="Rodica Ioana Lung" userId="64ee56e8d7162e1e" providerId="LiveId" clId="{0F6830A5-18AB-4F1B-8BBB-DA235794CEC1}" dt="2025-12-16T15:49:40.070" v="571"/>
          <ac:grpSpMkLst>
            <pc:docMk/>
            <pc:sldMk cId="2945143253" sldId="270"/>
            <ac:grpSpMk id="25" creationId="{11EAAA75-8219-D62E-11D6-21EC03CA7C8D}"/>
          </ac:grpSpMkLst>
        </pc:grpChg>
        <pc:grpChg chg="del mod">
          <ac:chgData name="Rodica Ioana Lung" userId="64ee56e8d7162e1e" providerId="LiveId" clId="{0F6830A5-18AB-4F1B-8BBB-DA235794CEC1}" dt="2025-12-16T15:49:56.700" v="585"/>
          <ac:grpSpMkLst>
            <pc:docMk/>
            <pc:sldMk cId="2945143253" sldId="270"/>
            <ac:grpSpMk id="28" creationId="{373650E1-F3D6-6990-22D7-E1585C63D131}"/>
          </ac:grpSpMkLst>
        </pc:grpChg>
        <pc:grpChg chg="del mod">
          <ac:chgData name="Rodica Ioana Lung" userId="64ee56e8d7162e1e" providerId="LiveId" clId="{0F6830A5-18AB-4F1B-8BBB-DA235794CEC1}" dt="2025-12-16T15:49:59.202" v="588"/>
          <ac:grpSpMkLst>
            <pc:docMk/>
            <pc:sldMk cId="2945143253" sldId="270"/>
            <ac:grpSpMk id="30" creationId="{6799616F-99C9-3777-8524-0D35A1F86843}"/>
          </ac:grpSpMkLst>
        </pc:grpChg>
        <pc:grpChg chg="del mod">
          <ac:chgData name="Rodica Ioana Lung" userId="64ee56e8d7162e1e" providerId="LiveId" clId="{0F6830A5-18AB-4F1B-8BBB-DA235794CEC1}" dt="2025-12-16T15:49:56.700" v="585"/>
          <ac:grpSpMkLst>
            <pc:docMk/>
            <pc:sldMk cId="2945143253" sldId="270"/>
            <ac:grpSpMk id="39" creationId="{174488FE-C4EE-A8D7-40C5-C52087E75AFC}"/>
          </ac:grpSpMkLst>
        </pc:grpChg>
        <pc:grpChg chg="del mod">
          <ac:chgData name="Rodica Ioana Lung" userId="64ee56e8d7162e1e" providerId="LiveId" clId="{0F6830A5-18AB-4F1B-8BBB-DA235794CEC1}" dt="2025-12-16T15:50:36.172" v="615"/>
          <ac:grpSpMkLst>
            <pc:docMk/>
            <pc:sldMk cId="2945143253" sldId="270"/>
            <ac:grpSpMk id="40" creationId="{885E3AB6-260B-1E13-8FC2-9E30F9945C5A}"/>
          </ac:grpSpMkLst>
        </pc:grpChg>
        <pc:grpChg chg="mod">
          <ac:chgData name="Rodica Ioana Lung" userId="64ee56e8d7162e1e" providerId="LiveId" clId="{0F6830A5-18AB-4F1B-8BBB-DA235794CEC1}" dt="2025-12-16T15:49:44.011" v="580"/>
          <ac:grpSpMkLst>
            <pc:docMk/>
            <pc:sldMk cId="2945143253" sldId="270"/>
            <ac:grpSpMk id="41" creationId="{CCB4354A-66A5-E146-25CC-0BA9F6F89396}"/>
          </ac:grpSpMkLst>
        </pc:grpChg>
        <pc:grpChg chg="del mod">
          <ac:chgData name="Rodica Ioana Lung" userId="64ee56e8d7162e1e" providerId="LiveId" clId="{0F6830A5-18AB-4F1B-8BBB-DA235794CEC1}" dt="2025-12-16T15:49:56.700" v="585"/>
          <ac:grpSpMkLst>
            <pc:docMk/>
            <pc:sldMk cId="2945143253" sldId="270"/>
            <ac:grpSpMk id="42" creationId="{CAD3310B-2A21-3FA1-4BC5-E2940FD66D47}"/>
          </ac:grpSpMkLst>
        </pc:grpChg>
        <pc:grpChg chg="del mod">
          <ac:chgData name="Rodica Ioana Lung" userId="64ee56e8d7162e1e" providerId="LiveId" clId="{0F6830A5-18AB-4F1B-8BBB-DA235794CEC1}" dt="2025-12-16T15:50:30.530" v="611"/>
          <ac:grpSpMkLst>
            <pc:docMk/>
            <pc:sldMk cId="2945143253" sldId="270"/>
            <ac:grpSpMk id="47" creationId="{1E5EBEB2-D577-11B4-6C0E-E1B741A9135B}"/>
          </ac:grpSpMkLst>
        </pc:grpChg>
        <pc:grpChg chg="mod">
          <ac:chgData name="Rodica Ioana Lung" userId="64ee56e8d7162e1e" providerId="LiveId" clId="{0F6830A5-18AB-4F1B-8BBB-DA235794CEC1}" dt="2025-12-16T15:49:56.700" v="585"/>
          <ac:grpSpMkLst>
            <pc:docMk/>
            <pc:sldMk cId="2945143253" sldId="270"/>
            <ac:grpSpMk id="48" creationId="{388A6851-62A3-4B72-5183-E0E59B0AE5E9}"/>
          </ac:grpSpMkLst>
        </pc:grpChg>
        <pc:grpChg chg="mod">
          <ac:chgData name="Rodica Ioana Lung" userId="64ee56e8d7162e1e" providerId="LiveId" clId="{0F6830A5-18AB-4F1B-8BBB-DA235794CEC1}" dt="2025-12-16T15:49:56.700" v="585"/>
          <ac:grpSpMkLst>
            <pc:docMk/>
            <pc:sldMk cId="2945143253" sldId="270"/>
            <ac:grpSpMk id="49" creationId="{3075363E-C675-8297-1BE1-A529D9FA6185}"/>
          </ac:grpSpMkLst>
        </pc:grpChg>
        <pc:grpChg chg="del mod">
          <ac:chgData name="Rodica Ioana Lung" userId="64ee56e8d7162e1e" providerId="LiveId" clId="{0F6830A5-18AB-4F1B-8BBB-DA235794CEC1}" dt="2025-12-16T15:50:01.193" v="591"/>
          <ac:grpSpMkLst>
            <pc:docMk/>
            <pc:sldMk cId="2945143253" sldId="270"/>
            <ac:grpSpMk id="52" creationId="{B5A54104-4203-4D7A-CFE9-A8B1CFDE59DB}"/>
          </ac:grpSpMkLst>
        </pc:grpChg>
        <pc:grpChg chg="mod">
          <ac:chgData name="Rodica Ioana Lung" userId="64ee56e8d7162e1e" providerId="LiveId" clId="{0F6830A5-18AB-4F1B-8BBB-DA235794CEC1}" dt="2025-12-16T15:50:01.193" v="591"/>
          <ac:grpSpMkLst>
            <pc:docMk/>
            <pc:sldMk cId="2945143253" sldId="270"/>
            <ac:grpSpMk id="55" creationId="{598A83E8-5CB8-A9CE-82A8-7987BC875378}"/>
          </ac:grpSpMkLst>
        </pc:grpChg>
        <pc:grpChg chg="mod">
          <ac:chgData name="Rodica Ioana Lung" userId="64ee56e8d7162e1e" providerId="LiveId" clId="{0F6830A5-18AB-4F1B-8BBB-DA235794CEC1}" dt="2025-12-16T15:50:20.926" v="602"/>
          <ac:grpSpMkLst>
            <pc:docMk/>
            <pc:sldMk cId="2945143253" sldId="270"/>
            <ac:grpSpMk id="66" creationId="{949DF86A-2BF2-21B6-4E68-4E83592AF656}"/>
          </ac:grpSpMkLst>
        </pc:grpChg>
        <pc:grpChg chg="del mod">
          <ac:chgData name="Rodica Ioana Lung" userId="64ee56e8d7162e1e" providerId="LiveId" clId="{0F6830A5-18AB-4F1B-8BBB-DA235794CEC1}" dt="2025-12-16T15:50:24.138" v="608"/>
          <ac:grpSpMkLst>
            <pc:docMk/>
            <pc:sldMk cId="2945143253" sldId="270"/>
            <ac:grpSpMk id="67" creationId="{24D31BC0-E0E1-40C4-98C4-08952566F782}"/>
          </ac:grpSpMkLst>
        </pc:grpChg>
        <pc:grpChg chg="del mod">
          <ac:chgData name="Rodica Ioana Lung" userId="64ee56e8d7162e1e" providerId="LiveId" clId="{0F6830A5-18AB-4F1B-8BBB-DA235794CEC1}" dt="2025-12-16T15:50:38.901" v="620"/>
          <ac:grpSpMkLst>
            <pc:docMk/>
            <pc:sldMk cId="2945143253" sldId="270"/>
            <ac:grpSpMk id="73" creationId="{0699F071-7444-0AAD-4E85-284A7B57741F}"/>
          </ac:grpSpMkLst>
        </pc:grpChg>
        <pc:grpChg chg="del mod">
          <ac:chgData name="Rodica Ioana Lung" userId="64ee56e8d7162e1e" providerId="LiveId" clId="{0F6830A5-18AB-4F1B-8BBB-DA235794CEC1}" dt="2025-12-16T15:50:36.172" v="615"/>
          <ac:grpSpMkLst>
            <pc:docMk/>
            <pc:sldMk cId="2945143253" sldId="270"/>
            <ac:grpSpMk id="76" creationId="{AF644C31-6BB2-B31F-A843-84371BBC42E7}"/>
          </ac:grpSpMkLst>
        </pc:grpChg>
        <pc:grpChg chg="mod">
          <ac:chgData name="Rodica Ioana Lung" userId="64ee56e8d7162e1e" providerId="LiveId" clId="{0F6830A5-18AB-4F1B-8BBB-DA235794CEC1}" dt="2025-12-16T15:50:36.172" v="615"/>
          <ac:grpSpMkLst>
            <pc:docMk/>
            <pc:sldMk cId="2945143253" sldId="270"/>
            <ac:grpSpMk id="80" creationId="{9B2E15C8-51D3-F7F4-114A-779C6D0E8839}"/>
          </ac:grpSpMkLst>
        </pc:grpChg>
        <pc:grpChg chg="del mod">
          <ac:chgData name="Rodica Ioana Lung" userId="64ee56e8d7162e1e" providerId="LiveId" clId="{0F6830A5-18AB-4F1B-8BBB-DA235794CEC1}" dt="2025-12-16T15:50:38.901" v="620"/>
          <ac:grpSpMkLst>
            <pc:docMk/>
            <pc:sldMk cId="2945143253" sldId="270"/>
            <ac:grpSpMk id="81" creationId="{95C19C69-6674-6AC6-0BFB-0A797C5E1730}"/>
          </ac:grpSpMkLst>
        </pc:grpChg>
        <pc:grpChg chg="del mod">
          <ac:chgData name="Rodica Ioana Lung" userId="64ee56e8d7162e1e" providerId="LiveId" clId="{0F6830A5-18AB-4F1B-8BBB-DA235794CEC1}" dt="2025-12-16T15:50:47.325" v="624"/>
          <ac:grpSpMkLst>
            <pc:docMk/>
            <pc:sldMk cId="2945143253" sldId="270"/>
            <ac:grpSpMk id="86" creationId="{71E15115-2481-62EE-89BC-E1E65AB619F9}"/>
          </ac:grpSpMkLst>
        </pc:grpChg>
        <pc:grpChg chg="del mod">
          <ac:chgData name="Rodica Ioana Lung" userId="64ee56e8d7162e1e" providerId="LiveId" clId="{0F6830A5-18AB-4F1B-8BBB-DA235794CEC1}" dt="2025-12-16T15:50:53.484" v="628"/>
          <ac:grpSpMkLst>
            <pc:docMk/>
            <pc:sldMk cId="2945143253" sldId="270"/>
            <ac:grpSpMk id="87" creationId="{13B95639-9A0C-259E-C202-4EB7F2CA2D1B}"/>
          </ac:grpSpMkLst>
        </pc:grpChg>
        <pc:grpChg chg="del mod">
          <ac:chgData name="Rodica Ioana Lung" userId="64ee56e8d7162e1e" providerId="LiveId" clId="{0F6830A5-18AB-4F1B-8BBB-DA235794CEC1}" dt="2025-12-16T15:50:53.484" v="628"/>
          <ac:grpSpMkLst>
            <pc:docMk/>
            <pc:sldMk cId="2945143253" sldId="270"/>
            <ac:grpSpMk id="91" creationId="{0C47715C-EB97-651C-E6DB-60C5C950D5D6}"/>
          </ac:grpSpMkLst>
        </pc:grpChg>
        <pc:grpChg chg="mod">
          <ac:chgData name="Rodica Ioana Lung" userId="64ee56e8d7162e1e" providerId="LiveId" clId="{0F6830A5-18AB-4F1B-8BBB-DA235794CEC1}" dt="2025-12-16T15:50:53.484" v="628"/>
          <ac:grpSpMkLst>
            <pc:docMk/>
            <pc:sldMk cId="2945143253" sldId="270"/>
            <ac:grpSpMk id="95" creationId="{4D26508C-06C1-ED60-11A5-5768885792E9}"/>
          </ac:grpSpMkLst>
        </pc:grpChg>
        <pc:grpChg chg="mod">
          <ac:chgData name="Rodica Ioana Lung" userId="64ee56e8d7162e1e" providerId="LiveId" clId="{0F6830A5-18AB-4F1B-8BBB-DA235794CEC1}" dt="2025-12-16T15:50:53.484" v="628"/>
          <ac:grpSpMkLst>
            <pc:docMk/>
            <pc:sldMk cId="2945143253" sldId="270"/>
            <ac:grpSpMk id="96" creationId="{9FA578D5-36FE-79E5-9F2D-CA2DB4C87E21}"/>
          </ac:grpSpMkLst>
        </pc:grpChg>
        <pc:grpChg chg="mod">
          <ac:chgData name="Rodica Ioana Lung" userId="64ee56e8d7162e1e" providerId="LiveId" clId="{0F6830A5-18AB-4F1B-8BBB-DA235794CEC1}" dt="2025-12-16T15:54:24.283" v="701"/>
          <ac:grpSpMkLst>
            <pc:docMk/>
            <pc:sldMk cId="2945143253" sldId="270"/>
            <ac:grpSpMk id="99" creationId="{E6BDC4AB-DAA8-54A3-846F-AB3D0A01DAA2}"/>
          </ac:grpSpMkLst>
        </pc:grpChg>
        <pc:grpChg chg="mod">
          <ac:chgData name="Rodica Ioana Lung" userId="64ee56e8d7162e1e" providerId="LiveId" clId="{0F6830A5-18AB-4F1B-8BBB-DA235794CEC1}" dt="2025-12-16T15:54:25.646" v="704"/>
          <ac:grpSpMkLst>
            <pc:docMk/>
            <pc:sldMk cId="2945143253" sldId="270"/>
            <ac:grpSpMk id="102" creationId="{3524DEA2-1CCA-30FC-63CD-806F919004EF}"/>
          </ac:grpSpMkLst>
        </pc:grpChg>
        <pc:inkChg chg="add">
          <ac:chgData name="Rodica Ioana Lung" userId="64ee56e8d7162e1e" providerId="LiveId" clId="{0F6830A5-18AB-4F1B-8BBB-DA235794CEC1}" dt="2025-12-16T15:48:56.407" v="548" actId="9405"/>
          <ac:inkMkLst>
            <pc:docMk/>
            <pc:sldMk cId="2945143253" sldId="270"/>
            <ac:inkMk id="5" creationId="{F5F8A311-2349-DAA8-89BA-29367279E4AD}"/>
          </ac:inkMkLst>
        </pc:inkChg>
        <pc:inkChg chg="add mod">
          <ac:chgData name="Rodica Ioana Lung" userId="64ee56e8d7162e1e" providerId="LiveId" clId="{0F6830A5-18AB-4F1B-8BBB-DA235794CEC1}" dt="2025-12-16T15:50:20.926" v="602"/>
          <ac:inkMkLst>
            <pc:docMk/>
            <pc:sldMk cId="2945143253" sldId="270"/>
            <ac:inkMk id="6" creationId="{B907452C-7E83-02E7-09BF-9D3D818188F0}"/>
          </ac:inkMkLst>
        </pc:inkChg>
        <pc:inkChg chg="add mod">
          <ac:chgData name="Rodica Ioana Lung" userId="64ee56e8d7162e1e" providerId="LiveId" clId="{0F6830A5-18AB-4F1B-8BBB-DA235794CEC1}" dt="2025-12-16T15:50:20.926" v="602"/>
          <ac:inkMkLst>
            <pc:docMk/>
            <pc:sldMk cId="2945143253" sldId="270"/>
            <ac:inkMk id="7" creationId="{4F36B51D-7065-0078-3D2D-638ECF523513}"/>
          </ac:inkMkLst>
        </pc:inkChg>
        <pc:inkChg chg="add">
          <ac:chgData name="Rodica Ioana Lung" userId="64ee56e8d7162e1e" providerId="LiveId" clId="{0F6830A5-18AB-4F1B-8BBB-DA235794CEC1}" dt="2025-12-16T15:49:03.473" v="552" actId="9405"/>
          <ac:inkMkLst>
            <pc:docMk/>
            <pc:sldMk cId="2945143253" sldId="270"/>
            <ac:inkMk id="9" creationId="{DA518A27-4D32-67A7-96F7-EA752CD37EB5}"/>
          </ac:inkMkLst>
        </pc:inkChg>
        <pc:inkChg chg="add mod">
          <ac:chgData name="Rodica Ioana Lung" userId="64ee56e8d7162e1e" providerId="LiveId" clId="{0F6830A5-18AB-4F1B-8BBB-DA235794CEC1}" dt="2025-12-16T15:49:59.202" v="588"/>
          <ac:inkMkLst>
            <pc:docMk/>
            <pc:sldMk cId="2945143253" sldId="270"/>
            <ac:inkMk id="10" creationId="{672D215E-6336-1B94-84F3-DA92F6CFD4A8}"/>
          </ac:inkMkLst>
        </pc:inkChg>
        <pc:inkChg chg="add mod">
          <ac:chgData name="Rodica Ioana Lung" userId="64ee56e8d7162e1e" providerId="LiveId" clId="{0F6830A5-18AB-4F1B-8BBB-DA235794CEC1}" dt="2025-12-16T15:49:59.202" v="588"/>
          <ac:inkMkLst>
            <pc:docMk/>
            <pc:sldMk cId="2945143253" sldId="270"/>
            <ac:inkMk id="13" creationId="{CBFB6A63-65B6-FCD2-1550-0E15B0C77D24}"/>
          </ac:inkMkLst>
        </pc:inkChg>
        <pc:inkChg chg="add mod">
          <ac:chgData name="Rodica Ioana Lung" userId="64ee56e8d7162e1e" providerId="LiveId" clId="{0F6830A5-18AB-4F1B-8BBB-DA235794CEC1}" dt="2025-12-16T15:50:01.193" v="591"/>
          <ac:inkMkLst>
            <pc:docMk/>
            <pc:sldMk cId="2945143253" sldId="270"/>
            <ac:inkMk id="14" creationId="{0519775B-E226-9953-B564-766224CE6D54}"/>
          </ac:inkMkLst>
        </pc:inkChg>
        <pc:inkChg chg="add mod">
          <ac:chgData name="Rodica Ioana Lung" userId="64ee56e8d7162e1e" providerId="LiveId" clId="{0F6830A5-18AB-4F1B-8BBB-DA235794CEC1}" dt="2025-12-16T15:50:01.193" v="591"/>
          <ac:inkMkLst>
            <pc:docMk/>
            <pc:sldMk cId="2945143253" sldId="270"/>
            <ac:inkMk id="15" creationId="{75DD4F7E-FA2B-1A50-0FD7-09F50289B5C7}"/>
          </ac:inkMkLst>
        </pc:inkChg>
        <pc:inkChg chg="add mod">
          <ac:chgData name="Rodica Ioana Lung" userId="64ee56e8d7162e1e" providerId="LiveId" clId="{0F6830A5-18AB-4F1B-8BBB-DA235794CEC1}" dt="2025-12-16T15:50:01.193" v="591"/>
          <ac:inkMkLst>
            <pc:docMk/>
            <pc:sldMk cId="2945143253" sldId="270"/>
            <ac:inkMk id="16" creationId="{917EDE4B-EAAB-C3CA-5CC7-18BE0F8E01DA}"/>
          </ac:inkMkLst>
        </pc:inkChg>
        <pc:inkChg chg="add mod">
          <ac:chgData name="Rodica Ioana Lung" userId="64ee56e8d7162e1e" providerId="LiveId" clId="{0F6830A5-18AB-4F1B-8BBB-DA235794CEC1}" dt="2025-12-16T15:49:31.727" v="564"/>
          <ac:inkMkLst>
            <pc:docMk/>
            <pc:sldMk cId="2945143253" sldId="270"/>
            <ac:inkMk id="18" creationId="{8BF1AD57-1FD1-46D6-84AC-3CF4D7C756B0}"/>
          </ac:inkMkLst>
        </pc:inkChg>
        <pc:inkChg chg="add mod">
          <ac:chgData name="Rodica Ioana Lung" userId="64ee56e8d7162e1e" providerId="LiveId" clId="{0F6830A5-18AB-4F1B-8BBB-DA235794CEC1}" dt="2025-12-16T15:49:31.727" v="564"/>
          <ac:inkMkLst>
            <pc:docMk/>
            <pc:sldMk cId="2945143253" sldId="270"/>
            <ac:inkMk id="19" creationId="{7BDD32C7-A153-DBFB-1E4A-5DF56BDD2D3B}"/>
          </ac:inkMkLst>
        </pc:inkChg>
        <pc:inkChg chg="add">
          <ac:chgData name="Rodica Ioana Lung" userId="64ee56e8d7162e1e" providerId="LiveId" clId="{0F6830A5-18AB-4F1B-8BBB-DA235794CEC1}" dt="2025-12-16T15:49:30.274" v="562" actId="9405"/>
          <ac:inkMkLst>
            <pc:docMk/>
            <pc:sldMk cId="2945143253" sldId="270"/>
            <ac:inkMk id="21" creationId="{3EC9400B-D59A-363D-D68A-09B41EA2773D}"/>
          </ac:inkMkLst>
        </pc:inkChg>
        <pc:inkChg chg="add mod">
          <ac:chgData name="Rodica Ioana Lung" userId="64ee56e8d7162e1e" providerId="LiveId" clId="{0F6830A5-18AB-4F1B-8BBB-DA235794CEC1}" dt="2025-12-16T15:50:01.193" v="591"/>
          <ac:inkMkLst>
            <pc:docMk/>
            <pc:sldMk cId="2945143253" sldId="270"/>
            <ac:inkMk id="22" creationId="{2C029B7A-125B-ED6D-9B52-AA2A685AECDC}"/>
          </ac:inkMkLst>
        </pc:inkChg>
        <pc:inkChg chg="add mod">
          <ac:chgData name="Rodica Ioana Lung" userId="64ee56e8d7162e1e" providerId="LiveId" clId="{0F6830A5-18AB-4F1B-8BBB-DA235794CEC1}" dt="2025-12-16T15:50:01.193" v="591"/>
          <ac:inkMkLst>
            <pc:docMk/>
            <pc:sldMk cId="2945143253" sldId="270"/>
            <ac:inkMk id="24" creationId="{1FED03EF-8C81-5076-7B3A-922456E44590}"/>
          </ac:inkMkLst>
        </pc:inkChg>
        <pc:inkChg chg="add mod">
          <ac:chgData name="Rodica Ioana Lung" userId="64ee56e8d7162e1e" providerId="LiveId" clId="{0F6830A5-18AB-4F1B-8BBB-DA235794CEC1}" dt="2025-12-16T15:49:56.700" v="585"/>
          <ac:inkMkLst>
            <pc:docMk/>
            <pc:sldMk cId="2945143253" sldId="270"/>
            <ac:inkMk id="26" creationId="{DC744612-E19D-83BF-C268-0F8D2EB81003}"/>
          </ac:inkMkLst>
        </pc:inkChg>
        <pc:inkChg chg="add mod">
          <ac:chgData name="Rodica Ioana Lung" userId="64ee56e8d7162e1e" providerId="LiveId" clId="{0F6830A5-18AB-4F1B-8BBB-DA235794CEC1}" dt="2025-12-16T15:49:56.700" v="585"/>
          <ac:inkMkLst>
            <pc:docMk/>
            <pc:sldMk cId="2945143253" sldId="270"/>
            <ac:inkMk id="27" creationId="{D73931D0-171D-BB97-40F7-C74FA24BA244}"/>
          </ac:inkMkLst>
        </pc:inkChg>
        <pc:inkChg chg="add mod">
          <ac:chgData name="Rodica Ioana Lung" userId="64ee56e8d7162e1e" providerId="LiveId" clId="{0F6830A5-18AB-4F1B-8BBB-DA235794CEC1}" dt="2025-12-16T15:49:59.202" v="588"/>
          <ac:inkMkLst>
            <pc:docMk/>
            <pc:sldMk cId="2945143253" sldId="270"/>
            <ac:inkMk id="29" creationId="{BB73DD37-8A30-B884-B10A-A8A23AE3B0FD}"/>
          </ac:inkMkLst>
        </pc:inkChg>
        <pc:inkChg chg="add mod">
          <ac:chgData name="Rodica Ioana Lung" userId="64ee56e8d7162e1e" providerId="LiveId" clId="{0F6830A5-18AB-4F1B-8BBB-DA235794CEC1}" dt="2025-12-16T15:49:56.700" v="585"/>
          <ac:inkMkLst>
            <pc:docMk/>
            <pc:sldMk cId="2945143253" sldId="270"/>
            <ac:inkMk id="31" creationId="{A280D74A-7704-8FCE-9F1F-D61DC2D69EA1}"/>
          </ac:inkMkLst>
        </pc:inkChg>
        <pc:inkChg chg="add mod">
          <ac:chgData name="Rodica Ioana Lung" userId="64ee56e8d7162e1e" providerId="LiveId" clId="{0F6830A5-18AB-4F1B-8BBB-DA235794CEC1}" dt="2025-12-16T15:49:44.011" v="580"/>
          <ac:inkMkLst>
            <pc:docMk/>
            <pc:sldMk cId="2945143253" sldId="270"/>
            <ac:inkMk id="32" creationId="{3CF09E5F-9614-1B63-BB45-EE776E175901}"/>
          </ac:inkMkLst>
        </pc:inkChg>
        <pc:inkChg chg="add">
          <ac:chgData name="Rodica Ioana Lung" userId="64ee56e8d7162e1e" providerId="LiveId" clId="{0F6830A5-18AB-4F1B-8BBB-DA235794CEC1}" dt="2025-12-16T15:49:41.240" v="574" actId="9405"/>
          <ac:inkMkLst>
            <pc:docMk/>
            <pc:sldMk cId="2945143253" sldId="270"/>
            <ac:inkMk id="33" creationId="{F250F1CC-524A-860A-D6D5-C81912DA1D33}"/>
          </ac:inkMkLst>
        </pc:inkChg>
        <pc:inkChg chg="add mod">
          <ac:chgData name="Rodica Ioana Lung" userId="64ee56e8d7162e1e" providerId="LiveId" clId="{0F6830A5-18AB-4F1B-8BBB-DA235794CEC1}" dt="2025-12-16T15:49:44.011" v="580"/>
          <ac:inkMkLst>
            <pc:docMk/>
            <pc:sldMk cId="2945143253" sldId="270"/>
            <ac:inkMk id="34" creationId="{B3ACA561-8A13-58A5-188A-C25A9BDB0E6D}"/>
          </ac:inkMkLst>
        </pc:inkChg>
        <pc:inkChg chg="add mod">
          <ac:chgData name="Rodica Ioana Lung" userId="64ee56e8d7162e1e" providerId="LiveId" clId="{0F6830A5-18AB-4F1B-8BBB-DA235794CEC1}" dt="2025-12-16T15:50:53.484" v="628"/>
          <ac:inkMkLst>
            <pc:docMk/>
            <pc:sldMk cId="2945143253" sldId="270"/>
            <ac:inkMk id="35" creationId="{8F3AA8AE-94EF-B4BF-B024-E8B42DD36F01}"/>
          </ac:inkMkLst>
        </pc:inkChg>
        <pc:inkChg chg="add mod">
          <ac:chgData name="Rodica Ioana Lung" userId="64ee56e8d7162e1e" providerId="LiveId" clId="{0F6830A5-18AB-4F1B-8BBB-DA235794CEC1}" dt="2025-12-16T15:50:53.484" v="628"/>
          <ac:inkMkLst>
            <pc:docMk/>
            <pc:sldMk cId="2945143253" sldId="270"/>
            <ac:inkMk id="36" creationId="{A46EB3BD-B279-13AD-B87B-12B40790604E}"/>
          </ac:inkMkLst>
        </pc:inkChg>
        <pc:inkChg chg="add mod">
          <ac:chgData name="Rodica Ioana Lung" userId="64ee56e8d7162e1e" providerId="LiveId" clId="{0F6830A5-18AB-4F1B-8BBB-DA235794CEC1}" dt="2025-12-16T15:50:36.172" v="615"/>
          <ac:inkMkLst>
            <pc:docMk/>
            <pc:sldMk cId="2945143253" sldId="270"/>
            <ac:inkMk id="37" creationId="{805F2CEA-6F1D-2E47-C8F7-11246E88E785}"/>
          </ac:inkMkLst>
        </pc:inkChg>
        <pc:inkChg chg="add mod">
          <ac:chgData name="Rodica Ioana Lung" userId="64ee56e8d7162e1e" providerId="LiveId" clId="{0F6830A5-18AB-4F1B-8BBB-DA235794CEC1}" dt="2025-12-16T15:50:36.172" v="615"/>
          <ac:inkMkLst>
            <pc:docMk/>
            <pc:sldMk cId="2945143253" sldId="270"/>
            <ac:inkMk id="38" creationId="{4C2B51C9-616E-18C4-041B-9B6E2966F629}"/>
          </ac:inkMkLst>
        </pc:inkChg>
        <pc:inkChg chg="add">
          <ac:chgData name="Rodica Ioana Lung" userId="64ee56e8d7162e1e" providerId="LiveId" clId="{0F6830A5-18AB-4F1B-8BBB-DA235794CEC1}" dt="2025-12-16T15:49:52.744" v="581" actId="9405"/>
          <ac:inkMkLst>
            <pc:docMk/>
            <pc:sldMk cId="2945143253" sldId="270"/>
            <ac:inkMk id="43" creationId="{B39708DA-59F3-E9BC-567A-C63241235B78}"/>
          </ac:inkMkLst>
        </pc:inkChg>
        <pc:inkChg chg="add">
          <ac:chgData name="Rodica Ioana Lung" userId="64ee56e8d7162e1e" providerId="LiveId" clId="{0F6830A5-18AB-4F1B-8BBB-DA235794CEC1}" dt="2025-12-16T15:49:53.792" v="582" actId="9405"/>
          <ac:inkMkLst>
            <pc:docMk/>
            <pc:sldMk cId="2945143253" sldId="270"/>
            <ac:inkMk id="44" creationId="{6118C6D2-27C5-1A54-4E3C-F8C959AE5963}"/>
          </ac:inkMkLst>
        </pc:inkChg>
        <pc:inkChg chg="add">
          <ac:chgData name="Rodica Ioana Lung" userId="64ee56e8d7162e1e" providerId="LiveId" clId="{0F6830A5-18AB-4F1B-8BBB-DA235794CEC1}" dt="2025-12-16T15:49:54.791" v="583" actId="9405"/>
          <ac:inkMkLst>
            <pc:docMk/>
            <pc:sldMk cId="2945143253" sldId="270"/>
            <ac:inkMk id="45" creationId="{31FD11A0-58AD-398A-E153-739C2F4E9D98}"/>
          </ac:inkMkLst>
        </pc:inkChg>
        <pc:inkChg chg="add mod">
          <ac:chgData name="Rodica Ioana Lung" userId="64ee56e8d7162e1e" providerId="LiveId" clId="{0F6830A5-18AB-4F1B-8BBB-DA235794CEC1}" dt="2025-12-16T15:50:30.530" v="611"/>
          <ac:inkMkLst>
            <pc:docMk/>
            <pc:sldMk cId="2945143253" sldId="270"/>
            <ac:inkMk id="46" creationId="{DF128E62-6AE6-1111-CBAE-C4F46DC7181E}"/>
          </ac:inkMkLst>
        </pc:inkChg>
        <pc:inkChg chg="add mod">
          <ac:chgData name="Rodica Ioana Lung" userId="64ee56e8d7162e1e" providerId="LiveId" clId="{0F6830A5-18AB-4F1B-8BBB-DA235794CEC1}" dt="2025-12-16T15:50:01.193" v="591"/>
          <ac:inkMkLst>
            <pc:docMk/>
            <pc:sldMk cId="2945143253" sldId="270"/>
            <ac:inkMk id="50" creationId="{B43912AE-C126-3570-49F2-AD224B21DD0C}"/>
          </ac:inkMkLst>
        </pc:inkChg>
        <pc:inkChg chg="add">
          <ac:chgData name="Rodica Ioana Lung" userId="64ee56e8d7162e1e" providerId="LiveId" clId="{0F6830A5-18AB-4F1B-8BBB-DA235794CEC1}" dt="2025-12-16T15:49:58.270" v="587" actId="9405"/>
          <ac:inkMkLst>
            <pc:docMk/>
            <pc:sldMk cId="2945143253" sldId="270"/>
            <ac:inkMk id="51" creationId="{50C7E920-52DE-16BC-6135-4F7E622EE138}"/>
          </ac:inkMkLst>
        </pc:inkChg>
        <pc:inkChg chg="add mod">
          <ac:chgData name="Rodica Ioana Lung" userId="64ee56e8d7162e1e" providerId="LiveId" clId="{0F6830A5-18AB-4F1B-8BBB-DA235794CEC1}" dt="2025-12-16T15:50:01.193" v="591"/>
          <ac:inkMkLst>
            <pc:docMk/>
            <pc:sldMk cId="2945143253" sldId="270"/>
            <ac:inkMk id="53" creationId="{33BEF1C3-4BF7-F5DC-F96F-1F035FDA1887}"/>
          </ac:inkMkLst>
        </pc:inkChg>
        <pc:inkChg chg="add">
          <ac:chgData name="Rodica Ioana Lung" userId="64ee56e8d7162e1e" providerId="LiveId" clId="{0F6830A5-18AB-4F1B-8BBB-DA235794CEC1}" dt="2025-12-16T15:50:00.291" v="590" actId="9405"/>
          <ac:inkMkLst>
            <pc:docMk/>
            <pc:sldMk cId="2945143253" sldId="270"/>
            <ac:inkMk id="54" creationId="{149174FA-DE01-BF44-AAC5-C4B7F5C99959}"/>
          </ac:inkMkLst>
        </pc:inkChg>
        <pc:inkChg chg="add mod">
          <ac:chgData name="Rodica Ioana Lung" userId="64ee56e8d7162e1e" providerId="LiveId" clId="{0F6830A5-18AB-4F1B-8BBB-DA235794CEC1}" dt="2025-12-16T15:50:53.484" v="628"/>
          <ac:inkMkLst>
            <pc:docMk/>
            <pc:sldMk cId="2945143253" sldId="270"/>
            <ac:inkMk id="56" creationId="{ED8A2F03-B95C-09A2-BCFB-15A2ACF7F0AC}"/>
          </ac:inkMkLst>
        </pc:inkChg>
        <pc:inkChg chg="add">
          <ac:chgData name="Rodica Ioana Lung" userId="64ee56e8d7162e1e" providerId="LiveId" clId="{0F6830A5-18AB-4F1B-8BBB-DA235794CEC1}" dt="2025-12-16T15:50:15.737" v="593" actId="9405"/>
          <ac:inkMkLst>
            <pc:docMk/>
            <pc:sldMk cId="2945143253" sldId="270"/>
            <ac:inkMk id="57" creationId="{42508127-7EF7-8D32-DCA9-A4A8227E5CDC}"/>
          </ac:inkMkLst>
        </pc:inkChg>
        <pc:inkChg chg="add mod">
          <ac:chgData name="Rodica Ioana Lung" userId="64ee56e8d7162e1e" providerId="LiveId" clId="{0F6830A5-18AB-4F1B-8BBB-DA235794CEC1}" dt="2025-12-16T15:50:53.484" v="628"/>
          <ac:inkMkLst>
            <pc:docMk/>
            <pc:sldMk cId="2945143253" sldId="270"/>
            <ac:inkMk id="58" creationId="{4628DE34-39F3-80B2-D976-2692310FD4B2}"/>
          </ac:inkMkLst>
        </pc:inkChg>
        <pc:inkChg chg="add mod">
          <ac:chgData name="Rodica Ioana Lung" userId="64ee56e8d7162e1e" providerId="LiveId" clId="{0F6830A5-18AB-4F1B-8BBB-DA235794CEC1}" dt="2025-12-16T15:50:24.138" v="608"/>
          <ac:inkMkLst>
            <pc:docMk/>
            <pc:sldMk cId="2945143253" sldId="270"/>
            <ac:inkMk id="59" creationId="{3B5322D6-2E5A-3159-7C28-BAE8DA68FD20}"/>
          </ac:inkMkLst>
        </pc:inkChg>
        <pc:inkChg chg="add">
          <ac:chgData name="Rodica Ioana Lung" userId="64ee56e8d7162e1e" providerId="LiveId" clId="{0F6830A5-18AB-4F1B-8BBB-DA235794CEC1}" dt="2025-12-16T15:50:17.980" v="596" actId="9405"/>
          <ac:inkMkLst>
            <pc:docMk/>
            <pc:sldMk cId="2945143253" sldId="270"/>
            <ac:inkMk id="60" creationId="{FD502097-0328-540B-9D96-28A9C26233F6}"/>
          </ac:inkMkLst>
        </pc:inkChg>
        <pc:inkChg chg="add">
          <ac:chgData name="Rodica Ioana Lung" userId="64ee56e8d7162e1e" providerId="LiveId" clId="{0F6830A5-18AB-4F1B-8BBB-DA235794CEC1}" dt="2025-12-16T15:50:19.023" v="597" actId="9405"/>
          <ac:inkMkLst>
            <pc:docMk/>
            <pc:sldMk cId="2945143253" sldId="270"/>
            <ac:inkMk id="61" creationId="{D1622764-4B34-A75C-E34F-5A06FA758D3A}"/>
          </ac:inkMkLst>
        </pc:inkChg>
        <pc:inkChg chg="add">
          <ac:chgData name="Rodica Ioana Lung" userId="64ee56e8d7162e1e" providerId="LiveId" clId="{0F6830A5-18AB-4F1B-8BBB-DA235794CEC1}" dt="2025-12-16T15:50:19.355" v="598" actId="9405"/>
          <ac:inkMkLst>
            <pc:docMk/>
            <pc:sldMk cId="2945143253" sldId="270"/>
            <ac:inkMk id="62" creationId="{3E21A185-42FA-906E-DB6A-2ABB004C509D}"/>
          </ac:inkMkLst>
        </pc:inkChg>
        <pc:inkChg chg="add mod">
          <ac:chgData name="Rodica Ioana Lung" userId="64ee56e8d7162e1e" providerId="LiveId" clId="{0F6830A5-18AB-4F1B-8BBB-DA235794CEC1}" dt="2025-12-16T15:50:20.926" v="602"/>
          <ac:inkMkLst>
            <pc:docMk/>
            <pc:sldMk cId="2945143253" sldId="270"/>
            <ac:inkMk id="63" creationId="{16245783-9D8E-CB36-1466-0B2C27C1135A}"/>
          </ac:inkMkLst>
        </pc:inkChg>
        <pc:inkChg chg="add">
          <ac:chgData name="Rodica Ioana Lung" userId="64ee56e8d7162e1e" providerId="LiveId" clId="{0F6830A5-18AB-4F1B-8BBB-DA235794CEC1}" dt="2025-12-16T15:50:19.988" v="600" actId="9405"/>
          <ac:inkMkLst>
            <pc:docMk/>
            <pc:sldMk cId="2945143253" sldId="270"/>
            <ac:inkMk id="64" creationId="{0A6D90B4-9E97-B425-A99E-CCEF24D8BDEF}"/>
          </ac:inkMkLst>
        </pc:inkChg>
        <pc:inkChg chg="add">
          <ac:chgData name="Rodica Ioana Lung" userId="64ee56e8d7162e1e" providerId="LiveId" clId="{0F6830A5-18AB-4F1B-8BBB-DA235794CEC1}" dt="2025-12-16T15:50:20.298" v="601" actId="9405"/>
          <ac:inkMkLst>
            <pc:docMk/>
            <pc:sldMk cId="2945143253" sldId="270"/>
            <ac:inkMk id="65" creationId="{092218A8-A373-280D-B40A-245161C490B4}"/>
          </ac:inkMkLst>
        </pc:inkChg>
        <pc:inkChg chg="add mod">
          <ac:chgData name="Rodica Ioana Lung" userId="64ee56e8d7162e1e" providerId="LiveId" clId="{0F6830A5-18AB-4F1B-8BBB-DA235794CEC1}" dt="2025-12-16T15:50:24.138" v="608"/>
          <ac:inkMkLst>
            <pc:docMk/>
            <pc:sldMk cId="2945143253" sldId="270"/>
            <ac:inkMk id="68" creationId="{749B8D98-9051-FE88-22CF-D5FF6922E90C}"/>
          </ac:inkMkLst>
        </pc:inkChg>
        <pc:inkChg chg="add mod">
          <ac:chgData name="Rodica Ioana Lung" userId="64ee56e8d7162e1e" providerId="LiveId" clId="{0F6830A5-18AB-4F1B-8BBB-DA235794CEC1}" dt="2025-12-16T15:50:53.484" v="628"/>
          <ac:inkMkLst>
            <pc:docMk/>
            <pc:sldMk cId="2945143253" sldId="270"/>
            <ac:inkMk id="69" creationId="{A3EDBC17-D2BC-88E8-27C1-9230544ADA28}"/>
          </ac:inkMkLst>
        </pc:inkChg>
        <pc:inkChg chg="add mod">
          <ac:chgData name="Rodica Ioana Lung" userId="64ee56e8d7162e1e" providerId="LiveId" clId="{0F6830A5-18AB-4F1B-8BBB-DA235794CEC1}" dt="2025-12-16T15:50:24.138" v="608"/>
          <ac:inkMkLst>
            <pc:docMk/>
            <pc:sldMk cId="2945143253" sldId="270"/>
            <ac:inkMk id="70" creationId="{AD96D28A-E867-CD48-41AE-797FAF46B4AB}"/>
          </ac:inkMkLst>
        </pc:inkChg>
        <pc:inkChg chg="add mod">
          <ac:chgData name="Rodica Ioana Lung" userId="64ee56e8d7162e1e" providerId="LiveId" clId="{0F6830A5-18AB-4F1B-8BBB-DA235794CEC1}" dt="2025-12-16T15:50:24.138" v="608"/>
          <ac:inkMkLst>
            <pc:docMk/>
            <pc:sldMk cId="2945143253" sldId="270"/>
            <ac:inkMk id="71" creationId="{20E223E1-A321-2CF8-EE9E-8BA46775E323}"/>
          </ac:inkMkLst>
        </pc:inkChg>
        <pc:inkChg chg="add mod">
          <ac:chgData name="Rodica Ioana Lung" userId="64ee56e8d7162e1e" providerId="LiveId" clId="{0F6830A5-18AB-4F1B-8BBB-DA235794CEC1}" dt="2025-12-16T15:50:24.138" v="608"/>
          <ac:inkMkLst>
            <pc:docMk/>
            <pc:sldMk cId="2945143253" sldId="270"/>
            <ac:inkMk id="72" creationId="{C6304D3B-2743-97E9-B27A-638E7ED70A8C}"/>
          </ac:inkMkLst>
        </pc:inkChg>
        <pc:inkChg chg="add mod">
          <ac:chgData name="Rodica Ioana Lung" userId="64ee56e8d7162e1e" providerId="LiveId" clId="{0F6830A5-18AB-4F1B-8BBB-DA235794CEC1}" dt="2025-12-16T15:50:36.172" v="615"/>
          <ac:inkMkLst>
            <pc:docMk/>
            <pc:sldMk cId="2945143253" sldId="270"/>
            <ac:inkMk id="74" creationId="{428E2A69-7829-9DDA-8E2C-471CDF1578D2}"/>
          </ac:inkMkLst>
        </pc:inkChg>
        <pc:inkChg chg="add mod">
          <ac:chgData name="Rodica Ioana Lung" userId="64ee56e8d7162e1e" providerId="LiveId" clId="{0F6830A5-18AB-4F1B-8BBB-DA235794CEC1}" dt="2025-12-16T15:50:36.172" v="615"/>
          <ac:inkMkLst>
            <pc:docMk/>
            <pc:sldMk cId="2945143253" sldId="270"/>
            <ac:inkMk id="75" creationId="{501D2549-4EE3-C6E2-3B3D-89AE36577534}"/>
          </ac:inkMkLst>
        </pc:inkChg>
        <pc:inkChg chg="add">
          <ac:chgData name="Rodica Ioana Lung" userId="64ee56e8d7162e1e" providerId="LiveId" clId="{0F6830A5-18AB-4F1B-8BBB-DA235794CEC1}" dt="2025-12-16T15:50:34.231" v="612" actId="9405"/>
          <ac:inkMkLst>
            <pc:docMk/>
            <pc:sldMk cId="2945143253" sldId="270"/>
            <ac:inkMk id="77" creationId="{3B6473E3-8CEA-14C5-7263-02E16508BE0E}"/>
          </ac:inkMkLst>
        </pc:inkChg>
        <pc:inkChg chg="add">
          <ac:chgData name="Rodica Ioana Lung" userId="64ee56e8d7162e1e" providerId="LiveId" clId="{0F6830A5-18AB-4F1B-8BBB-DA235794CEC1}" dt="2025-12-16T15:50:34.933" v="613" actId="9405"/>
          <ac:inkMkLst>
            <pc:docMk/>
            <pc:sldMk cId="2945143253" sldId="270"/>
            <ac:inkMk id="78" creationId="{CE7D7BE7-A265-4708-043A-81E56378D431}"/>
          </ac:inkMkLst>
        </pc:inkChg>
        <pc:inkChg chg="add mod">
          <ac:chgData name="Rodica Ioana Lung" userId="64ee56e8d7162e1e" providerId="LiveId" clId="{0F6830A5-18AB-4F1B-8BBB-DA235794CEC1}" dt="2025-12-16T15:50:36.172" v="615"/>
          <ac:inkMkLst>
            <pc:docMk/>
            <pc:sldMk cId="2945143253" sldId="270"/>
            <ac:inkMk id="79" creationId="{67613801-9D4D-7131-96F4-9CAAEC8DB47A}"/>
          </ac:inkMkLst>
        </pc:inkChg>
        <pc:inkChg chg="add">
          <ac:chgData name="Rodica Ioana Lung" userId="64ee56e8d7162e1e" providerId="LiveId" clId="{0F6830A5-18AB-4F1B-8BBB-DA235794CEC1}" dt="2025-12-16T15:50:36.909" v="616" actId="9405"/>
          <ac:inkMkLst>
            <pc:docMk/>
            <pc:sldMk cId="2945143253" sldId="270"/>
            <ac:inkMk id="82" creationId="{D5EE45DD-16D0-78ED-FAD3-9192F78B6E92}"/>
          </ac:inkMkLst>
        </pc:inkChg>
        <pc:inkChg chg="add">
          <ac:chgData name="Rodica Ioana Lung" userId="64ee56e8d7162e1e" providerId="LiveId" clId="{0F6830A5-18AB-4F1B-8BBB-DA235794CEC1}" dt="2025-12-16T15:50:37.133" v="617" actId="9405"/>
          <ac:inkMkLst>
            <pc:docMk/>
            <pc:sldMk cId="2945143253" sldId="270"/>
            <ac:inkMk id="83" creationId="{9FF2D31C-1B93-8178-9E58-48D20DFEB830}"/>
          </ac:inkMkLst>
        </pc:inkChg>
        <pc:inkChg chg="add mod">
          <ac:chgData name="Rodica Ioana Lung" userId="64ee56e8d7162e1e" providerId="LiveId" clId="{0F6830A5-18AB-4F1B-8BBB-DA235794CEC1}" dt="2025-12-16T15:50:47.325" v="624"/>
          <ac:inkMkLst>
            <pc:docMk/>
            <pc:sldMk cId="2945143253" sldId="270"/>
            <ac:inkMk id="84" creationId="{E609B0E8-8985-9330-277B-761EDA38D0ED}"/>
          </ac:inkMkLst>
        </pc:inkChg>
        <pc:inkChg chg="add mod">
          <ac:chgData name="Rodica Ioana Lung" userId="64ee56e8d7162e1e" providerId="LiveId" clId="{0F6830A5-18AB-4F1B-8BBB-DA235794CEC1}" dt="2025-12-16T15:50:47.325" v="624"/>
          <ac:inkMkLst>
            <pc:docMk/>
            <pc:sldMk cId="2945143253" sldId="270"/>
            <ac:inkMk id="85" creationId="{B78772E3-17A4-EE88-74F2-8347B377ECDB}"/>
          </ac:inkMkLst>
        </pc:inkChg>
        <pc:inkChg chg="add">
          <ac:chgData name="Rodica Ioana Lung" userId="64ee56e8d7162e1e" providerId="LiveId" clId="{0F6830A5-18AB-4F1B-8BBB-DA235794CEC1}" dt="2025-12-16T15:50:43.407" v="621" actId="9405"/>
          <ac:inkMkLst>
            <pc:docMk/>
            <pc:sldMk cId="2945143253" sldId="270"/>
            <ac:inkMk id="88" creationId="{2E9CD7F7-C27C-3E05-9B44-013450E68A47}"/>
          </ac:inkMkLst>
        </pc:inkChg>
        <pc:inkChg chg="add">
          <ac:chgData name="Rodica Ioana Lung" userId="64ee56e8d7162e1e" providerId="LiveId" clId="{0F6830A5-18AB-4F1B-8BBB-DA235794CEC1}" dt="2025-12-16T15:50:44.477" v="622" actId="9405"/>
          <ac:inkMkLst>
            <pc:docMk/>
            <pc:sldMk cId="2945143253" sldId="270"/>
            <ac:inkMk id="89" creationId="{4B5A0A29-22BB-81B2-87C0-564AE6D15E5D}"/>
          </ac:inkMkLst>
        </pc:inkChg>
        <pc:inkChg chg="add mod">
          <ac:chgData name="Rodica Ioana Lung" userId="64ee56e8d7162e1e" providerId="LiveId" clId="{0F6830A5-18AB-4F1B-8BBB-DA235794CEC1}" dt="2025-12-16T15:50:53.484" v="628"/>
          <ac:inkMkLst>
            <pc:docMk/>
            <pc:sldMk cId="2945143253" sldId="270"/>
            <ac:inkMk id="90" creationId="{54BE282D-6763-B3BC-FCCB-B3A4DF413346}"/>
          </ac:inkMkLst>
        </pc:inkChg>
        <pc:inkChg chg="add">
          <ac:chgData name="Rodica Ioana Lung" userId="64ee56e8d7162e1e" providerId="LiveId" clId="{0F6830A5-18AB-4F1B-8BBB-DA235794CEC1}" dt="2025-12-16T15:50:48.903" v="625" actId="9405"/>
          <ac:inkMkLst>
            <pc:docMk/>
            <pc:sldMk cId="2945143253" sldId="270"/>
            <ac:inkMk id="92" creationId="{D1D86049-13DC-18D4-8345-A74392D7CD5B}"/>
          </ac:inkMkLst>
        </pc:inkChg>
        <pc:inkChg chg="add">
          <ac:chgData name="Rodica Ioana Lung" userId="64ee56e8d7162e1e" providerId="LiveId" clId="{0F6830A5-18AB-4F1B-8BBB-DA235794CEC1}" dt="2025-12-16T15:50:51.417" v="626" actId="9405"/>
          <ac:inkMkLst>
            <pc:docMk/>
            <pc:sldMk cId="2945143253" sldId="270"/>
            <ac:inkMk id="93" creationId="{3303AC63-65BC-468D-2D0E-6661B48198D3}"/>
          </ac:inkMkLst>
        </pc:inkChg>
        <pc:inkChg chg="add">
          <ac:chgData name="Rodica Ioana Lung" userId="64ee56e8d7162e1e" providerId="LiveId" clId="{0F6830A5-18AB-4F1B-8BBB-DA235794CEC1}" dt="2025-12-16T15:50:52.717" v="627" actId="9405"/>
          <ac:inkMkLst>
            <pc:docMk/>
            <pc:sldMk cId="2945143253" sldId="270"/>
            <ac:inkMk id="94" creationId="{E61B1998-AAC0-AAB5-2484-D3F63B7AB9D8}"/>
          </ac:inkMkLst>
        </pc:inkChg>
        <pc:inkChg chg="add mod">
          <ac:chgData name="Rodica Ioana Lung" userId="64ee56e8d7162e1e" providerId="LiveId" clId="{0F6830A5-18AB-4F1B-8BBB-DA235794CEC1}" dt="2025-12-16T15:54:24.283" v="701"/>
          <ac:inkMkLst>
            <pc:docMk/>
            <pc:sldMk cId="2945143253" sldId="270"/>
            <ac:inkMk id="97" creationId="{72BC2A0A-5351-D613-FC12-66D326646D69}"/>
          </ac:inkMkLst>
        </pc:inkChg>
        <pc:inkChg chg="add mod">
          <ac:chgData name="Rodica Ioana Lung" userId="64ee56e8d7162e1e" providerId="LiveId" clId="{0F6830A5-18AB-4F1B-8BBB-DA235794CEC1}" dt="2025-12-16T15:54:24.283" v="701"/>
          <ac:inkMkLst>
            <pc:docMk/>
            <pc:sldMk cId="2945143253" sldId="270"/>
            <ac:inkMk id="98" creationId="{6C21AB95-3008-8C28-7303-9DCEEC703550}"/>
          </ac:inkMkLst>
        </pc:inkChg>
        <pc:inkChg chg="add mod">
          <ac:chgData name="Rodica Ioana Lung" userId="64ee56e8d7162e1e" providerId="LiveId" clId="{0F6830A5-18AB-4F1B-8BBB-DA235794CEC1}" dt="2025-12-16T15:54:25.646" v="704"/>
          <ac:inkMkLst>
            <pc:docMk/>
            <pc:sldMk cId="2945143253" sldId="270"/>
            <ac:inkMk id="100" creationId="{BAF86B19-6BC3-08C9-1C8B-A44EC3197320}"/>
          </ac:inkMkLst>
        </pc:inkChg>
        <pc:inkChg chg="add mod">
          <ac:chgData name="Rodica Ioana Lung" userId="64ee56e8d7162e1e" providerId="LiveId" clId="{0F6830A5-18AB-4F1B-8BBB-DA235794CEC1}" dt="2025-12-16T15:54:25.646" v="704"/>
          <ac:inkMkLst>
            <pc:docMk/>
            <pc:sldMk cId="2945143253" sldId="270"/>
            <ac:inkMk id="101" creationId="{8F1EC834-0631-B080-8149-F21A158FBA18}"/>
          </ac:inkMkLst>
        </pc:inkChg>
      </pc:sldChg>
      <pc:sldChg chg="addSp delSp modSp mod">
        <pc:chgData name="Rodica Ioana Lung" userId="64ee56e8d7162e1e" providerId="LiveId" clId="{0F6830A5-18AB-4F1B-8BBB-DA235794CEC1}" dt="2025-12-16T16:10:09.105" v="1294"/>
        <pc:sldMkLst>
          <pc:docMk/>
          <pc:sldMk cId="2526260835" sldId="272"/>
        </pc:sldMkLst>
        <pc:grpChg chg="del mod">
          <ac:chgData name="Rodica Ioana Lung" userId="64ee56e8d7162e1e" providerId="LiveId" clId="{0F6830A5-18AB-4F1B-8BBB-DA235794CEC1}" dt="2025-12-16T16:08:59.197" v="1263"/>
          <ac:grpSpMkLst>
            <pc:docMk/>
            <pc:sldMk cId="2526260835" sldId="272"/>
            <ac:grpSpMk id="27" creationId="{2F3D7339-5EDC-BCC1-58D5-90DC09C840DA}"/>
          </ac:grpSpMkLst>
        </pc:grpChg>
        <pc:grpChg chg="mod">
          <ac:chgData name="Rodica Ioana Lung" userId="64ee56e8d7162e1e" providerId="LiveId" clId="{0F6830A5-18AB-4F1B-8BBB-DA235794CEC1}" dt="2025-12-16T16:08:59.197" v="1263"/>
          <ac:grpSpMkLst>
            <pc:docMk/>
            <pc:sldMk cId="2526260835" sldId="272"/>
            <ac:grpSpMk id="31" creationId="{9D70DCA2-CAFA-117B-346E-ACFB3F554152}"/>
          </ac:grpSpMkLst>
        </pc:grpChg>
        <pc:grpChg chg="mod">
          <ac:chgData name="Rodica Ioana Lung" userId="64ee56e8d7162e1e" providerId="LiveId" clId="{0F6830A5-18AB-4F1B-8BBB-DA235794CEC1}" dt="2025-12-16T16:09:10.816" v="1268"/>
          <ac:grpSpMkLst>
            <pc:docMk/>
            <pc:sldMk cId="2526260835" sldId="272"/>
            <ac:grpSpMk id="36" creationId="{F606F834-606C-0092-4A4F-98B5348E8687}"/>
          </ac:grpSpMkLst>
        </pc:grpChg>
        <pc:grpChg chg="del mod">
          <ac:chgData name="Rodica Ioana Lung" userId="64ee56e8d7162e1e" providerId="LiveId" clId="{0F6830A5-18AB-4F1B-8BBB-DA235794CEC1}" dt="2025-12-16T16:09:43.155" v="1276"/>
          <ac:grpSpMkLst>
            <pc:docMk/>
            <pc:sldMk cId="2526260835" sldId="272"/>
            <ac:grpSpMk id="39" creationId="{40EB5921-57A7-4A0C-0717-107CAB989063}"/>
          </ac:grpSpMkLst>
        </pc:grpChg>
        <pc:grpChg chg="del mod">
          <ac:chgData name="Rodica Ioana Lung" userId="64ee56e8d7162e1e" providerId="LiveId" clId="{0F6830A5-18AB-4F1B-8BBB-DA235794CEC1}" dt="2025-12-16T16:09:45.233" v="1280"/>
          <ac:grpSpMkLst>
            <pc:docMk/>
            <pc:sldMk cId="2526260835" sldId="272"/>
            <ac:grpSpMk id="44" creationId="{74FA37A8-4016-0A8A-E385-B20D3F651B8E}"/>
          </ac:grpSpMkLst>
        </pc:grpChg>
        <pc:grpChg chg="mod">
          <ac:chgData name="Rodica Ioana Lung" userId="64ee56e8d7162e1e" providerId="LiveId" clId="{0F6830A5-18AB-4F1B-8BBB-DA235794CEC1}" dt="2025-12-16T16:09:45.233" v="1280"/>
          <ac:grpSpMkLst>
            <pc:docMk/>
            <pc:sldMk cId="2526260835" sldId="272"/>
            <ac:grpSpMk id="48" creationId="{59160026-DB2E-3467-57F5-87316588031B}"/>
          </ac:grpSpMkLst>
        </pc:grpChg>
        <pc:grpChg chg="del mod">
          <ac:chgData name="Rodica Ioana Lung" userId="64ee56e8d7162e1e" providerId="LiveId" clId="{0F6830A5-18AB-4F1B-8BBB-DA235794CEC1}" dt="2025-12-16T16:10:07.812" v="1291"/>
          <ac:grpSpMkLst>
            <pc:docMk/>
            <pc:sldMk cId="2526260835" sldId="272"/>
            <ac:grpSpMk id="56" creationId="{3D1E64A8-068D-14AC-B92E-94608F6F2C58}"/>
          </ac:grpSpMkLst>
        </pc:grpChg>
        <pc:grpChg chg="mod">
          <ac:chgData name="Rodica Ioana Lung" userId="64ee56e8d7162e1e" providerId="LiveId" clId="{0F6830A5-18AB-4F1B-8BBB-DA235794CEC1}" dt="2025-12-16T16:10:07.812" v="1291"/>
          <ac:grpSpMkLst>
            <pc:docMk/>
            <pc:sldMk cId="2526260835" sldId="272"/>
            <ac:grpSpMk id="59" creationId="{E9E8C7D3-0433-77B7-6941-59BFE8840989}"/>
          </ac:grpSpMkLst>
        </pc:grpChg>
        <pc:grpChg chg="mod">
          <ac:chgData name="Rodica Ioana Lung" userId="64ee56e8d7162e1e" providerId="LiveId" clId="{0F6830A5-18AB-4F1B-8BBB-DA235794CEC1}" dt="2025-12-16T16:10:09.105" v="1294"/>
          <ac:grpSpMkLst>
            <pc:docMk/>
            <pc:sldMk cId="2526260835" sldId="272"/>
            <ac:grpSpMk id="62" creationId="{63853AD8-348A-D89C-4D64-B6146654E2A7}"/>
          </ac:grpSpMkLst>
        </pc:grpChg>
        <pc:inkChg chg="add">
          <ac:chgData name="Rodica Ioana Lung" userId="64ee56e8d7162e1e" providerId="LiveId" clId="{0F6830A5-18AB-4F1B-8BBB-DA235794CEC1}" dt="2025-12-16T16:08:30.141" v="1238" actId="9405"/>
          <ac:inkMkLst>
            <pc:docMk/>
            <pc:sldMk cId="2526260835" sldId="272"/>
            <ac:inkMk id="4" creationId="{8F09B7DF-E59F-F494-E279-6A0E63B45CC7}"/>
          </ac:inkMkLst>
        </pc:inkChg>
        <pc:inkChg chg="add">
          <ac:chgData name="Rodica Ioana Lung" userId="64ee56e8d7162e1e" providerId="LiveId" clId="{0F6830A5-18AB-4F1B-8BBB-DA235794CEC1}" dt="2025-12-16T16:08:30.589" v="1239" actId="9405"/>
          <ac:inkMkLst>
            <pc:docMk/>
            <pc:sldMk cId="2526260835" sldId="272"/>
            <ac:inkMk id="5" creationId="{F8919D30-24A9-6124-2472-095C975314EB}"/>
          </ac:inkMkLst>
        </pc:inkChg>
        <pc:inkChg chg="add">
          <ac:chgData name="Rodica Ioana Lung" userId="64ee56e8d7162e1e" providerId="LiveId" clId="{0F6830A5-18AB-4F1B-8BBB-DA235794CEC1}" dt="2025-12-16T16:08:31.182" v="1240" actId="9405"/>
          <ac:inkMkLst>
            <pc:docMk/>
            <pc:sldMk cId="2526260835" sldId="272"/>
            <ac:inkMk id="7" creationId="{80F30E3C-56EB-2859-CDE2-E441EB2DBA47}"/>
          </ac:inkMkLst>
        </pc:inkChg>
        <pc:inkChg chg="add">
          <ac:chgData name="Rodica Ioana Lung" userId="64ee56e8d7162e1e" providerId="LiveId" clId="{0F6830A5-18AB-4F1B-8BBB-DA235794CEC1}" dt="2025-12-16T16:08:39.820" v="1241" actId="9405"/>
          <ac:inkMkLst>
            <pc:docMk/>
            <pc:sldMk cId="2526260835" sldId="272"/>
            <ac:inkMk id="8" creationId="{E5C27ADD-DA37-B32D-E701-0458B825E4D9}"/>
          </ac:inkMkLst>
        </pc:inkChg>
        <pc:inkChg chg="add">
          <ac:chgData name="Rodica Ioana Lung" userId="64ee56e8d7162e1e" providerId="LiveId" clId="{0F6830A5-18AB-4F1B-8BBB-DA235794CEC1}" dt="2025-12-16T16:08:40.290" v="1242" actId="9405"/>
          <ac:inkMkLst>
            <pc:docMk/>
            <pc:sldMk cId="2526260835" sldId="272"/>
            <ac:inkMk id="10" creationId="{1BAE45D8-D105-ECC9-680F-A92D0B01F932}"/>
          </ac:inkMkLst>
        </pc:inkChg>
        <pc:inkChg chg="add">
          <ac:chgData name="Rodica Ioana Lung" userId="64ee56e8d7162e1e" providerId="LiveId" clId="{0F6830A5-18AB-4F1B-8BBB-DA235794CEC1}" dt="2025-12-16T16:08:40.724" v="1243" actId="9405"/>
          <ac:inkMkLst>
            <pc:docMk/>
            <pc:sldMk cId="2526260835" sldId="272"/>
            <ac:inkMk id="11" creationId="{2F6370E9-8D33-FE93-8FA0-74BC79203187}"/>
          </ac:inkMkLst>
        </pc:inkChg>
        <pc:inkChg chg="add">
          <ac:chgData name="Rodica Ioana Lung" userId="64ee56e8d7162e1e" providerId="LiveId" clId="{0F6830A5-18AB-4F1B-8BBB-DA235794CEC1}" dt="2025-12-16T16:08:48.175" v="1244" actId="9405"/>
          <ac:inkMkLst>
            <pc:docMk/>
            <pc:sldMk cId="2526260835" sldId="272"/>
            <ac:inkMk id="12" creationId="{00550DB4-0594-150A-67D0-722A00B5C05E}"/>
          </ac:inkMkLst>
        </pc:inkChg>
        <pc:inkChg chg="add mod">
          <ac:chgData name="Rodica Ioana Lung" userId="64ee56e8d7162e1e" providerId="LiveId" clId="{0F6830A5-18AB-4F1B-8BBB-DA235794CEC1}" dt="2025-12-16T16:08:59.197" v="1263"/>
          <ac:inkMkLst>
            <pc:docMk/>
            <pc:sldMk cId="2526260835" sldId="272"/>
            <ac:inkMk id="13" creationId="{F856277D-C93D-BC55-5188-7EBFBAA6537C}"/>
          </ac:inkMkLst>
        </pc:inkChg>
        <pc:inkChg chg="add">
          <ac:chgData name="Rodica Ioana Lung" userId="64ee56e8d7162e1e" providerId="LiveId" clId="{0F6830A5-18AB-4F1B-8BBB-DA235794CEC1}" dt="2025-12-16T16:08:52.387" v="1246" actId="9405"/>
          <ac:inkMkLst>
            <pc:docMk/>
            <pc:sldMk cId="2526260835" sldId="272"/>
            <ac:inkMk id="14" creationId="{E6D084E4-970B-BEE7-5597-7EEBFB72AC04}"/>
          </ac:inkMkLst>
        </pc:inkChg>
        <pc:inkChg chg="add mod">
          <ac:chgData name="Rodica Ioana Lung" userId="64ee56e8d7162e1e" providerId="LiveId" clId="{0F6830A5-18AB-4F1B-8BBB-DA235794CEC1}" dt="2025-12-16T16:08:56.690" v="1259"/>
          <ac:inkMkLst>
            <pc:docMk/>
            <pc:sldMk cId="2526260835" sldId="272"/>
            <ac:inkMk id="15" creationId="{2A7EADDE-3DC4-E53B-F3DC-15C828DA6CDD}"/>
          </ac:inkMkLst>
        </pc:inkChg>
        <pc:inkChg chg="add mod">
          <ac:chgData name="Rodica Ioana Lung" userId="64ee56e8d7162e1e" providerId="LiveId" clId="{0F6830A5-18AB-4F1B-8BBB-DA235794CEC1}" dt="2025-12-16T16:08:59.197" v="1263"/>
          <ac:inkMkLst>
            <pc:docMk/>
            <pc:sldMk cId="2526260835" sldId="272"/>
            <ac:inkMk id="16" creationId="{71302675-ABF1-73ED-2FE6-414AFA8DB709}"/>
          </ac:inkMkLst>
        </pc:inkChg>
        <pc:inkChg chg="add mod">
          <ac:chgData name="Rodica Ioana Lung" userId="64ee56e8d7162e1e" providerId="LiveId" clId="{0F6830A5-18AB-4F1B-8BBB-DA235794CEC1}" dt="2025-12-16T16:08:56.690" v="1259"/>
          <ac:inkMkLst>
            <pc:docMk/>
            <pc:sldMk cId="2526260835" sldId="272"/>
            <ac:inkMk id="17" creationId="{667782A2-DF2A-7718-334B-6EC48E4DAD73}"/>
          </ac:inkMkLst>
        </pc:inkChg>
        <pc:inkChg chg="add mod">
          <ac:chgData name="Rodica Ioana Lung" userId="64ee56e8d7162e1e" providerId="LiveId" clId="{0F6830A5-18AB-4F1B-8BBB-DA235794CEC1}" dt="2025-12-16T16:08:56.690" v="1259"/>
          <ac:inkMkLst>
            <pc:docMk/>
            <pc:sldMk cId="2526260835" sldId="272"/>
            <ac:inkMk id="18" creationId="{30471367-2FD3-4A9F-336D-1415ACF487A6}"/>
          </ac:inkMkLst>
        </pc:inkChg>
        <pc:inkChg chg="add mod">
          <ac:chgData name="Rodica Ioana Lung" userId="64ee56e8d7162e1e" providerId="LiveId" clId="{0F6830A5-18AB-4F1B-8BBB-DA235794CEC1}" dt="2025-12-16T16:08:56.690" v="1259"/>
          <ac:inkMkLst>
            <pc:docMk/>
            <pc:sldMk cId="2526260835" sldId="272"/>
            <ac:inkMk id="19" creationId="{12145739-4296-45ED-1E26-CFA2354C1D57}"/>
          </ac:inkMkLst>
        </pc:inkChg>
        <pc:inkChg chg="add mod">
          <ac:chgData name="Rodica Ioana Lung" userId="64ee56e8d7162e1e" providerId="LiveId" clId="{0F6830A5-18AB-4F1B-8BBB-DA235794CEC1}" dt="2025-12-16T16:08:59.197" v="1263"/>
          <ac:inkMkLst>
            <pc:docMk/>
            <pc:sldMk cId="2526260835" sldId="272"/>
            <ac:inkMk id="20" creationId="{D9BA50CB-980D-8A45-7D5C-1D8F198D18B5}"/>
          </ac:inkMkLst>
        </pc:inkChg>
        <pc:inkChg chg="add mod">
          <ac:chgData name="Rodica Ioana Lung" userId="64ee56e8d7162e1e" providerId="LiveId" clId="{0F6830A5-18AB-4F1B-8BBB-DA235794CEC1}" dt="2025-12-16T16:08:56.690" v="1259"/>
          <ac:inkMkLst>
            <pc:docMk/>
            <pc:sldMk cId="2526260835" sldId="272"/>
            <ac:inkMk id="21" creationId="{4C4AED81-3484-C4E3-6971-5CC33A644324}"/>
          </ac:inkMkLst>
        </pc:inkChg>
        <pc:inkChg chg="add mod">
          <ac:chgData name="Rodica Ioana Lung" userId="64ee56e8d7162e1e" providerId="LiveId" clId="{0F6830A5-18AB-4F1B-8BBB-DA235794CEC1}" dt="2025-12-16T16:08:56.690" v="1259"/>
          <ac:inkMkLst>
            <pc:docMk/>
            <pc:sldMk cId="2526260835" sldId="272"/>
            <ac:inkMk id="22" creationId="{D2B8220C-0EFC-1CFB-C418-89228316F84F}"/>
          </ac:inkMkLst>
        </pc:inkChg>
        <pc:inkChg chg="add mod">
          <ac:chgData name="Rodica Ioana Lung" userId="64ee56e8d7162e1e" providerId="LiveId" clId="{0F6830A5-18AB-4F1B-8BBB-DA235794CEC1}" dt="2025-12-16T16:08:59.197" v="1263"/>
          <ac:inkMkLst>
            <pc:docMk/>
            <pc:sldMk cId="2526260835" sldId="272"/>
            <ac:inkMk id="23" creationId="{BF506BC6-D371-FA96-4B3B-01C2DA8ED1DF}"/>
          </ac:inkMkLst>
        </pc:inkChg>
        <pc:inkChg chg="add">
          <ac:chgData name="Rodica Ioana Lung" userId="64ee56e8d7162e1e" providerId="LiveId" clId="{0F6830A5-18AB-4F1B-8BBB-DA235794CEC1}" dt="2025-12-16T16:08:55.604" v="1256" actId="9405"/>
          <ac:inkMkLst>
            <pc:docMk/>
            <pc:sldMk cId="2526260835" sldId="272"/>
            <ac:inkMk id="24" creationId="{47D18D38-9127-608D-D518-BCA3197A397D}"/>
          </ac:inkMkLst>
        </pc:inkChg>
        <pc:inkChg chg="add mod">
          <ac:chgData name="Rodica Ioana Lung" userId="64ee56e8d7162e1e" providerId="LiveId" clId="{0F6830A5-18AB-4F1B-8BBB-DA235794CEC1}" dt="2025-12-16T16:08:59.197" v="1263"/>
          <ac:inkMkLst>
            <pc:docMk/>
            <pc:sldMk cId="2526260835" sldId="272"/>
            <ac:inkMk id="25" creationId="{51F54667-AED9-2CE9-2D71-9F28CB4FCFB9}"/>
          </ac:inkMkLst>
        </pc:inkChg>
        <pc:inkChg chg="add mod">
          <ac:chgData name="Rodica Ioana Lung" userId="64ee56e8d7162e1e" providerId="LiveId" clId="{0F6830A5-18AB-4F1B-8BBB-DA235794CEC1}" dt="2025-12-16T16:08:56.690" v="1259"/>
          <ac:inkMkLst>
            <pc:docMk/>
            <pc:sldMk cId="2526260835" sldId="272"/>
            <ac:inkMk id="26" creationId="{0FFAE1F7-C9E4-211D-564F-6482B0865832}"/>
          </ac:inkMkLst>
        </pc:inkChg>
        <pc:inkChg chg="add mod">
          <ac:chgData name="Rodica Ioana Lung" userId="64ee56e8d7162e1e" providerId="LiveId" clId="{0F6830A5-18AB-4F1B-8BBB-DA235794CEC1}" dt="2025-12-16T16:08:59.197" v="1263"/>
          <ac:inkMkLst>
            <pc:docMk/>
            <pc:sldMk cId="2526260835" sldId="272"/>
            <ac:inkMk id="28" creationId="{B6D55ED5-EC97-0002-3A2F-0DE19243DA99}"/>
          </ac:inkMkLst>
        </pc:inkChg>
        <pc:inkChg chg="add mod">
          <ac:chgData name="Rodica Ioana Lung" userId="64ee56e8d7162e1e" providerId="LiveId" clId="{0F6830A5-18AB-4F1B-8BBB-DA235794CEC1}" dt="2025-12-16T16:08:59.197" v="1263"/>
          <ac:inkMkLst>
            <pc:docMk/>
            <pc:sldMk cId="2526260835" sldId="272"/>
            <ac:inkMk id="29" creationId="{28870CF7-B4A3-2F18-04E8-5D7F7759D9A8}"/>
          </ac:inkMkLst>
        </pc:inkChg>
        <pc:inkChg chg="add mod">
          <ac:chgData name="Rodica Ioana Lung" userId="64ee56e8d7162e1e" providerId="LiveId" clId="{0F6830A5-18AB-4F1B-8BBB-DA235794CEC1}" dt="2025-12-16T16:08:59.197" v="1263"/>
          <ac:inkMkLst>
            <pc:docMk/>
            <pc:sldMk cId="2526260835" sldId="272"/>
            <ac:inkMk id="30" creationId="{A6F27BBB-768E-C32D-D1BB-B21AFF916BEC}"/>
          </ac:inkMkLst>
        </pc:inkChg>
        <pc:inkChg chg="add mod">
          <ac:chgData name="Rodica Ioana Lung" userId="64ee56e8d7162e1e" providerId="LiveId" clId="{0F6830A5-18AB-4F1B-8BBB-DA235794CEC1}" dt="2025-12-16T16:09:10.816" v="1268"/>
          <ac:inkMkLst>
            <pc:docMk/>
            <pc:sldMk cId="2526260835" sldId="272"/>
            <ac:inkMk id="32" creationId="{0BE568F0-B3A5-BAEF-472E-3DC73B5DC7FB}"/>
          </ac:inkMkLst>
        </pc:inkChg>
        <pc:inkChg chg="add mod">
          <ac:chgData name="Rodica Ioana Lung" userId="64ee56e8d7162e1e" providerId="LiveId" clId="{0F6830A5-18AB-4F1B-8BBB-DA235794CEC1}" dt="2025-12-16T16:09:10.816" v="1268"/>
          <ac:inkMkLst>
            <pc:docMk/>
            <pc:sldMk cId="2526260835" sldId="272"/>
            <ac:inkMk id="33" creationId="{523646FB-136C-CC52-410C-64EFBA4F2360}"/>
          </ac:inkMkLst>
        </pc:inkChg>
        <pc:inkChg chg="add">
          <ac:chgData name="Rodica Ioana Lung" userId="64ee56e8d7162e1e" providerId="LiveId" clId="{0F6830A5-18AB-4F1B-8BBB-DA235794CEC1}" dt="2025-12-16T16:09:09.553" v="1266" actId="9405"/>
          <ac:inkMkLst>
            <pc:docMk/>
            <pc:sldMk cId="2526260835" sldId="272"/>
            <ac:inkMk id="34" creationId="{6CA4B3A5-AE87-D580-FE8A-104CA7D93921}"/>
          </ac:inkMkLst>
        </pc:inkChg>
        <pc:inkChg chg="add">
          <ac:chgData name="Rodica Ioana Lung" userId="64ee56e8d7162e1e" providerId="LiveId" clId="{0F6830A5-18AB-4F1B-8BBB-DA235794CEC1}" dt="2025-12-16T16:09:10.082" v="1267" actId="9405"/>
          <ac:inkMkLst>
            <pc:docMk/>
            <pc:sldMk cId="2526260835" sldId="272"/>
            <ac:inkMk id="35" creationId="{645E146D-0325-D297-4AA7-33FF8CB01EBB}"/>
          </ac:inkMkLst>
        </pc:inkChg>
        <pc:inkChg chg="add mod">
          <ac:chgData name="Rodica Ioana Lung" userId="64ee56e8d7162e1e" providerId="LiveId" clId="{0F6830A5-18AB-4F1B-8BBB-DA235794CEC1}" dt="2025-12-16T16:09:45.233" v="1280"/>
          <ac:inkMkLst>
            <pc:docMk/>
            <pc:sldMk cId="2526260835" sldId="272"/>
            <ac:inkMk id="37" creationId="{801DB876-CC10-5D65-281D-3F199AABBC2F}"/>
          </ac:inkMkLst>
        </pc:inkChg>
        <pc:inkChg chg="add mod">
          <ac:chgData name="Rodica Ioana Lung" userId="64ee56e8d7162e1e" providerId="LiveId" clId="{0F6830A5-18AB-4F1B-8BBB-DA235794CEC1}" dt="2025-12-16T16:09:45.233" v="1280"/>
          <ac:inkMkLst>
            <pc:docMk/>
            <pc:sldMk cId="2526260835" sldId="272"/>
            <ac:inkMk id="38" creationId="{C5075229-86DD-FF5E-240B-10ECA2F47F20}"/>
          </ac:inkMkLst>
        </pc:inkChg>
        <pc:inkChg chg="add">
          <ac:chgData name="Rodica Ioana Lung" userId="64ee56e8d7162e1e" providerId="LiveId" clId="{0F6830A5-18AB-4F1B-8BBB-DA235794CEC1}" dt="2025-12-16T16:09:32.728" v="1272" actId="9405"/>
          <ac:inkMkLst>
            <pc:docMk/>
            <pc:sldMk cId="2526260835" sldId="272"/>
            <ac:inkMk id="40" creationId="{3E1EF163-4700-6E52-481A-E6F39DAE7E64}"/>
          </ac:inkMkLst>
        </pc:inkChg>
        <pc:inkChg chg="add">
          <ac:chgData name="Rodica Ioana Lung" userId="64ee56e8d7162e1e" providerId="LiveId" clId="{0F6830A5-18AB-4F1B-8BBB-DA235794CEC1}" dt="2025-12-16T16:09:39.781" v="1273" actId="9405"/>
          <ac:inkMkLst>
            <pc:docMk/>
            <pc:sldMk cId="2526260835" sldId="272"/>
            <ac:inkMk id="41" creationId="{219D5E8E-FBBD-B50B-5EC4-B032E05564EB}"/>
          </ac:inkMkLst>
        </pc:inkChg>
        <pc:inkChg chg="add mod">
          <ac:chgData name="Rodica Ioana Lung" userId="64ee56e8d7162e1e" providerId="LiveId" clId="{0F6830A5-18AB-4F1B-8BBB-DA235794CEC1}" dt="2025-12-16T16:09:45.233" v="1280"/>
          <ac:inkMkLst>
            <pc:docMk/>
            <pc:sldMk cId="2526260835" sldId="272"/>
            <ac:inkMk id="42" creationId="{B815C013-ECBC-3FA2-6F18-64DEB6AE9400}"/>
          </ac:inkMkLst>
        </pc:inkChg>
        <pc:inkChg chg="add mod">
          <ac:chgData name="Rodica Ioana Lung" userId="64ee56e8d7162e1e" providerId="LiveId" clId="{0F6830A5-18AB-4F1B-8BBB-DA235794CEC1}" dt="2025-12-16T16:09:45.233" v="1280"/>
          <ac:inkMkLst>
            <pc:docMk/>
            <pc:sldMk cId="2526260835" sldId="272"/>
            <ac:inkMk id="43" creationId="{F45A150A-4533-29C4-8D07-07548A401345}"/>
          </ac:inkMkLst>
        </pc:inkChg>
        <pc:inkChg chg="add">
          <ac:chgData name="Rodica Ioana Lung" userId="64ee56e8d7162e1e" providerId="LiveId" clId="{0F6830A5-18AB-4F1B-8BBB-DA235794CEC1}" dt="2025-12-16T16:09:43.787" v="1277" actId="9405"/>
          <ac:inkMkLst>
            <pc:docMk/>
            <pc:sldMk cId="2526260835" sldId="272"/>
            <ac:inkMk id="45" creationId="{0D9AB1DA-FFF3-841D-A604-E901AA419FC6}"/>
          </ac:inkMkLst>
        </pc:inkChg>
        <pc:inkChg chg="add mod">
          <ac:chgData name="Rodica Ioana Lung" userId="64ee56e8d7162e1e" providerId="LiveId" clId="{0F6830A5-18AB-4F1B-8BBB-DA235794CEC1}" dt="2025-12-16T16:09:45.233" v="1280"/>
          <ac:inkMkLst>
            <pc:docMk/>
            <pc:sldMk cId="2526260835" sldId="272"/>
            <ac:inkMk id="46" creationId="{DFEE234D-36FD-64B8-4D4A-C4D8D97C32E7}"/>
          </ac:inkMkLst>
        </pc:inkChg>
        <pc:inkChg chg="add mod">
          <ac:chgData name="Rodica Ioana Lung" userId="64ee56e8d7162e1e" providerId="LiveId" clId="{0F6830A5-18AB-4F1B-8BBB-DA235794CEC1}" dt="2025-12-16T16:09:45.233" v="1280"/>
          <ac:inkMkLst>
            <pc:docMk/>
            <pc:sldMk cId="2526260835" sldId="272"/>
            <ac:inkMk id="47" creationId="{2907DDD1-19B5-B7FE-571C-5C9601BFA453}"/>
          </ac:inkMkLst>
        </pc:inkChg>
        <pc:inkChg chg="add">
          <ac:chgData name="Rodica Ioana Lung" userId="64ee56e8d7162e1e" providerId="LiveId" clId="{0F6830A5-18AB-4F1B-8BBB-DA235794CEC1}" dt="2025-12-16T16:09:46.896" v="1281" actId="9405"/>
          <ac:inkMkLst>
            <pc:docMk/>
            <pc:sldMk cId="2526260835" sldId="272"/>
            <ac:inkMk id="49" creationId="{7243C0B0-F76D-7AE7-169D-06CCB6AE7F77}"/>
          </ac:inkMkLst>
        </pc:inkChg>
        <pc:inkChg chg="add">
          <ac:chgData name="Rodica Ioana Lung" userId="64ee56e8d7162e1e" providerId="LiveId" clId="{0F6830A5-18AB-4F1B-8BBB-DA235794CEC1}" dt="2025-12-16T16:09:47.488" v="1282" actId="9405"/>
          <ac:inkMkLst>
            <pc:docMk/>
            <pc:sldMk cId="2526260835" sldId="272"/>
            <ac:inkMk id="50" creationId="{11166C67-5DDC-AF9A-6575-F7562D4641D2}"/>
          </ac:inkMkLst>
        </pc:inkChg>
        <pc:inkChg chg="add">
          <ac:chgData name="Rodica Ioana Lung" userId="64ee56e8d7162e1e" providerId="LiveId" clId="{0F6830A5-18AB-4F1B-8BBB-DA235794CEC1}" dt="2025-12-16T16:09:49.964" v="1283" actId="9405"/>
          <ac:inkMkLst>
            <pc:docMk/>
            <pc:sldMk cId="2526260835" sldId="272"/>
            <ac:inkMk id="51" creationId="{3393BC7E-F198-59C4-1290-E43EEB8897C2}"/>
          </ac:inkMkLst>
        </pc:inkChg>
        <pc:inkChg chg="add">
          <ac:chgData name="Rodica Ioana Lung" userId="64ee56e8d7162e1e" providerId="LiveId" clId="{0F6830A5-18AB-4F1B-8BBB-DA235794CEC1}" dt="2025-12-16T16:09:57.503" v="1284" actId="9405"/>
          <ac:inkMkLst>
            <pc:docMk/>
            <pc:sldMk cId="2526260835" sldId="272"/>
            <ac:inkMk id="52" creationId="{6F019592-F259-5468-B492-10F6DADC4968}"/>
          </ac:inkMkLst>
        </pc:inkChg>
        <pc:inkChg chg="add mod">
          <ac:chgData name="Rodica Ioana Lung" userId="64ee56e8d7162e1e" providerId="LiveId" clId="{0F6830A5-18AB-4F1B-8BBB-DA235794CEC1}" dt="2025-12-16T16:10:07.812" v="1291"/>
          <ac:inkMkLst>
            <pc:docMk/>
            <pc:sldMk cId="2526260835" sldId="272"/>
            <ac:inkMk id="53" creationId="{9BEBE53C-DC8A-6D2B-5974-42DDFD32CE99}"/>
          </ac:inkMkLst>
        </pc:inkChg>
        <pc:inkChg chg="add mod">
          <ac:chgData name="Rodica Ioana Lung" userId="64ee56e8d7162e1e" providerId="LiveId" clId="{0F6830A5-18AB-4F1B-8BBB-DA235794CEC1}" dt="2025-12-16T16:10:07.812" v="1291"/>
          <ac:inkMkLst>
            <pc:docMk/>
            <pc:sldMk cId="2526260835" sldId="272"/>
            <ac:inkMk id="54" creationId="{16F20069-F275-9BD3-ECC7-07BAE68FFD8B}"/>
          </ac:inkMkLst>
        </pc:inkChg>
        <pc:inkChg chg="add mod">
          <ac:chgData name="Rodica Ioana Lung" userId="64ee56e8d7162e1e" providerId="LiveId" clId="{0F6830A5-18AB-4F1B-8BBB-DA235794CEC1}" dt="2025-12-16T16:10:07.812" v="1291"/>
          <ac:inkMkLst>
            <pc:docMk/>
            <pc:sldMk cId="2526260835" sldId="272"/>
            <ac:inkMk id="55" creationId="{251D5C77-3E18-E9CD-E2DF-F01B09A0D441}"/>
          </ac:inkMkLst>
        </pc:inkChg>
        <pc:inkChg chg="add mod">
          <ac:chgData name="Rodica Ioana Lung" userId="64ee56e8d7162e1e" providerId="LiveId" clId="{0F6830A5-18AB-4F1B-8BBB-DA235794CEC1}" dt="2025-12-16T16:10:07.812" v="1291"/>
          <ac:inkMkLst>
            <pc:docMk/>
            <pc:sldMk cId="2526260835" sldId="272"/>
            <ac:inkMk id="57" creationId="{4284AA2F-DF45-A0C7-5C6B-9F3F58DA3AA8}"/>
          </ac:inkMkLst>
        </pc:inkChg>
        <pc:inkChg chg="add mod">
          <ac:chgData name="Rodica Ioana Lung" userId="64ee56e8d7162e1e" providerId="LiveId" clId="{0F6830A5-18AB-4F1B-8BBB-DA235794CEC1}" dt="2025-12-16T16:10:07.812" v="1291"/>
          <ac:inkMkLst>
            <pc:docMk/>
            <pc:sldMk cId="2526260835" sldId="272"/>
            <ac:inkMk id="58" creationId="{DF4D71CE-88EF-57FC-849E-793728FE9E24}"/>
          </ac:inkMkLst>
        </pc:inkChg>
        <pc:inkChg chg="add mod">
          <ac:chgData name="Rodica Ioana Lung" userId="64ee56e8d7162e1e" providerId="LiveId" clId="{0F6830A5-18AB-4F1B-8BBB-DA235794CEC1}" dt="2025-12-16T16:10:09.105" v="1294"/>
          <ac:inkMkLst>
            <pc:docMk/>
            <pc:sldMk cId="2526260835" sldId="272"/>
            <ac:inkMk id="60" creationId="{B2B3E99B-D0D7-2506-9573-7BA34612E81C}"/>
          </ac:inkMkLst>
        </pc:inkChg>
        <pc:inkChg chg="add mod">
          <ac:chgData name="Rodica Ioana Lung" userId="64ee56e8d7162e1e" providerId="LiveId" clId="{0F6830A5-18AB-4F1B-8BBB-DA235794CEC1}" dt="2025-12-16T16:10:09.105" v="1294"/>
          <ac:inkMkLst>
            <pc:docMk/>
            <pc:sldMk cId="2526260835" sldId="272"/>
            <ac:inkMk id="61" creationId="{A2F0AB1A-8810-6790-01B7-9F0E50067409}"/>
          </ac:inkMkLst>
        </pc:inkChg>
      </pc:sldChg>
      <pc:sldChg chg="addSp delSp modSp mod">
        <pc:chgData name="Rodica Ioana Lung" userId="64ee56e8d7162e1e" providerId="LiveId" clId="{0F6830A5-18AB-4F1B-8BBB-DA235794CEC1}" dt="2025-12-16T15:41:10.894" v="313"/>
        <pc:sldMkLst>
          <pc:docMk/>
          <pc:sldMk cId="3099830041" sldId="274"/>
        </pc:sldMkLst>
        <pc:grpChg chg="del mod">
          <ac:chgData name="Rodica Ioana Lung" userId="64ee56e8d7162e1e" providerId="LiveId" clId="{0F6830A5-18AB-4F1B-8BBB-DA235794CEC1}" dt="2025-12-16T15:33:30.264" v="82"/>
          <ac:grpSpMkLst>
            <pc:docMk/>
            <pc:sldMk cId="3099830041" sldId="274"/>
            <ac:grpSpMk id="17" creationId="{11E47483-3E18-35D1-EB12-74A643BC42F8}"/>
          </ac:grpSpMkLst>
        </pc:grpChg>
        <pc:grpChg chg="del mod">
          <ac:chgData name="Rodica Ioana Lung" userId="64ee56e8d7162e1e" providerId="LiveId" clId="{0F6830A5-18AB-4F1B-8BBB-DA235794CEC1}" dt="2025-12-16T15:33:31.408" v="84"/>
          <ac:grpSpMkLst>
            <pc:docMk/>
            <pc:sldMk cId="3099830041" sldId="274"/>
            <ac:grpSpMk id="19" creationId="{2491B188-BC6C-3D3E-AEFE-5C531FC03627}"/>
          </ac:grpSpMkLst>
        </pc:grpChg>
        <pc:grpChg chg="del mod">
          <ac:chgData name="Rodica Ioana Lung" userId="64ee56e8d7162e1e" providerId="LiveId" clId="{0F6830A5-18AB-4F1B-8BBB-DA235794CEC1}" dt="2025-12-16T15:33:34.573" v="88"/>
          <ac:grpSpMkLst>
            <pc:docMk/>
            <pc:sldMk cId="3099830041" sldId="274"/>
            <ac:grpSpMk id="21" creationId="{27457B5A-8040-DC01-5FAB-F70F136F256A}"/>
          </ac:grpSpMkLst>
        </pc:grpChg>
        <pc:grpChg chg="del mod">
          <ac:chgData name="Rodica Ioana Lung" userId="64ee56e8d7162e1e" providerId="LiveId" clId="{0F6830A5-18AB-4F1B-8BBB-DA235794CEC1}" dt="2025-12-16T15:34:16.156" v="123"/>
          <ac:grpSpMkLst>
            <pc:docMk/>
            <pc:sldMk cId="3099830041" sldId="274"/>
            <ac:grpSpMk id="25" creationId="{37103F02-08A5-F13C-3A68-3A0CEA568ADD}"/>
          </ac:grpSpMkLst>
        </pc:grpChg>
        <pc:grpChg chg="del mod">
          <ac:chgData name="Rodica Ioana Lung" userId="64ee56e8d7162e1e" providerId="LiveId" clId="{0F6830A5-18AB-4F1B-8BBB-DA235794CEC1}" dt="2025-12-16T15:33:49.263" v="96"/>
          <ac:grpSpMkLst>
            <pc:docMk/>
            <pc:sldMk cId="3099830041" sldId="274"/>
            <ac:grpSpMk id="28" creationId="{E67318CF-518D-7FF5-1B2E-F8BE3E4B093A}"/>
          </ac:grpSpMkLst>
        </pc:grpChg>
        <pc:grpChg chg="del mod">
          <ac:chgData name="Rodica Ioana Lung" userId="64ee56e8d7162e1e" providerId="LiveId" clId="{0F6830A5-18AB-4F1B-8BBB-DA235794CEC1}" dt="2025-12-16T15:34:10.712" v="110"/>
          <ac:grpSpMkLst>
            <pc:docMk/>
            <pc:sldMk cId="3099830041" sldId="274"/>
            <ac:grpSpMk id="33" creationId="{36018733-E37A-E070-973A-5E34DE1DD13F}"/>
          </ac:grpSpMkLst>
        </pc:grpChg>
        <pc:grpChg chg="del mod">
          <ac:chgData name="Rodica Ioana Lung" userId="64ee56e8d7162e1e" providerId="LiveId" clId="{0F6830A5-18AB-4F1B-8BBB-DA235794CEC1}" dt="2025-12-16T15:34:00.570" v="105"/>
          <ac:grpSpMkLst>
            <pc:docMk/>
            <pc:sldMk cId="3099830041" sldId="274"/>
            <ac:grpSpMk id="42" creationId="{2E509D10-258F-FAFD-CE97-C713EB396052}"/>
          </ac:grpSpMkLst>
        </pc:grpChg>
        <pc:grpChg chg="del mod">
          <ac:chgData name="Rodica Ioana Lung" userId="64ee56e8d7162e1e" providerId="LiveId" clId="{0F6830A5-18AB-4F1B-8BBB-DA235794CEC1}" dt="2025-12-16T15:36:54.490" v="143"/>
          <ac:grpSpMkLst>
            <pc:docMk/>
            <pc:sldMk cId="3099830041" sldId="274"/>
            <ac:grpSpMk id="43" creationId="{66CAEF6C-4417-C20A-A259-314DC0FDFFC1}"/>
          </ac:grpSpMkLst>
        </pc:grpChg>
        <pc:grpChg chg="del mod">
          <ac:chgData name="Rodica Ioana Lung" userId="64ee56e8d7162e1e" providerId="LiveId" clId="{0F6830A5-18AB-4F1B-8BBB-DA235794CEC1}" dt="2025-12-16T15:36:54.490" v="143"/>
          <ac:grpSpMkLst>
            <pc:docMk/>
            <pc:sldMk cId="3099830041" sldId="274"/>
            <ac:grpSpMk id="46" creationId="{99472455-A23D-C7FD-2F20-4CBB40FB8081}"/>
          </ac:grpSpMkLst>
        </pc:grpChg>
        <pc:grpChg chg="del mod">
          <ac:chgData name="Rodica Ioana Lung" userId="64ee56e8d7162e1e" providerId="LiveId" clId="{0F6830A5-18AB-4F1B-8BBB-DA235794CEC1}" dt="2025-12-16T15:34:30.059" v="140"/>
          <ac:grpSpMkLst>
            <pc:docMk/>
            <pc:sldMk cId="3099830041" sldId="274"/>
            <ac:grpSpMk id="50" creationId="{94A2AA06-8257-5616-E7DF-D27443DB201F}"/>
          </ac:grpSpMkLst>
        </pc:grpChg>
        <pc:grpChg chg="del mod">
          <ac:chgData name="Rodica Ioana Lung" userId="64ee56e8d7162e1e" providerId="LiveId" clId="{0F6830A5-18AB-4F1B-8BBB-DA235794CEC1}" dt="2025-12-16T15:36:54.490" v="143"/>
          <ac:grpSpMkLst>
            <pc:docMk/>
            <pc:sldMk cId="3099830041" sldId="274"/>
            <ac:grpSpMk id="55" creationId="{316804E1-68B9-6F89-FB00-087C9DE01D09}"/>
          </ac:grpSpMkLst>
        </pc:grpChg>
        <pc:grpChg chg="mod">
          <ac:chgData name="Rodica Ioana Lung" userId="64ee56e8d7162e1e" providerId="LiveId" clId="{0F6830A5-18AB-4F1B-8BBB-DA235794CEC1}" dt="2025-12-16T15:38:25.816" v="193"/>
          <ac:grpSpMkLst>
            <pc:docMk/>
            <pc:sldMk cId="3099830041" sldId="274"/>
            <ac:grpSpMk id="58" creationId="{AF694C64-A4F1-4043-8D10-068D92F30235}"/>
          </ac:grpSpMkLst>
        </pc:grpChg>
        <pc:grpChg chg="del mod">
          <ac:chgData name="Rodica Ioana Lung" userId="64ee56e8d7162e1e" providerId="LiveId" clId="{0F6830A5-18AB-4F1B-8BBB-DA235794CEC1}" dt="2025-12-16T15:37:22.049" v="158"/>
          <ac:grpSpMkLst>
            <pc:docMk/>
            <pc:sldMk cId="3099830041" sldId="274"/>
            <ac:grpSpMk id="63" creationId="{065F1576-38FD-7F8C-5B3F-0A4A64707795}"/>
          </ac:grpSpMkLst>
        </pc:grpChg>
        <pc:grpChg chg="del mod">
          <ac:chgData name="Rodica Ioana Lung" userId="64ee56e8d7162e1e" providerId="LiveId" clId="{0F6830A5-18AB-4F1B-8BBB-DA235794CEC1}" dt="2025-12-16T15:37:22.049" v="158"/>
          <ac:grpSpMkLst>
            <pc:docMk/>
            <pc:sldMk cId="3099830041" sldId="274"/>
            <ac:grpSpMk id="68" creationId="{E2B0F9D5-26A6-D1ED-C556-3808BCE3245C}"/>
          </ac:grpSpMkLst>
        </pc:grpChg>
        <pc:grpChg chg="del mod">
          <ac:chgData name="Rodica Ioana Lung" userId="64ee56e8d7162e1e" providerId="LiveId" clId="{0F6830A5-18AB-4F1B-8BBB-DA235794CEC1}" dt="2025-12-16T15:37:40.459" v="173"/>
          <ac:grpSpMkLst>
            <pc:docMk/>
            <pc:sldMk cId="3099830041" sldId="274"/>
            <ac:grpSpMk id="73" creationId="{83BED064-D6E6-7255-4D92-B0FC420B6F22}"/>
          </ac:grpSpMkLst>
        </pc:grpChg>
        <pc:grpChg chg="mod">
          <ac:chgData name="Rodica Ioana Lung" userId="64ee56e8d7162e1e" providerId="LiveId" clId="{0F6830A5-18AB-4F1B-8BBB-DA235794CEC1}" dt="2025-12-16T15:37:31.096" v="163"/>
          <ac:grpSpMkLst>
            <pc:docMk/>
            <pc:sldMk cId="3099830041" sldId="274"/>
            <ac:grpSpMk id="78" creationId="{DB42D225-AF2D-4E2A-6313-55D784AD2D1C}"/>
          </ac:grpSpMkLst>
        </pc:grpChg>
        <pc:grpChg chg="del mod">
          <ac:chgData name="Rodica Ioana Lung" userId="64ee56e8d7162e1e" providerId="LiveId" clId="{0F6830A5-18AB-4F1B-8BBB-DA235794CEC1}" dt="2025-12-16T15:41:10.894" v="313"/>
          <ac:grpSpMkLst>
            <pc:docMk/>
            <pc:sldMk cId="3099830041" sldId="274"/>
            <ac:grpSpMk id="83" creationId="{FC9EE2E2-F051-5A64-5D03-F34B288FE380}"/>
          </ac:grpSpMkLst>
        </pc:grpChg>
        <pc:grpChg chg="del mod">
          <ac:chgData name="Rodica Ioana Lung" userId="64ee56e8d7162e1e" providerId="LiveId" clId="{0F6830A5-18AB-4F1B-8BBB-DA235794CEC1}" dt="2025-12-16T15:38:40.578" v="213"/>
          <ac:grpSpMkLst>
            <pc:docMk/>
            <pc:sldMk cId="3099830041" sldId="274"/>
            <ac:grpSpMk id="84" creationId="{70D4986A-E747-B909-EA28-BBE7870D9182}"/>
          </ac:grpSpMkLst>
        </pc:grpChg>
        <pc:grpChg chg="del mod">
          <ac:chgData name="Rodica Ioana Lung" userId="64ee56e8d7162e1e" providerId="LiveId" clId="{0F6830A5-18AB-4F1B-8BBB-DA235794CEC1}" dt="2025-12-16T15:37:48.898" v="176"/>
          <ac:grpSpMkLst>
            <pc:docMk/>
            <pc:sldMk cId="3099830041" sldId="274"/>
            <ac:grpSpMk id="89" creationId="{20CEDDCD-BF9A-9E9D-DE5E-2DFDB8DEBAAA}"/>
          </ac:grpSpMkLst>
        </pc:grpChg>
        <pc:grpChg chg="del mod">
          <ac:chgData name="Rodica Ioana Lung" userId="64ee56e8d7162e1e" providerId="LiveId" clId="{0F6830A5-18AB-4F1B-8BBB-DA235794CEC1}" dt="2025-12-16T15:38:34.614" v="205"/>
          <ac:grpSpMkLst>
            <pc:docMk/>
            <pc:sldMk cId="3099830041" sldId="274"/>
            <ac:grpSpMk id="92" creationId="{53296532-F10E-2FA2-CA93-83F10B6A598D}"/>
          </ac:grpSpMkLst>
        </pc:grpChg>
        <pc:grpChg chg="mod">
          <ac:chgData name="Rodica Ioana Lung" userId="64ee56e8d7162e1e" providerId="LiveId" clId="{0F6830A5-18AB-4F1B-8BBB-DA235794CEC1}" dt="2025-12-16T15:38:03.754" v="180"/>
          <ac:grpSpMkLst>
            <pc:docMk/>
            <pc:sldMk cId="3099830041" sldId="274"/>
            <ac:grpSpMk id="96" creationId="{55E72B36-7563-2268-7C50-354ED4FC5430}"/>
          </ac:grpSpMkLst>
        </pc:grpChg>
        <pc:grpChg chg="del mod">
          <ac:chgData name="Rodica Ioana Lung" userId="64ee56e8d7162e1e" providerId="LiveId" clId="{0F6830A5-18AB-4F1B-8BBB-DA235794CEC1}" dt="2025-12-16T15:38:40.578" v="213"/>
          <ac:grpSpMkLst>
            <pc:docMk/>
            <pc:sldMk cId="3099830041" sldId="274"/>
            <ac:grpSpMk id="106" creationId="{30860651-C0DD-0BC3-4635-11DC4043FC4C}"/>
          </ac:grpSpMkLst>
        </pc:grpChg>
        <pc:grpChg chg="mod">
          <ac:chgData name="Rodica Ioana Lung" userId="64ee56e8d7162e1e" providerId="LiveId" clId="{0F6830A5-18AB-4F1B-8BBB-DA235794CEC1}" dt="2025-12-16T15:38:40.578" v="213"/>
          <ac:grpSpMkLst>
            <pc:docMk/>
            <pc:sldMk cId="3099830041" sldId="274"/>
            <ac:grpSpMk id="114" creationId="{0B5DAFE6-B412-73D8-5147-6C401CD56C6E}"/>
          </ac:grpSpMkLst>
        </pc:grpChg>
        <pc:grpChg chg="del mod">
          <ac:chgData name="Rodica Ioana Lung" userId="64ee56e8d7162e1e" providerId="LiveId" clId="{0F6830A5-18AB-4F1B-8BBB-DA235794CEC1}" dt="2025-12-16T15:38:50.420" v="217"/>
          <ac:grpSpMkLst>
            <pc:docMk/>
            <pc:sldMk cId="3099830041" sldId="274"/>
            <ac:grpSpMk id="115" creationId="{61C3135F-632D-87F8-E280-D3F840B8FCA7}"/>
          </ac:grpSpMkLst>
        </pc:grpChg>
        <pc:grpChg chg="del mod">
          <ac:chgData name="Rodica Ioana Lung" userId="64ee56e8d7162e1e" providerId="LiveId" clId="{0F6830A5-18AB-4F1B-8BBB-DA235794CEC1}" dt="2025-12-16T15:38:58.477" v="219"/>
          <ac:grpSpMkLst>
            <pc:docMk/>
            <pc:sldMk cId="3099830041" sldId="274"/>
            <ac:grpSpMk id="119" creationId="{14748D12-EF8A-D107-B2D1-166AEDD6CC9E}"/>
          </ac:grpSpMkLst>
        </pc:grpChg>
        <pc:grpChg chg="del mod">
          <ac:chgData name="Rodica Ioana Lung" userId="64ee56e8d7162e1e" providerId="LiveId" clId="{0F6830A5-18AB-4F1B-8BBB-DA235794CEC1}" dt="2025-12-16T15:39:01.864" v="222"/>
          <ac:grpSpMkLst>
            <pc:docMk/>
            <pc:sldMk cId="3099830041" sldId="274"/>
            <ac:grpSpMk id="121" creationId="{B7CD7C8A-E080-7445-A7C1-C2D48EC50AFA}"/>
          </ac:grpSpMkLst>
        </pc:grpChg>
        <pc:grpChg chg="del mod">
          <ac:chgData name="Rodica Ioana Lung" userId="64ee56e8d7162e1e" providerId="LiveId" clId="{0F6830A5-18AB-4F1B-8BBB-DA235794CEC1}" dt="2025-12-16T15:39:15.736" v="231"/>
          <ac:grpSpMkLst>
            <pc:docMk/>
            <pc:sldMk cId="3099830041" sldId="274"/>
            <ac:grpSpMk id="124" creationId="{40099DBC-7C6D-D07C-0207-C7483ED6CCF1}"/>
          </ac:grpSpMkLst>
        </pc:grpChg>
        <pc:grpChg chg="mod">
          <ac:chgData name="Rodica Ioana Lung" userId="64ee56e8d7162e1e" providerId="LiveId" clId="{0F6830A5-18AB-4F1B-8BBB-DA235794CEC1}" dt="2025-12-16T15:39:08.796" v="227"/>
          <ac:grpSpMkLst>
            <pc:docMk/>
            <pc:sldMk cId="3099830041" sldId="274"/>
            <ac:grpSpMk id="129" creationId="{2F8C9681-3A72-0A93-6414-D479081173BC}"/>
          </ac:grpSpMkLst>
        </pc:grpChg>
        <pc:grpChg chg="del mod">
          <ac:chgData name="Rodica Ioana Lung" userId="64ee56e8d7162e1e" providerId="LiveId" clId="{0F6830A5-18AB-4F1B-8BBB-DA235794CEC1}" dt="2025-12-16T15:39:19.465" v="234"/>
          <ac:grpSpMkLst>
            <pc:docMk/>
            <pc:sldMk cId="3099830041" sldId="274"/>
            <ac:grpSpMk id="133" creationId="{72656DF7-EDBD-50C0-CDDB-6D4C3456A343}"/>
          </ac:grpSpMkLst>
        </pc:grpChg>
        <pc:grpChg chg="del mod">
          <ac:chgData name="Rodica Ioana Lung" userId="64ee56e8d7162e1e" providerId="LiveId" clId="{0F6830A5-18AB-4F1B-8BBB-DA235794CEC1}" dt="2025-12-16T15:39:19.465" v="234"/>
          <ac:grpSpMkLst>
            <pc:docMk/>
            <pc:sldMk cId="3099830041" sldId="274"/>
            <ac:grpSpMk id="136" creationId="{46306CCC-DDAC-DB08-6029-A1674924548F}"/>
          </ac:grpSpMkLst>
        </pc:grpChg>
        <pc:grpChg chg="del mod">
          <ac:chgData name="Rodica Ioana Lung" userId="64ee56e8d7162e1e" providerId="LiveId" clId="{0F6830A5-18AB-4F1B-8BBB-DA235794CEC1}" dt="2025-12-16T15:39:22.972" v="239"/>
          <ac:grpSpMkLst>
            <pc:docMk/>
            <pc:sldMk cId="3099830041" sldId="274"/>
            <ac:grpSpMk id="137" creationId="{D00B612D-4504-752B-3651-3FB471F87352}"/>
          </ac:grpSpMkLst>
        </pc:grpChg>
        <pc:grpChg chg="mod">
          <ac:chgData name="Rodica Ioana Lung" userId="64ee56e8d7162e1e" providerId="LiveId" clId="{0F6830A5-18AB-4F1B-8BBB-DA235794CEC1}" dt="2025-12-16T15:39:22.972" v="239"/>
          <ac:grpSpMkLst>
            <pc:docMk/>
            <pc:sldMk cId="3099830041" sldId="274"/>
            <ac:grpSpMk id="142" creationId="{8FEC3BA3-50BC-4E0C-D8EA-5E58185E949C}"/>
          </ac:grpSpMkLst>
        </pc:grpChg>
        <pc:grpChg chg="del mod">
          <ac:chgData name="Rodica Ioana Lung" userId="64ee56e8d7162e1e" providerId="LiveId" clId="{0F6830A5-18AB-4F1B-8BBB-DA235794CEC1}" dt="2025-12-16T15:39:47.358" v="253"/>
          <ac:grpSpMkLst>
            <pc:docMk/>
            <pc:sldMk cId="3099830041" sldId="274"/>
            <ac:grpSpMk id="143" creationId="{B0F05E07-D7AC-2635-2995-5429DC7B9A4D}"/>
          </ac:grpSpMkLst>
        </pc:grpChg>
        <pc:grpChg chg="mod">
          <ac:chgData name="Rodica Ioana Lung" userId="64ee56e8d7162e1e" providerId="LiveId" clId="{0F6830A5-18AB-4F1B-8BBB-DA235794CEC1}" dt="2025-12-16T15:39:30.975" v="244"/>
          <ac:grpSpMkLst>
            <pc:docMk/>
            <pc:sldMk cId="3099830041" sldId="274"/>
            <ac:grpSpMk id="148" creationId="{2AFA67E5-751C-7FB2-17C4-D04110F82EE4}"/>
          </ac:grpSpMkLst>
        </pc:grpChg>
        <pc:grpChg chg="del mod">
          <ac:chgData name="Rodica Ioana Lung" userId="64ee56e8d7162e1e" providerId="LiveId" clId="{0F6830A5-18AB-4F1B-8BBB-DA235794CEC1}" dt="2025-12-16T15:39:40.473" v="250"/>
          <ac:grpSpMkLst>
            <pc:docMk/>
            <pc:sldMk cId="3099830041" sldId="274"/>
            <ac:grpSpMk id="151" creationId="{4E7B3C75-8AC3-D6ED-0AB5-646F8A0D2BD9}"/>
          </ac:grpSpMkLst>
        </pc:grpChg>
        <pc:grpChg chg="mod">
          <ac:chgData name="Rodica Ioana Lung" userId="64ee56e8d7162e1e" providerId="LiveId" clId="{0F6830A5-18AB-4F1B-8BBB-DA235794CEC1}" dt="2025-12-16T15:39:40.473" v="250"/>
          <ac:grpSpMkLst>
            <pc:docMk/>
            <pc:sldMk cId="3099830041" sldId="274"/>
            <ac:grpSpMk id="154" creationId="{8711D856-8013-DACE-D8CD-818519065A3B}"/>
          </ac:grpSpMkLst>
        </pc:grpChg>
        <pc:grpChg chg="del mod">
          <ac:chgData name="Rodica Ioana Lung" userId="64ee56e8d7162e1e" providerId="LiveId" clId="{0F6830A5-18AB-4F1B-8BBB-DA235794CEC1}" dt="2025-12-16T15:39:49.987" v="255"/>
          <ac:grpSpMkLst>
            <pc:docMk/>
            <pc:sldMk cId="3099830041" sldId="274"/>
            <ac:grpSpMk id="157" creationId="{C9E65977-FF44-06DC-01C8-D6A60709A139}"/>
          </ac:grpSpMkLst>
        </pc:grpChg>
        <pc:grpChg chg="del mod">
          <ac:chgData name="Rodica Ioana Lung" userId="64ee56e8d7162e1e" providerId="LiveId" clId="{0F6830A5-18AB-4F1B-8BBB-DA235794CEC1}" dt="2025-12-16T15:39:51.706" v="258"/>
          <ac:grpSpMkLst>
            <pc:docMk/>
            <pc:sldMk cId="3099830041" sldId="274"/>
            <ac:grpSpMk id="159" creationId="{A2684A5F-FDAD-8F7F-CE2E-06F37B305220}"/>
          </ac:grpSpMkLst>
        </pc:grpChg>
        <pc:grpChg chg="del mod">
          <ac:chgData name="Rodica Ioana Lung" userId="64ee56e8d7162e1e" providerId="LiveId" clId="{0F6830A5-18AB-4F1B-8BBB-DA235794CEC1}" dt="2025-12-16T15:39:53.535" v="261"/>
          <ac:grpSpMkLst>
            <pc:docMk/>
            <pc:sldMk cId="3099830041" sldId="274"/>
            <ac:grpSpMk id="162" creationId="{66A2AF12-8C3A-39B5-4D1A-4B449DA19BFE}"/>
          </ac:grpSpMkLst>
        </pc:grpChg>
        <pc:grpChg chg="del mod">
          <ac:chgData name="Rodica Ioana Lung" userId="64ee56e8d7162e1e" providerId="LiveId" clId="{0F6830A5-18AB-4F1B-8BBB-DA235794CEC1}" dt="2025-12-16T15:41:00.771" v="306"/>
          <ac:grpSpMkLst>
            <pc:docMk/>
            <pc:sldMk cId="3099830041" sldId="274"/>
            <ac:grpSpMk id="165" creationId="{D5B66858-7A30-C034-B3E9-D0E397618EEF}"/>
          </ac:grpSpMkLst>
        </pc:grpChg>
        <pc:grpChg chg="del mod">
          <ac:chgData name="Rodica Ioana Lung" userId="64ee56e8d7162e1e" providerId="LiveId" clId="{0F6830A5-18AB-4F1B-8BBB-DA235794CEC1}" dt="2025-12-16T15:40:26.555" v="276"/>
          <ac:grpSpMkLst>
            <pc:docMk/>
            <pc:sldMk cId="3099830041" sldId="274"/>
            <ac:grpSpMk id="169" creationId="{A7E192FA-61A3-3B0D-9967-819E62ECF8B4}"/>
          </ac:grpSpMkLst>
        </pc:grpChg>
        <pc:grpChg chg="del mod">
          <ac:chgData name="Rodica Ioana Lung" userId="64ee56e8d7162e1e" providerId="LiveId" clId="{0F6830A5-18AB-4F1B-8BBB-DA235794CEC1}" dt="2025-12-16T15:40:44.504" v="289"/>
          <ac:grpSpMkLst>
            <pc:docMk/>
            <pc:sldMk cId="3099830041" sldId="274"/>
            <ac:grpSpMk id="178" creationId="{AF3CFC77-0F92-DBC3-FFDA-D9740DD56F10}"/>
          </ac:grpSpMkLst>
        </pc:grpChg>
        <pc:grpChg chg="del mod">
          <ac:chgData name="Rodica Ioana Lung" userId="64ee56e8d7162e1e" providerId="LiveId" clId="{0F6830A5-18AB-4F1B-8BBB-DA235794CEC1}" dt="2025-12-16T15:40:44.504" v="289"/>
          <ac:grpSpMkLst>
            <pc:docMk/>
            <pc:sldMk cId="3099830041" sldId="274"/>
            <ac:grpSpMk id="180" creationId="{4A9E81A8-E3C4-F174-776F-D468912CF624}"/>
          </ac:grpSpMkLst>
        </pc:grpChg>
        <pc:grpChg chg="mod">
          <ac:chgData name="Rodica Ioana Lung" userId="64ee56e8d7162e1e" providerId="LiveId" clId="{0F6830A5-18AB-4F1B-8BBB-DA235794CEC1}" dt="2025-12-16T15:40:33.395" v="282"/>
          <ac:grpSpMkLst>
            <pc:docMk/>
            <pc:sldMk cId="3099830041" sldId="274"/>
            <ac:grpSpMk id="186" creationId="{C07855F3-8B98-9D6E-137C-A2614E4751D7}"/>
          </ac:grpSpMkLst>
        </pc:grpChg>
        <pc:grpChg chg="mod">
          <ac:chgData name="Rodica Ioana Lung" userId="64ee56e8d7162e1e" providerId="LiveId" clId="{0F6830A5-18AB-4F1B-8BBB-DA235794CEC1}" dt="2025-12-16T15:40:35.251" v="285"/>
          <ac:grpSpMkLst>
            <pc:docMk/>
            <pc:sldMk cId="3099830041" sldId="274"/>
            <ac:grpSpMk id="189" creationId="{C97D0665-2732-4FB7-8D70-316536BE49D2}"/>
          </ac:grpSpMkLst>
        </pc:grpChg>
        <pc:grpChg chg="mod">
          <ac:chgData name="Rodica Ioana Lung" userId="64ee56e8d7162e1e" providerId="LiveId" clId="{0F6830A5-18AB-4F1B-8BBB-DA235794CEC1}" dt="2025-12-16T15:40:44.504" v="289"/>
          <ac:grpSpMkLst>
            <pc:docMk/>
            <pc:sldMk cId="3099830041" sldId="274"/>
            <ac:grpSpMk id="193" creationId="{BA76C092-209A-D02B-5355-B1C669CA4686}"/>
          </ac:grpSpMkLst>
        </pc:grpChg>
        <pc:grpChg chg="del mod">
          <ac:chgData name="Rodica Ioana Lung" userId="64ee56e8d7162e1e" providerId="LiveId" clId="{0F6830A5-18AB-4F1B-8BBB-DA235794CEC1}" dt="2025-12-16T15:40:54.890" v="301"/>
          <ac:grpSpMkLst>
            <pc:docMk/>
            <pc:sldMk cId="3099830041" sldId="274"/>
            <ac:grpSpMk id="200" creationId="{F88DA519-5D63-6A34-DD00-11239151EA4C}"/>
          </ac:grpSpMkLst>
        </pc:grpChg>
        <pc:grpChg chg="del mod">
          <ac:chgData name="Rodica Ioana Lung" userId="64ee56e8d7162e1e" providerId="LiveId" clId="{0F6830A5-18AB-4F1B-8BBB-DA235794CEC1}" dt="2025-12-16T15:40:54.890" v="301"/>
          <ac:grpSpMkLst>
            <pc:docMk/>
            <pc:sldMk cId="3099830041" sldId="274"/>
            <ac:grpSpMk id="201" creationId="{2BEE7E60-D2D0-4264-6D34-C030611CA966}"/>
          </ac:grpSpMkLst>
        </pc:grpChg>
        <pc:grpChg chg="del mod">
          <ac:chgData name="Rodica Ioana Lung" userId="64ee56e8d7162e1e" providerId="LiveId" clId="{0F6830A5-18AB-4F1B-8BBB-DA235794CEC1}" dt="2025-12-16T15:40:57.692" v="303"/>
          <ac:grpSpMkLst>
            <pc:docMk/>
            <pc:sldMk cId="3099830041" sldId="274"/>
            <ac:grpSpMk id="206" creationId="{ADDDEDB9-901B-B2E3-2270-2F5A25EB86F6}"/>
          </ac:grpSpMkLst>
        </pc:grpChg>
        <pc:grpChg chg="mod">
          <ac:chgData name="Rodica Ioana Lung" userId="64ee56e8d7162e1e" providerId="LiveId" clId="{0F6830A5-18AB-4F1B-8BBB-DA235794CEC1}" dt="2025-12-16T15:40:57.692" v="303"/>
          <ac:grpSpMkLst>
            <pc:docMk/>
            <pc:sldMk cId="3099830041" sldId="274"/>
            <ac:grpSpMk id="208" creationId="{40AAB15B-E023-F45D-D401-0790D31C94FF}"/>
          </ac:grpSpMkLst>
        </pc:grpChg>
        <pc:grpChg chg="del mod">
          <ac:chgData name="Rodica Ioana Lung" userId="64ee56e8d7162e1e" providerId="LiveId" clId="{0F6830A5-18AB-4F1B-8BBB-DA235794CEC1}" dt="2025-12-16T15:41:04.440" v="309"/>
          <ac:grpSpMkLst>
            <pc:docMk/>
            <pc:sldMk cId="3099830041" sldId="274"/>
            <ac:grpSpMk id="211" creationId="{D5FDEDD1-DC61-586B-B971-8EBFED977B33}"/>
          </ac:grpSpMkLst>
        </pc:grpChg>
        <pc:grpChg chg="mod">
          <ac:chgData name="Rodica Ioana Lung" userId="64ee56e8d7162e1e" providerId="LiveId" clId="{0F6830A5-18AB-4F1B-8BBB-DA235794CEC1}" dt="2025-12-16T15:41:04.440" v="309"/>
          <ac:grpSpMkLst>
            <pc:docMk/>
            <pc:sldMk cId="3099830041" sldId="274"/>
            <ac:grpSpMk id="214" creationId="{C3D0895D-6131-9C22-D5E7-AB855F24AF4C}"/>
          </ac:grpSpMkLst>
        </pc:grpChg>
        <pc:grpChg chg="mod">
          <ac:chgData name="Rodica Ioana Lung" userId="64ee56e8d7162e1e" providerId="LiveId" clId="{0F6830A5-18AB-4F1B-8BBB-DA235794CEC1}" dt="2025-12-16T15:41:10.894" v="313"/>
          <ac:grpSpMkLst>
            <pc:docMk/>
            <pc:sldMk cId="3099830041" sldId="274"/>
            <ac:grpSpMk id="218" creationId="{35E0F7C0-1EB1-68BF-90AD-5665F3D73755}"/>
          </ac:grpSpMkLst>
        </pc:grpChg>
        <pc:picChg chg="mod modCrop">
          <ac:chgData name="Rodica Ioana Lung" userId="64ee56e8d7162e1e" providerId="LiveId" clId="{0F6830A5-18AB-4F1B-8BBB-DA235794CEC1}" dt="2025-12-16T15:08:47.138" v="4" actId="732"/>
          <ac:picMkLst>
            <pc:docMk/>
            <pc:sldMk cId="3099830041" sldId="274"/>
            <ac:picMk id="5" creationId="{5C3DDDFF-E2C0-06D3-D106-149DF6336863}"/>
          </ac:picMkLst>
        </pc:picChg>
        <pc:inkChg chg="add">
          <ac:chgData name="Rodica Ioana Lung" userId="64ee56e8d7162e1e" providerId="LiveId" clId="{0F6830A5-18AB-4F1B-8BBB-DA235794CEC1}" dt="2025-12-16T15:32:30.379" v="67" actId="9405"/>
          <ac:inkMkLst>
            <pc:docMk/>
            <pc:sldMk cId="3099830041" sldId="274"/>
            <ac:inkMk id="2" creationId="{C516CD53-A64C-4182-CEE5-C8C6F8AE027A}"/>
          </ac:inkMkLst>
        </pc:inkChg>
        <pc:inkChg chg="add del">
          <ac:chgData name="Rodica Ioana Lung" userId="64ee56e8d7162e1e" providerId="LiveId" clId="{0F6830A5-18AB-4F1B-8BBB-DA235794CEC1}" dt="2025-12-16T15:34:13.372" v="113"/>
          <ac:inkMkLst>
            <pc:docMk/>
            <pc:sldMk cId="3099830041" sldId="274"/>
            <ac:inkMk id="3" creationId="{590FBBD0-50D0-5635-0BF3-AC91EA7FE173}"/>
          </ac:inkMkLst>
        </pc:inkChg>
        <pc:inkChg chg="add del">
          <ac:chgData name="Rodica Ioana Lung" userId="64ee56e8d7162e1e" providerId="LiveId" clId="{0F6830A5-18AB-4F1B-8BBB-DA235794CEC1}" dt="2025-12-16T15:34:13.372" v="114"/>
          <ac:inkMkLst>
            <pc:docMk/>
            <pc:sldMk cId="3099830041" sldId="274"/>
            <ac:inkMk id="6" creationId="{0CC01A99-10DF-D2FC-F9A6-F1D24B6F4A23}"/>
          </ac:inkMkLst>
        </pc:inkChg>
        <pc:inkChg chg="add del">
          <ac:chgData name="Rodica Ioana Lung" userId="64ee56e8d7162e1e" providerId="LiveId" clId="{0F6830A5-18AB-4F1B-8BBB-DA235794CEC1}" dt="2025-12-16T15:34:13.372" v="115"/>
          <ac:inkMkLst>
            <pc:docMk/>
            <pc:sldMk cId="3099830041" sldId="274"/>
            <ac:inkMk id="7" creationId="{31656684-10DC-029C-613D-7E4B350D6DDE}"/>
          </ac:inkMkLst>
        </pc:inkChg>
        <pc:inkChg chg="add del">
          <ac:chgData name="Rodica Ioana Lung" userId="64ee56e8d7162e1e" providerId="LiveId" clId="{0F6830A5-18AB-4F1B-8BBB-DA235794CEC1}" dt="2025-12-16T15:34:13.371" v="112"/>
          <ac:inkMkLst>
            <pc:docMk/>
            <pc:sldMk cId="3099830041" sldId="274"/>
            <ac:inkMk id="8" creationId="{FD10A92B-0EC6-3B5C-FB82-BA323A7EA3BF}"/>
          </ac:inkMkLst>
        </pc:inkChg>
        <pc:inkChg chg="add del">
          <ac:chgData name="Rodica Ioana Lung" userId="64ee56e8d7162e1e" providerId="LiveId" clId="{0F6830A5-18AB-4F1B-8BBB-DA235794CEC1}" dt="2025-12-16T15:34:16.156" v="119"/>
          <ac:inkMkLst>
            <pc:docMk/>
            <pc:sldMk cId="3099830041" sldId="274"/>
            <ac:inkMk id="9" creationId="{8F6E3747-E1B8-6ABD-03B6-E7F048F1A3A3}"/>
          </ac:inkMkLst>
        </pc:inkChg>
        <pc:inkChg chg="add del">
          <ac:chgData name="Rodica Ioana Lung" userId="64ee56e8d7162e1e" providerId="LiveId" clId="{0F6830A5-18AB-4F1B-8BBB-DA235794CEC1}" dt="2025-12-16T15:34:16.158" v="126"/>
          <ac:inkMkLst>
            <pc:docMk/>
            <pc:sldMk cId="3099830041" sldId="274"/>
            <ac:inkMk id="10" creationId="{A866A59A-CE8C-4445-A087-C568509BEFDC}"/>
          </ac:inkMkLst>
        </pc:inkChg>
        <pc:inkChg chg="add del mod">
          <ac:chgData name="Rodica Ioana Lung" userId="64ee56e8d7162e1e" providerId="LiveId" clId="{0F6830A5-18AB-4F1B-8BBB-DA235794CEC1}" dt="2025-12-16T15:34:16.155" v="116"/>
          <ac:inkMkLst>
            <pc:docMk/>
            <pc:sldMk cId="3099830041" sldId="274"/>
            <ac:inkMk id="11" creationId="{57814F2E-87B4-7AC2-677E-3B84C2FFFF45}"/>
          </ac:inkMkLst>
        </pc:inkChg>
        <pc:inkChg chg="add del mod">
          <ac:chgData name="Rodica Ioana Lung" userId="64ee56e8d7162e1e" providerId="LiveId" clId="{0F6830A5-18AB-4F1B-8BBB-DA235794CEC1}" dt="2025-12-16T15:34:16.156" v="118"/>
          <ac:inkMkLst>
            <pc:docMk/>
            <pc:sldMk cId="3099830041" sldId="274"/>
            <ac:inkMk id="12" creationId="{48A93827-80EF-18B6-E24A-418993B6BD93}"/>
          </ac:inkMkLst>
        </pc:inkChg>
        <pc:inkChg chg="add del mod">
          <ac:chgData name="Rodica Ioana Lung" userId="64ee56e8d7162e1e" providerId="LiveId" clId="{0F6830A5-18AB-4F1B-8BBB-DA235794CEC1}" dt="2025-12-16T15:34:16.155" v="117"/>
          <ac:inkMkLst>
            <pc:docMk/>
            <pc:sldMk cId="3099830041" sldId="274"/>
            <ac:inkMk id="13" creationId="{07EEE425-CE8D-18CD-94E9-40D223840A7A}"/>
          </ac:inkMkLst>
        </pc:inkChg>
        <pc:inkChg chg="add del mod">
          <ac:chgData name="Rodica Ioana Lung" userId="64ee56e8d7162e1e" providerId="LiveId" clId="{0F6830A5-18AB-4F1B-8BBB-DA235794CEC1}" dt="2025-12-16T15:34:16.158" v="128"/>
          <ac:inkMkLst>
            <pc:docMk/>
            <pc:sldMk cId="3099830041" sldId="274"/>
            <ac:inkMk id="14" creationId="{90F7615D-E81C-3B4C-963F-6ACD03AE926A}"/>
          </ac:inkMkLst>
        </pc:inkChg>
        <pc:inkChg chg="add del mod">
          <ac:chgData name="Rodica Ioana Lung" userId="64ee56e8d7162e1e" providerId="LiveId" clId="{0F6830A5-18AB-4F1B-8BBB-DA235794CEC1}" dt="2025-12-16T15:34:16.158" v="127"/>
          <ac:inkMkLst>
            <pc:docMk/>
            <pc:sldMk cId="3099830041" sldId="274"/>
            <ac:inkMk id="15" creationId="{4AD2E81B-22D8-2ABA-7B0F-8389BF97AFD6}"/>
          </ac:inkMkLst>
        </pc:inkChg>
        <pc:inkChg chg="add del mod">
          <ac:chgData name="Rodica Ioana Lung" userId="64ee56e8d7162e1e" providerId="LiveId" clId="{0F6830A5-18AB-4F1B-8BBB-DA235794CEC1}" dt="2025-12-16T15:34:16.158" v="125"/>
          <ac:inkMkLst>
            <pc:docMk/>
            <pc:sldMk cId="3099830041" sldId="274"/>
            <ac:inkMk id="16" creationId="{92BBE08B-704B-3E66-847F-5A58B6801A0C}"/>
          </ac:inkMkLst>
        </pc:inkChg>
        <pc:inkChg chg="add del mod">
          <ac:chgData name="Rodica Ioana Lung" userId="64ee56e8d7162e1e" providerId="LiveId" clId="{0F6830A5-18AB-4F1B-8BBB-DA235794CEC1}" dt="2025-12-16T15:34:16.156" v="123"/>
          <ac:inkMkLst>
            <pc:docMk/>
            <pc:sldMk cId="3099830041" sldId="274"/>
            <ac:inkMk id="18" creationId="{B3068B2F-7573-003E-05BE-1AFAE321BF8D}"/>
          </ac:inkMkLst>
        </pc:inkChg>
        <pc:inkChg chg="add del mod">
          <ac:chgData name="Rodica Ioana Lung" userId="64ee56e8d7162e1e" providerId="LiveId" clId="{0F6830A5-18AB-4F1B-8BBB-DA235794CEC1}" dt="2025-12-16T15:34:16.158" v="124"/>
          <ac:inkMkLst>
            <pc:docMk/>
            <pc:sldMk cId="3099830041" sldId="274"/>
            <ac:inkMk id="20" creationId="{8F8AD5F0-61A4-52C2-119B-249AF8DBA2A3}"/>
          </ac:inkMkLst>
        </pc:inkChg>
        <pc:inkChg chg="add del mod">
          <ac:chgData name="Rodica Ioana Lung" userId="64ee56e8d7162e1e" providerId="LiveId" clId="{0F6830A5-18AB-4F1B-8BBB-DA235794CEC1}" dt="2025-12-16T15:34:16.156" v="121"/>
          <ac:inkMkLst>
            <pc:docMk/>
            <pc:sldMk cId="3099830041" sldId="274"/>
            <ac:inkMk id="22" creationId="{5393C4E9-7C56-B5E2-D6BA-84CDEB93FC9D}"/>
          </ac:inkMkLst>
        </pc:inkChg>
        <pc:inkChg chg="add del">
          <ac:chgData name="Rodica Ioana Lung" userId="64ee56e8d7162e1e" providerId="LiveId" clId="{0F6830A5-18AB-4F1B-8BBB-DA235794CEC1}" dt="2025-12-16T15:34:16.156" v="120"/>
          <ac:inkMkLst>
            <pc:docMk/>
            <pc:sldMk cId="3099830041" sldId="274"/>
            <ac:inkMk id="23" creationId="{72A820B2-71E6-7407-7149-701B1C1D5810}"/>
          </ac:inkMkLst>
        </pc:inkChg>
        <pc:inkChg chg="add del mod">
          <ac:chgData name="Rodica Ioana Lung" userId="64ee56e8d7162e1e" providerId="LiveId" clId="{0F6830A5-18AB-4F1B-8BBB-DA235794CEC1}" dt="2025-12-16T15:34:16.156" v="122"/>
          <ac:inkMkLst>
            <pc:docMk/>
            <pc:sldMk cId="3099830041" sldId="274"/>
            <ac:inkMk id="24" creationId="{80366911-0C95-A2E9-7BD5-8C735505833E}"/>
          </ac:inkMkLst>
        </pc:inkChg>
        <pc:inkChg chg="add del mod">
          <ac:chgData name="Rodica Ioana Lung" userId="64ee56e8d7162e1e" providerId="LiveId" clId="{0F6830A5-18AB-4F1B-8BBB-DA235794CEC1}" dt="2025-12-16T15:34:10.710" v="108"/>
          <ac:inkMkLst>
            <pc:docMk/>
            <pc:sldMk cId="3099830041" sldId="274"/>
            <ac:inkMk id="26" creationId="{B226FD9C-3736-64CA-8ADA-DFE582E9A3BE}"/>
          </ac:inkMkLst>
        </pc:inkChg>
        <pc:inkChg chg="add del mod">
          <ac:chgData name="Rodica Ioana Lung" userId="64ee56e8d7162e1e" providerId="LiveId" clId="{0F6830A5-18AB-4F1B-8BBB-DA235794CEC1}" dt="2025-12-16T15:34:09.763" v="107"/>
          <ac:inkMkLst>
            <pc:docMk/>
            <pc:sldMk cId="3099830041" sldId="274"/>
            <ac:inkMk id="27" creationId="{CC40F6C0-4852-331B-95DD-3CFF2614EE1D}"/>
          </ac:inkMkLst>
        </pc:inkChg>
        <pc:inkChg chg="add del mod">
          <ac:chgData name="Rodica Ioana Lung" userId="64ee56e8d7162e1e" providerId="LiveId" clId="{0F6830A5-18AB-4F1B-8BBB-DA235794CEC1}" dt="2025-12-16T15:34:11.460" v="111"/>
          <ac:inkMkLst>
            <pc:docMk/>
            <pc:sldMk cId="3099830041" sldId="274"/>
            <ac:inkMk id="29" creationId="{ADE9CF70-EF39-CA73-B0D8-18C98AF5829B}"/>
          </ac:inkMkLst>
        </pc:inkChg>
        <pc:inkChg chg="add del mod">
          <ac:chgData name="Rodica Ioana Lung" userId="64ee56e8d7162e1e" providerId="LiveId" clId="{0F6830A5-18AB-4F1B-8BBB-DA235794CEC1}" dt="2025-12-16T15:34:10.710" v="109"/>
          <ac:inkMkLst>
            <pc:docMk/>
            <pc:sldMk cId="3099830041" sldId="274"/>
            <ac:inkMk id="30" creationId="{E074A264-194A-1087-8830-6047ADF19A91}"/>
          </ac:inkMkLst>
        </pc:inkChg>
        <pc:inkChg chg="add del mod">
          <ac:chgData name="Rodica Ioana Lung" userId="64ee56e8d7162e1e" providerId="LiveId" clId="{0F6830A5-18AB-4F1B-8BBB-DA235794CEC1}" dt="2025-12-16T15:34:10.712" v="110"/>
          <ac:inkMkLst>
            <pc:docMk/>
            <pc:sldMk cId="3099830041" sldId="274"/>
            <ac:inkMk id="31" creationId="{4B847554-C237-A1C0-C0B7-4286A7678253}"/>
          </ac:inkMkLst>
        </pc:inkChg>
        <pc:inkChg chg="add del mod">
          <ac:chgData name="Rodica Ioana Lung" userId="64ee56e8d7162e1e" providerId="LiveId" clId="{0F6830A5-18AB-4F1B-8BBB-DA235794CEC1}" dt="2025-12-16T15:34:09.763" v="106"/>
          <ac:inkMkLst>
            <pc:docMk/>
            <pc:sldMk cId="3099830041" sldId="274"/>
            <ac:inkMk id="32" creationId="{1534A298-FA9F-1898-7CEC-658C654879E3}"/>
          </ac:inkMkLst>
        </pc:inkChg>
        <pc:inkChg chg="add mod">
          <ac:chgData name="Rodica Ioana Lung" userId="64ee56e8d7162e1e" providerId="LiveId" clId="{0F6830A5-18AB-4F1B-8BBB-DA235794CEC1}" dt="2025-12-16T15:38:25.816" v="193"/>
          <ac:inkMkLst>
            <pc:docMk/>
            <pc:sldMk cId="3099830041" sldId="274"/>
            <ac:inkMk id="34" creationId="{2FFA49AC-A5B4-F124-B09A-1EF63541A5F0}"/>
          </ac:inkMkLst>
        </pc:inkChg>
        <pc:inkChg chg="add mod">
          <ac:chgData name="Rodica Ioana Lung" userId="64ee56e8d7162e1e" providerId="LiveId" clId="{0F6830A5-18AB-4F1B-8BBB-DA235794CEC1}" dt="2025-12-16T15:34:00.570" v="105"/>
          <ac:inkMkLst>
            <pc:docMk/>
            <pc:sldMk cId="3099830041" sldId="274"/>
            <ac:inkMk id="35" creationId="{40024F97-4600-85AF-B2CA-8FC9558BC1D9}"/>
          </ac:inkMkLst>
        </pc:inkChg>
        <pc:inkChg chg="add mod">
          <ac:chgData name="Rodica Ioana Lung" userId="64ee56e8d7162e1e" providerId="LiveId" clId="{0F6830A5-18AB-4F1B-8BBB-DA235794CEC1}" dt="2025-12-16T15:38:25.816" v="193"/>
          <ac:inkMkLst>
            <pc:docMk/>
            <pc:sldMk cId="3099830041" sldId="274"/>
            <ac:inkMk id="36" creationId="{B188C247-6B8D-9B41-D545-ECD7AE179769}"/>
          </ac:inkMkLst>
        </pc:inkChg>
        <pc:inkChg chg="add mod">
          <ac:chgData name="Rodica Ioana Lung" userId="64ee56e8d7162e1e" providerId="LiveId" clId="{0F6830A5-18AB-4F1B-8BBB-DA235794CEC1}" dt="2025-12-16T15:34:00.570" v="105"/>
          <ac:inkMkLst>
            <pc:docMk/>
            <pc:sldMk cId="3099830041" sldId="274"/>
            <ac:inkMk id="37" creationId="{7361D6BF-B864-A5CD-D4A3-36C439619DE9}"/>
          </ac:inkMkLst>
        </pc:inkChg>
        <pc:inkChg chg="add mod">
          <ac:chgData name="Rodica Ioana Lung" userId="64ee56e8d7162e1e" providerId="LiveId" clId="{0F6830A5-18AB-4F1B-8BBB-DA235794CEC1}" dt="2025-12-16T15:38:25.816" v="193"/>
          <ac:inkMkLst>
            <pc:docMk/>
            <pc:sldMk cId="3099830041" sldId="274"/>
            <ac:inkMk id="38" creationId="{819A5E3B-C08D-C6D8-3ED2-C04ACA9833CA}"/>
          </ac:inkMkLst>
        </pc:inkChg>
        <pc:inkChg chg="add mod">
          <ac:chgData name="Rodica Ioana Lung" userId="64ee56e8d7162e1e" providerId="LiveId" clId="{0F6830A5-18AB-4F1B-8BBB-DA235794CEC1}" dt="2025-12-16T15:38:25.816" v="193"/>
          <ac:inkMkLst>
            <pc:docMk/>
            <pc:sldMk cId="3099830041" sldId="274"/>
            <ac:inkMk id="39" creationId="{52B829E4-60BF-A047-28BC-03FF51AEDB79}"/>
          </ac:inkMkLst>
        </pc:inkChg>
        <pc:inkChg chg="add mod">
          <ac:chgData name="Rodica Ioana Lung" userId="64ee56e8d7162e1e" providerId="LiveId" clId="{0F6830A5-18AB-4F1B-8BBB-DA235794CEC1}" dt="2025-12-16T15:34:00.570" v="105"/>
          <ac:inkMkLst>
            <pc:docMk/>
            <pc:sldMk cId="3099830041" sldId="274"/>
            <ac:inkMk id="40" creationId="{23642811-2539-2B15-566B-3EC883DEDCD5}"/>
          </ac:inkMkLst>
        </pc:inkChg>
        <pc:inkChg chg="add mod">
          <ac:chgData name="Rodica Ioana Lung" userId="64ee56e8d7162e1e" providerId="LiveId" clId="{0F6830A5-18AB-4F1B-8BBB-DA235794CEC1}" dt="2025-12-16T15:34:00.570" v="105"/>
          <ac:inkMkLst>
            <pc:docMk/>
            <pc:sldMk cId="3099830041" sldId="274"/>
            <ac:inkMk id="41" creationId="{827BC995-2022-C8D3-6304-8887CE84AB56}"/>
          </ac:inkMkLst>
        </pc:inkChg>
        <pc:inkChg chg="add mod">
          <ac:chgData name="Rodica Ioana Lung" userId="64ee56e8d7162e1e" providerId="LiveId" clId="{0F6830A5-18AB-4F1B-8BBB-DA235794CEC1}" dt="2025-12-16T15:34:20.473" v="131"/>
          <ac:inkMkLst>
            <pc:docMk/>
            <pc:sldMk cId="3099830041" sldId="274"/>
            <ac:inkMk id="44" creationId="{5D1D8A0A-2525-8CC3-4E13-7D1AAD4B8138}"/>
          </ac:inkMkLst>
        </pc:inkChg>
        <pc:inkChg chg="add mod">
          <ac:chgData name="Rodica Ioana Lung" userId="64ee56e8d7162e1e" providerId="LiveId" clId="{0F6830A5-18AB-4F1B-8BBB-DA235794CEC1}" dt="2025-12-16T15:34:20.473" v="131"/>
          <ac:inkMkLst>
            <pc:docMk/>
            <pc:sldMk cId="3099830041" sldId="274"/>
            <ac:inkMk id="45" creationId="{3D8736A4-8005-30AC-04D9-D7C51CEDE403}"/>
          </ac:inkMkLst>
        </pc:inkChg>
        <pc:inkChg chg="add mod">
          <ac:chgData name="Rodica Ioana Lung" userId="64ee56e8d7162e1e" providerId="LiveId" clId="{0F6830A5-18AB-4F1B-8BBB-DA235794CEC1}" dt="2025-12-16T15:34:30.059" v="140"/>
          <ac:inkMkLst>
            <pc:docMk/>
            <pc:sldMk cId="3099830041" sldId="274"/>
            <ac:inkMk id="47" creationId="{BA6B26DF-7479-0D02-0F53-33CA81220AFF}"/>
          </ac:inkMkLst>
        </pc:inkChg>
        <pc:inkChg chg="add mod">
          <ac:chgData name="Rodica Ioana Lung" userId="64ee56e8d7162e1e" providerId="LiveId" clId="{0F6830A5-18AB-4F1B-8BBB-DA235794CEC1}" dt="2025-12-16T15:38:25.816" v="193"/>
          <ac:inkMkLst>
            <pc:docMk/>
            <pc:sldMk cId="3099830041" sldId="274"/>
            <ac:inkMk id="48" creationId="{C368D938-B2CF-9622-3EBA-421AE667CA44}"/>
          </ac:inkMkLst>
        </pc:inkChg>
        <pc:inkChg chg="add mod">
          <ac:chgData name="Rodica Ioana Lung" userId="64ee56e8d7162e1e" providerId="LiveId" clId="{0F6830A5-18AB-4F1B-8BBB-DA235794CEC1}" dt="2025-12-16T15:34:30.059" v="140"/>
          <ac:inkMkLst>
            <pc:docMk/>
            <pc:sldMk cId="3099830041" sldId="274"/>
            <ac:inkMk id="49" creationId="{8B666855-5C2F-758E-4D86-A86F9DC27CB3}"/>
          </ac:inkMkLst>
        </pc:inkChg>
        <pc:inkChg chg="add mod">
          <ac:chgData name="Rodica Ioana Lung" userId="64ee56e8d7162e1e" providerId="LiveId" clId="{0F6830A5-18AB-4F1B-8BBB-DA235794CEC1}" dt="2025-12-16T15:38:25.816" v="193"/>
          <ac:inkMkLst>
            <pc:docMk/>
            <pc:sldMk cId="3099830041" sldId="274"/>
            <ac:inkMk id="51" creationId="{FAA42188-E151-7555-6261-2C455B402B97}"/>
          </ac:inkMkLst>
        </pc:inkChg>
        <pc:inkChg chg="add del mod">
          <ac:chgData name="Rodica Ioana Lung" userId="64ee56e8d7162e1e" providerId="LiveId" clId="{0F6830A5-18AB-4F1B-8BBB-DA235794CEC1}" dt="2025-12-16T15:38:25.816" v="193"/>
          <ac:inkMkLst>
            <pc:docMk/>
            <pc:sldMk cId="3099830041" sldId="274"/>
            <ac:inkMk id="52" creationId="{C7E842B3-34E5-F190-C15E-459F9E5BBC70}"/>
          </ac:inkMkLst>
        </pc:inkChg>
        <pc:inkChg chg="add mod">
          <ac:chgData name="Rodica Ioana Lung" userId="64ee56e8d7162e1e" providerId="LiveId" clId="{0F6830A5-18AB-4F1B-8BBB-DA235794CEC1}" dt="2025-12-16T15:38:25.816" v="193"/>
          <ac:inkMkLst>
            <pc:docMk/>
            <pc:sldMk cId="3099830041" sldId="274"/>
            <ac:inkMk id="53" creationId="{5C3D106B-5B37-9344-36B4-BBDF9FF70D57}"/>
          </ac:inkMkLst>
        </pc:inkChg>
        <pc:inkChg chg="add mod">
          <ac:chgData name="Rodica Ioana Lung" userId="64ee56e8d7162e1e" providerId="LiveId" clId="{0F6830A5-18AB-4F1B-8BBB-DA235794CEC1}" dt="2025-12-16T15:38:25.816" v="193"/>
          <ac:inkMkLst>
            <pc:docMk/>
            <pc:sldMk cId="3099830041" sldId="274"/>
            <ac:inkMk id="54" creationId="{49A915F7-E0C3-BDB3-86E6-0F0C73A6E406}"/>
          </ac:inkMkLst>
        </pc:inkChg>
        <pc:inkChg chg="add">
          <ac:chgData name="Rodica Ioana Lung" userId="64ee56e8d7162e1e" providerId="LiveId" clId="{0F6830A5-18AB-4F1B-8BBB-DA235794CEC1}" dt="2025-12-16T15:34:31.194" v="141" actId="9405"/>
          <ac:inkMkLst>
            <pc:docMk/>
            <pc:sldMk cId="3099830041" sldId="274"/>
            <ac:inkMk id="56" creationId="{D4025AAC-4C45-C6A7-AED3-1F29D5CCDFB0}"/>
          </ac:inkMkLst>
        </pc:inkChg>
        <pc:inkChg chg="add">
          <ac:chgData name="Rodica Ioana Lung" userId="64ee56e8d7162e1e" providerId="LiveId" clId="{0F6830A5-18AB-4F1B-8BBB-DA235794CEC1}" dt="2025-12-16T15:36:53.490" v="142" actId="9405"/>
          <ac:inkMkLst>
            <pc:docMk/>
            <pc:sldMk cId="3099830041" sldId="274"/>
            <ac:inkMk id="57" creationId="{7D09233D-1C7B-C3A9-927A-2F62FD30CE19}"/>
          </ac:inkMkLst>
        </pc:inkChg>
        <pc:inkChg chg="add">
          <ac:chgData name="Rodica Ioana Lung" userId="64ee56e8d7162e1e" providerId="LiveId" clId="{0F6830A5-18AB-4F1B-8BBB-DA235794CEC1}" dt="2025-12-16T15:37:03.627" v="144" actId="9405"/>
          <ac:inkMkLst>
            <pc:docMk/>
            <pc:sldMk cId="3099830041" sldId="274"/>
            <ac:inkMk id="59" creationId="{FB7B7689-C4F3-BD8A-F999-89C9882A1F2C}"/>
          </ac:inkMkLst>
        </pc:inkChg>
        <pc:inkChg chg="add mod">
          <ac:chgData name="Rodica Ioana Lung" userId="64ee56e8d7162e1e" providerId="LiveId" clId="{0F6830A5-18AB-4F1B-8BBB-DA235794CEC1}" dt="2025-12-16T15:38:34.614" v="205"/>
          <ac:inkMkLst>
            <pc:docMk/>
            <pc:sldMk cId="3099830041" sldId="274"/>
            <ac:inkMk id="60" creationId="{1E4187FF-6F48-653E-0336-829FE2207EBF}"/>
          </ac:inkMkLst>
        </pc:inkChg>
        <pc:inkChg chg="add del mod">
          <ac:chgData name="Rodica Ioana Lung" userId="64ee56e8d7162e1e" providerId="LiveId" clId="{0F6830A5-18AB-4F1B-8BBB-DA235794CEC1}" dt="2025-12-16T15:38:24.182" v="187"/>
          <ac:inkMkLst>
            <pc:docMk/>
            <pc:sldMk cId="3099830041" sldId="274"/>
            <ac:inkMk id="61" creationId="{7245829A-C8A7-CD85-7DDF-F961E9FBFBEF}"/>
          </ac:inkMkLst>
        </pc:inkChg>
        <pc:inkChg chg="add del mod">
          <ac:chgData name="Rodica Ioana Lung" userId="64ee56e8d7162e1e" providerId="LiveId" clId="{0F6830A5-18AB-4F1B-8BBB-DA235794CEC1}" dt="2025-12-16T15:38:27.066" v="198"/>
          <ac:inkMkLst>
            <pc:docMk/>
            <pc:sldMk cId="3099830041" sldId="274"/>
            <ac:inkMk id="62" creationId="{6E1BC211-250F-173C-D1CD-328C2B64124B}"/>
          </ac:inkMkLst>
        </pc:inkChg>
        <pc:inkChg chg="add mod">
          <ac:chgData name="Rodica Ioana Lung" userId="64ee56e8d7162e1e" providerId="LiveId" clId="{0F6830A5-18AB-4F1B-8BBB-DA235794CEC1}" dt="2025-12-16T15:39:19.465" v="234"/>
          <ac:inkMkLst>
            <pc:docMk/>
            <pc:sldMk cId="3099830041" sldId="274"/>
            <ac:inkMk id="64" creationId="{E114BBD9-9121-F3D0-2E8D-F0035A4EE5ED}"/>
          </ac:inkMkLst>
        </pc:inkChg>
        <pc:inkChg chg="add mod">
          <ac:chgData name="Rodica Ioana Lung" userId="64ee56e8d7162e1e" providerId="LiveId" clId="{0F6830A5-18AB-4F1B-8BBB-DA235794CEC1}" dt="2025-12-16T15:41:04.440" v="309"/>
          <ac:inkMkLst>
            <pc:docMk/>
            <pc:sldMk cId="3099830041" sldId="274"/>
            <ac:inkMk id="65" creationId="{B90D2C99-E095-1960-E70C-8B3234C13A72}"/>
          </ac:inkMkLst>
        </pc:inkChg>
        <pc:inkChg chg="add mod">
          <ac:chgData name="Rodica Ioana Lung" userId="64ee56e8d7162e1e" providerId="LiveId" clId="{0F6830A5-18AB-4F1B-8BBB-DA235794CEC1}" dt="2025-12-16T15:39:49.987" v="255"/>
          <ac:inkMkLst>
            <pc:docMk/>
            <pc:sldMk cId="3099830041" sldId="274"/>
            <ac:inkMk id="66" creationId="{980D55A7-6E90-9675-33C6-C1F4A8AA65D6}"/>
          </ac:inkMkLst>
        </pc:inkChg>
        <pc:inkChg chg="add mod">
          <ac:chgData name="Rodica Ioana Lung" userId="64ee56e8d7162e1e" providerId="LiveId" clId="{0F6830A5-18AB-4F1B-8BBB-DA235794CEC1}" dt="2025-12-16T15:39:01.864" v="222"/>
          <ac:inkMkLst>
            <pc:docMk/>
            <pc:sldMk cId="3099830041" sldId="274"/>
            <ac:inkMk id="67" creationId="{4ECC87F0-5644-19A5-C14C-1DECFCA264F0}"/>
          </ac:inkMkLst>
        </pc:inkChg>
        <pc:inkChg chg="add mod">
          <ac:chgData name="Rodica Ioana Lung" userId="64ee56e8d7162e1e" providerId="LiveId" clId="{0F6830A5-18AB-4F1B-8BBB-DA235794CEC1}" dt="2025-12-16T15:38:26.017" v="194"/>
          <ac:inkMkLst>
            <pc:docMk/>
            <pc:sldMk cId="3099830041" sldId="274"/>
            <ac:inkMk id="69" creationId="{B65E43D4-5EFE-D03B-4928-6CD3DF3BEAE0}"/>
          </ac:inkMkLst>
        </pc:inkChg>
        <pc:inkChg chg="add del mod">
          <ac:chgData name="Rodica Ioana Lung" userId="64ee56e8d7162e1e" providerId="LiveId" clId="{0F6830A5-18AB-4F1B-8BBB-DA235794CEC1}" dt="2025-12-16T15:38:27.623" v="200"/>
          <ac:inkMkLst>
            <pc:docMk/>
            <pc:sldMk cId="3099830041" sldId="274"/>
            <ac:inkMk id="70" creationId="{A91DF3B4-DBC6-461E-0A78-16721CDE8799}"/>
          </ac:inkMkLst>
        </pc:inkChg>
        <pc:inkChg chg="add">
          <ac:chgData name="Rodica Ioana Lung" userId="64ee56e8d7162e1e" providerId="LiveId" clId="{0F6830A5-18AB-4F1B-8BBB-DA235794CEC1}" dt="2025-12-16T15:37:20.728" v="156" actId="9405"/>
          <ac:inkMkLst>
            <pc:docMk/>
            <pc:sldMk cId="3099830041" sldId="274"/>
            <ac:inkMk id="71" creationId="{0CF7CB08-09FB-B6DA-D10F-20CF58C00C5A}"/>
          </ac:inkMkLst>
        </pc:inkChg>
        <pc:inkChg chg="add">
          <ac:chgData name="Rodica Ioana Lung" userId="64ee56e8d7162e1e" providerId="LiveId" clId="{0F6830A5-18AB-4F1B-8BBB-DA235794CEC1}" dt="2025-12-16T15:37:21.225" v="157" actId="9405"/>
          <ac:inkMkLst>
            <pc:docMk/>
            <pc:sldMk cId="3099830041" sldId="274"/>
            <ac:inkMk id="72" creationId="{C43E0E6A-6B0B-56BF-6655-AF75A197F783}"/>
          </ac:inkMkLst>
        </pc:inkChg>
        <pc:inkChg chg="add mod">
          <ac:chgData name="Rodica Ioana Lung" userId="64ee56e8d7162e1e" providerId="LiveId" clId="{0F6830A5-18AB-4F1B-8BBB-DA235794CEC1}" dt="2025-12-16T15:38:34.614" v="205"/>
          <ac:inkMkLst>
            <pc:docMk/>
            <pc:sldMk cId="3099830041" sldId="274"/>
            <ac:inkMk id="74" creationId="{9919E302-17B1-819F-6124-D725DE2EFF8C}"/>
          </ac:inkMkLst>
        </pc:inkChg>
        <pc:inkChg chg="add">
          <ac:chgData name="Rodica Ioana Lung" userId="64ee56e8d7162e1e" providerId="LiveId" clId="{0F6830A5-18AB-4F1B-8BBB-DA235794CEC1}" dt="2025-12-16T15:37:28.791" v="160" actId="9405"/>
          <ac:inkMkLst>
            <pc:docMk/>
            <pc:sldMk cId="3099830041" sldId="274"/>
            <ac:inkMk id="75" creationId="{DBD6665C-9347-04E9-CB10-FE49E731D948}"/>
          </ac:inkMkLst>
        </pc:inkChg>
        <pc:inkChg chg="add mod">
          <ac:chgData name="Rodica Ioana Lung" userId="64ee56e8d7162e1e" providerId="LiveId" clId="{0F6830A5-18AB-4F1B-8BBB-DA235794CEC1}" dt="2025-12-16T15:37:31.096" v="163"/>
          <ac:inkMkLst>
            <pc:docMk/>
            <pc:sldMk cId="3099830041" sldId="274"/>
            <ac:inkMk id="76" creationId="{CAAFF34D-6E7F-FA01-C48E-460872322CCD}"/>
          </ac:inkMkLst>
        </pc:inkChg>
        <pc:inkChg chg="add mod">
          <ac:chgData name="Rodica Ioana Lung" userId="64ee56e8d7162e1e" providerId="LiveId" clId="{0F6830A5-18AB-4F1B-8BBB-DA235794CEC1}" dt="2025-12-16T15:37:31.096" v="163"/>
          <ac:inkMkLst>
            <pc:docMk/>
            <pc:sldMk cId="3099830041" sldId="274"/>
            <ac:inkMk id="77" creationId="{1288E66A-639D-3269-8509-CFCDC1DB9D9D}"/>
          </ac:inkMkLst>
        </pc:inkChg>
        <pc:inkChg chg="add mod">
          <ac:chgData name="Rodica Ioana Lung" userId="64ee56e8d7162e1e" providerId="LiveId" clId="{0F6830A5-18AB-4F1B-8BBB-DA235794CEC1}" dt="2025-12-16T15:38:40.578" v="213"/>
          <ac:inkMkLst>
            <pc:docMk/>
            <pc:sldMk cId="3099830041" sldId="274"/>
            <ac:inkMk id="79" creationId="{2E20BBCE-B625-9D54-9BBD-6C137383AB77}"/>
          </ac:inkMkLst>
        </pc:inkChg>
        <pc:inkChg chg="add mod">
          <ac:chgData name="Rodica Ioana Lung" userId="64ee56e8d7162e1e" providerId="LiveId" clId="{0F6830A5-18AB-4F1B-8BBB-DA235794CEC1}" dt="2025-12-16T15:37:36.759" v="168"/>
          <ac:inkMkLst>
            <pc:docMk/>
            <pc:sldMk cId="3099830041" sldId="274"/>
            <ac:inkMk id="80" creationId="{0B967A4B-3554-EC3E-7D5B-AB768F4A22CC}"/>
          </ac:inkMkLst>
        </pc:inkChg>
        <pc:inkChg chg="add mod">
          <ac:chgData name="Rodica Ioana Lung" userId="64ee56e8d7162e1e" providerId="LiveId" clId="{0F6830A5-18AB-4F1B-8BBB-DA235794CEC1}" dt="2025-12-16T15:41:10.894" v="313"/>
          <ac:inkMkLst>
            <pc:docMk/>
            <pc:sldMk cId="3099830041" sldId="274"/>
            <ac:inkMk id="81" creationId="{7D56FEEE-02AE-C52E-AD0A-9AAE7F68DB0C}"/>
          </ac:inkMkLst>
        </pc:inkChg>
        <pc:inkChg chg="add mod">
          <ac:chgData name="Rodica Ioana Lung" userId="64ee56e8d7162e1e" providerId="LiveId" clId="{0F6830A5-18AB-4F1B-8BBB-DA235794CEC1}" dt="2025-12-16T15:41:10.894" v="313"/>
          <ac:inkMkLst>
            <pc:docMk/>
            <pc:sldMk cId="3099830041" sldId="274"/>
            <ac:inkMk id="82" creationId="{F82BD3EB-B16D-42E4-074E-31A90506B34E}"/>
          </ac:inkMkLst>
        </pc:inkChg>
        <pc:inkChg chg="add del mod">
          <ac:chgData name="Rodica Ioana Lung" userId="64ee56e8d7162e1e" providerId="LiveId" clId="{0F6830A5-18AB-4F1B-8BBB-DA235794CEC1}" dt="2025-12-16T15:38:26.018" v="195"/>
          <ac:inkMkLst>
            <pc:docMk/>
            <pc:sldMk cId="3099830041" sldId="274"/>
            <ac:inkMk id="85" creationId="{F844CA81-18E6-0D7A-1A91-6E7B2CDA5F10}"/>
          </ac:inkMkLst>
        </pc:inkChg>
        <pc:inkChg chg="add del mod">
          <ac:chgData name="Rodica Ioana Lung" userId="64ee56e8d7162e1e" providerId="LiveId" clId="{0F6830A5-18AB-4F1B-8BBB-DA235794CEC1}" dt="2025-12-16T15:38:26.017" v="194"/>
          <ac:inkMkLst>
            <pc:docMk/>
            <pc:sldMk cId="3099830041" sldId="274"/>
            <ac:inkMk id="86" creationId="{9EDADF8F-350A-B9E0-B4F2-9BE037BB0AF0}"/>
          </ac:inkMkLst>
        </pc:inkChg>
        <pc:inkChg chg="add">
          <ac:chgData name="Rodica Ioana Lung" userId="64ee56e8d7162e1e" providerId="LiveId" clId="{0F6830A5-18AB-4F1B-8BBB-DA235794CEC1}" dt="2025-12-16T15:37:38.946" v="171" actId="9405"/>
          <ac:inkMkLst>
            <pc:docMk/>
            <pc:sldMk cId="3099830041" sldId="274"/>
            <ac:inkMk id="87" creationId="{800C58A3-DD5B-23E5-905F-9A4ED792E0F5}"/>
          </ac:inkMkLst>
        </pc:inkChg>
        <pc:inkChg chg="add del mod">
          <ac:chgData name="Rodica Ioana Lung" userId="64ee56e8d7162e1e" providerId="LiveId" clId="{0F6830A5-18AB-4F1B-8BBB-DA235794CEC1}" dt="2025-12-16T15:38:27.066" v="197"/>
          <ac:inkMkLst>
            <pc:docMk/>
            <pc:sldMk cId="3099830041" sldId="274"/>
            <ac:inkMk id="88" creationId="{77C1D039-660F-C26D-1DC5-4644B0EF707F}"/>
          </ac:inkMkLst>
        </pc:inkChg>
        <pc:inkChg chg="add del mod">
          <ac:chgData name="Rodica Ioana Lung" userId="64ee56e8d7162e1e" providerId="LiveId" clId="{0F6830A5-18AB-4F1B-8BBB-DA235794CEC1}" dt="2025-12-16T15:38:27.622" v="199"/>
          <ac:inkMkLst>
            <pc:docMk/>
            <pc:sldMk cId="3099830041" sldId="274"/>
            <ac:inkMk id="90" creationId="{4EE3BB28-19C0-3E06-3576-228B4AD2C7FB}"/>
          </ac:inkMkLst>
        </pc:inkChg>
        <pc:inkChg chg="add del mod">
          <ac:chgData name="Rodica Ioana Lung" userId="64ee56e8d7162e1e" providerId="LiveId" clId="{0F6830A5-18AB-4F1B-8BBB-DA235794CEC1}" dt="2025-12-16T15:38:27.623" v="201"/>
          <ac:inkMkLst>
            <pc:docMk/>
            <pc:sldMk cId="3099830041" sldId="274"/>
            <ac:inkMk id="91" creationId="{8A20AF7F-9ED5-A512-5B60-94B3101DB6B3}"/>
          </ac:inkMkLst>
        </pc:inkChg>
        <pc:inkChg chg="add">
          <ac:chgData name="Rodica Ioana Lung" userId="64ee56e8d7162e1e" providerId="LiveId" clId="{0F6830A5-18AB-4F1B-8BBB-DA235794CEC1}" dt="2025-12-16T15:37:58.857" v="177" actId="9405"/>
          <ac:inkMkLst>
            <pc:docMk/>
            <pc:sldMk cId="3099830041" sldId="274"/>
            <ac:inkMk id="93" creationId="{4DBF83A3-C5C5-D91D-8E2F-8611D3595BEB}"/>
          </ac:inkMkLst>
        </pc:inkChg>
        <pc:inkChg chg="add mod">
          <ac:chgData name="Rodica Ioana Lung" userId="64ee56e8d7162e1e" providerId="LiveId" clId="{0F6830A5-18AB-4F1B-8BBB-DA235794CEC1}" dt="2025-12-16T15:38:03.754" v="180"/>
          <ac:inkMkLst>
            <pc:docMk/>
            <pc:sldMk cId="3099830041" sldId="274"/>
            <ac:inkMk id="94" creationId="{F04F5811-9963-C0BA-E4FC-58A73B7E4C25}"/>
          </ac:inkMkLst>
        </pc:inkChg>
        <pc:inkChg chg="add mod">
          <ac:chgData name="Rodica Ioana Lung" userId="64ee56e8d7162e1e" providerId="LiveId" clId="{0F6830A5-18AB-4F1B-8BBB-DA235794CEC1}" dt="2025-12-16T15:38:03.754" v="180"/>
          <ac:inkMkLst>
            <pc:docMk/>
            <pc:sldMk cId="3099830041" sldId="274"/>
            <ac:inkMk id="95" creationId="{C0084472-4050-FE50-0DBF-2B94B61E3D93}"/>
          </ac:inkMkLst>
        </pc:inkChg>
        <pc:inkChg chg="add">
          <ac:chgData name="Rodica Ioana Lung" userId="64ee56e8d7162e1e" providerId="LiveId" clId="{0F6830A5-18AB-4F1B-8BBB-DA235794CEC1}" dt="2025-12-16T15:38:07.998" v="181" actId="9405"/>
          <ac:inkMkLst>
            <pc:docMk/>
            <pc:sldMk cId="3099830041" sldId="274"/>
            <ac:inkMk id="97" creationId="{E2C0C76A-0F7E-8425-A8BA-FC87767952A5}"/>
          </ac:inkMkLst>
        </pc:inkChg>
        <pc:inkChg chg="add">
          <ac:chgData name="Rodica Ioana Lung" userId="64ee56e8d7162e1e" providerId="LiveId" clId="{0F6830A5-18AB-4F1B-8BBB-DA235794CEC1}" dt="2025-12-16T15:38:08.420" v="182" actId="9405"/>
          <ac:inkMkLst>
            <pc:docMk/>
            <pc:sldMk cId="3099830041" sldId="274"/>
            <ac:inkMk id="98" creationId="{C29CACB9-4B58-F011-C463-F83293A93A14}"/>
          </ac:inkMkLst>
        </pc:inkChg>
        <pc:inkChg chg="add">
          <ac:chgData name="Rodica Ioana Lung" userId="64ee56e8d7162e1e" providerId="LiveId" clId="{0F6830A5-18AB-4F1B-8BBB-DA235794CEC1}" dt="2025-12-16T15:38:14.304" v="183" actId="9405"/>
          <ac:inkMkLst>
            <pc:docMk/>
            <pc:sldMk cId="3099830041" sldId="274"/>
            <ac:inkMk id="99" creationId="{6FC89FBA-915F-ECED-406C-7AAD05A0B084}"/>
          </ac:inkMkLst>
        </pc:inkChg>
        <pc:inkChg chg="add">
          <ac:chgData name="Rodica Ioana Lung" userId="64ee56e8d7162e1e" providerId="LiveId" clId="{0F6830A5-18AB-4F1B-8BBB-DA235794CEC1}" dt="2025-12-16T15:38:15.239" v="184" actId="9405"/>
          <ac:inkMkLst>
            <pc:docMk/>
            <pc:sldMk cId="3099830041" sldId="274"/>
            <ac:inkMk id="100" creationId="{B7068EFD-5FCF-FBD5-4294-9E5CB33256D2}"/>
          </ac:inkMkLst>
        </pc:inkChg>
        <pc:inkChg chg="add">
          <ac:chgData name="Rodica Ioana Lung" userId="64ee56e8d7162e1e" providerId="LiveId" clId="{0F6830A5-18AB-4F1B-8BBB-DA235794CEC1}" dt="2025-12-16T15:38:17.355" v="185" actId="9405"/>
          <ac:inkMkLst>
            <pc:docMk/>
            <pc:sldMk cId="3099830041" sldId="274"/>
            <ac:inkMk id="101" creationId="{B6DB7D2A-6B5D-BE51-5A3C-42353A7C847F}"/>
          </ac:inkMkLst>
        </pc:inkChg>
        <pc:inkChg chg="add">
          <ac:chgData name="Rodica Ioana Lung" userId="64ee56e8d7162e1e" providerId="LiveId" clId="{0F6830A5-18AB-4F1B-8BBB-DA235794CEC1}" dt="2025-12-16T15:38:19.966" v="186" actId="9405"/>
          <ac:inkMkLst>
            <pc:docMk/>
            <pc:sldMk cId="3099830041" sldId="274"/>
            <ac:inkMk id="102" creationId="{4426546E-F8AA-26B4-17C7-3E7703392297}"/>
          </ac:inkMkLst>
        </pc:inkChg>
        <pc:inkChg chg="add mod">
          <ac:chgData name="Rodica Ioana Lung" userId="64ee56e8d7162e1e" providerId="LiveId" clId="{0F6830A5-18AB-4F1B-8BBB-DA235794CEC1}" dt="2025-12-16T15:38:50.420" v="217"/>
          <ac:inkMkLst>
            <pc:docMk/>
            <pc:sldMk cId="3099830041" sldId="274"/>
            <ac:inkMk id="103" creationId="{9DC10800-6544-65BE-5DAD-A7AB9819756D}"/>
          </ac:inkMkLst>
        </pc:inkChg>
        <pc:inkChg chg="add mod">
          <ac:chgData name="Rodica Ioana Lung" userId="64ee56e8d7162e1e" providerId="LiveId" clId="{0F6830A5-18AB-4F1B-8BBB-DA235794CEC1}" dt="2025-12-16T15:41:04.440" v="309"/>
          <ac:inkMkLst>
            <pc:docMk/>
            <pc:sldMk cId="3099830041" sldId="274"/>
            <ac:inkMk id="104" creationId="{F15BAAAC-972B-74F5-CE08-740C1603E80F}"/>
          </ac:inkMkLst>
        </pc:inkChg>
        <pc:inkChg chg="add">
          <ac:chgData name="Rodica Ioana Lung" userId="64ee56e8d7162e1e" providerId="LiveId" clId="{0F6830A5-18AB-4F1B-8BBB-DA235794CEC1}" dt="2025-12-16T15:38:33.914" v="204" actId="9405"/>
          <ac:inkMkLst>
            <pc:docMk/>
            <pc:sldMk cId="3099830041" sldId="274"/>
            <ac:inkMk id="105" creationId="{5154ED7F-8C41-12A8-7BFA-899515B71B9D}"/>
          </ac:inkMkLst>
        </pc:inkChg>
        <pc:inkChg chg="add">
          <ac:chgData name="Rodica Ioana Lung" userId="64ee56e8d7162e1e" providerId="LiveId" clId="{0F6830A5-18AB-4F1B-8BBB-DA235794CEC1}" dt="2025-12-16T15:38:35.285" v="206" actId="9405"/>
          <ac:inkMkLst>
            <pc:docMk/>
            <pc:sldMk cId="3099830041" sldId="274"/>
            <ac:inkMk id="107" creationId="{40B4FFC3-C0F0-9CF3-3732-D93A43C9B620}"/>
          </ac:inkMkLst>
        </pc:inkChg>
        <pc:inkChg chg="add mod">
          <ac:chgData name="Rodica Ioana Lung" userId="64ee56e8d7162e1e" providerId="LiveId" clId="{0F6830A5-18AB-4F1B-8BBB-DA235794CEC1}" dt="2025-12-16T15:41:04.440" v="309"/>
          <ac:inkMkLst>
            <pc:docMk/>
            <pc:sldMk cId="3099830041" sldId="274"/>
            <ac:inkMk id="108" creationId="{C949607F-1F88-2612-9868-F73F38CB48E0}"/>
          </ac:inkMkLst>
        </pc:inkChg>
        <pc:inkChg chg="add mod">
          <ac:chgData name="Rodica Ioana Lung" userId="64ee56e8d7162e1e" providerId="LiveId" clId="{0F6830A5-18AB-4F1B-8BBB-DA235794CEC1}" dt="2025-12-16T15:39:19.465" v="234"/>
          <ac:inkMkLst>
            <pc:docMk/>
            <pc:sldMk cId="3099830041" sldId="274"/>
            <ac:inkMk id="109" creationId="{E60D0E64-C7E6-D7BC-7C5C-401548153663}"/>
          </ac:inkMkLst>
        </pc:inkChg>
        <pc:inkChg chg="add">
          <ac:chgData name="Rodica Ioana Lung" userId="64ee56e8d7162e1e" providerId="LiveId" clId="{0F6830A5-18AB-4F1B-8BBB-DA235794CEC1}" dt="2025-12-16T15:38:38.276" v="209" actId="9405"/>
          <ac:inkMkLst>
            <pc:docMk/>
            <pc:sldMk cId="3099830041" sldId="274"/>
            <ac:inkMk id="110" creationId="{D0A16F1C-2CA5-F14D-41C1-E8D8F42B469F}"/>
          </ac:inkMkLst>
        </pc:inkChg>
        <pc:inkChg chg="add mod">
          <ac:chgData name="Rodica Ioana Lung" userId="64ee56e8d7162e1e" providerId="LiveId" clId="{0F6830A5-18AB-4F1B-8BBB-DA235794CEC1}" dt="2025-12-16T15:39:19.465" v="234"/>
          <ac:inkMkLst>
            <pc:docMk/>
            <pc:sldMk cId="3099830041" sldId="274"/>
            <ac:inkMk id="111" creationId="{F43CE2FB-F235-72AF-98EC-64B883EECAB3}"/>
          </ac:inkMkLst>
        </pc:inkChg>
        <pc:inkChg chg="add mod">
          <ac:chgData name="Rodica Ioana Lung" userId="64ee56e8d7162e1e" providerId="LiveId" clId="{0F6830A5-18AB-4F1B-8BBB-DA235794CEC1}" dt="2025-12-16T15:41:04.440" v="309"/>
          <ac:inkMkLst>
            <pc:docMk/>
            <pc:sldMk cId="3099830041" sldId="274"/>
            <ac:inkMk id="112" creationId="{F1196EAD-5A7E-04E7-841A-390E3A372242}"/>
          </ac:inkMkLst>
        </pc:inkChg>
        <pc:inkChg chg="add">
          <ac:chgData name="Rodica Ioana Lung" userId="64ee56e8d7162e1e" providerId="LiveId" clId="{0F6830A5-18AB-4F1B-8BBB-DA235794CEC1}" dt="2025-12-16T15:38:39.906" v="212" actId="9405"/>
          <ac:inkMkLst>
            <pc:docMk/>
            <pc:sldMk cId="3099830041" sldId="274"/>
            <ac:inkMk id="113" creationId="{8ED066FE-351E-923E-B551-B6094AAEBDB5}"/>
          </ac:inkMkLst>
        </pc:inkChg>
        <pc:inkChg chg="add mod">
          <ac:chgData name="Rodica Ioana Lung" userId="64ee56e8d7162e1e" providerId="LiveId" clId="{0F6830A5-18AB-4F1B-8BBB-DA235794CEC1}" dt="2025-12-16T15:39:01.864" v="222"/>
          <ac:inkMkLst>
            <pc:docMk/>
            <pc:sldMk cId="3099830041" sldId="274"/>
            <ac:inkMk id="116" creationId="{452DA705-58C6-20BA-A382-320AFA82EC5D}"/>
          </ac:inkMkLst>
        </pc:inkChg>
        <pc:inkChg chg="add mod">
          <ac:chgData name="Rodica Ioana Lung" userId="64ee56e8d7162e1e" providerId="LiveId" clId="{0F6830A5-18AB-4F1B-8BBB-DA235794CEC1}" dt="2025-12-16T15:38:58.477" v="219"/>
          <ac:inkMkLst>
            <pc:docMk/>
            <pc:sldMk cId="3099830041" sldId="274"/>
            <ac:inkMk id="117" creationId="{6B858E59-00E6-E6D3-B14D-4994DB4025CE}"/>
          </ac:inkMkLst>
        </pc:inkChg>
        <pc:inkChg chg="add mod">
          <ac:chgData name="Rodica Ioana Lung" userId="64ee56e8d7162e1e" providerId="LiveId" clId="{0F6830A5-18AB-4F1B-8BBB-DA235794CEC1}" dt="2025-12-16T15:39:01.864" v="222"/>
          <ac:inkMkLst>
            <pc:docMk/>
            <pc:sldMk cId="3099830041" sldId="274"/>
            <ac:inkMk id="118" creationId="{03DC852C-3596-7A75-28B5-F491EF86352E}"/>
          </ac:inkMkLst>
        </pc:inkChg>
        <pc:inkChg chg="add mod">
          <ac:chgData name="Rodica Ioana Lung" userId="64ee56e8d7162e1e" providerId="LiveId" clId="{0F6830A5-18AB-4F1B-8BBB-DA235794CEC1}" dt="2025-12-16T15:39:19.465" v="234"/>
          <ac:inkMkLst>
            <pc:docMk/>
            <pc:sldMk cId="3099830041" sldId="274"/>
            <ac:inkMk id="120" creationId="{1976950C-8682-7712-E004-D7E9DD6539C4}"/>
          </ac:inkMkLst>
        </pc:inkChg>
        <pc:inkChg chg="add mod">
          <ac:chgData name="Rodica Ioana Lung" userId="64ee56e8d7162e1e" providerId="LiveId" clId="{0F6830A5-18AB-4F1B-8BBB-DA235794CEC1}" dt="2025-12-16T15:39:15.736" v="231"/>
          <ac:inkMkLst>
            <pc:docMk/>
            <pc:sldMk cId="3099830041" sldId="274"/>
            <ac:inkMk id="122" creationId="{658CE392-9B69-074C-E482-F41EBFB1E419}"/>
          </ac:inkMkLst>
        </pc:inkChg>
        <pc:inkChg chg="add mod">
          <ac:chgData name="Rodica Ioana Lung" userId="64ee56e8d7162e1e" providerId="LiveId" clId="{0F6830A5-18AB-4F1B-8BBB-DA235794CEC1}" dt="2025-12-16T15:41:04.440" v="309"/>
          <ac:inkMkLst>
            <pc:docMk/>
            <pc:sldMk cId="3099830041" sldId="274"/>
            <ac:inkMk id="123" creationId="{D51C9400-0D36-F37B-4AA6-B3FF3888DA8B}"/>
          </ac:inkMkLst>
        </pc:inkChg>
        <pc:inkChg chg="add mod">
          <ac:chgData name="Rodica Ioana Lung" userId="64ee56e8d7162e1e" providerId="LiveId" clId="{0F6830A5-18AB-4F1B-8BBB-DA235794CEC1}" dt="2025-12-16T15:39:08.796" v="227"/>
          <ac:inkMkLst>
            <pc:docMk/>
            <pc:sldMk cId="3099830041" sldId="274"/>
            <ac:inkMk id="125" creationId="{843CD45C-79AE-C1F7-BDA8-67B58DF6595E}"/>
          </ac:inkMkLst>
        </pc:inkChg>
        <pc:inkChg chg="add">
          <ac:chgData name="Rodica Ioana Lung" userId="64ee56e8d7162e1e" providerId="LiveId" clId="{0F6830A5-18AB-4F1B-8BBB-DA235794CEC1}" dt="2025-12-16T15:39:06.660" v="224" actId="9405"/>
          <ac:inkMkLst>
            <pc:docMk/>
            <pc:sldMk cId="3099830041" sldId="274"/>
            <ac:inkMk id="126" creationId="{75F5D453-3110-FCF3-5982-ECF89B500E82}"/>
          </ac:inkMkLst>
        </pc:inkChg>
        <pc:inkChg chg="add mod">
          <ac:chgData name="Rodica Ioana Lung" userId="64ee56e8d7162e1e" providerId="LiveId" clId="{0F6830A5-18AB-4F1B-8BBB-DA235794CEC1}" dt="2025-12-16T15:39:08.796" v="227"/>
          <ac:inkMkLst>
            <pc:docMk/>
            <pc:sldMk cId="3099830041" sldId="274"/>
            <ac:inkMk id="127" creationId="{F3EC93C4-9F64-AB11-53F4-E726EDB8C3A0}"/>
          </ac:inkMkLst>
        </pc:inkChg>
        <pc:inkChg chg="add mod">
          <ac:chgData name="Rodica Ioana Lung" userId="64ee56e8d7162e1e" providerId="LiveId" clId="{0F6830A5-18AB-4F1B-8BBB-DA235794CEC1}" dt="2025-12-16T15:39:08.796" v="227"/>
          <ac:inkMkLst>
            <pc:docMk/>
            <pc:sldMk cId="3099830041" sldId="274"/>
            <ac:inkMk id="128" creationId="{32FE77B6-8224-0161-2C85-01DF3C9F3139}"/>
          </ac:inkMkLst>
        </pc:inkChg>
        <pc:inkChg chg="add">
          <ac:chgData name="Rodica Ioana Lung" userId="64ee56e8d7162e1e" providerId="LiveId" clId="{0F6830A5-18AB-4F1B-8BBB-DA235794CEC1}" dt="2025-12-16T15:39:11" v="228" actId="9405"/>
          <ac:inkMkLst>
            <pc:docMk/>
            <pc:sldMk cId="3099830041" sldId="274"/>
            <ac:inkMk id="130" creationId="{4A42B1E1-DA6B-46F4-9CCF-FFCE03080EC5}"/>
          </ac:inkMkLst>
        </pc:inkChg>
        <pc:inkChg chg="add mod">
          <ac:chgData name="Rodica Ioana Lung" userId="64ee56e8d7162e1e" providerId="LiveId" clId="{0F6830A5-18AB-4F1B-8BBB-DA235794CEC1}" dt="2025-12-16T15:41:04.440" v="309"/>
          <ac:inkMkLst>
            <pc:docMk/>
            <pc:sldMk cId="3099830041" sldId="274"/>
            <ac:inkMk id="131" creationId="{AE41D4D5-D152-B82A-1C41-7D67A7D3401E}"/>
          </ac:inkMkLst>
        </pc:inkChg>
        <pc:inkChg chg="add">
          <ac:chgData name="Rodica Ioana Lung" userId="64ee56e8d7162e1e" providerId="LiveId" clId="{0F6830A5-18AB-4F1B-8BBB-DA235794CEC1}" dt="2025-12-16T15:39:15.145" v="230" actId="9405"/>
          <ac:inkMkLst>
            <pc:docMk/>
            <pc:sldMk cId="3099830041" sldId="274"/>
            <ac:inkMk id="132" creationId="{CF8C3CCE-A3B4-F093-9E1E-61437B21FE24}"/>
          </ac:inkMkLst>
        </pc:inkChg>
        <pc:inkChg chg="add">
          <ac:chgData name="Rodica Ioana Lung" userId="64ee56e8d7162e1e" providerId="LiveId" clId="{0F6830A5-18AB-4F1B-8BBB-DA235794CEC1}" dt="2025-12-16T15:39:17.992" v="232" actId="9405"/>
          <ac:inkMkLst>
            <pc:docMk/>
            <pc:sldMk cId="3099830041" sldId="274"/>
            <ac:inkMk id="134" creationId="{558E7C34-0E42-3C16-1F76-71821123E409}"/>
          </ac:inkMkLst>
        </pc:inkChg>
        <pc:inkChg chg="add mod">
          <ac:chgData name="Rodica Ioana Lung" userId="64ee56e8d7162e1e" providerId="LiveId" clId="{0F6830A5-18AB-4F1B-8BBB-DA235794CEC1}" dt="2025-12-16T15:39:19.465" v="234"/>
          <ac:inkMkLst>
            <pc:docMk/>
            <pc:sldMk cId="3099830041" sldId="274"/>
            <ac:inkMk id="135" creationId="{DBE6043B-3003-9CBF-BC21-EC67A5079501}"/>
          </ac:inkMkLst>
        </pc:inkChg>
        <pc:inkChg chg="add">
          <ac:chgData name="Rodica Ioana Lung" userId="64ee56e8d7162e1e" providerId="LiveId" clId="{0F6830A5-18AB-4F1B-8BBB-DA235794CEC1}" dt="2025-12-16T15:39:20.522" v="235" actId="9405"/>
          <ac:inkMkLst>
            <pc:docMk/>
            <pc:sldMk cId="3099830041" sldId="274"/>
            <ac:inkMk id="138" creationId="{00DF9BE1-C874-C806-01B5-72AE266A854B}"/>
          </ac:inkMkLst>
        </pc:inkChg>
        <pc:inkChg chg="add">
          <ac:chgData name="Rodica Ioana Lung" userId="64ee56e8d7162e1e" providerId="LiveId" clId="{0F6830A5-18AB-4F1B-8BBB-DA235794CEC1}" dt="2025-12-16T15:39:21.305" v="236" actId="9405"/>
          <ac:inkMkLst>
            <pc:docMk/>
            <pc:sldMk cId="3099830041" sldId="274"/>
            <ac:inkMk id="139" creationId="{0C87A766-B186-3DF1-F5AC-C89A4B5E07BB}"/>
          </ac:inkMkLst>
        </pc:inkChg>
        <pc:inkChg chg="add">
          <ac:chgData name="Rodica Ioana Lung" userId="64ee56e8d7162e1e" providerId="LiveId" clId="{0F6830A5-18AB-4F1B-8BBB-DA235794CEC1}" dt="2025-12-16T15:39:21.806" v="237" actId="9405"/>
          <ac:inkMkLst>
            <pc:docMk/>
            <pc:sldMk cId="3099830041" sldId="274"/>
            <ac:inkMk id="140" creationId="{3134485D-8376-55DC-8073-565C1C1772DF}"/>
          </ac:inkMkLst>
        </pc:inkChg>
        <pc:inkChg chg="add">
          <ac:chgData name="Rodica Ioana Lung" userId="64ee56e8d7162e1e" providerId="LiveId" clId="{0F6830A5-18AB-4F1B-8BBB-DA235794CEC1}" dt="2025-12-16T15:39:22.148" v="238" actId="9405"/>
          <ac:inkMkLst>
            <pc:docMk/>
            <pc:sldMk cId="3099830041" sldId="274"/>
            <ac:inkMk id="141" creationId="{E7AE4913-79DF-CAEB-C06B-582900374AD2}"/>
          </ac:inkMkLst>
        </pc:inkChg>
        <pc:inkChg chg="add mod">
          <ac:chgData name="Rodica Ioana Lung" userId="64ee56e8d7162e1e" providerId="LiveId" clId="{0F6830A5-18AB-4F1B-8BBB-DA235794CEC1}" dt="2025-12-16T15:39:30.975" v="244"/>
          <ac:inkMkLst>
            <pc:docMk/>
            <pc:sldMk cId="3099830041" sldId="274"/>
            <ac:inkMk id="144" creationId="{14EDE05B-8EF0-BEDA-F057-F187720DB08A}"/>
          </ac:inkMkLst>
        </pc:inkChg>
        <pc:inkChg chg="add mod">
          <ac:chgData name="Rodica Ioana Lung" userId="64ee56e8d7162e1e" providerId="LiveId" clId="{0F6830A5-18AB-4F1B-8BBB-DA235794CEC1}" dt="2025-12-16T15:39:30.975" v="244"/>
          <ac:inkMkLst>
            <pc:docMk/>
            <pc:sldMk cId="3099830041" sldId="274"/>
            <ac:inkMk id="145" creationId="{648C1A81-D7C5-0FFE-65A1-1D96AC0FD395}"/>
          </ac:inkMkLst>
        </pc:inkChg>
        <pc:inkChg chg="add mod">
          <ac:chgData name="Rodica Ioana Lung" userId="64ee56e8d7162e1e" providerId="LiveId" clId="{0F6830A5-18AB-4F1B-8BBB-DA235794CEC1}" dt="2025-12-16T15:39:30.975" v="244"/>
          <ac:inkMkLst>
            <pc:docMk/>
            <pc:sldMk cId="3099830041" sldId="274"/>
            <ac:inkMk id="146" creationId="{036CAE89-6395-2450-9257-33CD90F67ACE}"/>
          </ac:inkMkLst>
        </pc:inkChg>
        <pc:inkChg chg="add mod">
          <ac:chgData name="Rodica Ioana Lung" userId="64ee56e8d7162e1e" providerId="LiveId" clId="{0F6830A5-18AB-4F1B-8BBB-DA235794CEC1}" dt="2025-12-16T15:39:30.975" v="244"/>
          <ac:inkMkLst>
            <pc:docMk/>
            <pc:sldMk cId="3099830041" sldId="274"/>
            <ac:inkMk id="147" creationId="{B4AD214E-C775-4C69-0A4D-4837C057CD29}"/>
          </ac:inkMkLst>
        </pc:inkChg>
        <pc:inkChg chg="add mod">
          <ac:chgData name="Rodica Ioana Lung" userId="64ee56e8d7162e1e" providerId="LiveId" clId="{0F6830A5-18AB-4F1B-8BBB-DA235794CEC1}" dt="2025-12-16T15:39:40.473" v="250"/>
          <ac:inkMkLst>
            <pc:docMk/>
            <pc:sldMk cId="3099830041" sldId="274"/>
            <ac:inkMk id="149" creationId="{C8C878CA-36A5-A0A6-F127-1B566C3AD70A}"/>
          </ac:inkMkLst>
        </pc:inkChg>
        <pc:inkChg chg="add mod">
          <ac:chgData name="Rodica Ioana Lung" userId="64ee56e8d7162e1e" providerId="LiveId" clId="{0F6830A5-18AB-4F1B-8BBB-DA235794CEC1}" dt="2025-12-16T15:39:40.473" v="250"/>
          <ac:inkMkLst>
            <pc:docMk/>
            <pc:sldMk cId="3099830041" sldId="274"/>
            <ac:inkMk id="150" creationId="{97A03236-002B-9526-7044-16E740554650}"/>
          </ac:inkMkLst>
        </pc:inkChg>
        <pc:inkChg chg="add mod">
          <ac:chgData name="Rodica Ioana Lung" userId="64ee56e8d7162e1e" providerId="LiveId" clId="{0F6830A5-18AB-4F1B-8BBB-DA235794CEC1}" dt="2025-12-16T15:39:40.473" v="250"/>
          <ac:inkMkLst>
            <pc:docMk/>
            <pc:sldMk cId="3099830041" sldId="274"/>
            <ac:inkMk id="152" creationId="{BA1B219A-4773-8F73-3753-D43C4E48F73F}"/>
          </ac:inkMkLst>
        </pc:inkChg>
        <pc:inkChg chg="add mod">
          <ac:chgData name="Rodica Ioana Lung" userId="64ee56e8d7162e1e" providerId="LiveId" clId="{0F6830A5-18AB-4F1B-8BBB-DA235794CEC1}" dt="2025-12-16T15:39:40.473" v="250"/>
          <ac:inkMkLst>
            <pc:docMk/>
            <pc:sldMk cId="3099830041" sldId="274"/>
            <ac:inkMk id="153" creationId="{1CF9CBF7-60E0-3BE6-1A6B-54195875FF4D}"/>
          </ac:inkMkLst>
        </pc:inkChg>
        <pc:inkChg chg="add">
          <ac:chgData name="Rodica Ioana Lung" userId="64ee56e8d7162e1e" providerId="LiveId" clId="{0F6830A5-18AB-4F1B-8BBB-DA235794CEC1}" dt="2025-12-16T15:39:43.644" v="251" actId="9405"/>
          <ac:inkMkLst>
            <pc:docMk/>
            <pc:sldMk cId="3099830041" sldId="274"/>
            <ac:inkMk id="155" creationId="{7BCC4803-F16B-1C37-0E0C-68F89655EB76}"/>
          </ac:inkMkLst>
        </pc:inkChg>
        <pc:inkChg chg="add mod">
          <ac:chgData name="Rodica Ioana Lung" userId="64ee56e8d7162e1e" providerId="LiveId" clId="{0F6830A5-18AB-4F1B-8BBB-DA235794CEC1}" dt="2025-12-16T15:41:04.440" v="309"/>
          <ac:inkMkLst>
            <pc:docMk/>
            <pc:sldMk cId="3099830041" sldId="274"/>
            <ac:inkMk id="156" creationId="{896C3A4F-D026-9CE2-6D11-BBF28CD731E7}"/>
          </ac:inkMkLst>
        </pc:inkChg>
        <pc:inkChg chg="add">
          <ac:chgData name="Rodica Ioana Lung" userId="64ee56e8d7162e1e" providerId="LiveId" clId="{0F6830A5-18AB-4F1B-8BBB-DA235794CEC1}" dt="2025-12-16T15:39:49.002" v="254" actId="9405"/>
          <ac:inkMkLst>
            <pc:docMk/>
            <pc:sldMk cId="3099830041" sldId="274"/>
            <ac:inkMk id="158" creationId="{FBA3CDA0-D7A6-31AD-95CF-E6455285D88A}"/>
          </ac:inkMkLst>
        </pc:inkChg>
        <pc:inkChg chg="add mod">
          <ac:chgData name="Rodica Ioana Lung" userId="64ee56e8d7162e1e" providerId="LiveId" clId="{0F6830A5-18AB-4F1B-8BBB-DA235794CEC1}" dt="2025-12-16T15:41:04.440" v="309"/>
          <ac:inkMkLst>
            <pc:docMk/>
            <pc:sldMk cId="3099830041" sldId="274"/>
            <ac:inkMk id="160" creationId="{5EA5396D-2EF4-B277-48A0-F6B73491FA0B}"/>
          </ac:inkMkLst>
        </pc:inkChg>
        <pc:inkChg chg="add">
          <ac:chgData name="Rodica Ioana Lung" userId="64ee56e8d7162e1e" providerId="LiveId" clId="{0F6830A5-18AB-4F1B-8BBB-DA235794CEC1}" dt="2025-12-16T15:39:51.055" v="257" actId="9405"/>
          <ac:inkMkLst>
            <pc:docMk/>
            <pc:sldMk cId="3099830041" sldId="274"/>
            <ac:inkMk id="161" creationId="{C7F9151B-8BAE-A4E2-46F2-3C1706056B3F}"/>
          </ac:inkMkLst>
        </pc:inkChg>
        <pc:inkChg chg="add">
          <ac:chgData name="Rodica Ioana Lung" userId="64ee56e8d7162e1e" providerId="LiveId" clId="{0F6830A5-18AB-4F1B-8BBB-DA235794CEC1}" dt="2025-12-16T15:39:52.580" v="259" actId="9405"/>
          <ac:inkMkLst>
            <pc:docMk/>
            <pc:sldMk cId="3099830041" sldId="274"/>
            <ac:inkMk id="163" creationId="{1FA5F364-02A1-A461-3465-769910578D25}"/>
          </ac:inkMkLst>
        </pc:inkChg>
        <pc:inkChg chg="add">
          <ac:chgData name="Rodica Ioana Lung" userId="64ee56e8d7162e1e" providerId="LiveId" clId="{0F6830A5-18AB-4F1B-8BBB-DA235794CEC1}" dt="2025-12-16T15:39:53.003" v="260" actId="9405"/>
          <ac:inkMkLst>
            <pc:docMk/>
            <pc:sldMk cId="3099830041" sldId="274"/>
            <ac:inkMk id="164" creationId="{FD389A9D-568E-D37A-F477-2231566A95BC}"/>
          </ac:inkMkLst>
        </pc:inkChg>
        <pc:inkChg chg="add mod">
          <ac:chgData name="Rodica Ioana Lung" userId="64ee56e8d7162e1e" providerId="LiveId" clId="{0F6830A5-18AB-4F1B-8BBB-DA235794CEC1}" dt="2025-12-16T15:40:26.555" v="276"/>
          <ac:inkMkLst>
            <pc:docMk/>
            <pc:sldMk cId="3099830041" sldId="274"/>
            <ac:inkMk id="166" creationId="{13831F6C-7E5C-24EC-803E-074D718A77B7}"/>
          </ac:inkMkLst>
        </pc:inkChg>
        <pc:inkChg chg="add mod">
          <ac:chgData name="Rodica Ioana Lung" userId="64ee56e8d7162e1e" providerId="LiveId" clId="{0F6830A5-18AB-4F1B-8BBB-DA235794CEC1}" dt="2025-12-16T15:40:26.555" v="276"/>
          <ac:inkMkLst>
            <pc:docMk/>
            <pc:sldMk cId="3099830041" sldId="274"/>
            <ac:inkMk id="167" creationId="{A1159A9B-124C-2AB6-5AB7-F4195E532F12}"/>
          </ac:inkMkLst>
        </pc:inkChg>
        <pc:inkChg chg="add mod">
          <ac:chgData name="Rodica Ioana Lung" userId="64ee56e8d7162e1e" providerId="LiveId" clId="{0F6830A5-18AB-4F1B-8BBB-DA235794CEC1}" dt="2025-12-16T15:40:44.504" v="289"/>
          <ac:inkMkLst>
            <pc:docMk/>
            <pc:sldMk cId="3099830041" sldId="274"/>
            <ac:inkMk id="168" creationId="{7B68738B-6CC1-70CA-1A4C-8F1B7E968891}"/>
          </ac:inkMkLst>
        </pc:inkChg>
        <pc:inkChg chg="add mod">
          <ac:chgData name="Rodica Ioana Lung" userId="64ee56e8d7162e1e" providerId="LiveId" clId="{0F6830A5-18AB-4F1B-8BBB-DA235794CEC1}" dt="2025-12-16T15:40:14.436" v="274"/>
          <ac:inkMkLst>
            <pc:docMk/>
            <pc:sldMk cId="3099830041" sldId="274"/>
            <ac:inkMk id="170" creationId="{E67C6730-5E77-2F91-5862-3A1A94D105FF}"/>
          </ac:inkMkLst>
        </pc:inkChg>
        <pc:inkChg chg="add mod">
          <ac:chgData name="Rodica Ioana Lung" userId="64ee56e8d7162e1e" providerId="LiveId" clId="{0F6830A5-18AB-4F1B-8BBB-DA235794CEC1}" dt="2025-12-16T15:40:44.504" v="289"/>
          <ac:inkMkLst>
            <pc:docMk/>
            <pc:sldMk cId="3099830041" sldId="274"/>
            <ac:inkMk id="171" creationId="{ABA74AFE-2DC3-7464-7E97-559940D18266}"/>
          </ac:inkMkLst>
        </pc:inkChg>
        <pc:inkChg chg="add">
          <ac:chgData name="Rodica Ioana Lung" userId="64ee56e8d7162e1e" providerId="LiveId" clId="{0F6830A5-18AB-4F1B-8BBB-DA235794CEC1}" dt="2025-12-16T15:40:07.220" v="268" actId="9405"/>
          <ac:inkMkLst>
            <pc:docMk/>
            <pc:sldMk cId="3099830041" sldId="274"/>
            <ac:inkMk id="172" creationId="{B2D67F44-282A-5F1C-CAD2-56409A9E8903}"/>
          </ac:inkMkLst>
        </pc:inkChg>
        <pc:inkChg chg="add mod">
          <ac:chgData name="Rodica Ioana Lung" userId="64ee56e8d7162e1e" providerId="LiveId" clId="{0F6830A5-18AB-4F1B-8BBB-DA235794CEC1}" dt="2025-12-16T15:40:14.436" v="274"/>
          <ac:inkMkLst>
            <pc:docMk/>
            <pc:sldMk cId="3099830041" sldId="274"/>
            <ac:inkMk id="173" creationId="{8A6966A3-F5AB-B5CD-BB8E-283D9C9B0845}"/>
          </ac:inkMkLst>
        </pc:inkChg>
        <pc:inkChg chg="add mod">
          <ac:chgData name="Rodica Ioana Lung" userId="64ee56e8d7162e1e" providerId="LiveId" clId="{0F6830A5-18AB-4F1B-8BBB-DA235794CEC1}" dt="2025-12-16T15:40:14.436" v="274"/>
          <ac:inkMkLst>
            <pc:docMk/>
            <pc:sldMk cId="3099830041" sldId="274"/>
            <ac:inkMk id="174" creationId="{25B36DE1-CFDB-A200-152A-44EDDF22F09E}"/>
          </ac:inkMkLst>
        </pc:inkChg>
        <pc:inkChg chg="add mod">
          <ac:chgData name="Rodica Ioana Lung" userId="64ee56e8d7162e1e" providerId="LiveId" clId="{0F6830A5-18AB-4F1B-8BBB-DA235794CEC1}" dt="2025-12-16T15:40:14.436" v="274"/>
          <ac:inkMkLst>
            <pc:docMk/>
            <pc:sldMk cId="3099830041" sldId="274"/>
            <ac:inkMk id="175" creationId="{8F648B3C-DC04-8644-FCAE-4B17E00380B7}"/>
          </ac:inkMkLst>
        </pc:inkChg>
        <pc:inkChg chg="add mod">
          <ac:chgData name="Rodica Ioana Lung" userId="64ee56e8d7162e1e" providerId="LiveId" clId="{0F6830A5-18AB-4F1B-8BBB-DA235794CEC1}" dt="2025-12-16T15:40:44.504" v="289"/>
          <ac:inkMkLst>
            <pc:docMk/>
            <pc:sldMk cId="3099830041" sldId="274"/>
            <ac:inkMk id="176" creationId="{5B7E241B-2EEB-5EAE-B199-52334E2A0B85}"/>
          </ac:inkMkLst>
        </pc:inkChg>
        <pc:inkChg chg="add mod">
          <ac:chgData name="Rodica Ioana Lung" userId="64ee56e8d7162e1e" providerId="LiveId" clId="{0F6830A5-18AB-4F1B-8BBB-DA235794CEC1}" dt="2025-12-16T15:40:14.436" v="274"/>
          <ac:inkMkLst>
            <pc:docMk/>
            <pc:sldMk cId="3099830041" sldId="274"/>
            <ac:inkMk id="177" creationId="{364DF9FD-4ECE-2851-42FF-87CEB2523890}"/>
          </ac:inkMkLst>
        </pc:inkChg>
        <pc:inkChg chg="add mod">
          <ac:chgData name="Rodica Ioana Lung" userId="64ee56e8d7162e1e" providerId="LiveId" clId="{0F6830A5-18AB-4F1B-8BBB-DA235794CEC1}" dt="2025-12-16T15:40:44.504" v="289"/>
          <ac:inkMkLst>
            <pc:docMk/>
            <pc:sldMk cId="3099830041" sldId="274"/>
            <ac:inkMk id="179" creationId="{FD3AAF64-5BB0-A95A-2EC3-12D2CFEB022E}"/>
          </ac:inkMkLst>
        </pc:inkChg>
        <pc:inkChg chg="add mod">
          <ac:chgData name="Rodica Ioana Lung" userId="64ee56e8d7162e1e" providerId="LiveId" clId="{0F6830A5-18AB-4F1B-8BBB-DA235794CEC1}" dt="2025-12-16T15:40:44.504" v="289"/>
          <ac:inkMkLst>
            <pc:docMk/>
            <pc:sldMk cId="3099830041" sldId="274"/>
            <ac:inkMk id="181" creationId="{70B2E3F4-2E7A-0FDE-7AF4-AE8535BAFF07}"/>
          </ac:inkMkLst>
        </pc:inkChg>
        <pc:inkChg chg="add">
          <ac:chgData name="Rodica Ioana Lung" userId="64ee56e8d7162e1e" providerId="LiveId" clId="{0F6830A5-18AB-4F1B-8BBB-DA235794CEC1}" dt="2025-12-16T15:40:27.942" v="278" actId="9405"/>
          <ac:inkMkLst>
            <pc:docMk/>
            <pc:sldMk cId="3099830041" sldId="274"/>
            <ac:inkMk id="182" creationId="{4917047D-16D2-C069-C8C6-EE13A867EFE4}"/>
          </ac:inkMkLst>
        </pc:inkChg>
        <pc:inkChg chg="add">
          <ac:chgData name="Rodica Ioana Lung" userId="64ee56e8d7162e1e" providerId="LiveId" clId="{0F6830A5-18AB-4F1B-8BBB-DA235794CEC1}" dt="2025-12-16T15:40:29.609" v="279" actId="9405"/>
          <ac:inkMkLst>
            <pc:docMk/>
            <pc:sldMk cId="3099830041" sldId="274"/>
            <ac:inkMk id="183" creationId="{EC61B352-53D3-7FC4-8ECD-3F9515156163}"/>
          </ac:inkMkLst>
        </pc:inkChg>
        <pc:inkChg chg="add mod">
          <ac:chgData name="Rodica Ioana Lung" userId="64ee56e8d7162e1e" providerId="LiveId" clId="{0F6830A5-18AB-4F1B-8BBB-DA235794CEC1}" dt="2025-12-16T15:40:33.395" v="282"/>
          <ac:inkMkLst>
            <pc:docMk/>
            <pc:sldMk cId="3099830041" sldId="274"/>
            <ac:inkMk id="184" creationId="{8C807FFB-3E07-8C3F-54EC-976DAEAF2635}"/>
          </ac:inkMkLst>
        </pc:inkChg>
        <pc:inkChg chg="add mod">
          <ac:chgData name="Rodica Ioana Lung" userId="64ee56e8d7162e1e" providerId="LiveId" clId="{0F6830A5-18AB-4F1B-8BBB-DA235794CEC1}" dt="2025-12-16T15:40:33.395" v="282"/>
          <ac:inkMkLst>
            <pc:docMk/>
            <pc:sldMk cId="3099830041" sldId="274"/>
            <ac:inkMk id="185" creationId="{721755FC-D95D-DCAC-D844-3279C13BB492}"/>
          </ac:inkMkLst>
        </pc:inkChg>
        <pc:inkChg chg="add mod">
          <ac:chgData name="Rodica Ioana Lung" userId="64ee56e8d7162e1e" providerId="LiveId" clId="{0F6830A5-18AB-4F1B-8BBB-DA235794CEC1}" dt="2025-12-16T15:40:35.251" v="285"/>
          <ac:inkMkLst>
            <pc:docMk/>
            <pc:sldMk cId="3099830041" sldId="274"/>
            <ac:inkMk id="187" creationId="{2E6F7E0D-2126-9267-C449-8C0B663E68AF}"/>
          </ac:inkMkLst>
        </pc:inkChg>
        <pc:inkChg chg="add mod">
          <ac:chgData name="Rodica Ioana Lung" userId="64ee56e8d7162e1e" providerId="LiveId" clId="{0F6830A5-18AB-4F1B-8BBB-DA235794CEC1}" dt="2025-12-16T15:40:35.251" v="285"/>
          <ac:inkMkLst>
            <pc:docMk/>
            <pc:sldMk cId="3099830041" sldId="274"/>
            <ac:inkMk id="188" creationId="{B84819E8-BDA9-B2D6-DADB-B5A0D80F93F8}"/>
          </ac:inkMkLst>
        </pc:inkChg>
        <pc:inkChg chg="add">
          <ac:chgData name="Rodica Ioana Lung" userId="64ee56e8d7162e1e" providerId="LiveId" clId="{0F6830A5-18AB-4F1B-8BBB-DA235794CEC1}" dt="2025-12-16T15:40:42.541" v="286" actId="9405"/>
          <ac:inkMkLst>
            <pc:docMk/>
            <pc:sldMk cId="3099830041" sldId="274"/>
            <ac:inkMk id="190" creationId="{B396F9F0-24B3-7403-9A12-0E469397FFB9}"/>
          </ac:inkMkLst>
        </pc:inkChg>
        <pc:inkChg chg="add mod">
          <ac:chgData name="Rodica Ioana Lung" userId="64ee56e8d7162e1e" providerId="LiveId" clId="{0F6830A5-18AB-4F1B-8BBB-DA235794CEC1}" dt="2025-12-16T15:40:44.504" v="289"/>
          <ac:inkMkLst>
            <pc:docMk/>
            <pc:sldMk cId="3099830041" sldId="274"/>
            <ac:inkMk id="191" creationId="{78A0B0FB-02E6-B82F-0BDF-45795906F6A3}"/>
          </ac:inkMkLst>
        </pc:inkChg>
        <pc:inkChg chg="add mod">
          <ac:chgData name="Rodica Ioana Lung" userId="64ee56e8d7162e1e" providerId="LiveId" clId="{0F6830A5-18AB-4F1B-8BBB-DA235794CEC1}" dt="2025-12-16T15:40:44.504" v="289"/>
          <ac:inkMkLst>
            <pc:docMk/>
            <pc:sldMk cId="3099830041" sldId="274"/>
            <ac:inkMk id="192" creationId="{F47DC09C-E543-8E04-7747-313E8493E268}"/>
          </ac:inkMkLst>
        </pc:inkChg>
        <pc:inkChg chg="add mod">
          <ac:chgData name="Rodica Ioana Lung" userId="64ee56e8d7162e1e" providerId="LiveId" clId="{0F6830A5-18AB-4F1B-8BBB-DA235794CEC1}" dt="2025-12-16T15:40:57.692" v="303"/>
          <ac:inkMkLst>
            <pc:docMk/>
            <pc:sldMk cId="3099830041" sldId="274"/>
            <ac:inkMk id="194" creationId="{0FFE5D46-594F-0EE2-447D-6FB5F5BF4758}"/>
          </ac:inkMkLst>
        </pc:inkChg>
        <pc:inkChg chg="add mod">
          <ac:chgData name="Rodica Ioana Lung" userId="64ee56e8d7162e1e" providerId="LiveId" clId="{0F6830A5-18AB-4F1B-8BBB-DA235794CEC1}" dt="2025-12-16T15:40:57.692" v="303"/>
          <ac:inkMkLst>
            <pc:docMk/>
            <pc:sldMk cId="3099830041" sldId="274"/>
            <ac:inkMk id="195" creationId="{56731EA5-D690-A60A-CF4A-4860FE60B208}"/>
          </ac:inkMkLst>
        </pc:inkChg>
        <pc:inkChg chg="add mod">
          <ac:chgData name="Rodica Ioana Lung" userId="64ee56e8d7162e1e" providerId="LiveId" clId="{0F6830A5-18AB-4F1B-8BBB-DA235794CEC1}" dt="2025-12-16T15:40:57.692" v="303"/>
          <ac:inkMkLst>
            <pc:docMk/>
            <pc:sldMk cId="3099830041" sldId="274"/>
            <ac:inkMk id="196" creationId="{79A8AFFD-B3BC-9681-1EA8-DCE238E4E9D7}"/>
          </ac:inkMkLst>
        </pc:inkChg>
        <pc:inkChg chg="add mod">
          <ac:chgData name="Rodica Ioana Lung" userId="64ee56e8d7162e1e" providerId="LiveId" clId="{0F6830A5-18AB-4F1B-8BBB-DA235794CEC1}" dt="2025-12-16T15:40:57.692" v="303"/>
          <ac:inkMkLst>
            <pc:docMk/>
            <pc:sldMk cId="3099830041" sldId="274"/>
            <ac:inkMk id="197" creationId="{3A32E34A-1925-B422-4749-62A6DFCE0A74}"/>
          </ac:inkMkLst>
        </pc:inkChg>
        <pc:inkChg chg="add mod">
          <ac:chgData name="Rodica Ioana Lung" userId="64ee56e8d7162e1e" providerId="LiveId" clId="{0F6830A5-18AB-4F1B-8BBB-DA235794CEC1}" dt="2025-12-16T15:40:57.692" v="303"/>
          <ac:inkMkLst>
            <pc:docMk/>
            <pc:sldMk cId="3099830041" sldId="274"/>
            <ac:inkMk id="198" creationId="{2CC61E04-DB19-718E-72CD-8EDAB3C86763}"/>
          </ac:inkMkLst>
        </pc:inkChg>
        <pc:inkChg chg="add mod">
          <ac:chgData name="Rodica Ioana Lung" userId="64ee56e8d7162e1e" providerId="LiveId" clId="{0F6830A5-18AB-4F1B-8BBB-DA235794CEC1}" dt="2025-12-16T15:40:52.089" v="296"/>
          <ac:inkMkLst>
            <pc:docMk/>
            <pc:sldMk cId="3099830041" sldId="274"/>
            <ac:inkMk id="199" creationId="{E87C32E6-9FD5-2A8B-3C82-816E904E59AD}"/>
          </ac:inkMkLst>
        </pc:inkChg>
        <pc:inkChg chg="add mod">
          <ac:chgData name="Rodica Ioana Lung" userId="64ee56e8d7162e1e" providerId="LiveId" clId="{0F6830A5-18AB-4F1B-8BBB-DA235794CEC1}" dt="2025-12-16T15:40:57.692" v="303"/>
          <ac:inkMkLst>
            <pc:docMk/>
            <pc:sldMk cId="3099830041" sldId="274"/>
            <ac:inkMk id="202" creationId="{C7B3DE6E-CD5C-C48C-E854-698DE8CE4D57}"/>
          </ac:inkMkLst>
        </pc:inkChg>
        <pc:inkChg chg="add mod">
          <ac:chgData name="Rodica Ioana Lung" userId="64ee56e8d7162e1e" providerId="LiveId" clId="{0F6830A5-18AB-4F1B-8BBB-DA235794CEC1}" dt="2025-12-16T15:40:57.692" v="303"/>
          <ac:inkMkLst>
            <pc:docMk/>
            <pc:sldMk cId="3099830041" sldId="274"/>
            <ac:inkMk id="203" creationId="{9FEA7616-3D27-7A23-4D11-4808DD1B5D0D}"/>
          </ac:inkMkLst>
        </pc:inkChg>
        <pc:inkChg chg="add">
          <ac:chgData name="Rodica Ioana Lung" userId="64ee56e8d7162e1e" providerId="LiveId" clId="{0F6830A5-18AB-4F1B-8BBB-DA235794CEC1}" dt="2025-12-16T15:40:53.869" v="299" actId="9405"/>
          <ac:inkMkLst>
            <pc:docMk/>
            <pc:sldMk cId="3099830041" sldId="274"/>
            <ac:inkMk id="204" creationId="{1ECAA929-D212-DA1F-8D44-CB08AA267424}"/>
          </ac:inkMkLst>
        </pc:inkChg>
        <pc:inkChg chg="add mod">
          <ac:chgData name="Rodica Ioana Lung" userId="64ee56e8d7162e1e" providerId="LiveId" clId="{0F6830A5-18AB-4F1B-8BBB-DA235794CEC1}" dt="2025-12-16T15:40:57.692" v="303"/>
          <ac:inkMkLst>
            <pc:docMk/>
            <pc:sldMk cId="3099830041" sldId="274"/>
            <ac:inkMk id="205" creationId="{DA80D7BD-C338-B6F7-9E71-2490898F7271}"/>
          </ac:inkMkLst>
        </pc:inkChg>
        <pc:inkChg chg="add">
          <ac:chgData name="Rodica Ioana Lung" userId="64ee56e8d7162e1e" providerId="LiveId" clId="{0F6830A5-18AB-4F1B-8BBB-DA235794CEC1}" dt="2025-12-16T15:40:56.683" v="302" actId="9405"/>
          <ac:inkMkLst>
            <pc:docMk/>
            <pc:sldMk cId="3099830041" sldId="274"/>
            <ac:inkMk id="207" creationId="{17B8F958-B8F5-0A53-6801-975504330161}"/>
          </ac:inkMkLst>
        </pc:inkChg>
        <pc:inkChg chg="add">
          <ac:chgData name="Rodica Ioana Lung" userId="64ee56e8d7162e1e" providerId="LiveId" clId="{0F6830A5-18AB-4F1B-8BBB-DA235794CEC1}" dt="2025-12-16T15:40:59.801" v="304" actId="9405"/>
          <ac:inkMkLst>
            <pc:docMk/>
            <pc:sldMk cId="3099830041" sldId="274"/>
            <ac:inkMk id="209" creationId="{ED80A22D-E1D1-E569-1AEA-517B35CA19F1}"/>
          </ac:inkMkLst>
        </pc:inkChg>
        <pc:inkChg chg="add">
          <ac:chgData name="Rodica Ioana Lung" userId="64ee56e8d7162e1e" providerId="LiveId" clId="{0F6830A5-18AB-4F1B-8BBB-DA235794CEC1}" dt="2025-12-16T15:40:59.925" v="305" actId="9405"/>
          <ac:inkMkLst>
            <pc:docMk/>
            <pc:sldMk cId="3099830041" sldId="274"/>
            <ac:inkMk id="210" creationId="{ED54D2EF-0DB2-7684-FB97-A8BC6BD96E3B}"/>
          </ac:inkMkLst>
        </pc:inkChg>
        <pc:inkChg chg="add">
          <ac:chgData name="Rodica Ioana Lung" userId="64ee56e8d7162e1e" providerId="LiveId" clId="{0F6830A5-18AB-4F1B-8BBB-DA235794CEC1}" dt="2025-12-16T15:41:02.894" v="307" actId="9405"/>
          <ac:inkMkLst>
            <pc:docMk/>
            <pc:sldMk cId="3099830041" sldId="274"/>
            <ac:inkMk id="212" creationId="{18A42020-CF20-3B9C-0C98-9DD1D9EEB6F3}"/>
          </ac:inkMkLst>
        </pc:inkChg>
        <pc:inkChg chg="add">
          <ac:chgData name="Rodica Ioana Lung" userId="64ee56e8d7162e1e" providerId="LiveId" clId="{0F6830A5-18AB-4F1B-8BBB-DA235794CEC1}" dt="2025-12-16T15:41:03.356" v="308" actId="9405"/>
          <ac:inkMkLst>
            <pc:docMk/>
            <pc:sldMk cId="3099830041" sldId="274"/>
            <ac:inkMk id="213" creationId="{75E2B365-FD70-028F-ABDC-30F040161988}"/>
          </ac:inkMkLst>
        </pc:inkChg>
        <pc:inkChg chg="add">
          <ac:chgData name="Rodica Ioana Lung" userId="64ee56e8d7162e1e" providerId="LiveId" clId="{0F6830A5-18AB-4F1B-8BBB-DA235794CEC1}" dt="2025-12-16T15:41:06.906" v="310" actId="9405"/>
          <ac:inkMkLst>
            <pc:docMk/>
            <pc:sldMk cId="3099830041" sldId="274"/>
            <ac:inkMk id="215" creationId="{0C2FFA48-C07D-9CB8-D9E8-B875CE2D7F23}"/>
          </ac:inkMkLst>
        </pc:inkChg>
        <pc:inkChg chg="add mod">
          <ac:chgData name="Rodica Ioana Lung" userId="64ee56e8d7162e1e" providerId="LiveId" clId="{0F6830A5-18AB-4F1B-8BBB-DA235794CEC1}" dt="2025-12-16T15:41:10.894" v="313"/>
          <ac:inkMkLst>
            <pc:docMk/>
            <pc:sldMk cId="3099830041" sldId="274"/>
            <ac:inkMk id="216" creationId="{07067E3B-9D82-8AFA-94F6-AAD82FDA215D}"/>
          </ac:inkMkLst>
        </pc:inkChg>
        <pc:inkChg chg="add mod">
          <ac:chgData name="Rodica Ioana Lung" userId="64ee56e8d7162e1e" providerId="LiveId" clId="{0F6830A5-18AB-4F1B-8BBB-DA235794CEC1}" dt="2025-12-16T15:41:10.894" v="313"/>
          <ac:inkMkLst>
            <pc:docMk/>
            <pc:sldMk cId="3099830041" sldId="274"/>
            <ac:inkMk id="217" creationId="{2C47BD20-AD0B-0A58-68CD-ADCFDE966659}"/>
          </ac:inkMkLst>
        </pc:inkChg>
      </pc:sldChg>
      <pc:sldChg chg="addSp delSp modSp mod">
        <pc:chgData name="Rodica Ioana Lung" userId="64ee56e8d7162e1e" providerId="LiveId" clId="{0F6830A5-18AB-4F1B-8BBB-DA235794CEC1}" dt="2025-12-16T15:52:39.426" v="649"/>
        <pc:sldMkLst>
          <pc:docMk/>
          <pc:sldMk cId="1220888991" sldId="275"/>
        </pc:sldMkLst>
        <pc:grpChg chg="del mod">
          <ac:chgData name="Rodica Ioana Lung" userId="64ee56e8d7162e1e" providerId="LiveId" clId="{0F6830A5-18AB-4F1B-8BBB-DA235794CEC1}" dt="2025-12-16T15:52:13.754" v="633"/>
          <ac:grpSpMkLst>
            <pc:docMk/>
            <pc:sldMk cId="1220888991" sldId="275"/>
            <ac:grpSpMk id="6" creationId="{B2372337-0D56-0DBB-A108-710C45BB676C}"/>
          </ac:grpSpMkLst>
        </pc:grpChg>
        <pc:grpChg chg="mod">
          <ac:chgData name="Rodica Ioana Lung" userId="64ee56e8d7162e1e" providerId="LiveId" clId="{0F6830A5-18AB-4F1B-8BBB-DA235794CEC1}" dt="2025-12-16T15:52:13.754" v="633"/>
          <ac:grpSpMkLst>
            <pc:docMk/>
            <pc:sldMk cId="1220888991" sldId="275"/>
            <ac:grpSpMk id="8" creationId="{2100C21F-7AAA-C159-4740-55BD1ED0FBB0}"/>
          </ac:grpSpMkLst>
        </pc:grpChg>
        <pc:grpChg chg="mod">
          <ac:chgData name="Rodica Ioana Lung" userId="64ee56e8d7162e1e" providerId="LiveId" clId="{0F6830A5-18AB-4F1B-8BBB-DA235794CEC1}" dt="2025-12-16T15:52:20.641" v="638"/>
          <ac:grpSpMkLst>
            <pc:docMk/>
            <pc:sldMk cId="1220888991" sldId="275"/>
            <ac:grpSpMk id="13" creationId="{8E12E861-3081-E9C7-C644-2F222B082D3A}"/>
          </ac:grpSpMkLst>
        </pc:grpChg>
        <pc:grpChg chg="mod">
          <ac:chgData name="Rodica Ioana Lung" userId="64ee56e8d7162e1e" providerId="LiveId" clId="{0F6830A5-18AB-4F1B-8BBB-DA235794CEC1}" dt="2025-12-16T15:52:26.019" v="643"/>
          <ac:grpSpMkLst>
            <pc:docMk/>
            <pc:sldMk cId="1220888991" sldId="275"/>
            <ac:grpSpMk id="18" creationId="{2F952023-6D4F-9E09-3BF8-5A26C54AD582}"/>
          </ac:grpSpMkLst>
        </pc:grpChg>
        <pc:grpChg chg="mod">
          <ac:chgData name="Rodica Ioana Lung" userId="64ee56e8d7162e1e" providerId="LiveId" clId="{0F6830A5-18AB-4F1B-8BBB-DA235794CEC1}" dt="2025-12-16T15:52:26.019" v="643"/>
          <ac:grpSpMkLst>
            <pc:docMk/>
            <pc:sldMk cId="1220888991" sldId="275"/>
            <ac:grpSpMk id="19" creationId="{BE6A949B-77C5-6891-444B-276B3E71A850}"/>
          </ac:grpSpMkLst>
        </pc:grpChg>
        <pc:grpChg chg="mod">
          <ac:chgData name="Rodica Ioana Lung" userId="64ee56e8d7162e1e" providerId="LiveId" clId="{0F6830A5-18AB-4F1B-8BBB-DA235794CEC1}" dt="2025-12-16T15:52:32.659" v="646"/>
          <ac:grpSpMkLst>
            <pc:docMk/>
            <pc:sldMk cId="1220888991" sldId="275"/>
            <ac:grpSpMk id="22" creationId="{81FA91E6-97EA-AD1C-0505-CC82D68E3D49}"/>
          </ac:grpSpMkLst>
        </pc:grpChg>
        <pc:grpChg chg="mod">
          <ac:chgData name="Rodica Ioana Lung" userId="64ee56e8d7162e1e" providerId="LiveId" clId="{0F6830A5-18AB-4F1B-8BBB-DA235794CEC1}" dt="2025-12-16T15:52:39.426" v="649"/>
          <ac:grpSpMkLst>
            <pc:docMk/>
            <pc:sldMk cId="1220888991" sldId="275"/>
            <ac:grpSpMk id="25" creationId="{B839F73D-F96B-C1E1-76D9-03677C5E8C95}"/>
          </ac:grpSpMkLst>
        </pc:grpChg>
        <pc:inkChg chg="add mod">
          <ac:chgData name="Rodica Ioana Lung" userId="64ee56e8d7162e1e" providerId="LiveId" clId="{0F6830A5-18AB-4F1B-8BBB-DA235794CEC1}" dt="2025-12-16T15:52:13.754" v="633"/>
          <ac:inkMkLst>
            <pc:docMk/>
            <pc:sldMk cId="1220888991" sldId="275"/>
            <ac:inkMk id="3" creationId="{EB9091B8-C34C-8E52-DB39-4DB3E7CFD2A1}"/>
          </ac:inkMkLst>
        </pc:inkChg>
        <pc:inkChg chg="add mod">
          <ac:chgData name="Rodica Ioana Lung" userId="64ee56e8d7162e1e" providerId="LiveId" clId="{0F6830A5-18AB-4F1B-8BBB-DA235794CEC1}" dt="2025-12-16T15:52:13.754" v="633"/>
          <ac:inkMkLst>
            <pc:docMk/>
            <pc:sldMk cId="1220888991" sldId="275"/>
            <ac:inkMk id="5" creationId="{CE8C6C99-BB4D-A3F1-1CC5-04AA59C92371}"/>
          </ac:inkMkLst>
        </pc:inkChg>
        <pc:inkChg chg="add mod">
          <ac:chgData name="Rodica Ioana Lung" userId="64ee56e8d7162e1e" providerId="LiveId" clId="{0F6830A5-18AB-4F1B-8BBB-DA235794CEC1}" dt="2025-12-16T15:52:13.754" v="633"/>
          <ac:inkMkLst>
            <pc:docMk/>
            <pc:sldMk cId="1220888991" sldId="275"/>
            <ac:inkMk id="7" creationId="{0C36D335-15CE-837E-00DF-38438696F75F}"/>
          </ac:inkMkLst>
        </pc:inkChg>
        <pc:inkChg chg="add">
          <ac:chgData name="Rodica Ioana Lung" userId="64ee56e8d7162e1e" providerId="LiveId" clId="{0F6830A5-18AB-4F1B-8BBB-DA235794CEC1}" dt="2025-12-16T15:52:15.879" v="634" actId="9405"/>
          <ac:inkMkLst>
            <pc:docMk/>
            <pc:sldMk cId="1220888991" sldId="275"/>
            <ac:inkMk id="9" creationId="{831B3453-2749-C966-4A83-E162E3130A06}"/>
          </ac:inkMkLst>
        </pc:inkChg>
        <pc:inkChg chg="add mod">
          <ac:chgData name="Rodica Ioana Lung" userId="64ee56e8d7162e1e" providerId="LiveId" clId="{0F6830A5-18AB-4F1B-8BBB-DA235794CEC1}" dt="2025-12-16T15:52:20.641" v="638"/>
          <ac:inkMkLst>
            <pc:docMk/>
            <pc:sldMk cId="1220888991" sldId="275"/>
            <ac:inkMk id="10" creationId="{339C3D23-1348-52D2-E0BB-5C49D189FB95}"/>
          </ac:inkMkLst>
        </pc:inkChg>
        <pc:inkChg chg="add mod">
          <ac:chgData name="Rodica Ioana Lung" userId="64ee56e8d7162e1e" providerId="LiveId" clId="{0F6830A5-18AB-4F1B-8BBB-DA235794CEC1}" dt="2025-12-16T15:52:20.641" v="638"/>
          <ac:inkMkLst>
            <pc:docMk/>
            <pc:sldMk cId="1220888991" sldId="275"/>
            <ac:inkMk id="11" creationId="{D0C45101-F0FF-FC39-1F1A-3366742DC324}"/>
          </ac:inkMkLst>
        </pc:inkChg>
        <pc:inkChg chg="add mod">
          <ac:chgData name="Rodica Ioana Lung" userId="64ee56e8d7162e1e" providerId="LiveId" clId="{0F6830A5-18AB-4F1B-8BBB-DA235794CEC1}" dt="2025-12-16T15:52:20.641" v="638"/>
          <ac:inkMkLst>
            <pc:docMk/>
            <pc:sldMk cId="1220888991" sldId="275"/>
            <ac:inkMk id="12" creationId="{949BFAB3-33AD-A311-30F9-04072CD76457}"/>
          </ac:inkMkLst>
        </pc:inkChg>
        <pc:inkChg chg="add mod">
          <ac:chgData name="Rodica Ioana Lung" userId="64ee56e8d7162e1e" providerId="LiveId" clId="{0F6830A5-18AB-4F1B-8BBB-DA235794CEC1}" dt="2025-12-16T15:52:26.019" v="643"/>
          <ac:inkMkLst>
            <pc:docMk/>
            <pc:sldMk cId="1220888991" sldId="275"/>
            <ac:inkMk id="14" creationId="{D213399C-1EE5-562B-4277-269D1EA17A04}"/>
          </ac:inkMkLst>
        </pc:inkChg>
        <pc:inkChg chg="add mod">
          <ac:chgData name="Rodica Ioana Lung" userId="64ee56e8d7162e1e" providerId="LiveId" clId="{0F6830A5-18AB-4F1B-8BBB-DA235794CEC1}" dt="2025-12-16T15:52:26.019" v="643"/>
          <ac:inkMkLst>
            <pc:docMk/>
            <pc:sldMk cId="1220888991" sldId="275"/>
            <ac:inkMk id="15" creationId="{29726302-EC45-1165-6907-930113E2904A}"/>
          </ac:inkMkLst>
        </pc:inkChg>
        <pc:inkChg chg="add mod">
          <ac:chgData name="Rodica Ioana Lung" userId="64ee56e8d7162e1e" providerId="LiveId" clId="{0F6830A5-18AB-4F1B-8BBB-DA235794CEC1}" dt="2025-12-16T15:52:26.019" v="643"/>
          <ac:inkMkLst>
            <pc:docMk/>
            <pc:sldMk cId="1220888991" sldId="275"/>
            <ac:inkMk id="16" creationId="{4CEA207D-D4AE-47C5-A009-CB70EFD44B34}"/>
          </ac:inkMkLst>
        </pc:inkChg>
        <pc:inkChg chg="add mod">
          <ac:chgData name="Rodica Ioana Lung" userId="64ee56e8d7162e1e" providerId="LiveId" clId="{0F6830A5-18AB-4F1B-8BBB-DA235794CEC1}" dt="2025-12-16T15:52:26.019" v="643"/>
          <ac:inkMkLst>
            <pc:docMk/>
            <pc:sldMk cId="1220888991" sldId="275"/>
            <ac:inkMk id="17" creationId="{502B7D0E-9B8E-5E07-0950-DC968A01F431}"/>
          </ac:inkMkLst>
        </pc:inkChg>
        <pc:inkChg chg="add mod">
          <ac:chgData name="Rodica Ioana Lung" userId="64ee56e8d7162e1e" providerId="LiveId" clId="{0F6830A5-18AB-4F1B-8BBB-DA235794CEC1}" dt="2025-12-16T15:52:32.659" v="646"/>
          <ac:inkMkLst>
            <pc:docMk/>
            <pc:sldMk cId="1220888991" sldId="275"/>
            <ac:inkMk id="20" creationId="{A32B386E-9168-5CE7-804B-A5A19177EA40}"/>
          </ac:inkMkLst>
        </pc:inkChg>
        <pc:inkChg chg="add mod">
          <ac:chgData name="Rodica Ioana Lung" userId="64ee56e8d7162e1e" providerId="LiveId" clId="{0F6830A5-18AB-4F1B-8BBB-DA235794CEC1}" dt="2025-12-16T15:52:32.659" v="646"/>
          <ac:inkMkLst>
            <pc:docMk/>
            <pc:sldMk cId="1220888991" sldId="275"/>
            <ac:inkMk id="21" creationId="{BFF11F29-8F5C-951B-AEA5-6B5536D599AD}"/>
          </ac:inkMkLst>
        </pc:inkChg>
        <pc:inkChg chg="add mod">
          <ac:chgData name="Rodica Ioana Lung" userId="64ee56e8d7162e1e" providerId="LiveId" clId="{0F6830A5-18AB-4F1B-8BBB-DA235794CEC1}" dt="2025-12-16T15:52:39.426" v="649"/>
          <ac:inkMkLst>
            <pc:docMk/>
            <pc:sldMk cId="1220888991" sldId="275"/>
            <ac:inkMk id="23" creationId="{BF2C98AF-AEA7-66B5-3457-1CE3097DE3C2}"/>
          </ac:inkMkLst>
        </pc:inkChg>
        <pc:inkChg chg="add mod">
          <ac:chgData name="Rodica Ioana Lung" userId="64ee56e8d7162e1e" providerId="LiveId" clId="{0F6830A5-18AB-4F1B-8BBB-DA235794CEC1}" dt="2025-12-16T15:52:39.426" v="649"/>
          <ac:inkMkLst>
            <pc:docMk/>
            <pc:sldMk cId="1220888991" sldId="275"/>
            <ac:inkMk id="24" creationId="{E393BD81-7CE7-B333-1055-5F207C5D174A}"/>
          </ac:inkMkLst>
        </pc:inkChg>
      </pc:sldChg>
      <pc:sldChg chg="addSp delSp modSp mod">
        <pc:chgData name="Rodica Ioana Lung" userId="64ee56e8d7162e1e" providerId="LiveId" clId="{0F6830A5-18AB-4F1B-8BBB-DA235794CEC1}" dt="2025-12-16T16:11:42.319" v="1314"/>
        <pc:sldMkLst>
          <pc:docMk/>
          <pc:sldMk cId="1997644530" sldId="277"/>
        </pc:sldMkLst>
        <pc:grpChg chg="del mod">
          <ac:chgData name="Rodica Ioana Lung" userId="64ee56e8d7162e1e" providerId="LiveId" clId="{0F6830A5-18AB-4F1B-8BBB-DA235794CEC1}" dt="2025-12-16T16:10:50.700" v="1305"/>
          <ac:grpSpMkLst>
            <pc:docMk/>
            <pc:sldMk cId="1997644530" sldId="277"/>
            <ac:grpSpMk id="7" creationId="{99250A96-59D0-2CEF-F2C7-F2663DA70DC8}"/>
          </ac:grpSpMkLst>
        </pc:grpChg>
        <pc:grpChg chg="del mod">
          <ac:chgData name="Rodica Ioana Lung" userId="64ee56e8d7162e1e" providerId="LiveId" clId="{0F6830A5-18AB-4F1B-8BBB-DA235794CEC1}" dt="2025-12-16T16:10:50.700" v="1305"/>
          <ac:grpSpMkLst>
            <pc:docMk/>
            <pc:sldMk cId="1997644530" sldId="277"/>
            <ac:grpSpMk id="11" creationId="{CD4E9663-15C9-0DC3-373E-2A48A6CDF81A}"/>
          </ac:grpSpMkLst>
        </pc:grpChg>
        <pc:grpChg chg="mod">
          <ac:chgData name="Rodica Ioana Lung" userId="64ee56e8d7162e1e" providerId="LiveId" clId="{0F6830A5-18AB-4F1B-8BBB-DA235794CEC1}" dt="2025-12-16T16:10:50.700" v="1305"/>
          <ac:grpSpMkLst>
            <pc:docMk/>
            <pc:sldMk cId="1997644530" sldId="277"/>
            <ac:grpSpMk id="14" creationId="{F27CE270-4158-A08A-0BCC-B04D43EAE1D6}"/>
          </ac:grpSpMkLst>
        </pc:grpChg>
        <pc:grpChg chg="mod">
          <ac:chgData name="Rodica Ioana Lung" userId="64ee56e8d7162e1e" providerId="LiveId" clId="{0F6830A5-18AB-4F1B-8BBB-DA235794CEC1}" dt="2025-12-16T16:11:39.025" v="1311"/>
          <ac:grpSpMkLst>
            <pc:docMk/>
            <pc:sldMk cId="1997644530" sldId="277"/>
            <ac:grpSpMk id="20" creationId="{47E163C1-4F80-370C-D6A9-31B62002FA64}"/>
          </ac:grpSpMkLst>
        </pc:grpChg>
        <pc:grpChg chg="mod">
          <ac:chgData name="Rodica Ioana Lung" userId="64ee56e8d7162e1e" providerId="LiveId" clId="{0F6830A5-18AB-4F1B-8BBB-DA235794CEC1}" dt="2025-12-16T16:11:42.319" v="1314"/>
          <ac:grpSpMkLst>
            <pc:docMk/>
            <pc:sldMk cId="1997644530" sldId="277"/>
            <ac:grpSpMk id="23" creationId="{2507D104-E241-F19D-5416-5D3B0572F6C4}"/>
          </ac:grpSpMkLst>
        </pc:grpChg>
        <pc:inkChg chg="add mod">
          <ac:chgData name="Rodica Ioana Lung" userId="64ee56e8d7162e1e" providerId="LiveId" clId="{0F6830A5-18AB-4F1B-8BBB-DA235794CEC1}" dt="2025-12-16T16:10:50.700" v="1305"/>
          <ac:inkMkLst>
            <pc:docMk/>
            <pc:sldMk cId="1997644530" sldId="277"/>
            <ac:inkMk id="4" creationId="{068285DD-6AB8-BAF3-D25A-0C837F465385}"/>
          </ac:inkMkLst>
        </pc:inkChg>
        <pc:inkChg chg="add mod">
          <ac:chgData name="Rodica Ioana Lung" userId="64ee56e8d7162e1e" providerId="LiveId" clId="{0F6830A5-18AB-4F1B-8BBB-DA235794CEC1}" dt="2025-12-16T16:10:50.700" v="1305"/>
          <ac:inkMkLst>
            <pc:docMk/>
            <pc:sldMk cId="1997644530" sldId="277"/>
            <ac:inkMk id="5" creationId="{74A6F6AF-FF13-DB8A-ACC0-CA1520811261}"/>
          </ac:inkMkLst>
        </pc:inkChg>
        <pc:inkChg chg="add mod">
          <ac:chgData name="Rodica Ioana Lung" userId="64ee56e8d7162e1e" providerId="LiveId" clId="{0F6830A5-18AB-4F1B-8BBB-DA235794CEC1}" dt="2025-12-16T16:10:50.700" v="1305"/>
          <ac:inkMkLst>
            <pc:docMk/>
            <pc:sldMk cId="1997644530" sldId="277"/>
            <ac:inkMk id="6" creationId="{B89CB424-DDFB-4A80-A7CA-CB481A709256}"/>
          </ac:inkMkLst>
        </pc:inkChg>
        <pc:inkChg chg="add mod">
          <ac:chgData name="Rodica Ioana Lung" userId="64ee56e8d7162e1e" providerId="LiveId" clId="{0F6830A5-18AB-4F1B-8BBB-DA235794CEC1}" dt="2025-12-16T16:10:50.700" v="1305"/>
          <ac:inkMkLst>
            <pc:docMk/>
            <pc:sldMk cId="1997644530" sldId="277"/>
            <ac:inkMk id="8" creationId="{D92645F4-43BD-FAF7-57A8-A64F2ACCA77F}"/>
          </ac:inkMkLst>
        </pc:inkChg>
        <pc:inkChg chg="add mod">
          <ac:chgData name="Rodica Ioana Lung" userId="64ee56e8d7162e1e" providerId="LiveId" clId="{0F6830A5-18AB-4F1B-8BBB-DA235794CEC1}" dt="2025-12-16T16:10:50.700" v="1305"/>
          <ac:inkMkLst>
            <pc:docMk/>
            <pc:sldMk cId="1997644530" sldId="277"/>
            <ac:inkMk id="9" creationId="{646D4D04-ACF0-4FC5-CA7A-624E900C8B13}"/>
          </ac:inkMkLst>
        </pc:inkChg>
        <pc:inkChg chg="add mod">
          <ac:chgData name="Rodica Ioana Lung" userId="64ee56e8d7162e1e" providerId="LiveId" clId="{0F6830A5-18AB-4F1B-8BBB-DA235794CEC1}" dt="2025-12-16T16:10:50.700" v="1305"/>
          <ac:inkMkLst>
            <pc:docMk/>
            <pc:sldMk cId="1997644530" sldId="277"/>
            <ac:inkMk id="10" creationId="{6188581D-13A3-06B4-25FE-43265C8772B8}"/>
          </ac:inkMkLst>
        </pc:inkChg>
        <pc:inkChg chg="add">
          <ac:chgData name="Rodica Ioana Lung" userId="64ee56e8d7162e1e" providerId="LiveId" clId="{0F6830A5-18AB-4F1B-8BBB-DA235794CEC1}" dt="2025-12-16T16:10:48.250" v="1303" actId="9405"/>
          <ac:inkMkLst>
            <pc:docMk/>
            <pc:sldMk cId="1997644530" sldId="277"/>
            <ac:inkMk id="12" creationId="{1F0BA3CD-DB76-C285-7292-405D13CAD5D5}"/>
          </ac:inkMkLst>
        </pc:inkChg>
        <pc:inkChg chg="add mod">
          <ac:chgData name="Rodica Ioana Lung" userId="64ee56e8d7162e1e" providerId="LiveId" clId="{0F6830A5-18AB-4F1B-8BBB-DA235794CEC1}" dt="2025-12-16T16:10:50.700" v="1305"/>
          <ac:inkMkLst>
            <pc:docMk/>
            <pc:sldMk cId="1997644530" sldId="277"/>
            <ac:inkMk id="13" creationId="{02BC04CB-A89C-F31E-C62A-7644021B3A2F}"/>
          </ac:inkMkLst>
        </pc:inkChg>
        <pc:inkChg chg="add">
          <ac:chgData name="Rodica Ioana Lung" userId="64ee56e8d7162e1e" providerId="LiveId" clId="{0F6830A5-18AB-4F1B-8BBB-DA235794CEC1}" dt="2025-12-16T16:11:12.428" v="1306" actId="9405"/>
          <ac:inkMkLst>
            <pc:docMk/>
            <pc:sldMk cId="1997644530" sldId="277"/>
            <ac:inkMk id="15" creationId="{B49B514F-5E2D-FFEE-2AF7-3E1A2ADF5E52}"/>
          </ac:inkMkLst>
        </pc:inkChg>
        <pc:inkChg chg="add">
          <ac:chgData name="Rodica Ioana Lung" userId="64ee56e8d7162e1e" providerId="LiveId" clId="{0F6830A5-18AB-4F1B-8BBB-DA235794CEC1}" dt="2025-12-16T16:11:21.742" v="1307" actId="9405"/>
          <ac:inkMkLst>
            <pc:docMk/>
            <pc:sldMk cId="1997644530" sldId="277"/>
            <ac:inkMk id="16" creationId="{78504BF0-E461-7A50-5B06-E8B15E9A76D1}"/>
          </ac:inkMkLst>
        </pc:inkChg>
        <pc:inkChg chg="add">
          <ac:chgData name="Rodica Ioana Lung" userId="64ee56e8d7162e1e" providerId="LiveId" clId="{0F6830A5-18AB-4F1B-8BBB-DA235794CEC1}" dt="2025-12-16T16:11:27.228" v="1308" actId="9405"/>
          <ac:inkMkLst>
            <pc:docMk/>
            <pc:sldMk cId="1997644530" sldId="277"/>
            <ac:inkMk id="17" creationId="{E231E6E4-CB5D-9C9D-A89A-4308CBC22AF8}"/>
          </ac:inkMkLst>
        </pc:inkChg>
        <pc:inkChg chg="add mod">
          <ac:chgData name="Rodica Ioana Lung" userId="64ee56e8d7162e1e" providerId="LiveId" clId="{0F6830A5-18AB-4F1B-8BBB-DA235794CEC1}" dt="2025-12-16T16:11:39.025" v="1311"/>
          <ac:inkMkLst>
            <pc:docMk/>
            <pc:sldMk cId="1997644530" sldId="277"/>
            <ac:inkMk id="18" creationId="{A72231B6-09E4-BF5B-697F-834BD6FF1247}"/>
          </ac:inkMkLst>
        </pc:inkChg>
        <pc:inkChg chg="add mod">
          <ac:chgData name="Rodica Ioana Lung" userId="64ee56e8d7162e1e" providerId="LiveId" clId="{0F6830A5-18AB-4F1B-8BBB-DA235794CEC1}" dt="2025-12-16T16:11:39.025" v="1311"/>
          <ac:inkMkLst>
            <pc:docMk/>
            <pc:sldMk cId="1997644530" sldId="277"/>
            <ac:inkMk id="19" creationId="{A674F2A8-7F45-099B-26E3-F55E87524EC1}"/>
          </ac:inkMkLst>
        </pc:inkChg>
        <pc:inkChg chg="add mod">
          <ac:chgData name="Rodica Ioana Lung" userId="64ee56e8d7162e1e" providerId="LiveId" clId="{0F6830A5-18AB-4F1B-8BBB-DA235794CEC1}" dt="2025-12-16T16:11:42.319" v="1314"/>
          <ac:inkMkLst>
            <pc:docMk/>
            <pc:sldMk cId="1997644530" sldId="277"/>
            <ac:inkMk id="21" creationId="{CEA7CA5C-D014-2E30-B5C8-3D45693FFCFA}"/>
          </ac:inkMkLst>
        </pc:inkChg>
        <pc:inkChg chg="add mod">
          <ac:chgData name="Rodica Ioana Lung" userId="64ee56e8d7162e1e" providerId="LiveId" clId="{0F6830A5-18AB-4F1B-8BBB-DA235794CEC1}" dt="2025-12-16T16:11:42.319" v="1314"/>
          <ac:inkMkLst>
            <pc:docMk/>
            <pc:sldMk cId="1997644530" sldId="277"/>
            <ac:inkMk id="22" creationId="{9DB0CFF7-B9F6-3D6A-36EE-7E80ADE1A050}"/>
          </ac:inkMkLst>
        </pc:inkChg>
      </pc:sldChg>
      <pc:sldChg chg="addSp delSp modSp mod">
        <pc:chgData name="Rodica Ioana Lung" userId="64ee56e8d7162e1e" providerId="LiveId" clId="{0F6830A5-18AB-4F1B-8BBB-DA235794CEC1}" dt="2025-12-16T16:18:15.574" v="1438" actId="9405"/>
        <pc:sldMkLst>
          <pc:docMk/>
          <pc:sldMk cId="403564938" sldId="278"/>
        </pc:sldMkLst>
        <pc:grpChg chg="del mod">
          <ac:chgData name="Rodica Ioana Lung" userId="64ee56e8d7162e1e" providerId="LiveId" clId="{0F6830A5-18AB-4F1B-8BBB-DA235794CEC1}" dt="2025-12-16T16:14:47.896" v="1364"/>
          <ac:grpSpMkLst>
            <pc:docMk/>
            <pc:sldMk cId="403564938" sldId="278"/>
            <ac:grpSpMk id="10" creationId="{318661F4-9F7C-F726-701C-319CFDEA2E27}"/>
          </ac:grpSpMkLst>
        </pc:grpChg>
        <pc:grpChg chg="del mod">
          <ac:chgData name="Rodica Ioana Lung" userId="64ee56e8d7162e1e" providerId="LiveId" clId="{0F6830A5-18AB-4F1B-8BBB-DA235794CEC1}" dt="2025-12-16T16:14:51.678" v="1366"/>
          <ac:grpSpMkLst>
            <pc:docMk/>
            <pc:sldMk cId="403564938" sldId="278"/>
            <ac:grpSpMk id="12" creationId="{589264A0-FD94-DC1D-8396-A46E96F827C5}"/>
          </ac:grpSpMkLst>
        </pc:grpChg>
        <pc:grpChg chg="del mod">
          <ac:chgData name="Rodica Ioana Lung" userId="64ee56e8d7162e1e" providerId="LiveId" clId="{0F6830A5-18AB-4F1B-8BBB-DA235794CEC1}" dt="2025-12-16T16:16:59.363" v="1392"/>
          <ac:grpSpMkLst>
            <pc:docMk/>
            <pc:sldMk cId="403564938" sldId="278"/>
            <ac:grpSpMk id="14" creationId="{AAC896BC-1760-CC45-10C4-82C9F51DE97E}"/>
          </ac:grpSpMkLst>
        </pc:grpChg>
        <pc:grpChg chg="del mod">
          <ac:chgData name="Rodica Ioana Lung" userId="64ee56e8d7162e1e" providerId="LiveId" clId="{0F6830A5-18AB-4F1B-8BBB-DA235794CEC1}" dt="2025-12-16T16:15:01.374" v="1372"/>
          <ac:grpSpMkLst>
            <pc:docMk/>
            <pc:sldMk cId="403564938" sldId="278"/>
            <ac:grpSpMk id="18" creationId="{267E8213-9340-2323-577F-523EA13ECCAE}"/>
          </ac:grpSpMkLst>
        </pc:grpChg>
        <pc:grpChg chg="del mod">
          <ac:chgData name="Rodica Ioana Lung" userId="64ee56e8d7162e1e" providerId="LiveId" clId="{0F6830A5-18AB-4F1B-8BBB-DA235794CEC1}" dt="2025-12-16T16:15:03.107" v="1375"/>
          <ac:grpSpMkLst>
            <pc:docMk/>
            <pc:sldMk cId="403564938" sldId="278"/>
            <ac:grpSpMk id="20" creationId="{E48CD8A5-6F48-0C97-8F57-10EF99A86D38}"/>
          </ac:grpSpMkLst>
        </pc:grpChg>
        <pc:grpChg chg="mod">
          <ac:chgData name="Rodica Ioana Lung" userId="64ee56e8d7162e1e" providerId="LiveId" clId="{0F6830A5-18AB-4F1B-8BBB-DA235794CEC1}" dt="2025-12-16T16:16:04.208" v="1382"/>
          <ac:grpSpMkLst>
            <pc:docMk/>
            <pc:sldMk cId="403564938" sldId="278"/>
            <ac:grpSpMk id="26" creationId="{768F60C6-C163-FFE2-B0D2-3EA2A750CE4B}"/>
          </ac:grpSpMkLst>
        </pc:grpChg>
        <pc:grpChg chg="mod">
          <ac:chgData name="Rodica Ioana Lung" userId="64ee56e8d7162e1e" providerId="LiveId" clId="{0F6830A5-18AB-4F1B-8BBB-DA235794CEC1}" dt="2025-12-16T16:16:09.131" v="1385"/>
          <ac:grpSpMkLst>
            <pc:docMk/>
            <pc:sldMk cId="403564938" sldId="278"/>
            <ac:grpSpMk id="29" creationId="{17EDAEA4-C869-A73D-6869-CBD101BBAB0D}"/>
          </ac:grpSpMkLst>
        </pc:grpChg>
        <pc:grpChg chg="del mod">
          <ac:chgData name="Rodica Ioana Lung" userId="64ee56e8d7162e1e" providerId="LiveId" clId="{0F6830A5-18AB-4F1B-8BBB-DA235794CEC1}" dt="2025-12-16T16:16:59.363" v="1392"/>
          <ac:grpSpMkLst>
            <pc:docMk/>
            <pc:sldMk cId="403564938" sldId="278"/>
            <ac:grpSpMk id="34" creationId="{BB0EBF90-3220-2FF1-36CF-E2FC9DF5494C}"/>
          </ac:grpSpMkLst>
        </pc:grpChg>
        <pc:grpChg chg="del mod">
          <ac:chgData name="Rodica Ioana Lung" userId="64ee56e8d7162e1e" providerId="LiveId" clId="{0F6830A5-18AB-4F1B-8BBB-DA235794CEC1}" dt="2025-12-16T16:17:01.776" v="1395"/>
          <ac:grpSpMkLst>
            <pc:docMk/>
            <pc:sldMk cId="403564938" sldId="278"/>
            <ac:grpSpMk id="36" creationId="{E53AF360-6FF6-D087-EA1C-92EE3FBFF12D}"/>
          </ac:grpSpMkLst>
        </pc:grpChg>
        <pc:grpChg chg="del mod">
          <ac:chgData name="Rodica Ioana Lung" userId="64ee56e8d7162e1e" providerId="LiveId" clId="{0F6830A5-18AB-4F1B-8BBB-DA235794CEC1}" dt="2025-12-16T16:17:05.018" v="1398"/>
          <ac:grpSpMkLst>
            <pc:docMk/>
            <pc:sldMk cId="403564938" sldId="278"/>
            <ac:grpSpMk id="39" creationId="{92D087CE-AFA7-46BF-9EBF-DB294B485D83}"/>
          </ac:grpSpMkLst>
        </pc:grpChg>
        <pc:grpChg chg="del mod">
          <ac:chgData name="Rodica Ioana Lung" userId="64ee56e8d7162e1e" providerId="LiveId" clId="{0F6830A5-18AB-4F1B-8BBB-DA235794CEC1}" dt="2025-12-16T16:17:14.992" v="1414"/>
          <ac:grpSpMkLst>
            <pc:docMk/>
            <pc:sldMk cId="403564938" sldId="278"/>
            <ac:grpSpMk id="42" creationId="{41797129-AED0-9779-26E3-BEFB41C632AA}"/>
          </ac:grpSpMkLst>
        </pc:grpChg>
        <pc:grpChg chg="mod">
          <ac:chgData name="Rodica Ioana Lung" userId="64ee56e8d7162e1e" providerId="LiveId" clId="{0F6830A5-18AB-4F1B-8BBB-DA235794CEC1}" dt="2025-12-16T16:17:14.992" v="1414"/>
          <ac:grpSpMkLst>
            <pc:docMk/>
            <pc:sldMk cId="403564938" sldId="278"/>
            <ac:grpSpMk id="58" creationId="{136CBB92-E9E2-72F5-1F08-F4C370DFB332}"/>
          </ac:grpSpMkLst>
        </pc:grpChg>
        <pc:grpChg chg="del mod">
          <ac:chgData name="Rodica Ioana Lung" userId="64ee56e8d7162e1e" providerId="LiveId" clId="{0F6830A5-18AB-4F1B-8BBB-DA235794CEC1}" dt="2025-12-16T16:18:02.153" v="1435"/>
          <ac:grpSpMkLst>
            <pc:docMk/>
            <pc:sldMk cId="403564938" sldId="278"/>
            <ac:grpSpMk id="63" creationId="{617E04C0-D176-F58A-E82A-E29A5E59950F}"/>
          </ac:grpSpMkLst>
        </pc:grpChg>
        <pc:grpChg chg="del mod">
          <ac:chgData name="Rodica Ioana Lung" userId="64ee56e8d7162e1e" providerId="LiveId" clId="{0F6830A5-18AB-4F1B-8BBB-DA235794CEC1}" dt="2025-12-16T16:18:02.153" v="1435"/>
          <ac:grpSpMkLst>
            <pc:docMk/>
            <pc:sldMk cId="403564938" sldId="278"/>
            <ac:grpSpMk id="68" creationId="{B0A0CBAD-F2EB-1850-0861-8D1834343A00}"/>
          </ac:grpSpMkLst>
        </pc:grpChg>
        <pc:grpChg chg="del mod">
          <ac:chgData name="Rodica Ioana Lung" userId="64ee56e8d7162e1e" providerId="LiveId" clId="{0F6830A5-18AB-4F1B-8BBB-DA235794CEC1}" dt="2025-12-16T16:18:02.153" v="1435"/>
          <ac:grpSpMkLst>
            <pc:docMk/>
            <pc:sldMk cId="403564938" sldId="278"/>
            <ac:grpSpMk id="76" creationId="{F2933001-2979-0FDF-C243-B453BF99517E}"/>
          </ac:grpSpMkLst>
        </pc:grpChg>
        <pc:grpChg chg="mod">
          <ac:chgData name="Rodica Ioana Lung" userId="64ee56e8d7162e1e" providerId="LiveId" clId="{0F6830A5-18AB-4F1B-8BBB-DA235794CEC1}" dt="2025-12-16T16:18:02.153" v="1435"/>
          <ac:grpSpMkLst>
            <pc:docMk/>
            <pc:sldMk cId="403564938" sldId="278"/>
            <ac:grpSpMk id="79" creationId="{90E45AF6-BDA2-B950-B682-99F6B36C9087}"/>
          </ac:grpSpMkLst>
        </pc:grpChg>
        <pc:picChg chg="add mod">
          <ac:chgData name="Rodica Ioana Lung" userId="64ee56e8d7162e1e" providerId="LiveId" clId="{0F6830A5-18AB-4F1B-8BBB-DA235794CEC1}" dt="2025-12-16T16:14:31.701" v="1357" actId="962"/>
          <ac:picMkLst>
            <pc:docMk/>
            <pc:sldMk cId="403564938" sldId="278"/>
            <ac:picMk id="5" creationId="{2D1553E4-D19E-10A8-0F32-8BD28CFEF0B9}"/>
          </ac:picMkLst>
        </pc:picChg>
        <pc:inkChg chg="add">
          <ac:chgData name="Rodica Ioana Lung" userId="64ee56e8d7162e1e" providerId="LiveId" clId="{0F6830A5-18AB-4F1B-8BBB-DA235794CEC1}" dt="2025-12-16T16:14:38.614" v="1358" actId="9405"/>
          <ac:inkMkLst>
            <pc:docMk/>
            <pc:sldMk cId="403564938" sldId="278"/>
            <ac:inkMk id="6" creationId="{5949A46D-F802-F30B-1006-E531B6ADFF2C}"/>
          </ac:inkMkLst>
        </pc:inkChg>
        <pc:inkChg chg="add mod">
          <ac:chgData name="Rodica Ioana Lung" userId="64ee56e8d7162e1e" providerId="LiveId" clId="{0F6830A5-18AB-4F1B-8BBB-DA235794CEC1}" dt="2025-12-16T16:17:05.018" v="1398"/>
          <ac:inkMkLst>
            <pc:docMk/>
            <pc:sldMk cId="403564938" sldId="278"/>
            <ac:inkMk id="7" creationId="{4DD0F6E4-EAE1-335E-EA95-CB1AAAC1D150}"/>
          </ac:inkMkLst>
        </pc:inkChg>
        <pc:inkChg chg="add mod">
          <ac:chgData name="Rodica Ioana Lung" userId="64ee56e8d7162e1e" providerId="LiveId" clId="{0F6830A5-18AB-4F1B-8BBB-DA235794CEC1}" dt="2025-12-16T16:17:14.992" v="1414"/>
          <ac:inkMkLst>
            <pc:docMk/>
            <pc:sldMk cId="403564938" sldId="278"/>
            <ac:inkMk id="8" creationId="{A43BE145-D577-A705-A6C6-BB3422E2F575}"/>
          </ac:inkMkLst>
        </pc:inkChg>
        <pc:inkChg chg="add mod">
          <ac:chgData name="Rodica Ioana Lung" userId="64ee56e8d7162e1e" providerId="LiveId" clId="{0F6830A5-18AB-4F1B-8BBB-DA235794CEC1}" dt="2025-12-16T16:17:05.018" v="1398"/>
          <ac:inkMkLst>
            <pc:docMk/>
            <pc:sldMk cId="403564938" sldId="278"/>
            <ac:inkMk id="9" creationId="{ACB7C6FC-2550-60A8-E9FC-51D912135A95}"/>
          </ac:inkMkLst>
        </pc:inkChg>
        <pc:inkChg chg="add mod">
          <ac:chgData name="Rodica Ioana Lung" userId="64ee56e8d7162e1e" providerId="LiveId" clId="{0F6830A5-18AB-4F1B-8BBB-DA235794CEC1}" dt="2025-12-16T16:14:51.678" v="1366"/>
          <ac:inkMkLst>
            <pc:docMk/>
            <pc:sldMk cId="403564938" sldId="278"/>
            <ac:inkMk id="11" creationId="{4E2BFF60-08D9-B073-DDE3-08880B44C55D}"/>
          </ac:inkMkLst>
        </pc:inkChg>
        <pc:inkChg chg="add mod">
          <ac:chgData name="Rodica Ioana Lung" userId="64ee56e8d7162e1e" providerId="LiveId" clId="{0F6830A5-18AB-4F1B-8BBB-DA235794CEC1}" dt="2025-12-16T16:16:59.363" v="1392"/>
          <ac:inkMkLst>
            <pc:docMk/>
            <pc:sldMk cId="403564938" sldId="278"/>
            <ac:inkMk id="13" creationId="{2BBB0C2B-CD63-C64A-C97A-5DAC9AAE756D}"/>
          </ac:inkMkLst>
        </pc:inkChg>
        <pc:inkChg chg="add del mod">
          <ac:chgData name="Rodica Ioana Lung" userId="64ee56e8d7162e1e" providerId="LiveId" clId="{0F6830A5-18AB-4F1B-8BBB-DA235794CEC1}" dt="2025-12-16T16:15:03.107" v="1376"/>
          <ac:inkMkLst>
            <pc:docMk/>
            <pc:sldMk cId="403564938" sldId="278"/>
            <ac:inkMk id="15" creationId="{BA06B0A0-2769-16A5-FC96-EC7D19A1090A}"/>
          </ac:inkMkLst>
        </pc:inkChg>
        <pc:inkChg chg="add del mod">
          <ac:chgData name="Rodica Ioana Lung" userId="64ee56e8d7162e1e" providerId="LiveId" clId="{0F6830A5-18AB-4F1B-8BBB-DA235794CEC1}" dt="2025-12-16T16:15:03.107" v="1373"/>
          <ac:inkMkLst>
            <pc:docMk/>
            <pc:sldMk cId="403564938" sldId="278"/>
            <ac:inkMk id="16" creationId="{017C791F-7AD6-6806-BD42-2877E3574CB3}"/>
          </ac:inkMkLst>
        </pc:inkChg>
        <pc:inkChg chg="add del mod">
          <ac:chgData name="Rodica Ioana Lung" userId="64ee56e8d7162e1e" providerId="LiveId" clId="{0F6830A5-18AB-4F1B-8BBB-DA235794CEC1}" dt="2025-12-16T16:15:03.107" v="1374"/>
          <ac:inkMkLst>
            <pc:docMk/>
            <pc:sldMk cId="403564938" sldId="278"/>
            <ac:inkMk id="17" creationId="{E246EFE6-D226-012A-1FD0-CAECC2223378}"/>
          </ac:inkMkLst>
        </pc:inkChg>
        <pc:inkChg chg="add del mod">
          <ac:chgData name="Rodica Ioana Lung" userId="64ee56e8d7162e1e" providerId="LiveId" clId="{0F6830A5-18AB-4F1B-8BBB-DA235794CEC1}" dt="2025-12-16T16:15:03.107" v="1375"/>
          <ac:inkMkLst>
            <pc:docMk/>
            <pc:sldMk cId="403564938" sldId="278"/>
            <ac:inkMk id="19" creationId="{26EE3789-3C84-6361-8AF9-8CCCBB55203F}"/>
          </ac:inkMkLst>
        </pc:inkChg>
        <pc:inkChg chg="add">
          <ac:chgData name="Rodica Ioana Lung" userId="64ee56e8d7162e1e" providerId="LiveId" clId="{0F6830A5-18AB-4F1B-8BBB-DA235794CEC1}" dt="2025-12-16T16:15:11.210" v="1377" actId="9405"/>
          <ac:inkMkLst>
            <pc:docMk/>
            <pc:sldMk cId="403564938" sldId="278"/>
            <ac:inkMk id="21" creationId="{CB888CC9-85E1-FA74-E103-4EFE2AF068CD}"/>
          </ac:inkMkLst>
        </pc:inkChg>
        <pc:inkChg chg="add">
          <ac:chgData name="Rodica Ioana Lung" userId="64ee56e8d7162e1e" providerId="LiveId" clId="{0F6830A5-18AB-4F1B-8BBB-DA235794CEC1}" dt="2025-12-16T16:15:55.005" v="1378" actId="9405"/>
          <ac:inkMkLst>
            <pc:docMk/>
            <pc:sldMk cId="403564938" sldId="278"/>
            <ac:inkMk id="22" creationId="{6D27F731-0B2B-6CF6-522B-A64B10F5D135}"/>
          </ac:inkMkLst>
        </pc:inkChg>
        <pc:inkChg chg="add">
          <ac:chgData name="Rodica Ioana Lung" userId="64ee56e8d7162e1e" providerId="LiveId" clId="{0F6830A5-18AB-4F1B-8BBB-DA235794CEC1}" dt="2025-12-16T16:16:00.548" v="1379" actId="9405"/>
          <ac:inkMkLst>
            <pc:docMk/>
            <pc:sldMk cId="403564938" sldId="278"/>
            <ac:inkMk id="23" creationId="{4A15F432-8CFC-FC22-32CD-C84CDF4148CA}"/>
          </ac:inkMkLst>
        </pc:inkChg>
        <pc:inkChg chg="add mod">
          <ac:chgData name="Rodica Ioana Lung" userId="64ee56e8d7162e1e" providerId="LiveId" clId="{0F6830A5-18AB-4F1B-8BBB-DA235794CEC1}" dt="2025-12-16T16:16:04.208" v="1382"/>
          <ac:inkMkLst>
            <pc:docMk/>
            <pc:sldMk cId="403564938" sldId="278"/>
            <ac:inkMk id="24" creationId="{2B1ABD26-2C92-6097-F3E1-D00CFA3B90FE}"/>
          </ac:inkMkLst>
        </pc:inkChg>
        <pc:inkChg chg="add mod">
          <ac:chgData name="Rodica Ioana Lung" userId="64ee56e8d7162e1e" providerId="LiveId" clId="{0F6830A5-18AB-4F1B-8BBB-DA235794CEC1}" dt="2025-12-16T16:16:04.208" v="1382"/>
          <ac:inkMkLst>
            <pc:docMk/>
            <pc:sldMk cId="403564938" sldId="278"/>
            <ac:inkMk id="25" creationId="{9F5141DC-8CF8-CE39-8682-8E22F014559F}"/>
          </ac:inkMkLst>
        </pc:inkChg>
        <pc:inkChg chg="add mod">
          <ac:chgData name="Rodica Ioana Lung" userId="64ee56e8d7162e1e" providerId="LiveId" clId="{0F6830A5-18AB-4F1B-8BBB-DA235794CEC1}" dt="2025-12-16T16:16:09.131" v="1385"/>
          <ac:inkMkLst>
            <pc:docMk/>
            <pc:sldMk cId="403564938" sldId="278"/>
            <ac:inkMk id="27" creationId="{1652F3B6-33E9-8CD9-5ACE-8A3A8137CFFC}"/>
          </ac:inkMkLst>
        </pc:inkChg>
        <pc:inkChg chg="add mod">
          <ac:chgData name="Rodica Ioana Lung" userId="64ee56e8d7162e1e" providerId="LiveId" clId="{0F6830A5-18AB-4F1B-8BBB-DA235794CEC1}" dt="2025-12-16T16:16:09.131" v="1385"/>
          <ac:inkMkLst>
            <pc:docMk/>
            <pc:sldMk cId="403564938" sldId="278"/>
            <ac:inkMk id="28" creationId="{DC9559F3-8D4C-D011-9E7F-9D7BC8F453C4}"/>
          </ac:inkMkLst>
        </pc:inkChg>
        <pc:inkChg chg="add">
          <ac:chgData name="Rodica Ioana Lung" userId="64ee56e8d7162e1e" providerId="LiveId" clId="{0F6830A5-18AB-4F1B-8BBB-DA235794CEC1}" dt="2025-12-16T16:16:45.813" v="1386" actId="9405"/>
          <ac:inkMkLst>
            <pc:docMk/>
            <pc:sldMk cId="403564938" sldId="278"/>
            <ac:inkMk id="30" creationId="{5F772C8C-6B84-E65D-8988-1BB0FEBDBC9B}"/>
          </ac:inkMkLst>
        </pc:inkChg>
        <pc:inkChg chg="add mod">
          <ac:chgData name="Rodica Ioana Lung" userId="64ee56e8d7162e1e" providerId="LiveId" clId="{0F6830A5-18AB-4F1B-8BBB-DA235794CEC1}" dt="2025-12-16T16:16:55.084" v="1390"/>
          <ac:inkMkLst>
            <pc:docMk/>
            <pc:sldMk cId="403564938" sldId="278"/>
            <ac:inkMk id="31" creationId="{47482723-7B47-86FE-0228-87E0CFFE7167}"/>
          </ac:inkMkLst>
        </pc:inkChg>
        <pc:inkChg chg="add mod">
          <ac:chgData name="Rodica Ioana Lung" userId="64ee56e8d7162e1e" providerId="LiveId" clId="{0F6830A5-18AB-4F1B-8BBB-DA235794CEC1}" dt="2025-12-16T16:17:05.018" v="1398"/>
          <ac:inkMkLst>
            <pc:docMk/>
            <pc:sldMk cId="403564938" sldId="278"/>
            <ac:inkMk id="32" creationId="{0E09FAC4-5BB5-ED3C-F446-1980FE711129}"/>
          </ac:inkMkLst>
        </pc:inkChg>
        <pc:inkChg chg="add mod">
          <ac:chgData name="Rodica Ioana Lung" userId="64ee56e8d7162e1e" providerId="LiveId" clId="{0F6830A5-18AB-4F1B-8BBB-DA235794CEC1}" dt="2025-12-16T16:17:05.018" v="1398"/>
          <ac:inkMkLst>
            <pc:docMk/>
            <pc:sldMk cId="403564938" sldId="278"/>
            <ac:inkMk id="33" creationId="{FE1E7AEA-B02C-F8C1-49FF-F4C5CB8CAAA9}"/>
          </ac:inkMkLst>
        </pc:inkChg>
        <pc:inkChg chg="add mod">
          <ac:chgData name="Rodica Ioana Lung" userId="64ee56e8d7162e1e" providerId="LiveId" clId="{0F6830A5-18AB-4F1B-8BBB-DA235794CEC1}" dt="2025-12-16T16:17:05.018" v="1398"/>
          <ac:inkMkLst>
            <pc:docMk/>
            <pc:sldMk cId="403564938" sldId="278"/>
            <ac:inkMk id="35" creationId="{661F8D13-04A6-4A7C-811C-26B42B7386D6}"/>
          </ac:inkMkLst>
        </pc:inkChg>
        <pc:inkChg chg="add mod">
          <ac:chgData name="Rodica Ioana Lung" userId="64ee56e8d7162e1e" providerId="LiveId" clId="{0F6830A5-18AB-4F1B-8BBB-DA235794CEC1}" dt="2025-12-16T16:17:14.992" v="1414"/>
          <ac:inkMkLst>
            <pc:docMk/>
            <pc:sldMk cId="403564938" sldId="278"/>
            <ac:inkMk id="37" creationId="{38A1D3C0-8E65-FA0C-DAB5-3C1DC8F36700}"/>
          </ac:inkMkLst>
        </pc:inkChg>
        <pc:inkChg chg="add mod">
          <ac:chgData name="Rodica Ioana Lung" userId="64ee56e8d7162e1e" providerId="LiveId" clId="{0F6830A5-18AB-4F1B-8BBB-DA235794CEC1}" dt="2025-12-16T16:17:05.018" v="1398"/>
          <ac:inkMkLst>
            <pc:docMk/>
            <pc:sldMk cId="403564938" sldId="278"/>
            <ac:inkMk id="38" creationId="{1BFBC33A-080A-0E01-41CF-80A3E5B4191E}"/>
          </ac:inkMkLst>
        </pc:inkChg>
        <pc:inkChg chg="add mod">
          <ac:chgData name="Rodica Ioana Lung" userId="64ee56e8d7162e1e" providerId="LiveId" clId="{0F6830A5-18AB-4F1B-8BBB-DA235794CEC1}" dt="2025-12-16T16:17:05.018" v="1398"/>
          <ac:inkMkLst>
            <pc:docMk/>
            <pc:sldMk cId="403564938" sldId="278"/>
            <ac:inkMk id="40" creationId="{C3CD122B-133A-64B3-CC2C-4453FD0B8A94}"/>
          </ac:inkMkLst>
        </pc:inkChg>
        <pc:inkChg chg="add">
          <ac:chgData name="Rodica Ioana Lung" userId="64ee56e8d7162e1e" providerId="LiveId" clId="{0F6830A5-18AB-4F1B-8BBB-DA235794CEC1}" dt="2025-12-16T16:17:04.421" v="1397" actId="9405"/>
          <ac:inkMkLst>
            <pc:docMk/>
            <pc:sldMk cId="403564938" sldId="278"/>
            <ac:inkMk id="41" creationId="{2AB970CB-BD48-EDAB-3577-BCE60BA60053}"/>
          </ac:inkMkLst>
        </pc:inkChg>
        <pc:inkChg chg="add">
          <ac:chgData name="Rodica Ioana Lung" userId="64ee56e8d7162e1e" providerId="LiveId" clId="{0F6830A5-18AB-4F1B-8BBB-DA235794CEC1}" dt="2025-12-16T16:17:06.037" v="1399" actId="9405"/>
          <ac:inkMkLst>
            <pc:docMk/>
            <pc:sldMk cId="403564938" sldId="278"/>
            <ac:inkMk id="43" creationId="{FD9C7584-615F-DE20-CDCD-C87CA2EC6D3C}"/>
          </ac:inkMkLst>
        </pc:inkChg>
        <pc:inkChg chg="add">
          <ac:chgData name="Rodica Ioana Lung" userId="64ee56e8d7162e1e" providerId="LiveId" clId="{0F6830A5-18AB-4F1B-8BBB-DA235794CEC1}" dt="2025-12-16T16:17:07.085" v="1400" actId="9405"/>
          <ac:inkMkLst>
            <pc:docMk/>
            <pc:sldMk cId="403564938" sldId="278"/>
            <ac:inkMk id="44" creationId="{47DF3B19-70BB-AC11-566C-A92DE3B0256D}"/>
          </ac:inkMkLst>
        </pc:inkChg>
        <pc:inkChg chg="add">
          <ac:chgData name="Rodica Ioana Lung" userId="64ee56e8d7162e1e" providerId="LiveId" clId="{0F6830A5-18AB-4F1B-8BBB-DA235794CEC1}" dt="2025-12-16T16:17:07.516" v="1401" actId="9405"/>
          <ac:inkMkLst>
            <pc:docMk/>
            <pc:sldMk cId="403564938" sldId="278"/>
            <ac:inkMk id="45" creationId="{5CA47E04-419C-9898-9427-A8CDC0DB54CF}"/>
          </ac:inkMkLst>
        </pc:inkChg>
        <pc:inkChg chg="add">
          <ac:chgData name="Rodica Ioana Lung" userId="64ee56e8d7162e1e" providerId="LiveId" clId="{0F6830A5-18AB-4F1B-8BBB-DA235794CEC1}" dt="2025-12-16T16:17:07.946" v="1402" actId="9405"/>
          <ac:inkMkLst>
            <pc:docMk/>
            <pc:sldMk cId="403564938" sldId="278"/>
            <ac:inkMk id="46" creationId="{EBEBF431-53CB-C9B4-F4A6-6551A9C1A445}"/>
          </ac:inkMkLst>
        </pc:inkChg>
        <pc:inkChg chg="add">
          <ac:chgData name="Rodica Ioana Lung" userId="64ee56e8d7162e1e" providerId="LiveId" clId="{0F6830A5-18AB-4F1B-8BBB-DA235794CEC1}" dt="2025-12-16T16:17:08.295" v="1403" actId="9405"/>
          <ac:inkMkLst>
            <pc:docMk/>
            <pc:sldMk cId="403564938" sldId="278"/>
            <ac:inkMk id="47" creationId="{038E6402-D108-15FE-A01F-0C03198376E7}"/>
          </ac:inkMkLst>
        </pc:inkChg>
        <pc:inkChg chg="add mod">
          <ac:chgData name="Rodica Ioana Lung" userId="64ee56e8d7162e1e" providerId="LiveId" clId="{0F6830A5-18AB-4F1B-8BBB-DA235794CEC1}" dt="2025-12-16T16:17:14.992" v="1414"/>
          <ac:inkMkLst>
            <pc:docMk/>
            <pc:sldMk cId="403564938" sldId="278"/>
            <ac:inkMk id="48" creationId="{CEF0364B-D320-0073-5560-B0A4370E204F}"/>
          </ac:inkMkLst>
        </pc:inkChg>
        <pc:inkChg chg="add mod">
          <ac:chgData name="Rodica Ioana Lung" userId="64ee56e8d7162e1e" providerId="LiveId" clId="{0F6830A5-18AB-4F1B-8BBB-DA235794CEC1}" dt="2025-12-16T16:17:14.992" v="1414"/>
          <ac:inkMkLst>
            <pc:docMk/>
            <pc:sldMk cId="403564938" sldId="278"/>
            <ac:inkMk id="49" creationId="{91EEDBD6-CFDE-D111-34EB-94C0A2260212}"/>
          </ac:inkMkLst>
        </pc:inkChg>
        <pc:inkChg chg="add">
          <ac:chgData name="Rodica Ioana Lung" userId="64ee56e8d7162e1e" providerId="LiveId" clId="{0F6830A5-18AB-4F1B-8BBB-DA235794CEC1}" dt="2025-12-16T16:17:10.122" v="1406" actId="9405"/>
          <ac:inkMkLst>
            <pc:docMk/>
            <pc:sldMk cId="403564938" sldId="278"/>
            <ac:inkMk id="50" creationId="{EEACFE95-F727-D8C7-6511-A8295AC20F9C}"/>
          </ac:inkMkLst>
        </pc:inkChg>
        <pc:inkChg chg="add">
          <ac:chgData name="Rodica Ioana Lung" userId="64ee56e8d7162e1e" providerId="LiveId" clId="{0F6830A5-18AB-4F1B-8BBB-DA235794CEC1}" dt="2025-12-16T16:17:10.431" v="1407" actId="9405"/>
          <ac:inkMkLst>
            <pc:docMk/>
            <pc:sldMk cId="403564938" sldId="278"/>
            <ac:inkMk id="51" creationId="{D64F0B7F-D71D-5143-749E-42240B68D500}"/>
          </ac:inkMkLst>
        </pc:inkChg>
        <pc:inkChg chg="add mod">
          <ac:chgData name="Rodica Ioana Lung" userId="64ee56e8d7162e1e" providerId="LiveId" clId="{0F6830A5-18AB-4F1B-8BBB-DA235794CEC1}" dt="2025-12-16T16:17:14.992" v="1414"/>
          <ac:inkMkLst>
            <pc:docMk/>
            <pc:sldMk cId="403564938" sldId="278"/>
            <ac:inkMk id="52" creationId="{DBD853BD-686D-8377-0A3A-AE282C1B0DE8}"/>
          </ac:inkMkLst>
        </pc:inkChg>
        <pc:inkChg chg="add mod">
          <ac:chgData name="Rodica Ioana Lung" userId="64ee56e8d7162e1e" providerId="LiveId" clId="{0F6830A5-18AB-4F1B-8BBB-DA235794CEC1}" dt="2025-12-16T16:17:14.992" v="1414"/>
          <ac:inkMkLst>
            <pc:docMk/>
            <pc:sldMk cId="403564938" sldId="278"/>
            <ac:inkMk id="53" creationId="{5F0C718E-6E6F-511D-57D5-430CE0CC4383}"/>
          </ac:inkMkLst>
        </pc:inkChg>
        <pc:inkChg chg="add">
          <ac:chgData name="Rodica Ioana Lung" userId="64ee56e8d7162e1e" providerId="LiveId" clId="{0F6830A5-18AB-4F1B-8BBB-DA235794CEC1}" dt="2025-12-16T16:17:11.563" v="1410" actId="9405"/>
          <ac:inkMkLst>
            <pc:docMk/>
            <pc:sldMk cId="403564938" sldId="278"/>
            <ac:inkMk id="54" creationId="{275C2E78-7634-D13E-7983-916A890F5D15}"/>
          </ac:inkMkLst>
        </pc:inkChg>
        <pc:inkChg chg="add mod">
          <ac:chgData name="Rodica Ioana Lung" userId="64ee56e8d7162e1e" providerId="LiveId" clId="{0F6830A5-18AB-4F1B-8BBB-DA235794CEC1}" dt="2025-12-16T16:17:14.992" v="1414"/>
          <ac:inkMkLst>
            <pc:docMk/>
            <pc:sldMk cId="403564938" sldId="278"/>
            <ac:inkMk id="55" creationId="{9ABE22FF-E2B3-DB43-DFB4-CA1CCBD6BE52}"/>
          </ac:inkMkLst>
        </pc:inkChg>
        <pc:inkChg chg="add mod">
          <ac:chgData name="Rodica Ioana Lung" userId="64ee56e8d7162e1e" providerId="LiveId" clId="{0F6830A5-18AB-4F1B-8BBB-DA235794CEC1}" dt="2025-12-16T16:17:14.992" v="1414"/>
          <ac:inkMkLst>
            <pc:docMk/>
            <pc:sldMk cId="403564938" sldId="278"/>
            <ac:inkMk id="56" creationId="{B7E78B02-BE98-17D0-5444-01C31B5F8064}"/>
          </ac:inkMkLst>
        </pc:inkChg>
        <pc:inkChg chg="add">
          <ac:chgData name="Rodica Ioana Lung" userId="64ee56e8d7162e1e" providerId="LiveId" clId="{0F6830A5-18AB-4F1B-8BBB-DA235794CEC1}" dt="2025-12-16T16:17:14.386" v="1413" actId="9405"/>
          <ac:inkMkLst>
            <pc:docMk/>
            <pc:sldMk cId="403564938" sldId="278"/>
            <ac:inkMk id="57" creationId="{B9FDB2B2-47C7-1589-18A9-AE4652FE25DE}"/>
          </ac:inkMkLst>
        </pc:inkChg>
        <pc:inkChg chg="add mod">
          <ac:chgData name="Rodica Ioana Lung" userId="64ee56e8d7162e1e" providerId="LiveId" clId="{0F6830A5-18AB-4F1B-8BBB-DA235794CEC1}" dt="2025-12-16T16:18:02.153" v="1435"/>
          <ac:inkMkLst>
            <pc:docMk/>
            <pc:sldMk cId="403564938" sldId="278"/>
            <ac:inkMk id="59" creationId="{4EAC45F7-C06E-AC5A-F034-77FFE5FA77D7}"/>
          </ac:inkMkLst>
        </pc:inkChg>
        <pc:inkChg chg="add mod">
          <ac:chgData name="Rodica Ioana Lung" userId="64ee56e8d7162e1e" providerId="LiveId" clId="{0F6830A5-18AB-4F1B-8BBB-DA235794CEC1}" dt="2025-12-16T16:17:30.248" v="1419"/>
          <ac:inkMkLst>
            <pc:docMk/>
            <pc:sldMk cId="403564938" sldId="278"/>
            <ac:inkMk id="60" creationId="{D3DFB067-FBD2-F45D-993E-861F7DDC5930}"/>
          </ac:inkMkLst>
        </pc:inkChg>
        <pc:inkChg chg="add mod">
          <ac:chgData name="Rodica Ioana Lung" userId="64ee56e8d7162e1e" providerId="LiveId" clId="{0F6830A5-18AB-4F1B-8BBB-DA235794CEC1}" dt="2025-12-16T16:18:02.153" v="1435"/>
          <ac:inkMkLst>
            <pc:docMk/>
            <pc:sldMk cId="403564938" sldId="278"/>
            <ac:inkMk id="61" creationId="{7EA8492F-7C7C-EC08-7FBD-E588C1E7AE75}"/>
          </ac:inkMkLst>
        </pc:inkChg>
        <pc:inkChg chg="add mod">
          <ac:chgData name="Rodica Ioana Lung" userId="64ee56e8d7162e1e" providerId="LiveId" clId="{0F6830A5-18AB-4F1B-8BBB-DA235794CEC1}" dt="2025-12-16T16:18:02.153" v="1435"/>
          <ac:inkMkLst>
            <pc:docMk/>
            <pc:sldMk cId="403564938" sldId="278"/>
            <ac:inkMk id="62" creationId="{D6A06FA1-341B-9A0B-EA99-2F3D72535066}"/>
          </ac:inkMkLst>
        </pc:inkChg>
        <pc:inkChg chg="add">
          <ac:chgData name="Rodica Ioana Lung" userId="64ee56e8d7162e1e" providerId="LiveId" clId="{0F6830A5-18AB-4F1B-8BBB-DA235794CEC1}" dt="2025-12-16T16:17:40.876" v="1420" actId="9405"/>
          <ac:inkMkLst>
            <pc:docMk/>
            <pc:sldMk cId="403564938" sldId="278"/>
            <ac:inkMk id="64" creationId="{B4DD5400-76CD-72AA-7AFC-3FC24506D1B3}"/>
          </ac:inkMkLst>
        </pc:inkChg>
        <pc:inkChg chg="add">
          <ac:chgData name="Rodica Ioana Lung" userId="64ee56e8d7162e1e" providerId="LiveId" clId="{0F6830A5-18AB-4F1B-8BBB-DA235794CEC1}" dt="2025-12-16T16:17:42.282" v="1421" actId="9405"/>
          <ac:inkMkLst>
            <pc:docMk/>
            <pc:sldMk cId="403564938" sldId="278"/>
            <ac:inkMk id="65" creationId="{4BCCED06-C2E0-DC1D-C481-5A31A088B7E9}"/>
          </ac:inkMkLst>
        </pc:inkChg>
        <pc:inkChg chg="add mod">
          <ac:chgData name="Rodica Ioana Lung" userId="64ee56e8d7162e1e" providerId="LiveId" clId="{0F6830A5-18AB-4F1B-8BBB-DA235794CEC1}" dt="2025-12-16T16:17:51.956" v="1424"/>
          <ac:inkMkLst>
            <pc:docMk/>
            <pc:sldMk cId="403564938" sldId="278"/>
            <ac:inkMk id="66" creationId="{C606FD82-4A38-D29B-7FF8-C0F86AEC162D}"/>
          </ac:inkMkLst>
        </pc:inkChg>
        <pc:inkChg chg="add mod">
          <ac:chgData name="Rodica Ioana Lung" userId="64ee56e8d7162e1e" providerId="LiveId" clId="{0F6830A5-18AB-4F1B-8BBB-DA235794CEC1}" dt="2025-12-16T16:17:51.956" v="1424"/>
          <ac:inkMkLst>
            <pc:docMk/>
            <pc:sldMk cId="403564938" sldId="278"/>
            <ac:inkMk id="67" creationId="{88D2237F-69BE-92CA-677A-667E671F98DC}"/>
          </ac:inkMkLst>
        </pc:inkChg>
        <pc:inkChg chg="add mod">
          <ac:chgData name="Rodica Ioana Lung" userId="64ee56e8d7162e1e" providerId="LiveId" clId="{0F6830A5-18AB-4F1B-8BBB-DA235794CEC1}" dt="2025-12-16T16:17:55.653" v="1432"/>
          <ac:inkMkLst>
            <pc:docMk/>
            <pc:sldMk cId="403564938" sldId="278"/>
            <ac:inkMk id="69" creationId="{E35BBDB9-7EF8-B00F-6FCE-5DEC911401B2}"/>
          </ac:inkMkLst>
        </pc:inkChg>
        <pc:inkChg chg="add mod">
          <ac:chgData name="Rodica Ioana Lung" userId="64ee56e8d7162e1e" providerId="LiveId" clId="{0F6830A5-18AB-4F1B-8BBB-DA235794CEC1}" dt="2025-12-16T16:17:55.653" v="1432"/>
          <ac:inkMkLst>
            <pc:docMk/>
            <pc:sldMk cId="403564938" sldId="278"/>
            <ac:inkMk id="70" creationId="{1796A050-0AC5-59DE-132A-F16EBB302400}"/>
          </ac:inkMkLst>
        </pc:inkChg>
        <pc:inkChg chg="add mod">
          <ac:chgData name="Rodica Ioana Lung" userId="64ee56e8d7162e1e" providerId="LiveId" clId="{0F6830A5-18AB-4F1B-8BBB-DA235794CEC1}" dt="2025-12-16T16:17:55.653" v="1432"/>
          <ac:inkMkLst>
            <pc:docMk/>
            <pc:sldMk cId="403564938" sldId="278"/>
            <ac:inkMk id="71" creationId="{32ECCBE9-80FD-9A43-3798-BD72E89AD357}"/>
          </ac:inkMkLst>
        </pc:inkChg>
        <pc:inkChg chg="add mod">
          <ac:chgData name="Rodica Ioana Lung" userId="64ee56e8d7162e1e" providerId="LiveId" clId="{0F6830A5-18AB-4F1B-8BBB-DA235794CEC1}" dt="2025-12-16T16:17:55.653" v="1432"/>
          <ac:inkMkLst>
            <pc:docMk/>
            <pc:sldMk cId="403564938" sldId="278"/>
            <ac:inkMk id="72" creationId="{A4BB1D77-C0EF-25A0-EE1E-99E1D033653D}"/>
          </ac:inkMkLst>
        </pc:inkChg>
        <pc:inkChg chg="add mod">
          <ac:chgData name="Rodica Ioana Lung" userId="64ee56e8d7162e1e" providerId="LiveId" clId="{0F6830A5-18AB-4F1B-8BBB-DA235794CEC1}" dt="2025-12-16T16:18:02.153" v="1435"/>
          <ac:inkMkLst>
            <pc:docMk/>
            <pc:sldMk cId="403564938" sldId="278"/>
            <ac:inkMk id="73" creationId="{2505052B-2510-5C1B-4479-5B792B0EE4E8}"/>
          </ac:inkMkLst>
        </pc:inkChg>
        <pc:inkChg chg="add mod">
          <ac:chgData name="Rodica Ioana Lung" userId="64ee56e8d7162e1e" providerId="LiveId" clId="{0F6830A5-18AB-4F1B-8BBB-DA235794CEC1}" dt="2025-12-16T16:18:02.153" v="1435"/>
          <ac:inkMkLst>
            <pc:docMk/>
            <pc:sldMk cId="403564938" sldId="278"/>
            <ac:inkMk id="74" creationId="{4B69B2A9-6914-9BE0-83A4-4373E1598595}"/>
          </ac:inkMkLst>
        </pc:inkChg>
        <pc:inkChg chg="add mod">
          <ac:chgData name="Rodica Ioana Lung" userId="64ee56e8d7162e1e" providerId="LiveId" clId="{0F6830A5-18AB-4F1B-8BBB-DA235794CEC1}" dt="2025-12-16T16:17:55.653" v="1432"/>
          <ac:inkMkLst>
            <pc:docMk/>
            <pc:sldMk cId="403564938" sldId="278"/>
            <ac:inkMk id="75" creationId="{742905B3-BAA2-C8D6-2F0C-1D252153E4F0}"/>
          </ac:inkMkLst>
        </pc:inkChg>
        <pc:inkChg chg="add">
          <ac:chgData name="Rodica Ioana Lung" userId="64ee56e8d7162e1e" providerId="LiveId" clId="{0F6830A5-18AB-4F1B-8BBB-DA235794CEC1}" dt="2025-12-16T16:18:00.174" v="1433" actId="9405"/>
          <ac:inkMkLst>
            <pc:docMk/>
            <pc:sldMk cId="403564938" sldId="278"/>
            <ac:inkMk id="77" creationId="{6BCBC9F9-B9A0-7152-4052-C311476CF1E0}"/>
          </ac:inkMkLst>
        </pc:inkChg>
        <pc:inkChg chg="add mod">
          <ac:chgData name="Rodica Ioana Lung" userId="64ee56e8d7162e1e" providerId="LiveId" clId="{0F6830A5-18AB-4F1B-8BBB-DA235794CEC1}" dt="2025-12-16T16:18:02.153" v="1435"/>
          <ac:inkMkLst>
            <pc:docMk/>
            <pc:sldMk cId="403564938" sldId="278"/>
            <ac:inkMk id="78" creationId="{43A082D0-813B-19DD-B7D9-03D64C3213F7}"/>
          </ac:inkMkLst>
        </pc:inkChg>
        <pc:inkChg chg="add">
          <ac:chgData name="Rodica Ioana Lung" userId="64ee56e8d7162e1e" providerId="LiveId" clId="{0F6830A5-18AB-4F1B-8BBB-DA235794CEC1}" dt="2025-12-16T16:18:05.206" v="1436" actId="9405"/>
          <ac:inkMkLst>
            <pc:docMk/>
            <pc:sldMk cId="403564938" sldId="278"/>
            <ac:inkMk id="80" creationId="{C8103024-2C49-1C59-DDA3-A5BB6C71E8EA}"/>
          </ac:inkMkLst>
        </pc:inkChg>
        <pc:inkChg chg="add">
          <ac:chgData name="Rodica Ioana Lung" userId="64ee56e8d7162e1e" providerId="LiveId" clId="{0F6830A5-18AB-4F1B-8BBB-DA235794CEC1}" dt="2025-12-16T16:18:13.814" v="1437" actId="9405"/>
          <ac:inkMkLst>
            <pc:docMk/>
            <pc:sldMk cId="403564938" sldId="278"/>
            <ac:inkMk id="81" creationId="{8394D34D-9BB0-E3F3-B194-0D61FF5C00E8}"/>
          </ac:inkMkLst>
        </pc:inkChg>
        <pc:inkChg chg="add">
          <ac:chgData name="Rodica Ioana Lung" userId="64ee56e8d7162e1e" providerId="LiveId" clId="{0F6830A5-18AB-4F1B-8BBB-DA235794CEC1}" dt="2025-12-16T16:18:15.574" v="1438" actId="9405"/>
          <ac:inkMkLst>
            <pc:docMk/>
            <pc:sldMk cId="403564938" sldId="278"/>
            <ac:inkMk id="82" creationId="{4029176B-1387-DDA7-25BB-7B1B51C60852}"/>
          </ac:inkMkLst>
        </pc:inkChg>
      </pc:sldChg>
      <pc:sldChg chg="addSp delSp modSp mod">
        <pc:chgData name="Rodica Ioana Lung" userId="64ee56e8d7162e1e" providerId="LiveId" clId="{0F6830A5-18AB-4F1B-8BBB-DA235794CEC1}" dt="2025-12-16T16:19:28.404" v="1460" actId="9405"/>
        <pc:sldMkLst>
          <pc:docMk/>
          <pc:sldMk cId="576999118" sldId="279"/>
        </pc:sldMkLst>
        <pc:grpChg chg="del mod">
          <ac:chgData name="Rodica Ioana Lung" userId="64ee56e8d7162e1e" providerId="LiveId" clId="{0F6830A5-18AB-4F1B-8BBB-DA235794CEC1}" dt="2025-12-16T16:19:13.440" v="1451"/>
          <ac:grpSpMkLst>
            <pc:docMk/>
            <pc:sldMk cId="576999118" sldId="279"/>
            <ac:grpSpMk id="8" creationId="{077E6254-1AAA-A220-79E8-C8EE64F13916}"/>
          </ac:grpSpMkLst>
        </pc:grpChg>
        <pc:grpChg chg="del mod">
          <ac:chgData name="Rodica Ioana Lung" userId="64ee56e8d7162e1e" providerId="LiveId" clId="{0F6830A5-18AB-4F1B-8BBB-DA235794CEC1}" dt="2025-12-16T16:19:15.923" v="1455"/>
          <ac:grpSpMkLst>
            <pc:docMk/>
            <pc:sldMk cId="576999118" sldId="279"/>
            <ac:grpSpMk id="13" creationId="{9573F734-C990-EF60-C1FC-C8496D4BA6BF}"/>
          </ac:grpSpMkLst>
        </pc:grpChg>
        <pc:grpChg chg="mod">
          <ac:chgData name="Rodica Ioana Lung" userId="64ee56e8d7162e1e" providerId="LiveId" clId="{0F6830A5-18AB-4F1B-8BBB-DA235794CEC1}" dt="2025-12-16T16:19:15.923" v="1455"/>
          <ac:grpSpMkLst>
            <pc:docMk/>
            <pc:sldMk cId="576999118" sldId="279"/>
            <ac:grpSpMk id="17" creationId="{EF26D4A8-5296-4876-BD04-6B1DB8175641}"/>
          </ac:grpSpMkLst>
        </pc:grpChg>
        <pc:grpChg chg="mod">
          <ac:chgData name="Rodica Ioana Lung" userId="64ee56e8d7162e1e" providerId="LiveId" clId="{0F6830A5-18AB-4F1B-8BBB-DA235794CEC1}" dt="2025-12-16T16:19:22.679" v="1459"/>
          <ac:grpSpMkLst>
            <pc:docMk/>
            <pc:sldMk cId="576999118" sldId="279"/>
            <ac:grpSpMk id="21" creationId="{5B1F28C7-3C96-8661-9072-F90BC9A29AA7}"/>
          </ac:grpSpMkLst>
        </pc:grpChg>
        <pc:picChg chg="del">
          <ac:chgData name="Rodica Ioana Lung" userId="64ee56e8d7162e1e" providerId="LiveId" clId="{0F6830A5-18AB-4F1B-8BBB-DA235794CEC1}" dt="2025-12-16T16:18:53.457" v="1442" actId="21"/>
          <ac:picMkLst>
            <pc:docMk/>
            <pc:sldMk cId="576999118" sldId="279"/>
            <ac:picMk id="3" creationId="{53C80B66-A556-0A22-49D1-D529EF7E3D73}"/>
          </ac:picMkLst>
        </pc:picChg>
        <pc:picChg chg="add mod">
          <ac:chgData name="Rodica Ioana Lung" userId="64ee56e8d7162e1e" providerId="LiveId" clId="{0F6830A5-18AB-4F1B-8BBB-DA235794CEC1}" dt="2025-12-16T16:18:57.433" v="1443" actId="1076"/>
          <ac:picMkLst>
            <pc:docMk/>
            <pc:sldMk cId="576999118" sldId="279"/>
            <ac:picMk id="5" creationId="{1BABE96E-DFDF-DA3C-C8B2-43C79FBA70C2}"/>
          </ac:picMkLst>
        </pc:picChg>
        <pc:inkChg chg="add mod">
          <ac:chgData name="Rodica Ioana Lung" userId="64ee56e8d7162e1e" providerId="LiveId" clId="{0F6830A5-18AB-4F1B-8BBB-DA235794CEC1}" dt="2025-12-16T16:19:15.923" v="1455"/>
          <ac:inkMkLst>
            <pc:docMk/>
            <pc:sldMk cId="576999118" sldId="279"/>
            <ac:inkMk id="6" creationId="{5F2F275A-CFDF-2CD7-7B15-734316A629A8}"/>
          </ac:inkMkLst>
        </pc:inkChg>
        <pc:inkChg chg="add mod">
          <ac:chgData name="Rodica Ioana Lung" userId="64ee56e8d7162e1e" providerId="LiveId" clId="{0F6830A5-18AB-4F1B-8BBB-DA235794CEC1}" dt="2025-12-16T16:19:15.923" v="1455"/>
          <ac:inkMkLst>
            <pc:docMk/>
            <pc:sldMk cId="576999118" sldId="279"/>
            <ac:inkMk id="7" creationId="{54576532-2264-574F-B908-7D54A7CAAD0B}"/>
          </ac:inkMkLst>
        </pc:inkChg>
        <pc:inkChg chg="add mod">
          <ac:chgData name="Rodica Ioana Lung" userId="64ee56e8d7162e1e" providerId="LiveId" clId="{0F6830A5-18AB-4F1B-8BBB-DA235794CEC1}" dt="2025-12-16T16:19:15.923" v="1455"/>
          <ac:inkMkLst>
            <pc:docMk/>
            <pc:sldMk cId="576999118" sldId="279"/>
            <ac:inkMk id="9" creationId="{E461D93D-43C1-298A-F10D-02AA4AECA5F6}"/>
          </ac:inkMkLst>
        </pc:inkChg>
        <pc:inkChg chg="add mod">
          <ac:chgData name="Rodica Ioana Lung" userId="64ee56e8d7162e1e" providerId="LiveId" clId="{0F6830A5-18AB-4F1B-8BBB-DA235794CEC1}" dt="2025-12-16T16:19:15.923" v="1455"/>
          <ac:inkMkLst>
            <pc:docMk/>
            <pc:sldMk cId="576999118" sldId="279"/>
            <ac:inkMk id="10" creationId="{FCED3392-32EA-BFEA-0CD2-CF45ACF4D2DD}"/>
          </ac:inkMkLst>
        </pc:inkChg>
        <pc:inkChg chg="add mod">
          <ac:chgData name="Rodica Ioana Lung" userId="64ee56e8d7162e1e" providerId="LiveId" clId="{0F6830A5-18AB-4F1B-8BBB-DA235794CEC1}" dt="2025-12-16T16:19:15.923" v="1455"/>
          <ac:inkMkLst>
            <pc:docMk/>
            <pc:sldMk cId="576999118" sldId="279"/>
            <ac:inkMk id="11" creationId="{43C94294-71AE-21B7-7B40-FD7C5E4F34DB}"/>
          </ac:inkMkLst>
        </pc:inkChg>
        <pc:inkChg chg="add mod">
          <ac:chgData name="Rodica Ioana Lung" userId="64ee56e8d7162e1e" providerId="LiveId" clId="{0F6830A5-18AB-4F1B-8BBB-DA235794CEC1}" dt="2025-12-16T16:19:15.923" v="1455"/>
          <ac:inkMkLst>
            <pc:docMk/>
            <pc:sldMk cId="576999118" sldId="279"/>
            <ac:inkMk id="12" creationId="{A3BC0794-6884-ACF8-5AE9-948AB505F211}"/>
          </ac:inkMkLst>
        </pc:inkChg>
        <pc:inkChg chg="add">
          <ac:chgData name="Rodica Ioana Lung" userId="64ee56e8d7162e1e" providerId="LiveId" clId="{0F6830A5-18AB-4F1B-8BBB-DA235794CEC1}" dt="2025-12-16T16:19:14.053" v="1452" actId="9405"/>
          <ac:inkMkLst>
            <pc:docMk/>
            <pc:sldMk cId="576999118" sldId="279"/>
            <ac:inkMk id="14" creationId="{26FD6977-541C-D808-4C87-6D258FD62B25}"/>
          </ac:inkMkLst>
        </pc:inkChg>
        <pc:inkChg chg="add mod">
          <ac:chgData name="Rodica Ioana Lung" userId="64ee56e8d7162e1e" providerId="LiveId" clId="{0F6830A5-18AB-4F1B-8BBB-DA235794CEC1}" dt="2025-12-16T16:19:15.923" v="1455"/>
          <ac:inkMkLst>
            <pc:docMk/>
            <pc:sldMk cId="576999118" sldId="279"/>
            <ac:inkMk id="15" creationId="{5A26969D-A097-1E85-B971-3EE1886255A7}"/>
          </ac:inkMkLst>
        </pc:inkChg>
        <pc:inkChg chg="add mod">
          <ac:chgData name="Rodica Ioana Lung" userId="64ee56e8d7162e1e" providerId="LiveId" clId="{0F6830A5-18AB-4F1B-8BBB-DA235794CEC1}" dt="2025-12-16T16:19:15.923" v="1455"/>
          <ac:inkMkLst>
            <pc:docMk/>
            <pc:sldMk cId="576999118" sldId="279"/>
            <ac:inkMk id="16" creationId="{03C99FA7-B60A-F0AB-C4A8-3AB76D556896}"/>
          </ac:inkMkLst>
        </pc:inkChg>
        <pc:inkChg chg="add mod">
          <ac:chgData name="Rodica Ioana Lung" userId="64ee56e8d7162e1e" providerId="LiveId" clId="{0F6830A5-18AB-4F1B-8BBB-DA235794CEC1}" dt="2025-12-16T16:19:22.679" v="1459"/>
          <ac:inkMkLst>
            <pc:docMk/>
            <pc:sldMk cId="576999118" sldId="279"/>
            <ac:inkMk id="18" creationId="{CFCD7FF7-6852-1561-75BC-7AF351C29FFF}"/>
          </ac:inkMkLst>
        </pc:inkChg>
        <pc:inkChg chg="add mod">
          <ac:chgData name="Rodica Ioana Lung" userId="64ee56e8d7162e1e" providerId="LiveId" clId="{0F6830A5-18AB-4F1B-8BBB-DA235794CEC1}" dt="2025-12-16T16:19:22.679" v="1459"/>
          <ac:inkMkLst>
            <pc:docMk/>
            <pc:sldMk cId="576999118" sldId="279"/>
            <ac:inkMk id="19" creationId="{AF52BBA4-B035-3196-9760-D0DA02DC22E0}"/>
          </ac:inkMkLst>
        </pc:inkChg>
        <pc:inkChg chg="add mod">
          <ac:chgData name="Rodica Ioana Lung" userId="64ee56e8d7162e1e" providerId="LiveId" clId="{0F6830A5-18AB-4F1B-8BBB-DA235794CEC1}" dt="2025-12-16T16:19:22.679" v="1459"/>
          <ac:inkMkLst>
            <pc:docMk/>
            <pc:sldMk cId="576999118" sldId="279"/>
            <ac:inkMk id="20" creationId="{955D13B5-6DA9-C24A-8E7E-C60A9600D5D3}"/>
          </ac:inkMkLst>
        </pc:inkChg>
        <pc:inkChg chg="add">
          <ac:chgData name="Rodica Ioana Lung" userId="64ee56e8d7162e1e" providerId="LiveId" clId="{0F6830A5-18AB-4F1B-8BBB-DA235794CEC1}" dt="2025-12-16T16:19:28.404" v="1460" actId="9405"/>
          <ac:inkMkLst>
            <pc:docMk/>
            <pc:sldMk cId="576999118" sldId="279"/>
            <ac:inkMk id="22" creationId="{2BDD3C35-E839-2774-C516-DEC6BB45FA70}"/>
          </ac:inkMkLst>
        </pc:inkChg>
      </pc:sldChg>
      <pc:sldChg chg="addSp delSp modSp mod">
        <pc:chgData name="Rodica Ioana Lung" userId="64ee56e8d7162e1e" providerId="LiveId" clId="{0F6830A5-18AB-4F1B-8BBB-DA235794CEC1}" dt="2025-12-16T16:03:17.742" v="1160"/>
        <pc:sldMkLst>
          <pc:docMk/>
          <pc:sldMk cId="1155341855" sldId="280"/>
        </pc:sldMkLst>
        <pc:grpChg chg="mod">
          <ac:chgData name="Rodica Ioana Lung" userId="64ee56e8d7162e1e" providerId="LiveId" clId="{0F6830A5-18AB-4F1B-8BBB-DA235794CEC1}" dt="2025-12-16T15:53:24.169" v="658"/>
          <ac:grpSpMkLst>
            <pc:docMk/>
            <pc:sldMk cId="1155341855" sldId="280"/>
            <ac:grpSpMk id="11" creationId="{96C99063-36F5-5B58-5151-BE067D071227}"/>
          </ac:grpSpMkLst>
        </pc:grpChg>
        <pc:grpChg chg="del mod">
          <ac:chgData name="Rodica Ioana Lung" userId="64ee56e8d7162e1e" providerId="LiveId" clId="{0F6830A5-18AB-4F1B-8BBB-DA235794CEC1}" dt="2025-12-16T15:53:35.283" v="674"/>
          <ac:grpSpMkLst>
            <pc:docMk/>
            <pc:sldMk cId="1155341855" sldId="280"/>
            <ac:grpSpMk id="14" creationId="{293C2406-9255-D207-122C-FBC553484E33}"/>
          </ac:grpSpMkLst>
        </pc:grpChg>
        <pc:grpChg chg="mod">
          <ac:chgData name="Rodica Ioana Lung" userId="64ee56e8d7162e1e" providerId="LiveId" clId="{0F6830A5-18AB-4F1B-8BBB-DA235794CEC1}" dt="2025-12-16T15:53:35.283" v="674"/>
          <ac:grpSpMkLst>
            <pc:docMk/>
            <pc:sldMk cId="1155341855" sldId="280"/>
            <ac:grpSpMk id="27" creationId="{3C4A7754-BA67-FE85-EDFB-489B73859551}"/>
          </ac:grpSpMkLst>
        </pc:grpChg>
        <pc:grpChg chg="del mod">
          <ac:chgData name="Rodica Ioana Lung" userId="64ee56e8d7162e1e" providerId="LiveId" clId="{0F6830A5-18AB-4F1B-8BBB-DA235794CEC1}" dt="2025-12-16T16:01:13.390" v="1020"/>
          <ac:grpSpMkLst>
            <pc:docMk/>
            <pc:sldMk cId="1155341855" sldId="280"/>
            <ac:grpSpMk id="28" creationId="{8EB5DA7B-26F1-6F7D-0BAF-E63E7032934D}"/>
          </ac:grpSpMkLst>
        </pc:grpChg>
        <pc:grpChg chg="mod">
          <ac:chgData name="Rodica Ioana Lung" userId="64ee56e8d7162e1e" providerId="LiveId" clId="{0F6830A5-18AB-4F1B-8BBB-DA235794CEC1}" dt="2025-12-16T15:53:35.283" v="674"/>
          <ac:grpSpMkLst>
            <pc:docMk/>
            <pc:sldMk cId="1155341855" sldId="280"/>
            <ac:grpSpMk id="29" creationId="{93C6663F-989A-8FF5-4FAE-66EDDCF9B5C3}"/>
          </ac:grpSpMkLst>
        </pc:grpChg>
        <pc:grpChg chg="mod">
          <ac:chgData name="Rodica Ioana Lung" userId="64ee56e8d7162e1e" providerId="LiveId" clId="{0F6830A5-18AB-4F1B-8BBB-DA235794CEC1}" dt="2025-12-16T15:53:38.162" v="680"/>
          <ac:grpSpMkLst>
            <pc:docMk/>
            <pc:sldMk cId="1155341855" sldId="280"/>
            <ac:grpSpMk id="35" creationId="{A2C9B9B5-0DB4-ED55-7A4C-BEC75094F968}"/>
          </ac:grpSpMkLst>
        </pc:grpChg>
        <pc:grpChg chg="del mod">
          <ac:chgData name="Rodica Ioana Lung" userId="64ee56e8d7162e1e" providerId="LiveId" clId="{0F6830A5-18AB-4F1B-8BBB-DA235794CEC1}" dt="2025-12-16T15:54:08.317" v="688"/>
          <ac:grpSpMkLst>
            <pc:docMk/>
            <pc:sldMk cId="1155341855" sldId="280"/>
            <ac:grpSpMk id="39" creationId="{44A3707C-7308-391A-4EF1-60EFD8EB31FD}"/>
          </ac:grpSpMkLst>
        </pc:grpChg>
        <pc:grpChg chg="del mod">
          <ac:chgData name="Rodica Ioana Lung" userId="64ee56e8d7162e1e" providerId="LiveId" clId="{0F6830A5-18AB-4F1B-8BBB-DA235794CEC1}" dt="2025-12-16T15:54:17.821" v="698"/>
          <ac:grpSpMkLst>
            <pc:docMk/>
            <pc:sldMk cId="1155341855" sldId="280"/>
            <ac:grpSpMk id="43" creationId="{771B5414-C2BD-B7DE-8372-2538C0741B01}"/>
          </ac:grpSpMkLst>
        </pc:grpChg>
        <pc:grpChg chg="del mod">
          <ac:chgData name="Rodica Ioana Lung" userId="64ee56e8d7162e1e" providerId="LiveId" clId="{0F6830A5-18AB-4F1B-8BBB-DA235794CEC1}" dt="2025-12-16T15:54:17.821" v="698"/>
          <ac:grpSpMkLst>
            <pc:docMk/>
            <pc:sldMk cId="1155341855" sldId="280"/>
            <ac:grpSpMk id="49" creationId="{3C07584E-F0A3-8DE0-53F4-C0677D4D7A1E}"/>
          </ac:grpSpMkLst>
        </pc:grpChg>
        <pc:grpChg chg="del mod">
          <ac:chgData name="Rodica Ioana Lung" userId="64ee56e8d7162e1e" providerId="LiveId" clId="{0F6830A5-18AB-4F1B-8BBB-DA235794CEC1}" dt="2025-12-16T15:54:56.984" v="736"/>
          <ac:grpSpMkLst>
            <pc:docMk/>
            <pc:sldMk cId="1155341855" sldId="280"/>
            <ac:grpSpMk id="53" creationId="{829161D6-8CCB-A910-6CDD-7AE32E0E1A35}"/>
          </ac:grpSpMkLst>
        </pc:grpChg>
        <pc:grpChg chg="del mod">
          <ac:chgData name="Rodica Ioana Lung" userId="64ee56e8d7162e1e" providerId="LiveId" clId="{0F6830A5-18AB-4F1B-8BBB-DA235794CEC1}" dt="2025-12-16T15:54:44.171" v="717"/>
          <ac:grpSpMkLst>
            <pc:docMk/>
            <pc:sldMk cId="1155341855" sldId="280"/>
            <ac:grpSpMk id="57" creationId="{4829510B-466D-7022-152F-B5060185D819}"/>
          </ac:grpSpMkLst>
        </pc:grpChg>
        <pc:grpChg chg="del mod">
          <ac:chgData name="Rodica Ioana Lung" userId="64ee56e8d7162e1e" providerId="LiveId" clId="{0F6830A5-18AB-4F1B-8BBB-DA235794CEC1}" dt="2025-12-16T15:59:47.812" v="956"/>
          <ac:grpSpMkLst>
            <pc:docMk/>
            <pc:sldMk cId="1155341855" sldId="280"/>
            <ac:grpSpMk id="66" creationId="{D585910D-5A9E-6E93-7610-6E042513A471}"/>
          </ac:grpSpMkLst>
        </pc:grpChg>
        <pc:grpChg chg="del mod">
          <ac:chgData name="Rodica Ioana Lung" userId="64ee56e8d7162e1e" providerId="LiveId" clId="{0F6830A5-18AB-4F1B-8BBB-DA235794CEC1}" dt="2025-12-16T15:58:11.176" v="886"/>
          <ac:grpSpMkLst>
            <pc:docMk/>
            <pc:sldMk cId="1155341855" sldId="280"/>
            <ac:grpSpMk id="81" creationId="{1D9CEBE5-8322-8F23-B5DC-DC9993CAB927}"/>
          </ac:grpSpMkLst>
        </pc:grpChg>
        <pc:grpChg chg="del mod">
          <ac:chgData name="Rodica Ioana Lung" userId="64ee56e8d7162e1e" providerId="LiveId" clId="{0F6830A5-18AB-4F1B-8BBB-DA235794CEC1}" dt="2025-12-16T15:58:11.176" v="886"/>
          <ac:grpSpMkLst>
            <pc:docMk/>
            <pc:sldMk cId="1155341855" sldId="280"/>
            <ac:grpSpMk id="82" creationId="{25C8E98C-5D99-730C-ECCF-31002A71245E}"/>
          </ac:grpSpMkLst>
        </pc:grpChg>
        <pc:grpChg chg="del mod">
          <ac:chgData name="Rodica Ioana Lung" userId="64ee56e8d7162e1e" providerId="LiveId" clId="{0F6830A5-18AB-4F1B-8BBB-DA235794CEC1}" dt="2025-12-16T15:55:56.821" v="756"/>
          <ac:grpSpMkLst>
            <pc:docMk/>
            <pc:sldMk cId="1155341855" sldId="280"/>
            <ac:grpSpMk id="86" creationId="{1DAE582D-509F-AA29-201C-25167C26D3F3}"/>
          </ac:grpSpMkLst>
        </pc:grpChg>
        <pc:grpChg chg="mod">
          <ac:chgData name="Rodica Ioana Lung" userId="64ee56e8d7162e1e" providerId="LiveId" clId="{0F6830A5-18AB-4F1B-8BBB-DA235794CEC1}" dt="2025-12-16T15:54:58.566" v="739"/>
          <ac:grpSpMkLst>
            <pc:docMk/>
            <pc:sldMk cId="1155341855" sldId="280"/>
            <ac:grpSpMk id="89" creationId="{9D2CEAF1-50D9-7BA7-86C1-5F789E21A2F9}"/>
          </ac:grpSpMkLst>
        </pc:grpChg>
        <pc:grpChg chg="mod">
          <ac:chgData name="Rodica Ioana Lung" userId="64ee56e8d7162e1e" providerId="LiveId" clId="{0F6830A5-18AB-4F1B-8BBB-DA235794CEC1}" dt="2025-12-16T15:55:36.751" v="746"/>
          <ac:grpSpMkLst>
            <pc:docMk/>
            <pc:sldMk cId="1155341855" sldId="280"/>
            <ac:grpSpMk id="96" creationId="{5054F468-2320-65D7-ED09-60BBD14E5933}"/>
          </ac:grpSpMkLst>
        </pc:grpChg>
        <pc:grpChg chg="del mod">
          <ac:chgData name="Rodica Ioana Lung" userId="64ee56e8d7162e1e" providerId="LiveId" clId="{0F6830A5-18AB-4F1B-8BBB-DA235794CEC1}" dt="2025-12-16T16:01:13.390" v="1020"/>
          <ac:grpSpMkLst>
            <pc:docMk/>
            <pc:sldMk cId="1155341855" sldId="280"/>
            <ac:grpSpMk id="102" creationId="{216A1D32-77DF-5E1F-7F8A-EE037AC238DD}"/>
          </ac:grpSpMkLst>
        </pc:grpChg>
        <pc:grpChg chg="del mod">
          <ac:chgData name="Rodica Ioana Lung" userId="64ee56e8d7162e1e" providerId="LiveId" clId="{0F6830A5-18AB-4F1B-8BBB-DA235794CEC1}" dt="2025-12-16T15:59:47.812" v="956"/>
          <ac:grpSpMkLst>
            <pc:docMk/>
            <pc:sldMk cId="1155341855" sldId="280"/>
            <ac:grpSpMk id="106" creationId="{32BF693F-4137-DD08-6308-7A6974DFE3CF}"/>
          </ac:grpSpMkLst>
        </pc:grpChg>
        <pc:grpChg chg="del mod">
          <ac:chgData name="Rodica Ioana Lung" userId="64ee56e8d7162e1e" providerId="LiveId" clId="{0F6830A5-18AB-4F1B-8BBB-DA235794CEC1}" dt="2025-12-16T15:59:47.812" v="956"/>
          <ac:grpSpMkLst>
            <pc:docMk/>
            <pc:sldMk cId="1155341855" sldId="280"/>
            <ac:grpSpMk id="109" creationId="{D55BD4A2-31B3-8A90-D7CE-428E4B966B6D}"/>
          </ac:grpSpMkLst>
        </pc:grpChg>
        <pc:grpChg chg="del mod">
          <ac:chgData name="Rodica Ioana Lung" userId="64ee56e8d7162e1e" providerId="LiveId" clId="{0F6830A5-18AB-4F1B-8BBB-DA235794CEC1}" dt="2025-12-16T15:56:05.671" v="774"/>
          <ac:grpSpMkLst>
            <pc:docMk/>
            <pc:sldMk cId="1155341855" sldId="280"/>
            <ac:grpSpMk id="116" creationId="{87DB911C-51CD-693E-6785-6700DF865362}"/>
          </ac:grpSpMkLst>
        </pc:grpChg>
        <pc:grpChg chg="mod">
          <ac:chgData name="Rodica Ioana Lung" userId="64ee56e8d7162e1e" providerId="LiveId" clId="{0F6830A5-18AB-4F1B-8BBB-DA235794CEC1}" dt="2025-12-16T15:56:05.671" v="774"/>
          <ac:grpSpMkLst>
            <pc:docMk/>
            <pc:sldMk cId="1155341855" sldId="280"/>
            <ac:grpSpMk id="124" creationId="{78D73904-5A9E-495E-51F6-0A48099D0187}"/>
          </ac:grpSpMkLst>
        </pc:grpChg>
        <pc:grpChg chg="del mod">
          <ac:chgData name="Rodica Ioana Lung" userId="64ee56e8d7162e1e" providerId="LiveId" clId="{0F6830A5-18AB-4F1B-8BBB-DA235794CEC1}" dt="2025-12-16T16:01:13.390" v="1020"/>
          <ac:grpSpMkLst>
            <pc:docMk/>
            <pc:sldMk cId="1155341855" sldId="280"/>
            <ac:grpSpMk id="140" creationId="{986F322E-D7F0-A2CC-746E-E5BE251527DC}"/>
          </ac:grpSpMkLst>
        </pc:grpChg>
        <pc:grpChg chg="mod">
          <ac:chgData name="Rodica Ioana Lung" userId="64ee56e8d7162e1e" providerId="LiveId" clId="{0F6830A5-18AB-4F1B-8BBB-DA235794CEC1}" dt="2025-12-16T15:56:15.145" v="790"/>
          <ac:grpSpMkLst>
            <pc:docMk/>
            <pc:sldMk cId="1155341855" sldId="280"/>
            <ac:grpSpMk id="141" creationId="{88FEED54-5B3C-DF3A-A99D-316EFA7BA855}"/>
          </ac:grpSpMkLst>
        </pc:grpChg>
        <pc:grpChg chg="mod">
          <ac:chgData name="Rodica Ioana Lung" userId="64ee56e8d7162e1e" providerId="LiveId" clId="{0F6830A5-18AB-4F1B-8BBB-DA235794CEC1}" dt="2025-12-16T15:56:15.145" v="790"/>
          <ac:grpSpMkLst>
            <pc:docMk/>
            <pc:sldMk cId="1155341855" sldId="280"/>
            <ac:grpSpMk id="142" creationId="{8BB1D5FA-8619-3839-5D48-7A824A7618BB}"/>
          </ac:grpSpMkLst>
        </pc:grpChg>
        <pc:grpChg chg="mod">
          <ac:chgData name="Rodica Ioana Lung" userId="64ee56e8d7162e1e" providerId="LiveId" clId="{0F6830A5-18AB-4F1B-8BBB-DA235794CEC1}" dt="2025-12-16T15:56:15.145" v="790"/>
          <ac:grpSpMkLst>
            <pc:docMk/>
            <pc:sldMk cId="1155341855" sldId="280"/>
            <ac:grpSpMk id="143" creationId="{565640A5-9618-28B2-661E-8F167596283E}"/>
          </ac:grpSpMkLst>
        </pc:grpChg>
        <pc:grpChg chg="mod">
          <ac:chgData name="Rodica Ioana Lung" userId="64ee56e8d7162e1e" providerId="LiveId" clId="{0F6830A5-18AB-4F1B-8BBB-DA235794CEC1}" dt="2025-12-16T15:56:20.018" v="803"/>
          <ac:grpSpMkLst>
            <pc:docMk/>
            <pc:sldMk cId="1155341855" sldId="280"/>
            <ac:grpSpMk id="156" creationId="{40941BB0-4F21-2B1D-373F-0E244B45B938}"/>
          </ac:grpSpMkLst>
        </pc:grpChg>
        <pc:grpChg chg="mod">
          <ac:chgData name="Rodica Ioana Lung" userId="64ee56e8d7162e1e" providerId="LiveId" clId="{0F6830A5-18AB-4F1B-8BBB-DA235794CEC1}" dt="2025-12-16T15:57:14.187" v="817"/>
          <ac:grpSpMkLst>
            <pc:docMk/>
            <pc:sldMk cId="1155341855" sldId="280"/>
            <ac:grpSpMk id="170" creationId="{38AACDC4-5346-8879-4F62-8E0AF8911776}"/>
          </ac:grpSpMkLst>
        </pc:grpChg>
        <pc:grpChg chg="mod">
          <ac:chgData name="Rodica Ioana Lung" userId="64ee56e8d7162e1e" providerId="LiveId" clId="{0F6830A5-18AB-4F1B-8BBB-DA235794CEC1}" dt="2025-12-16T15:57:14.187" v="817"/>
          <ac:grpSpMkLst>
            <pc:docMk/>
            <pc:sldMk cId="1155341855" sldId="280"/>
            <ac:grpSpMk id="171" creationId="{FC1B7393-9F1A-24AB-7D36-8B38CEF7C02D}"/>
          </ac:grpSpMkLst>
        </pc:grpChg>
        <pc:grpChg chg="mod">
          <ac:chgData name="Rodica Ioana Lung" userId="64ee56e8d7162e1e" providerId="LiveId" clId="{0F6830A5-18AB-4F1B-8BBB-DA235794CEC1}" dt="2025-12-16T15:57:17.865" v="821"/>
          <ac:grpSpMkLst>
            <pc:docMk/>
            <pc:sldMk cId="1155341855" sldId="280"/>
            <ac:grpSpMk id="175" creationId="{A03D8ECB-115E-8C1E-3D3B-76D9C80E83FB}"/>
          </ac:grpSpMkLst>
        </pc:grpChg>
        <pc:grpChg chg="del mod">
          <ac:chgData name="Rodica Ioana Lung" userId="64ee56e8d7162e1e" providerId="LiveId" clId="{0F6830A5-18AB-4F1B-8BBB-DA235794CEC1}" dt="2025-12-16T15:57:27.809" v="832"/>
          <ac:grpSpMkLst>
            <pc:docMk/>
            <pc:sldMk cId="1155341855" sldId="280"/>
            <ac:grpSpMk id="180" creationId="{268C101C-574E-974B-0B96-D4BBDD196478}"/>
          </ac:grpSpMkLst>
        </pc:grpChg>
        <pc:grpChg chg="mod">
          <ac:chgData name="Rodica Ioana Lung" userId="64ee56e8d7162e1e" providerId="LiveId" clId="{0F6830A5-18AB-4F1B-8BBB-DA235794CEC1}" dt="2025-12-16T15:57:27.809" v="832"/>
          <ac:grpSpMkLst>
            <pc:docMk/>
            <pc:sldMk cId="1155341855" sldId="280"/>
            <ac:grpSpMk id="186" creationId="{2B30E65C-803F-8F63-FCBF-C03E0E711831}"/>
          </ac:grpSpMkLst>
        </pc:grpChg>
        <pc:grpChg chg="del mod">
          <ac:chgData name="Rodica Ioana Lung" userId="64ee56e8d7162e1e" providerId="LiveId" clId="{0F6830A5-18AB-4F1B-8BBB-DA235794CEC1}" dt="2025-12-16T15:57:27.809" v="832"/>
          <ac:grpSpMkLst>
            <pc:docMk/>
            <pc:sldMk cId="1155341855" sldId="280"/>
            <ac:grpSpMk id="187" creationId="{FE0980BA-06A6-A024-7536-AECBE2330A9A}"/>
          </ac:grpSpMkLst>
        </pc:grpChg>
        <pc:grpChg chg="mod">
          <ac:chgData name="Rodica Ioana Lung" userId="64ee56e8d7162e1e" providerId="LiveId" clId="{0F6830A5-18AB-4F1B-8BBB-DA235794CEC1}" dt="2025-12-16T15:57:27.809" v="832"/>
          <ac:grpSpMkLst>
            <pc:docMk/>
            <pc:sldMk cId="1155341855" sldId="280"/>
            <ac:grpSpMk id="188" creationId="{53379367-230C-95AE-39B9-9EC0B4FE478E}"/>
          </ac:grpSpMkLst>
        </pc:grpChg>
        <pc:grpChg chg="mod">
          <ac:chgData name="Rodica Ioana Lung" userId="64ee56e8d7162e1e" providerId="LiveId" clId="{0F6830A5-18AB-4F1B-8BBB-DA235794CEC1}" dt="2025-12-16T15:57:31.104" v="837"/>
          <ac:grpSpMkLst>
            <pc:docMk/>
            <pc:sldMk cId="1155341855" sldId="280"/>
            <ac:grpSpMk id="193" creationId="{C5F0CB6F-CBEB-98AE-E28D-FC32DF60F5F2}"/>
          </ac:grpSpMkLst>
        </pc:grpChg>
        <pc:grpChg chg="mod">
          <ac:chgData name="Rodica Ioana Lung" userId="64ee56e8d7162e1e" providerId="LiveId" clId="{0F6830A5-18AB-4F1B-8BBB-DA235794CEC1}" dt="2025-12-16T15:57:31.104" v="837"/>
          <ac:grpSpMkLst>
            <pc:docMk/>
            <pc:sldMk cId="1155341855" sldId="280"/>
            <ac:grpSpMk id="194" creationId="{58ED2C47-D2AF-05CE-F295-FC6604C741D7}"/>
          </ac:grpSpMkLst>
        </pc:grpChg>
        <pc:grpChg chg="del mod">
          <ac:chgData name="Rodica Ioana Lung" userId="64ee56e8d7162e1e" providerId="LiveId" clId="{0F6830A5-18AB-4F1B-8BBB-DA235794CEC1}" dt="2025-12-16T16:01:13.390" v="1020"/>
          <ac:grpSpMkLst>
            <pc:docMk/>
            <pc:sldMk cId="1155341855" sldId="280"/>
            <ac:grpSpMk id="205" creationId="{968AB89E-4D1B-6B68-4C5B-CED2CF22FFE9}"/>
          </ac:grpSpMkLst>
        </pc:grpChg>
        <pc:grpChg chg="mod">
          <ac:chgData name="Rodica Ioana Lung" userId="64ee56e8d7162e1e" providerId="LiveId" clId="{0F6830A5-18AB-4F1B-8BBB-DA235794CEC1}" dt="2025-12-16T15:57:51.124" v="854"/>
          <ac:grpSpMkLst>
            <pc:docMk/>
            <pc:sldMk cId="1155341855" sldId="280"/>
            <ac:grpSpMk id="211" creationId="{6AF761C7-CC06-7648-77C0-A8D72C966FA8}"/>
          </ac:grpSpMkLst>
        </pc:grpChg>
        <pc:grpChg chg="mod">
          <ac:chgData name="Rodica Ioana Lung" userId="64ee56e8d7162e1e" providerId="LiveId" clId="{0F6830A5-18AB-4F1B-8BBB-DA235794CEC1}" dt="2025-12-16T15:57:51.124" v="854"/>
          <ac:grpSpMkLst>
            <pc:docMk/>
            <pc:sldMk cId="1155341855" sldId="280"/>
            <ac:grpSpMk id="212" creationId="{299F09F2-C3EB-8E11-A7AA-D0F16F290BDA}"/>
          </ac:grpSpMkLst>
        </pc:grpChg>
        <pc:grpChg chg="mod">
          <ac:chgData name="Rodica Ioana Lung" userId="64ee56e8d7162e1e" providerId="LiveId" clId="{0F6830A5-18AB-4F1B-8BBB-DA235794CEC1}" dt="2025-12-16T15:57:54.554" v="861"/>
          <ac:grpSpMkLst>
            <pc:docMk/>
            <pc:sldMk cId="1155341855" sldId="280"/>
            <ac:grpSpMk id="219" creationId="{C3787767-B79F-B9E5-27E2-B5DAE846E442}"/>
          </ac:grpSpMkLst>
        </pc:grpChg>
        <pc:grpChg chg="mod">
          <ac:chgData name="Rodica Ioana Lung" userId="64ee56e8d7162e1e" providerId="LiveId" clId="{0F6830A5-18AB-4F1B-8BBB-DA235794CEC1}" dt="2025-12-16T15:57:54.554" v="861"/>
          <ac:grpSpMkLst>
            <pc:docMk/>
            <pc:sldMk cId="1155341855" sldId="280"/>
            <ac:grpSpMk id="220" creationId="{DE411F97-096F-1FD3-FBA8-8DA7A0D05A7F}"/>
          </ac:grpSpMkLst>
        </pc:grpChg>
        <pc:grpChg chg="del mod">
          <ac:chgData name="Rodica Ioana Lung" userId="64ee56e8d7162e1e" providerId="LiveId" clId="{0F6830A5-18AB-4F1B-8BBB-DA235794CEC1}" dt="2025-12-16T16:01:13.390" v="1020"/>
          <ac:grpSpMkLst>
            <pc:docMk/>
            <pc:sldMk cId="1155341855" sldId="280"/>
            <ac:grpSpMk id="228" creationId="{E46A986B-29F3-81B4-8505-0320E572DEC1}"/>
          </ac:grpSpMkLst>
        </pc:grpChg>
        <pc:grpChg chg="del mod">
          <ac:chgData name="Rodica Ioana Lung" userId="64ee56e8d7162e1e" providerId="LiveId" clId="{0F6830A5-18AB-4F1B-8BBB-DA235794CEC1}" dt="2025-12-16T16:01:13.390" v="1020"/>
          <ac:grpSpMkLst>
            <pc:docMk/>
            <pc:sldMk cId="1155341855" sldId="280"/>
            <ac:grpSpMk id="232" creationId="{19D860D3-4B09-6A2B-D289-8555CDDA42D4}"/>
          </ac:grpSpMkLst>
        </pc:grpChg>
        <pc:grpChg chg="mod">
          <ac:chgData name="Rodica Ioana Lung" userId="64ee56e8d7162e1e" providerId="LiveId" clId="{0F6830A5-18AB-4F1B-8BBB-DA235794CEC1}" dt="2025-12-16T15:58:11.176" v="886"/>
          <ac:grpSpMkLst>
            <pc:docMk/>
            <pc:sldMk cId="1155341855" sldId="280"/>
            <ac:grpSpMk id="245" creationId="{04E06BB2-1B27-3CC7-39D8-57CE4D96AEB6}"/>
          </ac:grpSpMkLst>
        </pc:grpChg>
        <pc:grpChg chg="mod">
          <ac:chgData name="Rodica Ioana Lung" userId="64ee56e8d7162e1e" providerId="LiveId" clId="{0F6830A5-18AB-4F1B-8BBB-DA235794CEC1}" dt="2025-12-16T15:58:11.176" v="886"/>
          <ac:grpSpMkLst>
            <pc:docMk/>
            <pc:sldMk cId="1155341855" sldId="280"/>
            <ac:grpSpMk id="246" creationId="{CE3C2DC9-9F37-7354-5183-815892FD469E}"/>
          </ac:grpSpMkLst>
        </pc:grpChg>
        <pc:grpChg chg="mod">
          <ac:chgData name="Rodica Ioana Lung" userId="64ee56e8d7162e1e" providerId="LiveId" clId="{0F6830A5-18AB-4F1B-8BBB-DA235794CEC1}" dt="2025-12-16T15:58:11.176" v="886"/>
          <ac:grpSpMkLst>
            <pc:docMk/>
            <pc:sldMk cId="1155341855" sldId="280"/>
            <ac:grpSpMk id="247" creationId="{B87D94AB-2890-6967-7DFD-C7F4469AF313}"/>
          </ac:grpSpMkLst>
        </pc:grpChg>
        <pc:grpChg chg="del mod">
          <ac:chgData name="Rodica Ioana Lung" userId="64ee56e8d7162e1e" providerId="LiveId" clId="{0F6830A5-18AB-4F1B-8BBB-DA235794CEC1}" dt="2025-12-16T15:59:47.812" v="956"/>
          <ac:grpSpMkLst>
            <pc:docMk/>
            <pc:sldMk cId="1155341855" sldId="280"/>
            <ac:grpSpMk id="248" creationId="{929083AA-0AEE-1F3C-125B-8C3A730C3902}"/>
          </ac:grpSpMkLst>
        </pc:grpChg>
        <pc:grpChg chg="mod">
          <ac:chgData name="Rodica Ioana Lung" userId="64ee56e8d7162e1e" providerId="LiveId" clId="{0F6830A5-18AB-4F1B-8BBB-DA235794CEC1}" dt="2025-12-16T15:58:19.857" v="897"/>
          <ac:grpSpMkLst>
            <pc:docMk/>
            <pc:sldMk cId="1155341855" sldId="280"/>
            <ac:grpSpMk id="258" creationId="{EC9FFF63-1549-206E-47E9-A9A6DC1455AC}"/>
          </ac:grpSpMkLst>
        </pc:grpChg>
        <pc:grpChg chg="del mod">
          <ac:chgData name="Rodica Ioana Lung" userId="64ee56e8d7162e1e" providerId="LiveId" clId="{0F6830A5-18AB-4F1B-8BBB-DA235794CEC1}" dt="2025-12-16T16:01:13.390" v="1020"/>
          <ac:grpSpMkLst>
            <pc:docMk/>
            <pc:sldMk cId="1155341855" sldId="280"/>
            <ac:grpSpMk id="259" creationId="{DE9FF6CE-8BAA-5A8C-8042-F4C269A10376}"/>
          </ac:grpSpMkLst>
        </pc:grpChg>
        <pc:grpChg chg="del mod">
          <ac:chgData name="Rodica Ioana Lung" userId="64ee56e8d7162e1e" providerId="LiveId" clId="{0F6830A5-18AB-4F1B-8BBB-DA235794CEC1}" dt="2025-12-16T15:59:36.915" v="953"/>
          <ac:grpSpMkLst>
            <pc:docMk/>
            <pc:sldMk cId="1155341855" sldId="280"/>
            <ac:grpSpMk id="267" creationId="{D5C7D778-FA2C-584B-34BE-7FC63F60397D}"/>
          </ac:grpSpMkLst>
        </pc:grpChg>
        <pc:grpChg chg="del mod">
          <ac:chgData name="Rodica Ioana Lung" userId="64ee56e8d7162e1e" providerId="LiveId" clId="{0F6830A5-18AB-4F1B-8BBB-DA235794CEC1}" dt="2025-12-16T15:59:36.915" v="953"/>
          <ac:grpSpMkLst>
            <pc:docMk/>
            <pc:sldMk cId="1155341855" sldId="280"/>
            <ac:grpSpMk id="274" creationId="{D31C4356-6A81-C605-7C13-230B85118D3E}"/>
          </ac:grpSpMkLst>
        </pc:grpChg>
        <pc:grpChg chg="del mod">
          <ac:chgData name="Rodica Ioana Lung" userId="64ee56e8d7162e1e" providerId="LiveId" clId="{0F6830A5-18AB-4F1B-8BBB-DA235794CEC1}" dt="2025-12-16T15:58:50.358" v="921"/>
          <ac:grpSpMkLst>
            <pc:docMk/>
            <pc:sldMk cId="1155341855" sldId="280"/>
            <ac:grpSpMk id="278" creationId="{A26FEBD2-A71B-B992-BD32-267113D37047}"/>
          </ac:grpSpMkLst>
        </pc:grpChg>
        <pc:grpChg chg="mod">
          <ac:chgData name="Rodica Ioana Lung" userId="64ee56e8d7162e1e" providerId="LiveId" clId="{0F6830A5-18AB-4F1B-8BBB-DA235794CEC1}" dt="2025-12-16T15:58:50.358" v="921"/>
          <ac:grpSpMkLst>
            <pc:docMk/>
            <pc:sldMk cId="1155341855" sldId="280"/>
            <ac:grpSpMk id="283" creationId="{3DC9E059-8BF0-9E20-912F-E120198CBC12}"/>
          </ac:grpSpMkLst>
        </pc:grpChg>
        <pc:grpChg chg="mod">
          <ac:chgData name="Rodica Ioana Lung" userId="64ee56e8d7162e1e" providerId="LiveId" clId="{0F6830A5-18AB-4F1B-8BBB-DA235794CEC1}" dt="2025-12-16T15:59:03.740" v="928"/>
          <ac:grpSpMkLst>
            <pc:docMk/>
            <pc:sldMk cId="1155341855" sldId="280"/>
            <ac:grpSpMk id="290" creationId="{25F75AA4-D325-055E-7D37-842DA611B850}"/>
          </ac:grpSpMkLst>
        </pc:grpChg>
        <pc:grpChg chg="mod">
          <ac:chgData name="Rodica Ioana Lung" userId="64ee56e8d7162e1e" providerId="LiveId" clId="{0F6830A5-18AB-4F1B-8BBB-DA235794CEC1}" dt="2025-12-16T15:59:07.904" v="936"/>
          <ac:grpSpMkLst>
            <pc:docMk/>
            <pc:sldMk cId="1155341855" sldId="280"/>
            <ac:grpSpMk id="298" creationId="{279CD716-48BD-A3F3-0CA3-7EC8C93405C5}"/>
          </ac:grpSpMkLst>
        </pc:grpChg>
        <pc:grpChg chg="del mod">
          <ac:chgData name="Rodica Ioana Lung" userId="64ee56e8d7162e1e" providerId="LiveId" clId="{0F6830A5-18AB-4F1B-8BBB-DA235794CEC1}" dt="2025-12-16T15:59:15.422" v="945"/>
          <ac:grpSpMkLst>
            <pc:docMk/>
            <pc:sldMk cId="1155341855" sldId="280"/>
            <ac:grpSpMk id="301" creationId="{69F7F10F-F148-6475-18B0-25EC1A369239}"/>
          </ac:grpSpMkLst>
        </pc:grpChg>
        <pc:grpChg chg="mod">
          <ac:chgData name="Rodica Ioana Lung" userId="64ee56e8d7162e1e" providerId="LiveId" clId="{0F6830A5-18AB-4F1B-8BBB-DA235794CEC1}" dt="2025-12-16T15:59:15.422" v="945"/>
          <ac:grpSpMkLst>
            <pc:docMk/>
            <pc:sldMk cId="1155341855" sldId="280"/>
            <ac:grpSpMk id="307" creationId="{39992FCC-090C-E52D-E081-AC9F030B8599}"/>
          </ac:grpSpMkLst>
        </pc:grpChg>
        <pc:grpChg chg="del mod">
          <ac:chgData name="Rodica Ioana Lung" userId="64ee56e8d7162e1e" providerId="LiveId" clId="{0F6830A5-18AB-4F1B-8BBB-DA235794CEC1}" dt="2025-12-16T15:59:28.926" v="950"/>
          <ac:grpSpMkLst>
            <pc:docMk/>
            <pc:sldMk cId="1155341855" sldId="280"/>
            <ac:grpSpMk id="310" creationId="{24DF9EBC-DD00-F377-4BC5-447A952211A1}"/>
          </ac:grpSpMkLst>
        </pc:grpChg>
        <pc:grpChg chg="mod">
          <ac:chgData name="Rodica Ioana Lung" userId="64ee56e8d7162e1e" providerId="LiveId" clId="{0F6830A5-18AB-4F1B-8BBB-DA235794CEC1}" dt="2025-12-16T15:59:28.926" v="950"/>
          <ac:grpSpMkLst>
            <pc:docMk/>
            <pc:sldMk cId="1155341855" sldId="280"/>
            <ac:grpSpMk id="312" creationId="{08DD6DF9-3555-8E9C-1B57-196B8958118C}"/>
          </ac:grpSpMkLst>
        </pc:grpChg>
        <pc:grpChg chg="mod">
          <ac:chgData name="Rodica Ioana Lung" userId="64ee56e8d7162e1e" providerId="LiveId" clId="{0F6830A5-18AB-4F1B-8BBB-DA235794CEC1}" dt="2025-12-16T15:59:36.915" v="953"/>
          <ac:grpSpMkLst>
            <pc:docMk/>
            <pc:sldMk cId="1155341855" sldId="280"/>
            <ac:grpSpMk id="315" creationId="{45A873FE-6717-52D0-7A58-1A25C20F21AC}"/>
          </ac:grpSpMkLst>
        </pc:grpChg>
        <pc:grpChg chg="mod">
          <ac:chgData name="Rodica Ioana Lung" userId="64ee56e8d7162e1e" providerId="LiveId" clId="{0F6830A5-18AB-4F1B-8BBB-DA235794CEC1}" dt="2025-12-16T15:59:47.812" v="956"/>
          <ac:grpSpMkLst>
            <pc:docMk/>
            <pc:sldMk cId="1155341855" sldId="280"/>
            <ac:grpSpMk id="318" creationId="{A75344F4-BC38-72E8-9641-40A1D2C10166}"/>
          </ac:grpSpMkLst>
        </pc:grpChg>
        <pc:grpChg chg="del mod">
          <ac:chgData name="Rodica Ioana Lung" userId="64ee56e8d7162e1e" providerId="LiveId" clId="{0F6830A5-18AB-4F1B-8BBB-DA235794CEC1}" dt="2025-12-16T16:00:08.632" v="965"/>
          <ac:grpSpMkLst>
            <pc:docMk/>
            <pc:sldMk cId="1155341855" sldId="280"/>
            <ac:grpSpMk id="321" creationId="{958076C8-DA5F-5A36-6606-7E35E620F8EF}"/>
          </ac:grpSpMkLst>
        </pc:grpChg>
        <pc:grpChg chg="del mod">
          <ac:chgData name="Rodica Ioana Lung" userId="64ee56e8d7162e1e" providerId="LiveId" clId="{0F6830A5-18AB-4F1B-8BBB-DA235794CEC1}" dt="2025-12-16T16:00:08.629" v="963"/>
          <ac:grpSpMkLst>
            <pc:docMk/>
            <pc:sldMk cId="1155341855" sldId="280"/>
            <ac:grpSpMk id="324" creationId="{E9B2FA59-1F53-53B7-0528-2E253D4E5F0D}"/>
          </ac:grpSpMkLst>
        </pc:grpChg>
        <pc:grpChg chg="mod">
          <ac:chgData name="Rodica Ioana Lung" userId="64ee56e8d7162e1e" providerId="LiveId" clId="{0F6830A5-18AB-4F1B-8BBB-DA235794CEC1}" dt="2025-12-16T16:00:11.865" v="971"/>
          <ac:grpSpMkLst>
            <pc:docMk/>
            <pc:sldMk cId="1155341855" sldId="280"/>
            <ac:grpSpMk id="330" creationId="{19B4146B-EFEB-48BE-1347-BA81EB968E18}"/>
          </ac:grpSpMkLst>
        </pc:grpChg>
        <pc:grpChg chg="del mod">
          <ac:chgData name="Rodica Ioana Lung" userId="64ee56e8d7162e1e" providerId="LiveId" clId="{0F6830A5-18AB-4F1B-8BBB-DA235794CEC1}" dt="2025-12-16T16:01:13.390" v="1020"/>
          <ac:grpSpMkLst>
            <pc:docMk/>
            <pc:sldMk cId="1155341855" sldId="280"/>
            <ac:grpSpMk id="331" creationId="{9F1F630C-2C8D-31C7-C3DF-F9933054011C}"/>
          </ac:grpSpMkLst>
        </pc:grpChg>
        <pc:grpChg chg="del mod">
          <ac:chgData name="Rodica Ioana Lung" userId="64ee56e8d7162e1e" providerId="LiveId" clId="{0F6830A5-18AB-4F1B-8BBB-DA235794CEC1}" dt="2025-12-16T16:00:30.901" v="981"/>
          <ac:grpSpMkLst>
            <pc:docMk/>
            <pc:sldMk cId="1155341855" sldId="280"/>
            <ac:grpSpMk id="335" creationId="{FCC693B9-1489-384F-A9B4-1A3A90C95C18}"/>
          </ac:grpSpMkLst>
        </pc:grpChg>
        <pc:grpChg chg="del mod">
          <ac:chgData name="Rodica Ioana Lung" userId="64ee56e8d7162e1e" providerId="LiveId" clId="{0F6830A5-18AB-4F1B-8BBB-DA235794CEC1}" dt="2025-12-16T16:00:33.351" v="983"/>
          <ac:grpSpMkLst>
            <pc:docMk/>
            <pc:sldMk cId="1155341855" sldId="280"/>
            <ac:grpSpMk id="341" creationId="{6A69E776-3A7A-C83C-2071-6B2042792C0F}"/>
          </ac:grpSpMkLst>
        </pc:grpChg>
        <pc:grpChg chg="mod">
          <ac:chgData name="Rodica Ioana Lung" userId="64ee56e8d7162e1e" providerId="LiveId" clId="{0F6830A5-18AB-4F1B-8BBB-DA235794CEC1}" dt="2025-12-16T16:00:30.901" v="981"/>
          <ac:grpSpMkLst>
            <pc:docMk/>
            <pc:sldMk cId="1155341855" sldId="280"/>
            <ac:grpSpMk id="342" creationId="{E844F386-D665-2090-EC89-B23FB7E7BACD}"/>
          </ac:grpSpMkLst>
        </pc:grpChg>
        <pc:grpChg chg="mod">
          <ac:chgData name="Rodica Ioana Lung" userId="64ee56e8d7162e1e" providerId="LiveId" clId="{0F6830A5-18AB-4F1B-8BBB-DA235794CEC1}" dt="2025-12-16T16:00:33.351" v="983"/>
          <ac:grpSpMkLst>
            <pc:docMk/>
            <pc:sldMk cId="1155341855" sldId="280"/>
            <ac:grpSpMk id="344" creationId="{6E9A9C69-5513-31D1-E9B6-8A7FD005CACC}"/>
          </ac:grpSpMkLst>
        </pc:grpChg>
        <pc:grpChg chg="del mod">
          <ac:chgData name="Rodica Ioana Lung" userId="64ee56e8d7162e1e" providerId="LiveId" clId="{0F6830A5-18AB-4F1B-8BBB-DA235794CEC1}" dt="2025-12-16T16:01:13.390" v="1020"/>
          <ac:grpSpMkLst>
            <pc:docMk/>
            <pc:sldMk cId="1155341855" sldId="280"/>
            <ac:grpSpMk id="349" creationId="{3D79A681-EEBD-9892-4409-B771152F6F9C}"/>
          </ac:grpSpMkLst>
        </pc:grpChg>
        <pc:grpChg chg="mod">
          <ac:chgData name="Rodica Ioana Lung" userId="64ee56e8d7162e1e" providerId="LiveId" clId="{0F6830A5-18AB-4F1B-8BBB-DA235794CEC1}" dt="2025-12-16T16:00:39.035" v="988"/>
          <ac:grpSpMkLst>
            <pc:docMk/>
            <pc:sldMk cId="1155341855" sldId="280"/>
            <ac:grpSpMk id="350" creationId="{102C1030-1E79-7AAB-CA49-172984944BCB}"/>
          </ac:grpSpMkLst>
        </pc:grpChg>
        <pc:grpChg chg="mod">
          <ac:chgData name="Rodica Ioana Lung" userId="64ee56e8d7162e1e" providerId="LiveId" clId="{0F6830A5-18AB-4F1B-8BBB-DA235794CEC1}" dt="2025-12-16T16:00:43.485" v="998"/>
          <ac:grpSpMkLst>
            <pc:docMk/>
            <pc:sldMk cId="1155341855" sldId="280"/>
            <ac:grpSpMk id="360" creationId="{673826CD-7703-98F4-80BF-821B745884BD}"/>
          </ac:grpSpMkLst>
        </pc:grpChg>
        <pc:grpChg chg="del mod">
          <ac:chgData name="Rodica Ioana Lung" userId="64ee56e8d7162e1e" providerId="LiveId" clId="{0F6830A5-18AB-4F1B-8BBB-DA235794CEC1}" dt="2025-12-16T16:00:50.446" v="1008"/>
          <ac:grpSpMkLst>
            <pc:docMk/>
            <pc:sldMk cId="1155341855" sldId="280"/>
            <ac:grpSpMk id="367" creationId="{B1DEBFF6-0F85-7173-7B44-27B7888C53F8}"/>
          </ac:grpSpMkLst>
        </pc:grpChg>
        <pc:grpChg chg="del mod">
          <ac:chgData name="Rodica Ioana Lung" userId="64ee56e8d7162e1e" providerId="LiveId" clId="{0F6830A5-18AB-4F1B-8BBB-DA235794CEC1}" dt="2025-12-16T16:00:54.743" v="1015"/>
          <ac:grpSpMkLst>
            <pc:docMk/>
            <pc:sldMk cId="1155341855" sldId="280"/>
            <ac:grpSpMk id="370" creationId="{3C5E60B8-10A3-2860-47A3-2DAB82C0A613}"/>
          </ac:grpSpMkLst>
        </pc:grpChg>
        <pc:grpChg chg="del mod">
          <ac:chgData name="Rodica Ioana Lung" userId="64ee56e8d7162e1e" providerId="LiveId" clId="{0F6830A5-18AB-4F1B-8BBB-DA235794CEC1}" dt="2025-12-16T16:01:13.390" v="1020"/>
          <ac:grpSpMkLst>
            <pc:docMk/>
            <pc:sldMk cId="1155341855" sldId="280"/>
            <ac:grpSpMk id="377" creationId="{7A172FA5-FE92-24F0-6159-024152037188}"/>
          </ac:grpSpMkLst>
        </pc:grpChg>
        <pc:grpChg chg="mod">
          <ac:chgData name="Rodica Ioana Lung" userId="64ee56e8d7162e1e" providerId="LiveId" clId="{0F6830A5-18AB-4F1B-8BBB-DA235794CEC1}" dt="2025-12-16T16:01:10.020" v="1018"/>
          <ac:grpSpMkLst>
            <pc:docMk/>
            <pc:sldMk cId="1155341855" sldId="280"/>
            <ac:grpSpMk id="380" creationId="{CC5BF2EF-8770-4072-52A9-255E4701C2E3}"/>
          </ac:grpSpMkLst>
        </pc:grpChg>
        <pc:grpChg chg="mod">
          <ac:chgData name="Rodica Ioana Lung" userId="64ee56e8d7162e1e" providerId="LiveId" clId="{0F6830A5-18AB-4F1B-8BBB-DA235794CEC1}" dt="2025-12-16T16:01:16.539" v="1023"/>
          <ac:grpSpMkLst>
            <pc:docMk/>
            <pc:sldMk cId="1155341855" sldId="280"/>
            <ac:grpSpMk id="385" creationId="{2F6C3F02-925C-0D1E-628F-CF3916077743}"/>
          </ac:grpSpMkLst>
        </pc:grpChg>
        <pc:grpChg chg="mod">
          <ac:chgData name="Rodica Ioana Lung" userId="64ee56e8d7162e1e" providerId="LiveId" clId="{0F6830A5-18AB-4F1B-8BBB-DA235794CEC1}" dt="2025-12-16T16:01:19.141" v="1029"/>
          <ac:grpSpMkLst>
            <pc:docMk/>
            <pc:sldMk cId="1155341855" sldId="280"/>
            <ac:grpSpMk id="391" creationId="{4DA02A7E-7435-80C1-37F0-3B0C7E5E9E7F}"/>
          </ac:grpSpMkLst>
        </pc:grpChg>
        <pc:grpChg chg="mod">
          <ac:chgData name="Rodica Ioana Lung" userId="64ee56e8d7162e1e" providerId="LiveId" clId="{0F6830A5-18AB-4F1B-8BBB-DA235794CEC1}" dt="2025-12-16T16:01:20.944" v="1033"/>
          <ac:grpSpMkLst>
            <pc:docMk/>
            <pc:sldMk cId="1155341855" sldId="280"/>
            <ac:grpSpMk id="395" creationId="{54564055-B0DF-38A8-B4F4-B41E5B454CFD}"/>
          </ac:grpSpMkLst>
        </pc:grpChg>
        <pc:grpChg chg="del mod">
          <ac:chgData name="Rodica Ioana Lung" userId="64ee56e8d7162e1e" providerId="LiveId" clId="{0F6830A5-18AB-4F1B-8BBB-DA235794CEC1}" dt="2025-12-16T16:01:28.302" v="1047"/>
          <ac:grpSpMkLst>
            <pc:docMk/>
            <pc:sldMk cId="1155341855" sldId="280"/>
            <ac:grpSpMk id="398" creationId="{80E49860-6DBA-7A9B-81CB-85820D93FAB4}"/>
          </ac:grpSpMkLst>
        </pc:grpChg>
        <pc:grpChg chg="del mod">
          <ac:chgData name="Rodica Ioana Lung" userId="64ee56e8d7162e1e" providerId="LiveId" clId="{0F6830A5-18AB-4F1B-8BBB-DA235794CEC1}" dt="2025-12-16T16:01:32.658" v="1060"/>
          <ac:grpSpMkLst>
            <pc:docMk/>
            <pc:sldMk cId="1155341855" sldId="280"/>
            <ac:grpSpMk id="409" creationId="{A5BC2812-7C3A-AA79-D779-A06DD7AD9540}"/>
          </ac:grpSpMkLst>
        </pc:grpChg>
        <pc:grpChg chg="mod">
          <ac:chgData name="Rodica Ioana Lung" userId="64ee56e8d7162e1e" providerId="LiveId" clId="{0F6830A5-18AB-4F1B-8BBB-DA235794CEC1}" dt="2025-12-16T16:01:28.302" v="1047"/>
          <ac:grpSpMkLst>
            <pc:docMk/>
            <pc:sldMk cId="1155341855" sldId="280"/>
            <ac:grpSpMk id="410" creationId="{99E173BE-ACE3-A615-934A-680CA162B39C}"/>
          </ac:grpSpMkLst>
        </pc:grpChg>
        <pc:grpChg chg="mod">
          <ac:chgData name="Rodica Ioana Lung" userId="64ee56e8d7162e1e" providerId="LiveId" clId="{0F6830A5-18AB-4F1B-8BBB-DA235794CEC1}" dt="2025-12-16T16:01:28.302" v="1047"/>
          <ac:grpSpMkLst>
            <pc:docMk/>
            <pc:sldMk cId="1155341855" sldId="280"/>
            <ac:grpSpMk id="411" creationId="{2B0D2186-5CAB-B6B9-A5ED-63968733006B}"/>
          </ac:grpSpMkLst>
        </pc:grpChg>
        <pc:grpChg chg="mod">
          <ac:chgData name="Rodica Ioana Lung" userId="64ee56e8d7162e1e" providerId="LiveId" clId="{0F6830A5-18AB-4F1B-8BBB-DA235794CEC1}" dt="2025-12-16T16:01:28.302" v="1047"/>
          <ac:grpSpMkLst>
            <pc:docMk/>
            <pc:sldMk cId="1155341855" sldId="280"/>
            <ac:grpSpMk id="412" creationId="{78F27AB7-57CD-B760-FD9F-7E863AF6547B}"/>
          </ac:grpSpMkLst>
        </pc:grpChg>
        <pc:grpChg chg="mod">
          <ac:chgData name="Rodica Ioana Lung" userId="64ee56e8d7162e1e" providerId="LiveId" clId="{0F6830A5-18AB-4F1B-8BBB-DA235794CEC1}" dt="2025-12-16T16:01:32.658" v="1060"/>
          <ac:grpSpMkLst>
            <pc:docMk/>
            <pc:sldMk cId="1155341855" sldId="280"/>
            <ac:grpSpMk id="425" creationId="{3E1BB7C2-74AB-5E8D-292A-BD0EEDD7C063}"/>
          </ac:grpSpMkLst>
        </pc:grpChg>
        <pc:grpChg chg="mod">
          <ac:chgData name="Rodica Ioana Lung" userId="64ee56e8d7162e1e" providerId="LiveId" clId="{0F6830A5-18AB-4F1B-8BBB-DA235794CEC1}" dt="2025-12-16T16:01:32.658" v="1060"/>
          <ac:grpSpMkLst>
            <pc:docMk/>
            <pc:sldMk cId="1155341855" sldId="280"/>
            <ac:grpSpMk id="426" creationId="{818F82A8-2F24-5CDE-A64F-8F104B1746E3}"/>
          </ac:grpSpMkLst>
        </pc:grpChg>
        <pc:grpChg chg="mod">
          <ac:chgData name="Rodica Ioana Lung" userId="64ee56e8d7162e1e" providerId="LiveId" clId="{0F6830A5-18AB-4F1B-8BBB-DA235794CEC1}" dt="2025-12-16T16:01:38.280" v="1063"/>
          <ac:grpSpMkLst>
            <pc:docMk/>
            <pc:sldMk cId="1155341855" sldId="280"/>
            <ac:grpSpMk id="429" creationId="{9AFEBD66-96FC-1EA0-08F1-5AD04272B883}"/>
          </ac:grpSpMkLst>
        </pc:grpChg>
        <pc:grpChg chg="mod">
          <ac:chgData name="Rodica Ioana Lung" userId="64ee56e8d7162e1e" providerId="LiveId" clId="{0F6830A5-18AB-4F1B-8BBB-DA235794CEC1}" dt="2025-12-16T16:02:04.042" v="1073"/>
          <ac:grpSpMkLst>
            <pc:docMk/>
            <pc:sldMk cId="1155341855" sldId="280"/>
            <ac:grpSpMk id="439" creationId="{49D37161-70B9-3945-3CE7-7BAB7B7789D1}"/>
          </ac:grpSpMkLst>
        </pc:grpChg>
        <pc:grpChg chg="mod">
          <ac:chgData name="Rodica Ioana Lung" userId="64ee56e8d7162e1e" providerId="LiveId" clId="{0F6830A5-18AB-4F1B-8BBB-DA235794CEC1}" dt="2025-12-16T16:02:06.346" v="1078"/>
          <ac:grpSpMkLst>
            <pc:docMk/>
            <pc:sldMk cId="1155341855" sldId="280"/>
            <ac:grpSpMk id="444" creationId="{E0777340-2B0E-B709-B62E-AD95A6EE3C47}"/>
          </ac:grpSpMkLst>
        </pc:grpChg>
        <pc:grpChg chg="mod">
          <ac:chgData name="Rodica Ioana Lung" userId="64ee56e8d7162e1e" providerId="LiveId" clId="{0F6830A5-18AB-4F1B-8BBB-DA235794CEC1}" dt="2025-12-16T16:02:11.427" v="1089"/>
          <ac:grpSpMkLst>
            <pc:docMk/>
            <pc:sldMk cId="1155341855" sldId="280"/>
            <ac:grpSpMk id="455" creationId="{4E9564CB-426B-F70E-EB0C-451077B45A28}"/>
          </ac:grpSpMkLst>
        </pc:grpChg>
        <pc:grpChg chg="del mod">
          <ac:chgData name="Rodica Ioana Lung" userId="64ee56e8d7162e1e" providerId="LiveId" clId="{0F6830A5-18AB-4F1B-8BBB-DA235794CEC1}" dt="2025-12-16T16:02:26.013" v="1120"/>
          <ac:grpSpMkLst>
            <pc:docMk/>
            <pc:sldMk cId="1155341855" sldId="280"/>
            <ac:grpSpMk id="483" creationId="{EF6C1782-9479-AA37-F588-6C084AC31CA9}"/>
          </ac:grpSpMkLst>
        </pc:grpChg>
        <pc:grpChg chg="mod">
          <ac:chgData name="Rodica Ioana Lung" userId="64ee56e8d7162e1e" providerId="LiveId" clId="{0F6830A5-18AB-4F1B-8BBB-DA235794CEC1}" dt="2025-12-16T16:02:22.355" v="1117"/>
          <ac:grpSpMkLst>
            <pc:docMk/>
            <pc:sldMk cId="1155341855" sldId="280"/>
            <ac:grpSpMk id="484" creationId="{08F57148-FF15-E54B-81BE-478B2AC1074C}"/>
          </ac:grpSpMkLst>
        </pc:grpChg>
        <pc:grpChg chg="mod">
          <ac:chgData name="Rodica Ioana Lung" userId="64ee56e8d7162e1e" providerId="LiveId" clId="{0F6830A5-18AB-4F1B-8BBB-DA235794CEC1}" dt="2025-12-16T16:02:22.355" v="1117"/>
          <ac:grpSpMkLst>
            <pc:docMk/>
            <pc:sldMk cId="1155341855" sldId="280"/>
            <ac:grpSpMk id="485" creationId="{18D9A1F3-68E7-465D-4E3B-0B3446AA74D4}"/>
          </ac:grpSpMkLst>
        </pc:grpChg>
        <pc:grpChg chg="mod">
          <ac:chgData name="Rodica Ioana Lung" userId="64ee56e8d7162e1e" providerId="LiveId" clId="{0F6830A5-18AB-4F1B-8BBB-DA235794CEC1}" dt="2025-12-16T16:02:26.013" v="1120"/>
          <ac:grpSpMkLst>
            <pc:docMk/>
            <pc:sldMk cId="1155341855" sldId="280"/>
            <ac:grpSpMk id="488" creationId="{F4F8BD8B-D3FF-B567-06C0-5F6B9EE13F4F}"/>
          </ac:grpSpMkLst>
        </pc:grpChg>
        <pc:grpChg chg="del mod">
          <ac:chgData name="Rodica Ioana Lung" userId="64ee56e8d7162e1e" providerId="LiveId" clId="{0F6830A5-18AB-4F1B-8BBB-DA235794CEC1}" dt="2025-12-16T16:02:50.028" v="1132"/>
          <ac:grpSpMkLst>
            <pc:docMk/>
            <pc:sldMk cId="1155341855" sldId="280"/>
            <ac:grpSpMk id="497" creationId="{3FC1C2BA-AA0A-8BC4-9ECB-45BC1A3D0899}"/>
          </ac:grpSpMkLst>
        </pc:grpChg>
        <pc:grpChg chg="del mod">
          <ac:chgData name="Rodica Ioana Lung" userId="64ee56e8d7162e1e" providerId="LiveId" clId="{0F6830A5-18AB-4F1B-8BBB-DA235794CEC1}" dt="2025-12-16T16:02:54.131" v="1138"/>
          <ac:grpSpMkLst>
            <pc:docMk/>
            <pc:sldMk cId="1155341855" sldId="280"/>
            <ac:grpSpMk id="500" creationId="{09CC5110-4051-B647-9D3E-00B1384A09A1}"/>
          </ac:grpSpMkLst>
        </pc:grpChg>
        <pc:grpChg chg="mod">
          <ac:chgData name="Rodica Ioana Lung" userId="64ee56e8d7162e1e" providerId="LiveId" clId="{0F6830A5-18AB-4F1B-8BBB-DA235794CEC1}" dt="2025-12-16T16:02:54.131" v="1138"/>
          <ac:grpSpMkLst>
            <pc:docMk/>
            <pc:sldMk cId="1155341855" sldId="280"/>
            <ac:grpSpMk id="506" creationId="{C3B95391-67C2-FEF5-C576-E6119EA9942F}"/>
          </ac:grpSpMkLst>
        </pc:grpChg>
        <pc:grpChg chg="del mod">
          <ac:chgData name="Rodica Ioana Lung" userId="64ee56e8d7162e1e" providerId="LiveId" clId="{0F6830A5-18AB-4F1B-8BBB-DA235794CEC1}" dt="2025-12-16T16:03:11.788" v="1151"/>
          <ac:grpSpMkLst>
            <pc:docMk/>
            <pc:sldMk cId="1155341855" sldId="280"/>
            <ac:grpSpMk id="514" creationId="{A6C1BE2E-CA10-C334-9B85-41ADB24641B6}"/>
          </ac:grpSpMkLst>
        </pc:grpChg>
        <pc:grpChg chg="del mod">
          <ac:chgData name="Rodica Ioana Lung" userId="64ee56e8d7162e1e" providerId="LiveId" clId="{0F6830A5-18AB-4F1B-8BBB-DA235794CEC1}" dt="2025-12-16T16:03:15.354" v="1156"/>
          <ac:grpSpMkLst>
            <pc:docMk/>
            <pc:sldMk cId="1155341855" sldId="280"/>
            <ac:grpSpMk id="519" creationId="{A199FC1C-1A0D-8656-C4C8-8AD0EAB5B7C4}"/>
          </ac:grpSpMkLst>
        </pc:grpChg>
        <pc:grpChg chg="del mod">
          <ac:chgData name="Rodica Ioana Lung" userId="64ee56e8d7162e1e" providerId="LiveId" clId="{0F6830A5-18AB-4F1B-8BBB-DA235794CEC1}" dt="2025-12-16T16:03:17.742" v="1160"/>
          <ac:grpSpMkLst>
            <pc:docMk/>
            <pc:sldMk cId="1155341855" sldId="280"/>
            <ac:grpSpMk id="524" creationId="{7010856D-A181-96DD-9B21-E6E99D4057B4}"/>
          </ac:grpSpMkLst>
        </pc:grpChg>
        <pc:grpChg chg="mod">
          <ac:chgData name="Rodica Ioana Lung" userId="64ee56e8d7162e1e" providerId="LiveId" clId="{0F6830A5-18AB-4F1B-8BBB-DA235794CEC1}" dt="2025-12-16T16:03:17.742" v="1160"/>
          <ac:grpSpMkLst>
            <pc:docMk/>
            <pc:sldMk cId="1155341855" sldId="280"/>
            <ac:grpSpMk id="528" creationId="{EAD2254E-743D-0874-094C-2D74FD1376BA}"/>
          </ac:grpSpMkLst>
        </pc:grpChg>
        <pc:inkChg chg="add mod">
          <ac:chgData name="Rodica Ioana Lung" userId="64ee56e8d7162e1e" providerId="LiveId" clId="{0F6830A5-18AB-4F1B-8BBB-DA235794CEC1}" dt="2025-12-16T15:53:24.169" v="658"/>
          <ac:inkMkLst>
            <pc:docMk/>
            <pc:sldMk cId="1155341855" sldId="280"/>
            <ac:inkMk id="3" creationId="{6650BF18-0461-5CF3-BECF-7D94D0BF3050}"/>
          </ac:inkMkLst>
        </pc:inkChg>
        <pc:inkChg chg="add mod">
          <ac:chgData name="Rodica Ioana Lung" userId="64ee56e8d7162e1e" providerId="LiveId" clId="{0F6830A5-18AB-4F1B-8BBB-DA235794CEC1}" dt="2025-12-16T15:53:24.169" v="658"/>
          <ac:inkMkLst>
            <pc:docMk/>
            <pc:sldMk cId="1155341855" sldId="280"/>
            <ac:inkMk id="4" creationId="{2622D6B5-D89F-3EE8-A5EC-8A513396BEB6}"/>
          </ac:inkMkLst>
        </pc:inkChg>
        <pc:inkChg chg="add mod">
          <ac:chgData name="Rodica Ioana Lung" userId="64ee56e8d7162e1e" providerId="LiveId" clId="{0F6830A5-18AB-4F1B-8BBB-DA235794CEC1}" dt="2025-12-16T15:53:24.169" v="658"/>
          <ac:inkMkLst>
            <pc:docMk/>
            <pc:sldMk cId="1155341855" sldId="280"/>
            <ac:inkMk id="5" creationId="{55D52048-CC67-AD73-69E1-6464E940D3DF}"/>
          </ac:inkMkLst>
        </pc:inkChg>
        <pc:inkChg chg="add mod">
          <ac:chgData name="Rodica Ioana Lung" userId="64ee56e8d7162e1e" providerId="LiveId" clId="{0F6830A5-18AB-4F1B-8BBB-DA235794CEC1}" dt="2025-12-16T15:53:24.169" v="658"/>
          <ac:inkMkLst>
            <pc:docMk/>
            <pc:sldMk cId="1155341855" sldId="280"/>
            <ac:inkMk id="6" creationId="{B037A44E-BE5D-0F4F-F96C-D226DDA6D6FA}"/>
          </ac:inkMkLst>
        </pc:inkChg>
        <pc:inkChg chg="add mod">
          <ac:chgData name="Rodica Ioana Lung" userId="64ee56e8d7162e1e" providerId="LiveId" clId="{0F6830A5-18AB-4F1B-8BBB-DA235794CEC1}" dt="2025-12-16T15:53:24.169" v="658"/>
          <ac:inkMkLst>
            <pc:docMk/>
            <pc:sldMk cId="1155341855" sldId="280"/>
            <ac:inkMk id="7" creationId="{E1FE63DC-67DB-7708-32EA-8C95DB7315F9}"/>
          </ac:inkMkLst>
        </pc:inkChg>
        <pc:inkChg chg="add mod">
          <ac:chgData name="Rodica Ioana Lung" userId="64ee56e8d7162e1e" providerId="LiveId" clId="{0F6830A5-18AB-4F1B-8BBB-DA235794CEC1}" dt="2025-12-16T15:53:24.169" v="658"/>
          <ac:inkMkLst>
            <pc:docMk/>
            <pc:sldMk cId="1155341855" sldId="280"/>
            <ac:inkMk id="8" creationId="{2C0CA79C-DC07-509B-F2E9-E70D8CE68AB9}"/>
          </ac:inkMkLst>
        </pc:inkChg>
        <pc:inkChg chg="add">
          <ac:chgData name="Rodica Ioana Lung" userId="64ee56e8d7162e1e" providerId="LiveId" clId="{0F6830A5-18AB-4F1B-8BBB-DA235794CEC1}" dt="2025-12-16T15:53:22.464" v="656" actId="9405"/>
          <ac:inkMkLst>
            <pc:docMk/>
            <pc:sldMk cId="1155341855" sldId="280"/>
            <ac:inkMk id="9" creationId="{EE9BBCC4-863B-727F-99C1-389B63B02ECD}"/>
          </ac:inkMkLst>
        </pc:inkChg>
        <pc:inkChg chg="add mod">
          <ac:chgData name="Rodica Ioana Lung" userId="64ee56e8d7162e1e" providerId="LiveId" clId="{0F6830A5-18AB-4F1B-8BBB-DA235794CEC1}" dt="2025-12-16T15:53:25.676" v="661"/>
          <ac:inkMkLst>
            <pc:docMk/>
            <pc:sldMk cId="1155341855" sldId="280"/>
            <ac:inkMk id="10" creationId="{9ECC5E64-AC0E-F868-5259-F4B2052A1A28}"/>
          </ac:inkMkLst>
        </pc:inkChg>
        <pc:inkChg chg="add mod">
          <ac:chgData name="Rodica Ioana Lung" userId="64ee56e8d7162e1e" providerId="LiveId" clId="{0F6830A5-18AB-4F1B-8BBB-DA235794CEC1}" dt="2025-12-16T15:53:25.676" v="661"/>
          <ac:inkMkLst>
            <pc:docMk/>
            <pc:sldMk cId="1155341855" sldId="280"/>
            <ac:inkMk id="12" creationId="{6B689B42-71AB-9A67-20A5-B0EFE9B34777}"/>
          </ac:inkMkLst>
        </pc:inkChg>
        <pc:inkChg chg="add mod">
          <ac:chgData name="Rodica Ioana Lung" userId="64ee56e8d7162e1e" providerId="LiveId" clId="{0F6830A5-18AB-4F1B-8BBB-DA235794CEC1}" dt="2025-12-16T15:53:25.676" v="661"/>
          <ac:inkMkLst>
            <pc:docMk/>
            <pc:sldMk cId="1155341855" sldId="280"/>
            <ac:inkMk id="13" creationId="{B6B2E707-B045-DEE3-BE69-B52767DAC539}"/>
          </ac:inkMkLst>
        </pc:inkChg>
        <pc:inkChg chg="add">
          <ac:chgData name="Rodica Ioana Lung" userId="64ee56e8d7162e1e" providerId="LiveId" clId="{0F6830A5-18AB-4F1B-8BBB-DA235794CEC1}" dt="2025-12-16T15:53:28.820" v="662" actId="9405"/>
          <ac:inkMkLst>
            <pc:docMk/>
            <pc:sldMk cId="1155341855" sldId="280"/>
            <ac:inkMk id="15" creationId="{14BFC51B-3B1F-3472-9AEA-959E6AFAAAFF}"/>
          </ac:inkMkLst>
        </pc:inkChg>
        <pc:inkChg chg="add">
          <ac:chgData name="Rodica Ioana Lung" userId="64ee56e8d7162e1e" providerId="LiveId" clId="{0F6830A5-18AB-4F1B-8BBB-DA235794CEC1}" dt="2025-12-16T15:53:29.240" v="663" actId="9405"/>
          <ac:inkMkLst>
            <pc:docMk/>
            <pc:sldMk cId="1155341855" sldId="280"/>
            <ac:inkMk id="16" creationId="{7F9096ED-B75A-A275-1869-98406CF56E8B}"/>
          </ac:inkMkLst>
        </pc:inkChg>
        <pc:inkChg chg="add mod">
          <ac:chgData name="Rodica Ioana Lung" userId="64ee56e8d7162e1e" providerId="LiveId" clId="{0F6830A5-18AB-4F1B-8BBB-DA235794CEC1}" dt="2025-12-16T15:53:35.283" v="674"/>
          <ac:inkMkLst>
            <pc:docMk/>
            <pc:sldMk cId="1155341855" sldId="280"/>
            <ac:inkMk id="17" creationId="{200EE1B6-4A47-7D95-0E99-AA65B1F1142B}"/>
          </ac:inkMkLst>
        </pc:inkChg>
        <pc:inkChg chg="add">
          <ac:chgData name="Rodica Ioana Lung" userId="64ee56e8d7162e1e" providerId="LiveId" clId="{0F6830A5-18AB-4F1B-8BBB-DA235794CEC1}" dt="2025-12-16T15:53:30.606" v="665" actId="9405"/>
          <ac:inkMkLst>
            <pc:docMk/>
            <pc:sldMk cId="1155341855" sldId="280"/>
            <ac:inkMk id="18" creationId="{F81802A2-CC58-421B-2719-F4BAD315F419}"/>
          </ac:inkMkLst>
        </pc:inkChg>
        <pc:inkChg chg="add mod">
          <ac:chgData name="Rodica Ioana Lung" userId="64ee56e8d7162e1e" providerId="LiveId" clId="{0F6830A5-18AB-4F1B-8BBB-DA235794CEC1}" dt="2025-12-16T15:53:35.283" v="674"/>
          <ac:inkMkLst>
            <pc:docMk/>
            <pc:sldMk cId="1155341855" sldId="280"/>
            <ac:inkMk id="19" creationId="{74393358-D3B8-EE1C-360F-2A55653499A3}"/>
          </ac:inkMkLst>
        </pc:inkChg>
        <pc:inkChg chg="add mod">
          <ac:chgData name="Rodica Ioana Lung" userId="64ee56e8d7162e1e" providerId="LiveId" clId="{0F6830A5-18AB-4F1B-8BBB-DA235794CEC1}" dt="2025-12-16T15:53:35.283" v="674"/>
          <ac:inkMkLst>
            <pc:docMk/>
            <pc:sldMk cId="1155341855" sldId="280"/>
            <ac:inkMk id="20" creationId="{A64A97F9-8475-0E92-F313-AA3ED376EE02}"/>
          </ac:inkMkLst>
        </pc:inkChg>
        <pc:inkChg chg="add mod">
          <ac:chgData name="Rodica Ioana Lung" userId="64ee56e8d7162e1e" providerId="LiveId" clId="{0F6830A5-18AB-4F1B-8BBB-DA235794CEC1}" dt="2025-12-16T15:53:35.283" v="674"/>
          <ac:inkMkLst>
            <pc:docMk/>
            <pc:sldMk cId="1155341855" sldId="280"/>
            <ac:inkMk id="21" creationId="{875483ED-433E-78B8-629A-393EAFF633D2}"/>
          </ac:inkMkLst>
        </pc:inkChg>
        <pc:inkChg chg="add">
          <ac:chgData name="Rodica Ioana Lung" userId="64ee56e8d7162e1e" providerId="LiveId" clId="{0F6830A5-18AB-4F1B-8BBB-DA235794CEC1}" dt="2025-12-16T15:53:32.561" v="669" actId="9405"/>
          <ac:inkMkLst>
            <pc:docMk/>
            <pc:sldMk cId="1155341855" sldId="280"/>
            <ac:inkMk id="22" creationId="{33ED297B-5F71-2500-C18F-2B0265D8F8E9}"/>
          </ac:inkMkLst>
        </pc:inkChg>
        <pc:inkChg chg="add">
          <ac:chgData name="Rodica Ioana Lung" userId="64ee56e8d7162e1e" providerId="LiveId" clId="{0F6830A5-18AB-4F1B-8BBB-DA235794CEC1}" dt="2025-12-16T15:53:32.982" v="670" actId="9405"/>
          <ac:inkMkLst>
            <pc:docMk/>
            <pc:sldMk cId="1155341855" sldId="280"/>
            <ac:inkMk id="23" creationId="{4483B714-4797-F4EC-1AB2-6C9B9BE608C5}"/>
          </ac:inkMkLst>
        </pc:inkChg>
        <pc:inkChg chg="add mod">
          <ac:chgData name="Rodica Ioana Lung" userId="64ee56e8d7162e1e" providerId="LiveId" clId="{0F6830A5-18AB-4F1B-8BBB-DA235794CEC1}" dt="2025-12-16T15:53:35.283" v="674"/>
          <ac:inkMkLst>
            <pc:docMk/>
            <pc:sldMk cId="1155341855" sldId="280"/>
            <ac:inkMk id="24" creationId="{55FB05F3-BD7C-8E38-CC9F-BA1DCF46734F}"/>
          </ac:inkMkLst>
        </pc:inkChg>
        <pc:inkChg chg="add mod">
          <ac:chgData name="Rodica Ioana Lung" userId="64ee56e8d7162e1e" providerId="LiveId" clId="{0F6830A5-18AB-4F1B-8BBB-DA235794CEC1}" dt="2025-12-16T15:53:35.283" v="674"/>
          <ac:inkMkLst>
            <pc:docMk/>
            <pc:sldMk cId="1155341855" sldId="280"/>
            <ac:inkMk id="25" creationId="{1D0A6585-09A1-15AF-165B-6DE68077718D}"/>
          </ac:inkMkLst>
        </pc:inkChg>
        <pc:inkChg chg="add mod">
          <ac:chgData name="Rodica Ioana Lung" userId="64ee56e8d7162e1e" providerId="LiveId" clId="{0F6830A5-18AB-4F1B-8BBB-DA235794CEC1}" dt="2025-12-16T15:53:38.162" v="680"/>
          <ac:inkMkLst>
            <pc:docMk/>
            <pc:sldMk cId="1155341855" sldId="280"/>
            <ac:inkMk id="26" creationId="{9D63498D-BB7C-64B1-5A4E-10CAFFE30DF4}"/>
          </ac:inkMkLst>
        </pc:inkChg>
        <pc:inkChg chg="add mod">
          <ac:chgData name="Rodica Ioana Lung" userId="64ee56e8d7162e1e" providerId="LiveId" clId="{0F6830A5-18AB-4F1B-8BBB-DA235794CEC1}" dt="2025-12-16T15:53:38.162" v="680"/>
          <ac:inkMkLst>
            <pc:docMk/>
            <pc:sldMk cId="1155341855" sldId="280"/>
            <ac:inkMk id="30" creationId="{FEC4D209-605E-6C5A-8254-65F7E92F652E}"/>
          </ac:inkMkLst>
        </pc:inkChg>
        <pc:inkChg chg="add mod">
          <ac:chgData name="Rodica Ioana Lung" userId="64ee56e8d7162e1e" providerId="LiveId" clId="{0F6830A5-18AB-4F1B-8BBB-DA235794CEC1}" dt="2025-12-16T15:53:38.162" v="680"/>
          <ac:inkMkLst>
            <pc:docMk/>
            <pc:sldMk cId="1155341855" sldId="280"/>
            <ac:inkMk id="31" creationId="{2450786D-68ED-CAD6-F578-71959BCCE97F}"/>
          </ac:inkMkLst>
        </pc:inkChg>
        <pc:inkChg chg="add mod">
          <ac:chgData name="Rodica Ioana Lung" userId="64ee56e8d7162e1e" providerId="LiveId" clId="{0F6830A5-18AB-4F1B-8BBB-DA235794CEC1}" dt="2025-12-16T15:53:38.162" v="680"/>
          <ac:inkMkLst>
            <pc:docMk/>
            <pc:sldMk cId="1155341855" sldId="280"/>
            <ac:inkMk id="32" creationId="{A49F52CB-FC88-2713-57BC-531BA66F0333}"/>
          </ac:inkMkLst>
        </pc:inkChg>
        <pc:inkChg chg="add mod">
          <ac:chgData name="Rodica Ioana Lung" userId="64ee56e8d7162e1e" providerId="LiveId" clId="{0F6830A5-18AB-4F1B-8BBB-DA235794CEC1}" dt="2025-12-16T15:53:38.162" v="680"/>
          <ac:inkMkLst>
            <pc:docMk/>
            <pc:sldMk cId="1155341855" sldId="280"/>
            <ac:inkMk id="33" creationId="{BB875A3F-F362-6666-0DB0-03E3BA64FC0E}"/>
          </ac:inkMkLst>
        </pc:inkChg>
        <pc:inkChg chg="add mod">
          <ac:chgData name="Rodica Ioana Lung" userId="64ee56e8d7162e1e" providerId="LiveId" clId="{0F6830A5-18AB-4F1B-8BBB-DA235794CEC1}" dt="2025-12-16T15:53:38.162" v="680"/>
          <ac:inkMkLst>
            <pc:docMk/>
            <pc:sldMk cId="1155341855" sldId="280"/>
            <ac:inkMk id="34" creationId="{F19011A6-BAFF-67B7-A760-7C6B6B1FCE48}"/>
          </ac:inkMkLst>
        </pc:inkChg>
        <pc:inkChg chg="add mod">
          <ac:chgData name="Rodica Ioana Lung" userId="64ee56e8d7162e1e" providerId="LiveId" clId="{0F6830A5-18AB-4F1B-8BBB-DA235794CEC1}" dt="2025-12-16T15:54:08.317" v="688"/>
          <ac:inkMkLst>
            <pc:docMk/>
            <pc:sldMk cId="1155341855" sldId="280"/>
            <ac:inkMk id="36" creationId="{7A0ADCB7-01C5-CF34-902A-5086BA39AEF7}"/>
          </ac:inkMkLst>
        </pc:inkChg>
        <pc:inkChg chg="add mod">
          <ac:chgData name="Rodica Ioana Lung" userId="64ee56e8d7162e1e" providerId="LiveId" clId="{0F6830A5-18AB-4F1B-8BBB-DA235794CEC1}" dt="2025-12-16T15:54:08.317" v="688"/>
          <ac:inkMkLst>
            <pc:docMk/>
            <pc:sldMk cId="1155341855" sldId="280"/>
            <ac:inkMk id="37" creationId="{0F8EA80D-84B6-E6C5-5BED-0AC3AB7A00F5}"/>
          </ac:inkMkLst>
        </pc:inkChg>
        <pc:inkChg chg="add mod">
          <ac:chgData name="Rodica Ioana Lung" userId="64ee56e8d7162e1e" providerId="LiveId" clId="{0F6830A5-18AB-4F1B-8BBB-DA235794CEC1}" dt="2025-12-16T15:54:56.984" v="736"/>
          <ac:inkMkLst>
            <pc:docMk/>
            <pc:sldMk cId="1155341855" sldId="280"/>
            <ac:inkMk id="38" creationId="{3C3D6F98-0D51-8974-1CF1-96B104F1728B}"/>
          </ac:inkMkLst>
        </pc:inkChg>
        <pc:inkChg chg="add mod">
          <ac:chgData name="Rodica Ioana Lung" userId="64ee56e8d7162e1e" providerId="LiveId" clId="{0F6830A5-18AB-4F1B-8BBB-DA235794CEC1}" dt="2025-12-16T15:54:56.984" v="736"/>
          <ac:inkMkLst>
            <pc:docMk/>
            <pc:sldMk cId="1155341855" sldId="280"/>
            <ac:inkMk id="40" creationId="{0B9FF5F3-BC08-F1FF-0F66-324126740AC6}"/>
          </ac:inkMkLst>
        </pc:inkChg>
        <pc:inkChg chg="add mod">
          <ac:chgData name="Rodica Ioana Lung" userId="64ee56e8d7162e1e" providerId="LiveId" clId="{0F6830A5-18AB-4F1B-8BBB-DA235794CEC1}" dt="2025-12-16T15:55:56.821" v="756"/>
          <ac:inkMkLst>
            <pc:docMk/>
            <pc:sldMk cId="1155341855" sldId="280"/>
            <ac:inkMk id="41" creationId="{7C9F4D40-7DD3-E348-EE75-B1B5CF6F9EF6}"/>
          </ac:inkMkLst>
        </pc:inkChg>
        <pc:inkChg chg="add mod">
          <ac:chgData name="Rodica Ioana Lung" userId="64ee56e8d7162e1e" providerId="LiveId" clId="{0F6830A5-18AB-4F1B-8BBB-DA235794CEC1}" dt="2025-12-16T15:54:56.984" v="736"/>
          <ac:inkMkLst>
            <pc:docMk/>
            <pc:sldMk cId="1155341855" sldId="280"/>
            <ac:inkMk id="42" creationId="{5F054C88-A86B-BA42-0495-CDDC59D984EC}"/>
          </ac:inkMkLst>
        </pc:inkChg>
        <pc:inkChg chg="add">
          <ac:chgData name="Rodica Ioana Lung" userId="64ee56e8d7162e1e" providerId="LiveId" clId="{0F6830A5-18AB-4F1B-8BBB-DA235794CEC1}" dt="2025-12-16T15:54:10.821" v="689" actId="9405"/>
          <ac:inkMkLst>
            <pc:docMk/>
            <pc:sldMk cId="1155341855" sldId="280"/>
            <ac:inkMk id="44" creationId="{3DDE1DA7-3D06-242F-8D8F-878F91BF8282}"/>
          </ac:inkMkLst>
        </pc:inkChg>
        <pc:inkChg chg="add">
          <ac:chgData name="Rodica Ioana Lung" userId="64ee56e8d7162e1e" providerId="LiveId" clId="{0F6830A5-18AB-4F1B-8BBB-DA235794CEC1}" dt="2025-12-16T15:54:12.625" v="690" actId="9405"/>
          <ac:inkMkLst>
            <pc:docMk/>
            <pc:sldMk cId="1155341855" sldId="280"/>
            <ac:inkMk id="45" creationId="{1EAB4878-B091-B34B-8C5E-35CB974FB25F}"/>
          </ac:inkMkLst>
        </pc:inkChg>
        <pc:inkChg chg="add mod">
          <ac:chgData name="Rodica Ioana Lung" userId="64ee56e8d7162e1e" providerId="LiveId" clId="{0F6830A5-18AB-4F1B-8BBB-DA235794CEC1}" dt="2025-12-16T15:55:56.821" v="756"/>
          <ac:inkMkLst>
            <pc:docMk/>
            <pc:sldMk cId="1155341855" sldId="280"/>
            <ac:inkMk id="46" creationId="{4AE2AB91-7776-54DC-78E8-7AC47C073584}"/>
          </ac:inkMkLst>
        </pc:inkChg>
        <pc:inkChg chg="add mod">
          <ac:chgData name="Rodica Ioana Lung" userId="64ee56e8d7162e1e" providerId="LiveId" clId="{0F6830A5-18AB-4F1B-8BBB-DA235794CEC1}" dt="2025-12-16T15:54:56.984" v="736"/>
          <ac:inkMkLst>
            <pc:docMk/>
            <pc:sldMk cId="1155341855" sldId="280"/>
            <ac:inkMk id="47" creationId="{94963276-5F6E-0FB2-5636-C2C752D97837}"/>
          </ac:inkMkLst>
        </pc:inkChg>
        <pc:inkChg chg="add mod">
          <ac:chgData name="Rodica Ioana Lung" userId="64ee56e8d7162e1e" providerId="LiveId" clId="{0F6830A5-18AB-4F1B-8BBB-DA235794CEC1}" dt="2025-12-16T15:55:56.821" v="756"/>
          <ac:inkMkLst>
            <pc:docMk/>
            <pc:sldMk cId="1155341855" sldId="280"/>
            <ac:inkMk id="48" creationId="{6766E7C1-3155-1A1E-0362-C51B92A54ABB}"/>
          </ac:inkMkLst>
        </pc:inkChg>
        <pc:inkChg chg="add mod">
          <ac:chgData name="Rodica Ioana Lung" userId="64ee56e8d7162e1e" providerId="LiveId" clId="{0F6830A5-18AB-4F1B-8BBB-DA235794CEC1}" dt="2025-12-16T15:55:56.821" v="756"/>
          <ac:inkMkLst>
            <pc:docMk/>
            <pc:sldMk cId="1155341855" sldId="280"/>
            <ac:inkMk id="50" creationId="{3F73F123-ABFA-8EAB-F444-D362E5FFC9A2}"/>
          </ac:inkMkLst>
        </pc:inkChg>
        <pc:inkChg chg="add mod">
          <ac:chgData name="Rodica Ioana Lung" userId="64ee56e8d7162e1e" providerId="LiveId" clId="{0F6830A5-18AB-4F1B-8BBB-DA235794CEC1}" dt="2025-12-16T15:55:56.821" v="756"/>
          <ac:inkMkLst>
            <pc:docMk/>
            <pc:sldMk cId="1155341855" sldId="280"/>
            <ac:inkMk id="51" creationId="{59AB70C6-44DE-F879-B147-DE62AE2CCEAA}"/>
          </ac:inkMkLst>
        </pc:inkChg>
        <pc:inkChg chg="add mod">
          <ac:chgData name="Rodica Ioana Lung" userId="64ee56e8d7162e1e" providerId="LiveId" clId="{0F6830A5-18AB-4F1B-8BBB-DA235794CEC1}" dt="2025-12-16T15:59:47.812" v="956"/>
          <ac:inkMkLst>
            <pc:docMk/>
            <pc:sldMk cId="1155341855" sldId="280"/>
            <ac:inkMk id="52" creationId="{C36C87C7-1638-FDB3-C0BF-166A6289CB8F}"/>
          </ac:inkMkLst>
        </pc:inkChg>
        <pc:inkChg chg="add mod">
          <ac:chgData name="Rodica Ioana Lung" userId="64ee56e8d7162e1e" providerId="LiveId" clId="{0F6830A5-18AB-4F1B-8BBB-DA235794CEC1}" dt="2025-12-16T15:54:44.171" v="717"/>
          <ac:inkMkLst>
            <pc:docMk/>
            <pc:sldMk cId="1155341855" sldId="280"/>
            <ac:inkMk id="54" creationId="{7E1D3D66-3C3F-4DFA-643F-DB0DF7880576}"/>
          </ac:inkMkLst>
        </pc:inkChg>
        <pc:inkChg chg="add mod">
          <ac:chgData name="Rodica Ioana Lung" userId="64ee56e8d7162e1e" providerId="LiveId" clId="{0F6830A5-18AB-4F1B-8BBB-DA235794CEC1}" dt="2025-12-16T15:54:44.171" v="717"/>
          <ac:inkMkLst>
            <pc:docMk/>
            <pc:sldMk cId="1155341855" sldId="280"/>
            <ac:inkMk id="55" creationId="{ED71DDCE-A592-5881-A8B3-97DAD6AC58F7}"/>
          </ac:inkMkLst>
        </pc:inkChg>
        <pc:inkChg chg="add mod">
          <ac:chgData name="Rodica Ioana Lung" userId="64ee56e8d7162e1e" providerId="LiveId" clId="{0F6830A5-18AB-4F1B-8BBB-DA235794CEC1}" dt="2025-12-16T15:54:44.171" v="717"/>
          <ac:inkMkLst>
            <pc:docMk/>
            <pc:sldMk cId="1155341855" sldId="280"/>
            <ac:inkMk id="56" creationId="{574FA750-FB50-453C-1A03-F8DA7BDB8B7A}"/>
          </ac:inkMkLst>
        </pc:inkChg>
        <pc:inkChg chg="add">
          <ac:chgData name="Rodica Ioana Lung" userId="64ee56e8d7162e1e" providerId="LiveId" clId="{0F6830A5-18AB-4F1B-8BBB-DA235794CEC1}" dt="2025-12-16T15:54:40.239" v="709" actId="9405"/>
          <ac:inkMkLst>
            <pc:docMk/>
            <pc:sldMk cId="1155341855" sldId="280"/>
            <ac:inkMk id="58" creationId="{66CC4CCE-C453-F0C0-BB58-99CAC4DB41BF}"/>
          </ac:inkMkLst>
        </pc:inkChg>
        <pc:inkChg chg="add mod">
          <ac:chgData name="Rodica Ioana Lung" userId="64ee56e8d7162e1e" providerId="LiveId" clId="{0F6830A5-18AB-4F1B-8BBB-DA235794CEC1}" dt="2025-12-16T15:54:44.171" v="717"/>
          <ac:inkMkLst>
            <pc:docMk/>
            <pc:sldMk cId="1155341855" sldId="280"/>
            <ac:inkMk id="59" creationId="{4CB17026-C89C-EB3C-3250-1ABDCB427F98}"/>
          </ac:inkMkLst>
        </pc:inkChg>
        <pc:inkChg chg="add mod">
          <ac:chgData name="Rodica Ioana Lung" userId="64ee56e8d7162e1e" providerId="LiveId" clId="{0F6830A5-18AB-4F1B-8BBB-DA235794CEC1}" dt="2025-12-16T15:54:44.171" v="717"/>
          <ac:inkMkLst>
            <pc:docMk/>
            <pc:sldMk cId="1155341855" sldId="280"/>
            <ac:inkMk id="60" creationId="{176CEA06-C0E4-C106-6982-4A2F085C50B4}"/>
          </ac:inkMkLst>
        </pc:inkChg>
        <pc:inkChg chg="add mod">
          <ac:chgData name="Rodica Ioana Lung" userId="64ee56e8d7162e1e" providerId="LiveId" clId="{0F6830A5-18AB-4F1B-8BBB-DA235794CEC1}" dt="2025-12-16T15:54:44.171" v="717"/>
          <ac:inkMkLst>
            <pc:docMk/>
            <pc:sldMk cId="1155341855" sldId="280"/>
            <ac:inkMk id="61" creationId="{6A80D559-F4E9-FD20-EAA0-E1A06AD4F5F3}"/>
          </ac:inkMkLst>
        </pc:inkChg>
        <pc:inkChg chg="add mod">
          <ac:chgData name="Rodica Ioana Lung" userId="64ee56e8d7162e1e" providerId="LiveId" clId="{0F6830A5-18AB-4F1B-8BBB-DA235794CEC1}" dt="2025-12-16T15:54:44.171" v="717"/>
          <ac:inkMkLst>
            <pc:docMk/>
            <pc:sldMk cId="1155341855" sldId="280"/>
            <ac:inkMk id="62" creationId="{57175D4D-9A46-54A8-3635-2C6630C79599}"/>
          </ac:inkMkLst>
        </pc:inkChg>
        <pc:inkChg chg="add mod">
          <ac:chgData name="Rodica Ioana Lung" userId="64ee56e8d7162e1e" providerId="LiveId" clId="{0F6830A5-18AB-4F1B-8BBB-DA235794CEC1}" dt="2025-12-16T15:59:47.812" v="956"/>
          <ac:inkMkLst>
            <pc:docMk/>
            <pc:sldMk cId="1155341855" sldId="280"/>
            <ac:inkMk id="63" creationId="{0E171EFC-CB17-E85B-EE06-F305EA299E7B}"/>
          </ac:inkMkLst>
        </pc:inkChg>
        <pc:inkChg chg="add">
          <ac:chgData name="Rodica Ioana Lung" userId="64ee56e8d7162e1e" providerId="LiveId" clId="{0F6830A5-18AB-4F1B-8BBB-DA235794CEC1}" dt="2025-12-16T15:54:42.864" v="715" actId="9405"/>
          <ac:inkMkLst>
            <pc:docMk/>
            <pc:sldMk cId="1155341855" sldId="280"/>
            <ac:inkMk id="64" creationId="{1569E8D7-D87C-3F3D-7A53-C7BC50578B30}"/>
          </ac:inkMkLst>
        </pc:inkChg>
        <pc:inkChg chg="add mod">
          <ac:chgData name="Rodica Ioana Lung" userId="64ee56e8d7162e1e" providerId="LiveId" clId="{0F6830A5-18AB-4F1B-8BBB-DA235794CEC1}" dt="2025-12-16T15:59:47.812" v="956"/>
          <ac:inkMkLst>
            <pc:docMk/>
            <pc:sldMk cId="1155341855" sldId="280"/>
            <ac:inkMk id="65" creationId="{E0B3289F-9A0D-B2D0-512F-CA7060F1FF2C}"/>
          </ac:inkMkLst>
        </pc:inkChg>
        <pc:inkChg chg="add mod">
          <ac:chgData name="Rodica Ioana Lung" userId="64ee56e8d7162e1e" providerId="LiveId" clId="{0F6830A5-18AB-4F1B-8BBB-DA235794CEC1}" dt="2025-12-16T15:59:47.812" v="956"/>
          <ac:inkMkLst>
            <pc:docMk/>
            <pc:sldMk cId="1155341855" sldId="280"/>
            <ac:inkMk id="67" creationId="{B67C037C-D087-8E53-E00A-C862966DF08D}"/>
          </ac:inkMkLst>
        </pc:inkChg>
        <pc:inkChg chg="add">
          <ac:chgData name="Rodica Ioana Lung" userId="64ee56e8d7162e1e" providerId="LiveId" clId="{0F6830A5-18AB-4F1B-8BBB-DA235794CEC1}" dt="2025-12-16T15:54:47.801" v="719" actId="9405"/>
          <ac:inkMkLst>
            <pc:docMk/>
            <pc:sldMk cId="1155341855" sldId="280"/>
            <ac:inkMk id="68" creationId="{528B17E8-9464-C08D-30F4-955BBA31E2A2}"/>
          </ac:inkMkLst>
        </pc:inkChg>
        <pc:inkChg chg="add mod">
          <ac:chgData name="Rodica Ioana Lung" userId="64ee56e8d7162e1e" providerId="LiveId" clId="{0F6830A5-18AB-4F1B-8BBB-DA235794CEC1}" dt="2025-12-16T15:54:53.039" v="732"/>
          <ac:inkMkLst>
            <pc:docMk/>
            <pc:sldMk cId="1155341855" sldId="280"/>
            <ac:inkMk id="69" creationId="{98522FF8-4FDF-25E1-04D2-BB67201CEBE1}"/>
          </ac:inkMkLst>
        </pc:inkChg>
        <pc:inkChg chg="add">
          <ac:chgData name="Rodica Ioana Lung" userId="64ee56e8d7162e1e" providerId="LiveId" clId="{0F6830A5-18AB-4F1B-8BBB-DA235794CEC1}" dt="2025-12-16T15:54:48.762" v="721" actId="9405"/>
          <ac:inkMkLst>
            <pc:docMk/>
            <pc:sldMk cId="1155341855" sldId="280"/>
            <ac:inkMk id="70" creationId="{F1B6BB61-2210-911F-2EEA-C1ED4BD7714E}"/>
          </ac:inkMkLst>
        </pc:inkChg>
        <pc:inkChg chg="add mod">
          <ac:chgData name="Rodica Ioana Lung" userId="64ee56e8d7162e1e" providerId="LiveId" clId="{0F6830A5-18AB-4F1B-8BBB-DA235794CEC1}" dt="2025-12-16T15:54:53.039" v="732"/>
          <ac:inkMkLst>
            <pc:docMk/>
            <pc:sldMk cId="1155341855" sldId="280"/>
            <ac:inkMk id="71" creationId="{F0744AD8-36C8-01AD-DC7B-098C42FB45AE}"/>
          </ac:inkMkLst>
        </pc:inkChg>
        <pc:inkChg chg="add mod">
          <ac:chgData name="Rodica Ioana Lung" userId="64ee56e8d7162e1e" providerId="LiveId" clId="{0F6830A5-18AB-4F1B-8BBB-DA235794CEC1}" dt="2025-12-16T15:54:53.039" v="732"/>
          <ac:inkMkLst>
            <pc:docMk/>
            <pc:sldMk cId="1155341855" sldId="280"/>
            <ac:inkMk id="72" creationId="{ACFB3112-7333-524D-B5F1-1766E32AE9FC}"/>
          </ac:inkMkLst>
        </pc:inkChg>
        <pc:inkChg chg="add mod">
          <ac:chgData name="Rodica Ioana Lung" userId="64ee56e8d7162e1e" providerId="LiveId" clId="{0F6830A5-18AB-4F1B-8BBB-DA235794CEC1}" dt="2025-12-16T15:54:53.039" v="732"/>
          <ac:inkMkLst>
            <pc:docMk/>
            <pc:sldMk cId="1155341855" sldId="280"/>
            <ac:inkMk id="73" creationId="{BC351DB0-6106-9A71-2B9C-55BE169A9E3F}"/>
          </ac:inkMkLst>
        </pc:inkChg>
        <pc:inkChg chg="add mod">
          <ac:chgData name="Rodica Ioana Lung" userId="64ee56e8d7162e1e" providerId="LiveId" clId="{0F6830A5-18AB-4F1B-8BBB-DA235794CEC1}" dt="2025-12-16T15:58:11.176" v="886"/>
          <ac:inkMkLst>
            <pc:docMk/>
            <pc:sldMk cId="1155341855" sldId="280"/>
            <ac:inkMk id="74" creationId="{6F6B626A-0D9B-C29E-03E6-A5D21D1A7321}"/>
          </ac:inkMkLst>
        </pc:inkChg>
        <pc:inkChg chg="add mod">
          <ac:chgData name="Rodica Ioana Lung" userId="64ee56e8d7162e1e" providerId="LiveId" clId="{0F6830A5-18AB-4F1B-8BBB-DA235794CEC1}" dt="2025-12-16T15:54:53.039" v="732"/>
          <ac:inkMkLst>
            <pc:docMk/>
            <pc:sldMk cId="1155341855" sldId="280"/>
            <ac:inkMk id="75" creationId="{86E8BCAC-4128-4329-E1BB-3135860CF30B}"/>
          </ac:inkMkLst>
        </pc:inkChg>
        <pc:inkChg chg="add mod">
          <ac:chgData name="Rodica Ioana Lung" userId="64ee56e8d7162e1e" providerId="LiveId" clId="{0F6830A5-18AB-4F1B-8BBB-DA235794CEC1}" dt="2025-12-16T15:54:53.039" v="732"/>
          <ac:inkMkLst>
            <pc:docMk/>
            <pc:sldMk cId="1155341855" sldId="280"/>
            <ac:inkMk id="76" creationId="{ECCA7D9A-C353-B857-A142-8A9FAB93EBBD}"/>
          </ac:inkMkLst>
        </pc:inkChg>
        <pc:inkChg chg="add">
          <ac:chgData name="Rodica Ioana Lung" userId="64ee56e8d7162e1e" providerId="LiveId" clId="{0F6830A5-18AB-4F1B-8BBB-DA235794CEC1}" dt="2025-12-16T15:54:51.341" v="728" actId="9405"/>
          <ac:inkMkLst>
            <pc:docMk/>
            <pc:sldMk cId="1155341855" sldId="280"/>
            <ac:inkMk id="77" creationId="{D07573A3-0DC6-773B-ADB7-3BFD7FE49227}"/>
          </ac:inkMkLst>
        </pc:inkChg>
        <pc:inkChg chg="add">
          <ac:chgData name="Rodica Ioana Lung" userId="64ee56e8d7162e1e" providerId="LiveId" clId="{0F6830A5-18AB-4F1B-8BBB-DA235794CEC1}" dt="2025-12-16T15:54:51.560" v="729" actId="9405"/>
          <ac:inkMkLst>
            <pc:docMk/>
            <pc:sldMk cId="1155341855" sldId="280"/>
            <ac:inkMk id="78" creationId="{5E7D5413-AFCB-749B-08F8-911D278FF916}"/>
          </ac:inkMkLst>
        </pc:inkChg>
        <pc:inkChg chg="add mod">
          <ac:chgData name="Rodica Ioana Lung" userId="64ee56e8d7162e1e" providerId="LiveId" clId="{0F6830A5-18AB-4F1B-8BBB-DA235794CEC1}" dt="2025-12-16T15:58:11.176" v="886"/>
          <ac:inkMkLst>
            <pc:docMk/>
            <pc:sldMk cId="1155341855" sldId="280"/>
            <ac:inkMk id="79" creationId="{93AFA22F-9E39-9572-C42B-278B76C0A974}"/>
          </ac:inkMkLst>
        </pc:inkChg>
        <pc:inkChg chg="add mod">
          <ac:chgData name="Rodica Ioana Lung" userId="64ee56e8d7162e1e" providerId="LiveId" clId="{0F6830A5-18AB-4F1B-8BBB-DA235794CEC1}" dt="2025-12-16T15:54:53.039" v="732"/>
          <ac:inkMkLst>
            <pc:docMk/>
            <pc:sldMk cId="1155341855" sldId="280"/>
            <ac:inkMk id="80" creationId="{EF2A6F08-872B-D517-E984-16A0F61535F3}"/>
          </ac:inkMkLst>
        </pc:inkChg>
        <pc:inkChg chg="add mod">
          <ac:chgData name="Rodica Ioana Lung" userId="64ee56e8d7162e1e" providerId="LiveId" clId="{0F6830A5-18AB-4F1B-8BBB-DA235794CEC1}" dt="2025-12-16T15:55:56.821" v="756"/>
          <ac:inkMkLst>
            <pc:docMk/>
            <pc:sldMk cId="1155341855" sldId="280"/>
            <ac:inkMk id="83" creationId="{B652FF4A-348C-8653-E517-46B371663C29}"/>
          </ac:inkMkLst>
        </pc:inkChg>
        <pc:inkChg chg="add mod">
          <ac:chgData name="Rodica Ioana Lung" userId="64ee56e8d7162e1e" providerId="LiveId" clId="{0F6830A5-18AB-4F1B-8BBB-DA235794CEC1}" dt="2025-12-16T15:59:47.812" v="956"/>
          <ac:inkMkLst>
            <pc:docMk/>
            <pc:sldMk cId="1155341855" sldId="280"/>
            <ac:inkMk id="84" creationId="{B356D20A-333C-8196-D9BA-17DAE3C8ED8D}"/>
          </ac:inkMkLst>
        </pc:inkChg>
        <pc:inkChg chg="add mod">
          <ac:chgData name="Rodica Ioana Lung" userId="64ee56e8d7162e1e" providerId="LiveId" clId="{0F6830A5-18AB-4F1B-8BBB-DA235794CEC1}" dt="2025-12-16T15:55:56.821" v="756"/>
          <ac:inkMkLst>
            <pc:docMk/>
            <pc:sldMk cId="1155341855" sldId="280"/>
            <ac:inkMk id="85" creationId="{99CF1403-9AB6-086D-C1A8-FC6AC6FFACA4}"/>
          </ac:inkMkLst>
        </pc:inkChg>
        <pc:inkChg chg="add mod">
          <ac:chgData name="Rodica Ioana Lung" userId="64ee56e8d7162e1e" providerId="LiveId" clId="{0F6830A5-18AB-4F1B-8BBB-DA235794CEC1}" dt="2025-12-16T15:54:58.566" v="739"/>
          <ac:inkMkLst>
            <pc:docMk/>
            <pc:sldMk cId="1155341855" sldId="280"/>
            <ac:inkMk id="87" creationId="{C207D342-55EB-B869-6983-8E9878A2CC04}"/>
          </ac:inkMkLst>
        </pc:inkChg>
        <pc:inkChg chg="add mod">
          <ac:chgData name="Rodica Ioana Lung" userId="64ee56e8d7162e1e" providerId="LiveId" clId="{0F6830A5-18AB-4F1B-8BBB-DA235794CEC1}" dt="2025-12-16T15:54:58.566" v="739"/>
          <ac:inkMkLst>
            <pc:docMk/>
            <pc:sldMk cId="1155341855" sldId="280"/>
            <ac:inkMk id="88" creationId="{D029A6F3-DB3E-6E84-E686-78E338DAA7D0}"/>
          </ac:inkMkLst>
        </pc:inkChg>
        <pc:inkChg chg="add">
          <ac:chgData name="Rodica Ioana Lung" userId="64ee56e8d7162e1e" providerId="LiveId" clId="{0F6830A5-18AB-4F1B-8BBB-DA235794CEC1}" dt="2025-12-16T15:55:02.954" v="740" actId="9405"/>
          <ac:inkMkLst>
            <pc:docMk/>
            <pc:sldMk cId="1155341855" sldId="280"/>
            <ac:inkMk id="90" creationId="{1EFBE8B6-B8D5-D9E3-BB0B-772BC41A5F25}"/>
          </ac:inkMkLst>
        </pc:inkChg>
        <pc:inkChg chg="add">
          <ac:chgData name="Rodica Ioana Lung" userId="64ee56e8d7162e1e" providerId="LiveId" clId="{0F6830A5-18AB-4F1B-8BBB-DA235794CEC1}" dt="2025-12-16T15:55:04.722" v="741" actId="9405"/>
          <ac:inkMkLst>
            <pc:docMk/>
            <pc:sldMk cId="1155341855" sldId="280"/>
            <ac:inkMk id="91" creationId="{9B7E57F7-916B-04B4-306E-B9EE09C7C587}"/>
          </ac:inkMkLst>
        </pc:inkChg>
        <pc:inkChg chg="add">
          <ac:chgData name="Rodica Ioana Lung" userId="64ee56e8d7162e1e" providerId="LiveId" clId="{0F6830A5-18AB-4F1B-8BBB-DA235794CEC1}" dt="2025-12-16T15:55:04.904" v="742" actId="9405"/>
          <ac:inkMkLst>
            <pc:docMk/>
            <pc:sldMk cId="1155341855" sldId="280"/>
            <ac:inkMk id="92" creationId="{5800A8C0-BC39-40D7-6B4C-D0FDE23B226C}"/>
          </ac:inkMkLst>
        </pc:inkChg>
        <pc:inkChg chg="add">
          <ac:chgData name="Rodica Ioana Lung" userId="64ee56e8d7162e1e" providerId="LiveId" clId="{0F6830A5-18AB-4F1B-8BBB-DA235794CEC1}" dt="2025-12-16T15:55:32.021" v="743" actId="9405"/>
          <ac:inkMkLst>
            <pc:docMk/>
            <pc:sldMk cId="1155341855" sldId="280"/>
            <ac:inkMk id="93" creationId="{9534680D-F2E1-2E31-2912-0790FEACF0BE}"/>
          </ac:inkMkLst>
        </pc:inkChg>
        <pc:inkChg chg="add mod">
          <ac:chgData name="Rodica Ioana Lung" userId="64ee56e8d7162e1e" providerId="LiveId" clId="{0F6830A5-18AB-4F1B-8BBB-DA235794CEC1}" dt="2025-12-16T15:55:36.751" v="746"/>
          <ac:inkMkLst>
            <pc:docMk/>
            <pc:sldMk cId="1155341855" sldId="280"/>
            <ac:inkMk id="94" creationId="{D85C0911-0EE4-9666-087E-09016A261565}"/>
          </ac:inkMkLst>
        </pc:inkChg>
        <pc:inkChg chg="add mod">
          <ac:chgData name="Rodica Ioana Lung" userId="64ee56e8d7162e1e" providerId="LiveId" clId="{0F6830A5-18AB-4F1B-8BBB-DA235794CEC1}" dt="2025-12-16T15:55:36.751" v="746"/>
          <ac:inkMkLst>
            <pc:docMk/>
            <pc:sldMk cId="1155341855" sldId="280"/>
            <ac:inkMk id="95" creationId="{63E31C86-3E31-6D13-7728-34977DE35BA9}"/>
          </ac:inkMkLst>
        </pc:inkChg>
        <pc:inkChg chg="add mod">
          <ac:chgData name="Rodica Ioana Lung" userId="64ee56e8d7162e1e" providerId="LiveId" clId="{0F6830A5-18AB-4F1B-8BBB-DA235794CEC1}" dt="2025-12-16T15:55:41.539" v="752"/>
          <ac:inkMkLst>
            <pc:docMk/>
            <pc:sldMk cId="1155341855" sldId="280"/>
            <ac:inkMk id="97" creationId="{F9EB0640-3116-1FF5-FA1D-049515842F74}"/>
          </ac:inkMkLst>
        </pc:inkChg>
        <pc:inkChg chg="add mod">
          <ac:chgData name="Rodica Ioana Lung" userId="64ee56e8d7162e1e" providerId="LiveId" clId="{0F6830A5-18AB-4F1B-8BBB-DA235794CEC1}" dt="2025-12-16T15:55:41.539" v="752"/>
          <ac:inkMkLst>
            <pc:docMk/>
            <pc:sldMk cId="1155341855" sldId="280"/>
            <ac:inkMk id="98" creationId="{587C3C87-F2B3-4216-8ACC-A5A4C5A35E04}"/>
          </ac:inkMkLst>
        </pc:inkChg>
        <pc:inkChg chg="add mod">
          <ac:chgData name="Rodica Ioana Lung" userId="64ee56e8d7162e1e" providerId="LiveId" clId="{0F6830A5-18AB-4F1B-8BBB-DA235794CEC1}" dt="2025-12-16T15:55:41.539" v="752"/>
          <ac:inkMkLst>
            <pc:docMk/>
            <pc:sldMk cId="1155341855" sldId="280"/>
            <ac:inkMk id="99" creationId="{7D2678D5-1DC8-0AC0-F48E-D076AE3817A5}"/>
          </ac:inkMkLst>
        </pc:inkChg>
        <pc:inkChg chg="add mod">
          <ac:chgData name="Rodica Ioana Lung" userId="64ee56e8d7162e1e" providerId="LiveId" clId="{0F6830A5-18AB-4F1B-8BBB-DA235794CEC1}" dt="2025-12-16T15:55:41.539" v="752"/>
          <ac:inkMkLst>
            <pc:docMk/>
            <pc:sldMk cId="1155341855" sldId="280"/>
            <ac:inkMk id="100" creationId="{31A2DB91-28F0-EF8C-E09E-09CFCE76A3AE}"/>
          </ac:inkMkLst>
        </pc:inkChg>
        <pc:inkChg chg="add mod">
          <ac:chgData name="Rodica Ioana Lung" userId="64ee56e8d7162e1e" providerId="LiveId" clId="{0F6830A5-18AB-4F1B-8BBB-DA235794CEC1}" dt="2025-12-16T15:55:41.539" v="752"/>
          <ac:inkMkLst>
            <pc:docMk/>
            <pc:sldMk cId="1155341855" sldId="280"/>
            <ac:inkMk id="101" creationId="{439AB45A-5E83-89C1-3370-4B2B5379716B}"/>
          </ac:inkMkLst>
        </pc:inkChg>
        <pc:inkChg chg="add">
          <ac:chgData name="Rodica Ioana Lung" userId="64ee56e8d7162e1e" providerId="LiveId" clId="{0F6830A5-18AB-4F1B-8BBB-DA235794CEC1}" dt="2025-12-16T15:55:44.958" v="753" actId="9405"/>
          <ac:inkMkLst>
            <pc:docMk/>
            <pc:sldMk cId="1155341855" sldId="280"/>
            <ac:inkMk id="103" creationId="{CAE17511-048F-B61B-3BC1-3C6FF3B883F5}"/>
          </ac:inkMkLst>
        </pc:inkChg>
        <pc:inkChg chg="add mod">
          <ac:chgData name="Rodica Ioana Lung" userId="64ee56e8d7162e1e" providerId="LiveId" clId="{0F6830A5-18AB-4F1B-8BBB-DA235794CEC1}" dt="2025-12-16T15:55:56.821" v="756"/>
          <ac:inkMkLst>
            <pc:docMk/>
            <pc:sldMk cId="1155341855" sldId="280"/>
            <ac:inkMk id="104" creationId="{A165DF25-C132-3CF3-E3F1-3A90DB70133E}"/>
          </ac:inkMkLst>
        </pc:inkChg>
        <pc:inkChg chg="add">
          <ac:chgData name="Rodica Ioana Lung" userId="64ee56e8d7162e1e" providerId="LiveId" clId="{0F6830A5-18AB-4F1B-8BBB-DA235794CEC1}" dt="2025-12-16T15:55:56.044" v="755" actId="9405"/>
          <ac:inkMkLst>
            <pc:docMk/>
            <pc:sldMk cId="1155341855" sldId="280"/>
            <ac:inkMk id="105" creationId="{0C0E6405-6CA3-0FBD-FEF5-F78759B0E240}"/>
          </ac:inkMkLst>
        </pc:inkChg>
        <pc:inkChg chg="add mod">
          <ac:chgData name="Rodica Ioana Lung" userId="64ee56e8d7162e1e" providerId="LiveId" clId="{0F6830A5-18AB-4F1B-8BBB-DA235794CEC1}" dt="2025-12-16T15:55:58.167" v="759"/>
          <ac:inkMkLst>
            <pc:docMk/>
            <pc:sldMk cId="1155341855" sldId="280"/>
            <ac:inkMk id="107" creationId="{A0247144-776C-6EEF-59E6-086FE60ED0D8}"/>
          </ac:inkMkLst>
        </pc:inkChg>
        <pc:inkChg chg="add mod">
          <ac:chgData name="Rodica Ioana Lung" userId="64ee56e8d7162e1e" providerId="LiveId" clId="{0F6830A5-18AB-4F1B-8BBB-DA235794CEC1}" dt="2025-12-16T15:55:58.167" v="759"/>
          <ac:inkMkLst>
            <pc:docMk/>
            <pc:sldMk cId="1155341855" sldId="280"/>
            <ac:inkMk id="108" creationId="{87CFB795-49A2-90BF-C7AD-CAEBA8B81DE5}"/>
          </ac:inkMkLst>
        </pc:inkChg>
        <pc:inkChg chg="add">
          <ac:chgData name="Rodica Ioana Lung" userId="64ee56e8d7162e1e" providerId="LiveId" clId="{0F6830A5-18AB-4F1B-8BBB-DA235794CEC1}" dt="2025-12-16T15:55:59.077" v="760" actId="9405"/>
          <ac:inkMkLst>
            <pc:docMk/>
            <pc:sldMk cId="1155341855" sldId="280"/>
            <ac:inkMk id="110" creationId="{73AA82A0-030D-A572-EAC2-F647D8561ADA}"/>
          </ac:inkMkLst>
        </pc:inkChg>
        <pc:inkChg chg="add mod">
          <ac:chgData name="Rodica Ioana Lung" userId="64ee56e8d7162e1e" providerId="LiveId" clId="{0F6830A5-18AB-4F1B-8BBB-DA235794CEC1}" dt="2025-12-16T15:56:05.671" v="774"/>
          <ac:inkMkLst>
            <pc:docMk/>
            <pc:sldMk cId="1155341855" sldId="280"/>
            <ac:inkMk id="111" creationId="{49E75423-DFC0-9F3B-06D7-7ECBEF0F315D}"/>
          </ac:inkMkLst>
        </pc:inkChg>
        <pc:inkChg chg="add mod">
          <ac:chgData name="Rodica Ioana Lung" userId="64ee56e8d7162e1e" providerId="LiveId" clId="{0F6830A5-18AB-4F1B-8BBB-DA235794CEC1}" dt="2025-12-16T15:56:01.930" v="766"/>
          <ac:inkMkLst>
            <pc:docMk/>
            <pc:sldMk cId="1155341855" sldId="280"/>
            <ac:inkMk id="112" creationId="{0A6D1F2C-055A-2037-FECF-DEAF8EF9D018}"/>
          </ac:inkMkLst>
        </pc:inkChg>
        <pc:inkChg chg="add mod">
          <ac:chgData name="Rodica Ioana Lung" userId="64ee56e8d7162e1e" providerId="LiveId" clId="{0F6830A5-18AB-4F1B-8BBB-DA235794CEC1}" dt="2025-12-16T15:56:05.671" v="774"/>
          <ac:inkMkLst>
            <pc:docMk/>
            <pc:sldMk cId="1155341855" sldId="280"/>
            <ac:inkMk id="113" creationId="{14EA6B58-458A-3F25-F9D2-79EA85E29CC9}"/>
          </ac:inkMkLst>
        </pc:inkChg>
        <pc:inkChg chg="add mod">
          <ac:chgData name="Rodica Ioana Lung" userId="64ee56e8d7162e1e" providerId="LiveId" clId="{0F6830A5-18AB-4F1B-8BBB-DA235794CEC1}" dt="2025-12-16T15:56:05.671" v="774"/>
          <ac:inkMkLst>
            <pc:docMk/>
            <pc:sldMk cId="1155341855" sldId="280"/>
            <ac:inkMk id="114" creationId="{020871C1-6BE0-1F6E-8119-32907CD8739F}"/>
          </ac:inkMkLst>
        </pc:inkChg>
        <pc:inkChg chg="add mod">
          <ac:chgData name="Rodica Ioana Lung" userId="64ee56e8d7162e1e" providerId="LiveId" clId="{0F6830A5-18AB-4F1B-8BBB-DA235794CEC1}" dt="2025-12-16T15:56:01.930" v="766"/>
          <ac:inkMkLst>
            <pc:docMk/>
            <pc:sldMk cId="1155341855" sldId="280"/>
            <ac:inkMk id="115" creationId="{912F75CB-3A02-354B-1066-368CA8FFB235}"/>
          </ac:inkMkLst>
        </pc:inkChg>
        <pc:inkChg chg="add mod">
          <ac:chgData name="Rodica Ioana Lung" userId="64ee56e8d7162e1e" providerId="LiveId" clId="{0F6830A5-18AB-4F1B-8BBB-DA235794CEC1}" dt="2025-12-16T15:56:05.671" v="774"/>
          <ac:inkMkLst>
            <pc:docMk/>
            <pc:sldMk cId="1155341855" sldId="280"/>
            <ac:inkMk id="117" creationId="{0DA437CF-577E-8F63-A54E-352E6C5E02E6}"/>
          </ac:inkMkLst>
        </pc:inkChg>
        <pc:inkChg chg="add">
          <ac:chgData name="Rodica Ioana Lung" userId="64ee56e8d7162e1e" providerId="LiveId" clId="{0F6830A5-18AB-4F1B-8BBB-DA235794CEC1}" dt="2025-12-16T15:56:02.950" v="768" actId="9405"/>
          <ac:inkMkLst>
            <pc:docMk/>
            <pc:sldMk cId="1155341855" sldId="280"/>
            <ac:inkMk id="118" creationId="{26A6C599-317C-87D8-A939-1C62E5EE0A24}"/>
          </ac:inkMkLst>
        </pc:inkChg>
        <pc:inkChg chg="add">
          <ac:chgData name="Rodica Ioana Lung" userId="64ee56e8d7162e1e" providerId="LiveId" clId="{0F6830A5-18AB-4F1B-8BBB-DA235794CEC1}" dt="2025-12-16T15:56:03.300" v="769" actId="9405"/>
          <ac:inkMkLst>
            <pc:docMk/>
            <pc:sldMk cId="1155341855" sldId="280"/>
            <ac:inkMk id="119" creationId="{68F09215-7177-2576-A9FC-59A3BB731DF5}"/>
          </ac:inkMkLst>
        </pc:inkChg>
        <pc:inkChg chg="add mod">
          <ac:chgData name="Rodica Ioana Lung" userId="64ee56e8d7162e1e" providerId="LiveId" clId="{0F6830A5-18AB-4F1B-8BBB-DA235794CEC1}" dt="2025-12-16T15:56:05.671" v="774"/>
          <ac:inkMkLst>
            <pc:docMk/>
            <pc:sldMk cId="1155341855" sldId="280"/>
            <ac:inkMk id="120" creationId="{8398378E-78AB-53E2-A0F6-17856139954B}"/>
          </ac:inkMkLst>
        </pc:inkChg>
        <pc:inkChg chg="add mod">
          <ac:chgData name="Rodica Ioana Lung" userId="64ee56e8d7162e1e" providerId="LiveId" clId="{0F6830A5-18AB-4F1B-8BBB-DA235794CEC1}" dt="2025-12-16T15:56:05.671" v="774"/>
          <ac:inkMkLst>
            <pc:docMk/>
            <pc:sldMk cId="1155341855" sldId="280"/>
            <ac:inkMk id="121" creationId="{966F4CC5-270A-0775-93D4-E77146B62D05}"/>
          </ac:inkMkLst>
        </pc:inkChg>
        <pc:inkChg chg="add mod">
          <ac:chgData name="Rodica Ioana Lung" userId="64ee56e8d7162e1e" providerId="LiveId" clId="{0F6830A5-18AB-4F1B-8BBB-DA235794CEC1}" dt="2025-12-16T15:56:05.671" v="774"/>
          <ac:inkMkLst>
            <pc:docMk/>
            <pc:sldMk cId="1155341855" sldId="280"/>
            <ac:inkMk id="122" creationId="{A20E084C-DF89-2DCC-01E6-CBE0CF93BB94}"/>
          </ac:inkMkLst>
        </pc:inkChg>
        <pc:inkChg chg="add mod">
          <ac:chgData name="Rodica Ioana Lung" userId="64ee56e8d7162e1e" providerId="LiveId" clId="{0F6830A5-18AB-4F1B-8BBB-DA235794CEC1}" dt="2025-12-16T15:56:05.671" v="774"/>
          <ac:inkMkLst>
            <pc:docMk/>
            <pc:sldMk cId="1155341855" sldId="280"/>
            <ac:inkMk id="123" creationId="{F2DC864C-5689-BEB6-03F9-B98F2709D2D7}"/>
          </ac:inkMkLst>
        </pc:inkChg>
        <pc:inkChg chg="add">
          <ac:chgData name="Rodica Ioana Lung" userId="64ee56e8d7162e1e" providerId="LiveId" clId="{0F6830A5-18AB-4F1B-8BBB-DA235794CEC1}" dt="2025-12-16T15:56:07.680" v="775" actId="9405"/>
          <ac:inkMkLst>
            <pc:docMk/>
            <pc:sldMk cId="1155341855" sldId="280"/>
            <ac:inkMk id="125" creationId="{68698404-D230-D311-4BEA-0E5A451DF1CB}"/>
          </ac:inkMkLst>
        </pc:inkChg>
        <pc:inkChg chg="add">
          <ac:chgData name="Rodica Ioana Lung" userId="64ee56e8d7162e1e" providerId="LiveId" clId="{0F6830A5-18AB-4F1B-8BBB-DA235794CEC1}" dt="2025-12-16T15:56:07.913" v="776" actId="9405"/>
          <ac:inkMkLst>
            <pc:docMk/>
            <pc:sldMk cId="1155341855" sldId="280"/>
            <ac:inkMk id="126" creationId="{515E3821-173C-C549-734F-D54FB6E07576}"/>
          </ac:inkMkLst>
        </pc:inkChg>
        <pc:inkChg chg="add">
          <ac:chgData name="Rodica Ioana Lung" userId="64ee56e8d7162e1e" providerId="LiveId" clId="{0F6830A5-18AB-4F1B-8BBB-DA235794CEC1}" dt="2025-12-16T15:56:08.834" v="777" actId="9405"/>
          <ac:inkMkLst>
            <pc:docMk/>
            <pc:sldMk cId="1155341855" sldId="280"/>
            <ac:inkMk id="127" creationId="{6C967CBF-484A-56F4-C536-E78995C163E1}"/>
          </ac:inkMkLst>
        </pc:inkChg>
        <pc:inkChg chg="add mod">
          <ac:chgData name="Rodica Ioana Lung" userId="64ee56e8d7162e1e" providerId="LiveId" clId="{0F6830A5-18AB-4F1B-8BBB-DA235794CEC1}" dt="2025-12-16T15:56:15.145" v="790"/>
          <ac:inkMkLst>
            <pc:docMk/>
            <pc:sldMk cId="1155341855" sldId="280"/>
            <ac:inkMk id="128" creationId="{B6C38949-09A0-A55D-CFEC-BB4C5452885F}"/>
          </ac:inkMkLst>
        </pc:inkChg>
        <pc:inkChg chg="add mod">
          <ac:chgData name="Rodica Ioana Lung" userId="64ee56e8d7162e1e" providerId="LiveId" clId="{0F6830A5-18AB-4F1B-8BBB-DA235794CEC1}" dt="2025-12-16T15:56:15.145" v="790"/>
          <ac:inkMkLst>
            <pc:docMk/>
            <pc:sldMk cId="1155341855" sldId="280"/>
            <ac:inkMk id="129" creationId="{2D3F2380-1565-E17C-1BC1-1B018C6728D2}"/>
          </ac:inkMkLst>
        </pc:inkChg>
        <pc:inkChg chg="add mod">
          <ac:chgData name="Rodica Ioana Lung" userId="64ee56e8d7162e1e" providerId="LiveId" clId="{0F6830A5-18AB-4F1B-8BBB-DA235794CEC1}" dt="2025-12-16T15:56:15.145" v="790"/>
          <ac:inkMkLst>
            <pc:docMk/>
            <pc:sldMk cId="1155341855" sldId="280"/>
            <ac:inkMk id="130" creationId="{0879A78D-6B85-28F4-2D9B-31C2B777C61A}"/>
          </ac:inkMkLst>
        </pc:inkChg>
        <pc:inkChg chg="add mod">
          <ac:chgData name="Rodica Ioana Lung" userId="64ee56e8d7162e1e" providerId="LiveId" clId="{0F6830A5-18AB-4F1B-8BBB-DA235794CEC1}" dt="2025-12-16T15:56:15.145" v="790"/>
          <ac:inkMkLst>
            <pc:docMk/>
            <pc:sldMk cId="1155341855" sldId="280"/>
            <ac:inkMk id="131" creationId="{3CEE6517-A021-0DF0-EAEF-303AB773F093}"/>
          </ac:inkMkLst>
        </pc:inkChg>
        <pc:inkChg chg="add">
          <ac:chgData name="Rodica Ioana Lung" userId="64ee56e8d7162e1e" providerId="LiveId" clId="{0F6830A5-18AB-4F1B-8BBB-DA235794CEC1}" dt="2025-12-16T15:56:11.575" v="782" actId="9405"/>
          <ac:inkMkLst>
            <pc:docMk/>
            <pc:sldMk cId="1155341855" sldId="280"/>
            <ac:inkMk id="132" creationId="{A58C1046-612F-CDC3-C5F4-10E7E0259BBF}"/>
          </ac:inkMkLst>
        </pc:inkChg>
        <pc:inkChg chg="add mod">
          <ac:chgData name="Rodica Ioana Lung" userId="64ee56e8d7162e1e" providerId="LiveId" clId="{0F6830A5-18AB-4F1B-8BBB-DA235794CEC1}" dt="2025-12-16T15:56:15.145" v="790"/>
          <ac:inkMkLst>
            <pc:docMk/>
            <pc:sldMk cId="1155341855" sldId="280"/>
            <ac:inkMk id="133" creationId="{84666985-382D-000F-5106-33617ABADB20}"/>
          </ac:inkMkLst>
        </pc:inkChg>
        <pc:inkChg chg="add mod">
          <ac:chgData name="Rodica Ioana Lung" userId="64ee56e8d7162e1e" providerId="LiveId" clId="{0F6830A5-18AB-4F1B-8BBB-DA235794CEC1}" dt="2025-12-16T15:56:15.145" v="790"/>
          <ac:inkMkLst>
            <pc:docMk/>
            <pc:sldMk cId="1155341855" sldId="280"/>
            <ac:inkMk id="134" creationId="{FA9BBEA7-0B14-70BA-AC93-58B65F0D7FD3}"/>
          </ac:inkMkLst>
        </pc:inkChg>
        <pc:inkChg chg="add">
          <ac:chgData name="Rodica Ioana Lung" userId="64ee56e8d7162e1e" providerId="LiveId" clId="{0F6830A5-18AB-4F1B-8BBB-DA235794CEC1}" dt="2025-12-16T15:56:12.753" v="785" actId="9405"/>
          <ac:inkMkLst>
            <pc:docMk/>
            <pc:sldMk cId="1155341855" sldId="280"/>
            <ac:inkMk id="135" creationId="{D231DBD8-F2E4-FD3E-7B83-E9F14D060536}"/>
          </ac:inkMkLst>
        </pc:inkChg>
        <pc:inkChg chg="add">
          <ac:chgData name="Rodica Ioana Lung" userId="64ee56e8d7162e1e" providerId="LiveId" clId="{0F6830A5-18AB-4F1B-8BBB-DA235794CEC1}" dt="2025-12-16T15:56:13.170" v="786" actId="9405"/>
          <ac:inkMkLst>
            <pc:docMk/>
            <pc:sldMk cId="1155341855" sldId="280"/>
            <ac:inkMk id="136" creationId="{90FED72A-2381-2437-F74B-0572CBAFDE2F}"/>
          </ac:inkMkLst>
        </pc:inkChg>
        <pc:inkChg chg="add">
          <ac:chgData name="Rodica Ioana Lung" userId="64ee56e8d7162e1e" providerId="LiveId" clId="{0F6830A5-18AB-4F1B-8BBB-DA235794CEC1}" dt="2025-12-16T15:56:13.444" v="787" actId="9405"/>
          <ac:inkMkLst>
            <pc:docMk/>
            <pc:sldMk cId="1155341855" sldId="280"/>
            <ac:inkMk id="137" creationId="{15E602DA-4383-9C83-5E6B-2923988EFB95}"/>
          </ac:inkMkLst>
        </pc:inkChg>
        <pc:inkChg chg="add">
          <ac:chgData name="Rodica Ioana Lung" userId="64ee56e8d7162e1e" providerId="LiveId" clId="{0F6830A5-18AB-4F1B-8BBB-DA235794CEC1}" dt="2025-12-16T15:56:13.826" v="788" actId="9405"/>
          <ac:inkMkLst>
            <pc:docMk/>
            <pc:sldMk cId="1155341855" sldId="280"/>
            <ac:inkMk id="138" creationId="{E6C2418F-F74A-A5CF-3581-B74DB52C9592}"/>
          </ac:inkMkLst>
        </pc:inkChg>
        <pc:inkChg chg="add">
          <ac:chgData name="Rodica Ioana Lung" userId="64ee56e8d7162e1e" providerId="LiveId" clId="{0F6830A5-18AB-4F1B-8BBB-DA235794CEC1}" dt="2025-12-16T15:56:14.213" v="789" actId="9405"/>
          <ac:inkMkLst>
            <pc:docMk/>
            <pc:sldMk cId="1155341855" sldId="280"/>
            <ac:inkMk id="139" creationId="{AD2DDFD0-7141-003F-BD63-ED9AFA49C1E6}"/>
          </ac:inkMkLst>
        </pc:inkChg>
        <pc:inkChg chg="add">
          <ac:chgData name="Rodica Ioana Lung" userId="64ee56e8d7162e1e" providerId="LiveId" clId="{0F6830A5-18AB-4F1B-8BBB-DA235794CEC1}" dt="2025-12-16T15:56:15.554" v="791" actId="9405"/>
          <ac:inkMkLst>
            <pc:docMk/>
            <pc:sldMk cId="1155341855" sldId="280"/>
            <ac:inkMk id="144" creationId="{01AB558F-A57E-5007-9DF5-E9D4CE3B7FD2}"/>
          </ac:inkMkLst>
        </pc:inkChg>
        <pc:inkChg chg="add mod">
          <ac:chgData name="Rodica Ioana Lung" userId="64ee56e8d7162e1e" providerId="LiveId" clId="{0F6830A5-18AB-4F1B-8BBB-DA235794CEC1}" dt="2025-12-16T15:56:20.018" v="803"/>
          <ac:inkMkLst>
            <pc:docMk/>
            <pc:sldMk cId="1155341855" sldId="280"/>
            <ac:inkMk id="145" creationId="{516EB2E0-6935-F9F2-BC63-DE72F125B534}"/>
          </ac:inkMkLst>
        </pc:inkChg>
        <pc:inkChg chg="add mod">
          <ac:chgData name="Rodica Ioana Lung" userId="64ee56e8d7162e1e" providerId="LiveId" clId="{0F6830A5-18AB-4F1B-8BBB-DA235794CEC1}" dt="2025-12-16T15:56:20.018" v="803"/>
          <ac:inkMkLst>
            <pc:docMk/>
            <pc:sldMk cId="1155341855" sldId="280"/>
            <ac:inkMk id="146" creationId="{FA8CD0A7-E6F4-8CE1-D8D0-161500A0FB27}"/>
          </ac:inkMkLst>
        </pc:inkChg>
        <pc:inkChg chg="add mod">
          <ac:chgData name="Rodica Ioana Lung" userId="64ee56e8d7162e1e" providerId="LiveId" clId="{0F6830A5-18AB-4F1B-8BBB-DA235794CEC1}" dt="2025-12-16T15:56:20.018" v="803"/>
          <ac:inkMkLst>
            <pc:docMk/>
            <pc:sldMk cId="1155341855" sldId="280"/>
            <ac:inkMk id="147" creationId="{8A9BA5A8-7D43-A42A-2EE8-551C3DD56AFF}"/>
          </ac:inkMkLst>
        </pc:inkChg>
        <pc:inkChg chg="add mod">
          <ac:chgData name="Rodica Ioana Lung" userId="64ee56e8d7162e1e" providerId="LiveId" clId="{0F6830A5-18AB-4F1B-8BBB-DA235794CEC1}" dt="2025-12-16T15:56:20.018" v="803"/>
          <ac:inkMkLst>
            <pc:docMk/>
            <pc:sldMk cId="1155341855" sldId="280"/>
            <ac:inkMk id="148" creationId="{7660D95B-47D0-5158-3D0F-FEA51ED977AB}"/>
          </ac:inkMkLst>
        </pc:inkChg>
        <pc:inkChg chg="add mod">
          <ac:chgData name="Rodica Ioana Lung" userId="64ee56e8d7162e1e" providerId="LiveId" clId="{0F6830A5-18AB-4F1B-8BBB-DA235794CEC1}" dt="2025-12-16T15:56:20.018" v="803"/>
          <ac:inkMkLst>
            <pc:docMk/>
            <pc:sldMk cId="1155341855" sldId="280"/>
            <ac:inkMk id="149" creationId="{2501FE2C-F7B2-155F-79AF-459D98B0726C}"/>
          </ac:inkMkLst>
        </pc:inkChg>
        <pc:inkChg chg="add mod">
          <ac:chgData name="Rodica Ioana Lung" userId="64ee56e8d7162e1e" providerId="LiveId" clId="{0F6830A5-18AB-4F1B-8BBB-DA235794CEC1}" dt="2025-12-16T15:56:20.018" v="803"/>
          <ac:inkMkLst>
            <pc:docMk/>
            <pc:sldMk cId="1155341855" sldId="280"/>
            <ac:inkMk id="150" creationId="{FD64384E-47AB-C65C-8A4F-FF071EF317B0}"/>
          </ac:inkMkLst>
        </pc:inkChg>
        <pc:inkChg chg="add mod">
          <ac:chgData name="Rodica Ioana Lung" userId="64ee56e8d7162e1e" providerId="LiveId" clId="{0F6830A5-18AB-4F1B-8BBB-DA235794CEC1}" dt="2025-12-16T15:56:20.018" v="803"/>
          <ac:inkMkLst>
            <pc:docMk/>
            <pc:sldMk cId="1155341855" sldId="280"/>
            <ac:inkMk id="151" creationId="{C9C2654B-6DBD-86D4-FA91-44CA0F73C1BA}"/>
          </ac:inkMkLst>
        </pc:inkChg>
        <pc:inkChg chg="add mod">
          <ac:chgData name="Rodica Ioana Lung" userId="64ee56e8d7162e1e" providerId="LiveId" clId="{0F6830A5-18AB-4F1B-8BBB-DA235794CEC1}" dt="2025-12-16T15:56:20.018" v="803"/>
          <ac:inkMkLst>
            <pc:docMk/>
            <pc:sldMk cId="1155341855" sldId="280"/>
            <ac:inkMk id="152" creationId="{5B16FD65-7D60-B7F5-D866-CACC2DF6C612}"/>
          </ac:inkMkLst>
        </pc:inkChg>
        <pc:inkChg chg="add">
          <ac:chgData name="Rodica Ioana Lung" userId="64ee56e8d7162e1e" providerId="LiveId" clId="{0F6830A5-18AB-4F1B-8BBB-DA235794CEC1}" dt="2025-12-16T15:56:18.714" v="800" actId="9405"/>
          <ac:inkMkLst>
            <pc:docMk/>
            <pc:sldMk cId="1155341855" sldId="280"/>
            <ac:inkMk id="153" creationId="{559F10DA-C34A-21DB-C991-F8ABC692EA7B}"/>
          </ac:inkMkLst>
        </pc:inkChg>
        <pc:inkChg chg="add">
          <ac:chgData name="Rodica Ioana Lung" userId="64ee56e8d7162e1e" providerId="LiveId" clId="{0F6830A5-18AB-4F1B-8BBB-DA235794CEC1}" dt="2025-12-16T15:56:19.132" v="801" actId="9405"/>
          <ac:inkMkLst>
            <pc:docMk/>
            <pc:sldMk cId="1155341855" sldId="280"/>
            <ac:inkMk id="154" creationId="{0C21581A-57B2-0FDF-C769-DDAB0AA32388}"/>
          </ac:inkMkLst>
        </pc:inkChg>
        <pc:inkChg chg="add mod">
          <ac:chgData name="Rodica Ioana Lung" userId="64ee56e8d7162e1e" providerId="LiveId" clId="{0F6830A5-18AB-4F1B-8BBB-DA235794CEC1}" dt="2025-12-16T15:56:20.018" v="803"/>
          <ac:inkMkLst>
            <pc:docMk/>
            <pc:sldMk cId="1155341855" sldId="280"/>
            <ac:inkMk id="155" creationId="{07EBBB6E-8E1A-AEFF-2C0C-A293BB74DBFE}"/>
          </ac:inkMkLst>
        </pc:inkChg>
        <pc:inkChg chg="add mod">
          <ac:chgData name="Rodica Ioana Lung" userId="64ee56e8d7162e1e" providerId="LiveId" clId="{0F6830A5-18AB-4F1B-8BBB-DA235794CEC1}" dt="2025-12-16T15:57:14.187" v="817"/>
          <ac:inkMkLst>
            <pc:docMk/>
            <pc:sldMk cId="1155341855" sldId="280"/>
            <ac:inkMk id="157" creationId="{ACCCB8B1-E8DE-34A2-5E30-C42F528B8464}"/>
          </ac:inkMkLst>
        </pc:inkChg>
        <pc:inkChg chg="add mod">
          <ac:chgData name="Rodica Ioana Lung" userId="64ee56e8d7162e1e" providerId="LiveId" clId="{0F6830A5-18AB-4F1B-8BBB-DA235794CEC1}" dt="2025-12-16T15:57:14.187" v="817"/>
          <ac:inkMkLst>
            <pc:docMk/>
            <pc:sldMk cId="1155341855" sldId="280"/>
            <ac:inkMk id="158" creationId="{48E32860-0062-3800-D73F-F77759289690}"/>
          </ac:inkMkLst>
        </pc:inkChg>
        <pc:inkChg chg="add mod">
          <ac:chgData name="Rodica Ioana Lung" userId="64ee56e8d7162e1e" providerId="LiveId" clId="{0F6830A5-18AB-4F1B-8BBB-DA235794CEC1}" dt="2025-12-16T15:57:14.187" v="817"/>
          <ac:inkMkLst>
            <pc:docMk/>
            <pc:sldMk cId="1155341855" sldId="280"/>
            <ac:inkMk id="159" creationId="{07FFA4D8-14B3-76CF-2C63-F878D4431570}"/>
          </ac:inkMkLst>
        </pc:inkChg>
        <pc:inkChg chg="add">
          <ac:chgData name="Rodica Ioana Lung" userId="64ee56e8d7162e1e" providerId="LiveId" clId="{0F6830A5-18AB-4F1B-8BBB-DA235794CEC1}" dt="2025-12-16T15:57:07.375" v="807" actId="9405"/>
          <ac:inkMkLst>
            <pc:docMk/>
            <pc:sldMk cId="1155341855" sldId="280"/>
            <ac:inkMk id="160" creationId="{F4C66CE1-32CA-FD76-ACE1-E11C55DE60D6}"/>
          </ac:inkMkLst>
        </pc:inkChg>
        <pc:inkChg chg="add">
          <ac:chgData name="Rodica Ioana Lung" userId="64ee56e8d7162e1e" providerId="LiveId" clId="{0F6830A5-18AB-4F1B-8BBB-DA235794CEC1}" dt="2025-12-16T15:57:07.857" v="808" actId="9405"/>
          <ac:inkMkLst>
            <pc:docMk/>
            <pc:sldMk cId="1155341855" sldId="280"/>
            <ac:inkMk id="161" creationId="{5F73C464-5DC8-A5B7-C226-2BCA22C64723}"/>
          </ac:inkMkLst>
        </pc:inkChg>
        <pc:inkChg chg="add">
          <ac:chgData name="Rodica Ioana Lung" userId="64ee56e8d7162e1e" providerId="LiveId" clId="{0F6830A5-18AB-4F1B-8BBB-DA235794CEC1}" dt="2025-12-16T15:57:08.420" v="809" actId="9405"/>
          <ac:inkMkLst>
            <pc:docMk/>
            <pc:sldMk cId="1155341855" sldId="280"/>
            <ac:inkMk id="162" creationId="{7E16EAC7-967B-64BA-91F0-ED3270225897}"/>
          </ac:inkMkLst>
        </pc:inkChg>
        <pc:inkChg chg="add">
          <ac:chgData name="Rodica Ioana Lung" userId="64ee56e8d7162e1e" providerId="LiveId" clId="{0F6830A5-18AB-4F1B-8BBB-DA235794CEC1}" dt="2025-12-16T15:57:09.354" v="810" actId="9405"/>
          <ac:inkMkLst>
            <pc:docMk/>
            <pc:sldMk cId="1155341855" sldId="280"/>
            <ac:inkMk id="163" creationId="{A941A0FB-005B-73CB-D4DA-C521E3682F79}"/>
          </ac:inkMkLst>
        </pc:inkChg>
        <pc:inkChg chg="add mod">
          <ac:chgData name="Rodica Ioana Lung" userId="64ee56e8d7162e1e" providerId="LiveId" clId="{0F6830A5-18AB-4F1B-8BBB-DA235794CEC1}" dt="2025-12-16T15:57:14.187" v="817"/>
          <ac:inkMkLst>
            <pc:docMk/>
            <pc:sldMk cId="1155341855" sldId="280"/>
            <ac:inkMk id="164" creationId="{C376E915-F0B3-66B5-2591-762BADCB6CAC}"/>
          </ac:inkMkLst>
        </pc:inkChg>
        <pc:inkChg chg="add mod">
          <ac:chgData name="Rodica Ioana Lung" userId="64ee56e8d7162e1e" providerId="LiveId" clId="{0F6830A5-18AB-4F1B-8BBB-DA235794CEC1}" dt="2025-12-16T15:57:14.187" v="817"/>
          <ac:inkMkLst>
            <pc:docMk/>
            <pc:sldMk cId="1155341855" sldId="280"/>
            <ac:inkMk id="165" creationId="{A69E957F-C3B1-03F8-092B-39B5EBAA45E3}"/>
          </ac:inkMkLst>
        </pc:inkChg>
        <pc:inkChg chg="add">
          <ac:chgData name="Rodica Ioana Lung" userId="64ee56e8d7162e1e" providerId="LiveId" clId="{0F6830A5-18AB-4F1B-8BBB-DA235794CEC1}" dt="2025-12-16T15:57:10.911" v="813" actId="9405"/>
          <ac:inkMkLst>
            <pc:docMk/>
            <pc:sldMk cId="1155341855" sldId="280"/>
            <ac:inkMk id="166" creationId="{292732D8-200F-F0D3-C7BA-9413C8E5BC17}"/>
          </ac:inkMkLst>
        </pc:inkChg>
        <pc:inkChg chg="add">
          <ac:chgData name="Rodica Ioana Lung" userId="64ee56e8d7162e1e" providerId="LiveId" clId="{0F6830A5-18AB-4F1B-8BBB-DA235794CEC1}" dt="2025-12-16T15:57:11.691" v="814" actId="9405"/>
          <ac:inkMkLst>
            <pc:docMk/>
            <pc:sldMk cId="1155341855" sldId="280"/>
            <ac:inkMk id="167" creationId="{717F61BE-3DA0-9E49-636F-F7DAEDF23F50}"/>
          </ac:inkMkLst>
        </pc:inkChg>
        <pc:inkChg chg="add">
          <ac:chgData name="Rodica Ioana Lung" userId="64ee56e8d7162e1e" providerId="LiveId" clId="{0F6830A5-18AB-4F1B-8BBB-DA235794CEC1}" dt="2025-12-16T15:57:12.275" v="815" actId="9405"/>
          <ac:inkMkLst>
            <pc:docMk/>
            <pc:sldMk cId="1155341855" sldId="280"/>
            <ac:inkMk id="168" creationId="{2CD7EE27-5FA9-828D-BBAF-F2FD96EF81D0}"/>
          </ac:inkMkLst>
        </pc:inkChg>
        <pc:inkChg chg="add">
          <ac:chgData name="Rodica Ioana Lung" userId="64ee56e8d7162e1e" providerId="LiveId" clId="{0F6830A5-18AB-4F1B-8BBB-DA235794CEC1}" dt="2025-12-16T15:57:13.450" v="816" actId="9405"/>
          <ac:inkMkLst>
            <pc:docMk/>
            <pc:sldMk cId="1155341855" sldId="280"/>
            <ac:inkMk id="169" creationId="{4D4DAEBC-F676-7E48-9A5A-167F5F752D0B}"/>
          </ac:inkMkLst>
        </pc:inkChg>
        <pc:inkChg chg="add">
          <ac:chgData name="Rodica Ioana Lung" userId="64ee56e8d7162e1e" providerId="LiveId" clId="{0F6830A5-18AB-4F1B-8BBB-DA235794CEC1}" dt="2025-12-16T15:57:14.578" v="818" actId="9405"/>
          <ac:inkMkLst>
            <pc:docMk/>
            <pc:sldMk cId="1155341855" sldId="280"/>
            <ac:inkMk id="172" creationId="{273FBF7A-CE0D-925E-A400-E40DF6CD2129}"/>
          </ac:inkMkLst>
        </pc:inkChg>
        <pc:inkChg chg="add mod">
          <ac:chgData name="Rodica Ioana Lung" userId="64ee56e8d7162e1e" providerId="LiveId" clId="{0F6830A5-18AB-4F1B-8BBB-DA235794CEC1}" dt="2025-12-16T15:57:17.865" v="821"/>
          <ac:inkMkLst>
            <pc:docMk/>
            <pc:sldMk cId="1155341855" sldId="280"/>
            <ac:inkMk id="173" creationId="{3BAB8971-567E-2E0F-A3F9-7730E5973A41}"/>
          </ac:inkMkLst>
        </pc:inkChg>
        <pc:inkChg chg="add mod">
          <ac:chgData name="Rodica Ioana Lung" userId="64ee56e8d7162e1e" providerId="LiveId" clId="{0F6830A5-18AB-4F1B-8BBB-DA235794CEC1}" dt="2025-12-16T15:57:17.865" v="821"/>
          <ac:inkMkLst>
            <pc:docMk/>
            <pc:sldMk cId="1155341855" sldId="280"/>
            <ac:inkMk id="174" creationId="{BA231B7C-07E6-0F46-0E5B-23EA42BA45D9}"/>
          </ac:inkMkLst>
        </pc:inkChg>
        <pc:inkChg chg="add">
          <ac:chgData name="Rodica Ioana Lung" userId="64ee56e8d7162e1e" providerId="LiveId" clId="{0F6830A5-18AB-4F1B-8BBB-DA235794CEC1}" dt="2025-12-16T15:57:18.569" v="822" actId="9405"/>
          <ac:inkMkLst>
            <pc:docMk/>
            <pc:sldMk cId="1155341855" sldId="280"/>
            <ac:inkMk id="176" creationId="{E73024DA-294D-B23F-5DF3-8C0D7A33A0FB}"/>
          </ac:inkMkLst>
        </pc:inkChg>
        <pc:inkChg chg="add mod">
          <ac:chgData name="Rodica Ioana Lung" userId="64ee56e8d7162e1e" providerId="LiveId" clId="{0F6830A5-18AB-4F1B-8BBB-DA235794CEC1}" dt="2025-12-16T15:57:27.809" v="832"/>
          <ac:inkMkLst>
            <pc:docMk/>
            <pc:sldMk cId="1155341855" sldId="280"/>
            <ac:inkMk id="177" creationId="{A29D6469-11DB-9795-CA9B-B59C1ACE6423}"/>
          </ac:inkMkLst>
        </pc:inkChg>
        <pc:inkChg chg="add mod">
          <ac:chgData name="Rodica Ioana Lung" userId="64ee56e8d7162e1e" providerId="LiveId" clId="{0F6830A5-18AB-4F1B-8BBB-DA235794CEC1}" dt="2025-12-16T15:57:27.809" v="832"/>
          <ac:inkMkLst>
            <pc:docMk/>
            <pc:sldMk cId="1155341855" sldId="280"/>
            <ac:inkMk id="178" creationId="{B7667267-7BE4-BCC9-5182-4D959FF87BF2}"/>
          </ac:inkMkLst>
        </pc:inkChg>
        <pc:inkChg chg="add mod">
          <ac:chgData name="Rodica Ioana Lung" userId="64ee56e8d7162e1e" providerId="LiveId" clId="{0F6830A5-18AB-4F1B-8BBB-DA235794CEC1}" dt="2025-12-16T15:57:25.268" v="826"/>
          <ac:inkMkLst>
            <pc:docMk/>
            <pc:sldMk cId="1155341855" sldId="280"/>
            <ac:inkMk id="179" creationId="{9B1A93D9-B207-F378-0D55-F6D131277CFC}"/>
          </ac:inkMkLst>
        </pc:inkChg>
        <pc:inkChg chg="add mod">
          <ac:chgData name="Rodica Ioana Lung" userId="64ee56e8d7162e1e" providerId="LiveId" clId="{0F6830A5-18AB-4F1B-8BBB-DA235794CEC1}" dt="2025-12-16T15:57:27.809" v="832"/>
          <ac:inkMkLst>
            <pc:docMk/>
            <pc:sldMk cId="1155341855" sldId="280"/>
            <ac:inkMk id="181" creationId="{0A445BFE-ADA6-86FF-D72E-8D865D249EB4}"/>
          </ac:inkMkLst>
        </pc:inkChg>
        <pc:inkChg chg="add mod">
          <ac:chgData name="Rodica Ioana Lung" userId="64ee56e8d7162e1e" providerId="LiveId" clId="{0F6830A5-18AB-4F1B-8BBB-DA235794CEC1}" dt="2025-12-16T15:57:27.809" v="832"/>
          <ac:inkMkLst>
            <pc:docMk/>
            <pc:sldMk cId="1155341855" sldId="280"/>
            <ac:inkMk id="182" creationId="{A7B7F28F-A1BB-AADF-3126-D281B07D93FD}"/>
          </ac:inkMkLst>
        </pc:inkChg>
        <pc:inkChg chg="add mod">
          <ac:chgData name="Rodica Ioana Lung" userId="64ee56e8d7162e1e" providerId="LiveId" clId="{0F6830A5-18AB-4F1B-8BBB-DA235794CEC1}" dt="2025-12-16T15:57:27.809" v="832"/>
          <ac:inkMkLst>
            <pc:docMk/>
            <pc:sldMk cId="1155341855" sldId="280"/>
            <ac:inkMk id="183" creationId="{06DA353F-68D5-AEE0-8B43-45D424293EB9}"/>
          </ac:inkMkLst>
        </pc:inkChg>
        <pc:inkChg chg="add">
          <ac:chgData name="Rodica Ioana Lung" userId="64ee56e8d7162e1e" providerId="LiveId" clId="{0F6830A5-18AB-4F1B-8BBB-DA235794CEC1}" dt="2025-12-16T15:57:26.762" v="830" actId="9405"/>
          <ac:inkMkLst>
            <pc:docMk/>
            <pc:sldMk cId="1155341855" sldId="280"/>
            <ac:inkMk id="184" creationId="{D40CECEB-6B0A-1C63-15E2-9646C32C9C26}"/>
          </ac:inkMkLst>
        </pc:inkChg>
        <pc:inkChg chg="add mod">
          <ac:chgData name="Rodica Ioana Lung" userId="64ee56e8d7162e1e" providerId="LiveId" clId="{0F6830A5-18AB-4F1B-8BBB-DA235794CEC1}" dt="2025-12-16T15:57:27.809" v="832"/>
          <ac:inkMkLst>
            <pc:docMk/>
            <pc:sldMk cId="1155341855" sldId="280"/>
            <ac:inkMk id="185" creationId="{14385182-7443-14F4-551B-3BB7D463C27C}"/>
          </ac:inkMkLst>
        </pc:inkChg>
        <pc:inkChg chg="add mod">
          <ac:chgData name="Rodica Ioana Lung" userId="64ee56e8d7162e1e" providerId="LiveId" clId="{0F6830A5-18AB-4F1B-8BBB-DA235794CEC1}" dt="2025-12-16T15:57:31.104" v="837"/>
          <ac:inkMkLst>
            <pc:docMk/>
            <pc:sldMk cId="1155341855" sldId="280"/>
            <ac:inkMk id="189" creationId="{1FF721F8-4F29-4863-B647-E625C24D5847}"/>
          </ac:inkMkLst>
        </pc:inkChg>
        <pc:inkChg chg="add mod">
          <ac:chgData name="Rodica Ioana Lung" userId="64ee56e8d7162e1e" providerId="LiveId" clId="{0F6830A5-18AB-4F1B-8BBB-DA235794CEC1}" dt="2025-12-16T15:57:31.104" v="837"/>
          <ac:inkMkLst>
            <pc:docMk/>
            <pc:sldMk cId="1155341855" sldId="280"/>
            <ac:inkMk id="190" creationId="{714B61DE-4B04-A6D7-03C4-8C7A6F71699E}"/>
          </ac:inkMkLst>
        </pc:inkChg>
        <pc:inkChg chg="add mod">
          <ac:chgData name="Rodica Ioana Lung" userId="64ee56e8d7162e1e" providerId="LiveId" clId="{0F6830A5-18AB-4F1B-8BBB-DA235794CEC1}" dt="2025-12-16T15:57:31.104" v="837"/>
          <ac:inkMkLst>
            <pc:docMk/>
            <pc:sldMk cId="1155341855" sldId="280"/>
            <ac:inkMk id="191" creationId="{A2811084-B1D1-2E0C-CD47-E190806C8909}"/>
          </ac:inkMkLst>
        </pc:inkChg>
        <pc:inkChg chg="add mod">
          <ac:chgData name="Rodica Ioana Lung" userId="64ee56e8d7162e1e" providerId="LiveId" clId="{0F6830A5-18AB-4F1B-8BBB-DA235794CEC1}" dt="2025-12-16T15:57:31.104" v="837"/>
          <ac:inkMkLst>
            <pc:docMk/>
            <pc:sldMk cId="1155341855" sldId="280"/>
            <ac:inkMk id="192" creationId="{48059EF8-C413-778D-D65F-AC8718EA9F83}"/>
          </ac:inkMkLst>
        </pc:inkChg>
        <pc:inkChg chg="add mod">
          <ac:chgData name="Rodica Ioana Lung" userId="64ee56e8d7162e1e" providerId="LiveId" clId="{0F6830A5-18AB-4F1B-8BBB-DA235794CEC1}" dt="2025-12-16T15:57:36.642" v="848"/>
          <ac:inkMkLst>
            <pc:docMk/>
            <pc:sldMk cId="1155341855" sldId="280"/>
            <ac:inkMk id="195" creationId="{DF3FD161-BB81-3D23-9171-BE97FBE194EC}"/>
          </ac:inkMkLst>
        </pc:inkChg>
        <pc:inkChg chg="add mod">
          <ac:chgData name="Rodica Ioana Lung" userId="64ee56e8d7162e1e" providerId="LiveId" clId="{0F6830A5-18AB-4F1B-8BBB-DA235794CEC1}" dt="2025-12-16T15:57:36.642" v="848"/>
          <ac:inkMkLst>
            <pc:docMk/>
            <pc:sldMk cId="1155341855" sldId="280"/>
            <ac:inkMk id="196" creationId="{48B4994F-5A21-7E19-3634-4023A7FCC1A2}"/>
          </ac:inkMkLst>
        </pc:inkChg>
        <pc:inkChg chg="add mod">
          <ac:chgData name="Rodica Ioana Lung" userId="64ee56e8d7162e1e" providerId="LiveId" clId="{0F6830A5-18AB-4F1B-8BBB-DA235794CEC1}" dt="2025-12-16T15:57:36.642" v="848"/>
          <ac:inkMkLst>
            <pc:docMk/>
            <pc:sldMk cId="1155341855" sldId="280"/>
            <ac:inkMk id="197" creationId="{8822F815-DCEA-3B1B-E709-9184EA910726}"/>
          </ac:inkMkLst>
        </pc:inkChg>
        <pc:inkChg chg="add mod">
          <ac:chgData name="Rodica Ioana Lung" userId="64ee56e8d7162e1e" providerId="LiveId" clId="{0F6830A5-18AB-4F1B-8BBB-DA235794CEC1}" dt="2025-12-16T15:57:36.642" v="848"/>
          <ac:inkMkLst>
            <pc:docMk/>
            <pc:sldMk cId="1155341855" sldId="280"/>
            <ac:inkMk id="198" creationId="{36076C08-F580-8676-BF9E-3CA420D33647}"/>
          </ac:inkMkLst>
        </pc:inkChg>
        <pc:inkChg chg="add mod">
          <ac:chgData name="Rodica Ioana Lung" userId="64ee56e8d7162e1e" providerId="LiveId" clId="{0F6830A5-18AB-4F1B-8BBB-DA235794CEC1}" dt="2025-12-16T15:57:36.642" v="848"/>
          <ac:inkMkLst>
            <pc:docMk/>
            <pc:sldMk cId="1155341855" sldId="280"/>
            <ac:inkMk id="199" creationId="{85FE83FC-CC35-D2DE-7EC3-E804240C1213}"/>
          </ac:inkMkLst>
        </pc:inkChg>
        <pc:inkChg chg="add mod">
          <ac:chgData name="Rodica Ioana Lung" userId="64ee56e8d7162e1e" providerId="LiveId" clId="{0F6830A5-18AB-4F1B-8BBB-DA235794CEC1}" dt="2025-12-16T15:57:36.642" v="848"/>
          <ac:inkMkLst>
            <pc:docMk/>
            <pc:sldMk cId="1155341855" sldId="280"/>
            <ac:inkMk id="200" creationId="{9608F1B1-EE86-A5DC-08B4-81A1AF7C97E2}"/>
          </ac:inkMkLst>
        </pc:inkChg>
        <pc:inkChg chg="add mod">
          <ac:chgData name="Rodica Ioana Lung" userId="64ee56e8d7162e1e" providerId="LiveId" clId="{0F6830A5-18AB-4F1B-8BBB-DA235794CEC1}" dt="2025-12-16T15:57:36.642" v="848"/>
          <ac:inkMkLst>
            <pc:docMk/>
            <pc:sldMk cId="1155341855" sldId="280"/>
            <ac:inkMk id="201" creationId="{300434A3-2399-935E-D086-B44C77E6BCF5}"/>
          </ac:inkMkLst>
        </pc:inkChg>
        <pc:inkChg chg="add mod">
          <ac:chgData name="Rodica Ioana Lung" userId="64ee56e8d7162e1e" providerId="LiveId" clId="{0F6830A5-18AB-4F1B-8BBB-DA235794CEC1}" dt="2025-12-16T15:57:36.642" v="848"/>
          <ac:inkMkLst>
            <pc:docMk/>
            <pc:sldMk cId="1155341855" sldId="280"/>
            <ac:inkMk id="202" creationId="{A3867350-FD3D-D8C3-CCB3-8B5AD9AD9902}"/>
          </ac:inkMkLst>
        </pc:inkChg>
        <pc:inkChg chg="add mod">
          <ac:chgData name="Rodica Ioana Lung" userId="64ee56e8d7162e1e" providerId="LiveId" clId="{0F6830A5-18AB-4F1B-8BBB-DA235794CEC1}" dt="2025-12-16T15:57:36.642" v="848"/>
          <ac:inkMkLst>
            <pc:docMk/>
            <pc:sldMk cId="1155341855" sldId="280"/>
            <ac:inkMk id="203" creationId="{B162EA60-45BF-E756-2009-B5B9C2C935CE}"/>
          </ac:inkMkLst>
        </pc:inkChg>
        <pc:inkChg chg="add">
          <ac:chgData name="Rodica Ioana Lung" userId="64ee56e8d7162e1e" providerId="LiveId" clId="{0F6830A5-18AB-4F1B-8BBB-DA235794CEC1}" dt="2025-12-16T15:57:36.111" v="847" actId="9405"/>
          <ac:inkMkLst>
            <pc:docMk/>
            <pc:sldMk cId="1155341855" sldId="280"/>
            <ac:inkMk id="204" creationId="{B4FD894A-1551-95A6-3B71-074EC7B0133D}"/>
          </ac:inkMkLst>
        </pc:inkChg>
        <pc:inkChg chg="add mod">
          <ac:chgData name="Rodica Ioana Lung" userId="64ee56e8d7162e1e" providerId="LiveId" clId="{0F6830A5-18AB-4F1B-8BBB-DA235794CEC1}" dt="2025-12-16T15:57:51.124" v="854"/>
          <ac:inkMkLst>
            <pc:docMk/>
            <pc:sldMk cId="1155341855" sldId="280"/>
            <ac:inkMk id="206" creationId="{A1027710-CC76-432A-DF75-5BD852A59D8A}"/>
          </ac:inkMkLst>
        </pc:inkChg>
        <pc:inkChg chg="add mod">
          <ac:chgData name="Rodica Ioana Lung" userId="64ee56e8d7162e1e" providerId="LiveId" clId="{0F6830A5-18AB-4F1B-8BBB-DA235794CEC1}" dt="2025-12-16T15:57:51.124" v="854"/>
          <ac:inkMkLst>
            <pc:docMk/>
            <pc:sldMk cId="1155341855" sldId="280"/>
            <ac:inkMk id="207" creationId="{3B31A194-BBA8-8BF8-C43E-E009B6067549}"/>
          </ac:inkMkLst>
        </pc:inkChg>
        <pc:inkChg chg="add mod">
          <ac:chgData name="Rodica Ioana Lung" userId="64ee56e8d7162e1e" providerId="LiveId" clId="{0F6830A5-18AB-4F1B-8BBB-DA235794CEC1}" dt="2025-12-16T15:57:51.124" v="854"/>
          <ac:inkMkLst>
            <pc:docMk/>
            <pc:sldMk cId="1155341855" sldId="280"/>
            <ac:inkMk id="208" creationId="{CAC0375F-F495-9E51-DB3B-CBBFF1BEA40A}"/>
          </ac:inkMkLst>
        </pc:inkChg>
        <pc:inkChg chg="add mod">
          <ac:chgData name="Rodica Ioana Lung" userId="64ee56e8d7162e1e" providerId="LiveId" clId="{0F6830A5-18AB-4F1B-8BBB-DA235794CEC1}" dt="2025-12-16T15:57:51.124" v="854"/>
          <ac:inkMkLst>
            <pc:docMk/>
            <pc:sldMk cId="1155341855" sldId="280"/>
            <ac:inkMk id="209" creationId="{38FEDAD2-2E3B-296E-7AC4-BC46881609C3}"/>
          </ac:inkMkLst>
        </pc:inkChg>
        <pc:inkChg chg="add mod">
          <ac:chgData name="Rodica Ioana Lung" userId="64ee56e8d7162e1e" providerId="LiveId" clId="{0F6830A5-18AB-4F1B-8BBB-DA235794CEC1}" dt="2025-12-16T15:57:51.124" v="854"/>
          <ac:inkMkLst>
            <pc:docMk/>
            <pc:sldMk cId="1155341855" sldId="280"/>
            <ac:inkMk id="210" creationId="{BDE8BE27-96CB-A160-8C48-AD890F753BE2}"/>
          </ac:inkMkLst>
        </pc:inkChg>
        <pc:inkChg chg="add mod">
          <ac:chgData name="Rodica Ioana Lung" userId="64ee56e8d7162e1e" providerId="LiveId" clId="{0F6830A5-18AB-4F1B-8BBB-DA235794CEC1}" dt="2025-12-16T15:57:54.554" v="861"/>
          <ac:inkMkLst>
            <pc:docMk/>
            <pc:sldMk cId="1155341855" sldId="280"/>
            <ac:inkMk id="213" creationId="{538EFB05-0F09-FFD8-7E5C-DFB0AB625739}"/>
          </ac:inkMkLst>
        </pc:inkChg>
        <pc:inkChg chg="add mod">
          <ac:chgData name="Rodica Ioana Lung" userId="64ee56e8d7162e1e" providerId="LiveId" clId="{0F6830A5-18AB-4F1B-8BBB-DA235794CEC1}" dt="2025-12-16T15:57:54.554" v="861"/>
          <ac:inkMkLst>
            <pc:docMk/>
            <pc:sldMk cId="1155341855" sldId="280"/>
            <ac:inkMk id="214" creationId="{55008BD7-F401-9AA0-64CD-32599686504E}"/>
          </ac:inkMkLst>
        </pc:inkChg>
        <pc:inkChg chg="add mod">
          <ac:chgData name="Rodica Ioana Lung" userId="64ee56e8d7162e1e" providerId="LiveId" clId="{0F6830A5-18AB-4F1B-8BBB-DA235794CEC1}" dt="2025-12-16T15:57:54.554" v="861"/>
          <ac:inkMkLst>
            <pc:docMk/>
            <pc:sldMk cId="1155341855" sldId="280"/>
            <ac:inkMk id="215" creationId="{FFE0B4FD-9382-73E2-02AC-EA42494577C8}"/>
          </ac:inkMkLst>
        </pc:inkChg>
        <pc:inkChg chg="add mod">
          <ac:chgData name="Rodica Ioana Lung" userId="64ee56e8d7162e1e" providerId="LiveId" clId="{0F6830A5-18AB-4F1B-8BBB-DA235794CEC1}" dt="2025-12-16T15:57:54.554" v="861"/>
          <ac:inkMkLst>
            <pc:docMk/>
            <pc:sldMk cId="1155341855" sldId="280"/>
            <ac:inkMk id="216" creationId="{A4DCD363-6F0E-21A3-1CB9-70CB1AF10B03}"/>
          </ac:inkMkLst>
        </pc:inkChg>
        <pc:inkChg chg="add mod">
          <ac:chgData name="Rodica Ioana Lung" userId="64ee56e8d7162e1e" providerId="LiveId" clId="{0F6830A5-18AB-4F1B-8BBB-DA235794CEC1}" dt="2025-12-16T15:57:54.554" v="861"/>
          <ac:inkMkLst>
            <pc:docMk/>
            <pc:sldMk cId="1155341855" sldId="280"/>
            <ac:inkMk id="217" creationId="{C4FAB7D3-DA13-00F4-3B00-5C744CB33A3B}"/>
          </ac:inkMkLst>
        </pc:inkChg>
        <pc:inkChg chg="add mod">
          <ac:chgData name="Rodica Ioana Lung" userId="64ee56e8d7162e1e" providerId="LiveId" clId="{0F6830A5-18AB-4F1B-8BBB-DA235794CEC1}" dt="2025-12-16T15:57:54.554" v="861"/>
          <ac:inkMkLst>
            <pc:docMk/>
            <pc:sldMk cId="1155341855" sldId="280"/>
            <ac:inkMk id="218" creationId="{81DE977A-6607-3F99-F628-65B52D0EEE8D}"/>
          </ac:inkMkLst>
        </pc:inkChg>
        <pc:inkChg chg="add">
          <ac:chgData name="Rodica Ioana Lung" userId="64ee56e8d7162e1e" providerId="LiveId" clId="{0F6830A5-18AB-4F1B-8BBB-DA235794CEC1}" dt="2025-12-16T15:57:54.767" v="862" actId="9405"/>
          <ac:inkMkLst>
            <pc:docMk/>
            <pc:sldMk cId="1155341855" sldId="280"/>
            <ac:inkMk id="221" creationId="{E2181BF3-8058-30D5-E0E9-98E0DD7EF8A5}"/>
          </ac:inkMkLst>
        </pc:inkChg>
        <pc:inkChg chg="add mod">
          <ac:chgData name="Rodica Ioana Lung" userId="64ee56e8d7162e1e" providerId="LiveId" clId="{0F6830A5-18AB-4F1B-8BBB-DA235794CEC1}" dt="2025-12-16T15:58:00.821" v="869"/>
          <ac:inkMkLst>
            <pc:docMk/>
            <pc:sldMk cId="1155341855" sldId="280"/>
            <ac:inkMk id="222" creationId="{9B0E06E8-40FD-2796-25DD-ADEED40C45BF}"/>
          </ac:inkMkLst>
        </pc:inkChg>
        <pc:inkChg chg="add mod">
          <ac:chgData name="Rodica Ioana Lung" userId="64ee56e8d7162e1e" providerId="LiveId" clId="{0F6830A5-18AB-4F1B-8BBB-DA235794CEC1}" dt="2025-12-16T15:58:00.821" v="869"/>
          <ac:inkMkLst>
            <pc:docMk/>
            <pc:sldMk cId="1155341855" sldId="280"/>
            <ac:inkMk id="223" creationId="{058C53D8-1126-0994-EC6C-586DE9DAA20B}"/>
          </ac:inkMkLst>
        </pc:inkChg>
        <pc:inkChg chg="add mod">
          <ac:chgData name="Rodica Ioana Lung" userId="64ee56e8d7162e1e" providerId="LiveId" clId="{0F6830A5-18AB-4F1B-8BBB-DA235794CEC1}" dt="2025-12-16T15:58:00.821" v="869"/>
          <ac:inkMkLst>
            <pc:docMk/>
            <pc:sldMk cId="1155341855" sldId="280"/>
            <ac:inkMk id="224" creationId="{0E82171B-5C54-7DA0-36A1-F6E95325C777}"/>
          </ac:inkMkLst>
        </pc:inkChg>
        <pc:inkChg chg="add mod">
          <ac:chgData name="Rodica Ioana Lung" userId="64ee56e8d7162e1e" providerId="LiveId" clId="{0F6830A5-18AB-4F1B-8BBB-DA235794CEC1}" dt="2025-12-16T15:58:00.821" v="869"/>
          <ac:inkMkLst>
            <pc:docMk/>
            <pc:sldMk cId="1155341855" sldId="280"/>
            <ac:inkMk id="225" creationId="{5CCD44C6-9139-1EBF-270D-33FEA6FD6B99}"/>
          </ac:inkMkLst>
        </pc:inkChg>
        <pc:inkChg chg="add mod">
          <ac:chgData name="Rodica Ioana Lung" userId="64ee56e8d7162e1e" providerId="LiveId" clId="{0F6830A5-18AB-4F1B-8BBB-DA235794CEC1}" dt="2025-12-16T15:58:00.821" v="869"/>
          <ac:inkMkLst>
            <pc:docMk/>
            <pc:sldMk cId="1155341855" sldId="280"/>
            <ac:inkMk id="226" creationId="{FFB97481-4495-8B23-3F03-3E8302DCDE16}"/>
          </ac:inkMkLst>
        </pc:inkChg>
        <pc:inkChg chg="add mod">
          <ac:chgData name="Rodica Ioana Lung" userId="64ee56e8d7162e1e" providerId="LiveId" clId="{0F6830A5-18AB-4F1B-8BBB-DA235794CEC1}" dt="2025-12-16T15:58:03.820" v="873"/>
          <ac:inkMkLst>
            <pc:docMk/>
            <pc:sldMk cId="1155341855" sldId="280"/>
            <ac:inkMk id="227" creationId="{B1D1015E-31BF-3441-A1A6-4139688ADF85}"/>
          </ac:inkMkLst>
        </pc:inkChg>
        <pc:inkChg chg="add mod">
          <ac:chgData name="Rodica Ioana Lung" userId="64ee56e8d7162e1e" providerId="LiveId" clId="{0F6830A5-18AB-4F1B-8BBB-DA235794CEC1}" dt="2025-12-16T15:58:03.820" v="873"/>
          <ac:inkMkLst>
            <pc:docMk/>
            <pc:sldMk cId="1155341855" sldId="280"/>
            <ac:inkMk id="229" creationId="{782F1DFB-8246-C65C-A555-3ADD1008B799}"/>
          </ac:inkMkLst>
        </pc:inkChg>
        <pc:inkChg chg="add mod">
          <ac:chgData name="Rodica Ioana Lung" userId="64ee56e8d7162e1e" providerId="LiveId" clId="{0F6830A5-18AB-4F1B-8BBB-DA235794CEC1}" dt="2025-12-16T15:58:03.820" v="873"/>
          <ac:inkMkLst>
            <pc:docMk/>
            <pc:sldMk cId="1155341855" sldId="280"/>
            <ac:inkMk id="230" creationId="{668EA16C-3B71-062D-1704-DD1C77A30533}"/>
          </ac:inkMkLst>
        </pc:inkChg>
        <pc:inkChg chg="add mod">
          <ac:chgData name="Rodica Ioana Lung" userId="64ee56e8d7162e1e" providerId="LiveId" clId="{0F6830A5-18AB-4F1B-8BBB-DA235794CEC1}" dt="2025-12-16T15:58:03.820" v="873"/>
          <ac:inkMkLst>
            <pc:docMk/>
            <pc:sldMk cId="1155341855" sldId="280"/>
            <ac:inkMk id="231" creationId="{604C9024-343A-C226-2F63-5D31E8301E27}"/>
          </ac:inkMkLst>
        </pc:inkChg>
        <pc:inkChg chg="add">
          <ac:chgData name="Rodica Ioana Lung" userId="64ee56e8d7162e1e" providerId="LiveId" clId="{0F6830A5-18AB-4F1B-8BBB-DA235794CEC1}" dt="2025-12-16T15:58:05.623" v="874" actId="9405"/>
          <ac:inkMkLst>
            <pc:docMk/>
            <pc:sldMk cId="1155341855" sldId="280"/>
            <ac:inkMk id="233" creationId="{EECD6B56-B187-B6F7-0C5D-049774E94DA6}"/>
          </ac:inkMkLst>
        </pc:inkChg>
        <pc:inkChg chg="add">
          <ac:chgData name="Rodica Ioana Lung" userId="64ee56e8d7162e1e" providerId="LiveId" clId="{0F6830A5-18AB-4F1B-8BBB-DA235794CEC1}" dt="2025-12-16T15:58:06.813" v="875" actId="9405"/>
          <ac:inkMkLst>
            <pc:docMk/>
            <pc:sldMk cId="1155341855" sldId="280"/>
            <ac:inkMk id="234" creationId="{3A01F24D-EDF8-0E2B-2B4A-8EA4EBAFA9FC}"/>
          </ac:inkMkLst>
        </pc:inkChg>
        <pc:inkChg chg="add">
          <ac:chgData name="Rodica Ioana Lung" userId="64ee56e8d7162e1e" providerId="LiveId" clId="{0F6830A5-18AB-4F1B-8BBB-DA235794CEC1}" dt="2025-12-16T15:58:06.995" v="876" actId="9405"/>
          <ac:inkMkLst>
            <pc:docMk/>
            <pc:sldMk cId="1155341855" sldId="280"/>
            <ac:inkMk id="235" creationId="{2E95A9B3-C813-18D4-8B37-5616B7BFB5EE}"/>
          </ac:inkMkLst>
        </pc:inkChg>
        <pc:inkChg chg="add">
          <ac:chgData name="Rodica Ioana Lung" userId="64ee56e8d7162e1e" providerId="LiveId" clId="{0F6830A5-18AB-4F1B-8BBB-DA235794CEC1}" dt="2025-12-16T15:58:07.222" v="877" actId="9405"/>
          <ac:inkMkLst>
            <pc:docMk/>
            <pc:sldMk cId="1155341855" sldId="280"/>
            <ac:inkMk id="236" creationId="{2477C9FC-320D-5FF3-1215-7A18CE599A73}"/>
          </ac:inkMkLst>
        </pc:inkChg>
        <pc:inkChg chg="add">
          <ac:chgData name="Rodica Ioana Lung" userId="64ee56e8d7162e1e" providerId="LiveId" clId="{0F6830A5-18AB-4F1B-8BBB-DA235794CEC1}" dt="2025-12-16T15:58:07.639" v="878" actId="9405"/>
          <ac:inkMkLst>
            <pc:docMk/>
            <pc:sldMk cId="1155341855" sldId="280"/>
            <ac:inkMk id="237" creationId="{F3BDC0E4-8C39-959E-0F6C-480F91EBF98F}"/>
          </ac:inkMkLst>
        </pc:inkChg>
        <pc:inkChg chg="add mod">
          <ac:chgData name="Rodica Ioana Lung" userId="64ee56e8d7162e1e" providerId="LiveId" clId="{0F6830A5-18AB-4F1B-8BBB-DA235794CEC1}" dt="2025-12-16T15:58:11.176" v="886"/>
          <ac:inkMkLst>
            <pc:docMk/>
            <pc:sldMk cId="1155341855" sldId="280"/>
            <ac:inkMk id="238" creationId="{8F60A65F-F8BB-1A53-A7D8-CE919A93FE1A}"/>
          </ac:inkMkLst>
        </pc:inkChg>
        <pc:inkChg chg="add">
          <ac:chgData name="Rodica Ioana Lung" userId="64ee56e8d7162e1e" providerId="LiveId" clId="{0F6830A5-18AB-4F1B-8BBB-DA235794CEC1}" dt="2025-12-16T15:58:08.531" v="880" actId="9405"/>
          <ac:inkMkLst>
            <pc:docMk/>
            <pc:sldMk cId="1155341855" sldId="280"/>
            <ac:inkMk id="239" creationId="{652BB12E-828F-F2B8-0AED-2AF4E62E3D08}"/>
          </ac:inkMkLst>
        </pc:inkChg>
        <pc:inkChg chg="add mod">
          <ac:chgData name="Rodica Ioana Lung" userId="64ee56e8d7162e1e" providerId="LiveId" clId="{0F6830A5-18AB-4F1B-8BBB-DA235794CEC1}" dt="2025-12-16T15:58:11.176" v="886"/>
          <ac:inkMkLst>
            <pc:docMk/>
            <pc:sldMk cId="1155341855" sldId="280"/>
            <ac:inkMk id="240" creationId="{E57AF913-1140-8538-4F05-07D6CCF4C422}"/>
          </ac:inkMkLst>
        </pc:inkChg>
        <pc:inkChg chg="add">
          <ac:chgData name="Rodica Ioana Lung" userId="64ee56e8d7162e1e" providerId="LiveId" clId="{0F6830A5-18AB-4F1B-8BBB-DA235794CEC1}" dt="2025-12-16T15:58:09.252" v="882" actId="9405"/>
          <ac:inkMkLst>
            <pc:docMk/>
            <pc:sldMk cId="1155341855" sldId="280"/>
            <ac:inkMk id="241" creationId="{7E9AC960-8177-961E-F505-0715A3364E4C}"/>
          </ac:inkMkLst>
        </pc:inkChg>
        <pc:inkChg chg="add">
          <ac:chgData name="Rodica Ioana Lung" userId="64ee56e8d7162e1e" providerId="LiveId" clId="{0F6830A5-18AB-4F1B-8BBB-DA235794CEC1}" dt="2025-12-16T15:58:10.015" v="883" actId="9405"/>
          <ac:inkMkLst>
            <pc:docMk/>
            <pc:sldMk cId="1155341855" sldId="280"/>
            <ac:inkMk id="242" creationId="{A6F8FD60-03B3-D6AA-B493-AF979C243F3E}"/>
          </ac:inkMkLst>
        </pc:inkChg>
        <pc:inkChg chg="add">
          <ac:chgData name="Rodica Ioana Lung" userId="64ee56e8d7162e1e" providerId="LiveId" clId="{0F6830A5-18AB-4F1B-8BBB-DA235794CEC1}" dt="2025-12-16T15:58:10.179" v="884" actId="9405"/>
          <ac:inkMkLst>
            <pc:docMk/>
            <pc:sldMk cId="1155341855" sldId="280"/>
            <ac:inkMk id="243" creationId="{CA7C8B1C-7F98-414E-ECA0-D8383CE0CBB0}"/>
          </ac:inkMkLst>
        </pc:inkChg>
        <pc:inkChg chg="add del">
          <ac:chgData name="Rodica Ioana Lung" userId="64ee56e8d7162e1e" providerId="LiveId" clId="{0F6830A5-18AB-4F1B-8BBB-DA235794CEC1}" dt="2025-12-16T15:58:12.551" v="887"/>
          <ac:inkMkLst>
            <pc:docMk/>
            <pc:sldMk cId="1155341855" sldId="280"/>
            <ac:inkMk id="244" creationId="{65A9B9D7-C070-DC23-5A9F-723F84FD7C95}"/>
          </ac:inkMkLst>
        </pc:inkChg>
        <pc:inkChg chg="add mod">
          <ac:chgData name="Rodica Ioana Lung" userId="64ee56e8d7162e1e" providerId="LiveId" clId="{0F6830A5-18AB-4F1B-8BBB-DA235794CEC1}" dt="2025-12-16T15:58:19.857" v="897"/>
          <ac:inkMkLst>
            <pc:docMk/>
            <pc:sldMk cId="1155341855" sldId="280"/>
            <ac:inkMk id="249" creationId="{A9AD5DE5-C916-AE9D-A37F-EE7C9153F924}"/>
          </ac:inkMkLst>
        </pc:inkChg>
        <pc:inkChg chg="add mod">
          <ac:chgData name="Rodica Ioana Lung" userId="64ee56e8d7162e1e" providerId="LiveId" clId="{0F6830A5-18AB-4F1B-8BBB-DA235794CEC1}" dt="2025-12-16T15:58:19.857" v="897"/>
          <ac:inkMkLst>
            <pc:docMk/>
            <pc:sldMk cId="1155341855" sldId="280"/>
            <ac:inkMk id="250" creationId="{999E371E-95D3-3F12-6FAA-85BB488E10BF}"/>
          </ac:inkMkLst>
        </pc:inkChg>
        <pc:inkChg chg="add">
          <ac:chgData name="Rodica Ioana Lung" userId="64ee56e8d7162e1e" providerId="LiveId" clId="{0F6830A5-18AB-4F1B-8BBB-DA235794CEC1}" dt="2025-12-16T15:58:16.875" v="890" actId="9405"/>
          <ac:inkMkLst>
            <pc:docMk/>
            <pc:sldMk cId="1155341855" sldId="280"/>
            <ac:inkMk id="251" creationId="{E0F31BD7-331A-87F5-0684-0421C561C72C}"/>
          </ac:inkMkLst>
        </pc:inkChg>
        <pc:inkChg chg="add mod">
          <ac:chgData name="Rodica Ioana Lung" userId="64ee56e8d7162e1e" providerId="LiveId" clId="{0F6830A5-18AB-4F1B-8BBB-DA235794CEC1}" dt="2025-12-16T15:58:19.857" v="897"/>
          <ac:inkMkLst>
            <pc:docMk/>
            <pc:sldMk cId="1155341855" sldId="280"/>
            <ac:inkMk id="252" creationId="{E265ACF1-669A-0B90-B102-139CC5CF0911}"/>
          </ac:inkMkLst>
        </pc:inkChg>
        <pc:inkChg chg="add mod">
          <ac:chgData name="Rodica Ioana Lung" userId="64ee56e8d7162e1e" providerId="LiveId" clId="{0F6830A5-18AB-4F1B-8BBB-DA235794CEC1}" dt="2025-12-16T15:58:19.857" v="897"/>
          <ac:inkMkLst>
            <pc:docMk/>
            <pc:sldMk cId="1155341855" sldId="280"/>
            <ac:inkMk id="253" creationId="{0C996333-5246-5BAA-1B17-421C50259CA3}"/>
          </ac:inkMkLst>
        </pc:inkChg>
        <pc:inkChg chg="add">
          <ac:chgData name="Rodica Ioana Lung" userId="64ee56e8d7162e1e" providerId="LiveId" clId="{0F6830A5-18AB-4F1B-8BBB-DA235794CEC1}" dt="2025-12-16T15:58:18.002" v="893" actId="9405"/>
          <ac:inkMkLst>
            <pc:docMk/>
            <pc:sldMk cId="1155341855" sldId="280"/>
            <ac:inkMk id="254" creationId="{53969E29-FD6F-94D4-3B79-29D5EF0672FC}"/>
          </ac:inkMkLst>
        </pc:inkChg>
        <pc:inkChg chg="add mod">
          <ac:chgData name="Rodica Ioana Lung" userId="64ee56e8d7162e1e" providerId="LiveId" clId="{0F6830A5-18AB-4F1B-8BBB-DA235794CEC1}" dt="2025-12-16T15:58:19.857" v="897"/>
          <ac:inkMkLst>
            <pc:docMk/>
            <pc:sldMk cId="1155341855" sldId="280"/>
            <ac:inkMk id="255" creationId="{B60FE7EA-4A4F-CB28-8226-1CDA688D6A94}"/>
          </ac:inkMkLst>
        </pc:inkChg>
        <pc:inkChg chg="add mod">
          <ac:chgData name="Rodica Ioana Lung" userId="64ee56e8d7162e1e" providerId="LiveId" clId="{0F6830A5-18AB-4F1B-8BBB-DA235794CEC1}" dt="2025-12-16T15:58:19.857" v="897"/>
          <ac:inkMkLst>
            <pc:docMk/>
            <pc:sldMk cId="1155341855" sldId="280"/>
            <ac:inkMk id="256" creationId="{DF1C5944-48A1-965A-D027-5E1A137A97D7}"/>
          </ac:inkMkLst>
        </pc:inkChg>
        <pc:inkChg chg="add">
          <ac:chgData name="Rodica Ioana Lung" userId="64ee56e8d7162e1e" providerId="LiveId" clId="{0F6830A5-18AB-4F1B-8BBB-DA235794CEC1}" dt="2025-12-16T15:58:19.111" v="896" actId="9405"/>
          <ac:inkMkLst>
            <pc:docMk/>
            <pc:sldMk cId="1155341855" sldId="280"/>
            <ac:inkMk id="257" creationId="{17E08631-789A-7C7A-DC84-0548B78A9972}"/>
          </ac:inkMkLst>
        </pc:inkChg>
        <pc:inkChg chg="add">
          <ac:chgData name="Rodica Ioana Lung" userId="64ee56e8d7162e1e" providerId="LiveId" clId="{0F6830A5-18AB-4F1B-8BBB-DA235794CEC1}" dt="2025-12-16T15:58:31.487" v="898" actId="9405"/>
          <ac:inkMkLst>
            <pc:docMk/>
            <pc:sldMk cId="1155341855" sldId="280"/>
            <ac:inkMk id="260" creationId="{A1837E6C-18A4-6247-C15E-02AC3F8FAA25}"/>
          </ac:inkMkLst>
        </pc:inkChg>
        <pc:inkChg chg="add mod">
          <ac:chgData name="Rodica Ioana Lung" userId="64ee56e8d7162e1e" providerId="LiveId" clId="{0F6830A5-18AB-4F1B-8BBB-DA235794CEC1}" dt="2025-12-16T15:58:35.626" v="905"/>
          <ac:inkMkLst>
            <pc:docMk/>
            <pc:sldMk cId="1155341855" sldId="280"/>
            <ac:inkMk id="261" creationId="{BC2FEDAF-A251-97D6-3F88-64D3AE9CFA1F}"/>
          </ac:inkMkLst>
        </pc:inkChg>
        <pc:inkChg chg="add mod">
          <ac:chgData name="Rodica Ioana Lung" userId="64ee56e8d7162e1e" providerId="LiveId" clId="{0F6830A5-18AB-4F1B-8BBB-DA235794CEC1}" dt="2025-12-16T15:59:36.915" v="953"/>
          <ac:inkMkLst>
            <pc:docMk/>
            <pc:sldMk cId="1155341855" sldId="280"/>
            <ac:inkMk id="262" creationId="{B058DA75-54B5-B337-F179-71FE9891C30A}"/>
          </ac:inkMkLst>
        </pc:inkChg>
        <pc:inkChg chg="add mod">
          <ac:chgData name="Rodica Ioana Lung" userId="64ee56e8d7162e1e" providerId="LiveId" clId="{0F6830A5-18AB-4F1B-8BBB-DA235794CEC1}" dt="2025-12-16T15:58:35.626" v="905"/>
          <ac:inkMkLst>
            <pc:docMk/>
            <pc:sldMk cId="1155341855" sldId="280"/>
            <ac:inkMk id="263" creationId="{529B28FF-FDA4-8672-FC07-F761CCDAD2DB}"/>
          </ac:inkMkLst>
        </pc:inkChg>
        <pc:inkChg chg="add mod">
          <ac:chgData name="Rodica Ioana Lung" userId="64ee56e8d7162e1e" providerId="LiveId" clId="{0F6830A5-18AB-4F1B-8BBB-DA235794CEC1}" dt="2025-12-16T15:59:36.915" v="953"/>
          <ac:inkMkLst>
            <pc:docMk/>
            <pc:sldMk cId="1155341855" sldId="280"/>
            <ac:inkMk id="264" creationId="{D9309507-0511-B22A-720B-DFB9F4E7C82D}"/>
          </ac:inkMkLst>
        </pc:inkChg>
        <pc:inkChg chg="add mod">
          <ac:chgData name="Rodica Ioana Lung" userId="64ee56e8d7162e1e" providerId="LiveId" clId="{0F6830A5-18AB-4F1B-8BBB-DA235794CEC1}" dt="2025-12-16T15:59:36.915" v="953"/>
          <ac:inkMkLst>
            <pc:docMk/>
            <pc:sldMk cId="1155341855" sldId="280"/>
            <ac:inkMk id="265" creationId="{AA5663FD-80AB-1554-2B9A-5B7751C87ACE}"/>
          </ac:inkMkLst>
        </pc:inkChg>
        <pc:inkChg chg="add mod">
          <ac:chgData name="Rodica Ioana Lung" userId="64ee56e8d7162e1e" providerId="LiveId" clId="{0F6830A5-18AB-4F1B-8BBB-DA235794CEC1}" dt="2025-12-16T15:58:35.626" v="905"/>
          <ac:inkMkLst>
            <pc:docMk/>
            <pc:sldMk cId="1155341855" sldId="280"/>
            <ac:inkMk id="266" creationId="{E5C7941C-84AA-93E1-8B1B-4BDD2B2F5EBD}"/>
          </ac:inkMkLst>
        </pc:inkChg>
        <pc:inkChg chg="add">
          <ac:chgData name="Rodica Ioana Lung" userId="64ee56e8d7162e1e" providerId="LiveId" clId="{0F6830A5-18AB-4F1B-8BBB-DA235794CEC1}" dt="2025-12-16T15:58:37.129" v="906" actId="9405"/>
          <ac:inkMkLst>
            <pc:docMk/>
            <pc:sldMk cId="1155341855" sldId="280"/>
            <ac:inkMk id="268" creationId="{0F06A5D4-DE41-A226-15E5-5137862F4E68}"/>
          </ac:inkMkLst>
        </pc:inkChg>
        <pc:inkChg chg="add mod">
          <ac:chgData name="Rodica Ioana Lung" userId="64ee56e8d7162e1e" providerId="LiveId" clId="{0F6830A5-18AB-4F1B-8BBB-DA235794CEC1}" dt="2025-12-16T15:59:36.915" v="953"/>
          <ac:inkMkLst>
            <pc:docMk/>
            <pc:sldMk cId="1155341855" sldId="280"/>
            <ac:inkMk id="269" creationId="{B745021E-C4B0-D407-07D8-DDB59FBA536F}"/>
          </ac:inkMkLst>
        </pc:inkChg>
        <pc:inkChg chg="add mod">
          <ac:chgData name="Rodica Ioana Lung" userId="64ee56e8d7162e1e" providerId="LiveId" clId="{0F6830A5-18AB-4F1B-8BBB-DA235794CEC1}" dt="2025-12-16T15:58:41.100" v="912"/>
          <ac:inkMkLst>
            <pc:docMk/>
            <pc:sldMk cId="1155341855" sldId="280"/>
            <ac:inkMk id="270" creationId="{84B572FE-F572-5A22-479C-92B1AEBA9D03}"/>
          </ac:inkMkLst>
        </pc:inkChg>
        <pc:inkChg chg="add mod">
          <ac:chgData name="Rodica Ioana Lung" userId="64ee56e8d7162e1e" providerId="LiveId" clId="{0F6830A5-18AB-4F1B-8BBB-DA235794CEC1}" dt="2025-12-16T15:58:41.100" v="912"/>
          <ac:inkMkLst>
            <pc:docMk/>
            <pc:sldMk cId="1155341855" sldId="280"/>
            <ac:inkMk id="271" creationId="{BC8FD8D6-09C0-FB23-B3D7-40EF80355616}"/>
          </ac:inkMkLst>
        </pc:inkChg>
        <pc:inkChg chg="add mod">
          <ac:chgData name="Rodica Ioana Lung" userId="64ee56e8d7162e1e" providerId="LiveId" clId="{0F6830A5-18AB-4F1B-8BBB-DA235794CEC1}" dt="2025-12-16T15:58:41.100" v="912"/>
          <ac:inkMkLst>
            <pc:docMk/>
            <pc:sldMk cId="1155341855" sldId="280"/>
            <ac:inkMk id="272" creationId="{91CF2B66-3639-5AED-AB66-AFB9BC67BD7C}"/>
          </ac:inkMkLst>
        </pc:inkChg>
        <pc:inkChg chg="add mod">
          <ac:chgData name="Rodica Ioana Lung" userId="64ee56e8d7162e1e" providerId="LiveId" clId="{0F6830A5-18AB-4F1B-8BBB-DA235794CEC1}" dt="2025-12-16T15:59:36.915" v="953"/>
          <ac:inkMkLst>
            <pc:docMk/>
            <pc:sldMk cId="1155341855" sldId="280"/>
            <ac:inkMk id="273" creationId="{33F0B42E-2151-BBA0-1F1B-CD309AA8EDF1}"/>
          </ac:inkMkLst>
        </pc:inkChg>
        <pc:inkChg chg="add">
          <ac:chgData name="Rodica Ioana Lung" userId="64ee56e8d7162e1e" providerId="LiveId" clId="{0F6830A5-18AB-4F1B-8BBB-DA235794CEC1}" dt="2025-12-16T15:58:45.009" v="913" actId="9405"/>
          <ac:inkMkLst>
            <pc:docMk/>
            <pc:sldMk cId="1155341855" sldId="280"/>
            <ac:inkMk id="275" creationId="{FFEFBF4E-3728-3A6C-4D77-12720B0DE555}"/>
          </ac:inkMkLst>
        </pc:inkChg>
        <pc:inkChg chg="add mod">
          <ac:chgData name="Rodica Ioana Lung" userId="64ee56e8d7162e1e" providerId="LiveId" clId="{0F6830A5-18AB-4F1B-8BBB-DA235794CEC1}" dt="2025-12-16T15:58:50.358" v="921"/>
          <ac:inkMkLst>
            <pc:docMk/>
            <pc:sldMk cId="1155341855" sldId="280"/>
            <ac:inkMk id="276" creationId="{9FADB9DB-AC30-4456-64C4-750E6CAF3193}"/>
          </ac:inkMkLst>
        </pc:inkChg>
        <pc:inkChg chg="add mod">
          <ac:chgData name="Rodica Ioana Lung" userId="64ee56e8d7162e1e" providerId="LiveId" clId="{0F6830A5-18AB-4F1B-8BBB-DA235794CEC1}" dt="2025-12-16T15:58:50.358" v="921"/>
          <ac:inkMkLst>
            <pc:docMk/>
            <pc:sldMk cId="1155341855" sldId="280"/>
            <ac:inkMk id="277" creationId="{2ECC8CDB-6A9F-7139-4BD5-B9F1409A80F1}"/>
          </ac:inkMkLst>
        </pc:inkChg>
        <pc:inkChg chg="add mod">
          <ac:chgData name="Rodica Ioana Lung" userId="64ee56e8d7162e1e" providerId="LiveId" clId="{0F6830A5-18AB-4F1B-8BBB-DA235794CEC1}" dt="2025-12-16T15:58:50.358" v="921"/>
          <ac:inkMkLst>
            <pc:docMk/>
            <pc:sldMk cId="1155341855" sldId="280"/>
            <ac:inkMk id="279" creationId="{B146901C-132F-DEE8-4E30-1016F236792F}"/>
          </ac:inkMkLst>
        </pc:inkChg>
        <pc:inkChg chg="add mod">
          <ac:chgData name="Rodica Ioana Lung" userId="64ee56e8d7162e1e" providerId="LiveId" clId="{0F6830A5-18AB-4F1B-8BBB-DA235794CEC1}" dt="2025-12-16T15:58:50.358" v="921"/>
          <ac:inkMkLst>
            <pc:docMk/>
            <pc:sldMk cId="1155341855" sldId="280"/>
            <ac:inkMk id="280" creationId="{6C21A824-0267-4B69-36A0-603888FF01E7}"/>
          </ac:inkMkLst>
        </pc:inkChg>
        <pc:inkChg chg="add mod">
          <ac:chgData name="Rodica Ioana Lung" userId="64ee56e8d7162e1e" providerId="LiveId" clId="{0F6830A5-18AB-4F1B-8BBB-DA235794CEC1}" dt="2025-12-16T15:58:50.358" v="921"/>
          <ac:inkMkLst>
            <pc:docMk/>
            <pc:sldMk cId="1155341855" sldId="280"/>
            <ac:inkMk id="281" creationId="{E3DF52AF-F1EE-F7E8-E9F6-96F19172536F}"/>
          </ac:inkMkLst>
        </pc:inkChg>
        <pc:inkChg chg="add">
          <ac:chgData name="Rodica Ioana Lung" userId="64ee56e8d7162e1e" providerId="LiveId" clId="{0F6830A5-18AB-4F1B-8BBB-DA235794CEC1}" dt="2025-12-16T15:58:49.699" v="920" actId="9405"/>
          <ac:inkMkLst>
            <pc:docMk/>
            <pc:sldMk cId="1155341855" sldId="280"/>
            <ac:inkMk id="282" creationId="{7DE940A0-01AA-452B-1214-26B6E20E4301}"/>
          </ac:inkMkLst>
        </pc:inkChg>
        <pc:inkChg chg="add mod">
          <ac:chgData name="Rodica Ioana Lung" userId="64ee56e8d7162e1e" providerId="LiveId" clId="{0F6830A5-18AB-4F1B-8BBB-DA235794CEC1}" dt="2025-12-16T15:59:03.740" v="928"/>
          <ac:inkMkLst>
            <pc:docMk/>
            <pc:sldMk cId="1155341855" sldId="280"/>
            <ac:inkMk id="284" creationId="{91060AF6-A159-B4C6-C39C-979676CCB678}"/>
          </ac:inkMkLst>
        </pc:inkChg>
        <pc:inkChg chg="add mod">
          <ac:chgData name="Rodica Ioana Lung" userId="64ee56e8d7162e1e" providerId="LiveId" clId="{0F6830A5-18AB-4F1B-8BBB-DA235794CEC1}" dt="2025-12-16T15:59:03.740" v="928"/>
          <ac:inkMkLst>
            <pc:docMk/>
            <pc:sldMk cId="1155341855" sldId="280"/>
            <ac:inkMk id="285" creationId="{B31083E6-4B7B-C37C-4699-F1B06484ABAF}"/>
          </ac:inkMkLst>
        </pc:inkChg>
        <pc:inkChg chg="add mod">
          <ac:chgData name="Rodica Ioana Lung" userId="64ee56e8d7162e1e" providerId="LiveId" clId="{0F6830A5-18AB-4F1B-8BBB-DA235794CEC1}" dt="2025-12-16T15:59:03.740" v="928"/>
          <ac:inkMkLst>
            <pc:docMk/>
            <pc:sldMk cId="1155341855" sldId="280"/>
            <ac:inkMk id="286" creationId="{3661C738-4F82-7A0D-37B8-304BA906E60D}"/>
          </ac:inkMkLst>
        </pc:inkChg>
        <pc:inkChg chg="add mod">
          <ac:chgData name="Rodica Ioana Lung" userId="64ee56e8d7162e1e" providerId="LiveId" clId="{0F6830A5-18AB-4F1B-8BBB-DA235794CEC1}" dt="2025-12-16T15:59:03.740" v="928"/>
          <ac:inkMkLst>
            <pc:docMk/>
            <pc:sldMk cId="1155341855" sldId="280"/>
            <ac:inkMk id="287" creationId="{978EF8A4-B451-AB55-22DA-0CF1CF0316E6}"/>
          </ac:inkMkLst>
        </pc:inkChg>
        <pc:inkChg chg="add mod">
          <ac:chgData name="Rodica Ioana Lung" userId="64ee56e8d7162e1e" providerId="LiveId" clId="{0F6830A5-18AB-4F1B-8BBB-DA235794CEC1}" dt="2025-12-16T15:59:03.740" v="928"/>
          <ac:inkMkLst>
            <pc:docMk/>
            <pc:sldMk cId="1155341855" sldId="280"/>
            <ac:inkMk id="288" creationId="{E2FAAEFC-4989-D819-9C80-8D7F2A9543E8}"/>
          </ac:inkMkLst>
        </pc:inkChg>
        <pc:inkChg chg="add mod">
          <ac:chgData name="Rodica Ioana Lung" userId="64ee56e8d7162e1e" providerId="LiveId" clId="{0F6830A5-18AB-4F1B-8BBB-DA235794CEC1}" dt="2025-12-16T15:59:03.740" v="928"/>
          <ac:inkMkLst>
            <pc:docMk/>
            <pc:sldMk cId="1155341855" sldId="280"/>
            <ac:inkMk id="289" creationId="{68EE1655-2C5B-FD4D-1F9F-13D353BB316C}"/>
          </ac:inkMkLst>
        </pc:inkChg>
        <pc:inkChg chg="add mod">
          <ac:chgData name="Rodica Ioana Lung" userId="64ee56e8d7162e1e" providerId="LiveId" clId="{0F6830A5-18AB-4F1B-8BBB-DA235794CEC1}" dt="2025-12-16T15:59:07.904" v="936"/>
          <ac:inkMkLst>
            <pc:docMk/>
            <pc:sldMk cId="1155341855" sldId="280"/>
            <ac:inkMk id="291" creationId="{23B267B6-2796-F13A-2213-5526A4AC2A83}"/>
          </ac:inkMkLst>
        </pc:inkChg>
        <pc:inkChg chg="add mod">
          <ac:chgData name="Rodica Ioana Lung" userId="64ee56e8d7162e1e" providerId="LiveId" clId="{0F6830A5-18AB-4F1B-8BBB-DA235794CEC1}" dt="2025-12-16T15:59:07.904" v="936"/>
          <ac:inkMkLst>
            <pc:docMk/>
            <pc:sldMk cId="1155341855" sldId="280"/>
            <ac:inkMk id="292" creationId="{88F773D0-AC12-281A-1DD9-7E39970A00F8}"/>
          </ac:inkMkLst>
        </pc:inkChg>
        <pc:inkChg chg="add mod">
          <ac:chgData name="Rodica Ioana Lung" userId="64ee56e8d7162e1e" providerId="LiveId" clId="{0F6830A5-18AB-4F1B-8BBB-DA235794CEC1}" dt="2025-12-16T15:59:07.904" v="936"/>
          <ac:inkMkLst>
            <pc:docMk/>
            <pc:sldMk cId="1155341855" sldId="280"/>
            <ac:inkMk id="293" creationId="{38F9A430-94F8-7E74-65E8-B607860BD645}"/>
          </ac:inkMkLst>
        </pc:inkChg>
        <pc:inkChg chg="add mod">
          <ac:chgData name="Rodica Ioana Lung" userId="64ee56e8d7162e1e" providerId="LiveId" clId="{0F6830A5-18AB-4F1B-8BBB-DA235794CEC1}" dt="2025-12-16T15:59:07.904" v="936"/>
          <ac:inkMkLst>
            <pc:docMk/>
            <pc:sldMk cId="1155341855" sldId="280"/>
            <ac:inkMk id="294" creationId="{96AD9CDB-A3FE-44BB-FB29-BEA00B7A9AE0}"/>
          </ac:inkMkLst>
        </pc:inkChg>
        <pc:inkChg chg="add mod">
          <ac:chgData name="Rodica Ioana Lung" userId="64ee56e8d7162e1e" providerId="LiveId" clId="{0F6830A5-18AB-4F1B-8BBB-DA235794CEC1}" dt="2025-12-16T15:59:07.904" v="936"/>
          <ac:inkMkLst>
            <pc:docMk/>
            <pc:sldMk cId="1155341855" sldId="280"/>
            <ac:inkMk id="295" creationId="{17BBAB22-F5DC-8E33-9EF4-E3D9B7ADCD99}"/>
          </ac:inkMkLst>
        </pc:inkChg>
        <pc:inkChg chg="add mod">
          <ac:chgData name="Rodica Ioana Lung" userId="64ee56e8d7162e1e" providerId="LiveId" clId="{0F6830A5-18AB-4F1B-8BBB-DA235794CEC1}" dt="2025-12-16T15:59:07.904" v="936"/>
          <ac:inkMkLst>
            <pc:docMk/>
            <pc:sldMk cId="1155341855" sldId="280"/>
            <ac:inkMk id="296" creationId="{9103AA0D-C490-6D51-D17D-1A7F4AFA4F77}"/>
          </ac:inkMkLst>
        </pc:inkChg>
        <pc:inkChg chg="add mod">
          <ac:chgData name="Rodica Ioana Lung" userId="64ee56e8d7162e1e" providerId="LiveId" clId="{0F6830A5-18AB-4F1B-8BBB-DA235794CEC1}" dt="2025-12-16T15:59:07.904" v="936"/>
          <ac:inkMkLst>
            <pc:docMk/>
            <pc:sldMk cId="1155341855" sldId="280"/>
            <ac:inkMk id="297" creationId="{7CF3135F-827B-246B-E479-FDC1AEC0A6F9}"/>
          </ac:inkMkLst>
        </pc:inkChg>
        <pc:inkChg chg="add mod">
          <ac:chgData name="Rodica Ioana Lung" userId="64ee56e8d7162e1e" providerId="LiveId" clId="{0F6830A5-18AB-4F1B-8BBB-DA235794CEC1}" dt="2025-12-16T15:59:15.422" v="945"/>
          <ac:inkMkLst>
            <pc:docMk/>
            <pc:sldMk cId="1155341855" sldId="280"/>
            <ac:inkMk id="299" creationId="{906E016E-A8D0-B463-93AE-21FE56AEACA4}"/>
          </ac:inkMkLst>
        </pc:inkChg>
        <pc:inkChg chg="add mod">
          <ac:chgData name="Rodica Ioana Lung" userId="64ee56e8d7162e1e" providerId="LiveId" clId="{0F6830A5-18AB-4F1B-8BBB-DA235794CEC1}" dt="2025-12-16T15:59:15.422" v="945"/>
          <ac:inkMkLst>
            <pc:docMk/>
            <pc:sldMk cId="1155341855" sldId="280"/>
            <ac:inkMk id="300" creationId="{9620BC62-A429-7540-CB41-15FB054313B7}"/>
          </ac:inkMkLst>
        </pc:inkChg>
        <pc:inkChg chg="add mod">
          <ac:chgData name="Rodica Ioana Lung" userId="64ee56e8d7162e1e" providerId="LiveId" clId="{0F6830A5-18AB-4F1B-8BBB-DA235794CEC1}" dt="2025-12-16T15:59:15.422" v="945"/>
          <ac:inkMkLst>
            <pc:docMk/>
            <pc:sldMk cId="1155341855" sldId="280"/>
            <ac:inkMk id="302" creationId="{3A2D8FE8-D366-CE83-9625-8EBBBF14B81F}"/>
          </ac:inkMkLst>
        </pc:inkChg>
        <pc:inkChg chg="add mod">
          <ac:chgData name="Rodica Ioana Lung" userId="64ee56e8d7162e1e" providerId="LiveId" clId="{0F6830A5-18AB-4F1B-8BBB-DA235794CEC1}" dt="2025-12-16T15:59:15.422" v="945"/>
          <ac:inkMkLst>
            <pc:docMk/>
            <pc:sldMk cId="1155341855" sldId="280"/>
            <ac:inkMk id="303" creationId="{C382B00F-156A-626E-E4D6-AB3EE8DBEB37}"/>
          </ac:inkMkLst>
        </pc:inkChg>
        <pc:inkChg chg="add mod">
          <ac:chgData name="Rodica Ioana Lung" userId="64ee56e8d7162e1e" providerId="LiveId" clId="{0F6830A5-18AB-4F1B-8BBB-DA235794CEC1}" dt="2025-12-16T15:59:15.422" v="945"/>
          <ac:inkMkLst>
            <pc:docMk/>
            <pc:sldMk cId="1155341855" sldId="280"/>
            <ac:inkMk id="304" creationId="{833999AA-1C6F-848D-552F-0CAE50E95318}"/>
          </ac:inkMkLst>
        </pc:inkChg>
        <pc:inkChg chg="add mod">
          <ac:chgData name="Rodica Ioana Lung" userId="64ee56e8d7162e1e" providerId="LiveId" clId="{0F6830A5-18AB-4F1B-8BBB-DA235794CEC1}" dt="2025-12-16T15:59:15.422" v="945"/>
          <ac:inkMkLst>
            <pc:docMk/>
            <pc:sldMk cId="1155341855" sldId="280"/>
            <ac:inkMk id="305" creationId="{44D26802-FE7A-0293-A1A5-5F33B18B61B4}"/>
          </ac:inkMkLst>
        </pc:inkChg>
        <pc:inkChg chg="add mod">
          <ac:chgData name="Rodica Ioana Lung" userId="64ee56e8d7162e1e" providerId="LiveId" clId="{0F6830A5-18AB-4F1B-8BBB-DA235794CEC1}" dt="2025-12-16T15:59:15.422" v="945"/>
          <ac:inkMkLst>
            <pc:docMk/>
            <pc:sldMk cId="1155341855" sldId="280"/>
            <ac:inkMk id="306" creationId="{BB342929-DA37-1980-C57A-C61F847FC1A2}"/>
          </ac:inkMkLst>
        </pc:inkChg>
        <pc:inkChg chg="add mod">
          <ac:chgData name="Rodica Ioana Lung" userId="64ee56e8d7162e1e" providerId="LiveId" clId="{0F6830A5-18AB-4F1B-8BBB-DA235794CEC1}" dt="2025-12-16T15:59:28.926" v="950"/>
          <ac:inkMkLst>
            <pc:docMk/>
            <pc:sldMk cId="1155341855" sldId="280"/>
            <ac:inkMk id="308" creationId="{C51C1142-E221-E6E6-FF7B-D329AB110650}"/>
          </ac:inkMkLst>
        </pc:inkChg>
        <pc:inkChg chg="add mod">
          <ac:chgData name="Rodica Ioana Lung" userId="64ee56e8d7162e1e" providerId="LiveId" clId="{0F6830A5-18AB-4F1B-8BBB-DA235794CEC1}" dt="2025-12-16T15:59:28.926" v="950"/>
          <ac:inkMkLst>
            <pc:docMk/>
            <pc:sldMk cId="1155341855" sldId="280"/>
            <ac:inkMk id="309" creationId="{715C4987-FF95-668D-43A5-9B7A98B059F8}"/>
          </ac:inkMkLst>
        </pc:inkChg>
        <pc:inkChg chg="add mod">
          <ac:chgData name="Rodica Ioana Lung" userId="64ee56e8d7162e1e" providerId="LiveId" clId="{0F6830A5-18AB-4F1B-8BBB-DA235794CEC1}" dt="2025-12-16T15:59:28.926" v="950"/>
          <ac:inkMkLst>
            <pc:docMk/>
            <pc:sldMk cId="1155341855" sldId="280"/>
            <ac:inkMk id="311" creationId="{FF48BA39-938D-7EC4-C5CA-421BD3D7E7CF}"/>
          </ac:inkMkLst>
        </pc:inkChg>
        <pc:inkChg chg="add mod">
          <ac:chgData name="Rodica Ioana Lung" userId="64ee56e8d7162e1e" providerId="LiveId" clId="{0F6830A5-18AB-4F1B-8BBB-DA235794CEC1}" dt="2025-12-16T15:59:36.915" v="953"/>
          <ac:inkMkLst>
            <pc:docMk/>
            <pc:sldMk cId="1155341855" sldId="280"/>
            <ac:inkMk id="313" creationId="{C50C7ACA-3194-D112-306D-A4BA14D08A34}"/>
          </ac:inkMkLst>
        </pc:inkChg>
        <pc:inkChg chg="add mod">
          <ac:chgData name="Rodica Ioana Lung" userId="64ee56e8d7162e1e" providerId="LiveId" clId="{0F6830A5-18AB-4F1B-8BBB-DA235794CEC1}" dt="2025-12-16T15:59:36.915" v="953"/>
          <ac:inkMkLst>
            <pc:docMk/>
            <pc:sldMk cId="1155341855" sldId="280"/>
            <ac:inkMk id="314" creationId="{E6661497-C091-448F-3241-C1D62B6FF796}"/>
          </ac:inkMkLst>
        </pc:inkChg>
        <pc:inkChg chg="add">
          <ac:chgData name="Rodica Ioana Lung" userId="64ee56e8d7162e1e" providerId="LiveId" clId="{0F6830A5-18AB-4F1B-8BBB-DA235794CEC1}" dt="2025-12-16T15:59:46.330" v="954" actId="9405"/>
          <ac:inkMkLst>
            <pc:docMk/>
            <pc:sldMk cId="1155341855" sldId="280"/>
            <ac:inkMk id="316" creationId="{3F7E3667-3470-5A21-1DD6-5F386E1471D4}"/>
          </ac:inkMkLst>
        </pc:inkChg>
        <pc:inkChg chg="add">
          <ac:chgData name="Rodica Ioana Lung" userId="64ee56e8d7162e1e" providerId="LiveId" clId="{0F6830A5-18AB-4F1B-8BBB-DA235794CEC1}" dt="2025-12-16T15:59:47.062" v="955" actId="9405"/>
          <ac:inkMkLst>
            <pc:docMk/>
            <pc:sldMk cId="1155341855" sldId="280"/>
            <ac:inkMk id="317" creationId="{79315189-1D79-A82D-630D-D3C71EEC32B1}"/>
          </ac:inkMkLst>
        </pc:inkChg>
        <pc:inkChg chg="add del mod">
          <ac:chgData name="Rodica Ioana Lung" userId="64ee56e8d7162e1e" providerId="LiveId" clId="{0F6830A5-18AB-4F1B-8BBB-DA235794CEC1}" dt="2025-12-16T16:00:08.632" v="965"/>
          <ac:inkMkLst>
            <pc:docMk/>
            <pc:sldMk cId="1155341855" sldId="280"/>
            <ac:inkMk id="319" creationId="{3800D4DC-10B1-EEF5-DD24-9133C99F7CC3}"/>
          </ac:inkMkLst>
        </pc:inkChg>
        <pc:inkChg chg="add mod">
          <ac:chgData name="Rodica Ioana Lung" userId="64ee56e8d7162e1e" providerId="LiveId" clId="{0F6830A5-18AB-4F1B-8BBB-DA235794CEC1}" dt="2025-12-16T16:00:08.632" v="965"/>
          <ac:inkMkLst>
            <pc:docMk/>
            <pc:sldMk cId="1155341855" sldId="280"/>
            <ac:inkMk id="320" creationId="{97678E0F-D857-406C-4D7B-762182AADA4D}"/>
          </ac:inkMkLst>
        </pc:inkChg>
        <pc:inkChg chg="add del mod">
          <ac:chgData name="Rodica Ioana Lung" userId="64ee56e8d7162e1e" providerId="LiveId" clId="{0F6830A5-18AB-4F1B-8BBB-DA235794CEC1}" dt="2025-12-16T16:00:08.629" v="963"/>
          <ac:inkMkLst>
            <pc:docMk/>
            <pc:sldMk cId="1155341855" sldId="280"/>
            <ac:inkMk id="322" creationId="{E96B1C63-31E9-4877-3958-5B78287100D5}"/>
          </ac:inkMkLst>
        </pc:inkChg>
        <pc:inkChg chg="add del mod">
          <ac:chgData name="Rodica Ioana Lung" userId="64ee56e8d7162e1e" providerId="LiveId" clId="{0F6830A5-18AB-4F1B-8BBB-DA235794CEC1}" dt="2025-12-16T16:00:08.630" v="964"/>
          <ac:inkMkLst>
            <pc:docMk/>
            <pc:sldMk cId="1155341855" sldId="280"/>
            <ac:inkMk id="323" creationId="{9B135FB3-9358-D475-6EB4-CD85DA10B883}"/>
          </ac:inkMkLst>
        </pc:inkChg>
        <pc:inkChg chg="add mod">
          <ac:chgData name="Rodica Ioana Lung" userId="64ee56e8d7162e1e" providerId="LiveId" clId="{0F6830A5-18AB-4F1B-8BBB-DA235794CEC1}" dt="2025-12-16T16:00:11.865" v="971"/>
          <ac:inkMkLst>
            <pc:docMk/>
            <pc:sldMk cId="1155341855" sldId="280"/>
            <ac:inkMk id="325" creationId="{494EE85F-1B13-6384-2014-F5A28963BB85}"/>
          </ac:inkMkLst>
        </pc:inkChg>
        <pc:inkChg chg="add mod">
          <ac:chgData name="Rodica Ioana Lung" userId="64ee56e8d7162e1e" providerId="LiveId" clId="{0F6830A5-18AB-4F1B-8BBB-DA235794CEC1}" dt="2025-12-16T16:00:11.865" v="971"/>
          <ac:inkMkLst>
            <pc:docMk/>
            <pc:sldMk cId="1155341855" sldId="280"/>
            <ac:inkMk id="326" creationId="{416D712C-950E-5071-B329-1B4A7F5D9CD3}"/>
          </ac:inkMkLst>
        </pc:inkChg>
        <pc:inkChg chg="add mod">
          <ac:chgData name="Rodica Ioana Lung" userId="64ee56e8d7162e1e" providerId="LiveId" clId="{0F6830A5-18AB-4F1B-8BBB-DA235794CEC1}" dt="2025-12-16T16:00:11.865" v="971"/>
          <ac:inkMkLst>
            <pc:docMk/>
            <pc:sldMk cId="1155341855" sldId="280"/>
            <ac:inkMk id="327" creationId="{E501FDBE-22FB-1262-EEA1-A382337C82D4}"/>
          </ac:inkMkLst>
        </pc:inkChg>
        <pc:inkChg chg="add mod">
          <ac:chgData name="Rodica Ioana Lung" userId="64ee56e8d7162e1e" providerId="LiveId" clId="{0F6830A5-18AB-4F1B-8BBB-DA235794CEC1}" dt="2025-12-16T16:00:11.865" v="971"/>
          <ac:inkMkLst>
            <pc:docMk/>
            <pc:sldMk cId="1155341855" sldId="280"/>
            <ac:inkMk id="328" creationId="{543B08F3-43ED-F47A-C89F-7996A2A9BEA2}"/>
          </ac:inkMkLst>
        </pc:inkChg>
        <pc:inkChg chg="add mod">
          <ac:chgData name="Rodica Ioana Lung" userId="64ee56e8d7162e1e" providerId="LiveId" clId="{0F6830A5-18AB-4F1B-8BBB-DA235794CEC1}" dt="2025-12-16T16:00:11.865" v="971"/>
          <ac:inkMkLst>
            <pc:docMk/>
            <pc:sldMk cId="1155341855" sldId="280"/>
            <ac:inkMk id="329" creationId="{254F7E73-1F6F-B13C-0721-B8ECDF72444E}"/>
          </ac:inkMkLst>
        </pc:inkChg>
        <pc:inkChg chg="add mod">
          <ac:chgData name="Rodica Ioana Lung" userId="64ee56e8d7162e1e" providerId="LiveId" clId="{0F6830A5-18AB-4F1B-8BBB-DA235794CEC1}" dt="2025-12-16T16:00:27.732" v="975"/>
          <ac:inkMkLst>
            <pc:docMk/>
            <pc:sldMk cId="1155341855" sldId="280"/>
            <ac:inkMk id="332" creationId="{5FE34A07-C789-33EE-DFF9-1A74297C9CB8}"/>
          </ac:inkMkLst>
        </pc:inkChg>
        <pc:inkChg chg="add mod">
          <ac:chgData name="Rodica Ioana Lung" userId="64ee56e8d7162e1e" providerId="LiveId" clId="{0F6830A5-18AB-4F1B-8BBB-DA235794CEC1}" dt="2025-12-16T16:00:30.901" v="981"/>
          <ac:inkMkLst>
            <pc:docMk/>
            <pc:sldMk cId="1155341855" sldId="280"/>
            <ac:inkMk id="333" creationId="{1CBAE008-CFCD-ACB5-3964-925DA1E796DD}"/>
          </ac:inkMkLst>
        </pc:inkChg>
        <pc:inkChg chg="add mod">
          <ac:chgData name="Rodica Ioana Lung" userId="64ee56e8d7162e1e" providerId="LiveId" clId="{0F6830A5-18AB-4F1B-8BBB-DA235794CEC1}" dt="2025-12-16T16:00:30.901" v="981"/>
          <ac:inkMkLst>
            <pc:docMk/>
            <pc:sldMk cId="1155341855" sldId="280"/>
            <ac:inkMk id="334" creationId="{8681F6BC-DAF4-5A7C-1837-953AFA112AD8}"/>
          </ac:inkMkLst>
        </pc:inkChg>
        <pc:inkChg chg="add mod">
          <ac:chgData name="Rodica Ioana Lung" userId="64ee56e8d7162e1e" providerId="LiveId" clId="{0F6830A5-18AB-4F1B-8BBB-DA235794CEC1}" dt="2025-12-16T16:00:30.901" v="981"/>
          <ac:inkMkLst>
            <pc:docMk/>
            <pc:sldMk cId="1155341855" sldId="280"/>
            <ac:inkMk id="336" creationId="{E346B023-4C7E-6429-61A1-493D3AE30508}"/>
          </ac:inkMkLst>
        </pc:inkChg>
        <pc:inkChg chg="add mod">
          <ac:chgData name="Rodica Ioana Lung" userId="64ee56e8d7162e1e" providerId="LiveId" clId="{0F6830A5-18AB-4F1B-8BBB-DA235794CEC1}" dt="2025-12-16T16:00:30.901" v="981"/>
          <ac:inkMkLst>
            <pc:docMk/>
            <pc:sldMk cId="1155341855" sldId="280"/>
            <ac:inkMk id="337" creationId="{5862D32B-D7B9-32FC-0E53-362F75C35896}"/>
          </ac:inkMkLst>
        </pc:inkChg>
        <pc:inkChg chg="add mod">
          <ac:chgData name="Rodica Ioana Lung" userId="64ee56e8d7162e1e" providerId="LiveId" clId="{0F6830A5-18AB-4F1B-8BBB-DA235794CEC1}" dt="2025-12-16T16:00:33.351" v="983"/>
          <ac:inkMkLst>
            <pc:docMk/>
            <pc:sldMk cId="1155341855" sldId="280"/>
            <ac:inkMk id="338" creationId="{31015346-8007-192F-26A8-FF45F46AFBF6}"/>
          </ac:inkMkLst>
        </pc:inkChg>
        <pc:inkChg chg="add mod">
          <ac:chgData name="Rodica Ioana Lung" userId="64ee56e8d7162e1e" providerId="LiveId" clId="{0F6830A5-18AB-4F1B-8BBB-DA235794CEC1}" dt="2025-12-16T16:00:33.351" v="983"/>
          <ac:inkMkLst>
            <pc:docMk/>
            <pc:sldMk cId="1155341855" sldId="280"/>
            <ac:inkMk id="339" creationId="{DB036A15-FCBA-0313-4522-092A93DD2854}"/>
          </ac:inkMkLst>
        </pc:inkChg>
        <pc:inkChg chg="add mod">
          <ac:chgData name="Rodica Ioana Lung" userId="64ee56e8d7162e1e" providerId="LiveId" clId="{0F6830A5-18AB-4F1B-8BBB-DA235794CEC1}" dt="2025-12-16T16:00:33.351" v="983"/>
          <ac:inkMkLst>
            <pc:docMk/>
            <pc:sldMk cId="1155341855" sldId="280"/>
            <ac:inkMk id="340" creationId="{F0D17F79-8983-C0E4-BB67-9E54EE766510}"/>
          </ac:inkMkLst>
        </pc:inkChg>
        <pc:inkChg chg="add mod">
          <ac:chgData name="Rodica Ioana Lung" userId="64ee56e8d7162e1e" providerId="LiveId" clId="{0F6830A5-18AB-4F1B-8BBB-DA235794CEC1}" dt="2025-12-16T16:00:33.351" v="983"/>
          <ac:inkMkLst>
            <pc:docMk/>
            <pc:sldMk cId="1155341855" sldId="280"/>
            <ac:inkMk id="343" creationId="{0F9A0574-BD9D-CF80-2F7E-97F0D66ECED8}"/>
          </ac:inkMkLst>
        </pc:inkChg>
        <pc:inkChg chg="add mod">
          <ac:chgData name="Rodica Ioana Lung" userId="64ee56e8d7162e1e" providerId="LiveId" clId="{0F6830A5-18AB-4F1B-8BBB-DA235794CEC1}" dt="2025-12-16T16:00:39.035" v="988"/>
          <ac:inkMkLst>
            <pc:docMk/>
            <pc:sldMk cId="1155341855" sldId="280"/>
            <ac:inkMk id="345" creationId="{234D5764-A8E4-7D47-8796-767A40BC78D4}"/>
          </ac:inkMkLst>
        </pc:inkChg>
        <pc:inkChg chg="add mod">
          <ac:chgData name="Rodica Ioana Lung" userId="64ee56e8d7162e1e" providerId="LiveId" clId="{0F6830A5-18AB-4F1B-8BBB-DA235794CEC1}" dt="2025-12-16T16:00:39.035" v="988"/>
          <ac:inkMkLst>
            <pc:docMk/>
            <pc:sldMk cId="1155341855" sldId="280"/>
            <ac:inkMk id="346" creationId="{EDE0D5DE-66D3-8657-B687-26435D5396C3}"/>
          </ac:inkMkLst>
        </pc:inkChg>
        <pc:inkChg chg="add mod">
          <ac:chgData name="Rodica Ioana Lung" userId="64ee56e8d7162e1e" providerId="LiveId" clId="{0F6830A5-18AB-4F1B-8BBB-DA235794CEC1}" dt="2025-12-16T16:00:39.035" v="988"/>
          <ac:inkMkLst>
            <pc:docMk/>
            <pc:sldMk cId="1155341855" sldId="280"/>
            <ac:inkMk id="347" creationId="{1748098E-CA9D-01F3-66BA-1BF03AD77579}"/>
          </ac:inkMkLst>
        </pc:inkChg>
        <pc:inkChg chg="add mod">
          <ac:chgData name="Rodica Ioana Lung" userId="64ee56e8d7162e1e" providerId="LiveId" clId="{0F6830A5-18AB-4F1B-8BBB-DA235794CEC1}" dt="2025-12-16T16:00:39.035" v="988"/>
          <ac:inkMkLst>
            <pc:docMk/>
            <pc:sldMk cId="1155341855" sldId="280"/>
            <ac:inkMk id="348" creationId="{DEA5B117-9BB1-E6AD-536E-52C0601347A6}"/>
          </ac:inkMkLst>
        </pc:inkChg>
        <pc:inkChg chg="add mod">
          <ac:chgData name="Rodica Ioana Lung" userId="64ee56e8d7162e1e" providerId="LiveId" clId="{0F6830A5-18AB-4F1B-8BBB-DA235794CEC1}" dt="2025-12-16T16:00:43.485" v="998"/>
          <ac:inkMkLst>
            <pc:docMk/>
            <pc:sldMk cId="1155341855" sldId="280"/>
            <ac:inkMk id="351" creationId="{75C285A2-67A7-51DB-B6DF-CAB9DC64A0D2}"/>
          </ac:inkMkLst>
        </pc:inkChg>
        <pc:inkChg chg="add mod">
          <ac:chgData name="Rodica Ioana Lung" userId="64ee56e8d7162e1e" providerId="LiveId" clId="{0F6830A5-18AB-4F1B-8BBB-DA235794CEC1}" dt="2025-12-16T16:00:43.485" v="998"/>
          <ac:inkMkLst>
            <pc:docMk/>
            <pc:sldMk cId="1155341855" sldId="280"/>
            <ac:inkMk id="352" creationId="{8BB8CE58-AC94-6185-E794-FFD141D19C97}"/>
          </ac:inkMkLst>
        </pc:inkChg>
        <pc:inkChg chg="add mod">
          <ac:chgData name="Rodica Ioana Lung" userId="64ee56e8d7162e1e" providerId="LiveId" clId="{0F6830A5-18AB-4F1B-8BBB-DA235794CEC1}" dt="2025-12-16T16:00:43.485" v="998"/>
          <ac:inkMkLst>
            <pc:docMk/>
            <pc:sldMk cId="1155341855" sldId="280"/>
            <ac:inkMk id="353" creationId="{34B0F6EE-9349-DD7D-C322-40A43914E5DC}"/>
          </ac:inkMkLst>
        </pc:inkChg>
        <pc:inkChg chg="add mod">
          <ac:chgData name="Rodica Ioana Lung" userId="64ee56e8d7162e1e" providerId="LiveId" clId="{0F6830A5-18AB-4F1B-8BBB-DA235794CEC1}" dt="2025-12-16T16:00:43.485" v="998"/>
          <ac:inkMkLst>
            <pc:docMk/>
            <pc:sldMk cId="1155341855" sldId="280"/>
            <ac:inkMk id="354" creationId="{3D5C8A2F-6777-C59E-1427-2B31A8C0072A}"/>
          </ac:inkMkLst>
        </pc:inkChg>
        <pc:inkChg chg="add mod">
          <ac:chgData name="Rodica Ioana Lung" userId="64ee56e8d7162e1e" providerId="LiveId" clId="{0F6830A5-18AB-4F1B-8BBB-DA235794CEC1}" dt="2025-12-16T16:00:43.485" v="998"/>
          <ac:inkMkLst>
            <pc:docMk/>
            <pc:sldMk cId="1155341855" sldId="280"/>
            <ac:inkMk id="355" creationId="{45A14D7D-E713-4E79-7176-5BCC21861073}"/>
          </ac:inkMkLst>
        </pc:inkChg>
        <pc:inkChg chg="add mod">
          <ac:chgData name="Rodica Ioana Lung" userId="64ee56e8d7162e1e" providerId="LiveId" clId="{0F6830A5-18AB-4F1B-8BBB-DA235794CEC1}" dt="2025-12-16T16:00:43.485" v="998"/>
          <ac:inkMkLst>
            <pc:docMk/>
            <pc:sldMk cId="1155341855" sldId="280"/>
            <ac:inkMk id="356" creationId="{199C1787-50B6-126D-99DF-EC618F8266F6}"/>
          </ac:inkMkLst>
        </pc:inkChg>
        <pc:inkChg chg="add mod">
          <ac:chgData name="Rodica Ioana Lung" userId="64ee56e8d7162e1e" providerId="LiveId" clId="{0F6830A5-18AB-4F1B-8BBB-DA235794CEC1}" dt="2025-12-16T16:00:43.485" v="998"/>
          <ac:inkMkLst>
            <pc:docMk/>
            <pc:sldMk cId="1155341855" sldId="280"/>
            <ac:inkMk id="357" creationId="{3EF754CB-A9BB-300A-4F60-6E28856B6A34}"/>
          </ac:inkMkLst>
        </pc:inkChg>
        <pc:inkChg chg="add mod">
          <ac:chgData name="Rodica Ioana Lung" userId="64ee56e8d7162e1e" providerId="LiveId" clId="{0F6830A5-18AB-4F1B-8BBB-DA235794CEC1}" dt="2025-12-16T16:00:43.485" v="998"/>
          <ac:inkMkLst>
            <pc:docMk/>
            <pc:sldMk cId="1155341855" sldId="280"/>
            <ac:inkMk id="358" creationId="{FAD6419D-BAB0-3D0C-F17E-D78E91574AE3}"/>
          </ac:inkMkLst>
        </pc:inkChg>
        <pc:inkChg chg="add">
          <ac:chgData name="Rodica Ioana Lung" userId="64ee56e8d7162e1e" providerId="LiveId" clId="{0F6830A5-18AB-4F1B-8BBB-DA235794CEC1}" dt="2025-12-16T16:00:42.966" v="997" actId="9405"/>
          <ac:inkMkLst>
            <pc:docMk/>
            <pc:sldMk cId="1155341855" sldId="280"/>
            <ac:inkMk id="359" creationId="{27BA3CD0-727E-DFA9-EB56-CAF8F5C4E347}"/>
          </ac:inkMkLst>
        </pc:inkChg>
        <pc:inkChg chg="add">
          <ac:chgData name="Rodica Ioana Lung" userId="64ee56e8d7162e1e" providerId="LiveId" clId="{0F6830A5-18AB-4F1B-8BBB-DA235794CEC1}" dt="2025-12-16T16:00:44.858" v="999" actId="9405"/>
          <ac:inkMkLst>
            <pc:docMk/>
            <pc:sldMk cId="1155341855" sldId="280"/>
            <ac:inkMk id="361" creationId="{C6249080-6767-1D21-9FB3-423233BFC76B}"/>
          </ac:inkMkLst>
        </pc:inkChg>
        <pc:inkChg chg="add">
          <ac:chgData name="Rodica Ioana Lung" userId="64ee56e8d7162e1e" providerId="LiveId" clId="{0F6830A5-18AB-4F1B-8BBB-DA235794CEC1}" dt="2025-12-16T16:00:45.259" v="1000" actId="9405"/>
          <ac:inkMkLst>
            <pc:docMk/>
            <pc:sldMk cId="1155341855" sldId="280"/>
            <ac:inkMk id="362" creationId="{E1281F9F-4E34-D732-AAE3-0BBACA2B4DD9}"/>
          </ac:inkMkLst>
        </pc:inkChg>
        <pc:inkChg chg="add">
          <ac:chgData name="Rodica Ioana Lung" userId="64ee56e8d7162e1e" providerId="LiveId" clId="{0F6830A5-18AB-4F1B-8BBB-DA235794CEC1}" dt="2025-12-16T16:00:45.571" v="1001" actId="9405"/>
          <ac:inkMkLst>
            <pc:docMk/>
            <pc:sldMk cId="1155341855" sldId="280"/>
            <ac:inkMk id="363" creationId="{F0FFE169-675D-DE13-FEE9-53D0CD82DF0B}"/>
          </ac:inkMkLst>
        </pc:inkChg>
        <pc:inkChg chg="add mod">
          <ac:chgData name="Rodica Ioana Lung" userId="64ee56e8d7162e1e" providerId="LiveId" clId="{0F6830A5-18AB-4F1B-8BBB-DA235794CEC1}" dt="2025-12-16T16:00:54.743" v="1015"/>
          <ac:inkMkLst>
            <pc:docMk/>
            <pc:sldMk cId="1155341855" sldId="280"/>
            <ac:inkMk id="364" creationId="{EDC5072D-37D2-2EE0-A9C3-2D1257BD80D0}"/>
          </ac:inkMkLst>
        </pc:inkChg>
        <pc:inkChg chg="add mod">
          <ac:chgData name="Rodica Ioana Lung" userId="64ee56e8d7162e1e" providerId="LiveId" clId="{0F6830A5-18AB-4F1B-8BBB-DA235794CEC1}" dt="2025-12-16T16:00:50.446" v="1008"/>
          <ac:inkMkLst>
            <pc:docMk/>
            <pc:sldMk cId="1155341855" sldId="280"/>
            <ac:inkMk id="365" creationId="{868A3070-091C-4F44-AEF6-AFD4142D0D0B}"/>
          </ac:inkMkLst>
        </pc:inkChg>
        <pc:inkChg chg="add mod">
          <ac:chgData name="Rodica Ioana Lung" userId="64ee56e8d7162e1e" providerId="LiveId" clId="{0F6830A5-18AB-4F1B-8BBB-DA235794CEC1}" dt="2025-12-16T16:00:54.743" v="1015"/>
          <ac:inkMkLst>
            <pc:docMk/>
            <pc:sldMk cId="1155341855" sldId="280"/>
            <ac:inkMk id="366" creationId="{106C862D-25B6-9E46-748B-3575F1FAF870}"/>
          </ac:inkMkLst>
        </pc:inkChg>
        <pc:inkChg chg="add mod">
          <ac:chgData name="Rodica Ioana Lung" userId="64ee56e8d7162e1e" providerId="LiveId" clId="{0F6830A5-18AB-4F1B-8BBB-DA235794CEC1}" dt="2025-12-16T16:00:54.743" v="1015"/>
          <ac:inkMkLst>
            <pc:docMk/>
            <pc:sldMk cId="1155341855" sldId="280"/>
            <ac:inkMk id="368" creationId="{57226834-D46D-FA4C-6BD1-48C7F4FCCE30}"/>
          </ac:inkMkLst>
        </pc:inkChg>
        <pc:inkChg chg="add mod">
          <ac:chgData name="Rodica Ioana Lung" userId="64ee56e8d7162e1e" providerId="LiveId" clId="{0F6830A5-18AB-4F1B-8BBB-DA235794CEC1}" dt="2025-12-16T16:00:54.743" v="1015"/>
          <ac:inkMkLst>
            <pc:docMk/>
            <pc:sldMk cId="1155341855" sldId="280"/>
            <ac:inkMk id="369" creationId="{BE5B1C73-4ACF-4D2D-5EB5-4677E81F31CC}"/>
          </ac:inkMkLst>
        </pc:inkChg>
        <pc:inkChg chg="add mod">
          <ac:chgData name="Rodica Ioana Lung" userId="64ee56e8d7162e1e" providerId="LiveId" clId="{0F6830A5-18AB-4F1B-8BBB-DA235794CEC1}" dt="2025-12-16T16:00:54.743" v="1015"/>
          <ac:inkMkLst>
            <pc:docMk/>
            <pc:sldMk cId="1155341855" sldId="280"/>
            <ac:inkMk id="371" creationId="{FB2290A7-3F05-3C99-F966-E5A900A4A049}"/>
          </ac:inkMkLst>
        </pc:inkChg>
        <pc:inkChg chg="add mod">
          <ac:chgData name="Rodica Ioana Lung" userId="64ee56e8d7162e1e" providerId="LiveId" clId="{0F6830A5-18AB-4F1B-8BBB-DA235794CEC1}" dt="2025-12-16T16:00:54.743" v="1015"/>
          <ac:inkMkLst>
            <pc:docMk/>
            <pc:sldMk cId="1155341855" sldId="280"/>
            <ac:inkMk id="372" creationId="{88C9B723-66CD-CD3F-B7A9-1658A350E7CB}"/>
          </ac:inkMkLst>
        </pc:inkChg>
        <pc:inkChg chg="add mod">
          <ac:chgData name="Rodica Ioana Lung" userId="64ee56e8d7162e1e" providerId="LiveId" clId="{0F6830A5-18AB-4F1B-8BBB-DA235794CEC1}" dt="2025-12-16T16:00:54.743" v="1015"/>
          <ac:inkMkLst>
            <pc:docMk/>
            <pc:sldMk cId="1155341855" sldId="280"/>
            <ac:inkMk id="373" creationId="{B6760FE0-6466-CBFA-EA9F-4529FBE79755}"/>
          </ac:inkMkLst>
        </pc:inkChg>
        <pc:inkChg chg="add">
          <ac:chgData name="Rodica Ioana Lung" userId="64ee56e8d7162e1e" providerId="LiveId" clId="{0F6830A5-18AB-4F1B-8BBB-DA235794CEC1}" dt="2025-12-16T16:00:53.450" v="1012" actId="9405"/>
          <ac:inkMkLst>
            <pc:docMk/>
            <pc:sldMk cId="1155341855" sldId="280"/>
            <ac:inkMk id="374" creationId="{3C81732B-C02A-B40F-9091-882A56F1990F}"/>
          </ac:inkMkLst>
        </pc:inkChg>
        <pc:inkChg chg="add">
          <ac:chgData name="Rodica Ioana Lung" userId="64ee56e8d7162e1e" providerId="LiveId" clId="{0F6830A5-18AB-4F1B-8BBB-DA235794CEC1}" dt="2025-12-16T16:00:53.586" v="1013" actId="9405"/>
          <ac:inkMkLst>
            <pc:docMk/>
            <pc:sldMk cId="1155341855" sldId="280"/>
            <ac:inkMk id="375" creationId="{00A3CA81-7868-39EA-0C48-A9CC58CDC818}"/>
          </ac:inkMkLst>
        </pc:inkChg>
        <pc:inkChg chg="add mod">
          <ac:chgData name="Rodica Ioana Lung" userId="64ee56e8d7162e1e" providerId="LiveId" clId="{0F6830A5-18AB-4F1B-8BBB-DA235794CEC1}" dt="2025-12-16T16:00:54.743" v="1015"/>
          <ac:inkMkLst>
            <pc:docMk/>
            <pc:sldMk cId="1155341855" sldId="280"/>
            <ac:inkMk id="376" creationId="{433B0B74-B36D-E2C2-757B-376448FB9869}"/>
          </ac:inkMkLst>
        </pc:inkChg>
        <pc:inkChg chg="add mod">
          <ac:chgData name="Rodica Ioana Lung" userId="64ee56e8d7162e1e" providerId="LiveId" clId="{0F6830A5-18AB-4F1B-8BBB-DA235794CEC1}" dt="2025-12-16T16:01:10.020" v="1018"/>
          <ac:inkMkLst>
            <pc:docMk/>
            <pc:sldMk cId="1155341855" sldId="280"/>
            <ac:inkMk id="378" creationId="{60251BA3-4383-7868-EFF1-2DF99D98F184}"/>
          </ac:inkMkLst>
        </pc:inkChg>
        <pc:inkChg chg="add mod">
          <ac:chgData name="Rodica Ioana Lung" userId="64ee56e8d7162e1e" providerId="LiveId" clId="{0F6830A5-18AB-4F1B-8BBB-DA235794CEC1}" dt="2025-12-16T16:01:10.020" v="1018"/>
          <ac:inkMkLst>
            <pc:docMk/>
            <pc:sldMk cId="1155341855" sldId="280"/>
            <ac:inkMk id="379" creationId="{973ED041-54B8-6576-5C50-B9C67B270092}"/>
          </ac:inkMkLst>
        </pc:inkChg>
        <pc:inkChg chg="add">
          <ac:chgData name="Rodica Ioana Lung" userId="64ee56e8d7162e1e" providerId="LiveId" clId="{0F6830A5-18AB-4F1B-8BBB-DA235794CEC1}" dt="2025-12-16T16:01:12.370" v="1019" actId="9405"/>
          <ac:inkMkLst>
            <pc:docMk/>
            <pc:sldMk cId="1155341855" sldId="280"/>
            <ac:inkMk id="381" creationId="{1B5B6163-CFAE-222B-0BCE-57D01B0748BF}"/>
          </ac:inkMkLst>
        </pc:inkChg>
        <pc:inkChg chg="add mod">
          <ac:chgData name="Rodica Ioana Lung" userId="64ee56e8d7162e1e" providerId="LiveId" clId="{0F6830A5-18AB-4F1B-8BBB-DA235794CEC1}" dt="2025-12-16T16:01:16.539" v="1023"/>
          <ac:inkMkLst>
            <pc:docMk/>
            <pc:sldMk cId="1155341855" sldId="280"/>
            <ac:inkMk id="383" creationId="{270CEB83-F845-4997-A1E7-9309FC1AF2F5}"/>
          </ac:inkMkLst>
        </pc:inkChg>
        <pc:inkChg chg="add mod">
          <ac:chgData name="Rodica Ioana Lung" userId="64ee56e8d7162e1e" providerId="LiveId" clId="{0F6830A5-18AB-4F1B-8BBB-DA235794CEC1}" dt="2025-12-16T16:01:16.539" v="1023"/>
          <ac:inkMkLst>
            <pc:docMk/>
            <pc:sldMk cId="1155341855" sldId="280"/>
            <ac:inkMk id="384" creationId="{9B0BCA3C-9C3E-9FBE-3D4A-F5DF2ECB4BFF}"/>
          </ac:inkMkLst>
        </pc:inkChg>
        <pc:inkChg chg="add mod">
          <ac:chgData name="Rodica Ioana Lung" userId="64ee56e8d7162e1e" providerId="LiveId" clId="{0F6830A5-18AB-4F1B-8BBB-DA235794CEC1}" dt="2025-12-16T16:01:19.141" v="1029"/>
          <ac:inkMkLst>
            <pc:docMk/>
            <pc:sldMk cId="1155341855" sldId="280"/>
            <ac:inkMk id="386" creationId="{2DFEA5B5-EA4E-9056-D7F6-09B94FB8A961}"/>
          </ac:inkMkLst>
        </pc:inkChg>
        <pc:inkChg chg="add mod">
          <ac:chgData name="Rodica Ioana Lung" userId="64ee56e8d7162e1e" providerId="LiveId" clId="{0F6830A5-18AB-4F1B-8BBB-DA235794CEC1}" dt="2025-12-16T16:01:19.141" v="1029"/>
          <ac:inkMkLst>
            <pc:docMk/>
            <pc:sldMk cId="1155341855" sldId="280"/>
            <ac:inkMk id="387" creationId="{1D28278B-AB12-587E-7F56-B2533126BB69}"/>
          </ac:inkMkLst>
        </pc:inkChg>
        <pc:inkChg chg="add mod">
          <ac:chgData name="Rodica Ioana Lung" userId="64ee56e8d7162e1e" providerId="LiveId" clId="{0F6830A5-18AB-4F1B-8BBB-DA235794CEC1}" dt="2025-12-16T16:01:19.141" v="1029"/>
          <ac:inkMkLst>
            <pc:docMk/>
            <pc:sldMk cId="1155341855" sldId="280"/>
            <ac:inkMk id="388" creationId="{D2598166-A5BE-22F7-F1C0-6C836D596C64}"/>
          </ac:inkMkLst>
        </pc:inkChg>
        <pc:inkChg chg="add mod">
          <ac:chgData name="Rodica Ioana Lung" userId="64ee56e8d7162e1e" providerId="LiveId" clId="{0F6830A5-18AB-4F1B-8BBB-DA235794CEC1}" dt="2025-12-16T16:01:19.141" v="1029"/>
          <ac:inkMkLst>
            <pc:docMk/>
            <pc:sldMk cId="1155341855" sldId="280"/>
            <ac:inkMk id="389" creationId="{7F934078-D070-3CD3-C3D1-C414A80DC7B0}"/>
          </ac:inkMkLst>
        </pc:inkChg>
        <pc:inkChg chg="add mod">
          <ac:chgData name="Rodica Ioana Lung" userId="64ee56e8d7162e1e" providerId="LiveId" clId="{0F6830A5-18AB-4F1B-8BBB-DA235794CEC1}" dt="2025-12-16T16:01:19.141" v="1029"/>
          <ac:inkMkLst>
            <pc:docMk/>
            <pc:sldMk cId="1155341855" sldId="280"/>
            <ac:inkMk id="390" creationId="{AC94D263-650C-F623-C98F-CBCEC9CE2E39}"/>
          </ac:inkMkLst>
        </pc:inkChg>
        <pc:inkChg chg="add mod">
          <ac:chgData name="Rodica Ioana Lung" userId="64ee56e8d7162e1e" providerId="LiveId" clId="{0F6830A5-18AB-4F1B-8BBB-DA235794CEC1}" dt="2025-12-16T16:01:20.944" v="1033"/>
          <ac:inkMkLst>
            <pc:docMk/>
            <pc:sldMk cId="1155341855" sldId="280"/>
            <ac:inkMk id="392" creationId="{D06B3693-6D82-0161-5DF6-20EECDAAF682}"/>
          </ac:inkMkLst>
        </pc:inkChg>
        <pc:inkChg chg="add mod">
          <ac:chgData name="Rodica Ioana Lung" userId="64ee56e8d7162e1e" providerId="LiveId" clId="{0F6830A5-18AB-4F1B-8BBB-DA235794CEC1}" dt="2025-12-16T16:01:20.944" v="1033"/>
          <ac:inkMkLst>
            <pc:docMk/>
            <pc:sldMk cId="1155341855" sldId="280"/>
            <ac:inkMk id="393" creationId="{D486BBCA-391D-863F-CF77-77EA8EB16AC0}"/>
          </ac:inkMkLst>
        </pc:inkChg>
        <pc:inkChg chg="add mod">
          <ac:chgData name="Rodica Ioana Lung" userId="64ee56e8d7162e1e" providerId="LiveId" clId="{0F6830A5-18AB-4F1B-8BBB-DA235794CEC1}" dt="2025-12-16T16:01:20.944" v="1033"/>
          <ac:inkMkLst>
            <pc:docMk/>
            <pc:sldMk cId="1155341855" sldId="280"/>
            <ac:inkMk id="394" creationId="{8CECD572-E20A-F408-4A06-68F88FE885F7}"/>
          </ac:inkMkLst>
        </pc:inkChg>
        <pc:inkChg chg="add mod">
          <ac:chgData name="Rodica Ioana Lung" userId="64ee56e8d7162e1e" providerId="LiveId" clId="{0F6830A5-18AB-4F1B-8BBB-DA235794CEC1}" dt="2025-12-16T16:01:23.997" v="1036"/>
          <ac:inkMkLst>
            <pc:docMk/>
            <pc:sldMk cId="1155341855" sldId="280"/>
            <ac:inkMk id="396" creationId="{E662B007-7011-1765-8661-C4F9181212F0}"/>
          </ac:inkMkLst>
        </pc:inkChg>
        <pc:inkChg chg="add mod">
          <ac:chgData name="Rodica Ioana Lung" userId="64ee56e8d7162e1e" providerId="LiveId" clId="{0F6830A5-18AB-4F1B-8BBB-DA235794CEC1}" dt="2025-12-16T16:01:28.302" v="1047"/>
          <ac:inkMkLst>
            <pc:docMk/>
            <pc:sldMk cId="1155341855" sldId="280"/>
            <ac:inkMk id="397" creationId="{EAD488CE-CBF4-4D0D-5F53-E4868C1F32EA}"/>
          </ac:inkMkLst>
        </pc:inkChg>
        <pc:inkChg chg="add mod">
          <ac:chgData name="Rodica Ioana Lung" userId="64ee56e8d7162e1e" providerId="LiveId" clId="{0F6830A5-18AB-4F1B-8BBB-DA235794CEC1}" dt="2025-12-16T16:01:28.302" v="1047"/>
          <ac:inkMkLst>
            <pc:docMk/>
            <pc:sldMk cId="1155341855" sldId="280"/>
            <ac:inkMk id="399" creationId="{8E256880-2E2E-9212-7DC1-F489C5BEDEF6}"/>
          </ac:inkMkLst>
        </pc:inkChg>
        <pc:inkChg chg="add mod">
          <ac:chgData name="Rodica Ioana Lung" userId="64ee56e8d7162e1e" providerId="LiveId" clId="{0F6830A5-18AB-4F1B-8BBB-DA235794CEC1}" dt="2025-12-16T16:01:28.302" v="1047"/>
          <ac:inkMkLst>
            <pc:docMk/>
            <pc:sldMk cId="1155341855" sldId="280"/>
            <ac:inkMk id="400" creationId="{0026DA5F-344B-0D29-7E1F-6690C47D0B4D}"/>
          </ac:inkMkLst>
        </pc:inkChg>
        <pc:inkChg chg="add mod">
          <ac:chgData name="Rodica Ioana Lung" userId="64ee56e8d7162e1e" providerId="LiveId" clId="{0F6830A5-18AB-4F1B-8BBB-DA235794CEC1}" dt="2025-12-16T16:01:28.302" v="1047"/>
          <ac:inkMkLst>
            <pc:docMk/>
            <pc:sldMk cId="1155341855" sldId="280"/>
            <ac:inkMk id="401" creationId="{30BFC7AC-5806-705C-9C13-A8ADB8570981}"/>
          </ac:inkMkLst>
        </pc:inkChg>
        <pc:inkChg chg="add">
          <ac:chgData name="Rodica Ioana Lung" userId="64ee56e8d7162e1e" providerId="LiveId" clId="{0F6830A5-18AB-4F1B-8BBB-DA235794CEC1}" dt="2025-12-16T16:01:25.473" v="1040" actId="9405"/>
          <ac:inkMkLst>
            <pc:docMk/>
            <pc:sldMk cId="1155341855" sldId="280"/>
            <ac:inkMk id="402" creationId="{289222D6-5353-658A-B6CC-BBDF3401B1DD}"/>
          </ac:inkMkLst>
        </pc:inkChg>
        <pc:inkChg chg="add">
          <ac:chgData name="Rodica Ioana Lung" userId="64ee56e8d7162e1e" providerId="LiveId" clId="{0F6830A5-18AB-4F1B-8BBB-DA235794CEC1}" dt="2025-12-16T16:01:26.051" v="1041" actId="9405"/>
          <ac:inkMkLst>
            <pc:docMk/>
            <pc:sldMk cId="1155341855" sldId="280"/>
            <ac:inkMk id="403" creationId="{31B73D23-3255-C6ED-63CF-02DFEDD1C325}"/>
          </ac:inkMkLst>
        </pc:inkChg>
        <pc:inkChg chg="add">
          <ac:chgData name="Rodica Ioana Lung" userId="64ee56e8d7162e1e" providerId="LiveId" clId="{0F6830A5-18AB-4F1B-8BBB-DA235794CEC1}" dt="2025-12-16T16:01:26.323" v="1042" actId="9405"/>
          <ac:inkMkLst>
            <pc:docMk/>
            <pc:sldMk cId="1155341855" sldId="280"/>
            <ac:inkMk id="404" creationId="{100E14E2-5F7F-A468-FEC5-8D601AA80573}"/>
          </ac:inkMkLst>
        </pc:inkChg>
        <pc:inkChg chg="add">
          <ac:chgData name="Rodica Ioana Lung" userId="64ee56e8d7162e1e" providerId="LiveId" clId="{0F6830A5-18AB-4F1B-8BBB-DA235794CEC1}" dt="2025-12-16T16:01:26.562" v="1043" actId="9405"/>
          <ac:inkMkLst>
            <pc:docMk/>
            <pc:sldMk cId="1155341855" sldId="280"/>
            <ac:inkMk id="405" creationId="{DC9AC6CC-C40F-26A6-9341-22BC844AAF7E}"/>
          </ac:inkMkLst>
        </pc:inkChg>
        <pc:inkChg chg="add">
          <ac:chgData name="Rodica Ioana Lung" userId="64ee56e8d7162e1e" providerId="LiveId" clId="{0F6830A5-18AB-4F1B-8BBB-DA235794CEC1}" dt="2025-12-16T16:01:26.885" v="1044" actId="9405"/>
          <ac:inkMkLst>
            <pc:docMk/>
            <pc:sldMk cId="1155341855" sldId="280"/>
            <ac:inkMk id="406" creationId="{A7454002-3C59-EB5C-CCE6-21ED27C09FA8}"/>
          </ac:inkMkLst>
        </pc:inkChg>
        <pc:inkChg chg="add mod">
          <ac:chgData name="Rodica Ioana Lung" userId="64ee56e8d7162e1e" providerId="LiveId" clId="{0F6830A5-18AB-4F1B-8BBB-DA235794CEC1}" dt="2025-12-16T16:01:32.658" v="1060"/>
          <ac:inkMkLst>
            <pc:docMk/>
            <pc:sldMk cId="1155341855" sldId="280"/>
            <ac:inkMk id="407" creationId="{6FA6B2E7-C9D4-3263-A93F-03FDCD345A6D}"/>
          </ac:inkMkLst>
        </pc:inkChg>
        <pc:inkChg chg="add">
          <ac:chgData name="Rodica Ioana Lung" userId="64ee56e8d7162e1e" providerId="LiveId" clId="{0F6830A5-18AB-4F1B-8BBB-DA235794CEC1}" dt="2025-12-16T16:01:27.569" v="1046" actId="9405"/>
          <ac:inkMkLst>
            <pc:docMk/>
            <pc:sldMk cId="1155341855" sldId="280"/>
            <ac:inkMk id="408" creationId="{88EE77DA-5F94-3271-EB9D-EBADD6EA1014}"/>
          </ac:inkMkLst>
        </pc:inkChg>
        <pc:inkChg chg="add mod">
          <ac:chgData name="Rodica Ioana Lung" userId="64ee56e8d7162e1e" providerId="LiveId" clId="{0F6830A5-18AB-4F1B-8BBB-DA235794CEC1}" dt="2025-12-16T16:01:32.658" v="1060"/>
          <ac:inkMkLst>
            <pc:docMk/>
            <pc:sldMk cId="1155341855" sldId="280"/>
            <ac:inkMk id="413" creationId="{1BC0D033-BB72-59D7-2565-871B37B8E790}"/>
          </ac:inkMkLst>
        </pc:inkChg>
        <pc:inkChg chg="add mod">
          <ac:chgData name="Rodica Ioana Lung" userId="64ee56e8d7162e1e" providerId="LiveId" clId="{0F6830A5-18AB-4F1B-8BBB-DA235794CEC1}" dt="2025-12-16T16:01:32.658" v="1060"/>
          <ac:inkMkLst>
            <pc:docMk/>
            <pc:sldMk cId="1155341855" sldId="280"/>
            <ac:inkMk id="414" creationId="{1760447F-103A-FEBA-1961-02C76F85E103}"/>
          </ac:inkMkLst>
        </pc:inkChg>
        <pc:inkChg chg="add">
          <ac:chgData name="Rodica Ioana Lung" userId="64ee56e8d7162e1e" providerId="LiveId" clId="{0F6830A5-18AB-4F1B-8BBB-DA235794CEC1}" dt="2025-12-16T16:01:29.483" v="1050" actId="9405"/>
          <ac:inkMkLst>
            <pc:docMk/>
            <pc:sldMk cId="1155341855" sldId="280"/>
            <ac:inkMk id="415" creationId="{62C05AFE-CB5C-4E76-3A75-129AEEE5041F}"/>
          </ac:inkMkLst>
        </pc:inkChg>
        <pc:inkChg chg="add mod">
          <ac:chgData name="Rodica Ioana Lung" userId="64ee56e8d7162e1e" providerId="LiveId" clId="{0F6830A5-18AB-4F1B-8BBB-DA235794CEC1}" dt="2025-12-16T16:01:32.658" v="1060"/>
          <ac:inkMkLst>
            <pc:docMk/>
            <pc:sldMk cId="1155341855" sldId="280"/>
            <ac:inkMk id="416" creationId="{FE7EF17A-108A-7172-CAED-D24E370D5577}"/>
          </ac:inkMkLst>
        </pc:inkChg>
        <pc:inkChg chg="add">
          <ac:chgData name="Rodica Ioana Lung" userId="64ee56e8d7162e1e" providerId="LiveId" clId="{0F6830A5-18AB-4F1B-8BBB-DA235794CEC1}" dt="2025-12-16T16:01:29.981" v="1052" actId="9405"/>
          <ac:inkMkLst>
            <pc:docMk/>
            <pc:sldMk cId="1155341855" sldId="280"/>
            <ac:inkMk id="417" creationId="{94EE8FD3-9F06-0914-DA89-C68602C534CF}"/>
          </ac:inkMkLst>
        </pc:inkChg>
        <pc:inkChg chg="add">
          <ac:chgData name="Rodica Ioana Lung" userId="64ee56e8d7162e1e" providerId="LiveId" clId="{0F6830A5-18AB-4F1B-8BBB-DA235794CEC1}" dt="2025-12-16T16:01:30.388" v="1053" actId="9405"/>
          <ac:inkMkLst>
            <pc:docMk/>
            <pc:sldMk cId="1155341855" sldId="280"/>
            <ac:inkMk id="418" creationId="{3EE4D015-89A2-E5B1-65EB-AF2E88D9A09C}"/>
          </ac:inkMkLst>
        </pc:inkChg>
        <pc:inkChg chg="add mod">
          <ac:chgData name="Rodica Ioana Lung" userId="64ee56e8d7162e1e" providerId="LiveId" clId="{0F6830A5-18AB-4F1B-8BBB-DA235794CEC1}" dt="2025-12-16T16:01:32.658" v="1060"/>
          <ac:inkMkLst>
            <pc:docMk/>
            <pc:sldMk cId="1155341855" sldId="280"/>
            <ac:inkMk id="419" creationId="{ACE8E359-CB99-05A4-A916-7F68F94B451F}"/>
          </ac:inkMkLst>
        </pc:inkChg>
        <pc:inkChg chg="add">
          <ac:chgData name="Rodica Ioana Lung" userId="64ee56e8d7162e1e" providerId="LiveId" clId="{0F6830A5-18AB-4F1B-8BBB-DA235794CEC1}" dt="2025-12-16T16:01:30.874" v="1055" actId="9405"/>
          <ac:inkMkLst>
            <pc:docMk/>
            <pc:sldMk cId="1155341855" sldId="280"/>
            <ac:inkMk id="420" creationId="{88612385-F922-0BC4-3D92-84F3672295C5}"/>
          </ac:inkMkLst>
        </pc:inkChg>
        <pc:inkChg chg="add">
          <ac:chgData name="Rodica Ioana Lung" userId="64ee56e8d7162e1e" providerId="LiveId" clId="{0F6830A5-18AB-4F1B-8BBB-DA235794CEC1}" dt="2025-12-16T16:01:31.131" v="1056" actId="9405"/>
          <ac:inkMkLst>
            <pc:docMk/>
            <pc:sldMk cId="1155341855" sldId="280"/>
            <ac:inkMk id="421" creationId="{2FD819ED-74B3-EA2F-FB83-4BF225960470}"/>
          </ac:inkMkLst>
        </pc:inkChg>
        <pc:inkChg chg="add mod">
          <ac:chgData name="Rodica Ioana Lung" userId="64ee56e8d7162e1e" providerId="LiveId" clId="{0F6830A5-18AB-4F1B-8BBB-DA235794CEC1}" dt="2025-12-16T16:01:32.658" v="1060"/>
          <ac:inkMkLst>
            <pc:docMk/>
            <pc:sldMk cId="1155341855" sldId="280"/>
            <ac:inkMk id="422" creationId="{9A6E0F4F-A763-FD99-D489-44596A5E4917}"/>
          </ac:inkMkLst>
        </pc:inkChg>
        <pc:inkChg chg="add mod">
          <ac:chgData name="Rodica Ioana Lung" userId="64ee56e8d7162e1e" providerId="LiveId" clId="{0F6830A5-18AB-4F1B-8BBB-DA235794CEC1}" dt="2025-12-16T16:01:32.658" v="1060"/>
          <ac:inkMkLst>
            <pc:docMk/>
            <pc:sldMk cId="1155341855" sldId="280"/>
            <ac:inkMk id="423" creationId="{23D20DC7-D33E-11DB-AAF5-B00E9242C3E6}"/>
          </ac:inkMkLst>
        </pc:inkChg>
        <pc:inkChg chg="add">
          <ac:chgData name="Rodica Ioana Lung" userId="64ee56e8d7162e1e" providerId="LiveId" clId="{0F6830A5-18AB-4F1B-8BBB-DA235794CEC1}" dt="2025-12-16T16:01:31.937" v="1059" actId="9405"/>
          <ac:inkMkLst>
            <pc:docMk/>
            <pc:sldMk cId="1155341855" sldId="280"/>
            <ac:inkMk id="424" creationId="{4714E95F-5A11-A265-4929-E6C84646AA8D}"/>
          </ac:inkMkLst>
        </pc:inkChg>
        <pc:inkChg chg="add mod">
          <ac:chgData name="Rodica Ioana Lung" userId="64ee56e8d7162e1e" providerId="LiveId" clId="{0F6830A5-18AB-4F1B-8BBB-DA235794CEC1}" dt="2025-12-16T16:01:38.280" v="1063"/>
          <ac:inkMkLst>
            <pc:docMk/>
            <pc:sldMk cId="1155341855" sldId="280"/>
            <ac:inkMk id="427" creationId="{9CB6ED57-F240-EE3E-6454-1B2B5FCDA7D9}"/>
          </ac:inkMkLst>
        </pc:inkChg>
        <pc:inkChg chg="add mod">
          <ac:chgData name="Rodica Ioana Lung" userId="64ee56e8d7162e1e" providerId="LiveId" clId="{0F6830A5-18AB-4F1B-8BBB-DA235794CEC1}" dt="2025-12-16T16:01:38.280" v="1063"/>
          <ac:inkMkLst>
            <pc:docMk/>
            <pc:sldMk cId="1155341855" sldId="280"/>
            <ac:inkMk id="428" creationId="{8A9113FF-6934-F32A-7CE3-E59A1F968AD9}"/>
          </ac:inkMkLst>
        </pc:inkChg>
        <pc:inkChg chg="add">
          <ac:chgData name="Rodica Ioana Lung" userId="64ee56e8d7162e1e" providerId="LiveId" clId="{0F6830A5-18AB-4F1B-8BBB-DA235794CEC1}" dt="2025-12-16T16:01:45.820" v="1064" actId="9405"/>
          <ac:inkMkLst>
            <pc:docMk/>
            <pc:sldMk cId="1155341855" sldId="280"/>
            <ac:inkMk id="430" creationId="{E8F74A8F-FEF9-9DA0-295F-11EC9E494903}"/>
          </ac:inkMkLst>
        </pc:inkChg>
        <pc:inkChg chg="add">
          <ac:chgData name="Rodica Ioana Lung" userId="64ee56e8d7162e1e" providerId="LiveId" clId="{0F6830A5-18AB-4F1B-8BBB-DA235794CEC1}" dt="2025-12-16T16:01:47.738" v="1065" actId="9405"/>
          <ac:inkMkLst>
            <pc:docMk/>
            <pc:sldMk cId="1155341855" sldId="280"/>
            <ac:inkMk id="431" creationId="{F948F509-F21E-EC03-3A5A-086EC5D01DB3}"/>
          </ac:inkMkLst>
        </pc:inkChg>
        <pc:inkChg chg="add">
          <ac:chgData name="Rodica Ioana Lung" userId="64ee56e8d7162e1e" providerId="LiveId" clId="{0F6830A5-18AB-4F1B-8BBB-DA235794CEC1}" dt="2025-12-16T16:01:50.448" v="1066" actId="9405"/>
          <ac:inkMkLst>
            <pc:docMk/>
            <pc:sldMk cId="1155341855" sldId="280"/>
            <ac:inkMk id="432" creationId="{65321234-7E27-D521-7DBD-39AF603B812B}"/>
          </ac:inkMkLst>
        </pc:inkChg>
        <pc:inkChg chg="add">
          <ac:chgData name="Rodica Ioana Lung" userId="64ee56e8d7162e1e" providerId="LiveId" clId="{0F6830A5-18AB-4F1B-8BBB-DA235794CEC1}" dt="2025-12-16T16:01:52.162" v="1067" actId="9405"/>
          <ac:inkMkLst>
            <pc:docMk/>
            <pc:sldMk cId="1155341855" sldId="280"/>
            <ac:inkMk id="433" creationId="{B9FBF6B5-6E9C-89C1-148E-F5FDD7792E5D}"/>
          </ac:inkMkLst>
        </pc:inkChg>
        <pc:inkChg chg="add">
          <ac:chgData name="Rodica Ioana Lung" userId="64ee56e8d7162e1e" providerId="LiveId" clId="{0F6830A5-18AB-4F1B-8BBB-DA235794CEC1}" dt="2025-12-16T16:01:52.883" v="1068" actId="9405"/>
          <ac:inkMkLst>
            <pc:docMk/>
            <pc:sldMk cId="1155341855" sldId="280"/>
            <ac:inkMk id="434" creationId="{F7FD9CDD-EE99-32ED-35BC-F8A26AA58F03}"/>
          </ac:inkMkLst>
        </pc:inkChg>
        <pc:inkChg chg="add mod">
          <ac:chgData name="Rodica Ioana Lung" userId="64ee56e8d7162e1e" providerId="LiveId" clId="{0F6830A5-18AB-4F1B-8BBB-DA235794CEC1}" dt="2025-12-16T16:02:04.042" v="1073"/>
          <ac:inkMkLst>
            <pc:docMk/>
            <pc:sldMk cId="1155341855" sldId="280"/>
            <ac:inkMk id="435" creationId="{EE500D89-549D-B694-E938-580C2DA3C764}"/>
          </ac:inkMkLst>
        </pc:inkChg>
        <pc:inkChg chg="add mod">
          <ac:chgData name="Rodica Ioana Lung" userId="64ee56e8d7162e1e" providerId="LiveId" clId="{0F6830A5-18AB-4F1B-8BBB-DA235794CEC1}" dt="2025-12-16T16:02:04.042" v="1073"/>
          <ac:inkMkLst>
            <pc:docMk/>
            <pc:sldMk cId="1155341855" sldId="280"/>
            <ac:inkMk id="436" creationId="{51941AEC-97E3-70C3-6985-D288B07458B4}"/>
          </ac:inkMkLst>
        </pc:inkChg>
        <pc:inkChg chg="add mod">
          <ac:chgData name="Rodica Ioana Lung" userId="64ee56e8d7162e1e" providerId="LiveId" clId="{0F6830A5-18AB-4F1B-8BBB-DA235794CEC1}" dt="2025-12-16T16:02:04.042" v="1073"/>
          <ac:inkMkLst>
            <pc:docMk/>
            <pc:sldMk cId="1155341855" sldId="280"/>
            <ac:inkMk id="437" creationId="{E1AADA52-4349-01CE-04DB-E52E39FFCD8B}"/>
          </ac:inkMkLst>
        </pc:inkChg>
        <pc:inkChg chg="add mod">
          <ac:chgData name="Rodica Ioana Lung" userId="64ee56e8d7162e1e" providerId="LiveId" clId="{0F6830A5-18AB-4F1B-8BBB-DA235794CEC1}" dt="2025-12-16T16:02:04.042" v="1073"/>
          <ac:inkMkLst>
            <pc:docMk/>
            <pc:sldMk cId="1155341855" sldId="280"/>
            <ac:inkMk id="438" creationId="{1A1B0842-A9EF-B899-F929-7B17750A4D4A}"/>
          </ac:inkMkLst>
        </pc:inkChg>
        <pc:inkChg chg="add mod">
          <ac:chgData name="Rodica Ioana Lung" userId="64ee56e8d7162e1e" providerId="LiveId" clId="{0F6830A5-18AB-4F1B-8BBB-DA235794CEC1}" dt="2025-12-16T16:02:06.346" v="1078"/>
          <ac:inkMkLst>
            <pc:docMk/>
            <pc:sldMk cId="1155341855" sldId="280"/>
            <ac:inkMk id="440" creationId="{CEA07D5A-F214-6596-AF17-E864B4F4F848}"/>
          </ac:inkMkLst>
        </pc:inkChg>
        <pc:inkChg chg="add mod">
          <ac:chgData name="Rodica Ioana Lung" userId="64ee56e8d7162e1e" providerId="LiveId" clId="{0F6830A5-18AB-4F1B-8BBB-DA235794CEC1}" dt="2025-12-16T16:02:06.346" v="1078"/>
          <ac:inkMkLst>
            <pc:docMk/>
            <pc:sldMk cId="1155341855" sldId="280"/>
            <ac:inkMk id="441" creationId="{888C7141-8DFD-C7E4-4D32-4B9B6CDEDAD9}"/>
          </ac:inkMkLst>
        </pc:inkChg>
        <pc:inkChg chg="add mod">
          <ac:chgData name="Rodica Ioana Lung" userId="64ee56e8d7162e1e" providerId="LiveId" clId="{0F6830A5-18AB-4F1B-8BBB-DA235794CEC1}" dt="2025-12-16T16:02:06.346" v="1078"/>
          <ac:inkMkLst>
            <pc:docMk/>
            <pc:sldMk cId="1155341855" sldId="280"/>
            <ac:inkMk id="442" creationId="{EE110C67-8AC4-05AE-E997-C66BEC7BA173}"/>
          </ac:inkMkLst>
        </pc:inkChg>
        <pc:inkChg chg="add mod">
          <ac:chgData name="Rodica Ioana Lung" userId="64ee56e8d7162e1e" providerId="LiveId" clId="{0F6830A5-18AB-4F1B-8BBB-DA235794CEC1}" dt="2025-12-16T16:02:06.346" v="1078"/>
          <ac:inkMkLst>
            <pc:docMk/>
            <pc:sldMk cId="1155341855" sldId="280"/>
            <ac:inkMk id="443" creationId="{80A5C672-979E-4409-CDE0-B734E25B3729}"/>
          </ac:inkMkLst>
        </pc:inkChg>
        <pc:inkChg chg="add mod">
          <ac:chgData name="Rodica Ioana Lung" userId="64ee56e8d7162e1e" providerId="LiveId" clId="{0F6830A5-18AB-4F1B-8BBB-DA235794CEC1}" dt="2025-12-16T16:02:11.427" v="1089"/>
          <ac:inkMkLst>
            <pc:docMk/>
            <pc:sldMk cId="1155341855" sldId="280"/>
            <ac:inkMk id="445" creationId="{437E40E9-4391-54A0-E248-B15DCDB0E006}"/>
          </ac:inkMkLst>
        </pc:inkChg>
        <pc:inkChg chg="add mod">
          <ac:chgData name="Rodica Ioana Lung" userId="64ee56e8d7162e1e" providerId="LiveId" clId="{0F6830A5-18AB-4F1B-8BBB-DA235794CEC1}" dt="2025-12-16T16:02:11.427" v="1089"/>
          <ac:inkMkLst>
            <pc:docMk/>
            <pc:sldMk cId="1155341855" sldId="280"/>
            <ac:inkMk id="446" creationId="{577BACD7-B0E2-1266-50DD-D830E80A1839}"/>
          </ac:inkMkLst>
        </pc:inkChg>
        <pc:inkChg chg="add mod">
          <ac:chgData name="Rodica Ioana Lung" userId="64ee56e8d7162e1e" providerId="LiveId" clId="{0F6830A5-18AB-4F1B-8BBB-DA235794CEC1}" dt="2025-12-16T16:02:11.427" v="1089"/>
          <ac:inkMkLst>
            <pc:docMk/>
            <pc:sldMk cId="1155341855" sldId="280"/>
            <ac:inkMk id="447" creationId="{CB7C883C-04D8-3E49-21FF-F72D061138B5}"/>
          </ac:inkMkLst>
        </pc:inkChg>
        <pc:inkChg chg="add mod">
          <ac:chgData name="Rodica Ioana Lung" userId="64ee56e8d7162e1e" providerId="LiveId" clId="{0F6830A5-18AB-4F1B-8BBB-DA235794CEC1}" dt="2025-12-16T16:02:11.427" v="1089"/>
          <ac:inkMkLst>
            <pc:docMk/>
            <pc:sldMk cId="1155341855" sldId="280"/>
            <ac:inkMk id="448" creationId="{6ECCEB62-6F68-D114-BA89-ACE67FD779E6}"/>
          </ac:inkMkLst>
        </pc:inkChg>
        <pc:inkChg chg="add mod">
          <ac:chgData name="Rodica Ioana Lung" userId="64ee56e8d7162e1e" providerId="LiveId" clId="{0F6830A5-18AB-4F1B-8BBB-DA235794CEC1}" dt="2025-12-16T16:02:11.427" v="1089"/>
          <ac:inkMkLst>
            <pc:docMk/>
            <pc:sldMk cId="1155341855" sldId="280"/>
            <ac:inkMk id="449" creationId="{BB8F83A7-95F4-51F8-B1F6-EE826C6FDC4C}"/>
          </ac:inkMkLst>
        </pc:inkChg>
        <pc:inkChg chg="add mod">
          <ac:chgData name="Rodica Ioana Lung" userId="64ee56e8d7162e1e" providerId="LiveId" clId="{0F6830A5-18AB-4F1B-8BBB-DA235794CEC1}" dt="2025-12-16T16:02:11.427" v="1089"/>
          <ac:inkMkLst>
            <pc:docMk/>
            <pc:sldMk cId="1155341855" sldId="280"/>
            <ac:inkMk id="450" creationId="{BBD7EEC7-1B54-4695-532B-3AD130428834}"/>
          </ac:inkMkLst>
        </pc:inkChg>
        <pc:inkChg chg="add mod">
          <ac:chgData name="Rodica Ioana Lung" userId="64ee56e8d7162e1e" providerId="LiveId" clId="{0F6830A5-18AB-4F1B-8BBB-DA235794CEC1}" dt="2025-12-16T16:02:11.427" v="1089"/>
          <ac:inkMkLst>
            <pc:docMk/>
            <pc:sldMk cId="1155341855" sldId="280"/>
            <ac:inkMk id="451" creationId="{8751E862-16E6-479E-CDB3-B213E55E8F91}"/>
          </ac:inkMkLst>
        </pc:inkChg>
        <pc:inkChg chg="add mod">
          <ac:chgData name="Rodica Ioana Lung" userId="64ee56e8d7162e1e" providerId="LiveId" clId="{0F6830A5-18AB-4F1B-8BBB-DA235794CEC1}" dt="2025-12-16T16:02:11.427" v="1089"/>
          <ac:inkMkLst>
            <pc:docMk/>
            <pc:sldMk cId="1155341855" sldId="280"/>
            <ac:inkMk id="452" creationId="{5FE3F6BB-AC18-D302-8DA6-766734435BBA}"/>
          </ac:inkMkLst>
        </pc:inkChg>
        <pc:inkChg chg="add">
          <ac:chgData name="Rodica Ioana Lung" userId="64ee56e8d7162e1e" providerId="LiveId" clId="{0F6830A5-18AB-4F1B-8BBB-DA235794CEC1}" dt="2025-12-16T16:02:10.009" v="1087" actId="9405"/>
          <ac:inkMkLst>
            <pc:docMk/>
            <pc:sldMk cId="1155341855" sldId="280"/>
            <ac:inkMk id="453" creationId="{5B3C81D4-6AA1-A7CC-9342-E8C084823938}"/>
          </ac:inkMkLst>
        </pc:inkChg>
        <pc:inkChg chg="add">
          <ac:chgData name="Rodica Ioana Lung" userId="64ee56e8d7162e1e" providerId="LiveId" clId="{0F6830A5-18AB-4F1B-8BBB-DA235794CEC1}" dt="2025-12-16T16:02:10.770" v="1088" actId="9405"/>
          <ac:inkMkLst>
            <pc:docMk/>
            <pc:sldMk cId="1155341855" sldId="280"/>
            <ac:inkMk id="454" creationId="{98BC6930-406A-FB0F-EB7F-F114A52FD02F}"/>
          </ac:inkMkLst>
        </pc:inkChg>
        <pc:inkChg chg="add mod">
          <ac:chgData name="Rodica Ioana Lung" userId="64ee56e8d7162e1e" providerId="LiveId" clId="{0F6830A5-18AB-4F1B-8BBB-DA235794CEC1}" dt="2025-12-16T16:02:22.355" v="1117"/>
          <ac:inkMkLst>
            <pc:docMk/>
            <pc:sldMk cId="1155341855" sldId="280"/>
            <ac:inkMk id="456" creationId="{90C2D1F2-A1CC-CF0C-E1EB-ABCFF55FDE50}"/>
          </ac:inkMkLst>
        </pc:inkChg>
        <pc:inkChg chg="add mod">
          <ac:chgData name="Rodica Ioana Lung" userId="64ee56e8d7162e1e" providerId="LiveId" clId="{0F6830A5-18AB-4F1B-8BBB-DA235794CEC1}" dt="2025-12-16T16:02:22.355" v="1117"/>
          <ac:inkMkLst>
            <pc:docMk/>
            <pc:sldMk cId="1155341855" sldId="280"/>
            <ac:inkMk id="457" creationId="{6E99DD98-85BB-2EB6-5594-BD33339A81D4}"/>
          </ac:inkMkLst>
        </pc:inkChg>
        <pc:inkChg chg="add">
          <ac:chgData name="Rodica Ioana Lung" userId="64ee56e8d7162e1e" providerId="LiveId" clId="{0F6830A5-18AB-4F1B-8BBB-DA235794CEC1}" dt="2025-12-16T16:02:13.156" v="1092" actId="9405"/>
          <ac:inkMkLst>
            <pc:docMk/>
            <pc:sldMk cId="1155341855" sldId="280"/>
            <ac:inkMk id="458" creationId="{F9E68FB0-555B-2586-A8F2-78F7BBB34DEF}"/>
          </ac:inkMkLst>
        </pc:inkChg>
        <pc:inkChg chg="add">
          <ac:chgData name="Rodica Ioana Lung" userId="64ee56e8d7162e1e" providerId="LiveId" clId="{0F6830A5-18AB-4F1B-8BBB-DA235794CEC1}" dt="2025-12-16T16:02:13.540" v="1093" actId="9405"/>
          <ac:inkMkLst>
            <pc:docMk/>
            <pc:sldMk cId="1155341855" sldId="280"/>
            <ac:inkMk id="459" creationId="{ACAB3FE1-943C-15E3-D5DA-75426FC503CD}"/>
          </ac:inkMkLst>
        </pc:inkChg>
        <pc:inkChg chg="add">
          <ac:chgData name="Rodica Ioana Lung" userId="64ee56e8d7162e1e" providerId="LiveId" clId="{0F6830A5-18AB-4F1B-8BBB-DA235794CEC1}" dt="2025-12-16T16:02:13.800" v="1094" actId="9405"/>
          <ac:inkMkLst>
            <pc:docMk/>
            <pc:sldMk cId="1155341855" sldId="280"/>
            <ac:inkMk id="460" creationId="{A493B93B-7390-DA98-1236-894E7956E492}"/>
          </ac:inkMkLst>
        </pc:inkChg>
        <pc:inkChg chg="add">
          <ac:chgData name="Rodica Ioana Lung" userId="64ee56e8d7162e1e" providerId="LiveId" clId="{0F6830A5-18AB-4F1B-8BBB-DA235794CEC1}" dt="2025-12-16T16:02:14.133" v="1095" actId="9405"/>
          <ac:inkMkLst>
            <pc:docMk/>
            <pc:sldMk cId="1155341855" sldId="280"/>
            <ac:inkMk id="461" creationId="{50775C05-921F-ED6C-6CEA-60EE1FBF4738}"/>
          </ac:inkMkLst>
        </pc:inkChg>
        <pc:inkChg chg="add mod">
          <ac:chgData name="Rodica Ioana Lung" userId="64ee56e8d7162e1e" providerId="LiveId" clId="{0F6830A5-18AB-4F1B-8BBB-DA235794CEC1}" dt="2025-12-16T16:02:22.355" v="1117"/>
          <ac:inkMkLst>
            <pc:docMk/>
            <pc:sldMk cId="1155341855" sldId="280"/>
            <ac:inkMk id="462" creationId="{ED526A26-FCCD-ABDA-AB4D-DDA4439133BE}"/>
          </ac:inkMkLst>
        </pc:inkChg>
        <pc:inkChg chg="add">
          <ac:chgData name="Rodica Ioana Lung" userId="64ee56e8d7162e1e" providerId="LiveId" clId="{0F6830A5-18AB-4F1B-8BBB-DA235794CEC1}" dt="2025-12-16T16:02:14.494" v="1097" actId="9405"/>
          <ac:inkMkLst>
            <pc:docMk/>
            <pc:sldMk cId="1155341855" sldId="280"/>
            <ac:inkMk id="463" creationId="{5422895A-7991-812B-D0BA-D36BB17E084E}"/>
          </ac:inkMkLst>
        </pc:inkChg>
        <pc:inkChg chg="add">
          <ac:chgData name="Rodica Ioana Lung" userId="64ee56e8d7162e1e" providerId="LiveId" clId="{0F6830A5-18AB-4F1B-8BBB-DA235794CEC1}" dt="2025-12-16T16:02:15.066" v="1098" actId="9405"/>
          <ac:inkMkLst>
            <pc:docMk/>
            <pc:sldMk cId="1155341855" sldId="280"/>
            <ac:inkMk id="464" creationId="{94ECB1FF-7B9A-4E42-9A05-0C8784C1775D}"/>
          </ac:inkMkLst>
        </pc:inkChg>
        <pc:inkChg chg="add mod">
          <ac:chgData name="Rodica Ioana Lung" userId="64ee56e8d7162e1e" providerId="LiveId" clId="{0F6830A5-18AB-4F1B-8BBB-DA235794CEC1}" dt="2025-12-16T16:02:22.355" v="1117"/>
          <ac:inkMkLst>
            <pc:docMk/>
            <pc:sldMk cId="1155341855" sldId="280"/>
            <ac:inkMk id="465" creationId="{A195B568-13B6-D9BC-9BA4-81BA02E5FF70}"/>
          </ac:inkMkLst>
        </pc:inkChg>
        <pc:inkChg chg="add mod">
          <ac:chgData name="Rodica Ioana Lung" userId="64ee56e8d7162e1e" providerId="LiveId" clId="{0F6830A5-18AB-4F1B-8BBB-DA235794CEC1}" dt="2025-12-16T16:02:22.355" v="1117"/>
          <ac:inkMkLst>
            <pc:docMk/>
            <pc:sldMk cId="1155341855" sldId="280"/>
            <ac:inkMk id="466" creationId="{73B89350-0FAB-0BE1-BE35-BD7AB870DC99}"/>
          </ac:inkMkLst>
        </pc:inkChg>
        <pc:inkChg chg="add">
          <ac:chgData name="Rodica Ioana Lung" userId="64ee56e8d7162e1e" providerId="LiveId" clId="{0F6830A5-18AB-4F1B-8BBB-DA235794CEC1}" dt="2025-12-16T16:02:15.840" v="1101" actId="9405"/>
          <ac:inkMkLst>
            <pc:docMk/>
            <pc:sldMk cId="1155341855" sldId="280"/>
            <ac:inkMk id="467" creationId="{E75400D0-47F7-BA98-C4F5-220CCD3D1C64}"/>
          </ac:inkMkLst>
        </pc:inkChg>
        <pc:inkChg chg="add mod">
          <ac:chgData name="Rodica Ioana Lung" userId="64ee56e8d7162e1e" providerId="LiveId" clId="{0F6830A5-18AB-4F1B-8BBB-DA235794CEC1}" dt="2025-12-16T16:02:22.355" v="1117"/>
          <ac:inkMkLst>
            <pc:docMk/>
            <pc:sldMk cId="1155341855" sldId="280"/>
            <ac:inkMk id="468" creationId="{DC545DE8-1C93-0C44-3A24-B75C0C161C83}"/>
          </ac:inkMkLst>
        </pc:inkChg>
        <pc:inkChg chg="add">
          <ac:chgData name="Rodica Ioana Lung" userId="64ee56e8d7162e1e" providerId="LiveId" clId="{0F6830A5-18AB-4F1B-8BBB-DA235794CEC1}" dt="2025-12-16T16:02:16.502" v="1103" actId="9405"/>
          <ac:inkMkLst>
            <pc:docMk/>
            <pc:sldMk cId="1155341855" sldId="280"/>
            <ac:inkMk id="469" creationId="{59A6E9A0-3083-6A9B-63D5-B83DA19107A0}"/>
          </ac:inkMkLst>
        </pc:inkChg>
        <pc:inkChg chg="add">
          <ac:chgData name="Rodica Ioana Lung" userId="64ee56e8d7162e1e" providerId="LiveId" clId="{0F6830A5-18AB-4F1B-8BBB-DA235794CEC1}" dt="2025-12-16T16:02:16.784" v="1104" actId="9405"/>
          <ac:inkMkLst>
            <pc:docMk/>
            <pc:sldMk cId="1155341855" sldId="280"/>
            <ac:inkMk id="470" creationId="{9F19F7FA-FE3D-DC42-DFDB-A4C64F5731EC}"/>
          </ac:inkMkLst>
        </pc:inkChg>
        <pc:inkChg chg="add">
          <ac:chgData name="Rodica Ioana Lung" userId="64ee56e8d7162e1e" providerId="LiveId" clId="{0F6830A5-18AB-4F1B-8BBB-DA235794CEC1}" dt="2025-12-16T16:02:16.910" v="1105" actId="9405"/>
          <ac:inkMkLst>
            <pc:docMk/>
            <pc:sldMk cId="1155341855" sldId="280"/>
            <ac:inkMk id="471" creationId="{B6ECB452-5814-B72E-2FCF-FF20C3BBC3F4}"/>
          </ac:inkMkLst>
        </pc:inkChg>
        <pc:inkChg chg="add mod">
          <ac:chgData name="Rodica Ioana Lung" userId="64ee56e8d7162e1e" providerId="LiveId" clId="{0F6830A5-18AB-4F1B-8BBB-DA235794CEC1}" dt="2025-12-16T16:02:26.013" v="1120"/>
          <ac:inkMkLst>
            <pc:docMk/>
            <pc:sldMk cId="1155341855" sldId="280"/>
            <ac:inkMk id="472" creationId="{604DF56F-64C6-B1C5-A8A7-B27246380F16}"/>
          </ac:inkMkLst>
        </pc:inkChg>
        <pc:inkChg chg="add mod">
          <ac:chgData name="Rodica Ioana Lung" userId="64ee56e8d7162e1e" providerId="LiveId" clId="{0F6830A5-18AB-4F1B-8BBB-DA235794CEC1}" dt="2025-12-16T16:02:26.013" v="1120"/>
          <ac:inkMkLst>
            <pc:docMk/>
            <pc:sldMk cId="1155341855" sldId="280"/>
            <ac:inkMk id="473" creationId="{B1D09798-6E1E-9475-484C-90BDF22A6A5B}"/>
          </ac:inkMkLst>
        </pc:inkChg>
        <pc:inkChg chg="add mod">
          <ac:chgData name="Rodica Ioana Lung" userId="64ee56e8d7162e1e" providerId="LiveId" clId="{0F6830A5-18AB-4F1B-8BBB-DA235794CEC1}" dt="2025-12-16T16:02:22.355" v="1117"/>
          <ac:inkMkLst>
            <pc:docMk/>
            <pc:sldMk cId="1155341855" sldId="280"/>
            <ac:inkMk id="474" creationId="{B8A7001F-4C24-1B84-BBE3-DD909BA5681D}"/>
          </ac:inkMkLst>
        </pc:inkChg>
        <pc:inkChg chg="add mod">
          <ac:chgData name="Rodica Ioana Lung" userId="64ee56e8d7162e1e" providerId="LiveId" clId="{0F6830A5-18AB-4F1B-8BBB-DA235794CEC1}" dt="2025-12-16T16:02:26.013" v="1120"/>
          <ac:inkMkLst>
            <pc:docMk/>
            <pc:sldMk cId="1155341855" sldId="280"/>
            <ac:inkMk id="475" creationId="{E1FFF369-2CCD-9874-B984-19E686D7D174}"/>
          </ac:inkMkLst>
        </pc:inkChg>
        <pc:inkChg chg="add mod">
          <ac:chgData name="Rodica Ioana Lung" userId="64ee56e8d7162e1e" providerId="LiveId" clId="{0F6830A5-18AB-4F1B-8BBB-DA235794CEC1}" dt="2025-12-16T16:02:26.013" v="1120"/>
          <ac:inkMkLst>
            <pc:docMk/>
            <pc:sldMk cId="1155341855" sldId="280"/>
            <ac:inkMk id="476" creationId="{909F7D21-8DE4-53D0-E491-B35B8EBDCBD5}"/>
          </ac:inkMkLst>
        </pc:inkChg>
        <pc:inkChg chg="add">
          <ac:chgData name="Rodica Ioana Lung" userId="64ee56e8d7162e1e" providerId="LiveId" clId="{0F6830A5-18AB-4F1B-8BBB-DA235794CEC1}" dt="2025-12-16T16:02:20.091" v="1111" actId="9405"/>
          <ac:inkMkLst>
            <pc:docMk/>
            <pc:sldMk cId="1155341855" sldId="280"/>
            <ac:inkMk id="477" creationId="{68BCA086-617B-9F37-A739-C54B75B7B4E9}"/>
          </ac:inkMkLst>
        </pc:inkChg>
        <pc:inkChg chg="add mod">
          <ac:chgData name="Rodica Ioana Lung" userId="64ee56e8d7162e1e" providerId="LiveId" clId="{0F6830A5-18AB-4F1B-8BBB-DA235794CEC1}" dt="2025-12-16T16:02:26.013" v="1120"/>
          <ac:inkMkLst>
            <pc:docMk/>
            <pc:sldMk cId="1155341855" sldId="280"/>
            <ac:inkMk id="478" creationId="{BA7EF81F-122D-6AC2-54B0-A506B542622F}"/>
          </ac:inkMkLst>
        </pc:inkChg>
        <pc:inkChg chg="add">
          <ac:chgData name="Rodica Ioana Lung" userId="64ee56e8d7162e1e" providerId="LiveId" clId="{0F6830A5-18AB-4F1B-8BBB-DA235794CEC1}" dt="2025-12-16T16:02:20.449" v="1113" actId="9405"/>
          <ac:inkMkLst>
            <pc:docMk/>
            <pc:sldMk cId="1155341855" sldId="280"/>
            <ac:inkMk id="479" creationId="{F0B67F93-DDBF-EA70-9C9C-EBF06D61AA98}"/>
          </ac:inkMkLst>
        </pc:inkChg>
        <pc:inkChg chg="add">
          <ac:chgData name="Rodica Ioana Lung" userId="64ee56e8d7162e1e" providerId="LiveId" clId="{0F6830A5-18AB-4F1B-8BBB-DA235794CEC1}" dt="2025-12-16T16:02:20.842" v="1114" actId="9405"/>
          <ac:inkMkLst>
            <pc:docMk/>
            <pc:sldMk cId="1155341855" sldId="280"/>
            <ac:inkMk id="480" creationId="{D99E4DEA-D167-6D6E-59E5-78F84AFF0A06}"/>
          </ac:inkMkLst>
        </pc:inkChg>
        <pc:inkChg chg="add mod">
          <ac:chgData name="Rodica Ioana Lung" userId="64ee56e8d7162e1e" providerId="LiveId" clId="{0F6830A5-18AB-4F1B-8BBB-DA235794CEC1}" dt="2025-12-16T16:02:26.013" v="1120"/>
          <ac:inkMkLst>
            <pc:docMk/>
            <pc:sldMk cId="1155341855" sldId="280"/>
            <ac:inkMk id="481" creationId="{C1CBE743-377D-068A-9FCA-3BA685AC02FD}"/>
          </ac:inkMkLst>
        </pc:inkChg>
        <pc:inkChg chg="add mod">
          <ac:chgData name="Rodica Ioana Lung" userId="64ee56e8d7162e1e" providerId="LiveId" clId="{0F6830A5-18AB-4F1B-8BBB-DA235794CEC1}" dt="2025-12-16T16:02:26.013" v="1120"/>
          <ac:inkMkLst>
            <pc:docMk/>
            <pc:sldMk cId="1155341855" sldId="280"/>
            <ac:inkMk id="482" creationId="{05B123FD-ED1E-356F-FBFA-7EE0C0A2ABFE}"/>
          </ac:inkMkLst>
        </pc:inkChg>
        <pc:inkChg chg="add mod">
          <ac:chgData name="Rodica Ioana Lung" userId="64ee56e8d7162e1e" providerId="LiveId" clId="{0F6830A5-18AB-4F1B-8BBB-DA235794CEC1}" dt="2025-12-16T16:02:26.013" v="1120"/>
          <ac:inkMkLst>
            <pc:docMk/>
            <pc:sldMk cId="1155341855" sldId="280"/>
            <ac:inkMk id="486" creationId="{1EF2E81F-4367-7E8A-23C7-1A015D23B832}"/>
          </ac:inkMkLst>
        </pc:inkChg>
        <pc:inkChg chg="add">
          <ac:chgData name="Rodica Ioana Lung" userId="64ee56e8d7162e1e" providerId="LiveId" clId="{0F6830A5-18AB-4F1B-8BBB-DA235794CEC1}" dt="2025-12-16T16:02:25.321" v="1119" actId="9405"/>
          <ac:inkMkLst>
            <pc:docMk/>
            <pc:sldMk cId="1155341855" sldId="280"/>
            <ac:inkMk id="487" creationId="{6D55DFC8-6CE7-62FA-0AC0-79779AD461FE}"/>
          </ac:inkMkLst>
        </pc:inkChg>
        <pc:inkChg chg="add mod">
          <ac:chgData name="Rodica Ioana Lung" userId="64ee56e8d7162e1e" providerId="LiveId" clId="{0F6830A5-18AB-4F1B-8BBB-DA235794CEC1}" dt="2025-12-16T16:02:54.131" v="1138"/>
          <ac:inkMkLst>
            <pc:docMk/>
            <pc:sldMk cId="1155341855" sldId="280"/>
            <ac:inkMk id="489" creationId="{68883278-2CF2-F35D-872C-43F5BF8CA9EE}"/>
          </ac:inkMkLst>
        </pc:inkChg>
        <pc:inkChg chg="add mod">
          <ac:chgData name="Rodica Ioana Lung" userId="64ee56e8d7162e1e" providerId="LiveId" clId="{0F6830A5-18AB-4F1B-8BBB-DA235794CEC1}" dt="2025-12-16T16:02:54.131" v="1138"/>
          <ac:inkMkLst>
            <pc:docMk/>
            <pc:sldMk cId="1155341855" sldId="280"/>
            <ac:inkMk id="490" creationId="{F1821674-00AF-C9AE-301B-3B8EA39DFA03}"/>
          </ac:inkMkLst>
        </pc:inkChg>
        <pc:inkChg chg="add mod">
          <ac:chgData name="Rodica Ioana Lung" userId="64ee56e8d7162e1e" providerId="LiveId" clId="{0F6830A5-18AB-4F1B-8BBB-DA235794CEC1}" dt="2025-12-16T16:02:50.028" v="1132"/>
          <ac:inkMkLst>
            <pc:docMk/>
            <pc:sldMk cId="1155341855" sldId="280"/>
            <ac:inkMk id="491" creationId="{A7304E08-945A-1865-09C4-A1FD6996C9A9}"/>
          </ac:inkMkLst>
        </pc:inkChg>
        <pc:inkChg chg="add mod">
          <ac:chgData name="Rodica Ioana Lung" userId="64ee56e8d7162e1e" providerId="LiveId" clId="{0F6830A5-18AB-4F1B-8BBB-DA235794CEC1}" dt="2025-12-16T16:02:50.028" v="1132"/>
          <ac:inkMkLst>
            <pc:docMk/>
            <pc:sldMk cId="1155341855" sldId="280"/>
            <ac:inkMk id="492" creationId="{CC63FA6C-FEBD-83C2-BB8B-CD715CBBE339}"/>
          </ac:inkMkLst>
        </pc:inkChg>
        <pc:inkChg chg="add mod">
          <ac:chgData name="Rodica Ioana Lung" userId="64ee56e8d7162e1e" providerId="LiveId" clId="{0F6830A5-18AB-4F1B-8BBB-DA235794CEC1}" dt="2025-12-16T16:02:50.028" v="1132"/>
          <ac:inkMkLst>
            <pc:docMk/>
            <pc:sldMk cId="1155341855" sldId="280"/>
            <ac:inkMk id="493" creationId="{68F8488C-A464-B13F-AACF-788E2F519829}"/>
          </ac:inkMkLst>
        </pc:inkChg>
        <pc:inkChg chg="add mod">
          <ac:chgData name="Rodica Ioana Lung" userId="64ee56e8d7162e1e" providerId="LiveId" clId="{0F6830A5-18AB-4F1B-8BBB-DA235794CEC1}" dt="2025-12-16T16:02:54.131" v="1138"/>
          <ac:inkMkLst>
            <pc:docMk/>
            <pc:sldMk cId="1155341855" sldId="280"/>
            <ac:inkMk id="494" creationId="{EAA69431-6DC5-7BFD-03C9-6905DF00EC27}"/>
          </ac:inkMkLst>
        </pc:inkChg>
        <pc:inkChg chg="add mod">
          <ac:chgData name="Rodica Ioana Lung" userId="64ee56e8d7162e1e" providerId="LiveId" clId="{0F6830A5-18AB-4F1B-8BBB-DA235794CEC1}" dt="2025-12-16T16:02:50.028" v="1132"/>
          <ac:inkMkLst>
            <pc:docMk/>
            <pc:sldMk cId="1155341855" sldId="280"/>
            <ac:inkMk id="495" creationId="{C2712B55-4222-51A1-84FE-4395E96C1D4F}"/>
          </ac:inkMkLst>
        </pc:inkChg>
        <pc:inkChg chg="add mod">
          <ac:chgData name="Rodica Ioana Lung" userId="64ee56e8d7162e1e" providerId="LiveId" clId="{0F6830A5-18AB-4F1B-8BBB-DA235794CEC1}" dt="2025-12-16T16:02:54.131" v="1138"/>
          <ac:inkMkLst>
            <pc:docMk/>
            <pc:sldMk cId="1155341855" sldId="280"/>
            <ac:inkMk id="496" creationId="{F568EC40-CF22-B410-7CAA-A2DED203F60F}"/>
          </ac:inkMkLst>
        </pc:inkChg>
        <pc:inkChg chg="add mod">
          <ac:chgData name="Rodica Ioana Lung" userId="64ee56e8d7162e1e" providerId="LiveId" clId="{0F6830A5-18AB-4F1B-8BBB-DA235794CEC1}" dt="2025-12-16T16:02:54.131" v="1138"/>
          <ac:inkMkLst>
            <pc:docMk/>
            <pc:sldMk cId="1155341855" sldId="280"/>
            <ac:inkMk id="498" creationId="{57B70A33-F4B1-BAEA-7E4C-7C67984A21F9}"/>
          </ac:inkMkLst>
        </pc:inkChg>
        <pc:inkChg chg="add mod">
          <ac:chgData name="Rodica Ioana Lung" userId="64ee56e8d7162e1e" providerId="LiveId" clId="{0F6830A5-18AB-4F1B-8BBB-DA235794CEC1}" dt="2025-12-16T16:02:50.028" v="1132"/>
          <ac:inkMkLst>
            <pc:docMk/>
            <pc:sldMk cId="1155341855" sldId="280"/>
            <ac:inkMk id="499" creationId="{72B974D5-17E1-8C35-07AC-843F72FDC59D}"/>
          </ac:inkMkLst>
        </pc:inkChg>
        <pc:inkChg chg="add">
          <ac:chgData name="Rodica Ioana Lung" userId="64ee56e8d7162e1e" providerId="LiveId" clId="{0F6830A5-18AB-4F1B-8BBB-DA235794CEC1}" dt="2025-12-16T16:02:51.662" v="1133" actId="9405"/>
          <ac:inkMkLst>
            <pc:docMk/>
            <pc:sldMk cId="1155341855" sldId="280"/>
            <ac:inkMk id="501" creationId="{AD25FF4F-6B95-D9C1-4869-68DBDCD3FBE1}"/>
          </ac:inkMkLst>
        </pc:inkChg>
        <pc:inkChg chg="add mod">
          <ac:chgData name="Rodica Ioana Lung" userId="64ee56e8d7162e1e" providerId="LiveId" clId="{0F6830A5-18AB-4F1B-8BBB-DA235794CEC1}" dt="2025-12-16T16:02:54.131" v="1138"/>
          <ac:inkMkLst>
            <pc:docMk/>
            <pc:sldMk cId="1155341855" sldId="280"/>
            <ac:inkMk id="502" creationId="{D6FB0C5B-E948-849E-AB6A-A4C0CEA39667}"/>
          </ac:inkMkLst>
        </pc:inkChg>
        <pc:inkChg chg="add mod">
          <ac:chgData name="Rodica Ioana Lung" userId="64ee56e8d7162e1e" providerId="LiveId" clId="{0F6830A5-18AB-4F1B-8BBB-DA235794CEC1}" dt="2025-12-16T16:02:54.131" v="1138"/>
          <ac:inkMkLst>
            <pc:docMk/>
            <pc:sldMk cId="1155341855" sldId="280"/>
            <ac:inkMk id="503" creationId="{DBA2CD92-400F-2645-3B45-D87D04FF2BA5}"/>
          </ac:inkMkLst>
        </pc:inkChg>
        <pc:inkChg chg="add mod">
          <ac:chgData name="Rodica Ioana Lung" userId="64ee56e8d7162e1e" providerId="LiveId" clId="{0F6830A5-18AB-4F1B-8BBB-DA235794CEC1}" dt="2025-12-16T16:02:54.131" v="1138"/>
          <ac:inkMkLst>
            <pc:docMk/>
            <pc:sldMk cId="1155341855" sldId="280"/>
            <ac:inkMk id="504" creationId="{751B499E-6DE7-AA32-1AEE-3AF6BC25B09B}"/>
          </ac:inkMkLst>
        </pc:inkChg>
        <pc:inkChg chg="add">
          <ac:chgData name="Rodica Ioana Lung" userId="64ee56e8d7162e1e" providerId="LiveId" clId="{0F6830A5-18AB-4F1B-8BBB-DA235794CEC1}" dt="2025-12-16T16:02:53.366" v="1137" actId="9405"/>
          <ac:inkMkLst>
            <pc:docMk/>
            <pc:sldMk cId="1155341855" sldId="280"/>
            <ac:inkMk id="505" creationId="{D74D939C-E6A5-CE01-3AA6-168DD960BEC0}"/>
          </ac:inkMkLst>
        </pc:inkChg>
        <pc:inkChg chg="add mod">
          <ac:chgData name="Rodica Ioana Lung" userId="64ee56e8d7162e1e" providerId="LiveId" clId="{0F6830A5-18AB-4F1B-8BBB-DA235794CEC1}" dt="2025-12-16T16:03:17.742" v="1160"/>
          <ac:inkMkLst>
            <pc:docMk/>
            <pc:sldMk cId="1155341855" sldId="280"/>
            <ac:inkMk id="507" creationId="{15384692-8DCD-B3FD-9986-80CAB27DC55C}"/>
          </ac:inkMkLst>
        </pc:inkChg>
        <pc:inkChg chg="add mod">
          <ac:chgData name="Rodica Ioana Lung" userId="64ee56e8d7162e1e" providerId="LiveId" clId="{0F6830A5-18AB-4F1B-8BBB-DA235794CEC1}" dt="2025-12-16T16:03:06.256" v="1146"/>
          <ac:inkMkLst>
            <pc:docMk/>
            <pc:sldMk cId="1155341855" sldId="280"/>
            <ac:inkMk id="508" creationId="{0F664BD5-A763-D75E-F4A2-F273B8C074CD}"/>
          </ac:inkMkLst>
        </pc:inkChg>
        <pc:inkChg chg="add mod">
          <ac:chgData name="Rodica Ioana Lung" userId="64ee56e8d7162e1e" providerId="LiveId" clId="{0F6830A5-18AB-4F1B-8BBB-DA235794CEC1}" dt="2025-12-16T16:03:11.788" v="1151"/>
          <ac:inkMkLst>
            <pc:docMk/>
            <pc:sldMk cId="1155341855" sldId="280"/>
            <ac:inkMk id="509" creationId="{D83B1161-CF08-8CDD-DB2B-7771F65DB740}"/>
          </ac:inkMkLst>
        </pc:inkChg>
        <pc:inkChg chg="add mod">
          <ac:chgData name="Rodica Ioana Lung" userId="64ee56e8d7162e1e" providerId="LiveId" clId="{0F6830A5-18AB-4F1B-8BBB-DA235794CEC1}" dt="2025-12-16T16:03:17.742" v="1160"/>
          <ac:inkMkLst>
            <pc:docMk/>
            <pc:sldMk cId="1155341855" sldId="280"/>
            <ac:inkMk id="510" creationId="{CA52C56F-5CA4-1001-A887-B4ED5E7C19FD}"/>
          </ac:inkMkLst>
        </pc:inkChg>
        <pc:inkChg chg="add mod">
          <ac:chgData name="Rodica Ioana Lung" userId="64ee56e8d7162e1e" providerId="LiveId" clId="{0F6830A5-18AB-4F1B-8BBB-DA235794CEC1}" dt="2025-12-16T16:03:17.742" v="1160"/>
          <ac:inkMkLst>
            <pc:docMk/>
            <pc:sldMk cId="1155341855" sldId="280"/>
            <ac:inkMk id="511" creationId="{B7D15CD9-C061-A83B-FBFC-4F1956D6AA31}"/>
          </ac:inkMkLst>
        </pc:inkChg>
        <pc:inkChg chg="add mod">
          <ac:chgData name="Rodica Ioana Lung" userId="64ee56e8d7162e1e" providerId="LiveId" clId="{0F6830A5-18AB-4F1B-8BBB-DA235794CEC1}" dt="2025-12-16T16:03:11.788" v="1151"/>
          <ac:inkMkLst>
            <pc:docMk/>
            <pc:sldMk cId="1155341855" sldId="280"/>
            <ac:inkMk id="512" creationId="{3502B266-FB52-A53F-160A-F487493891F0}"/>
          </ac:inkMkLst>
        </pc:inkChg>
        <pc:inkChg chg="add mod">
          <ac:chgData name="Rodica Ioana Lung" userId="64ee56e8d7162e1e" providerId="LiveId" clId="{0F6830A5-18AB-4F1B-8BBB-DA235794CEC1}" dt="2025-12-16T16:03:11.788" v="1151"/>
          <ac:inkMkLst>
            <pc:docMk/>
            <pc:sldMk cId="1155341855" sldId="280"/>
            <ac:inkMk id="513" creationId="{43D619A6-842B-FD51-308B-32D4A356D65D}"/>
          </ac:inkMkLst>
        </pc:inkChg>
        <pc:inkChg chg="add mod">
          <ac:chgData name="Rodica Ioana Lung" userId="64ee56e8d7162e1e" providerId="LiveId" clId="{0F6830A5-18AB-4F1B-8BBB-DA235794CEC1}" dt="2025-12-16T16:03:11.788" v="1151"/>
          <ac:inkMkLst>
            <pc:docMk/>
            <pc:sldMk cId="1155341855" sldId="280"/>
            <ac:inkMk id="515" creationId="{C827A2C6-B647-73C4-ED7D-4E68D16A137E}"/>
          </ac:inkMkLst>
        </pc:inkChg>
        <pc:inkChg chg="add mod">
          <ac:chgData name="Rodica Ioana Lung" userId="64ee56e8d7162e1e" providerId="LiveId" clId="{0F6830A5-18AB-4F1B-8BBB-DA235794CEC1}" dt="2025-12-16T16:03:11.788" v="1151"/>
          <ac:inkMkLst>
            <pc:docMk/>
            <pc:sldMk cId="1155341855" sldId="280"/>
            <ac:inkMk id="516" creationId="{025096FC-6171-1CD0-1984-8BC9FDFB9A1C}"/>
          </ac:inkMkLst>
        </pc:inkChg>
        <pc:inkChg chg="add mod">
          <ac:chgData name="Rodica Ioana Lung" userId="64ee56e8d7162e1e" providerId="LiveId" clId="{0F6830A5-18AB-4F1B-8BBB-DA235794CEC1}" dt="2025-12-16T16:03:17.742" v="1160"/>
          <ac:inkMkLst>
            <pc:docMk/>
            <pc:sldMk cId="1155341855" sldId="280"/>
            <ac:inkMk id="517" creationId="{9F152755-ABF9-9E5D-3CE8-A195B0DD6176}"/>
          </ac:inkMkLst>
        </pc:inkChg>
        <pc:inkChg chg="add">
          <ac:chgData name="Rodica Ioana Lung" userId="64ee56e8d7162e1e" providerId="LiveId" clId="{0F6830A5-18AB-4F1B-8BBB-DA235794CEC1}" dt="2025-12-16T16:03:11.180" v="1150" actId="9405"/>
          <ac:inkMkLst>
            <pc:docMk/>
            <pc:sldMk cId="1155341855" sldId="280"/>
            <ac:inkMk id="518" creationId="{2DEB3509-813F-1748-6B3D-C4F26B37800B}"/>
          </ac:inkMkLst>
        </pc:inkChg>
        <pc:inkChg chg="add mod">
          <ac:chgData name="Rodica Ioana Lung" userId="64ee56e8d7162e1e" providerId="LiveId" clId="{0F6830A5-18AB-4F1B-8BBB-DA235794CEC1}" dt="2025-12-16T16:03:17.742" v="1160"/>
          <ac:inkMkLst>
            <pc:docMk/>
            <pc:sldMk cId="1155341855" sldId="280"/>
            <ac:inkMk id="520" creationId="{FF06150C-DD56-153D-459E-7FF651362425}"/>
          </ac:inkMkLst>
        </pc:inkChg>
        <pc:inkChg chg="add mod">
          <ac:chgData name="Rodica Ioana Lung" userId="64ee56e8d7162e1e" providerId="LiveId" clId="{0F6830A5-18AB-4F1B-8BBB-DA235794CEC1}" dt="2025-12-16T16:03:15.354" v="1156"/>
          <ac:inkMkLst>
            <pc:docMk/>
            <pc:sldMk cId="1155341855" sldId="280"/>
            <ac:inkMk id="521" creationId="{9FC1EE8F-E3A2-1170-A0E9-4DC28448EA08}"/>
          </ac:inkMkLst>
        </pc:inkChg>
        <pc:inkChg chg="add mod">
          <ac:chgData name="Rodica Ioana Lung" userId="64ee56e8d7162e1e" providerId="LiveId" clId="{0F6830A5-18AB-4F1B-8BBB-DA235794CEC1}" dt="2025-12-16T16:03:15.354" v="1156"/>
          <ac:inkMkLst>
            <pc:docMk/>
            <pc:sldMk cId="1155341855" sldId="280"/>
            <ac:inkMk id="522" creationId="{261FA0E1-ED60-9556-9071-D440B22576B9}"/>
          </ac:inkMkLst>
        </pc:inkChg>
        <pc:inkChg chg="add mod">
          <ac:chgData name="Rodica Ioana Lung" userId="64ee56e8d7162e1e" providerId="LiveId" clId="{0F6830A5-18AB-4F1B-8BBB-DA235794CEC1}" dt="2025-12-16T16:03:17.742" v="1160"/>
          <ac:inkMkLst>
            <pc:docMk/>
            <pc:sldMk cId="1155341855" sldId="280"/>
            <ac:inkMk id="523" creationId="{FE2FAC7D-4775-844F-C20E-FF8607C97F28}"/>
          </ac:inkMkLst>
        </pc:inkChg>
        <pc:inkChg chg="add mod">
          <ac:chgData name="Rodica Ioana Lung" userId="64ee56e8d7162e1e" providerId="LiveId" clId="{0F6830A5-18AB-4F1B-8BBB-DA235794CEC1}" dt="2025-12-16T16:03:17.742" v="1160"/>
          <ac:inkMkLst>
            <pc:docMk/>
            <pc:sldMk cId="1155341855" sldId="280"/>
            <ac:inkMk id="525" creationId="{253600A5-A59C-68F8-3986-89566FCEA72A}"/>
          </ac:inkMkLst>
        </pc:inkChg>
        <pc:inkChg chg="add mod">
          <ac:chgData name="Rodica Ioana Lung" userId="64ee56e8d7162e1e" providerId="LiveId" clId="{0F6830A5-18AB-4F1B-8BBB-DA235794CEC1}" dt="2025-12-16T16:03:17.742" v="1160"/>
          <ac:inkMkLst>
            <pc:docMk/>
            <pc:sldMk cId="1155341855" sldId="280"/>
            <ac:inkMk id="526" creationId="{5C273C4D-89B4-7871-D6F5-3486863F5179}"/>
          </ac:inkMkLst>
        </pc:inkChg>
        <pc:inkChg chg="add">
          <ac:chgData name="Rodica Ioana Lung" userId="64ee56e8d7162e1e" providerId="LiveId" clId="{0F6830A5-18AB-4F1B-8BBB-DA235794CEC1}" dt="2025-12-16T16:03:17.124" v="1159" actId="9405"/>
          <ac:inkMkLst>
            <pc:docMk/>
            <pc:sldMk cId="1155341855" sldId="280"/>
            <ac:inkMk id="527" creationId="{E600D6FC-780F-8611-6985-5F063D493275}"/>
          </ac:inkMkLst>
        </pc:inkChg>
      </pc:sldChg>
      <pc:sldChg chg="addSp modSp mod">
        <pc:chgData name="Rodica Ioana Lung" userId="64ee56e8d7162e1e" providerId="LiveId" clId="{0F6830A5-18AB-4F1B-8BBB-DA235794CEC1}" dt="2025-12-16T15:41:40.909" v="314" actId="14100"/>
        <pc:sldMkLst>
          <pc:docMk/>
          <pc:sldMk cId="4282378781" sldId="281"/>
        </pc:sldMkLst>
        <pc:picChg chg="add mod">
          <ac:chgData name="Rodica Ioana Lung" userId="64ee56e8d7162e1e" providerId="LiveId" clId="{0F6830A5-18AB-4F1B-8BBB-DA235794CEC1}" dt="2025-12-16T15:41:40.909" v="314" actId="14100"/>
          <ac:picMkLst>
            <pc:docMk/>
            <pc:sldMk cId="4282378781" sldId="281"/>
            <ac:picMk id="4" creationId="{CCFB70F7-5F31-4F7D-48BA-69A79B2755C6}"/>
          </ac:picMkLst>
        </pc:pic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29:03.6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52 388 6911 0 0,'-3'1'-29'0'0,"0"0"0"0"0,0 0-1 0 0,1 1 1 0 0,-1-1-1 0 0,0 1 1 0 0,1-1 0 0 0,-1 1-1 0 0,1 0 1 0 0,0 0-1 0 0,-3 2 1 0 0,-15 11 3490 0 0,32-35 570 0 0,-7 11-3657 0 0,4-8-56 0 0,0-1-1 0 0,-1 0 1 0 0,-1-1 0 0 0,-1 0-1 0 0,-1 0 1 0 0,5-30-1 0 0,-4 5 152 0 0,0-81 0 0 0,-6 113-358 0 0,1 7-4 0 0,-1 0 0 0 0,0-1 0 0 0,0 1-1 0 0,0 0 1 0 0,-1 0 0 0 0,0 0 0 0 0,0 0-1 0 0,-2-6 1 0 0,2 13 8 0 0,-1 2-1 0 0,1-1 1 0 0,0 0-1 0 0,1 0 1 0 0,-1 0-1 0 0,0 6 1 0 0,0 11-35 0 0,1 0 1 0 0,1 0-1 0 0,1 0 1 0 0,1 0 0 0 0,7 27-1 0 0,37 96 683 0 0,-7-22-165 0 0,-28-87-506 0 0,2 9 58 0 0,-14-43-164 0 0,0 0-1 0 0,0 1 0 0 0,0-1 1 0 0,0 0-1 0 0,0 1 0 0 0,0-1 1 0 0,0 0-1 0 0,0 1 0 0 0,0-1 1 0 0,0 0-1 0 0,0 1 0 0 0,0-1 1 0 0,0 0-1 0 0,0 1 0 0 0,0-1 1 0 0,0 0-1 0 0,0 1 0 0 0,-1-1 1 0 0,1 0-1 0 0,0 1 0 0 0,0-1 1 0 0,0 0-1 0 0,-1 1 0 0 0,1-1 1 0 0,0 0-1 0 0,0 0 0 0 0,0 1 1 0 0,-1-1-1 0 0,1 0 0 0 0,0 0 1 0 0,-1 0-1 0 0,1 1 0 0 0,0-1 1 0 0,0 0-1 0 0,-1 0 0 0 0,-3 2-577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29:04.0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 82 10591 0 0,'-5'-12'479'0'0,"2"7"-274"0"0,1-1-1 0 0,0 1 0 0 0,0 0 1 0 0,1-1-1 0 0,0 1 1 0 0,0-1-1 0 0,0 1 0 0 0,0-1 1 0 0,1-10-1 0 0,0 16-156 0 0,0-1-1 0 0,0 1 1 0 0,0 0 0 0 0,0 0-1 0 0,0 0 1 0 0,0-1 0 0 0,1 1 0 0 0,-1 0-1 0 0,0 0 1 0 0,0 0 0 0 0,0 0-1 0 0,0 0 1 0 0,0-1 0 0 0,0 1-1 0 0,0 0 1 0 0,1 0 0 0 0,-1 0-1 0 0,0 0 1 0 0,0 0 0 0 0,0 0 0 0 0,0-1-1 0 0,1 1 1 0 0,-1 0 0 0 0,0 0-1 0 0,0 0 1 0 0,0 0 0 0 0,0 0-1 0 0,1 0 1 0 0,-1 0 0 0 0,0 0 0 0 0,0 0-1 0 0,0 0 1 0 0,1 0 0 0 0,-1 0-1 0 0,0 0 1 0 0,0 0 0 0 0,0 0-1 0 0,0 0 1 0 0,1 0 0 0 0,-1 0-1 0 0,0 0 1 0 0,0 0 0 0 0,0 0 0 0 0,1 0-1 0 0,-1 1 1 0 0,0-1 0 0 0,0 0-1 0 0,0 0 1 0 0,0 0 0 0 0,0 0-1 0 0,1 0 1 0 0,-1 0 0 0 0,0 1 0 0 0,11 8 1066 0 0,-10-8-975 0 0,16 17 507 0 0,-2 1 0 0 0,0 0-1 0 0,-1 1 1 0 0,21 39 0 0 0,-34-56-601 0 0,29 53 468 0 0,-2 1 1 0 0,-2 2-1 0 0,26 90 1 0 0,-40-104-403 0 0,-2 1-1 0 0,-2 0 1 0 0,-1 1 0 0 0,-3-1-1 0 0,-3 69 1 0 0,-4-82-52 0 0,-1-1 1 0 0,-1 1-1 0 0,-2-1 0 0 0,-2 0 1 0 0,-13 32-1 0 0,4-19 52 0 0,-3 0-1 0 0,-44 71 1 0 0,57-100-230 0 0,9-16-26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29:05.41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119 258 4143 0 0,'-4'0'378'0'0,"0"-1"0"0"0,0 1 0 0 0,0-1 0 0 0,-1 0 0 0 0,1-1 0 0 0,0 1 0 0 0,0-1 0 0 0,1 1-1 0 0,-8-6 1 0 0,1 1 552 0 0,1 0 0 0 0,-11-10-1 0 0,17 13-683 0 0,0 0-1 0 0,0 0 0 0 0,1 0 0 0 0,-1 0 1 0 0,1 0-1 0 0,0-1 0 0 0,0 1 0 0 0,0-1 1 0 0,0 1-1 0 0,0-1 0 0 0,1 0 0 0 0,-1 0 1 0 0,1 0-1 0 0,0 0 0 0 0,1 0 0 0 0,-1 0 1 0 0,1 0-1 0 0,-1 0 0 0 0,1 0 1 0 0,0 0-1 0 0,1 0 0 0 0,-1 0 0 0 0,1 0 1 0 0,0 0-1 0 0,0 0 0 0 0,0 0 0 0 0,0 0 1 0 0,1 0-1 0 0,-1 1 0 0 0,5-7 0 0 0,-3 3-73 0 0,1 1-1 0 0,1-1 0 0 0,-1 1 1 0 0,1 0-1 0 0,0 1 0 0 0,0-1 0 0 0,1 1 1 0 0,0 0-1 0 0,0 0 0 0 0,0 1 1 0 0,0-1-1 0 0,1 2 0 0 0,0-1 1 0 0,-1 1-1 0 0,14-5 0 0 0,-14 6-139 0 0,0 1-1 0 0,1-1 1 0 0,-1 1 0 0 0,0 1-1 0 0,1-1 1 0 0,-1 1 0 0 0,1 0-1 0 0,-1 0 1 0 0,1 1-1 0 0,-1 0 1 0 0,0 0 0 0 0,1 1-1 0 0,-1-1 1 0 0,0 2 0 0 0,0-1-1 0 0,0 0 1 0 0,0 1 0 0 0,-1 0-1 0 0,1 1 1 0 0,-1-1-1 0 0,0 1 1 0 0,0 0 0 0 0,0 0-1 0 0,0 0 1 0 0,-1 1 0 0 0,1 0-1 0 0,-1 0 1 0 0,0 0-1 0 0,-1 0 1 0 0,1 1 0 0 0,-1 0-1 0 0,0-1 1 0 0,-1 1 0 0 0,1 0-1 0 0,1 9 1 0 0,-1-1-27 0 0,-1-1 0 0 0,-1 0 1 0 0,0 1-1 0 0,-1-1 0 0 0,0 1 0 0 0,-1-1 1 0 0,0 0-1 0 0,-1 1 0 0 0,-1-1 1 0 0,-8 24-1 0 0,0-4-6 0 0,-2-2-1 0 0,-2 0 1 0 0,-19 32 0 0 0,25-48 13 0 0,-2 5-21 0 0,-1-1 1 0 0,-22 27-1 0 0,30-41 21 0 0,1-1 0 0 0,-1 0 0 0 0,0 0 0 0 0,0-1-1 0 0,-1 1 1 0 0,1-1 0 0 0,-1 0 0 0 0,0 0 0 0 0,0 0 0 0 0,0-1 0 0 0,0 0 0 0 0,0 0 0 0 0,0 0-1 0 0,-1 0 1 0 0,-9 1 0 0 0,14-3-12 0 0,-1 0 0 0 0,1 0 0 0 0,-1 0 0 0 0,1 0 0 0 0,-1 0 0 0 0,1-1 0 0 0,-1 1 0 0 0,1 0 0 0 0,-1-1 0 0 0,1 1 0 0 0,-1-1 0 0 0,1 1 0 0 0,-1-1 0 0 0,1 1 0 0 0,0-1 0 0 0,0 0 0 0 0,-1 0 0 0 0,1 0 0 0 0,0 0 0 0 0,0 0 0 0 0,0 0 0 0 0,0 0 0 0 0,0 0 0 0 0,0 0 0 0 0,0-1 0 0 0,0 1 0 0 0,0 0 0 0 0,1-1 0 0 0,-1 1 0 0 0,1 0 0 0 0,-1-1 0 0 0,1 1 0 0 0,-1-1 0 0 0,1 1 0 0 0,0-1 0 0 0,-1 1 0 0 0,1-1 0 0 0,0-1 0 0 0,0-1 0 0 0,0 0 0 0 0,0 1 0 0 0,0-1 0 0 0,1 0 0 0 0,-1 1 0 0 0,1-1 0 0 0,0 1 0 0 0,0-1 0 0 0,0 1 0 0 0,1-1 0 0 0,-1 1 0 0 0,1 0 0 0 0,0-1 0 0 0,-1 1 0 0 0,4-3 0 0 0,-3 3 0 0 0,1 1 0 0 0,-1 0 0 0 0,1-1 0 0 0,0 1-1 0 0,-1 1 1 0 0,1-1 0 0 0,0 0 0 0 0,0 0 0 0 0,0 1 0 0 0,1 0 0 0 0,-1 0 0 0 0,0 0-1 0 0,6-1 1 0 0,-4 1-10 0 0,0 1-1 0 0,1-1 1 0 0,-1 2-1 0 0,1-1 0 0 0,-1 0 1 0 0,0 1-1 0 0,11 3 1 0 0,-2 0-4 0 0,0 2 1 0 0,-1 0-1 0 0,1 0 0 0 0,-1 2 1 0 0,15 10-1 0 0,-5-2-43 0 0,-9-5 143 0 0,2-1 0 0 0,-1 0 0 0 0,34 14 1 0 0,-45-22-63 0 0,1 0 0 0 0,0-1 0 0 0,0 1 1 0 0,0-1-1 0 0,0-1 0 0 0,-1 1 0 0 0,1-1 0 0 0,0 1 1 0 0,0-1-1 0 0,0-1 0 0 0,0 1 0 0 0,0-1 1 0 0,0 0-1 0 0,0 0 0 0 0,0 0 0 0 0,-1-1 0 0 0,1 0 1 0 0,0 0-1 0 0,6-4 0 0 0,-7 4-12 0 0,0-1 0 0 0,0 0-1 0 0,-1-1 1 0 0,1 1 0 0 0,-1-1 0 0 0,6-7-1 0 0,1-5-6398 0 0,-5 8-800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29:05.815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9 50 8287 0 0,'-1'-2'534'0'0,"-1"-1"-1"0"0,1 0 1 0 0,0 0-1 0 0,0 0 0 0 0,0 0 1 0 0,1 0-1 0 0,-1 0 1 0 0,1 0-1 0 0,0 0 1 0 0,0-1-1 0 0,0 1 0 0 0,0 0 1 0 0,0 0-1 0 0,1-4 1 0 0,0 7-422 0 0,-1 0 1 0 0,0 0 0 0 0,1 0-1 0 0,-1 0 1 0 0,1 0 0 0 0,-1 0 0 0 0,0 0-1 0 0,1 0 1 0 0,-1 0 0 0 0,1 0-1 0 0,-1 0 1 0 0,0 0 0 0 0,1 0 0 0 0,-1 0-1 0 0,1 0 1 0 0,-1 0 0 0 0,0 0-1 0 0,1 0 1 0 0,-1 0 0 0 0,0 1 0 0 0,1-1-1 0 0,-1 0 1 0 0,0 0 0 0 0,1 1-1 0 0,-1-1 1 0 0,0 0 0 0 0,1 0 0 0 0,-1 1-1 0 0,0-1 1 0 0,0 0 0 0 0,1 1-1 0 0,-1 0 1 0 0,14 12 708 0 0,-1 2-439 0 0,0 1 0 0 0,-1 1 1 0 0,13 27-1 0 0,23 58 48 0 0,-30-56-341 0 0,-2 1-1 0 0,-3 1 0 0 0,11 64 1 0 0,7 151 263 0 0,-27-212-254 0 0,-1-22 47 0 0,-1 1 0 0 0,-4 43 0 0 0,1-63-83 0 0,0 0-1 0 0,-1 0 0 0 0,0 0 1 0 0,-1 0-1 0 0,0-1 1 0 0,0 0-1 0 0,-1 1 1 0 0,0-1-1 0 0,-1 0 1 0 0,0-1-1 0 0,-7 9 0 0 0,4-6-56 0 0,4-8-27 0 0,1 1 0 0 0,0-1 0 0 0,1 1 0 0 0,-1 0 0 0 0,-3 7-1 0 0,6-10-233 0 0,2 0-61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29:14.494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61 109 1767 0 0,'-32'-3'3604'0'0,"31"3"-3363"0"0,-1 0-1 0 0,0-1 1 0 0,0 1-1 0 0,0-1 1 0 0,1 1-1 0 0,-1-1 1 0 0,0 0-1 0 0,1 0 0 0 0,-1 0 1 0 0,1 0-1 0 0,-1 0 1 0 0,1 0-1 0 0,-1 0 1 0 0,0-1-1 0 0,1 0-87 0 0,1 1 0 0 0,-1 0-1 0 0,1 0 1 0 0,0 0 0 0 0,-1 0 0 0 0,1 0 0 0 0,0 0-1 0 0,0 0 1 0 0,0-1 0 0 0,0 1 0 0 0,0 0 0 0 0,0 0-1 0 0,0 0 1 0 0,0 0 0 0 0,0-1 0 0 0,1 1 0 0 0,-1 0 0 0 0,0 0-1 0 0,1 0 1 0 0,-1 0 0 0 0,2-1 0 0 0,12-24 1216 0 0,-13 25-1261 0 0,1-3-55 0 0,1 1 0 0 0,-1 0 0 0 0,0 1 0 0 0,1-1 0 0 0,-1 0 0 0 0,1 1 1 0 0,0-1-1 0 0,0 1 0 0 0,0 0 0 0 0,0 0 0 0 0,0 0 0 0 0,1 1 0 0 0,-1-1 0 0 0,0 1 1 0 0,1-1-1 0 0,-1 1 0 0 0,1 0 0 0 0,6-1 0 0 0,-4 2-49 0 0,0 0 0 0 0,0 0 0 0 0,0 1 1 0 0,0 0-1 0 0,0 0 0 0 0,0 0 0 0 0,0 1 0 0 0,-1-1 0 0 0,1 1 0 0 0,10 6 0 0 0,7 2 5 0 0,0 0-1 0 0,1-2 1 0 0,0 0-1 0 0,35 5 1 0 0,100 7 237 0 0,-29-6 624 0 0,-88-8-645 0 0,-1-2 0 0 0,1-2 0 0 0,-1-2 0 0 0,1-2 0 0 0,47-8 1 0 0,-64 6-199 0 0,79-9 241 0 0,-85 12-221 0 0,0 0 0 0 0,0 2 0 0 0,29 4-1 0 0,0 1-56 0 0,-1-3-1 0 0,1-1 0 0 0,0-2 1 0 0,-1-3-1 0 0,85-14 0 0 0,-96 12 11 0 0,0 1 0 0 0,1 2 0 0 0,-1 2 0 0 0,1 1 0 0 0,-1 2 0 0 0,47 9 0 0 0,-47-7 8 0 0,0-1 0 0 0,0-2 0 0 0,1-1 0 0 0,-1-2 0 0 0,1-2 0 0 0,-1-1 0 0 0,63-16 0 0 0,-2-4-8 0 0,-91 22 0 0 0,0 1 0 0 0,0 0 0 0 0,0 0 0 0 0,0 0 0 0 0,-1 1 0 0 0,1-1 0 0 0,0 2 0 0 0,0-1 0 0 0,0 1 0 0 0,0-1 0 0 0,0 2 0 0 0,0-1 0 0 0,-1 1 0 0 0,1 0 0 0 0,0 0 0 0 0,-1 0 0 0 0,0 1 0 0 0,1 0 0 0 0,-1 0 0 0 0,0 0 0 0 0,0 1 0 0 0,5 4 0 0 0,6 6 141 0 0,0-1 1 0 0,29 18-1 0 0,-36-27-76 0 0,0 1 0 0 0,0-1 1 0 0,0-1-1 0 0,0 0 0 0 0,1 0 0 0 0,-1-1 0 0 0,19 3 1 0 0,-3-4 107 0 0,-1-1 1 0 0,1-1 0 0 0,-1-1 0 0 0,44-9 0 0 0,-19-1-66 0 0,63-24 1 0 0,-81 23-74 0 0,-16 7-59 0 0,0 0-1 0 0,27-6 0 0 0,-37 11 60 0 0,0 0 0 0 0,0 1 0 0 0,1-1 0 0 0,-1 1 0 0 0,0 0 0 0 0,0 1 0 0 0,0-1 0 0 0,0 1 0 0 0,0 0 0 0 0,0 0 0 0 0,0 1 0 0 0,8 3 0 0 0,2 2 165 0 0,1-1 0 0 0,-1 0 0 0 0,1-1-1 0 0,1-1 1 0 0,-1 0 0 0 0,0-1 0 0 0,1-1 0 0 0,0-1-1 0 0,-1 0 1 0 0,1-1 0 0 0,0-1 0 0 0,29-5-1 0 0,-39 4-54 0 0,-6 1-370 0 0,-4 1-1213 0 0,-8 3-6209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29:32.747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14 413 455 0 0,'0'-11'519'0'0,"-1"-1"0"0"0,0 1 0 0 0,-4-19 0 0 0,3 24 779 0 0,0 6-319 0 0,0 12 247 0 0,2 22-150 0 0,15 133 745 0 0,-10-117-1219 0 0,16 123 1403 0 0,-14-134-1694 0 0,2 0 0 0 0,18 52 0 0 0,118 373 1105 0 0,-139-437-1368 0 0,155 574 976 0 0,-128-495-659 0 0,52 151 480 0 0,21-7-119 0 0,15-28-128 0 0,-34-66-261 0 0,-3 4-59 0 0,111 197 186 0 0,-136-260-154 0 0,112 140-1 0 0,-78-132-156 0 0,34 43 30 0 0,20 28 177 0 0,-35-46-72 0 0,-61-71-78 0 0,2-2 0 0 0,117 97 0 0 0,-64-58-61 0 0,-65-56-48 0 0,49 37 1 0 0,174 111 175 0 0,-197-140-168 0 0,2-3-1 0 0,2-4 1 0 0,2-2 0 0 0,149 55 0 0 0,-156-72-63 0 0,1-3 0 0 0,1-3 0 0 0,1-3 0 0 0,0-3 0 0 0,0-3 0 0 0,84-2 1 0 0,-70-8-32 0 0,1-4 0 0 0,84-18 0 0 0,-117 14-9 0 0,-1-2 0 0 0,-1-2-1 0 0,0-3 1 0 0,70-35 0 0 0,-103 45-6 0 0,244-132 0 0 0,-11-18 0 0 0,-215 132 0 0 0,-2-2 0 0 0,-1-1 0 0 0,-2-1 0 0 0,0-2 0 0 0,31-45 0 0 0,-7 7 0 0 0,59-87 0 0 0,65-150 0 0 0,-98 155 0 0 0,-21 37 0 0 0,90-215 0 0 0,-124 270 0 0 0,62-196 0 0 0,-19-6 0 0 0,-36 134 0 0 0,79-386 49 0 0,-48 155-122 0 0,-19 146 73 0 0,-11 60 0 0 0,32-149 0 0 0,-33 164 0 0 0,9-40-2 0 0,40-203 15 0 0,-47 151 86 0 0,-6 32-153 0 0,15 3 73 0 0,-14 99 23 0 0,-27 93-102 0 0,-2 5-10 0 0,-4 9-279 0 0,3-4-218 0 0,-3 3-368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29:34.285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177 0 2759 0 0,'-4'1'256'0'0,"0"0"0"0"0,0 0 0 0 0,0 0 0 0 0,0 1 0 0 0,0-1 0 0 0,1 1 0 0 0,-1 0 0 0 0,0 0-1 0 0,1 0 1 0 0,-1 1 0 0 0,-2 2 0 0 0,-10 6 941 0 0,9-6-799 0 0,0 1 1 0 0,1-1-1 0 0,-1 1 0 0 0,1 0 0 0 0,1 0 0 0 0,-1 1 0 0 0,1 0 0 0 0,1 0 0 0 0,-1 0 0 0 0,1 1 0 0 0,0-1 0 0 0,1 1 1 0 0,-4 11-1 0 0,-3 12-137 0 0,2 0-1 0 0,-6 36 1 0 0,12-57-103 0 0,1 1 0 0 0,0-1 0 0 0,1 11 1 0 0,0-19-110 0 0,0 1 1 0 0,0-1 0 0 0,0 0-1 0 0,0 1 1 0 0,1-1 0 0 0,-1 0 0 0 0,1 0-1 0 0,0 1 1 0 0,-1-1 0 0 0,1 0-1 0 0,0 0 1 0 0,0 0 0 0 0,1 0 0 0 0,-1 0-1 0 0,0 0 1 0 0,1 0 0 0 0,-1 0 0 0 0,1-1-1 0 0,3 4 1 0 0,-4-5-38 0 0,0 1 1 0 0,-1-1-1 0 0,1 0 0 0 0,0 1 0 0 0,0-1 1 0 0,0 0-1 0 0,0 0 0 0 0,0 0 1 0 0,0 0-1 0 0,0 0 0 0 0,0 0 1 0 0,0 0-1 0 0,0 0 0 0 0,0 0 1 0 0,0 0-1 0 0,0-1 0 0 0,0 1 0 0 0,0 0 1 0 0,-1-1-1 0 0,1 1 0 0 0,1-1 1 0 0,0 0-1 0 0,-1 1-1 0 0,0-1 1 0 0,1 1 0 0 0,-1-1 0 0 0,0 1 0 0 0,1-1 0 0 0,-1 1 0 0 0,1 0 0 0 0,-1 0-1 0 0,1 0 1 0 0,2 0 0 0 0,9 2 60 0 0,0-1-1 0 0,0-1 0 0 0,26-2 0 0 0,0 1 60 0 0,-36 1-112 0 0,-1-1 1 0 0,1 1-1 0 0,0 0 0 0 0,0-1 0 0 0,-1 0 0 0 0,1 1 1 0 0,0-1-1 0 0,-1 0 0 0 0,1 0 0 0 0,0-1 0 0 0,-1 1 0 0 0,0 0 1 0 0,1-1-1 0 0,-1 0 0 0 0,0 1 0 0 0,0-1 0 0 0,0 0 1 0 0,0 0-1 0 0,3-4 0 0 0,-2 1 43 0 0,0 1 1 0 0,0-1 0 0 0,-1 0-1 0 0,1 0 1 0 0,-1 0-1 0 0,0 0 1 0 0,-1 0-1 0 0,3-11 1 0 0,-3 12 37 0 0,0-1 1 0 0,0 0-1 0 0,-1 0 1 0 0,0 0-1 0 0,1 0 1 0 0,-1 0-1 0 0,-1 0 0 0 0,1 0 1 0 0,-1 0-1 0 0,0 0 1 0 0,-2-7-1 0 0,-1 3-29 0 0,1 0 0 0 0,-1 1 0 0 0,-1-1 0 0 0,1 1-1 0 0,-1 0 1 0 0,-1 1 0 0 0,1-1 0 0 0,-2 1 0 0 0,1 0 0 0 0,-9-8-1 0 0,11 12-43 0 0,0 0-1 0 0,0 0 0 0 0,0 1 0 0 0,0-1 0 0 0,-1 1 0 0 0,1 0 1 0 0,-1 0-1 0 0,1 1 0 0 0,-1-1 0 0 0,0 1 0 0 0,1 0 0 0 0,-1 0 0 0 0,0 0 1 0 0,0 1-1 0 0,0 0 0 0 0,0 0 0 0 0,0 0 0 0 0,0 0 0 0 0,1 1 1 0 0,-1 0-1 0 0,-7 2 0 0 0,9-2-23 0 0,-1 0 0 0 0,1 0 0 0 0,0 1 0 0 0,0 0 0 0 0,-1-1 0 0 0,1 1 0 0 0,1 0 0 0 0,-1 1-1 0 0,0-1 1 0 0,0 0 0 0 0,1 1 0 0 0,-1-1 0 0 0,1 1 0 0 0,0 0 0 0 0,-2 3 0 0 0,1-1 6 0 0,1 0-1 0 0,0 0 0 0 0,0 0 1 0 0,0 0-1 0 0,1 0 0 0 0,-1 1 1 0 0,1-1-1 0 0,0 0 0 0 0,1 8 1 0 0,-1-4-1 0 0,2-1 0 0 0,-1 0 0 0 0,1 1 0 0 0,0-1 0 0 0,1 0 1 0 0,0 0-1 0 0,0 0 0 0 0,1 0 0 0 0,0 0 0 0 0,1-1 1 0 0,-1 1-1 0 0,1-1 0 0 0,6 8 0 0 0,-6-10-8 0 0,1 0 0 0 0,0 0 0 0 0,0-1 0 0 0,0 1 0 0 0,0-1 0 0 0,1 0 0 0 0,7 3 0 0 0,-9-5 0 0 0,0 0 0 0 0,-1 0 0 0 0,2 0 0 0 0,-1-1 0 0 0,0 0 0 0 0,0 0 0 0 0,0 0 0 0 0,0 0 0 0 0,1-1 0 0 0,-1 1 0 0 0,0-1 0 0 0,7-1 0 0 0,-7 0 2 0 0,0 0 0 0 0,-1 0 0 0 0,1-1 0 0 0,0 1 0 0 0,-1-1 0 0 0,1 0 0 0 0,-1 0 0 0 0,0-1 0 0 0,0 1 0 0 0,1-1 0 0 0,-2 1 0 0 0,1-1 0 0 0,4-4 0 0 0,-2 0 7 0 0,0 0 0 0 0,0 0 0 0 0,0 0 0 0 0,-1 0 1 0 0,4-11-1 0 0,-5 12 44 0 0,-1-1 1 0 0,0 1 0 0 0,-1-1-1 0 0,0 0 1 0 0,0 0-1 0 0,0 0 1 0 0,-1 0-1 0 0,0 0 1 0 0,0 0-1 0 0,-1 1 1 0 0,0-1-1 0 0,-2-9 1 0 0,1 7 1 0 0,-1 1 0 0 0,0-1 0 0 0,0 1 0 0 0,-1 0 0 0 0,0 0 0 0 0,0 1-1 0 0,-1-1 1 0 0,0 1 0 0 0,-8-9 0 0 0,3 4 11 0 0,9 10-60 0 0,1 1-1 0 0,-1 0 1 0 0,0 0 0 0 0,1 0 0 0 0,-1-1 0 0 0,0 1-1 0 0,0 0 1 0 0,0 0 0 0 0,0 0 0 0 0,0 1-1 0 0,0-1 1 0 0,0 0 0 0 0,0 0 0 0 0,-1 0 0 0 0,1 1-1 0 0,0-1 1 0 0,0 1 0 0 0,-1-1 0 0 0,1 1-1 0 0,0-1 1 0 0,-1 1 0 0 0,1 0 0 0 0,0 0 0 0 0,-1 0-1 0 0,1-1 1 0 0,-1 1 0 0 0,1 0 0 0 0,0 1 0 0 0,-1-1-1 0 0,1 0 1 0 0,-2 1 0 0 0,1-1 2 0 0,1 1 0 0 0,-1-1 0 0 0,0 1 0 0 0,1-1 0 0 0,-1 1 1 0 0,1 0-1 0 0,-1 0 0 0 0,1 0 0 0 0,-1 0 0 0 0,1 0 0 0 0,0 0 0 0 0,-1 0 0 0 0,1 0 1 0 0,0 1-1 0 0,0-1 0 0 0,-2 3 0 0 0,1-1 2 0 0,1 1-1 0 0,-1-1 1 0 0,1 0 0 0 0,0 0-1 0 0,0 1 1 0 0,0-1 0 0 0,0 7-1 0 0,0 3 19 0 0,1 0 1 0 0,0 0-1 0 0,3 19 0 0 0,-1-21-14 0 0,0-1 1 0 0,0 1 0 0 0,1-1-1 0 0,5 12 1 0 0,-8-19-13 0 0,1-1-1 0 0,0 0 1 0 0,0 0 0 0 0,0 0-1 0 0,0 0 1 0 0,0 0 0 0 0,1 0 0 0 0,-1 0-1 0 0,1 0 1 0 0,-1 0 0 0 0,1-1-1 0 0,0 1 1 0 0,0 0 0 0 0,-1-1-1 0 0,1 0 1 0 0,0 1 0 0 0,0-1 0 0 0,0 0-1 0 0,1 0 1 0 0,-1 0 0 0 0,0 0-1 0 0,0-1 1 0 0,1 1 0 0 0,-1 0-1 0 0,4-1 1 0 0,-5 0-2 0 0,1 0 0 0 0,-1-1 0 0 0,0 1 0 0 0,1-1 0 0 0,-1 1 0 0 0,0-1 0 0 0,1 0 0 0 0,-1 1 0 0 0,0-1 0 0 0,0 0 0 0 0,1 0 0 0 0,-1 0 0 0 0,0 0 0 0 0,0 0 0 0 0,0 0 0 0 0,0 0 0 0 0,0 0 0 0 0,-1-1 0 0 0,2 0 0 0 0,-1-1 0 0 0,1 2 0 0 0,-1-1 0 0 0,1 0 0 0 0,0 0 0 0 0,0 0 0 0 0,0 1 0 0 0,2-2 0 0 0,-3 2 0 0 0,1 0 0 0 0,-1 0 0 0 0,0 0 0 0 0,1 0 0 0 0,-1-1 0 0 0,0 1 0 0 0,0 0 0 0 0,1 0 0 0 0,-1-1 0 0 0,0 1 0 0 0,0-1 0 0 0,-1 1 0 0 0,1-1 0 0 0,0 1 0 0 0,0-1 0 0 0,0-1 0 0 0,0-1 0 0 0,-1 1 0 0 0,1-1 0 0 0,-1 0 0 0 0,1 1 0 0 0,-1-1 0 0 0,0 1 0 0 0,-1-6 0 0 0,-1-2 0 0 0,-1-1 0 0 0,0 1 0 0 0,-7-19 0 0 0,9 28 4 0 0,0 0 0 0 0,-1-1 0 0 0,1 1 0 0 0,-1 0 0 0 0,1 0 0 0 0,-1 0-1 0 0,0 0 1 0 0,0 0 0 0 0,0 1 0 0 0,0-1 0 0 0,0 0 0 0 0,0 1 0 0 0,-1 0 0 0 0,1-1 0 0 0,-5-1-1 0 0,-9-6 91 0 0,4-1 4 0 0,12 10-87 0 0,0-1 0 0 0,-1 1 0 0 0,1-1 0 0 0,-1 1 0 0 0,1-1 1 0 0,-1 1-1 0 0,1-1 0 0 0,-1 1 0 0 0,1 0 0 0 0,-1-1 0 0 0,1 1 0 0 0,-1 0 0 0 0,0 0 0 0 0,1-1 0 0 0,-1 1 0 0 0,0 0 1 0 0,0 0 2 0 0,0 0 1 0 0,0 1 0 0 0,0-1 0 0 0,0 1 0 0 0,0-1 0 0 0,0 1 0 0 0,0 0-1 0 0,1-1 1 0 0,-1 1 0 0 0,0 0 0 0 0,1-1 0 0 0,-1 1 0 0 0,0 0-1 0 0,1 0 1 0 0,-2 1 0 0 0,1 1-2 0 0,-1-1 0 0 0,1 1 0 0 0,0 0 0 0 0,-1-1 0 0 0,1 1 0 0 0,1 0 0 0 0,-1 0 0 0 0,0 0-1 0 0,1 0 1 0 0,-1 0 0 0 0,1 0 0 0 0,0 3 0 0 0,5 0-1515 0 0,0 6-6012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29:36.914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45 219 3223 0 0,'-3'-14'51'0'0,"-19"-87"1809"0"0,4 0 3653 0 0,18 98-3700 0 0,-1 5-564 0 0,1 8 12 0 0,0 18-540 0 0,2 14-255 0 0,10 156 331 0 0,-6-153-726 0 0,1 0-1 0 0,17 59 1 0 0,-21-95-24 0 0,0 0 0 0 0,0 0-1 0 0,1 0 1 0 0,1 0 0 0 0,-1-1 0 0 0,1 1 0 0 0,1-1-1 0 0,10 12 1 0 0,-13-17-30 0 0,-1-1 0 0 0,1 1 0 0 0,0-1-1 0 0,0 0 1 0 0,0 0 0 0 0,0 0 0 0 0,0 0-1 0 0,0 0 1 0 0,1-1 0 0 0,-1 1 0 0 0,1-1-1 0 0,-1 0 1 0 0,1 0 0 0 0,-1-1 0 0 0,1 1 0 0 0,0-1-1 0 0,-1 1 1 0 0,1-1 0 0 0,0 0 0 0 0,0 0-1 0 0,-1-1 1 0 0,1 1 0 0 0,-1-1 0 0 0,1 0-1 0 0,6-2 1 0 0,-1-1 23 0 0,0 0 0 0 0,0-1 1 0 0,-1 0-1 0 0,1 0 0 0 0,-1-1 0 0 0,0 0 0 0 0,-1-1 0 0 0,1 1 0 0 0,-1-1 0 0 0,-1-1 1 0 0,1 1-1 0 0,-1-1 0 0 0,0-1 0 0 0,-1 1 0 0 0,0-1 0 0 0,5-11 0 0 0,-2 0 50 0 0,0-1-1 0 0,-1 0 1 0 0,-1 0 0 0 0,-1 0-1 0 0,-1 0 1 0 0,2-30 0 0 0,-6 21 12 0 0,-1 0 0 0 0,-6-44 0 0 0,-1-31 652 0 0,9 152-670 0 0,13 90 0 0 0,-8-105-59 0 0,1-1 1 0 0,2 0 0 0 0,24 56-1 0 0,-29-79-25 0 0,0 0 0 0 0,0 0 0 0 0,1 0 0 0 0,0-1 0 0 0,1 0 0 0 0,-1 0 0 0 0,2-1 0 0 0,-1 1 0 0 0,13 9 0 0 0,-17-14 0 0 0,1 0 0 0 0,0-1 0 0 0,0 1 0 0 0,0 0 0 0 0,0-1 0 0 0,1 0 0 0 0,-1 0 0 0 0,0 0 0 0 0,0 0 0 0 0,1 0 0 0 0,-1-1 0 0 0,1 1 0 0 0,-1-1 0 0 0,1 0 0 0 0,-1 0 0 0 0,0 0 0 0 0,1-1 0 0 0,-1 1 0 0 0,1-1 0 0 0,-1 0 0 0 0,0 0 0 0 0,0 0 0 0 0,1 0 0 0 0,-1 0 0 0 0,0-1 0 0 0,0 1 0 0 0,0-1 0 0 0,3-2 0 0 0,-1-1 0 0 0,0 0 0 0 0,0 1 0 0 0,0-2 0 0 0,-1 1 0 0 0,0-1 0 0 0,0 1 0 0 0,0-1 0 0 0,-1 0 0 0 0,1-1 0 0 0,-2 1 0 0 0,1 0 0 0 0,3-12 0 0 0,0-4 0 0 0,-1-1 0 0 0,3-32 0 0 0,-4-3 133 0 0,2-17 231 0 0,-4 65-319 0 0,0 0 0 0 0,0 1 0 0 0,1-1 1 0 0,0 1-1 0 0,6-12 0 0 0,-9 20-37 0 0,1 0 1 0 0,-1 0-1 0 0,1 0 0 0 0,-1 0 0 0 0,1 0 1 0 0,0 0-1 0 0,-1 0 0 0 0,1 0 0 0 0,0 0 1 0 0,0 0-1 0 0,0 0 0 0 0,0 1 0 0 0,0-1 1 0 0,0 0-1 0 0,0 1 0 0 0,0-1 0 0 0,0 0 1 0 0,0 1-1 0 0,2-1 0 0 0,-2 1 7 0 0,0 0-1 0 0,0 0 0 0 0,0 0 1 0 0,0 0-1 0 0,0 0 1 0 0,0 0-1 0 0,0 1 0 0 0,0-1 1 0 0,0 0-1 0 0,0 1 0 0 0,0-1 1 0 0,0 0-1 0 0,0 1 1 0 0,0-1-1 0 0,-1 1 0 0 0,1 0 1 0 0,1 0-1 0 0,3 3 35 0 0,-1 1 0 0 0,0-1 1 0 0,0 1-1 0 0,-1 0 0 0 0,1 0 0 0 0,2 6 0 0 0,14 29-49 0 0,-2 2 0 0 0,19 67 0 0 0,-30-89 0 0 0,2 10 0 0 0,-4-13 0 0 0,0 0 0 0 0,2 0 0 0 0,11 23 0 0 0,-18-39 0 0 0,1 0 0 0 0,-1 0 0 0 0,1 0 0 0 0,0 0 0 0 0,-1 0 0 0 0,1 0 0 0 0,0 0 0 0 0,0 0 0 0 0,0 0 0 0 0,0-1 0 0 0,0 1 0 0 0,0 0 0 0 0,0 0 0 0 0,0-1 0 0 0,0 1 0 0 0,0-1 0 0 0,0 1 0 0 0,2 0 0 0 0,-3-1 0 0 0,1 0 0 0 0,0 0 0 0 0,0 0 0 0 0,0 0 0 0 0,-1-1 0 0 0,1 1 0 0 0,0 0 0 0 0,0 0 0 0 0,-1-1 0 0 0,1 1 0 0 0,0 0 0 0 0,0-1 0 0 0,-1 1 0 0 0,1 0 0 0 0,0-1 0 0 0,-1 1 0 0 0,1-1 0 0 0,-1 1 0 0 0,1-1 0 0 0,0-1 0 0 0,2-2 0 0 0,0 0 0 0 0,-1 0 0 0 0,1 0 0 0 0,-1-1 0 0 0,0 1 0 0 0,0-1 0 0 0,1-5 0 0 0,5-25 0 0 0,6-48 0 0 0,3-20 0 0 0,-16 99 9 0 0,0 1 0 0 0,0-1 0 0 0,1 0-1 0 0,-1 1 1 0 0,1-1 0 0 0,0 1 0 0 0,0-1 0 0 0,0 1-1 0 0,5-6 1 0 0,-6 8-5 0 0,0 0 1 0 0,0 0-1 0 0,0 0 0 0 0,1 0 1 0 0,-1 0-1 0 0,0 0 0 0 0,1 1 0 0 0,-1-1 1 0 0,1 1-1 0 0,-1-1 0 0 0,1 1 1 0 0,-1-1-1 0 0,1 1 0 0 0,-1 0 0 0 0,1-1 1 0 0,-1 1-1 0 0,1 0 0 0 0,-1 0 1 0 0,1 0-1 0 0,-1 1 0 0 0,1-1 0 0 0,-1 0 1 0 0,1 0-1 0 0,-1 1 0 0 0,1-1 1 0 0,-1 1-1 0 0,3 1 0 0 0,3 1 5 0 0,0 1 0 0 0,0 0-1 0 0,-1 1 1 0 0,1 0 0 0 0,-1 0 0 0 0,0 0-1 0 0,7 9 1 0 0,35 47-18 0 0,-43-55 12 0 0,20 29-3 0 0,-8-11 0 0 0,0-1 0 0 0,40 40 0 0 0,-57-62 0 0 0,1 0 0 0 0,0 0 0 0 0,0-1 0 0 0,0 1 0 0 0,0 0 0 0 0,0 0 0 0 0,0-1 0 0 0,0 1 0 0 0,1-1 0 0 0,-1 1 0 0 0,0-1 0 0 0,0 1 0 0 0,0-1 0 0 0,1 0 0 0 0,-1 0 0 0 0,0 1 0 0 0,0-1 0 0 0,0 0 0 0 0,1 0 0 0 0,-1 0 0 0 0,0 0 0 0 0,0-1 0 0 0,2 1 0 0 0,-1-1 0 0 0,0 0 0 0 0,0 0 0 0 0,0 0 0 0 0,0-1 0 0 0,0 1 0 0 0,0 0 0 0 0,-1-1 0 0 0,1 1 0 0 0,-1-1 0 0 0,1 1 0 0 0,-1-1 0 0 0,2-2 0 0 0,2-5 0 0 0,0 0 0 0 0,-1 0 0 0 0,0 0 0 0 0,5-17 0 0 0,-1-6 0 0 0,-2-1 0 0 0,3-48 0 0 0,-4 29 0 0 0,-4 50 0 0 0,2 6 0 0 0,5 17 0 0 0,7 29 0 0 0,-6-18 0 0 0,0 1 0 0 0,2-2 0 0 0,25 53 0 0 0,-33-80 2 0 0,-1 0 0 0 0,1 1 0 0 0,0-1 0 0 0,0 0-1 0 0,1-1 1 0 0,-1 1 0 0 0,1 0 0 0 0,0-1 0 0 0,0 0 0 0 0,7 5 0 0 0,-9-7-11 0 0,0 0-1 0 0,0 0 1 0 0,0 0 0 0 0,0-1 0 0 0,0 1 0 0 0,1-1 0 0 0,-1 1 0 0 0,0-1 0 0 0,0 0 0 0 0,0 0-1 0 0,0 0 1 0 0,1 0 0 0 0,-1 0 0 0 0,0 0 0 0 0,0-1 0 0 0,0 1 0 0 0,0-1 0 0 0,0 0 0 0 0,1 1-1 0 0,-1-1 1 0 0,0 0 0 0 0,-1 0 0 0 0,1 0 0 0 0,0 0 0 0 0,0-1 0 0 0,0 1 0 0 0,1-2-1 0 0,13-13-267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29:37.041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31 1 11519 0 0,'-11'1'512'0'0,"4"1"96"0"0,2 0-480 0 0,1 1-128 0 0,3 0 0 0 0,1 1 0 0 0,-2 1 448 0 0,2 3 72 0 0,0 6 16 0 0,2 3 0 0 0,4 2-440 0 0,3-4-96 0 0,4 2 0 0 0,4-3 0 0 0,6 4 0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29:38.130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51 390 2447 0 0,'0'-1'18'0'0,"0"1"-1"0"0,0-1 0 0 0,0 1 0 0 0,-1-1 1 0 0,1 1-1 0 0,0-1 0 0 0,0 1 0 0 0,0-1 0 0 0,0 1 1 0 0,0-1-1 0 0,-1 1 0 0 0,1-1 0 0 0,0 1 0 0 0,-4-4 4428 0 0,0 2-3268 0 0,1 0-910 0 0,1 0-1 0 0,-1 0 1 0 0,1-1-1 0 0,-1 1 1 0 0,1 0 0 0 0,0-1-1 0 0,0 0 1 0 0,0 1-1 0 0,0-1 1 0 0,0 0-1 0 0,1 0 1 0 0,-1 0 0 0 0,1 0-1 0 0,0 0 1 0 0,0 0-1 0 0,-1-4 1 0 0,0-4 436 0 0,0-1 0 0 0,0 1 1 0 0,1 0-1 0 0,1-1 0 0 0,0 0 0 0 0,0 1 1 0 0,4-17-1 0 0,-2 13-175 0 0,2 0 0 0 0,0 0-1 0 0,1 0 1 0 0,12-27 0 0 0,-12 32-407 0 0,1 1 0 0 0,-1 0 0 0 0,1 0-1 0 0,10-11 1 0 0,-14 18-111 0 0,0-1 0 0 0,1 1 1 0 0,0-1-1 0 0,-1 1 0 0 0,1 0 0 0 0,0 0 0 0 0,0 0 0 0 0,0 0 0 0 0,0 0 0 0 0,0 1 0 0 0,1 0 1 0 0,-1-1-1 0 0,0 1 0 0 0,1 0 0 0 0,-1 1 0 0 0,7-2 0 0 0,-7 2-10 0 0,-1 1-1 0 0,0-1 1 0 0,1 1-1 0 0,-1 0 0 0 0,0 0 1 0 0,1 0-1 0 0,-1 0 1 0 0,0 0-1 0 0,0 0 1 0 0,0 0-1 0 0,0 1 1 0 0,0-1-1 0 0,0 1 1 0 0,0-1-1 0 0,0 1 0 0 0,-1 0 1 0 0,1 0-1 0 0,0 0 1 0 0,-1 0-1 0 0,0 0 1 0 0,2 3-1 0 0,2 4-7 0 0,-1-1 0 0 0,0 1 0 0 0,-1 0 0 0 0,4 11 0 0 0,-1 4-35 0 0,-2 0-1 0 0,4 46 1 0 0,-7 51-52 0 0,-1-72 96 0 0,2-158-1 0 0,-3 82 0 0 0,-1-17 0 0 0,1 0 0 0 0,9-66 0 0 0,-7 102 18 0 0,1-1-1 0 0,0 1 0 0 0,4-10 1 0 0,-6 17-11 0 0,1-1 1 0 0,0 0 0 0 0,-1 1 0 0 0,1-1-1 0 0,0 1 1 0 0,0-1 0 0 0,0 1 0 0 0,0-1-1 0 0,0 1 1 0 0,0 0 0 0 0,1-1 0 0 0,-1 1-1 0 0,0 0 1 0 0,1 0 0 0 0,-1 0 0 0 0,0 0-1 0 0,1 0 1 0 0,0 0 0 0 0,-1 0 0 0 0,1 1-1 0 0,3-2 1 0 0,-4 2-5 0 0,1 0 0 0 0,-1 1 0 0 0,1-1 1 0 0,-1 0-1 0 0,1 1 0 0 0,-1-1 0 0 0,1 1 0 0 0,-1 0 0 0 0,1-1 0 0 0,-1 1 0 0 0,0 0 0 0 0,1 0 0 0 0,-1 0 0 0 0,0 0 1 0 0,0 0-1 0 0,1 0 0 0 0,-1 0 0 0 0,0 1 0 0 0,0-1 0 0 0,-1 0 0 0 0,2 2 0 0 0,3 4 12 0 0,-1 0 0 0 0,6 13-1 0 0,18 56 4 0 0,-20-51-6 0 0,2 0-1 0 0,0 0 1 0 0,24 39-1 0 0,-32-61-11 0 0,0 0 0 0 0,0 0 0 0 0,1 0 0 0 0,0-1 0 0 0,-1 1 0 0 0,1-1 0 0 0,0 1 0 0 0,4 1 0 0 0,-7-3 0 0 0,1-1 0 0 0,0 1 0 0 0,-1-1 0 0 0,1 0 0 0 0,0 1 0 0 0,0-1 0 0 0,-1 0 0 0 0,1 0 0 0 0,0 0 0 0 0,0 0 0 0 0,0 1 0 0 0,0-1 0 0 0,-1 0 0 0 0,1 0 0 0 0,0-1 0 0 0,0 1 0 0 0,0 0 0 0 0,-1 0 0 0 0,1 0 0 0 0,0 0 0 0 0,0-1 0 0 0,0 1 0 0 0,-1 0 0 0 0,1-1 0 0 0,0 1 0 0 0,-1-1 0 0 0,1 1 0 0 0,0 0 0 0 0,-1-1 0 0 0,1 0 0 0 0,0 1 0 0 0,-1-1 0 0 0,1 1 0 0 0,-1-1 0 0 0,1 0 0 0 0,-1 1 0 0 0,1-1 0 0 0,-1 0 0 0 0,0 0 0 0 0,1 1 0 0 0,-1-1 0 0 0,1-1 0 0 0,2-6 0 0 0,0-1 0 0 0,0 1 0 0 0,-1-1 0 0 0,0 0 0 0 0,1-16 0 0 0,-2-45 0 0 0,-2 54 0 0 0,1 0 0 0 0,1-1 0 0 0,0 1 0 0 0,6-30 0 0 0,-7 46 0 0 0,0 0 0 0 0,0-1 0 0 0,0 1 0 0 0,0 0 0 0 0,0 0 0 0 0,0 0 0 0 0,0 0 0 0 0,0-1 0 0 0,0 1 0 0 0,1 0 0 0 0,-1 0 0 0 0,0 0 0 0 0,0 0 0 0 0,0-1 0 0 0,0 1 0 0 0,0 0 0 0 0,0 0 0 0 0,0 0 0 0 0,0 0 0 0 0,0 0 0 0 0,1 0 0 0 0,-1-1 0 0 0,0 1 0 0 0,0 0 0 0 0,0 0 0 0 0,0 0 0 0 0,0 0 0 0 0,1 0 0 0 0,-1 0 0 0 0,0 0 0 0 0,0 0 0 0 0,0 0 0 0 0,0 0 0 0 0,0 0 0 0 0,1 0 0 0 0,-1-1 0 0 0,0 1 0 0 0,0 0 0 0 0,0 0 0 0 0,0 0 0 0 0,1 1 0 0 0,4 5 0 0 0,4 13 0 0 0,-9-18 0 0 0,8 24 34 0 0,-1 0 1 0 0,6 50-1 0 0,-9-46-4 0 0,1-1-1 0 0,9 30 1 0 0,-13-55-28 0 0,0 0 0 0 0,0 0 0 0 0,0 0 0 0 0,1-1-1 0 0,-1 1 1 0 0,1-1 0 0 0,-1 1 0 0 0,1-1 0 0 0,0 1 0 0 0,0-1 0 0 0,0 0 0 0 0,0 0-1 0 0,0 0 1 0 0,0 0 0 0 0,4 2 0 0 0,-4-3-1 0 0,0-1 1 0 0,0 1-1 0 0,0 0 1 0 0,0-1-1 0 0,0 0 1 0 0,0 1-1 0 0,0-1 0 0 0,0 0 1 0 0,0 0-1 0 0,0 0 1 0 0,0 0-1 0 0,0-1 0 0 0,0 1 1 0 0,0 0-1 0 0,0-1 1 0 0,-1 1-1 0 0,1-1 1 0 0,0 0-1 0 0,0 0 0 0 0,0 0 1 0 0,0 0-1 0 0,-1 0 1 0 0,3-2-1 0 0,14-10-1338 0 0,-2-2-3474 0 0,1-6-2121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29:38.928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27 629 8287 0 0,'-2'6'224'0'0,"1"-1"0"0"0,0 0 0 0 0,-1 1-1 0 0,2-1 1 0 0,-1 0 0 0 0,1 1 0 0 0,0-1 0 0 0,0 1-1 0 0,2 10 1 0 0,2 6 1051 0 0,6 22 0 0 0,-7-34-1016 0 0,2 11 668 0 0,2-1 0 0 0,0 0 0 0 0,1-1 0 0 0,15 29 0 0 0,-20-42-786 0 0,1-1 1 0 0,-1 1-1 0 0,1-1 0 0 0,0 0 1 0 0,1 0-1 0 0,-1-1 1 0 0,1 1-1 0 0,0-1 0 0 0,0 0 1 0 0,0 0-1 0 0,0-1 0 0 0,1 1 1 0 0,-1-1-1 0 0,1-1 1 0 0,0 1-1 0 0,0-1 0 0 0,0 0 1 0 0,13 3-1 0 0,-16-5-131 0 0,-1 1 1 0 0,1-1-1 0 0,0 0 0 0 0,-1 0 0 0 0,1 0 0 0 0,0-1 0 0 0,-1 1 0 0 0,1-1 1 0 0,0 1-1 0 0,-1-1 0 0 0,1 0 0 0 0,-1 0 0 0 0,1 0 0 0 0,-1 0 1 0 0,0 0-1 0 0,1-1 0 0 0,-1 1 0 0 0,0-1 0 0 0,0 1 0 0 0,0-1 1 0 0,0 0-1 0 0,0 0 0 0 0,0 0 0 0 0,-1 0 0 0 0,1 0 0 0 0,-1 0 1 0 0,1-1-1 0 0,-1 1 0 0 0,2-5 0 0 0,-2 3-10 0 0,1 1 1 0 0,-1-1-1 0 0,0 0 0 0 0,-1 0 1 0 0,1 1-1 0 0,-1-1 0 0 0,0 0 1 0 0,0 0-1 0 0,0 0 0 0 0,0 0 1 0 0,0 1-1 0 0,-1-1 0 0 0,0 0 1 0 0,0 0-1 0 0,0 1 0 0 0,0-1 1 0 0,-1 0-1 0 0,1 1 1 0 0,-1-1-1 0 0,-2-3 0 0 0,-6-6 0 0 0,0 1 0 0 0,-1 0 0 0 0,0 0 0 0 0,0 1-1 0 0,-16-11 1 0 0,-69-42 3 0 0,28 20 59 0 0,67 44-62 0 0,0-1 0 0 0,1 1 0 0 0,-1 0 0 0 0,1-1 0 0 0,-1 1 0 0 0,0-1 0 0 0,1 1 0 0 0,-1-1 0 0 0,1 1 0 0 0,0-1 0 0 0,-1 1 0 0 0,1-1 0 0 0,-1 1 0 0 0,1-1 0 0 0,0 1 0 0 0,-1-1 0 0 0,1 0 0 0 0,0 1 0 0 0,0-1 0 0 0,-1 0 0 0 0,1 1 0 0 0,0-1 0 0 0,0 0 0 0 0,0 1 0 0 0,0-1 0 0 0,0 0 0 0 0,0 1 0 0 0,0-1 0 0 0,0 0 0 0 0,0 1 0 0 0,0-1 0 0 0,0 0 0 0 0,1 1 0 0 0,-1-1 0 0 0,0 0 0 0 0,0 1 0 0 0,1-1 0 0 0,-1 1 0 0 0,0-1 0 0 0,1 0 0 0 0,-1 1 0 0 0,1-1 0 0 0,-1 1 0 0 0,0-1 0 0 0,1 1 0 0 0,-1-1 0 0 0,1 1 0 0 0,0 0 0 0 0,-1-1 0 0 0,2 0 0 0 0,3-2 0 0 0,1-1 0 0 0,-1 1 0 0 0,1 0 0 0 0,7-3 0 0 0,-9 4 0 0 0,17-6-7 0 0,1 0-1 0 0,-1 1 1 0 0,34-5 0 0 0,68-4-33 0 0,-90 13 37 0 0,10 0-9 0 0,62 5 1 0 0,2 0-16 0 0,-88-3 23 0 0,0-1 1 0 0,1 0 0 0 0,26-8-1 0 0,-37 8 4 0 0,-7 2 0 0 0,1 0 0 0 0,-1-1 0 0 0,1 1 0 0 0,-1-1 0 0 0,1 0 0 0 0,-1 0 0 0 0,0 0 0 0 0,0 0 0 0 0,1 0 0 0 0,2-2 0 0 0,-9 3 9 0 0,1-1 0 0 0,0 1 1 0 0,0 0-1 0 0,-1 0 0 0 0,1 0 0 0 0,-5 2 0 0 0,-3 0 6 0 0,-1 1 0 0 0,1 1-1 0 0,0 0 1 0 0,0 1 0 0 0,0 0-1 0 0,0 1 1 0 0,1 0 0 0 0,0 0 0 0 0,0 1-1 0 0,1 1 1 0 0,0-1 0 0 0,-14 16 0 0 0,16-14 0 0 0,0-1 1 0 0,1 1 0 0 0,1 0-1 0 0,-1 0 1 0 0,2 0 0 0 0,-1 1-1 0 0,1 0 1 0 0,0 0 0 0 0,1 0-1 0 0,0 0 1 0 0,1 0 0 0 0,0 1-1 0 0,1-1 1 0 0,-1 17 0 0 0,3-18 12 0 0,-1-1 0 0 0,1 0 0 0 0,0 0 0 0 0,1 1 0 0 0,0-1 0 0 0,0 0 0 0 0,1 0 0 0 0,0-1 0 0 0,0 1 0 0 0,8 12 0 0 0,-9-16-18 0 0,0-1 0 0 0,0 0 0 0 0,1 0 0 0 0,-1-1 0 0 0,1 1-1 0 0,0 0 1 0 0,-1-1 0 0 0,1 0 0 0 0,0 1 0 0 0,0-1-1 0 0,0 0 1 0 0,1-1 0 0 0,-1 1 0 0 0,0 0 0 0 0,1-1-1 0 0,-1 0 1 0 0,1 0 0 0 0,0 0 0 0 0,-1 0 0 0 0,1-1-1 0 0,0 1 1 0 0,-1-1 0 0 0,1 0 0 0 0,0 0 0 0 0,-1 0-1 0 0,6-1 1 0 0,-4-1-10 0 0,0 1 0 0 0,0-1 0 0 0,-1 0 0 0 0,1 0 0 0 0,0-1 0 0 0,-1 1 0 0 0,1-1 0 0 0,-1 0 0 0 0,0 0 0 0 0,0 0 0 0 0,0-1 0 0 0,0 0 0 0 0,-1 1 0 0 0,4-6 0 0 0,2-3 0 0 0,0-1 0 0 0,-1 0 0 0 0,10-22 0 0 0,-7 8 34 0 0,0 0 0 0 0,-3-1 0 0 0,0 1 0 0 0,-2-2 0 0 0,0 1 0 0 0,-2-1 0 0 0,0-37 0 0 0,-18-205 463 0 0,-1 46-257 0 0,16 209-174 0 0,-1 11-27 0 0,1 0 0 0 0,-1 0 0 0 0,-1 0 0 0 0,0-7-1 0 0,-4 36-27 0 0,-3 44-26 0 0,2-1 1 0 0,4 1-1 0 0,3 0 0 0 0,3 0 1 0 0,21 117-1 0 0,-20-164-74 0 0,0 0 1 0 0,1 0-1 0 0,2 0 0 0 0,12 24 1 0 0,-15-35 2 0 0,0-1 0 0 0,1 1 1 0 0,0-2-1 0 0,1 1 0 0 0,0 0 0 0 0,0-1 1 0 0,1-1-1 0 0,0 1 0 0 0,0-1 0 0 0,14 9 1 0 0,-18-14-283 0 0,0 0 1 0 0,0 0 0 0 0,0 0-1 0 0,0-1 1 0 0,1 1 0 0 0,-1-1 0 0 0,1 0-1 0 0,5 1 1 0 0,13-1-6445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29:39.548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168 731 5063 0 0,'-5'-5'788'0'0,"1"1"-1"0"0,-1 0 1 0 0,0 1 0 0 0,-1-1-1 0 0,1 1 1 0 0,0 0-1 0 0,-1 1 1 0 0,0-1-1 0 0,1 1 1 0 0,-11-3-1 0 0,14 5-566 0 0,-1-1 0 0 0,0 1 1 0 0,1-1-1 0 0,-1 1 0 0 0,1 0 0 0 0,-1 0 0 0 0,0 0 0 0 0,1 0 0 0 0,-1 1 0 0 0,0-1 1 0 0,1 1-1 0 0,-1-1 0 0 0,1 1 0 0 0,-1 0 0 0 0,1 0 0 0 0,0 0 0 0 0,-1 0 0 0 0,1 1 1 0 0,0-1-1 0 0,0 0 0 0 0,-1 1 0 0 0,1 0 0 0 0,1 0 0 0 0,-1-1 0 0 0,0 1 0 0 0,-3 4 1 0 0,1 1-99 0 0,0 1 0 0 0,1-1 0 0 0,0 0 0 0 0,0 1 1 0 0,1 0-1 0 0,-1 0 0 0 0,-1 15 0 0 0,-2 58 106 0 0,6-73-205 0 0,0 8 25 0 0,0 1 0 0 0,1 0 0 0 0,1-1-1 0 0,4 20 1 0 0,-4-30-31 0 0,-1 0-1 0 0,1 0 1 0 0,1-1-1 0 0,-1 1 0 0 0,1-1 1 0 0,5 8-1 0 0,-7-10-7 0 0,1-1-1 0 0,1 1 1 0 0,-1-1-1 0 0,0 0 1 0 0,1 1-1 0 0,-1-1 1 0 0,1 0-1 0 0,-1-1 0 0 0,1 1 1 0 0,0 0-1 0 0,0-1 1 0 0,0 0-1 0 0,3 2 1 0 0,-3-3-9 0 0,0 1-1 0 0,0-1 1 0 0,0 0 0 0 0,0 0 0 0 0,0 0 0 0 0,1 0-1 0 0,-1-1 1 0 0,0 1 0 0 0,0-1 0 0 0,0 0 0 0 0,0 1-1 0 0,-1-2 1 0 0,1 1 0 0 0,0 0 0 0 0,0 0 0 0 0,0-1-1 0 0,-1 0 1 0 0,1 1 0 0 0,-1-1 0 0 0,5-4 0 0 0,2-3-2 0 0,-1 1 0 0 0,0-1 0 0 0,14-19 0 0 0,-12 13 1 0 0,-1-1 0 0 0,-1 1 0 0 0,0-2 0 0 0,-1 1 0 0 0,-1-1 0 0 0,0 0 0 0 0,4-24 0 0 0,-6 18 0 0 0,-2 0 0 0 0,0 0 0 0 0,-1 0 0 0 0,-1 0 0 0 0,-4-29 0 0 0,7 138 584 0 0,1-57-423 0 0,8 32-1 0 0,-10-51-120 0 0,2 0 0 0 0,-1-1 0 0 0,1 1 0 0 0,0-1-1 0 0,1 1 1 0 0,9 13 0 0 0,-12-20-36 0 0,0-1 0 0 0,0 1 0 0 0,0-1 0 0 0,1 1 0 0 0,-1-1 0 0 0,1 0 1 0 0,-1 0-1 0 0,1 0 0 0 0,-1-1 0 0 0,1 1 0 0 0,0-1 0 0 0,0 1 0 0 0,0-1 0 0 0,0 0 0 0 0,0 0 0 0 0,0 0 0 0 0,5 0 0 0 0,-3 0 6 0 0,-1-1 0 0 0,1-1 0 0 0,-1 1 0 0 0,0-1 0 0 0,1 0 0 0 0,-1 0 0 0 0,0 0-1 0 0,0 0 1 0 0,1-1 0 0 0,-1 1 0 0 0,5-4 0 0 0,4-3 13 0 0,-1 0 0 0 0,-1-1 0 0 0,1-1 0 0 0,-1 1-1 0 0,-1-2 1 0 0,15-17 0 0 0,-6 3-7 0 0,-1-2 0 0 0,-1 0 0 0 0,-1-1 0 0 0,-1 0 0 0 0,14-43-1 0 0,-16 34 9 0 0,-2-1-1 0 0,-1 0 0 0 0,-3 0 0 0 0,4-42 0 0 0,-9 43 5 0 0,-1 0-1 0 0,-2 0 1 0 0,-6-46 0 0 0,3 57-14 0 0,-2-1 0 0 0,0 1 0 0 0,-2 1 0 0 0,0-1 0 0 0,-16-29-1 0 0,23 52-12 0 0,0 0 0 0 0,-1 1-1 0 0,0-1 1 0 0,1 0-1 0 0,-1 1 1 0 0,0-1-1 0 0,0 1 1 0 0,-1-1-1 0 0,1 1 1 0 0,0 0-1 0 0,-1 0 1 0 0,0 0-1 0 0,1 1 1 0 0,-1-1 0 0 0,0 0-1 0 0,-4-1 1 0 0,4 3 1 0 0,1-1 1 0 0,0 1 0 0 0,0 0 0 0 0,-1 0-1 0 0,1 0 1 0 0,0 0 0 0 0,-1 0-1 0 0,1 0 1 0 0,0 1 0 0 0,-1-1 0 0 0,1 1-1 0 0,0 0 1 0 0,0-1 0 0 0,-1 1 0 0 0,1 0-1 0 0,0 0 1 0 0,0 1 0 0 0,0-1 0 0 0,0 0-1 0 0,1 1 1 0 0,-1-1 0 0 0,0 1-1 0 0,-2 2 1 0 0,-3 4 1 0 0,1 0 0 0 0,1 0 0 0 0,-1 0 0 0 0,1 0 1 0 0,1 1-1 0 0,0 0 0 0 0,0 0 0 0 0,0 0 0 0 0,1 0 0 0 0,1 1 0 0 0,-3 13 0 0 0,1 6 1 0 0,1-1 0 0 0,1 49 0 0 0,3-45 8 0 0,2 0 0 0 0,1 0 0 0 0,2 0 1 0 0,1 0-1 0 0,1-1 0 0 0,2 0 0 0 0,1-1 0 0 0,1 0 0 0 0,2 0 0 0 0,1-2 0 0 0,24 37 0 0 0,-30-53 23 0 0,0 0 0 0 0,0-1 0 0 0,1 0 0 0 0,1 0 0 0 0,0-1 0 0 0,0-1 0 0 0,1 0-1 0 0,0 0 1 0 0,17 8 0 0 0,-18-12-175 0 0,0 0 0 0 0,1 0 0 0 0,0-1 0 0 0,0-1 0 0 0,0 0 0 0 0,0 0 0 0 0,1-1 0 0 0,-1-1 0 0 0,1 0 0 0 0,-1-1 0 0 0,16-1 0 0 0,-1-2-7861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29:42.651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5 90 1375 0 0,'-1'-4'347'0'0,"0"0"0"0"0,0-1 0 0 0,0 1 0 0 0,1 0 0 0 0,0 0 0 0 0,-1-1 0 0 0,1 1 0 0 0,1 0 0 0 0,-1 0-1 0 0,1-1 1 0 0,-1 1 0 0 0,1 0 0 0 0,1 0 0 0 0,-1 0 0 0 0,0 0 0 0 0,4-7 0 0 0,-3 10-186 0 0,-1 0 0 0 0,0 0 0 0 0,0 0 0 0 0,0 0 0 0 0,1 0 0 0 0,-1 0 1 0 0,0 0-1 0 0,1 1 0 0 0,-1-1 0 0 0,1 1 0 0 0,-1-1 0 0 0,1 1 0 0 0,-1-1 0 0 0,1 1 1 0 0,-1 0-1 0 0,1 0 0 0 0,-1 0 0 0 0,1 0 0 0 0,-1 0 0 0 0,1 0 0 0 0,-1 0 0 0 0,1 0 0 0 0,-1 1 1 0 0,1-1-1 0 0,-1 0 0 0 0,1 1 0 0 0,-1-1 0 0 0,2 2 0 0 0,6 1 311 0 0,-1 1-1 0 0,0 0 1 0 0,11 7-1 0 0,6 7-189 0 0,0 1 0 0 0,-2 0-1 0 0,23 25 1 0 0,58 72-150 0 0,-53-53 55 0 0,-3 1 1 0 0,-3 2 0 0 0,-3 3-1 0 0,-3 1 1 0 0,54 134-1 0 0,13 120 89 0 0,-23 7-24 0 0,144 419 964 0 0,14-149-1061 0 0,-233-581-150 0 0,229 434-5 0 0,-127-283 0 0 0,-79-128 0 0 0,67 70 0 0 0,84 57-36 0 0,-150-143 27 0 0,2-1 0 0 0,1-2 0 0 0,70 36 0 0 0,-91-54 9 0 0,0 0 0 0 0,1 0 0 0 0,-1-1 0 0 0,1-1 0 0 0,0-1 0 0 0,1 0 0 0 0,-1-1 0 0 0,0-1 0 0 0,1 0 0 0 0,-1-1 0 0 0,1 0 0 0 0,-1-1 0 0 0,1-1 0 0 0,-1-1 0 0 0,0 0 0 0 0,0-1 0 0 0,0-1 0 0 0,0 0 0 0 0,-1-1 0 0 0,0 0 0 0 0,0-1 0 0 0,-1-1 0 0 0,1 0 0 0 0,16-15 0 0 0,-3-2 65 0 0,-2-1-1 0 0,0-1 0 0 0,-2-1 1 0 0,32-51-1 0 0,62-134 320 0 0,-87 148-58 0 0,33-104 1 0 0,7-75 46 0 0,-22 69-219 0 0,61-237 163 0 0,-61 222-56 0 0,19-33 236 0 0,-52 185-326 0 0,1 1-1 0 0,2 0 0 0 0,39-58 1 0 0,-44 77-123 0 0,1 0 0 0 0,1 1-1 0 0,0 0 1 0 0,22-17 0 0 0,-27 26-32 0 0,0 0 0 0 0,0 1 0 0 0,0 1-1 0 0,1 0 1 0 0,0 0 0 0 0,0 1 0 0 0,1 1 0 0 0,0-1-1 0 0,16-2 1 0 0,-20 6-5 0 0,0 0 0 0 0,-1 1 0 0 0,1 0 0 0 0,-1 0-1 0 0,1 0 1 0 0,0 1 0 0 0,-1 1 0 0 0,1-1 0 0 0,-1 1 0 0 0,0 0-1 0 0,1 1 1 0 0,-1 0 0 0 0,0 0 0 0 0,-1 1 0 0 0,1-1 0 0 0,-1 1 0 0 0,1 1-1 0 0,6 5 1 0 0,9 10 31 0 0,0 1 1 0 0,-2 0-1 0 0,24 32 0 0 0,-35-41-33 0 0,46 61-12 0 0,-3 3 0 0 0,-3 2 0 0 0,51 114 0 0 0,89 264-9 0 0,-19 45 12 0 0,-13-37 0 0 0,40-18 2 0 0,-78-188-15 0 0,-25-62 11 0 0,-65-143 8 0 0,58 77 1 0 0,80 79-7 0 0,-135-174 0 0 0,1-2 0 0 0,1-2 0 0 0,2-1 0 0 0,1-1 0 0 0,2-2 0 0 0,52 27 0 0 0,-78-47 0 0 0,0-1 0 0 0,1 0 0 0 0,0-1 0 0 0,0 0 0 0 0,1-1 0 0 0,-1-1 0 0 0,1 0 0 0 0,0-1 0 0 0,0-1 0 0 0,0 0 0 0 0,0-1 0 0 0,20-3 0 0 0,-22 2 0 0 0,0-2 0 0 0,1 0 0 0 0,-1 0 0 0 0,0-1 0 0 0,0-1 0 0 0,-1 0 0 0 0,1-1 0 0 0,-1 0 0 0 0,-1-1 0 0 0,1-1 0 0 0,-1 1 0 0 0,0-2 0 0 0,16-16 0 0 0,-5 1 13 0 0,-1-2 1 0 0,-2 0-1 0 0,0-1 0 0 0,-2-1 1 0 0,20-45-1 0 0,54-159 112 0 0,-62 151-103 0 0,122-394 244 0 0,-104 320-223 0 0,89-354-43 0 0,-97 357 0 0 0,34-138 49 0 0,78-297 94 0 0,-46 230-114 0 0,12-46 6 0 0,-8 39-35 0 0,-69 254 0 0 0,66-129 0 0 0,-93 212 0 0 0,1 1 0 0 0,2 1 0 0 0,1 0 0 0 0,1 1 0 0 0,1 1 0 0 0,22-21 0 0 0,-32 35 0 0 0,1 0 0 0 0,0 1 0 0 0,1 1 0 0 0,0 0 0 0 0,0 0 0 0 0,1 1 0 0 0,-1 0 0 0 0,1 1 0 0 0,1 1 0 0 0,-1 0 0 0 0,1 0 0 0 0,-1 1 0 0 0,1 1 0 0 0,0 0 0 0 0,0 1 0 0 0,16 0 0 0 0,-13 2-1 0 0,0 0-1 0 0,0 1 1 0 0,0 1 0 0 0,-1 1-1 0 0,1 0 1 0 0,-1 1-1 0 0,18 8 1 0 0,-13-2-4 0 0,0-1 0 0 0,-1 2 0 0 0,0 1 0 0 0,25 21 0 0 0,-5 4-4 0 0,-1 2 0 0 0,-1 1 0 0 0,43 64 0 0 0,126 219-9 0 0,-156-232 2 0 0,62 165 1 0 0,-30-23 23 0 0,25 68-25 0 0,19-6 3 0 0,-36-122 14 0 0,163 234 0 0 0,-219-360 3 0 0,2-3-1 0 0,62 62 1 0 0,-68-79-1 0 0,2 0-1 0 0,1-2 1 0 0,1-1 0 0 0,44 23-1 0 0,-65-41 0 0 0,0 0-1 0 0,1-1 1 0 0,0-1 0 0 0,0 0-1 0 0,0-1 1 0 0,0 0-1 0 0,1-1 1 0 0,0-1 0 0 0,-1 0-1 0 0,1-1 1 0 0,0-1 0 0 0,0 0-1 0 0,0-1 1 0 0,0 0-1 0 0,-1-2 1 0 0,1 1 0 0 0,-1-2-1 0 0,1 0 1 0 0,-1-1-1 0 0,0 0 1 0 0,-1-1 0 0 0,1-1-1 0 0,-1 0 1 0 0,0 0 0 0 0,19-16-1 0 0,-3-3-17 0 0,0-1-1 0 0,-2-1 0 0 0,-1-1 1 0 0,35-52-1 0 0,73-140 37 0 0,31-86 109 0 0,54-177-62 0 0,-31-15-15 0 0,-116 296-35 0 0,83-222 32 0 0,51-102 144 0 0,-203 519-203 0 0,28-80 41 0 0,-28 77-84 0 0,-1-1 0 0 0,0 1 0 0 0,0 0 0 0 0,-1-1 0 0 0,-1-22 0 0 0,-4 16-1558 0 0,-2 7-3320 0 0,-4 4-2251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29:43.601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115 1 7831 0 0,'-1'3'200'0'0,"0"-1"0"0"0,1 1 0 0 0,-1 0 0 0 0,1 0 0 0 0,0 0 0 0 0,0 0-1 0 0,0 0 1 0 0,1 0 0 0 0,-1 0 0 0 0,2 4 0 0 0,-1 5 203 0 0,15 104 2061 0 0,-8-70-1260 0 0,3 77 0 0 0,-11-108-1033 0 0,-1 0 0 0 0,0 0 0 0 0,-1 0 0 0 0,-1 0 0 0 0,0 0 0 0 0,-1-1 0 0 0,0 1 0 0 0,-2-1 0 0 0,-7 16 0 0 0,-29 44 468 0 0,35-64-607 0 0,0 0 0 0 0,-1-1-1 0 0,0 0 1 0 0,-18 15 0 0 0,25-23-268 0 0,-8 5 402 0 0,4-7-5104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29:43.821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49 21 7831 0 0,'-2'-2'-49'0'0,"1"0"239"0"0,-1 0 1 0 0,1 0-1 0 0,-1 0 1 0 0,0 0 0 0 0,0 0-1 0 0,0 0 1 0 0,-3-1-1 0 0,4 3-85 0 0,1-1-1 0 0,-1 1 1 0 0,0 0-1 0 0,1 0 1 0 0,-1 0-1 0 0,0 0 0 0 0,1 0 1 0 0,-1 0-1 0 0,0 0 1 0 0,1 0-1 0 0,-1 0 1 0 0,0 0-1 0 0,1 0 1 0 0,-1 0-1 0 0,0 1 0 0 0,1-1 1 0 0,-1 0-1 0 0,0 0 1 0 0,1 1-1 0 0,-1-1 1 0 0,1 0-1 0 0,-1 1 1 0 0,1-1-1 0 0,-1 1 1 0 0,1-1-1 0 0,-1 0 0 0 0,1 1 1 0 0,-1-1-1 0 0,1 1 1 0 0,0 0-1 0 0,-1-1 1 0 0,1 1-1 0 0,0-1 1 0 0,-1 2-1 0 0,-1 1 187 0 0,1 1 1 0 0,-1-1-1 0 0,1 1 0 0 0,0 0 1 0 0,0-1-1 0 0,0 1 1 0 0,1 0-1 0 0,-1 0 0 0 0,1-1 1 0 0,0 1-1 0 0,0 0 0 0 0,1 0 1 0 0,-1-1-1 0 0,1 1 1 0 0,-1 0-1 0 0,1-1 0 0 0,2 7 1 0 0,2 4 72 0 0,1 0 0 0 0,0 0 0 0 0,8 13 0 0 0,-4-10-174 0 0,1-1 1 0 0,0 0-1 0 0,1 0 0 0 0,1-1 0 0 0,0-1 0 0 0,1 0 0 0 0,0-1 1 0 0,1 0-1 0 0,1-2 0 0 0,25 16 0 0 0,-41-27-189 0 0,26 15 74 0 0,-1 0 0 0 0,23 21 0 0 0,-40-30-104 0 0,-1 0 0 0 0,0 1 0 0 0,-1 0 1 0 0,1 1-1 0 0,-2 0 0 0 0,1 0 0 0 0,-1 0 1 0 0,0 0-1 0 0,-1 1 0 0 0,5 11 0 0 0,-1 3-303 0 0,7 40-1 0 0,-9-14-11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29:44.33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103 51 6447 0 0,'4'-8'972'0'0,"0"1"0"0"0,0 0 0 0 0,1 0-1 0 0,11-13 1 0 0,-16 20-935 0 0,0 0 1 0 0,0 0-1 0 0,0 0 1 0 0,0 0-1 0 0,0 0 1 0 0,0 0-1 0 0,0-1 1 0 0,0 1-1 0 0,0 0 1 0 0,1 0-1 0 0,-1 0 1 0 0,0 0-1 0 0,0 0 1 0 0,0 0-1 0 0,0 0 1 0 0,0 0-1 0 0,0 0 1 0 0,0 0-1 0 0,0 0 1 0 0,0 0-1 0 0,0-1 1 0 0,0 1-1 0 0,0 0 1 0 0,1 0-1 0 0,-1 0 1 0 0,0 0-1 0 0,0 0 1 0 0,0 0-1 0 0,0 0 1 0 0,0 0-1 0 0,0 0 1 0 0,0 0-1 0 0,0 0 1 0 0,1 0-1 0 0,-1 0 1 0 0,0 0-1 0 0,0 0 1 0 0,0 0-1 0 0,0 0 1 0 0,0 0-1 0 0,0 0 1 0 0,0 0-1 0 0,0 0 1 0 0,0 0-1 0 0,1 1 1 0 0,-1-1-1 0 0,0 0 1 0 0,0 0-1 0 0,0 0 1 0 0,0 0-1 0 0,0 0 1 0 0,0 0-1 0 0,0 0 1 0 0,0 0-1 0 0,0 0 0 0 0,0 0 1 0 0,0 0-1 0 0,0 0 1 0 0,1 1-1 0 0,-2 8 880 0 0,-4 11-190 0 0,2-8-434 0 0,-22 70 1345 0 0,-20 116-1 0 0,40-164-1489 0 0,-13 81 390 0 0,12-92-735 0 0,0 0-1 0 0,-16 40 1 0 0,19-54-1853 0 0,2-6-1380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29:44.536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14 95 455 0 0,'-3'-8'127'0'0,"0"3"390"0"0,2 0 0 0 0,-1 0 0 0 0,1 0 0 0 0,-2-9 0 0 0,3 12-367 0 0,0 0 0 0 0,0 0 1 0 0,0 0-1 0 0,0 0 0 0 0,1 0 1 0 0,-1 0-1 0 0,1 0 0 0 0,-1 0 0 0 0,1 0 1 0 0,0 0-1 0 0,0 0 0 0 0,0 0 1 0 0,0 0-1 0 0,0 0 0 0 0,0 1 1 0 0,1-2-1 0 0,-1 1 66 0 0,1 1 1 0 0,-1-1-1 0 0,0 1 0 0 0,0 0 0 0 0,1-1 1 0 0,-1 1-1 0 0,1 0 0 0 0,-1 0 0 0 0,1 0 0 0 0,0 0 1 0 0,-1 0-1 0 0,1 1 0 0 0,0-1 0 0 0,-1 0 1 0 0,1 1-1 0 0,0 0 0 0 0,0-1 0 0 0,0 1 1 0 0,3 0-1 0 0,-2 0 82 0 0,0 0 1 0 0,0 1-1 0 0,1 0 1 0 0,-1-1-1 0 0,0 1 1 0 0,0 0-1 0 0,0 1 1 0 0,-1-1-1 0 0,1 1 1 0 0,5 2-1 0 0,3 5 615 0 0,0 0 0 0 0,0 1 0 0 0,18 22 0 0 0,-26-29-825 0 0,54 70 1789 0 0,-37-44-1137 0 0,39 40-1 0 0,-46-56-738 0 0,0 0 0 0 0,22 14 0 0 0,-16-15-295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29:45.076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104 17 7367 0 0,'0'-5'289'0'0,"1"-6"477"0"0,1 11-135 0 0,2 8 383 0 0,-1-1-569 0 0,0 1 0 0 0,0 0 0 0 0,-1 0 0 0 0,0 0 0 0 0,-1 1 0 0 0,0-1 0 0 0,0 0 0 0 0,0 0 0 0 0,-2 15 0 0 0,-2 8 708 0 0,-9 38-1 0 0,9-52-679 0 0,-12 47 641 0 0,-31 82-1 0 0,5-20-212 0 0,39-119-1188 0 0,0-8-437 0 0,1-11-1224 0 0,1 6 1138 0 0,-2-3-917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29:45.299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2 90 2759 0 0,'0'-1'49'0'0,"-1"0"-1"0"0,1 0 1 0 0,0 0-1 0 0,0-1 0 0 0,0 1 1 0 0,-1 0-1 0 0,1 0 1 0 0,0-1-1 0 0,0 1 0 0 0,1 0 1 0 0,-1 0-1 0 0,0 0 1 0 0,0-1-1 0 0,1-1 1 0 0,1 1 301 0 0,-1 0 1 0 0,0 0 0 0 0,1 1 0 0 0,0-1 0 0 0,-1 1 0 0 0,1-1 0 0 0,2-1 0 0 0,-1 1 13 0 0,9-6 1087 0 0,0 1 1 0 0,1 0-1 0 0,0 1 0 0 0,1 1 1 0 0,-1 0-1 0 0,26-6 1 0 0,-36 10-1279 0 0,-1 0 1 0 0,1 1-1 0 0,-1-1 1 0 0,1 1-1 0 0,0 0 1 0 0,-1-1 0 0 0,1 1-1 0 0,-1 0 1 0 0,1 1-1 0 0,0-1 1 0 0,-1 0-1 0 0,1 1 1 0 0,-1 0-1 0 0,1-1 1 0 0,-1 1 0 0 0,1 0-1 0 0,2 2 1 0 0,-2-1-56 0 0,0 0 0 0 0,-1 1 0 0 0,1-1 1 0 0,-1 1-1 0 0,0-1 0 0 0,1 1 0 0 0,-1 0 1 0 0,-1 0-1 0 0,1 0 0 0 0,0 0 0 0 0,-1 0 1 0 0,3 5-1 0 0,10 33 484 0 0,-9-26-493 0 0,0 0-1 0 0,1 0 1 0 0,1-1-1 0 0,0 1 0 0 0,0-2 1 0 0,17 22-1 0 0,-12-23-67 0 0,0 0-1 0 0,1-1 0 0 0,0-1 1 0 0,1 0-1 0 0,0-1 0 0 0,20 10 1 0 0,-24-13-24 0 0,-7-5-30 0 0,0 1 0 0 0,0 0 0 0 0,0 0 1 0 0,0 1-1 0 0,0-1 0 0 0,0 1 0 0 0,-1-1 0 0 0,1 1 0 0 0,-1 0 0 0 0,0 0 0 0 0,0 0 0 0 0,0 0 1 0 0,0 0-1 0 0,1 4 0 0 0,-1-2-246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29:47.435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72 981 919 0 0,'-19'24'1813'0'0,"18"-21"-1360"0"0,-1 0 1 0 0,0 0-1 0 0,0-1 0 0 0,0 1 0 0 0,-1 0 1 0 0,-2 2-1 0 0,5-5-340 0 0,-1 0 0 0 0,1 0 1 0 0,0 0-1 0 0,-1 1 0 0 0,1-1 0 0 0,0 0 1 0 0,-1 0-1 0 0,1 0 0 0 0,-1 0 0 0 0,1 0 1 0 0,-1 0-1 0 0,1 0 0 0 0,0 0 0 0 0,-1 0 1 0 0,1 0-1 0 0,-1 0 0 0 0,1 0 0 0 0,0 0 1 0 0,-1 0-1 0 0,1 0 0 0 0,-1 0 0 0 0,1-1 1 0 0,0 1-1 0 0,-1 0 0 0 0,1 0 0 0 0,-1 0 1 0 0,1-1-1 0 0,0 1 0 0 0,-1 0 1 0 0,1 0-1 0 0,0-1 0 0 0,0 1 0 0 0,-1 0 1 0 0,1-1-1 0 0,0 1 0 0 0,0 0 0 0 0,-1-1 1 0 0,1 1-1 0 0,0 0 0 0 0,0-1 0 0 0,0 1 1 0 0,0-1-1 0 0,-1 1 0 0 0,1 0 0 0 0,0-1 1 0 0,0 1-1 0 0,0-1 0 0 0,-7-24 2365 0 0,6 22-2010 0 0,-3-18 347 0 0,1 0-1 0 0,0-1 0 0 0,1 1 0 0 0,2-1 0 0 0,0 1 1 0 0,1-1-1 0 0,5-24 0 0 0,-3 30-725 0 0,0 1 0 0 0,2 0 0 0 0,-1 0 0 0 0,2 0 0 0 0,0 1 0 0 0,1 0 0 0 0,0 0 0 0 0,1 0 0 0 0,1 1 0 0 0,15-19 1 0 0,-20 27-83 0 0,0 1 0 0 0,0 0 1 0 0,0 1-1 0 0,0-1 1 0 0,1 1-1 0 0,0 0 1 0 0,-1 0-1 0 0,1 0 1 0 0,0 0-1 0 0,0 1 1 0 0,1 0-1 0 0,-1 0 0 0 0,7-1 1 0 0,-7 2-12 0 0,-1 1 1 0 0,0-1 0 0 0,0 1-1 0 0,1 1 1 0 0,-1-1-1 0 0,0 0 1 0 0,0 1-1 0 0,1 0 1 0 0,-1 0 0 0 0,0 0-1 0 0,0 1 1 0 0,0-1-1 0 0,0 1 1 0 0,0 0-1 0 0,-1 0 1 0 0,1 0 0 0 0,6 6-1 0 0,-1 0 2 0 0,0 1 0 0 0,0 0 0 0 0,-1 0-1 0 0,0 1 1 0 0,-1 0 0 0 0,0 0 0 0 0,-1 1-1 0 0,6 12 1 0 0,4 13-20 0 0,15 46 0 0 0,-23-58 22 0 0,-1 0 0 0 0,-1 0 0 0 0,0 1 0 0 0,-2 0 0 0 0,1 35 0 0 0,-5-61 0 0 0,-4-4 0 0 0,2-23 0 0 0,2-1 0 0 0,2 0 0 0 0,6-29 0 0 0,-4 40 0 0 0,0-1 0 0 0,1 1 0 0 0,1 0 0 0 0,11-22 0 0 0,-13 31 0 0 0,2 0 0 0 0,-1 0 0 0 0,1 1 0 0 0,9-11 0 0 0,-13 17 0 0 0,0 0 0 0 0,1-1 0 0 0,-1 1 0 0 0,0 0 0 0 0,1 0 0 0 0,-1 0 0 0 0,1 0 0 0 0,0 1 0 0 0,-1-1 0 0 0,1 1 0 0 0,0 0 0 0 0,0 0 0 0 0,0 0 0 0 0,0 0 0 0 0,0 0 0 0 0,0 0 0 0 0,7 0 0 0 0,-9 2 0 0 0,1-1 1 0 0,-1 0-1 0 0,1 0 0 0 0,0 1 0 0 0,-1-1 1 0 0,1 1-1 0 0,-1 0 0 0 0,1-1 0 0 0,-1 1 1 0 0,0 0-1 0 0,1 0 0 0 0,-1 0 0 0 0,0 0 1 0 0,1 0-1 0 0,-1 0 0 0 0,2 2 0 0 0,-1 0 6 0 0,0 0 0 0 0,0 0 0 0 0,0 0 0 0 0,-1 0 0 0 0,1 1 0 0 0,-1-1 0 0 0,1 5 0 0 0,1 4 18 0 0,-1-1 1 0 0,0 1-1 0 0,0 18 1 0 0,-2-5 26 0 0,-6 39 0 0 0,3-44-20 0 0,1-1 0 0 0,1 1 0 0 0,3 37 0 0 0,-2-57-31 0 0,0 1 0 0 0,0-1 0 0 0,0 0 0 0 0,0 1 0 0 0,0-1 0 0 0,0 0 0 0 0,0 1 0 0 0,0-1 0 0 0,0 0 0 0 0,0 1 0 0 0,0-1 0 0 0,1 0 0 0 0,-1 1 0 0 0,0-1 0 0 0,0 0 0 0 0,0 0 0 0 0,0 1 0 0 0,0-1 0 0 0,1 0 0 0 0,-1 1 0 0 0,0-1 0 0 0,0 0 0 0 0,1 0 0 0 0,-1 1 0 0 0,0-1 0 0 0,0 0 0 0 0,1 0 0 0 0,-1 0 0 0 0,1 1 0 0 0,5-8 0 0 0,1-15 0 0 0,6-39 0 0 0,-10 41 0 0 0,1 1 0 0 0,0 0 0 0 0,2 0 0 0 0,11-27 0 0 0,-16 44 0 0 0,0 0 0 0 0,0 0 0 0 0,0 1 0 0 0,0-1 0 0 0,0 0 0 0 0,0 1 0 0 0,1-1 0 0 0,-1 1 0 0 0,1-1 0 0 0,-1 1 0 0 0,1 0 0 0 0,0-1 0 0 0,2 0 0 0 0,-3 1 0 0 0,0 1 0 0 0,0 0 0 0 0,0 0 0 0 0,0 0 0 0 0,0 0 0 0 0,-1 0 0 0 0,1 0 0 0 0,0 0 0 0 0,0 0 0 0 0,0 0 0 0 0,0 0 0 0 0,0 0 0 0 0,0 1 0 0 0,-1-1 0 0 0,1 0 0 0 0,0 0 0 0 0,0 1 0 0 0,0-1 0 0 0,-1 1 0 0 0,1-1 0 0 0,0 1 0 0 0,-1-1 0 0 0,1 1 0 0 0,0-1 0 0 0,-1 1 0 0 0,1 0 0 0 0,0-1 0 0 0,-1 1 0 0 0,1 0 0 0 0,-1 0 0 0 0,0-1 0 0 0,1 1 0 0 0,-1 0 0 0 0,1 1 0 0 0,14 28 0 0 0,-10-18 0 0 0,0-1 0 0 0,1 0 0 0 0,1 0 0 0 0,9 13 0 0 0,-14-22 0 0 0,0 0 0 0 0,0 0 0 0 0,0 0 0 0 0,0 0 0 0 0,0 0 0 0 0,0-1 0 0 0,0 1 0 0 0,1-1 0 0 0,-1 1 0 0 0,1-1 0 0 0,-1 0 0 0 0,1 0 0 0 0,-1 0 0 0 0,1 0 0 0 0,-1-1 0 0 0,1 1 0 0 0,0 0 0 0 0,0-1 0 0 0,-1 0 0 0 0,1 0 0 0 0,0 0 0 0 0,-1 0 0 0 0,1 0 0 0 0,0-1 0 0 0,3 0 0 0 0,-3 0 1 0 0,1 0 1 0 0,-1-1-1 0 0,1 0 1 0 0,-1 1-1 0 0,0-1 0 0 0,1-1 1 0 0,-1 1-1 0 0,0 0 0 0 0,0-1 1 0 0,-1 1-1 0 0,1-1 0 0 0,0 0 1 0 0,-1 0-1 0 0,0 0 0 0 0,1 0 1 0 0,-1 0-1 0 0,-1-1 0 0 0,1 1 1 0 0,0-1-1 0 0,-1 1 0 0 0,0-1 1 0 0,1 1-1 0 0,0-7 0 0 0,1-6 7 0 0,0-1 0 0 0,-1 0 0 0 0,-1-31 0 0 0,-2 41-8 0 0,-1 9 0 0 0,-1 11 0 0 0,2 7 0 0 0,0 0 0 0 0,4 38 0 0 0,-2-52 0 0 0,0 0 0 0 0,0 0 0 0 0,0 0 0 0 0,1 0 0 0 0,0 0 0 0 0,0 0 0 0 0,1 0 0 0 0,0-1 0 0 0,0 1 0 0 0,0-1 0 0 0,0 0 0 0 0,1 0 0 0 0,8 9 0 0 0,-11-13 0 0 0,1 1 0 0 0,0-1 0 0 0,0 1 0 0 0,0-1 0 0 0,0 0 0 0 0,0 0 0 0 0,0 0 0 0 0,1 0 0 0 0,-1 0 0 0 0,0 0 0 0 0,0 0 0 0 0,1-1 0 0 0,-1 1 0 0 0,0-1 0 0 0,1 0 0 0 0,-1 0 0 0 0,5 0 0 0 0,-3 0 0 0 0,0-1 0 0 0,-1 0 0 0 0,1 0 0 0 0,0 0 0 0 0,0-1 0 0 0,0 1 0 0 0,-1-1 0 0 0,1 0 0 0 0,5-4 0 0 0,2-3 0 0 0,0 0 0 0 0,-1-1 0 0 0,0 0 0 0 0,16-22 0 0 0,-16 19 0 0 0,-2 0-1 0 0,0-1 1 0 0,-1 0 0 0 0,0 0-1 0 0,-1-1 1 0 0,7-24-1 0 0,-8 18 4 0 0,0-1 0 0 0,-2 0-1 0 0,0 0 1 0 0,-1-25 0 0 0,-2 45 13 0 0,0 0 0 0 0,0 0 1 0 0,0 0-1 0 0,0 1 0 0 0,-1-1 1 0 0,1 0-1 0 0,-1 0 0 0 0,-1-3 0 0 0,2 5-13 0 0,0 0 0 0 0,0 0 0 0 0,0 0-1 0 0,0 0 1 0 0,0 0 0 0 0,0-1 0 0 0,0 1-1 0 0,0 0 1 0 0,0 0 0 0 0,0 0 0 0 0,0 0-1 0 0,0 0 1 0 0,0 0 0 0 0,-1 0 0 0 0,1 0-1 0 0,0 0 1 0 0,0 0 0 0 0,0 0 0 0 0,0 0-1 0 0,0 0 1 0 0,0 0 0 0 0,0 0 0 0 0,0 0-1 0 0,0 0 1 0 0,0 0 0 0 0,-1 0 0 0 0,1 0-1 0 0,0 0 1 0 0,0 0 0 0 0,0 0-1 0 0,0 0 1 0 0,0 0 0 0 0,0 0 0 0 0,0 0-1 0 0,0 0 1 0 0,0 0 0 0 0,-1 0 0 0 0,1 0-1 0 0,0 0 1 0 0,0 0 0 0 0,0 0 0 0 0,0 0-1 0 0,0 0 1 0 0,0 0 0 0 0,0 1 0 0 0,0-1-1 0 0,0 0 1 0 0,0 0 0 0 0,0 0 0 0 0,0 0-1 0 0,-5 12 101 0 0,2-1-83 0 0,1 0 0 0 0,0 0 0 0 0,0 0 1 0 0,2 1-1 0 0,-1-1 0 0 0,1 0 0 0 0,1 1 0 0 0,0-1 0 0 0,1 0 0 0 0,5 22 0 0 0,-4-25-20 0 0,0-1 1 0 0,0 1-1 0 0,0-1 0 0 0,1 1 0 0 0,0-1 0 0 0,1-1 0 0 0,-1 1 1 0 0,1-1-1 0 0,1 1 0 0 0,-1-1 0 0 0,1-1 0 0 0,0 1 0 0 0,0-1 1 0 0,1 0-1 0 0,0 0 0 0 0,7 3 0 0 0,0 0 0 0 0,0-1 0 0 0,1 0 0 0 0,0-1 0 0 0,0-1 0 0 0,0 0 0 0 0,30 4 0 0 0,-42-9 0 0 0,1 1 0 0 0,0-2 0 0 0,0 1 0 0 0,-1 0 0 0 0,1-1 0 0 0,0 0 0 0 0,-1 0-1 0 0,1 0 1 0 0,0 0 0 0 0,-1 0 0 0 0,1-1 0 0 0,-1 0 0 0 0,4-2 0 0 0,-3 1-16 0 0,1-1 0 0 0,-1 1-1 0 0,0-1 1 0 0,0 0 0 0 0,0 0 0 0 0,-1-1 0 0 0,7-9 0 0 0,-1-4-59 0 0,0-1 0 0 0,-1 0 0 0 0,10-37 0 0 0,-11 33 54 0 0,14-44-42 0 0,18-107-1 0 0,-35 144 65 0 0,-1 1 1 0 0,-1-1-1 0 0,-2 0 1 0 0,-1 0-1 0 0,-1 0 1 0 0,-8-38-1 0 0,-12-19 95 0 0,18 77-82 0 0,0 0 0 0 0,0 1-1 0 0,0-1 1 0 0,-1 1 0 0 0,-1 0-1 0 0,-8-12 1 0 0,13 20-14 0 0,0 0 0 0 0,0 0 0 0 0,0 0 0 0 0,0 0 0 0 0,0 0 0 0 0,0 0 0 0 0,0 0 0 0 0,0 0 0 0 0,0 0 0 0 0,-1 0 0 0 0,1 1 0 0 0,0-1 0 0 0,-1 1 0 0 0,1-1 0 0 0,0 1 0 0 0,-1-1 0 0 0,1 1 0 0 0,-1 0 0 0 0,0-1 0 0 0,0 1 0 0 0,1 1 0 0 0,0-1 0 0 0,0 0 0 0 0,-1 1 0 0 0,1-1 0 0 0,0 1 0 0 0,0-1 0 0 0,0 1 0 0 0,0-1 0 0 0,0 1 0 0 0,0 0 0 0 0,0 0 0 0 0,0-1 0 0 0,0 1 0 0 0,0 0 0 0 0,0 0 0 0 0,-1 1 0 0 0,-2 5 0 0 0,0-1 0 0 0,1 0 0 0 0,0 1 0 0 0,0-1 0 0 0,-4 15 0 0 0,0 5 0 0 0,1-1 0 0 0,2 1 0 0 0,1 1 0 0 0,1-1 0 0 0,1 37 0 0 0,19 132 0 0 0,-14-161 0 0 0,2-1 0 0 0,1 0 0 0 0,22 61 0 0 0,-24-82 0 0 0,1 0 0 0 0,0 0 0 0 0,1-1 0 0 0,0 1 0 0 0,13 13 0 0 0,-14-18 0 0 0,0-1 0 0 0,1 0 0 0 0,0 0 0 0 0,0 0 0 0 0,0-1 0 0 0,1 0 0 0 0,-1-1 0 0 0,1 1 0 0 0,9 2 0 0 0,-12-5 0 0 0,0 0 0 0 0,1-1 0 0 0,-1 1 0 0 0,1-1 0 0 0,0 0 0 0 0,-1 0 0 0 0,1-1 0 0 0,0 0 0 0 0,-1 0 0 0 0,1 0 0 0 0,0-1 0 0 0,-1 0 0 0 0,1 0 0 0 0,-1 0 0 0 0,1-1 0 0 0,-1 0 0 0 0,0 0 0 0 0,1 0 0 0 0,5-4 0 0 0,-4 1 0 0 0,0 0 0 0 0,0 0 0 0 0,-1 0 0 0 0,1-1 0 0 0,-2 0 0 0 0,1 0 0 0 0,-1-1 0 0 0,0 0 0 0 0,0 0 0 0 0,0 0 0 0 0,-1 0 0 0 0,5-12 0 0 0,0-4 0 0 0,-1-1 0 0 0,-1 0 0 0 0,-2 0 0 0 0,4-27 0 0 0,4-101 0 0 0,-10 102 0 0 0,1-15 25 0 0,-3 0 0 0 0,-13-108 0 0 0,7 149 25 0 0,4 22-50 0 0,1 1 0 0 0,0 0 0 0 0,-1 0 1 0 0,1 0-1 0 0,-1-1 0 0 0,1 1 0 0 0,-1 0 0 0 0,0 0 1 0 0,1 0-1 0 0,-1 0 0 0 0,0 0 0 0 0,0 0 0 0 0,0 0 1 0 0,0 0-1 0 0,1 0 0 0 0,-3-1 0 0 0,2 3 0 0 0,1-1 0 0 0,-1 0 0 0 0,1 1 0 0 0,-1-1 0 0 0,1 1 0 0 0,0-1 0 0 0,-1 0 0 0 0,1 1 0 0 0,-1-1 0 0 0,1 1 0 0 0,0-1 0 0 0,0 1 0 0 0,-1-1 0 0 0,1 1 0 0 0,0-1 0 0 0,0 1 0 0 0,-1-1 0 0 0,1 1 0 0 0,0 0 0 0 0,0-1 0 0 0,0 1 0 0 0,0-1 0 0 0,0 2 0 0 0,0-1 0 0 0,-4 19 11 0 0,2 1-1 0 0,1 0 1 0 0,0 0-1 0 0,1-1 0 0 0,4 24 1 0 0,-2-14-10 0 0,11 122 67 0 0,5 120-72 0 0,-18-261 11 0 0,0-1 0 0 0,-1 1 0 0 0,0 0 1 0 0,-1-1-1 0 0,0 1 0 0 0,0-1 0 0 0,-1 1 0 0 0,-5 9 0 0 0,3-14-7 0 0,2-11 0 0 0,3-13 0 0 0,3-1 0 0 0,0-1 0 0 0,2 1 0 0 0,0 0 0 0 0,1 1 0 0 0,10-22 0 0 0,-12 31 0 0 0,1 0 0 0 0,0-1 0 0 0,1 1 0 0 0,0 1 0 0 0,0-1 0 0 0,1 1 0 0 0,0 0 0 0 0,1 1 0 0 0,-1 0 0 0 0,2 0 0 0 0,10-7 0 0 0,-16 12 0 0 0,-1 0 0 0 0,1 1 0 0 0,-1 0-1 0 0,1-1 1 0 0,0 1 0 0 0,0 0 0 0 0,0 0 0 0 0,-1 1-1 0 0,1-1 1 0 0,0 1 0 0 0,0-1 0 0 0,0 1 0 0 0,0 0 0 0 0,0 0-1 0 0,0 0 1 0 0,0 0 0 0 0,0 1 0 0 0,0-1 0 0 0,0 1-1 0 0,0 0 1 0 0,0 0 0 0 0,-1 0 0 0 0,1 0 0 0 0,3 2-1 0 0,-2 0 5 0 0,-1-1-1 0 0,0 1 1 0 0,0 0-1 0 0,0 0 1 0 0,0 0-1 0 0,0 0 0 0 0,0 1 1 0 0,-1-1-1 0 0,0 1 1 0 0,0 0-1 0 0,0-1 0 0 0,0 1 1 0 0,0 0-1 0 0,-1 0 1 0 0,0 0-1 0 0,2 7 0 0 0,-1 7 36 0 0,0 1-1 0 0,-1-1 1 0 0,-1 0-1 0 0,-1 1 0 0 0,-1-1 1 0 0,-5 29-1 0 0,4-29-19 0 0,2-16-172 0 0,1 0 0 0 0,0 0-1 0 0,0 0 1 0 0,-1 0 0 0 0,1 0 0 0 0,1 0-1 0 0,-1 0 1 0 0,0 0 0 0 0,1 3-1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29:47.547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6 4 9215 0 0,'-4'-2'816'0'0,"3"0"-656"0"0,2 2-416 0 0,1 0-80 0 0,0 2-16 0 0,3-2-8 0 0,5-2 264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29:49.626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169 1263 1375 0 0,'-10'-3'576'0'0,"0"0"-1"0"0,0-1 0 0 0,0 0 1 0 0,0 0-1 0 0,0-1 0 0 0,1-1 1 0 0,0 0-1 0 0,0 0 0 0 0,0-1 1 0 0,1 0-1 0 0,0 0 0 0 0,-9-12 1 0 0,12 14-147 0 0,1-1 0 0 0,0 1 1 0 0,0-1-1 0 0,1 0 1 0 0,0-1-1 0 0,0 1 1 0 0,0 0-1 0 0,1-1 0 0 0,0 0 1 0 0,0 1-1 0 0,0-1 1 0 0,1 0-1 0 0,0 0 1 0 0,1 0-1 0 0,-1 0 1 0 0,1 0-1 0 0,1 0 0 0 0,-1 0 1 0 0,4-13-1 0 0,-2 12-302 0 0,2 0-1 0 0,-1 0 0 0 0,1 0 1 0 0,0 0-1 0 0,0 0 0 0 0,1 1 1 0 0,0 0-1 0 0,1 0 1 0 0,0 0-1 0 0,0 1 0 0 0,0 0 1 0 0,0 0-1 0 0,1 0 0 0 0,0 1 1 0 0,1 0-1 0 0,-1 0 1 0 0,1 1-1 0 0,-1 0 0 0 0,1 0 1 0 0,1 1-1 0 0,-1 0 0 0 0,0 1 1 0 0,1-1-1 0 0,0 2 0 0 0,-1-1 1 0 0,13 0-1 0 0,-18 2-100 0 0,0 1 1 0 0,1-1-1 0 0,-1 1 0 0 0,0-1 0 0 0,0 1 0 0 0,0 0 0 0 0,0 0 1 0 0,0 0-1 0 0,0 0 0 0 0,0 1 0 0 0,0-1 0 0 0,0 1 0 0 0,4 3 1 0 0,-3-1 6 0 0,0-1 0 0 0,0 2 0 0 0,0-1 0 0 0,-1 0 0 0 0,1 1 0 0 0,-1-1 0 0 0,3 8 0 0 0,0 0 10 0 0,-1 0 0 0 0,0 1 0 0 0,-1-1 0 0 0,0 1-1 0 0,3 25 1 0 0,-5-16-17 0 0,0 1 0 0 0,-2-1-1 0 0,-1 0 1 0 0,0 0 0 0 0,-8 35 0 0 0,13-108 91 0 0,0 10-97 0 0,2 0 0 0 0,1 0 0 0 0,17-50 0 0 0,-23 88-4 0 0,0 0 0 0 0,1-1 0 0 0,-1 1 0 0 0,1 0 0 0 0,0 0 0 0 0,0 0 0 0 0,0 0 0 0 0,0 0 0 0 0,1 1 0 0 0,-1-1 0 0 0,1 1 0 0 0,3-4 0 0 0,-5 6-8 0 0,0-1-1 0 0,0 0 1 0 0,0 1-1 0 0,0 0 1 0 0,0-1-1 0 0,0 1 1 0 0,1-1-1 0 0,-1 1 1 0 0,0 0-1 0 0,0 0 1 0 0,0 0-1 0 0,0 0 0 0 0,1 0 1 0 0,-1 0-1 0 0,0 0 1 0 0,2 0-1 0 0,-2 1-3 0 0,1-1 0 0 0,0 1 0 0 0,-1 0 0 0 0,1 0-1 0 0,-1-1 1 0 0,1 1 0 0 0,-1 0 0 0 0,0 1-1 0 0,1-1 1 0 0,-1 0 0 0 0,0 0 0 0 0,0 0 0 0 0,1 1-1 0 0,0 1 1 0 0,7 11 4 0 0,-1 0-1 0 0,-1 0 1 0 0,0 1 0 0 0,10 31-1 0 0,-10-26 2 0 0,1 1 0 0 0,12 19-1 0 0,-20-39-7 0 0,0 0-1 0 0,1-1 1 0 0,-1 1 0 0 0,0 0-1 0 0,1-1 1 0 0,-1 1-1 0 0,1-1 1 0 0,-1 1 0 0 0,1-1-1 0 0,0 1 1 0 0,-1-1-1 0 0,1 1 1 0 0,-1-1 0 0 0,1 1-1 0 0,0-1 1 0 0,-1 0 0 0 0,1 1-1 0 0,0-1 1 0 0,-1 0-1 0 0,1 0 1 0 0,0 0 0 0 0,0 1-1 0 0,-1-1 1 0 0,1 0-1 0 0,0 0 1 0 0,-1 0 0 0 0,1 0-1 0 0,0 0 1 0 0,0 0-1 0 0,-1 0 1 0 0,1-1 0 0 0,0 1-1 0 0,0 0 1 0 0,-1 0 0 0 0,1-1-1 0 0,0 1 1 0 0,-1 0-1 0 0,1-1 1 0 0,0 1 0 0 0,-1 0-1 0 0,1-1 1 0 0,-1 1-1 0 0,1-1 1 0 0,0 1 0 0 0,-1-1-1 0 0,1 1 1 0 0,-1-1-1 0 0,1 0 1 0 0,4-4 8 0 0,-1-1-1 0 0,1 1 0 0 0,6-12 1 0 0,-10 15-9 0 0,8-15 0 0 0,0-1 0 0 0,-1 0 0 0 0,7-24 0 0 0,7-17 0 0 0,-22 59 0 0 0,0-1 0 0 0,0 0 0 0 0,1 1 0 0 0,-1-1 0 0 0,0 0 0 0 0,1 1 0 0 0,-1-1 0 0 0,0 1 0 0 0,1-1 0 0 0,-1 1 0 0 0,1-1 0 0 0,-1 1 0 0 0,1-1 0 0 0,-1 1 0 0 0,1-1 0 0 0,-1 1 0 0 0,1-1 0 0 0,1 1 0 0 0,-2 0 0 0 0,0 0 0 0 0,1 0 0 0 0,-1 0 0 0 0,0 0 0 0 0,1 0 0 0 0,-1 0 0 0 0,0 0 0 0 0,0 0 0 0 0,1 1 0 0 0,-1-1 0 0 0,0 0 0 0 0,1 0 0 0 0,-1 0 0 0 0,0 1 0 0 0,0-1 0 0 0,1 0 0 0 0,-1 0 0 0 0,0 1 0 0 0,0-1 0 0 0,1 0 0 0 0,-1 1 0 0 0,0-1 0 0 0,0 0 0 0 0,0 1 0 0 0,0-1 0 0 0,9 30 0 0 0,-7-23 0 0 0,7 32 37 0 0,-3-15 63 0 0,12 36 1 0 0,-15-54-90 0 0,-1 0 1 0 0,1 0 0 0 0,0 0 0 0 0,1 0 0 0 0,0-1 0 0 0,-1 1 0 0 0,2-1 0 0 0,-1 0-1 0 0,1 0 1 0 0,7 6 0 0 0,-10-10-12 0 0,-1 1 0 0 0,1-1 0 0 0,0 0 0 0 0,0 0 0 0 0,0 0 0 0 0,0 0 0 0 0,0 0 0 0 0,0 0 0 0 0,0-1 0 0 0,1 1 0 0 0,-1-1 0 0 0,0 1 0 0 0,0-1 0 0 0,0 0 0 0 0,1 0 0 0 0,-1 0 0 0 0,0 0 0 0 0,5-1 0 0 0,-4 0 0 0 0,0 0 0 0 0,0 0 0 0 0,0-1 0 0 0,0 1 0 0 0,0-1 0 0 0,-1 0 0 0 0,1 1 0 0 0,0-1 0 0 0,-1-1 0 0 0,1 1 0 0 0,2-4 0 0 0,3-4 0 0 0,0 0 0 0 0,-2-1 0 0 0,1 1 0 0 0,-1-2 0 0 0,7-17 0 0 0,-6 8 22 0 0,7-33 1 0 0,-3 10-4 0 0,-11 44-19 0 0,0 0 0 0 0,0 0 0 0 0,0-1 0 0 0,0 1 0 0 0,0 0 0 0 0,0 0 0 0 0,0 0 0 0 0,0-1 0 0 0,0 1 0 0 0,0 0 0 0 0,0 0 0 0 0,0-1 0 0 0,0 1 0 0 0,0 0 0 0 0,0 0 0 0 0,0 0 0 0 0,0 0 0 0 0,1-1 0 0 0,-1 1 0 0 0,0 0 0 0 0,0 0 0 0 0,0 0 0 0 0,0 0 0 0 0,0-1 0 0 0,1 1 0 0 0,-1 0 0 0 0,0 0 0 0 0,0 0 0 0 0,0 0 0 0 0,1 0 0 0 0,-1 0 0 0 0,0 0 0 0 0,0-1 0 0 0,0 1 0 0 0,1 0 0 0 0,-1 0 0 0 0,0 0 0 0 0,0 0 0 0 0,0 0 0 0 0,1 0 0 0 0,-1 0 0 0 0,0 0 0 0 0,1 0 0 0 0,5 10 0 0 0,4 18 0 0 0,-10-27 0 0 0,7 29 0 0 0,-3-11 0 0 0,10 25 0 0 0,-13-39 0 0 0,1-1 0 0 0,0 0 0 0 0,0 1 0 0 0,1-1 0 0 0,-1 0 0 0 0,1 0 0 0 0,0 0 0 0 0,0-1 0 0 0,0 1 0 0 0,8 5 0 0 0,-9-7 0 0 0,-1-1 0 0 0,1 0 0 0 0,0 0 0 0 0,0 0 0 0 0,0 0 0 0 0,0 0 0 0 0,0 0 0 0 0,0-1 0 0 0,1 1 0 0 0,-1-1 0 0 0,0 0 0 0 0,0 1 0 0 0,0-1 0 0 0,1 0 0 0 0,-1 0 0 0 0,4-1 0 0 0,-3 1 0 0 0,1-1 0 0 0,-1 0 0 0 0,0-1 0 0 0,0 1 0 0 0,0 0 0 0 0,0-1 0 0 0,0 0 0 0 0,0 0 0 0 0,0 1 0 0 0,2-4 0 0 0,1 0 0 0 0,-1 0 0 0 0,0-1 0 0 0,0 0 0 0 0,-1 0 0 0 0,0 0 0 0 0,0 0 0 0 0,0 0 0 0 0,-1-1 0 0 0,4-10 0 0 0,-4 8 0 0 0,-1-1 0 0 0,0 0 0 0 0,0 0 0 0 0,-1 0 0 0 0,0-1 0 0 0,-1 1 0 0 0,-1 0 0 0 0,1 0 0 0 0,-1 0 0 0 0,-1 0 0 0 0,0 0 0 0 0,-1 0 0 0 0,1 0 0 0 0,-10-18 0 0 0,7 17 0 0 0,0 1 0 0 0,-1-1 0 0 0,-1 1 0 0 0,0 0 0 0 0,0 1 0 0 0,-1-1 0 0 0,0 2 0 0 0,-1-1 0 0 0,0 1 0 0 0,0 0 0 0 0,0 1 0 0 0,-16-9 0 0 0,21 14 0 0 0,-1 0 0 0 0,1 0 0 0 0,-1 1 0 0 0,1-1 0 0 0,-1 1 0 0 0,0 0 0 0 0,-5 0 0 0 0,8 1 0 0 0,0 0 0 0 0,0 0 0 0 0,1 0 0 0 0,-1 0 0 0 0,0 0 0 0 0,0 1 0 0 0,0-1 0 0 0,1 1 0 0 0,-1-1 0 0 0,-2 2 0 0 0,4-2 0 0 0,-1 1 0 0 0,0-1 0 0 0,0 1 0 0 0,1-1 0 0 0,-1 1 0 0 0,0-1 0 0 0,1 1 0 0 0,-1 0 0 0 0,1-1 0 0 0,-1 1 0 0 0,1 0 0 0 0,-1-1 0 0 0,1 1 0 0 0,-1 0 0 0 0,1 0 0 0 0,0 0 0 0 0,-1 0 0 0 0,1-1 0 0 0,0 1 0 0 0,0 0 0 0 0,0 1 0 0 0,0 0 0 0 0,0 0 0 0 0,0 1 0 0 0,0-1 0 0 0,1 0 0 0 0,-1 0 0 0 0,1 0 0 0 0,-1-1 0 0 0,1 1 0 0 0,0 0 0 0 0,0 0 0 0 0,0 0 0 0 0,0 0 0 0 0,0-1 0 0 0,0 1 0 0 0,0 0 0 0 0,1-1 0 0 0,2 3 0 0 0,1 1 0 0 0,-1-1 0 0 0,1 0 0 0 0,0 0 0 0 0,9 4 0 0 0,-1-2 0 0 0,-1-1 0 0 0,1 0 0 0 0,1-1 0 0 0,-1 0 0 0 0,0-1 0 0 0,1-1 0 0 0,0 0 0 0 0,0-1 0 0 0,24 0 0 0 0,2-4 0 0 0,0-1 0 0 0,43-10 0 0 0,7-7 0 0 0,-46 10 0 0 0,90-11 0 0 0,-133 22 0 0 0,0 0 0 0 0,1 0 0 0 0,-1-1 0 0 0,0 1 0 0 0,0 0 0 0 0,1 0 0 0 0,-1 1 0 0 0,0-1 0 0 0,0 0 0 0 0,0 0 0 0 0,1 1 0 0 0,-1-1 0 0 0,0 0 0 0 0,0 1 0 0 0,0-1 0 0 0,0 1 0 0 0,2 1 0 0 0,-3-2 0 0 0,0 0 0 0 0,0 0 0 0 0,0 1 0 0 0,1-1 0 0 0,-1 0 0 0 0,0 1 0 0 0,0-1 0 0 0,0 0 0 0 0,0 0 0 0 0,0 1 0 0 0,0-1 0 0 0,0 0 0 0 0,0 0 0 0 0,0 1 0 0 0,0-1 0 0 0,0 0 0 0 0,0 1 0 0 0,0-1 0 0 0,-1 0 0 0 0,1 0 0 0 0,0 1 0 0 0,0-1 0 0 0,0 0 0 0 0,0 0 0 0 0,-1 1 0 0 0,-9 9 0 0 0,-87 54 0 0 0,60-42 0 0 0,-61 49 0 0 0,88-62 0 0 0,0-1 0 0 0,1 2 0 0 0,1-1 0 0 0,0 1 0 0 0,0 1 0 0 0,1-1 0 0 0,0 1 0 0 0,0 0 0 0 0,1 1 0 0 0,-6 17 0 0 0,11-27 0 0 0,1 1 0 0 0,-1 0 0 0 0,0-1 0 0 0,1 1 0 0 0,-1 0 0 0 0,1 0 0 0 0,0-1 0 0 0,0 1 0 0 0,0 0 0 0 0,0 0 0 0 0,1-1 0 0 0,-1 1 0 0 0,1 0 0 0 0,-1 0 0 0 0,1-1 0 0 0,0 1 0 0 0,1 2 0 0 0,-1-4 0 0 0,0 1 0 0 0,0-1 0 0 0,0 0 0 0 0,1 1 0 0 0,-1-1 0 0 0,0 0 0 0 0,1 0 0 0 0,-1 0 0 0 0,0 0 0 0 0,1 0 0 0 0,-1-1 0 0 0,1 1 0 0 0,0 0 0 0 0,-1-1 0 0 0,1 1 0 0 0,-1-1 0 0 0,1 1 0 0 0,0-1 0 0 0,0 0 0 0 0,-1 1 0 0 0,1-1 0 0 0,0 0 0 0 0,-1 0 0 0 0,1-1 0 0 0,0 1 0 0 0,0 0 0 0 0,-1 0 0 0 0,3-1 0 0 0,5-2 0 0 0,0 0 0 0 0,0 0 0 0 0,0-1 0 0 0,-1 0 0 0 0,1 0 0 0 0,-1-1 0 0 0,0 0 0 0 0,11-9 0 0 0,2-4 0 0 0,31-33 0 0 0,-27 22 5 0 0,-2-1-1 0 0,-1-1 1 0 0,-1-1-1 0 0,-2-1 1 0 0,-1-1-1 0 0,-2 0 1 0 0,23-68-1 0 0,-18 29 8 0 0,-4 1 0 0 0,17-151 0 0 0,-33 210-12 0 0,1 5 0 0 0,-1 0 0 0 0,-1-1 0 0 0,0 1 0 0 0,0 0 0 0 0,0 0 0 0 0,-1 0 0 0 0,0 0 0 0 0,-3-10 0 0 0,4 18 0 0 0,0-1 1 0 0,0 1-1 0 0,0 0 0 0 0,0 0 0 0 0,0-1 0 0 0,0 1 0 0 0,0 0 1 0 0,0 0-1 0 0,-1-1 0 0 0,1 1 0 0 0,0 0 0 0 0,0 0 1 0 0,0 0-1 0 0,0-1 0 0 0,-1 1 0 0 0,1 0 0 0 0,0 0 0 0 0,0 0 1 0 0,-1-1-1 0 0,1 1 0 0 0,0 0 0 0 0,0 0 0 0 0,-1 0 1 0 0,1 0-1 0 0,0 0 0 0 0,0 0 0 0 0,-1 0 0 0 0,1 0 0 0 0,0-1 1 0 0,0 1-1 0 0,-1 0 0 0 0,1 0 0 0 0,-8 6 15 0 0,-5 12 24 0 0,7-4-23 0 0,0-1-1 0 0,1 1 0 0 0,0 0 1 0 0,-3 18-1 0 0,-6 61 61 0 0,11-75-73 0 0,-15 163 29 0 0,16-144-21 0 0,3 1-1 0 0,8 67 1 0 0,-7-92-85 0 0,1 0 0 0 0,0-1-1 0 0,1 1 1 0 0,0-1 0 0 0,1 0 0 0 0,1 0 0 0 0,-1 0-1 0 0,2-1 1 0 0,0 0 0 0 0,0 0 0 0 0,13 13-1 0 0,-15-18 3 0 0,1-1-1 0 0,0 0 0 0 0,0 0 0 0 0,0 0 0 0 0,1 0 0 0 0,0-1 0 0 0,0 0 0 0 0,0-1 0 0 0,0 1 0 0 0,0-1 0 0 0,1-1 0 0 0,0 0 0 0 0,-1 0 0 0 0,1 0 1 0 0,0-1-1 0 0,0 0 0 0 0,0 0 0 0 0,0-1 0 0 0,13-1 0 0 0,-8 0-997 0 0,0-1 1 0 0,0-1-1 0 0,0 0 1 0 0,0-1-1 0 0,-1 0 1 0 0,0-1-1 0 0,24-12 1 0 0,-28 12 388 0 0,-1 0 1 0 0,1 0-1 0 0,-1-1 1 0 0,0 0-1 0 0,0-1 1 0 0,-1 1-1 0 0,0-1 1 0 0,0-1-1 0 0,0 1 1 0 0,-1-1-1 0 0,0 0 1 0 0,4-9-1 0 0,-5 7 838 0 0,0 0 0 0 0,-1 0 0 0 0,0 0 0 0 0,0 0 0 0 0,-1 0 0 0 0,1-16 0 0 0,-3 21 342 0 0,0 0-1 0 0,0 0 0 0 0,0 0 1 0 0,-1 0-1 0 0,1 0 0 0 0,-1 0 1 0 0,0 0-1 0 0,-1 0 0 0 0,1 1 0 0 0,-1-1 1 0 0,0 0-1 0 0,0 1 0 0 0,0 0 1 0 0,-1-1-1 0 0,-6-7 0 0 0,8 11-233 0 0,0-1-1 0 0,-1 1 1 0 0,1-1-1 0 0,-1 1 1 0 0,0 0-1 0 0,0 0 1 0 0,1 0-1 0 0,-1 0 1 0 0,0 0 0 0 0,0 0-1 0 0,0 0 1 0 0,0 0-1 0 0,0 1 1 0 0,0-1-1 0 0,0 1 1 0 0,0 0-1 0 0,-4-1 1 0 0,2 2-20 0 0,0-1 1 0 0,0 1 0 0 0,1-1-1 0 0,-1 1 1 0 0,0 0 0 0 0,1 0-1 0 0,-1 1 1 0 0,1-1-1 0 0,-5 4 1 0 0,-1 0-17 0 0,1 0 0 0 0,0 1 0 0 0,0 1 0 0 0,1-1 0 0 0,0 1 0 0 0,-11 14 1 0 0,8-9-51 0 0,1 2 1 0 0,1-1 0 0 0,-13 26 0 0 0,19-33-136 0 0,0-1-1 0 0,0 0 1 0 0,0 1 0 0 0,1 0 0 0 0,0-1-1 0 0,0 1 1 0 0,0 0 0 0 0,1-1 0 0 0,0 1-1 0 0,0 0 1 0 0,0-1 0 0 0,1 1 0 0 0,2 11-1 0 0,-3-15-41 0 0,1 0-1 0 0,0 0 0 0 0,-1 0 1 0 0,1-1-1 0 0,0 1 0 0 0,0 0 1 0 0,0 0-1 0 0,1 0 0 0 0,-1-1 0 0 0,0 1 1 0 0,1-1-1 0 0,-1 1 0 0 0,1-1 1 0 0,-1 1-1 0 0,1-1 0 0 0,0 0 1 0 0,-1 0-1 0 0,1 0 0 0 0,2 1 0 0 0,-1-1 2 0 0,0 0-1 0 0,0 0 1 0 0,1 0-1 0 0,-1-1 0 0 0,0 0 1 0 0,0 0-1 0 0,0 0 0 0 0,0 0 1 0 0,0 0-1 0 0,1 0 0 0 0,3-2 1 0 0,3 0 1 0 0,-1-1 0 0 0,0-1 0 0 0,-1 1 0 0 0,1-1 0 0 0,-1-1 0 0 0,0 0 0 0 0,11-8 0 0 0,9-14 20 0 0,-23 22-16 0 0,1-1 0 0 0,0 1 0 0 0,0-1 0 0 0,11-6 0 0 0,-16 11-8 0 0,0 1 0 0 0,0 0 0 0 0,0-1 0 0 0,0 1 0 0 0,0 0 0 0 0,0 0 0 0 0,0 0 0 0 0,0 0 0 0 0,0 0 0 0 0,0 0 0 0 0,0 0 0 0 0,0 0 0 0 0,0 0 0 0 0,0 1 0 0 0,0-1 0 0 0,0 0 0 0 0,0 1 0 0 0,0-1 0 0 0,0 0 0 0 0,0 1 0 0 0,-1-1 0 0 0,1 1 0 0 0,0 0 0 0 0,0-1 0 0 0,0 1 0 0 0,-1 0 0 0 0,1-1 0 0 0,0 1 0 0 0,-1 0 0 0 0,1 0 0 0 0,0 1 0 0 0,4 4 0 0 0,0 1 0 0 0,6 13 0 0 0,-8-14 0 0 0,1 0 26 0 0,0 1 0 0 0,1-1 0 0 0,-1 0-1 0 0,1 0 1 0 0,0 0 0 0 0,0-1 0 0 0,1 1 0 0 0,0-2 0 0 0,0 1-1 0 0,11 7 1 0 0,-13-10-11 0 0,0 0 0 0 0,0-1 0 0 0,0 1 0 0 0,0-1 0 0 0,0 0 0 0 0,1 0 0 0 0,-1 0 1 0 0,0 0-1 0 0,0-1 0 0 0,1 0 0 0 0,-1 0 0 0 0,0 0 0 0 0,1 0 0 0 0,-1-1 0 0 0,0 1 0 0 0,0-1 0 0 0,1 0 0 0 0,-1-1 0 0 0,0 1 0 0 0,5-3 0 0 0,1-2 4 0 0,0 0 0 0 0,0-1 0 0 0,0 0 0 0 0,-1 0 0 0 0,0-1 0 0 0,-1 0 0 0 0,0-1-1 0 0,0 0 1 0 0,-1 0 0 0 0,11-17 0 0 0,3-10 69 0 0,25-62 0 0 0,-31 61-88 0 0,-1-1 0 0 0,-3-1 0 0 0,-1 0 0 0 0,-2 0 0 0 0,4-45 0 0 0,-6-3 0 0 0,-6-111 0 0 0,0 182 0 0 0,-6-71 0 0 0,4 75 0 0 0,1 1 0 0 0,-2 0 0 0 0,0 0 0 0 0,0 0 0 0 0,-8-15 0 0 0,11 24 0 0 0,-1 1 0 0 0,1 0 0 0 0,-1 0 0 0 0,1 0 0 0 0,-1 0 0 0 0,0 0 0 0 0,1 0 0 0 0,-1 0 0 0 0,0 1 0 0 0,0-1-1 0 0,0 0 1 0 0,1 0 0 0 0,-1 0 0 0 0,0 1 0 0 0,0-1 0 0 0,0 0 0 0 0,0 1 0 0 0,0-1 0 0 0,-1 1 0 0 0,1 0 0 0 0,0-1 0 0 0,-1 1 0 0 0,0 0 0 0 0,1 0 0 0 0,-1 0 0 0 0,1 0-1 0 0,-1 0 1 0 0,1 1 0 0 0,-1-1 0 0 0,1 1 0 0 0,0-1 0 0 0,-1 1 0 0 0,1 0 0 0 0,0-1 0 0 0,0 1 0 0 0,-1 0 0 0 0,1 0 0 0 0,-1 1-1 0 0,-4 4 4 0 0,0-1-1 0 0,1 1 0 0 0,0 1 0 0 0,1-1 1 0 0,-6 11-1 0 0,2-2 31 0 0,0 2 1 0 0,2-1 0 0 0,0 1-1 0 0,0 0 1 0 0,-3 26 0 0 0,-6 90-4 0 0,13-68 32 0 0,2 0 0 0 0,4-1 0 0 0,2 1 1 0 0,3-1-1 0 0,25 91 0 0 0,-27-132 53 0 0,1 0-1 0 0,0-1 1 0 0,2 0 0 0 0,1-1-1 0 0,0 0 1 0 0,2 0 0 0 0,23 28-1 0 0,-28-38-70 0 0,1-1-1 0 0,1 0 0 0 0,0-1 1 0 0,0 0-1 0 0,1-1 1 0 0,0 0-1 0 0,1 0 0 0 0,-1-1 1 0 0,1-1-1 0 0,1 0 1 0 0,-1-1-1 0 0,1 0 0 0 0,0-1 1 0 0,22 5-1 0 0,-24-8-178 0 0,0-1 0 0 0,0 0 0 0 0,0 0 0 0 0,0-1 0 0 0,0 0-1 0 0,0-1 1 0 0,0 0 0 0 0,16-6 0 0 0,-20 6-5929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0:06.70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65 1 1839 0 0,'-1'0'20'0'0,"0"0"0"0"0,0 1 0 0 0,0-1 0 0 0,0 0 0 0 0,1 1 0 0 0,-1-1 0 0 0,0 1 0 0 0,0-1 0 0 0,1 0 0 0 0,-1 1 0 0 0,0 0 0 0 0,1-1 0 0 0,-1 1 0 0 0,0-1 0 0 0,1 1 0 0 0,-1 0-1 0 0,1 0 1 0 0,-1 0 0 0 0,-11 18 455 0 0,9-11-386 0 0,-3 2 115 0 0,1 0 0 0 0,0 0 0 0 0,1 1 0 0 0,0 0-1 0 0,1 0 1 0 0,0 0 0 0 0,1 0 0 0 0,0 0 0 0 0,0 18 0 0 0,2-1 340 0 0,2 1 1 0 0,8 46-1 0 0,19 98 452 0 0,54 393 257 0 0,-69-436-1193 0 0,54 634 432 0 0,-66-431-402 0 0,-18-1 18 0 0,13-283-106 0 0,-2 21-459 0 0,5-54-38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0:07.416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5 67 2759 0 0,'-1'-4'12'0'0,"0"0"58"0"0,0 1 0 0 0,0-1 1 0 0,1 1-1 0 0,-1-1 1 0 0,1 0-1 0 0,0-5 0 0 0,1 7 8 0 0,-1 1-1 0 0,1-1 0 0 0,-1 1 0 0 0,1 0 1 0 0,-1-1-1 0 0,1 1 0 0 0,0 0 1 0 0,0-1-1 0 0,-1 1 0 0 0,1 0 0 0 0,0 0 1 0 0,0 0-1 0 0,0 0 0 0 0,1 0 0 0 0,-1 0 1 0 0,0 0-1 0 0,0 0 0 0 0,0 0 0 0 0,3 0 1 0 0,-2 0 11 0 0,-1 0 1 0 0,1 0-1 0 0,0 0 1 0 0,-1 0-1 0 0,1 0 1 0 0,0 1-1 0 0,0-1 1 0 0,0 1-1 0 0,0 0 1 0 0,-1-1-1 0 0,1 1 1 0 0,0 0-1 0 0,0 0 0 0 0,0 0 1 0 0,0 0-1 0 0,0 0 1 0 0,0 1-1 0 0,-1-1 1 0 0,1 1-1 0 0,0-1 1 0 0,0 1-1 0 0,1 0 1 0 0,0 1-1 0 0,0 0 0 0 0,-1 0 0 0 0,1 0 0 0 0,-1 1 0 0 0,1-1 0 0 0,-1 1 0 0 0,0-1 0 0 0,0 1 0 0 0,0 0 0 0 0,-1-1 0 0 0,4 7 0 0 0,5 14 347 0 0,0 0 0 0 0,-2 1 0 0 0,7 30 0 0 0,8 77 667 0 0,9 406 91 0 0,-19-217-900 0 0,68 462-221 0 0,-72-717-73 0 0,4 66 15 0 0,12 72-95 0 0,-25-203 53 0 0,6 22-672 0 0,-1-16-2906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0:09.94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431 101 1839 0 0,'0'-6'200'0'0,"0"0"0"0"0,-1 0-1 0 0,1 0 1 0 0,-1 0 0 0 0,0 0-1 0 0,-1 0 1 0 0,0 1 0 0 0,-4-11-1 0 0,5 13-151 0 0,0 1 0 0 0,-1 0 0 0 0,0-1 0 0 0,1 1 0 0 0,-1 0 0 0 0,0 0 0 0 0,0 0 0 0 0,-1 0 0 0 0,1 0 0 0 0,0 0 0 0 0,0 1 0 0 0,-1-1 0 0 0,1 1 0 0 0,-1-1 0 0 0,0 1 0 0 0,1 0 0 0 0,-1 0 0 0 0,0 0-1 0 0,1 1 1 0 0,-5-1 0 0 0,-3-1 34 0 0,1 2 0 0 0,-1-1 0 0 0,1 1 1 0 0,-1 1-1 0 0,0 0 0 0 0,1 0 0 0 0,-1 1 0 0 0,1 0 0 0 0,0 0 0 0 0,0 1 0 0 0,0 1 0 0 0,0 0 0 0 0,0 0 0 0 0,1 0 0 0 0,-1 1 0 0 0,1 0 0 0 0,-8 7 0 0 0,4-2-29 0 0,0 1-1 0 0,0 1 1 0 0,1 0 0 0 0,0 0 0 0 0,1 1-1 0 0,1 0 1 0 0,0 1 0 0 0,1 0 0 0 0,-9 19-1 0 0,-8 20 462 0 0,10-22 77 0 0,-17 53 0 0 0,28-73-458 0 0,2 1 0 0 0,-1-1 0 0 0,1 1 0 0 0,1-1 0 0 0,0 1 0 0 0,1-1 0 0 0,0 1 0 0 0,1 0 0 0 0,4 20 0 0 0,-4-25-108 0 0,1 0 0 0 0,0-1 0 0 0,1 1 0 0 0,0-1 0 0 0,0 0 0 0 0,0 1 1 0 0,1-1-1 0 0,0-1 0 0 0,0 1 0 0 0,0 0 0 0 0,1-1 0 0 0,-1 0 0 0 0,1 0 0 0 0,1 0 0 0 0,-1-1 0 0 0,1 0 1 0 0,8 5-1 0 0,0-2 10 0 0,1 0 1 0 0,-1-1 0 0 0,1-1 0 0 0,1 0-1 0 0,-1-1 1 0 0,0-1 0 0 0,1 0 0 0 0,0-1-1 0 0,22 0 1 0 0,-18-3 10 0 0,1 0 1 0 0,-1-1-1 0 0,0-1 1 0 0,0 0-1 0 0,-1-2 1 0 0,39-14-1 0 0,-48 15 34 0 0,0 0 0 0 0,0-1 0 0 0,-1-1-1 0 0,1 1 1 0 0,-1-2 0 0 0,0 1 0 0 0,-1-1-1 0 0,0-1 1 0 0,0 1 0 0 0,0-1 0 0 0,-1-1-1 0 0,0 1 1 0 0,-1-1 0 0 0,0-1 0 0 0,0 1-1 0 0,-1-1 1 0 0,-1 0 0 0 0,1 0 0 0 0,-1 0-1 0 0,-1-1 1 0 0,0 1 0 0 0,0-1 0 0 0,-1 0-1 0 0,-1 0 1 0 0,0 0 0 0 0,0 0 0 0 0,-1 0-1 0 0,-1 0 1 0 0,1 0 0 0 0,-2 1 0 0 0,-2-15-1 0 0,0 11-7 0 0,-1 1 0 0 0,0-1 0 0 0,0 1 0 0 0,-1-1 0 0 0,-1 2 0 0 0,0-1 0 0 0,-1 1 0 0 0,-1 0-1 0 0,0 0 1 0 0,0 1 0 0 0,-13-11 0 0 0,3 4-562 0 0,-1 2 0 0 0,0 0 0 0 0,-2 1 0 0 0,0 1 0 0 0,-32-15 0 0 0,22 12-3681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0:08.156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8 8 2303 0 0,'0'0'23'0'0,"0"0"-1"0"0,0-1 1 0 0,0 1-1 0 0,0 0 0 0 0,0 0 1 0 0,0-1-1 0 0,0 1 0 0 0,0 0 1 0 0,0 0-1 0 0,-1-1 0 0 0,1 1 1 0 0,0 0-1 0 0,0 0 1 0 0,0-1-1 0 0,0 1 0 0 0,0 0 1 0 0,0 0-1 0 0,0-1 0 0 0,-1 1 1 0 0,1 0-1 0 0,0 0 0 0 0,0 0 1 0 0,0-1-1 0 0,0 1 1 0 0,-1 0-1 0 0,1 0 0 0 0,0 0 1 0 0,0 0-1 0 0,0-1 0 0 0,-1 1 1 0 0,1 0-1 0 0,0 0 0 0 0,0 0 1 0 0,-1 0-1 0 0,1 0 1 0 0,-2 19 486 0 0,19 317 2378 0 0,-1-91-1593 0 0,-4 94-736 0 0,14 287 580 0 0,5-286-2390 0 0,-28-315-1744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0:08.75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35 1375 0 0,'2'-3'186'0'0,"0"0"0"0"0,0 0 0 0 0,-1 0 0 0 0,2 1-1 0 0,-1-1 1 0 0,0 1 0 0 0,0-1 0 0 0,1 1-1 0 0,0 0 1 0 0,3-2 0 0 0,-6 3-127 0 0,1 1 1 0 0,0-1-1 0 0,0 1 0 0 0,0 0 0 0 0,-1-1 1 0 0,1 1-1 0 0,0 0 0 0 0,0-1 0 0 0,0 1 1 0 0,0 0-1 0 0,0 0 0 0 0,0 0 0 0 0,0 0 1 0 0,-1 0-1 0 0,1 0 0 0 0,0 0 1 0 0,0 0-1 0 0,0 0 0 0 0,0 1 0 0 0,0-1 1 0 0,0 0-1 0 0,-1 1 0 0 0,1-1 0 0 0,0 0 1 0 0,0 1-1 0 0,0-1 0 0 0,-1 1 0 0 0,1-1 1 0 0,0 1-1 0 0,0-1 0 0 0,-1 1 1 0 0,1 0-1 0 0,-1-1 0 0 0,1 1 0 0 0,0 0 1 0 0,-1 0-1 0 0,1-1 0 0 0,-1 1 0 0 0,0 0 1 0 0,1 0-1 0 0,-1 0 0 0 0,1 1 0 0 0,5 12 386 0 0,-1 1 0 0 0,-1-1 0 0 0,0 1 0 0 0,4 23 0 0 0,1 63 526 0 0,-8-81-795 0 0,58 759 2108 0 0,-37-521-2164 0 0,5 100-50 0 0,-26-300-121 0 0,-1-22 32 0 0,1 0-1 0 0,2-1 1 0 0,15 71 0 0 0,-17-102-82 0 0,0 0 1 0 0,1 0 0 0 0,-1 0-1 0 0,1 0 1 0 0,0-1-1 0 0,3 6 1 0 0,4 1-619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0:10.739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470 137 3679 0 0,'-5'-11'193'0'0,"-1"0"0"0"0,0 1-1 0 0,-1 0 1 0 0,-1 1-1 0 0,1 0 1 0 0,-1 0 0 0 0,-1 0-1 0 0,0 1 1 0 0,-18-13-1 0 0,21 17-125 0 0,0 0 0 0 0,0 1 0 0 0,0 0-1 0 0,-1 0 1 0 0,1 0 0 0 0,-1 1 0 0 0,0 0 0 0 0,0 0-1 0 0,0 1 1 0 0,0 0 0 0 0,0 0 0 0 0,0 1-1 0 0,0 0 1 0 0,0 0 0 0 0,0 0 0 0 0,0 1 0 0 0,-13 3-1 0 0,6 0 17 0 0,-1 1-1 0 0,1 0 1 0 0,0 1-1 0 0,1 1 1 0 0,-1 0-1 0 0,1 1 1 0 0,1 0-1 0 0,-24 20 0 0 0,27-19-29 0 0,1 0-1 0 0,0 0 0 0 0,0 0 0 0 0,1 1 0 0 0,0 0 0 0 0,0 1 1 0 0,1-1-1 0 0,1 1 0 0 0,0 0 0 0 0,0 1 0 0 0,-4 18 0 0 0,4-6-52 0 0,1-1 0 0 0,1 1 0 0 0,1 0 0 0 0,2 0 0 0 0,0 0 0 0 0,1 0 0 0 0,8 43 0 0 0,-5-49 0 0 0,0-1 0 0 0,1 1 0 0 0,1-1 0 0 0,1 0 0 0 0,0 0 0 0 0,1-1 0 0 0,1 0 0 0 0,1 0 0 0 0,0-1 0 0 0,23 26 0 0 0,-27-35-5 0 0,1 0 0 0 0,0-1 0 0 0,0 0 0 0 0,0 0-1 0 0,1-1 1 0 0,0 1 0 0 0,0-2 0 0 0,0 1-1 0 0,0-1 1 0 0,1 0 0 0 0,-1-1 0 0 0,1 0 0 0 0,0 0-1 0 0,-1-1 1 0 0,1 0 0 0 0,0-1 0 0 0,0 0 0 0 0,13-1-1 0 0,-4-1-3 0 0,0-1 0 0 0,-1 0 0 0 0,0-2 0 0 0,1 0 0 0 0,-1 0 0 0 0,-1-2 0 0 0,1 0 0 0 0,18-12 0 0 0,-20 10 93 0 0,-1-1-1 0 0,0 0 0 0 0,0-1 1 0 0,-2-1-1 0 0,23-26 1 0 0,-28 30 36 0 0,0-1-1 0 0,-1 0 1 0 0,0 0 0 0 0,-1-1 0 0 0,0 1 0 0 0,0-1 0 0 0,-1-1 0 0 0,0 1 0 0 0,-1 0 0 0 0,3-17 0 0 0,-5 20-31 0 0,-1 1 0 0 0,0-1-1 0 0,0 1 1 0 0,0-1-1 0 0,-1 0 1 0 0,0 1 0 0 0,0-1-1 0 0,-1 1 1 0 0,0 0-1 0 0,0-1 1 0 0,0 1 0 0 0,-1 0-1 0 0,0 0 1 0 0,-4-7 0 0 0,-5-3-349 0 0,0 0 1 0 0,-1 1 0 0 0,-20-19 0 0 0,22 24-531 0 0,6 5-2641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0:04.934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132 57 919 0 0,'-3'-5'198'0'0,"1"-1"-1"0"0,-1 1 1 0 0,0 0-1 0 0,0 0 1 0 0,-1 0-1 0 0,0 1 1 0 0,1-1-1 0 0,-2 1 1 0 0,-8-8-1 0 0,13 12-163 0 0,-1 0 1 0 0,1 0-1 0 0,-1 0 0 0 0,0-1 1 0 0,1 1-1 0 0,-1 0 0 0 0,1 0 1 0 0,-1 0-1 0 0,0 0 0 0 0,1 0 0 0 0,-1 0 1 0 0,0 0-1 0 0,1 1 0 0 0,-1-1 1 0 0,1 0-1 0 0,-1 0 0 0 0,0 0 1 0 0,1 1-1 0 0,-1-1 0 0 0,1 0 1 0 0,-1 0-1 0 0,1 1 0 0 0,-1-1 0 0 0,1 1 1 0 0,-1-1-1 0 0,1 0 0 0 0,-1 1 1 0 0,1-1-1 0 0,0 1 0 0 0,-1-1 1 0 0,1 1-1 0 0,0-1 0 0 0,-1 1 1 0 0,1-1-1 0 0,0 1 0 0 0,-1 0 0 0 0,1-1 1 0 0,0 2-1 0 0,-10 24 494 0 0,10-25-505 0 0,-13 57 522 0 0,3 0 0 0 0,-3 81 0 0 0,9-85-382 0 0,-15 486-75 0 0,33 0 12 0 0,-1-87-62 0 0,-14-137-38 0 0,0-124 0 0 0,4-87 15 0 0,-1-89-30 0 0,0 0 1 0 0,1 0 0 0 0,0-1-1 0 0,10 24 1 0 0,-12-35-110 0 0,1 0-1 0 0,0-1 0 0 0,0 1 1 0 0,1-1-1 0 0,-1 1 1 0 0,1-1-1 0 0,3 4 1 0 0,-6-7 39 0 0,1 1 0 0 0,-1-1 1 0 0,1 1-1 0 0,-1-1 0 0 0,1 1 1 0 0,-1-1-1 0 0,1 0 0 0 0,-1 1 0 0 0,1-1 1 0 0,0 0-1 0 0,-1 1 0 0 0,1-1 1 0 0,-1 0-1 0 0,1 0 0 0 0,0 1 1 0 0,-1-1-1 0 0,1 0 0 0 0,0 0 0 0 0,0 0 1 0 0,-1 0-1 0 0,1 0 0 0 0,0 0 1 0 0,-1 0-1 0 0,1 0 0 0 0,0 0 1 0 0,-1 0-1 0 0,1-1 0 0 0,0 1 0 0 0,-1 0 1 0 0,1 0-1 0 0,0-1 0 0 0,-1 1 1 0 0,1 0-1 0 0,-1-1 0 0 0,1 1 1 0 0,0 0-1 0 0,-1-1 0 0 0,1 1 1 0 0,-1-1-1 0 0,1 1 0 0 0,-1-1 0 0 0,0 1 1 0 0,1-1-1 0 0,-1 1 0 0 0,1-1 1 0 0,-1 0-1 0 0,0 1 0 0 0,0-1 1 0 0,1 0-1 0 0,-1 0 0 0 0,3-7-215 0 0,-3-2 269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0:05.81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24 23 1839 0 0,'-1'-2'71'0'0,"0"0"0"0"0,0 1 0 0 0,0-1 0 0 0,0 0 0 0 0,0 1 0 0 0,0-1 0 0 0,-1 1 0 0 0,1 0 0 0 0,-1-1 0 0 0,1 1 0 0 0,-1 0 0 0 0,1 0 0 0 0,-1 0 0 0 0,1 0 0 0 0,-4-1 0 0 0,8 5 167 0 0,-1-1-1 0 0,-1 1 1 0 0,1-1-1 0 0,0 1 1 0 0,-1 0-1 0 0,1 0 1 0 0,-1-1-1 0 0,0 1 1 0 0,1 5-1 0 0,14 36 387 0 0,-1 13-16 0 0,-2 0-1 0 0,9 98 1 0 0,-8 121 427 0 0,-9-120-612 0 0,9 99-225 0 0,10 236 148 0 0,1 583-218 0 0,-23-941-794 0 0,-2-113-2668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0:11.64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555 97 919 0 0,'-3'-5'273'0'0,"1"0"0"0"0,-2 1 0 0 0,1-1 0 0 0,0 1 0 0 0,-1 0 0 0 0,0 0 0 0 0,0 0 0 0 0,0 0 0 0 0,0 1 0 0 0,-1 0 0 0 0,-8-5 0 0 0,1 1-47 0 0,0 1 0 0 0,-1 0 0 0 0,1 1-1 0 0,-1 1 1 0 0,0 0 0 0 0,0 0-1 0 0,0 1 1 0 0,-1 1 0 0 0,1 1-1 0 0,-1 0 1 0 0,1 0 0 0 0,-1 1 0 0 0,1 1-1 0 0,-1 0 1 0 0,1 1 0 0 0,-1 1-1 0 0,1 0 1 0 0,0 0 0 0 0,0 2-1 0 0,0-1 1 0 0,1 2 0 0 0,0 0 0 0 0,0 0-1 0 0,-18 13 1 0 0,16-8-9 0 0,0 1 0 0 0,2 0-1 0 0,-1 0 1 0 0,1 2 0 0 0,1-1 0 0 0,1 1 0 0 0,0 1 0 0 0,-12 23-1 0 0,15-23-155 0 0,0-1-1 0 0,1 1 0 0 0,1 0 1 0 0,1 1-1 0 0,0-1 0 0 0,0 1 1 0 0,2 0-1 0 0,0 0 0 0 0,1 25 1 0 0,1-35-52 0 0,0 0 1 0 0,1 0-1 0 0,0 0 1 0 0,0-1-1 0 0,1 1 1 0 0,0 0-1 0 0,0-1 1 0 0,3 8-1 0 0,-3-10-7 0 0,0 1 0 0 0,0-1-1 0 0,1 0 1 0 0,-1 0 0 0 0,1 0-1 0 0,-1 0 1 0 0,1 0 0 0 0,0-1-1 0 0,0 1 1 0 0,1-1 0 0 0,-1 0 0 0 0,0 0-1 0 0,6 3 1 0 0,7 1 66 0 0,0 0-1 0 0,1-1 1 0 0,0-1 0 0 0,-1 0-1 0 0,1-1 1 0 0,1-1-1 0 0,30 0 1 0 0,-8-4-24 0 0,1-1-1 0 0,47-11 1 0 0,-64 10-71 0 0,-1-1-1 0 0,0-1 1 0 0,0-1 0 0 0,-1-1 0 0 0,30-16 0 0 0,-43 19 102 0 0,-1 0 0 0 0,1 0 0 0 0,-1-1 1 0 0,-1 0-1 0 0,1-1 0 0 0,-1 1 1 0 0,-1-2-1 0 0,1 1 0 0 0,-1-1 0 0 0,0 0 1 0 0,-1 0-1 0 0,0 0 0 0 0,0-1 1 0 0,-1 0-1 0 0,6-16 0 0 0,-7 14 58 0 0,0 1 0 0 0,-2-1 0 0 0,1 0 0 0 0,-1 1 0 0 0,-1-1 0 0 0,0 0 0 0 0,0 0 0 0 0,-1 1 0 0 0,0-1 0 0 0,-5-17 0 0 0,4 20-47 0 0,-1 0 0 0 0,1 1 0 0 0,-1-1 0 0 0,-1 1-1 0 0,1-1 1 0 0,-1 1 0 0 0,-1 0 0 0 0,1 0 0 0 0,-1 1 0 0 0,0-1 0 0 0,-1 1-1 0 0,1 0 1 0 0,-1 1 0 0 0,-10-8 0 0 0,12 10-81 0 0,-1 1 0 0 0,0 0 1 0 0,0 0-1 0 0,0 0 0 0 0,0 0 0 0 0,-1 1 1 0 0,1 0-1 0 0,0 0 0 0 0,0 0 0 0 0,-1 1 1 0 0,1 0-1 0 0,-1 0 0 0 0,1 0 0 0 0,0 0 0 0 0,-1 1 1 0 0,1 0-1 0 0,0 0 0 0 0,-7 3 0 0 0,7-3-184 0 0,1 1-1 0 0,-1 0 1 0 0,0 0-1 0 0,0 0 1 0 0,1 1 0 0 0,-1 0-1 0 0,1-1 1 0 0,0 2-1 0 0,0-1 1 0 0,0 0-1 0 0,0 1 1 0 0,1 0-1 0 0,-1 0 1 0 0,1 0-1 0 0,0 0 1 0 0,0 0-1 0 0,1 1 1 0 0,-5 8-1 0 0,3 2-4820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0:14.08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5215 8287 0 0,'8'-4'180'0'0,"0"0"-1"0"0,1 1 0 0 0,0 0 0 0 0,0 1 0 0 0,15-3 1 0 0,12-3 0 0 0,590-173-1731 0 0,-120 33 390 0 0,-153 34 1161 0 0,-189 57 0 0 0,475-188 533 0 0,-264 94-180 0 0,227-66 786 0 0,-232 86-844 0 0,846-332 129 0 0,-1017 384-337 0 0,311-127 218 0 0,574-213 1786 0 0,-393 179-476 0 0,23-24-1004 0 0,-407 147-541 0 0,55-12 205 0 0,-24 8 207 0 0,1123-411 649 0 0,-1013 385-1084 0 0,1-1-153 0 0,651-244-491 0 0,-920 326 753 0 0,185-71 637 0 0,-213 74-380 0 0,543-209 1966 0 0,-338 155-2740 0 0,-299 96-1939 0 0,-39 12-3775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0:39.943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1052 319 2759 0 0,'6'-4'418'0'0,"0"1"-1"0"0,0-1 0 0 0,0-1 0 0 0,0 1 0 0 0,-1-1 0 0 0,1 0 0 0 0,-1 0 0 0 0,0-1 1 0 0,-1 1-1 0 0,1-1 0 0 0,-1 0 0 0 0,-1 0 0 0 0,1 0 0 0 0,-1-1 0 0 0,0 0 0 0 0,0 1 1 0 0,-1-1-1 0 0,0 0 0 0 0,0 0 0 0 0,0 0 0 0 0,-1 0 0 0 0,0-1 0 0 0,-1 1 0 0 0,0 0 1 0 0,0 0-1 0 0,0-1 0 0 0,-1 1 0 0 0,0 0 0 0 0,0 0 0 0 0,-1 0 0 0 0,0 0 0 0 0,-5-11 1 0 0,5 12-401 0 0,-1 0 1 0 0,-1 1-1 0 0,1-1 1 0 0,-1 1 0 0 0,0 0-1 0 0,0 0 1 0 0,-1 0-1 0 0,1 0 1 0 0,-1 1 0 0 0,-11-8-1 0 0,8 7 15 0 0,-1 0 0 0 0,0 1 0 0 0,0 0 0 0 0,0 1 0 0 0,0 0 0 0 0,-16-4 0 0 0,-2 3 83 0 0,1 1 0 0 0,-1 2 1 0 0,0 0-1 0 0,-39 5 0 0 0,11 3-47 0 0,1 3-1 0 0,0 2 1 0 0,-92 32 0 0 0,107-28-62 0 0,2 1 1 0 0,-1 1 0 0 0,2 3 0 0 0,1 0 0 0 0,0 3-1 0 0,2 0 1 0 0,1 3 0 0 0,1 0 0 0 0,1 2-1 0 0,-26 33 1 0 0,43-47-7 0 0,1 0 0 0 0,1 1 0 0 0,0 1 0 0 0,2 0 0 0 0,0 0 0 0 0,0 1 0 0 0,2 0 0 0 0,0 0 0 0 0,1 1 0 0 0,1-1 0 0 0,1 2 0 0 0,0-1 0 0 0,2 0 0 0 0,0 1 0 0 0,1 30 0 0 0,3-15 1 0 0,2-1-1 0 0,1 0 1 0 0,1 0 0 0 0,14 41-1 0 0,-16-61-1 0 0,2-1 0 0 0,0 1 0 0 0,0-1 0 0 0,1 0-1 0 0,1-1 1 0 0,0 0 0 0 0,0 0 0 0 0,1-1 0 0 0,1 0 0 0 0,0 0 0 0 0,1-1-1 0 0,20 15 1 0 0,-6-9-16 0 0,1-1 1 0 0,1-1-1 0 0,41 15 0 0 0,90 22 167 0 0,-143-46-119 0 0,16 3 60 0 0,-1 0 1 0 0,1-2 0 0 0,1-2 0 0 0,-1 0 0 0 0,1-2 0 0 0,-1-2 0 0 0,1-1-1 0 0,37-5 1 0 0,-17-3 116 0 0,0-2 0 0 0,-1-1 0 0 0,59-25 0 0 0,-79 24-92 0 0,0-1 0 0 0,0-1 0 0 0,-2-2-1 0 0,0-1 1 0 0,-1-1 0 0 0,27-25 0 0 0,-33 22 16 0 0,0 0-1 0 0,-2-2 1 0 0,-1 0 0 0 0,-1-1 0 0 0,-1 0 0 0 0,-1-2 0 0 0,-1 0-1 0 0,18-49 1 0 0,-13 22 98 0 0,-3 0-1 0 0,-3-1 0 0 0,14-102 1 0 0,-27 143-219 0 0,0 0 0 0 0,0 0 1 0 0,-2 0-1 0 0,1 0 0 0 0,-2 0 0 0 0,-3-16 0 0 0,3 20-4 0 0,-1 1-1 0 0,-1-1 0 0 0,1 1 1 0 0,-1 0-1 0 0,-1 0 0 0 0,1 0 0 0 0,-2 1 1 0 0,1 0-1 0 0,-11-12 0 0 0,-71-71 26 0 0,74 79-27 0 0,-1 0 1 0 0,0 1-1 0 0,-1 1 0 0 0,0 1 1 0 0,-17-9-1 0 0,24 15 18 0 0,-1 0-1 0 0,1 0 1 0 0,-1 1 0 0 0,0 0-1 0 0,0 1 1 0 0,0 0 0 0 0,0 0-1 0 0,0 1 1 0 0,0 0 0 0 0,0 0-1 0 0,-13 3 1 0 0,16-2-80 0 0,0 0 1 0 0,1 1-1 0 0,-1-1 1 0 0,0 1-1 0 0,1 0 1 0 0,-1 1-1 0 0,1-1 1 0 0,-1 1 0 0 0,1 0-1 0 0,0 0 1 0 0,1 1-1 0 0,-1 0 1 0 0,0-1-1 0 0,1 1 1 0 0,0 1-1 0 0,0-1 1 0 0,0 1-1 0 0,-4 6 1 0 0,5-3-1663 0 0,2-1-2979 0 0,2 1-1988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0:41.516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811 239 3223 0 0,'6'-3'497'0'0,"-1"0"0"0"0,0 0 0 0 0,0 0 0 0 0,0-1 0 0 0,-1 1 0 0 0,1-1 0 0 0,5-7 0 0 0,5-3 1159 0 0,-14 13-1458 0 0,1 0-1 0 0,-1-1 1 0 0,0 1-1 0 0,0-1 1 0 0,0 1-1 0 0,1-1 1 0 0,-1 1-1 0 0,-1-1 1 0 0,1 1-1 0 0,0-1 1 0 0,0 0-1 0 0,0 0 1 0 0,-1 1-1 0 0,1-1 1 0 0,-1 0-1 0 0,0 0 1 0 0,1-3-1 0 0,-1 1 5 0 0,-1 1 0 0 0,1 0-1 0 0,-1 0 1 0 0,1 0 0 0 0,-1 0 0 0 0,0 0-1 0 0,0-1 1 0 0,0 2 0 0 0,-3-6-1 0 0,-1-1 56 0 0,-1 1 0 0 0,0 1-1 0 0,0-1 1 0 0,0 1-1 0 0,-1 0 1 0 0,-8-7-1 0 0,7 8-84 0 0,-1-1-1 0 0,0 1 1 0 0,-1 0-1 0 0,1 1 1 0 0,-1 0-1 0 0,0 1 1 0 0,0 0-1 0 0,-18-4 1 0 0,7 3-30 0 0,1 2 0 0 0,-1 1 0 0 0,-33 1 0 0 0,32 1-106 0 0,-1 2 0 0 0,0 1 0 0 0,1 1 0 0 0,-1 0-1 0 0,1 2 1 0 0,-22 9 0 0 0,9-1 205 0 0,1 1 1 0 0,-61 39-1 0 0,71-39-205 0 0,2 2-1 0 0,0 0 1 0 0,0 2 0 0 0,2 0 0 0 0,0 1-1 0 0,2 1 1 0 0,0 1 0 0 0,1 0 0 0 0,1 2-1 0 0,-17 33 1 0 0,27-43 154 0 0,1 1 0 0 0,0 0-1 0 0,1 0 1 0 0,0 0 0 0 0,1 0 0 0 0,-1 31-1 0 0,3-21 36 0 0,2 0-1 0 0,1 0 0 0 0,7 39 1 0 0,-5-49-191 0 0,1 0 1 0 0,0 0-1 0 0,0-1 1 0 0,1 0-1 0 0,15 23 1 0 0,47 62 83 0 0,-51-77-85 0 0,-8-9-19 0 0,1 0 0 0 0,1-1-1 0 0,0 0 1 0 0,0-1 0 0 0,1 0-1 0 0,16 10 1 0 0,-20-16-6 0 0,0 0 0 0 0,1 0 0 0 0,-1-1 0 0 0,1-1 0 0 0,0 1 0 0 0,0-2 0 0 0,1 1 0 0 0,-1-1 0 0 0,0 0 0 0 0,1-1 0 0 0,16 0 0 0 0,4-3 16 0 0,0 0-1 0 0,0-3 1 0 0,0 0 0 0 0,-1-2-1 0 0,0-1 1 0 0,0-1-1 0 0,0-1 1 0 0,-2-2 0 0 0,30-17-1 0 0,19-15 95 0 0,128-99 0 0 0,-193 135-115 0 0,0-1 0 0 0,-1-1 0 0 0,-1 1 0 0 0,1-2 0 0 0,-1 1 0 0 0,-1-1 0 0 0,0-1 1 0 0,-1 1-1 0 0,0-1 0 0 0,-1-1 0 0 0,0 1 0 0 0,-1-1 0 0 0,0 0 0 0 0,-1 0 0 0 0,-1-1 0 0 0,0 1 0 0 0,0-1 0 0 0,-2 0 0 0 0,0 1 0 0 0,0-20 0 0 0,-4-11 41 0 0,-2 0-1 0 0,-16-69 1 0 0,18 103-28 0 0,0-1-1 0 0,-1 0 1 0 0,-1 1 0 0 0,1 0-1 0 0,-1 0 1 0 0,-1 0 0 0 0,0 1 0 0 0,0 0-1 0 0,-13-14 1 0 0,16 20-15 0 0,0-1 1 0 0,-1 1-1 0 0,1 0 1 0 0,-1 0-1 0 0,0 1 1 0 0,1-1-1 0 0,-1 1 1 0 0,-1-1-1 0 0,1 1 1 0 0,0 1-1 0 0,0-1 1 0 0,-1 1-1 0 0,1-1 1 0 0,-1 1-1 0 0,1 0 1 0 0,-1 1-1 0 0,1-1 1 0 0,-1 1-1 0 0,0 0 1 0 0,1 0-1 0 0,-1 0 1 0 0,1 1-1 0 0,-1 0 1 0 0,1 0-1 0 0,-8 2 1 0 0,-1 4-178 0 0,1 2-71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0:51.726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370 47 3679 0 0,'-3'-6'1139'0'0,"0"0"0"0"0,0 0-1 0 0,-1 1 1 0 0,0-1 0 0 0,0 1-1 0 0,-6-6 1 0 0,10 11-1074 0 0,0-1 0 0 0,0 1 1 0 0,0 0-1 0 0,0 0 0 0 0,-1 0 0 0 0,1 0 0 0 0,0 0 1 0 0,0 0-1 0 0,0 0 0 0 0,0 0 0 0 0,0 0 0 0 0,-1 0 1 0 0,1 0-1 0 0,0 0 0 0 0,0 0 0 0 0,0 0 0 0 0,0 0 1 0 0,-1 0-1 0 0,1 0 0 0 0,0 0 0 0 0,0 0 0 0 0,0 0 1 0 0,0 0-1 0 0,-1 0 0 0 0,1 0 0 0 0,0 0 0 0 0,0 0 1 0 0,0 0-1 0 0,0 0 0 0 0,-1 0 0 0 0,1 0 0 0 0,0 0 1 0 0,0 0-1 0 0,0 1 0 0 0,0-1 0 0 0,0 0 1 0 0,-1 0-1 0 0,-2 9 1118 0 0,-1 13-288 0 0,4-20-700 0 0,-10 62 368 0 0,-24 88 1 0 0,-31 59-517 0 0,49-163-47 0 0,-79 229 0 0 0,0-42 0 0 0,90-225 0 0 0,2-3 2 0 0,0-1-6 0 0,8-7 29 0 0,-4 1 463 0 0,4-2-335 0 0,43-15 380 0 0,1 2 0 0 0,61-10 1 0 0,-109 25-534 0 0,231-40 469 0 0,-95 18-268 0 0,244-31-116 0 0,3 35-16 0 0,-235 20-69 0 0,251 6 0 0 0,153-9 0 0 0,161-20 0 0 0,-614 18 0 0 0,512-25 0 0 0,-331 5 0 0 0,292-21 0 0 0,0 18 0 0 0,495-5 0 0 0,-488 11 11 0 0,359 0 106 0 0,-399 23 1 0 0,-278 2-107 0 0,120 0-12 0 0,-270-6 26 0 0,577-17 342 0 0,-639 15-267 0 0,181-14 480 0 0,-169 9-492 0 0,103-26 0 0 0,-150 30-99 0 0,-11 4 5 0 0,0-1 0 0 0,0 0 0 0 0,0 0-1 0 0,0 0 1 0 0,-1-1 0 0 0,1 1 0 0 0,0-1 0 0 0,-1 0 0 0 0,7-4 0 0 0,-10 6-120 0 0,0-1 0 0 0,0 1 0 0 0,0-1 0 0 0,0 1 0 0 0,0 0 1 0 0,0-1-1 0 0,0 1 0 0 0,0 0 0 0 0,0-1 0 0 0,0 1 0 0 0,0-1 0 0 0,-1 1 0 0 0,1 0 0 0 0,0-1 0 0 0,0 1 0 0 0,0 0 0 0 0,-1-1 0 0 0,1 1 0 0 0,0 0 0 0 0,0 0 1 0 0,-1-1-1 0 0,1 1 0 0 0,0 0 0 0 0,-1 0 0 0 0,1-1 0 0 0,0 1 0 0 0,0 0 0 0 0,-1 0 0 0 0,1 0 0 0 0,-1 0 0 0 0,0-1 0 0 0,0 0-494 0 0,-2-2-1082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0:51.98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135 313 3679 0 0,'71'-156'2823'0'0,"-21"50"1277"0"0,-27 55 1341 0 0,-35 83-2553 0 0,-193 467-260 0 0,157-335-1740 0 0,43-139-1152 0 0,1 1 0 0 0,1-1 0 0 0,2 1 0 0 0,1 42 0 0 0,6-18-7272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0:48.49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172 23 3223 0 0,'-2'-16'2196'0'0,"1"16"-2108"0"0,1-1-1 0 0,0 1 1 0 0,0-1 0 0 0,0 1 0 0 0,0 0 0 0 0,-1-1 0 0 0,1 1 0 0 0,0 0 0 0 0,-1-1-1 0 0,1 1 1 0 0,0 0 0 0 0,0 0 0 0 0,-1-1 0 0 0,1 1 0 0 0,0 0 0 0 0,-1 0 0 0 0,1 0-1 0 0,-1-1 1 0 0,1 1 0 0 0,0 0 0 0 0,-1 0 0 0 0,1 0 0 0 0,0 0 0 0 0,-1 0 0 0 0,-1 0 1322 0 0,0 5-902 0 0,-79 214 2933 0 0,54-103-2507 0 0,-4 9-572 0 0,24-108-447 0 0,7-16-5 0 0,0-1 0 0 0,0 1 0 0 0,-1 0-1 0 0,1-1 1 0 0,-1 1 0 0 0,1 0-1 0 0,0-1 1 0 0,-1 1 0 0 0,1-1 0 0 0,-1 1-1 0 0,1 0 1 0 0,-1-1 0 0 0,0 1 0 0 0,1-1-1 0 0,-1 0 1 0 0,1 1 0 0 0,-1-1 0 0 0,-1 1-1 0 0,1-1-958 0 0,0-3-230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0:48.77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16 136 2303 0 0,'-7'-41'699'0'0,"5"31"488"0"0,-1-1 0 0 0,2 1 0 0 0,0-1 0 0 0,0 0-1 0 0,1-17 1 0 0,0 28-1045 0 0,0-1 0 0 0,0 0 0 0 0,0 1 0 0 0,0-1 1 0 0,1 0-1 0 0,-1 1 0 0 0,0-1 0 0 0,0 0 0 0 0,0 1 0 0 0,1-1 0 0 0,-1 1 0 0 0,0-1 0 0 0,0 0 0 0 0,1 1 0 0 0,-1-1 0 0 0,1 1 0 0 0,-1-1 0 0 0,0 1 0 0 0,1-1 0 0 0,-1 1 0 0 0,2-1 0 0 0,-2 1-74 0 0,0 0 0 0 0,1 0 0 0 0,-1 0-1 0 0,1 0 1 0 0,-1 0 0 0 0,1 0 0 0 0,-1 0 0 0 0,0 0 0 0 0,1 1-1 0 0,-1-1 1 0 0,1 0 0 0 0,-1 0 0 0 0,1 0 0 0 0,-1 1-1 0 0,0-1 1 0 0,1 0 0 0 0,-1 0 0 0 0,0 1 0 0 0,1-1 0 0 0,-1 0-1 0 0,0 1 1 0 0,1 0 0 0 0,1 1 66 0 0,0 1 0 0 0,0 0-1 0 0,0 0 1 0 0,0 0 0 0 0,-1 0 0 0 0,3 5 0 0 0,12 41 1171 0 0,27 58 0 0 0,25 53 107 0 0,-66-156-1326 0 0,-1 0 1 0 0,1 1-1 0 0,-1-1 0 0 0,0 0 0 0 0,1 9 1 0 0,-3-10 144 0 0,0-1-1554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0:58.68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5 5 2015 0 0,'-2'-1'0'0'0,"1"-1"0"0"0,-1 2 0 0 0,2-2 0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0:58.81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5 1983 0 0,'5'-1'0'0'0,"-2"-1"0"0"0,-1 2 0 0 0,0-2 0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0:59.50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8002 165 1783 0 0,'0'-1'22'0'0,"1"0"-1"0"0,-1-1 0 0 0,1 1 0 0 0,-1 0 0 0 0,1-1 0 0 0,-1 1 0 0 0,1-1 0 0 0,-1 1 0 0 0,0-1 0 0 0,0 1 0 0 0,0-1 0 0 0,0 1 0 0 0,0-1 0 0 0,0 1 0 0 0,-1 0 0 0 0,1-1 0 0 0,0 1 0 0 0,-1-1 0 0 0,1 1 0 0 0,-1 0 0 0 0,1-1 0 0 0,-1 1 0 0 0,0 0 0 0 0,1-1 0 0 0,-1 1 1 0 0,0 0-1 0 0,-1-2 0 0 0,0 2-9 0 0,0-1 1 0 0,0 1-1 0 0,0-1 1 0 0,0 1-1 0 0,0 0 1 0 0,0-1 0 0 0,0 1-1 0 0,0 0 1 0 0,0 1-1 0 0,0-1 1 0 0,-1 0-1 0 0,1 0 1 0 0,0 1-1 0 0,-1 0 1 0 0,1-1 0 0 0,-4 1-1 0 0,-6 3-215 0 0,10-2 188 0 0,1 0-1 0 0,0-1 0 0 0,0 0 0 0 0,-1 1 0 0 0,1-1 0 0 0,0 0 0 0 0,0 1 0 0 0,-1-1 0 0 0,1 0 1 0 0,0 0-1 0 0,-3 0 0 0 0,-5-1 15 0 0,1 1 1 0 0,0 0-1 0 0,0 0 0 0 0,-9 2 1 0 0,-15 0 373 0 0,-33-5 528 0 0,-17 1-262 0 0,-67-4 41 0 0,97 3-360 0 0,-74 3 0 0 0,-94 5 122 0 0,80-4-138 0 0,-246 1 488 0 0,217-3-596 0 0,-525-7 100 0 0,128-4-215 0 0,340 5-88 0 0,-660-39-177 0 0,875 45 177 0 0,-470-28-150 0 0,396 26 116 0 0,-326-3 22 0 0,226 12 19 0 0,-419 24 0 0 0,390-13 0 0 0,-137 14 0 0 0,-324 26 0 0 0,-140-38 0 0 0,591-14 0 0 0,221-5 0 0 0,0 0 0 0 0,-1 0 0 0 0,1-1 0 0 0,0 1 0 0 0,-6-2 0 0 0,9 2-1 0 0,0 0 0 0 0,0 0 0 0 0,0 0 0 0 0,-1 0 0 0 0,1 0 0 0 0,0 0 0 0 0,0 1 0 0 0,0-1 0 0 0,0 0 0 0 0,0 0 0 0 0,0 0 0 0 0,-1 0 0 0 0,1 0 0 0 0,0 0 0 0 0,0 0 0 0 0,0 0 0 0 0,0 0-1 0 0,0 1 1 0 0,0-1 0 0 0,0 0 0 0 0,0 0 0 0 0,0 0 0 0 0,0 0 0 0 0,-1 0 0 0 0,1 1 0 0 0,0-1 0 0 0,0 0 0 0 0,0 0 0 0 0,0 0 0 0 0,0 0 0 0 0,0 0 0 0 0,0 1 0 0 0,0-1 0 0 0,0 0 0 0 0,0 0 0 0 0,0 0-1 0 0,0 0 1 0 0,0 0 0 0 0,1 1 0 0 0,-1-1 0 0 0,0 0 0 0 0,0 0 0 0 0,0 0 0 0 0,0 0 0 0 0,0 0 0 0 0,0 1 0 0 0,0-1 0 0 0,0 0 0 0 0,0 0 0 0 0,0 0 0 0 0,0 0 0 0 0,1 0 0 0 0,-1 0 0 0 0,4 9-135 0 0,20 13-1801 0 0,-11-13 1218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1:00.409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13 67 2759 0 0,'-1'-3'63'0'0,"-1"-4"-28"0"0,0 0 0 0 0,0-1 0 0 0,1 1 0 0 0,-1-8 0 0 0,0-3 900 0 0,2 16-246 0 0,2 9-422 0 0,-2-4-300 0 0,17 48 290 0 0,31 66 0 0 0,8 24-168 0 0,-27-48-28 0 0,-3 1-1 0 0,23 165 0 0 0,-26-5 7 0 0,35 245 141 0 0,-39-391-195 0 0,-19-107-14 0 0,0-1 0 0 0,1 0 0 0 0,-1 1-1 0 0,0-1 1 0 0,0 0 0 0 0,0 0-1 0 0,0 1 1 0 0,0-1 0 0 0,0 0 0 0 0,0 0-1 0 0,0 1 1 0 0,0-1 0 0 0,-1 0 0 0 0,1 1-1 0 0,0-1 1 0 0,0 0 0 0 0,0 0-1 0 0,0 1 1 0 0,0-1 0 0 0,0 0 0 0 0,0 0-1 0 0,-1 0 1 0 0,1 1 0 0 0,0-1-1 0 0,0 0 1 0 0,0 0 0 0 0,-1 0 0 0 0,1 1-1 0 0,0-1 1 0 0,0 0 0 0 0,0 0-1 0 0,-1 0 1 0 0,1 0 0 0 0,0 0 0 0 0,0 1-1 0 0,-1-1 1 0 0,1 0 0 0 0,0 0 0 0 0,0 0-1 0 0,-1 0 1 0 0,1 0 0 0 0,-1 0-1 0 0,-15-4-119 0 0,9 0 77 0 0,0 1 0 0 0,1-1 0 0 0,-6-5 0 0 0,-7-8-58 0 0,-21-25-1 0 0,19 18 34 0 0,-16-21-204 0 0,23 27 245 0 0,-21-19 3597 0 0,48 53-2053 0 0,14 15-1251 0 0,48 40 0 0 0,-59-58-257 0 0,0-1 0 0 0,0-1 0 0 0,1 0 0 0 0,0-1 0 0 0,30 12 0 0 0,-45-21 44 0 0,1 0-1 0 0,0 0 0 0 0,0 0 0 0 0,0-1 1 0 0,0 1-1 0 0,-1 0 0 0 0,1-1 0 0 0,0 0 1 0 0,0 0-1 0 0,0 0 0 0 0,0 0 0 0 0,0 0 0 0 0,0-1 1 0 0,0 1-1 0 0,4-2 0 0 0,-5 0 12 0 0,1 1 1 0 0,-1-1-1 0 0,1 0 0 0 0,-1 1 0 0 0,0-1 1 0 0,0 0-1 0 0,0 0 0 0 0,0 0 1 0 0,0-1-1 0 0,0 1 0 0 0,0 0 0 0 0,-1-1 1 0 0,1 1-1 0 0,-1-1 0 0 0,2-5 0 0 0,3-6 109 0 0,-1-1-1 0 0,6-24 1 0 0,-10 31-138 0 0,1-1 0 0 0,-1 1 0 0 0,-1 0 0 0 0,0 0-1 0 0,0 0 1 0 0,-2-15 0 0 0,0 20-915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1:01.12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95 57 919 0 0,'-39'5'892'0'0,"7"0"-16"0"0,11-7 124 0 0,18 0 9 0 0,14 1-26 0 0,573-9 2056 0 0,515 1-1256 0 0,-1008 13-1726 0 0,109-3-48 0 0,335-38-9 0 0,-439 27 54 0 0,-93 9-123 0 0,-6 1-792 0 0,-3 1-2623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1:01.61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10 38 455 0 0,'0'-1'130'0'0,"-1"0"0"0"0,0 1 0 0 0,0-1 0 0 0,1 0-1 0 0,-1 0 1 0 0,0 1 0 0 0,1-1 0 0 0,-1 0-1 0 0,1 0 1 0 0,-1 0 0 0 0,1 0 0 0 0,-1 0-1 0 0,1 0 1 0 0,0 0 0 0 0,-1 0 0 0 0,1 0-1 0 0,0 0 1 0 0,0 0 0 0 0,0 0 0 0 0,0 0-1 0 0,0 0 1 0 0,0 0 0 0 0,0 0 0 0 0,0 0-1 0 0,0 0 1 0 0,1 0 0 0 0,-1 0 0 0 0,1-1-1 0 0,0-7 3004 0 0,9 30-825 0 0,-1 7-2257 0 0,-1 1 0 0 0,-1-1 0 0 0,5 56 0 0 0,-9-20 28 0 0,-1-33-19 0 0,0 0 0 0 0,2 0 1 0 0,10 39-1 0 0,-9-49-60 0 0,-6-17 113 0 0,0-11-676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1:01.96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0 111 6911 0 0,'1'-7'183'0'0,"-1"6"-174"0"0,0 0-1 0 0,-1 1 1 0 0,1-1 0 0 0,0 0-1 0 0,0 0 1 0 0,1 0 0 0 0,-1 0-1 0 0,0 0 1 0 0,0 0-1 0 0,0 1 1 0 0,0-1 0 0 0,1 0-1 0 0,-1 0 1 0 0,0 0 0 0 0,1 0-1 0 0,-1 1 1 0 0,1-1-1 0 0,-1 0 1 0 0,1 0 0 0 0,-1 1-1 0 0,1-1 1 0 0,0 0 0 0 0,-1 1-1 0 0,1-1 1 0 0,0 1-1 0 0,-1-1 1 0 0,1 1 0 0 0,0-1-1 0 0,0 1 1 0 0,-1-1 0 0 0,1 1-1 0 0,0 0 1 0 0,1-1-1 0 0,1 1-174 0 0,7-2 64 0 0,0 0-1 0 0,0 1 0 0 0,13 1 0 0 0,-19 0 196 0 0,0 1 1 0 0,0-1-1 0 0,0 1 0 0 0,0 0 0 0 0,-1 0 1 0 0,1 0-1 0 0,0 1 0 0 0,-1 0 0 0 0,1-1 0 0 0,-1 1 1 0 0,0 0-1 0 0,4 3 0 0 0,0 1-48 0 0,-1 1 0 0 0,0 0 0 0 0,0 0 0 0 0,-1 0 0 0 0,1 1 0 0 0,-2 0-1 0 0,1 0 1 0 0,6 17 0 0 0,-4-11 90 0 0,15 24-1 0 0,-19-33-122 0 0,0-1 0 0 0,0 0 0 0 0,1 0 0 0 0,-1-1 0 0 0,1 1 0 0 0,0-1 0 0 0,0 0 0 0 0,0 0 0 0 0,8 4 0 0 0,-10-6-7 0 0,0 0 0 0 0,0 0 0 0 0,0 0 0 0 0,0-1 0 0 0,0 1 0 0 0,0 0 0 0 0,0-1 0 0 0,0 0 0 0 0,0 0 0 0 0,1 1 0 0 0,-1-1 0 0 0,0 0 0 0 0,0-1 0 0 0,0 1 0 0 0,0 0 0 0 0,0-1 0 0 0,1 1 0 0 0,-1-1 0 0 0,0 1 0 0 0,0-1 0 0 0,0 0 0 0 0,0 0 0 0 0,-1 0 0 0 0,1 0 0 0 0,0 0 0 0 0,0-1 0 0 0,0 1 0 0 0,-1 0 0 0 0,1-1 0 0 0,-1 1 0 0 0,2-3 0 0 0,4-5 47 0 0,0-1 0 0 0,-1 1 0 0 0,-1-1 0 0 0,9-20 0 0 0,-4 9 0 0 0,72-135 2518 0 0,-75 147-1859 0 0,-5 7-419 0 0,-4 7-951 0 0,-4 2-3671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1:10.71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1 158 1375 0 0,'0'0'3'0'0,"0"-1"0"0"0,0 1-1 0 0,0 0 1 0 0,-1 0 0 0 0,1-1-1 0 0,0 1 1 0 0,0 0-1 0 0,0-1 1 0 0,0 1 0 0 0,0 0-1 0 0,0-1 1 0 0,0 1-1 0 0,0 0 1 0 0,0-1 0 0 0,0 1-1 0 0,0 0 1 0 0,0-1 0 0 0,1 1-1 0 0,-1 0 1 0 0,0-1-1 0 0,0 1 1 0 0,0 0 0 0 0,0-1-1 0 0,0 1 1 0 0,1 0-1 0 0,-1-1 1 0 0,0 1 0 0 0,0 0-1 0 0,0 0 1 0 0,1-1 0 0 0,-1 1-1 0 0,0 0 1 0 0,1 0-1 0 0,-1 0 1 0 0,0 0 0 0 0,0-1-1 0 0,1 1 1 0 0,-1 0-1 0 0,0 0 1 0 0,1 0 0 0 0,-1 0-1 0 0,0 0 1 0 0,1 0-1 0 0,-1 0 1 0 0,0 0 0 0 0,1 0-1 0 0,-1 0 1 0 0,1 0 0 0 0,5-2-4 0 0,-1 1 5 0 0,0 0-1 0 0,0 1 0 0 0,0 0 0 0 0,0 0 0 0 0,-1 0 0 0 0,1 1 0 0 0,0 0 0 0 0,0-1 0 0 0,0 2 0 0 0,0-1 0 0 0,-1 0 0 0 0,1 1 0 0 0,4 3 0 0 0,-1-2 3 0 0,0-1-1 0 0,0 1 0 0 0,14 1 0 0 0,26-1 328 0 0,95-9 0 0 0,15 1 217 0 0,218 43 585 0 0,-329-32-1142 0 0,311 14 366 0 0,1-32-142 0 0,-84-12-223 0 0,-76 5 127 0 0,262-7 224 0 0,-300 19-241 0 0,500-10 101 0 0,-575 15-178 0 0,36 0 7 0 0,398-11 196 0 0,41-8 220 0 0,-231 10-210 0 0,107 2-59 0 0,-65 8-55 0 0,-62 2-17 0 0,-54-4-40 0 0,405-18 1808 0 0,-582 16-1596 0 0,186-22 334 0 0,-236 23-381 0 0,-26 4-114 0 0,-19 2-60 0 0,-55 12-710 0 0,47-7-2650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2:30.37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26 7 455 0 0,'-12'-7'1584'0'0,"8"11"-1480"0"0,1 3-104 0 0,1 3 72 0 0,-1 3-72 0 0,3-1 0 0 0,-2 2 0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3:57.124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387 235 1375 0 0,'3'0'493'0'0,"1"-1"-1"0"0,-1 0 0 0 0,0 0 0 0 0,1 0 1 0 0,-1 0-1 0 0,0 0 0 0 0,0-1 0 0 0,3-1 0 0 0,11-5 2070 0 0,-14 8-2282 0 0,0-1 0 0 0,-1 0 0 0 0,1-1 0 0 0,0 1 0 0 0,-1 0 0 0 0,0-1 0 0 0,1 1 0 0 0,-1-1 0 0 0,0 0 0 0 0,1 1 0 0 0,-1-1 0 0 0,0 0 0 0 0,-1-1 0 0 0,1 1 0 0 0,0 0-1 0 0,0 0 1 0 0,-1-1 0 0 0,0 1 0 0 0,1-1 0 0 0,-1 1 0 0 0,1-5 0 0 0,-1 4-248 0 0,-1 0 0 0 0,0-1 1 0 0,1 1-1 0 0,-1 0 0 0 0,-1 0 0 0 0,1 0 0 0 0,0 0 0 0 0,-1 0 0 0 0,1 0 0 0 0,-1 0 1 0 0,0 0-1 0 0,0 0 0 0 0,0 0 0 0 0,-1 0 0 0 0,1 0 0 0 0,-1 1 0 0 0,1-1 0 0 0,-1 1 0 0 0,-3-5 1 0 0,-1 1 61 0 0,-1-1 0 0 0,1 1 0 0 0,-1 0 1 0 0,-1 0-1 0 0,1 1 0 0 0,-1 0 0 0 0,0 0 1 0 0,0 1-1 0 0,0 0 0 0 0,-1 0 0 0 0,1 1 1 0 0,-16-4-1 0 0,13 5-10 0 0,0 0 0 0 0,0 0-1 0 0,0 1 1 0 0,0 1 0 0 0,-1 0 0 0 0,1 0 0 0 0,0 1 0 0 0,0 0 0 0 0,-22 6 0 0 0,21-3-38 0 0,0 1 0 0 0,0 0 0 0 0,0 1 0 0 0,1 0 0 0 0,0 1 0 0 0,0 0 0 0 0,1 0 0 0 0,-1 1 1 0 0,2 1-1 0 0,-1 0 0 0 0,1 0 0 0 0,-11 15 0 0 0,12-13-32 0 0,0 1-1 0 0,0 1 1 0 0,1-1 0 0 0,1 1 0 0 0,0 0-1 0 0,1 1 1 0 0,0-1 0 0 0,1 1-1 0 0,1 0 1 0 0,0 0 0 0 0,-1 15 0 0 0,4-24-4 0 0,0 0 0 0 0,-1 0 0 0 0,2 0 0 0 0,-1-1 1 0 0,0 1-1 0 0,1 0 0 0 0,0-1 0 0 0,0 1 1 0 0,1 0-1 0 0,-1-1 0 0 0,1 1 0 0 0,0-1 1 0 0,0 0-1 0 0,0 0 0 0 0,1 0 0 0 0,0 0 0 0 0,-1 0 1 0 0,1 0-1 0 0,5 4 0 0 0,-3-4-5 0 0,0 0 0 0 0,0-1 1 0 0,0 0-1 0 0,0 0 0 0 0,0 0 0 0 0,1-1 0 0 0,-1 1 0 0 0,1-2 0 0 0,0 1 0 0 0,0 0 1 0 0,0-1-1 0 0,-1 0 0 0 0,1 0 0 0 0,0-1 0 0 0,7 0 0 0 0,0 0 105 0 0,0-1 0 0 0,1-1 0 0 0,-1 0 0 0 0,0 0 0 0 0,0-1 0 0 0,0-1 1 0 0,0 0-1 0 0,20-11 0 0 0,-17 6 92 0 0,0 0 0 0 0,0-2 0 0 0,-1 0 0 0 0,-1 0 0 0 0,22-23 1 0 0,-9 4 126 0 0,-1-2 1 0 0,-1-2 0 0 0,-2 0-1 0 0,36-73 1 0 0,-22 16-170 0 0,-47 119 18 0 0,-13 59 0 0 0,-1 56 154 0 0,22-124-345 0 0,1 0-1 0 0,2 30 1 0 0,0-42 10 0 0,0-1-1 0 0,0 1 1 0 0,0-1 0 0 0,1 1-1 0 0,0-1 1 0 0,0 0 0 0 0,0 0-1 0 0,1 0 1 0 0,0 0 0 0 0,0 0-1 0 0,5 6 1 0 0,-6-10-209 0 0,0 0-1 0 0,0 0 1 0 0,0 0-1 0 0,0 0 1 0 0,0-1 0 0 0,5 4-1 0 0,17 3-4640 0 0,-11-6-2271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3:57.305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116 7 1839 0 0,'0'-6'1308'0'0,"0"9"2722"0"0,-3 22 3243 0 0,-4 5-6013 0 0,-2-1 1 0 0,-15 35-1 0 0,8-30-1077 0 0,2-8-709 0 0,2 1-1 0 0,-15 45 1 0 0,23-56-5542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3:57.864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233 86 7367 0 0,'11'-61'1145'0'0,"-3"37"2180"0"0,-44 128 2602 0 0,-15 68-5473 0 0,41-139-26 0 0,-90 300-11 0 0,98-325-411 0 0,0-5 3 0 0,1 0 1 0 0,-1 1-1 0 0,1-1 0 0 0,1 1 1 0 0,-1 0-1 0 0,0-1 0 0 0,1 1 0 0 0,-1 0 1 0 0,1-1-1 0 0,0 1 0 0 0,1 5 1 0 0,-1-9-9 0 0,1 0 0 0 0,-1 1 0 0 0,0-1 0 0 0,1 0 0 0 0,-1 1 0 0 0,0-1 0 0 0,0 0 0 0 0,1 0 0 0 0,-1 0 1 0 0,0 1-1 0 0,1-1 0 0 0,-1 0 0 0 0,1 0 0 0 0,-1 0 0 0 0,0 0 0 0 0,1 0 0 0 0,-1 0 0 0 0,0 0 1 0 0,1 0-1 0 0,-1 0 0 0 0,1 0 0 0 0,-1 0 0 0 0,0 0 0 0 0,1 0 0 0 0,-1 0 0 0 0,1 0 0 0 0,-1 0 0 0 0,0 0 1 0 0,1 0-1 0 0,-1 0 0 0 0,0 0 0 0 0,1-1 0 0 0,-1 1 0 0 0,0 0 0 0 0,1 0 0 0 0,-1-1 0 0 0,0 1 1 0 0,1 0-1 0 0,-1 0 0 0 0,1-1 0 0 0,13-10 28 0 0,45-59 434 0 0,-40 45 82 0 0,33-32-1 0 0,-45 51-475 0 0,0 0 1 0 0,0 0 0 0 0,1 0-1 0 0,0 1 1 0 0,0 0 0 0 0,0 0-1 0 0,1 1 1 0 0,0 0 0 0 0,9-3-1 0 0,-14 6-24 0 0,0 0-1 0 0,0 0 1 0 0,0 1-1 0 0,0-1 1 0 0,0 1-1 0 0,0 0 0 0 0,0 0 1 0 0,1 0-1 0 0,-1 0 1 0 0,0 1-1 0 0,0 0 1 0 0,0-1-1 0 0,0 2 1 0 0,0-1-1 0 0,-1 0 1 0 0,7 4-1 0 0,-6-3-19 0 0,0 1 0 0 0,1 0 0 0 0,-1 1 0 0 0,-1-1 0 0 0,1 1 0 0 0,0 0 0 0 0,-1 0-1 0 0,0 0 1 0 0,0 0 0 0 0,0 0 0 0 0,4 9 0 0 0,-3-4-14 0 0,-1 1-1 0 0,1-1 1 0 0,-2 1-1 0 0,1 0 1 0 0,-1 0-1 0 0,0 0 1 0 0,-1 0-1 0 0,-1 0 1 0 0,1 0 0 0 0,-2 1-1 0 0,1-1 1 0 0,-5 19-1 0 0,3-20-3 0 0,-2 0 0 0 0,1 0 0 0 0,-1-1 0 0 0,0 0-1 0 0,-1 1 1 0 0,0-2 0 0 0,0 1 0 0 0,0-1 0 0 0,-1 1 0 0 0,-1-1-1 0 0,1-1 1 0 0,-1 0 0 0 0,0 1 0 0 0,0-2 0 0 0,-1 1 0 0 0,0-1-1 0 0,0-1 1 0 0,-15 8 0 0 0,10-7 26 0 0,0 0-1 0 0,0 0 1 0 0,-1-2-1 0 0,0 1 1 0 0,0-2-1 0 0,0 0 1 0 0,0 0-1 0 0,0-2 1 0 0,0 1-1 0 0,0-2 1 0 0,-25-3-1 0 0,32 2-22 0 0,-1 0-1 0 0,0 0 1 0 0,1-1-1 0 0,0 0 1 0 0,-1 0-1 0 0,1-1 1 0 0,0 0-1 0 0,1 0 1 0 0,-1 0-1 0 0,1-1 1 0 0,0 0-1 0 0,0 0 1 0 0,0-1-1 0 0,1 0 1 0 0,-8-9-1 0 0,13 15-5 0 0,0 0-1 0 0,0 0 0 0 0,0-1 1 0 0,0 1-1 0 0,0 0 0 0 0,-1 0 1 0 0,1 0-1 0 0,0 0 0 0 0,0-1 1 0 0,0 1-1 0 0,0 0 1 0 0,0 0-1 0 0,0 0 0 0 0,0 0 1 0 0,0-1-1 0 0,0 1 0 0 0,0 0 1 0 0,0 0-1 0 0,0 0 1 0 0,0-1-1 0 0,0 1 0 0 0,0 0 1 0 0,0 0-1 0 0,0 0 0 0 0,0-1 1 0 0,0 1-1 0 0,0 0 1 0 0,0 0-1 0 0,0 0 0 0 0,0 0 1 0 0,0-1-1 0 0,0 1 0 0 0,0 0 1 0 0,0 0-1 0 0,1-1 0 0 0,6 3-2217 0 0,0 3-5429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3:58.252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0 80 5527 0 0,'0'0'114'0'0,"1"-1"-1"0"0,-1 0 1 0 0,0 1-1 0 0,1-1 0 0 0,-1 0 1 0 0,0 1-1 0 0,1-1 1 0 0,-1 0-1 0 0,1 1 0 0 0,-1-1 1 0 0,1 1-1 0 0,-1-1 1 0 0,1 1-1 0 0,0-1 0 0 0,-1 1 1 0 0,1 0-1 0 0,0-1 1 0 0,-1 1-1 0 0,2-1 0 0 0,17-8 2437 0 0,-13 7-1762 0 0,18-8 1290 0 0,1 2 0 0 0,-1 1 1 0 0,34-6-1 0 0,78-3-213 0 0,-126 15-1836 0 0,-3 0-38 0 0,-1 0 0 0 0,1 1 0 0 0,-1-1 0 0 0,1 2 0 0 0,-1-1 0 0 0,1 1 0 0 0,-1 0 0 0 0,9 2 0 0 0,-14-3-98 0 0,-1 1-1 0 0,1-1 0 0 0,0 1 1 0 0,-1-1-1 0 0,1 1 0 0 0,-1-1 1 0 0,1 1-1 0 0,-1-1 1 0 0,0 1-1 0 0,1-1 0 0 0,-1 1 1 0 0,0 0-1 0 0,1-1 0 0 0,-1 1 1 0 0,0-1-1 0 0,0 1 1 0 0,1 0-1 0 0,-1-1 0 0 0,0 1 1 0 0,0 0-1 0 0,0 0 0 0 0,0-1 1 0 0,0 1-1 0 0,0 0 1 0 0,0-1-1 0 0,0 1 0 0 0,0 0 1 0 0,0-1-1 0 0,0 1 0 0 0,-1 0 1 0 0,1 0-1 0 0,-6 9-6428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3:58.428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17 23 3655 0 0,'-2'0'33'0'0,"1"0"-15"0"0,0 1 0 0 0,1-1 0 0 0,-1 0 0 0 0,0 0 0 0 0,0 1 0 0 0,0-1 0 0 0,0 1 0 0 0,0-1 0 0 0,1 1 0 0 0,-1-1 0 0 0,0 1 1 0 0,0-1-1 0 0,1 1 0 0 0,-1 0 0 0 0,0-1 0 0 0,1 1 0 0 0,-2 1 0 0 0,3-2 92 0 0,-1 1 0 0 0,0 0 1 0 0,1-1-1 0 0,-1 1 0 0 0,1-1 0 0 0,-1 1 1 0 0,0 0-1 0 0,1-1 0 0 0,-1 1 0 0 0,1-1 1 0 0,0 0-1 0 0,-1 1 0 0 0,1-1 0 0 0,-1 1 1 0 0,1-1-1 0 0,0 0 0 0 0,-1 1 0 0 0,1-1 0 0 0,0 0 1 0 0,-1 0-1 0 0,1 0 0 0 0,0 1 0 0 0,0-1 1 0 0,19 3 2787 0 0,-20-3-2876 0 0,15 1 1285 0 0,0-1 1 0 0,-1-1-1 0 0,1 0 0 0 0,0-1 0 0 0,-1 0 0 0 0,19-7 0 0 0,9 0 155 0 0,-5 1-932 0 0,-21 3-428 0 0,1 2 1 0 0,1 0 0 0 0,19 0-1 0 0,-27 3-1596 0 0,-4 5-5544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3:59.043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183 52 6911 0 0,'-3'-20'1384'0'0,"2"15"-470"0"0,1 1 0 0 0,-1-1-1 0 0,0 0 1 0 0,-3-7-1 0 0,4 11-874 0 0,0 1 0 0 0,0 0 0 0 0,0 0 0 0 0,-1 0 0 0 0,1 0 0 0 0,0 0-1 0 0,0 0 1 0 0,0 0 0 0 0,0 0 0 0 0,0 0 0 0 0,0 0 0 0 0,0 0 0 0 0,0 0 0 0 0,0 0-1 0 0,0 0 1 0 0,0 0 0 0 0,0 0 0 0 0,0 0 0 0 0,-1 0 0 0 0,1 0 0 0 0,0 0 0 0 0,0 0-1 0 0,0 0 1 0 0,0 0 0 0 0,0 0 0 0 0,0 0 0 0 0,0 0 0 0 0,0 0 0 0 0,0 0 0 0 0,0 0-1 0 0,0 0 1 0 0,0 0 0 0 0,0 0 0 0 0,-1 0 0 0 0,1 0 0 0 0,0 1 0 0 0,0-1 0 0 0,0 0-1 0 0,0 0 1 0 0,0 0 0 0 0,0 0 0 0 0,0 0 0 0 0,0 0 0 0 0,0 0 0 0 0,0 0 0 0 0,0 0-1 0 0,0 0 1 0 0,0 0 0 0 0,0 0 0 0 0,0 0 0 0 0,0 1 0 0 0,0-1 0 0 0,0 0 0 0 0,0 0-1 0 0,0 0 1 0 0,0 0 0 0 0,0 0 0 0 0,0 0 0 0 0,-4 9 1033 0 0,-1 12-115 0 0,-20 82-113 0 0,-4-1 1 0 0,-48 112-1 0 0,71-201-713 0 0,1-1 0 0 0,0 1 0 0 0,1 1 0 0 0,-5 23 0 0 0,9-37-119 0 0,0 0-1 0 0,0 1 1 0 0,0-1 0 0 0,0 0 0 0 0,0 1-1 0 0,0-1 1 0 0,0 0 0 0 0,0 1 0 0 0,0-1 0 0 0,0 1-1 0 0,0-1 1 0 0,0 0 0 0 0,0 1 0 0 0,0-1-1 0 0,0 0 1 0 0,0 1 0 0 0,0-1 0 0 0,0 0-1 0 0,1 1 1 0 0,-1-1 0 0 0,0 0 0 0 0,0 1 0 0 0,0-1-1 0 0,1 0 1 0 0,-1 1 0 0 0,0-1 0 0 0,0 0-1 0 0,1 0 1 0 0,-1 1 0 0 0,0-1 0 0 0,1 0-1 0 0,-1 0 1 0 0,0 0 0 0 0,1 1 0 0 0,0-1 2 0 0,0 0 1 0 0,0 0 0 0 0,0 0 0 0 0,1 0 0 0 0,-1-1-1 0 0,0 1 1 0 0,0 0 0 0 0,0 0 0 0 0,0-1-1 0 0,0 1 1 0 0,2-2 0 0 0,25-16 87 0 0,34-38 204 0 0,-40 35-150 0 0,1 1 1 0 0,32-22-1 0 0,-48 38-112 0 0,1-1-1 0 0,-1 1 1 0 0,1 0 0 0 0,0 1-1 0 0,0-1 1 0 0,1 2-1 0 0,-1-1 1 0 0,1 1 0 0 0,-1 0-1 0 0,1 1 1 0 0,0 0 0 0 0,11 1-1 0 0,-13 0-19 0 0,0 1 0 0 0,-1 1-1 0 0,1-1 1 0 0,0 1 0 0 0,-1 1 0 0 0,1-1-1 0 0,-1 1 1 0 0,0 0 0 0 0,0 0 0 0 0,0 1-1 0 0,0 0 1 0 0,-1 0 0 0 0,1 0 0 0 0,-1 1-1 0 0,5 5 1 0 0,-7-7-23 0 0,-1-1 0 0 0,1 1 0 0 0,-1 0 1 0 0,0-1-1 0 0,0 1 0 0 0,-1 0 0 0 0,1 0 0 0 0,0 0 0 0 0,-1 1 0 0 0,0-1 0 0 0,0 0 1 0 0,0 1-1 0 0,0-1 0 0 0,0 0 0 0 0,-1 1 0 0 0,1-1 0 0 0,-1 1 0 0 0,0-1 1 0 0,0 1-1 0 0,0-1 0 0 0,-1 1 0 0 0,1-1 0 0 0,-1 1 0 0 0,0-1 0 0 0,0 0 0 0 0,0 1 1 0 0,0-1-1 0 0,-1 0 0 0 0,1 0 0 0 0,-1 0 0 0 0,-2 4 0 0 0,0-3 2 0 0,0 0 1 0 0,1 0-1 0 0,-1-1 0 0 0,-1 1 0 0 0,1-1 0 0 0,0 0 1 0 0,-1 0-1 0 0,0 0 0 0 0,-9 3 0 0 0,-5 2 13 0 0,-24 5 0 0 0,30-10-2 0 0,0 0 0 0 0,0 0 0 0 0,0-2 0 0 0,0 0-1 0 0,0 0 1 0 0,0-1 0 0 0,0-1 0 0 0,0 0 0 0 0,0-1 0 0 0,0 0 0 0 0,0-1 0 0 0,0 0-1 0 0,0-1 1 0 0,-13-7 0 0 0,23 9 25 0 0,1 1 0 0 0,-1-1-1 0 0,1 1 1 0 0,0-1 0 0 0,0 0 0 0 0,0 0-1 0 0,0 0 1 0 0,-3-4 0 0 0,4 5-105 0 0,1 0 0 0 0,-1 1-1 0 0,1-1 1 0 0,-1 0 0 0 0,1 0 0 0 0,-1 0 0 0 0,1 1 0 0 0,0-1 0 0 0,-1 0 0 0 0,1 0 0 0 0,0 0-1 0 0,0 0 1 0 0,0 0 0 0 0,0 0 0 0 0,0 0 0 0 0,0 0 0 0 0,0 0 0 0 0,0 1 0 0 0,0-1 0 0 0,0 0 0 0 0,0 0-1 0 0,0 0 1 0 0,1 0 0 0 0,-1 0 0 0 0,0 0 0 0 0,1 0 0 0 0,-1 1 0 0 0,0-1 0 0 0,2-2 0 0 0,6-3-7628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3:59.247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210 1 8751 0 0,'0'17'1514'0'0,"-2"0"0"0"0,1 0 0 0 0,-2 0 0 0 0,-7 24 0 0 0,4-20-670 0 0,-1-2 1 0 0,-2 1-1 0 0,-10 19 1 0 0,-9 6-438 0 0,-2-2-1 0 0,-40 47 1 0 0,57-72-1803 0 0,2-2-5584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3:59.775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348 261 11975 0 0,'38'-55'2574'0'0,"-23"35"-1198"0"0,16-27 0 0 0,-28 41-1019 0 0,1-1 1 0 0,-1 0-1 0 0,-1 0 0 0 0,1 0 0 0 0,-1-1 0 0 0,0 1 0 0 0,-1 0 0 0 0,1-11 0 0 0,-1 15-286 0 0,-2 1 0 0 0,1-1 0 0 0,0 1 0 0 0,0 0 0 0 0,-1-1 0 0 0,1 1 0 0 0,-1 0 0 0 0,0 0 0 0 0,0-1 0 0 0,0 1 0 0 0,0 0 0 0 0,0 0 0 0 0,0 0 0 0 0,-1 0 0 0 0,1 0 0 0 0,0 0 0 0 0,-1 0 0 0 0,0 1 0 0 0,1-1 0 0 0,-1 0 0 0 0,0 1 0 0 0,0 0 0 0 0,0-1 0 0 0,0 1 0 0 0,0 0 0 0 0,0 0 0 0 0,0 0-1 0 0,-1 0 1 0 0,1 0 0 0 0,-4 0 0 0 0,-3-2-22 0 0,-1 1 0 0 0,1 1 0 0 0,0 0 0 0 0,0 0 0 0 0,-1 1 0 0 0,-13 1 0 0 0,7 1-43 0 0,0 0-1 0 0,0 2 1 0 0,0 0 0 0 0,1 0 0 0 0,-1 2 0 0 0,1 0-1 0 0,1 0 1 0 0,-1 1 0 0 0,-19 14 0 0 0,18-10-7 0 0,1 1 1 0 0,-1 1-1 0 0,2 0 0 0 0,0 1 1 0 0,1 0-1 0 0,0 1 1 0 0,-15 24-1 0 0,25-33 1 0 0,-1 0 0 0 0,0 0 0 0 0,1 1 0 0 0,0-1 0 0 0,1 1 0 0 0,0 0 0 0 0,0 0 0 0 0,0 0 0 0 0,1 0 0 0 0,0 0 0 0 0,0 0 0 0 0,0 9 0 0 0,2-13 0 0 0,-1 1 0 0 0,1 0 0 0 0,-1 0 0 0 0,1 0 0 0 0,0-1 0 0 0,1 1 0 0 0,-1-1 0 0 0,1 1 0 0 0,-1-1 0 0 0,1 1 0 0 0,0-1 0 0 0,0 0 0 0 0,1 0 0 0 0,-1 0 0 0 0,0 0 0 0 0,1 0 0 0 0,0 0 0 0 0,0-1 0 0 0,0 1 0 0 0,0-1 0 0 0,0 0 0 0 0,0 0 0 0 0,7 3 0 0 0,0-1 0 0 0,0 0 0 0 0,0-1 0 0 0,1-1 0 0 0,-1 1 0 0 0,1-2 0 0 0,-1 1 0 0 0,1-2 0 0 0,0 1 0 0 0,-1-1 0 0 0,1-1 0 0 0,0 0 0 0 0,-1 0 0 0 0,12-4 0 0 0,-3 0 0 0 0,0 0 0 0 0,-1-2 0 0 0,1 0 0 0 0,-1-1 0 0 0,-1-1 0 0 0,21-13 0 0 0,-26 14 9 0 0,1-1-1 0 0,-2-1 1 0 0,1 0-1 0 0,-1-1 1 0 0,-1 0-1 0 0,0 0 1 0 0,-1-1-1 0 0,0-1 1 0 0,0 1-1 0 0,-2-1 1 0 0,0-1 0 0 0,0 1-1 0 0,-1-1 1 0 0,4-15-1 0 0,-9 28-8 0 0,15-52 162 0 0,-15 47-132 0 0,0 0 1 0 0,0 0 0 0 0,0-1 0 0 0,-1 1 0 0 0,0 0 0 0 0,-1-11-1 0 0,1 16-26 0 0,0 1 0 0 0,0 0-1 0 0,0 0 1 0 0,0 0-1 0 0,0 0 1 0 0,0-1 0 0 0,0 1-1 0 0,0 0 1 0 0,0 0-1 0 0,0 0 1 0 0,-1 0-1 0 0,1-1 1 0 0,0 1 0 0 0,0 0-1 0 0,0 0 1 0 0,0 0-1 0 0,0 0 1 0 0,0 0 0 0 0,-1-1-1 0 0,1 1 1 0 0,0 0-1 0 0,0 0 1 0 0,0 0 0 0 0,0 0-1 0 0,-1 0 1 0 0,1 0-1 0 0,0 0 1 0 0,0 0-1 0 0,0 0 1 0 0,0 0 0 0 0,-1 0-1 0 0,1 0 1 0 0,0 0-1 0 0,0 0 1 0 0,0 0 0 0 0,-1 0-1 0 0,1 0 1 0 0,0 0-1 0 0,0 0 1 0 0,0 0-1 0 0,0 0 1 0 0,-1 0 0 0 0,1 0-1 0 0,0 0 1 0 0,0 0-1 0 0,0 0 1 0 0,0 0 0 0 0,-1 0-1 0 0,1 1 1 0 0,0-1-1 0 0,0 0 1 0 0,0 0 0 0 0,0 0-1 0 0,0 0 1 0 0,0 0-1 0 0,-1 0 1 0 0,1 1-1 0 0,0-1 1 0 0,0 0 0 0 0,0 0-1 0 0,0 0 1 0 0,-9 10 156 0 0,3 1-159 0 0,0 1-1 0 0,0-1 1 0 0,1 1 0 0 0,1 0-1 0 0,0 0 1 0 0,0 1 0 0 0,1-1-1 0 0,1 1 1 0 0,0 0 0 0 0,1 0-1 0 0,0-1 1 0 0,1 1 0 0 0,0 0-1 0 0,1 0 1 0 0,1 0 0 0 0,0 0-1 0 0,4 14 1 0 0,-3-20 15 0 0,-1 0-1 0 0,1 0 0 0 0,1 0 1 0 0,0-1-1 0 0,-1 1 1 0 0,2-1-1 0 0,-1 0 1 0 0,1 0-1 0 0,0 0 1 0 0,0-1-1 0 0,1 1 0 0 0,6 3 1 0 0,-3-2 5 0 0,0-1-1 0 0,1 0 1 0 0,0-1 0 0 0,0 0 0 0 0,0-1-1 0 0,0 0 1 0 0,18 4 0 0 0,-8-4 10 0 0,0-1-1 0 0,0-1 1 0 0,1 0 0 0 0,-1-2 0 0 0,1 0 0 0 0,-1-2 0 0 0,0 0-1 0 0,32-8 1 0 0,-41 8-579 0 0,0-2 0 0 0,11-4 0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4:19.509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1 354 455 0 0,'3'8'550'0'0,"0"-1"0"0"0,0 0 0 0 0,1 0 0 0 0,0 0 0 0 0,1 0 0 0 0,0-1 0 0 0,0 0 0 0 0,0 0 0 0 0,0 0 0 0 0,1 0 0 0 0,0-1 0 0 0,0 0 0 0 0,1-1 0 0 0,11 8 0 0 0,-13-10-223 0 0,0-1 1 0 0,0 0 0 0 0,0 0 0 0 0,0 0-1 0 0,0 0 1 0 0,0-1 0 0 0,0 0 0 0 0,0 0-1 0 0,0 0 1 0 0,0-1 0 0 0,0 1-1 0 0,0-1 1 0 0,0 0 0 0 0,-1-1 0 0 0,1 1-1 0 0,0-1 1 0 0,0 0 0 0 0,-1 0 0 0 0,1-1-1 0 0,3-2 1 0 0,4-2-46 0 0,-1-1-1 0 0,-1 0 1 0 0,1 0 0 0 0,-2-1 0 0 0,1-1-1 0 0,11-14 1 0 0,-11 11-162 0 0,-1 0-1 0 0,-1 0 1 0 0,0-1-1 0 0,-1 0 1 0 0,0 0-1 0 0,-1-1 1 0 0,-1 1-1 0 0,0-1 1 0 0,2-18-1 0 0,-5 23-52 0 0,-1 0-1 0 0,0 0 0 0 0,0 0 1 0 0,-1 0-1 0 0,-1 0 0 0 0,0 0 0 0 0,0 0 1 0 0,-1 0-1 0 0,0 0 0 0 0,-1 0 1 0 0,0 1-1 0 0,0-1 0 0 0,-1 1 1 0 0,0 0-1 0 0,-8-12 0 0 0,10 18-54 0 0,0 0 0 0 0,-1 0 0 0 0,1 0 0 0 0,-1 0 0 0 0,1 0 0 0 0,-1 0 0 0 0,0 1 0 0 0,0 0 0 0 0,0-1-1 0 0,-1 1 1 0 0,1 0 0 0 0,0 1 0 0 0,-1-1 0 0 0,-4-1 0 0 0,6 3-8 0 0,1-1-1 0 0,-1 1 1 0 0,0 0-1 0 0,0 0 1 0 0,0-1-1 0 0,0 2 1 0 0,0-1-1 0 0,0 0 1 0 0,0 0-1 0 0,0 1 1 0 0,0-1-1 0 0,0 1 1 0 0,0-1-1 0 0,0 1 1 0 0,0 0-1 0 0,1 0 1 0 0,-1 0-1 0 0,0 0 1 0 0,1 0-1 0 0,-1 0 1 0 0,0 0-1 0 0,1 0 1 0 0,0 1-1 0 0,-1-1 1 0 0,1 1-1 0 0,0-1 1 0 0,-1 1-1 0 0,1-1 1 0 0,-1 3-1 0 0,-4 8 16 0 0,0 0 0 0 0,0 0 0 0 0,1 0 0 0 0,0 1 0 0 0,2 0 0 0 0,-1 0 0 0 0,1 0 0 0 0,-1 23 0 0 0,2-3 32 0 0,1 1 0 0 0,5 43 0 0 0,1-38 5 0 0,2 0 0 0 0,1-1-1 0 0,17 47 1 0 0,50 109 287 0 0,-67-175-321 0 0,59 122 855 0 0,2 3-433 0 0,-69-142-416 0 0,1 0-1 0 0,0 0 0 0 0,0 1 0 0 0,-1-1 0 0 0,1 0 0 0 0,-1 0 0 0 0,1 0 1 0 0,-1 1-1 0 0,0-1 0 0 0,0 0 0 0 0,0 1 0 0 0,0-1 0 0 0,0 0 0 0 0,-1 0 1 0 0,1 1-1 0 0,-1-1 0 0 0,0 0 0 0 0,0 3 0 0 0,0-4-148 0 0,0 1-1 0 0,-1 0 1 0 0,1 0-1 0 0,0-1 1 0 0,-1 1-1 0 0,1 0 1 0 0,-4 2-1 0 0,-17 8-5655 0 0,7-6-1147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4:19.747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1 296 6911 0 0,'0'-4'72'0'0,"1"1"-1"0"0,-1 0 0 0 0,1 0 1 0 0,0 0-1 0 0,0 0 1 0 0,0 0-1 0 0,1 0 0 0 0,-1 0 1 0 0,1 0-1 0 0,-1 0 0 0 0,1 0 1 0 0,0 1-1 0 0,0-1 0 0 0,0 1 1 0 0,1-1-1 0 0,-1 1 1 0 0,0 0-1 0 0,1 0 0 0 0,0 0 1 0 0,3-2-1 0 0,55-40 4262 0 0,116-63 1 0 0,-146 92-3623 0 0,0 1-1 0 0,1 1 1 0 0,0 2 0 0 0,1 1 0 0 0,1 2 0 0 0,41-6-1 0 0,-27 14-362 0 0,-25 0-1367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4:22.466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19 608 5063 0 0,'0'0'53'0'0,"0"0"-1"0"0,0 0 0 0 0,-1 0 1 0 0,1-1-1 0 0,0 1 1 0 0,0 0-1 0 0,-1 0 0 0 0,1 0 1 0 0,0 0-1 0 0,-1-1 0 0 0,1 1 1 0 0,0 0-1 0 0,-1 0 0 0 0,1 0 1 0 0,0 0-1 0 0,-1 0 0 0 0,1 0 1 0 0,0 0-1 0 0,-1 0 0 0 0,1 0 1 0 0,0 0-1 0 0,-1 0 1 0 0,1 0-1 0 0,0 0 0 0 0,0 1 1 0 0,-1-1-1 0 0,1 0 0 0 0,0 0 1 0 0,-1 0-1 0 0,1 0 0 0 0,0 0 1 0 0,-1 1-1 0 0,1-1 0 0 0,0 0 1 0 0,0 0-1 0 0,0 1 0 0 0,-1-1 1 0 0,1 0-1 0 0,0 0 1 0 0,0 1-1 0 0,0-1 0 0 0,-1 0 1 0 0,1 0-1 0 0,0 1 0 0 0,0-1 1 0 0,0 0-1 0 0,0 1 0 0 0,0-1 1 0 0,-6 17 1509 0 0,6-11-1288 0 0,0 0 0 0 0,0-1 0 0 0,1 1 0 0 0,-1-1 0 0 0,1 1 0 0 0,3 9 0 0 0,15 33 676 0 0,-10-24-571 0 0,12 30 252 0 0,12 32 207 0 0,30 120 1 0 0,12 85 533 0 0,27-8-743 0 0,269 481-238 0 0,-315-670-286 0 0,5-2 1 0 0,82 97 0 0 0,-50-83 42 0 0,130 115 0 0 0,-202-202-148 0 0,275 242 0 0 0,19-24 0 0 0,-237-187 16 0 0,2-3 0 0 0,2-3 0 0 0,129 47 0 0 0,45-15 77 0 0,-191-62-48 0 0,0-4 0 0 0,71 3 0 0 0,1-11 63 0 0,202-22-1 0 0,-57-27-40 0 0,-3-18-16 0 0,-234 54-41 0 0,59-18 7 0 0,134-55 1 0 0,90-68 0 0 0,66-78 76 0 0,-18-28 15 0 0,-290 192-71 0 0,-3-3 0 0 0,87-94-1 0 0,130-173 42 0 0,-279 311-79 0 0,29-37 33 0 0,-3-3 0 0 0,-3-1 1 0 0,55-111-1 0 0,75-230 431 0 0,5-184 78 0 0,-163 531-476 0 0,93-408 288 0 0,-78 322-272 0 0,-23 109-49 0 0,12-48 101 0 0,13-152-1 0 0,-33 236-158 0 0,0-28 101 0 0,-5 17-171 0 0,4 12 79 0 0,1 0 0 0 0,0 0 0 0 0,-1 0-1 0 0,1-1 1 0 0,0 1 0 0 0,-1 0 0 0 0,1 0 0 0 0,-1 0-1 0 0,1 0 1 0 0,0 0 0 0 0,-1 0 0 0 0,1 0-1 0 0,0 0 1 0 0,-1 0 0 0 0,1 0 0 0 0,0 0 0 0 0,-1 0-1 0 0,1 0 1 0 0,-1 0 0 0 0,1 0 0 0 0,0 0 0 0 0,-1 0-1 0 0,1 1 1 0 0,0-1 0 0 0,-1 0 0 0 0,1 0-1 0 0,0 0 1 0 0,-1 0 0 0 0,1 1 0 0 0,-1-1 0 0 0,-4 6-1568 0 0,0 3-5134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4:24.600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9 117 3223 0 0,'-1'-4'189'0'0,"0"0"0"0"0,0 0-1 0 0,1 1 1 0 0,-1-1 0 0 0,1 0-1 0 0,0 0 1 0 0,0-5-1 0 0,0-8 1035 0 0,-2 3-284 0 0,1 10 11 0 0,1 0 0 0 0,-1 0 1 0 0,1 0-1 0 0,0-7 0 0 0,0 10-794 0 0,0 0 0 0 0,0 0 0 0 0,0 0 0 0 0,1 0 0 0 0,-1 0 0 0 0,0 1 0 0 0,1-1 0 0 0,-1 0-1 0 0,0 0 1 0 0,1 0 0 0 0,-1 0 0 0 0,1 1 0 0 0,-1-1 0 0 0,1 0 0 0 0,0 1 0 0 0,-1-1 0 0 0,1 0 0 0 0,0 1 0 0 0,-1-1 0 0 0,1 1 0 0 0,0-1 0 0 0,0 1 0 0 0,0-1-1 0 0,0 1 1 0 0,-1 0 0 0 0,2-1 0 0 0,2-1 251 0 0,-4 2-368 0 0,1 0 0 0 0,-1 0 1 0 0,0 0-1 0 0,0 0 1 0 0,0-1-1 0 0,1 1 1 0 0,-1 0-1 0 0,0 0 0 0 0,0 0 1 0 0,0 0-1 0 0,1 0 1 0 0,-1 0-1 0 0,0 0 1 0 0,0-1-1 0 0,1 1 0 0 0,-1 0 1 0 0,0 0-1 0 0,0 0 1 0 0,1 0-1 0 0,-1 0 1 0 0,0 0-1 0 0,0 0 0 0 0,1 0 1 0 0,-1 0-1 0 0,0 1 1 0 0,0-1-1 0 0,1 0 1 0 0,-1 0-1 0 0,0 0 0 0 0,0 0 1 0 0,0 0-1 0 0,1 0 1 0 0,-1 0-1 0 0,0 1 1 0 0,0-1-1 0 0,0 0 0 0 0,1 0 1 0 0,-1 0-1 0 0,0 0 1 0 0,0 1-1 0 0,0-1 1 0 0,0 0-1 0 0,0 0 0 0 0,1 0 1 0 0,-1 1-1 0 0,0-1 1 0 0,0 0-1 0 0,0 0 1 0 0,0 0-1 0 0,0 1 0 0 0,0-1 1 0 0,0 0-1 0 0,0 0 1 0 0,0 1-1 0 0,0-1 1 0 0,0 0-1 0 0,0 0 0 0 0,0 1 1 0 0,0-1-1 0 0,0 0 1 0 0,0 0-1 0 0,0 1 1 0 0,0-1-1 0 0,0 0 0 0 0,0 0 1 0 0,-1 1-1 0 0,1-1 593 0 0,1 5-502 0 0,5 27 71 0 0,15 119 672 0 0,-18-121-712 0 0,2 1 0 0 0,1-1 0 0 0,1 0 0 0 0,2 0-1 0 0,1-1 1 0 0,1 0 0 0 0,30 54 0 0 0,-39-79-88 0 0,0 0 1 0 0,-1 0 0 0 0,1 0-1 0 0,-1 0 1 0 0,1 0-1 0 0,-1 0 1 0 0,0 1 0 0 0,-1-1-1 0 0,1 5 1 0 0,-1-9-68 0 0,1 2 49 0 0,4-10-23 0 0,-3-1-32 0 0,1 0 0 0 0,-1 0 0 0 0,-1 0 0 0 0,1 0 0 0 0,-1 0 0 0 0,-1-1 0 0 0,0 1 0 0 0,-2-12 0 0 0,-9-51 0 0 0,-28-99 0 0 0,39 171 0 0 0,-13-34 0 0 0,12 33 0 0 0,1-1 0 0 0,-1 1 0 0 0,1 0 0 0 0,-1-1 0 0 0,0 1 0 0 0,1 0 0 0 0,-1 0 0 0 0,0 0 0 0 0,0 0 0 0 0,0 0 0 0 0,0 0 0 0 0,0 0 0 0 0,0 0 0 0 0,0 0 0 0 0,-1 0 0 0 0,1 0 0 0 0,0 1 0 0 0,0-1 0 0 0,-1 0 0 0 0,1 1 0 0 0,-2-1 0 0 0,2 1 0 0 0,0 0 0 0 0,1 1 0 0 0,-1-1 0 0 0,0 0 0 0 0,0 1 0 0 0,1-1 0 0 0,-1 1 0 0 0,0-1 0 0 0,0 1 0 0 0,1-1 0 0 0,-1 1 0 0 0,1-1 0 0 0,-1 1 0 0 0,0 0 0 0 0,1-1 0 0 0,-1 1 0 0 0,1 0 0 0 0,0-1 0 0 0,-1 1 0 0 0,1 0 0 0 0,-1 0 0 0 0,1-1 0 0 0,0 1 0 0 0,0 0 0 0 0,-1 0 0 0 0,1 0 0 0 0,0 1 0 0 0,-4 27 0 0 0,4-27 0 0 0,0 28 0 0 0,1 0 0 0 0,7 43 0 0 0,1 14 0 0 0,-10-49-536 0 0,1-19-64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4:26.087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1 199 2303 0 0,'0'-11'604'0'0,"1"0"-1"0"0,1 1 1 0 0,0-1-1 0 0,0 0 0 0 0,6-15 1 0 0,25-52 3620 0 0,-25 60-2653 0 0,-4 12-952 0 0,-3 4-271 0 0,0 1 0 0 0,0-1 1 0 0,0 1-1 0 0,0-1 0 0 0,-1 0 0 0 0,1 1 0 0 0,0-1 0 0 0,0-2 0 0 0,-7 47 3572 0 0,0 1-3504 0 0,6 6 115 0 0,2 0 0 0 0,12 73-1 0 0,30 96 283 0 0,-42-209-781 0 0,11 63 186 0 0,-11-50-152 0 0,2-1 1 0 0,1 1-1 0 0,11 32 0 0 0,-14-52-32 0 0,0-1-78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4:27.930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34 480 5063 0 0,'-3'0'310'0'0,"-1"0"-1"0"0,1-1 1 0 0,0 0-1 0 0,0 1 1 0 0,0-1-1 0 0,-1 0 1 0 0,1-1-1 0 0,-5-2 1 0 0,8 4-220 0 0,0 0 1 0 0,1-1 0 0 0,-1 1-1 0 0,0 0 1 0 0,0 0 0 0 0,0-1 0 0 0,1 1-1 0 0,-1 0 1 0 0,0 0 0 0 0,0-1-1 0 0,1 1 1 0 0,-1 0 0 0 0,0 0-1 0 0,1 0 1 0 0,-1 0 0 0 0,0-1 0 0 0,1 1-1 0 0,-1 0 1 0 0,0 0 0 0 0,1 0-1 0 0,-1 0 1 0 0,0 0 0 0 0,1 0-1 0 0,-1 0 1 0 0,0 0 0 0 0,1 0-1 0 0,-1 0 1 0 0,14-1 1213 0 0,-14 1-1155 0 0,210-14 4258 0 0,278-13-3826 0 0,-93 24-443 0 0,-274 9-138 0 0,164 5 0 0 0,-71-7-377 0 0,312-7-1439 0 0,257-63-15 0 0,-59-7 1727 0 0,573-12 392 0 0,-295 25-210 0 0,-760 43-52 0 0,-229 17-6 0 0,654-56 1920 0 0,-494 33-1841 0 0,107-10-94 0 0,-75 15-113 0 0,-143 12-882 0 0,-46 5-4104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4:29.432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38 93 3679 0 0,'3'-6'559'0'0,"0"0"0"0"0,-1 0 0 0 0,1 0 0 0 0,-1 0-1 0 0,0 0 1 0 0,-1-1 0 0 0,0 1 0 0 0,0-1-1 0 0,0 1 1 0 0,0-10 0 0 0,-1 15-437 0 0,0 1 1 0 0,0-1-1 0 0,0 0 0 0 0,0 1 1 0 0,0-1-1 0 0,0 0 1 0 0,-1 1-1 0 0,1-1 0 0 0,0 0 1 0 0,0 0-1 0 0,-1 1 0 0 0,1-1 1 0 0,0 1-1 0 0,-1-1 0 0 0,1 0 1 0 0,0 1-1 0 0,-1-1 1 0 0,1 1-1 0 0,-1-1 0 0 0,1 1 1 0 0,-1-1-1 0 0,0 0 0 0 0,0 1-40 0 0,1 0 0 0 0,-1 0 0 0 0,1 0 0 0 0,-1 0 0 0 0,1 0 0 0 0,-1 0 0 0 0,1 1 0 0 0,-1-1 0 0 0,1 0 0 0 0,-1 0 0 0 0,0 0 0 0 0,1 1 0 0 0,0-1 0 0 0,-1 0 0 0 0,1 0 0 0 0,-1 1 0 0 0,1-1 0 0 0,-1 0 0 0 0,1 1 0 0 0,0-1 0 0 0,-1 1 0 0 0,-3 4 184 0 0,0-1-1 0 0,0 1 0 0 0,-4 8 1 0 0,5-7-188 0 0,0 0 0 0 0,1 0 0 0 0,-1 1 0 0 0,1-1-1 0 0,0 1 1 0 0,1 0 0 0 0,-1-1 0 0 0,2 1 0 0 0,-1 0 0 0 0,1 0 0 0 0,0 0 0 0 0,0-1 0 0 0,0 1-1 0 0,1 0 1 0 0,0 0 0 0 0,4 12 0 0 0,-3-14-22 0 0,0 0 0 0 0,0 0-1 0 0,0-1 1 0 0,0 1 0 0 0,1-1 0 0 0,-1 1 0 0 0,1-1-1 0 0,0 0 1 0 0,1 0 0 0 0,-1-1 0 0 0,1 1-1 0 0,-1-1 1 0 0,1 1 0 0 0,0-1 0 0 0,0 0-1 0 0,1 0 1 0 0,-1-1 0 0 0,1 0 0 0 0,-1 1-1 0 0,1-1 1 0 0,0-1 0 0 0,-1 1 0 0 0,8 1 0 0 0,-4-2 33 0 0,1 0 0 0 0,-1-1 1 0 0,1 0-1 0 0,-1 0 1 0 0,0-1-1 0 0,1 0 0 0 0,-1 0 1 0 0,9-3-1 0 0,-13 3-35 0 0,1 0 1 0 0,-1-1-1 0 0,0 1 0 0 0,0-1 0 0 0,-1 0 1 0 0,1 0-1 0 0,0 0 0 0 0,-1-1 0 0 0,1 1 1 0 0,-1-1-1 0 0,0 0 0 0 0,0 0 1 0 0,0 0-1 0 0,0 0 0 0 0,0-1 0 0 0,-1 1 1 0 0,5-7-1 0 0,-6 6-28 0 0,0 1-1 0 0,-1-1 1 0 0,1 1 0 0 0,0-1 0 0 0,-1 1-1 0 0,0-1 1 0 0,0 0 0 0 0,0 1-1 0 0,0-1 1 0 0,0 1 0 0 0,-1-1 0 0 0,0 1-1 0 0,0-1 1 0 0,0 1 0 0 0,0-1 0 0 0,0 1-1 0 0,0 0 1 0 0,-1 0 0 0 0,0-1-1 0 0,0 1 1 0 0,0 0 0 0 0,-4-4 0 0 0,2 1 13 0 0,-1 0-1 0 0,0 0 1 0 0,-1 1 0 0 0,1 0 0 0 0,-1 0 0 0 0,0 1 0 0 0,0-1 0 0 0,-1 1 0 0 0,1 1 0 0 0,-9-4 0 0 0,12 5-37 0 0,0 1 1 0 0,0 0 0 0 0,-1 0-1 0 0,1 0 1 0 0,-1 1-1 0 0,1-1 1 0 0,-1 1-1 0 0,1 0 1 0 0,-1 0 0 0 0,0 0-1 0 0,1 0 1 0 0,-1 0-1 0 0,1 1 1 0 0,-1 0-1 0 0,1 0 1 0 0,0 0 0 0 0,-1 0-1 0 0,1 0 1 0 0,0 1-1 0 0,-1-1 1 0 0,-3 4 0 0 0,2-1-1 0 0,1-1 1 0 0,0 1 0 0 0,0 1 0 0 0,0-1 0 0 0,1 0-1 0 0,-1 1 1 0 0,1 0 0 0 0,0 0 0 0 0,0 0 0 0 0,1 0 0 0 0,0 0-1 0 0,-3 10 1 0 0,1-3-3 0 0,1 0 0 0 0,1 0 0 0 0,-1 1 0 0 0,2-1 0 0 0,0 1 0 0 0,1 18 0 0 0,1-25 0 0 0,-1-1 0 0 0,1 0 0 0 0,0 0 0 0 0,1 0 0 0 0,-1 0 0 0 0,1 0 0 0 0,0 0 0 0 0,3 5 0 0 0,-4-8 0 0 0,1 1 0 0 0,0 0 0 0 0,0-1 0 0 0,0 1 0 0 0,0-1 0 0 0,1 0 0 0 0,-1 1 0 0 0,1-1 0 0 0,-1 0 0 0 0,1-1 0 0 0,0 1 0 0 0,0 0 0 0 0,5 2 0 0 0,-3-3 0 0 0,0 0 0 0 0,1 0 0 0 0,-1 0 0 0 0,0-1 0 0 0,0 1 0 0 0,0-1 0 0 0,1 0 0 0 0,-1-1 0 0 0,0 1 0 0 0,0-1 0 0 0,0 0 0 0 0,8-3 0 0 0,-4 1 0 0 0,-1 0 0 0 0,1 0 0 0 0,-1-1 0 0 0,0-1 0 0 0,0 1 0 0 0,10-8 0 0 0,-14 9 22 0 0,-1-1 1 0 0,0 1-1 0 0,1-1 0 0 0,-1 0 0 0 0,-1 0 0 0 0,1 0 1 0 0,0 0-1 0 0,-1 0 0 0 0,0 0 0 0 0,0-1 0 0 0,0 1 1 0 0,-1-1-1 0 0,1 1 0 0 0,-1-1 0 0 0,0 0 0 0 0,-1 0 0 0 0,1 0 1 0 0,-1 1-1 0 0,0-1 0 0 0,0 0 0 0 0,0 0 0 0 0,-1 0 1 0 0,-1-7-1 0 0,1 7-2 0 0,0 1 1 0 0,0 0-1 0 0,-1 0 1 0 0,1 0-1 0 0,-1 0 1 0 0,0 0-1 0 0,0 0 1 0 0,0 0-1 0 0,-1 1 1 0 0,0-1-1 0 0,1 1 0 0 0,-1 0 1 0 0,0 0-1 0 0,0 0 1 0 0,-1 0-1 0 0,1 0 1 0 0,-1 0-1 0 0,1 1 1 0 0,-1 0-1 0 0,0 0 1 0 0,0 0-1 0 0,0 0 1 0 0,0 0-1 0 0,0 1 1 0 0,0 0-1 0 0,-7-1 0 0 0,6 1-16 0 0,0 1 0 0 0,0 1 0 0 0,0-1 0 0 0,0 1 0 0 0,0 0-1 0 0,0 0 1 0 0,0 0 0 0 0,0 1 0 0 0,1-1 0 0 0,-1 1-1 0 0,0 0 1 0 0,1 1 0 0 0,-1-1 0 0 0,1 1 0 0 0,0 0 0 0 0,0 0-1 0 0,0 0 1 0 0,-5 6 0 0 0,2-2-5 0 0,1 0 1 0 0,-1 1-1 0 0,1-1 0 0 0,1 2 1 0 0,0-1-1 0 0,0 0 0 0 0,0 1 1 0 0,-5 15-1 0 0,9-20 1 0 0,0-1 0 0 0,0 1 0 0 0,0 0 0 0 0,0 0 0 0 0,1 0 0 0 0,-1 0 0 0 0,1 0 0 0 0,0 0 0 0 0,1 0 0 0 0,-1 0 0 0 0,0-1 0 0 0,1 1 0 0 0,2 7 0 0 0,-2-9 0 0 0,0 0 0 0 0,0 0 0 0 0,0 0 0 0 0,0-1 0 0 0,1 1 0 0 0,-1 0 0 0 0,0-1 0 0 0,1 1 0 0 0,-1-1 0 0 0,1 1 0 0 0,0-1 0 0 0,-1 0 0 0 0,1 0 0 0 0,0 1 0 0 0,0-1 0 0 0,0-1 0 0 0,0 1 0 0 0,0 0 0 0 0,0 0 0 0 0,0-1 0 0 0,0 1 0 0 0,0-1 0 0 0,0 0 0 0 0,0 1 0 0 0,0-1 0 0 0,5 0 0 0 0,2-1 0 0 0,0 0 0 0 0,0 0 0 0 0,0-1 0 0 0,-1 0 0 0 0,1 0 0 0 0,0-1 0 0 0,-1-1 0 0 0,1 1 0 0 0,-1-1 0 0 0,13-9 0 0 0,-10 6 0 0 0,0-1 0 0 0,0-1 0 0 0,-1 1 0 0 0,0-2 0 0 0,-1 1 0 0 0,13-18 0 0 0,-19 23 1 0 0,0-1 0 0 0,-1 1 1 0 0,1-1-1 0 0,-1 0 0 0 0,0 0 0 0 0,0 0 0 0 0,-1 0 0 0 0,1 0 0 0 0,-1 0 0 0 0,0-1 1 0 0,-1 1-1 0 0,1 0 0 0 0,-1-1 0 0 0,-1-8 0 0 0,1 12 1 0 0,0-1-1 0 0,-1 0 1 0 0,0 1-1 0 0,1-1 1 0 0,-1 1-1 0 0,0-1 1 0 0,0 1-1 0 0,0 0 1 0 0,-1-1-1 0 0,1 1 1 0 0,-1 0-1 0 0,1 0 1 0 0,-1 0-1 0 0,0 0 1 0 0,1 0-1 0 0,-1 0 1 0 0,0 0-1 0 0,0 1 1 0 0,-1-1-1 0 0,1 1 1 0 0,0-1 0 0 0,0 1-1 0 0,-1 0 1 0 0,1 0-1 0 0,-1 0 1 0 0,1 0-1 0 0,-1 0 1 0 0,1 1-1 0 0,-1-1 1 0 0,-5 0-1 0 0,0 1-1 0 0,0 0 0 0 0,0 0 0 0 0,0 1 0 0 0,0 0 0 0 0,0 0 0 0 0,0 1 0 0 0,0 0 0 0 0,0 0 0 0 0,1 1 0 0 0,-1 0 0 0 0,1 1 0 0 0,0-1 0 0 0,-12 9 0 0 0,10-6 0 0 0,0 1 0 0 0,0 0 0 0 0,1 0 0 0 0,0 1 0 0 0,0 0 0 0 0,1 1 0 0 0,0 0 0 0 0,0 0 0 0 0,-6 12 0 0 0,11-17 0 0 0,0 0 0 0 0,0 0 0 0 0,1 0 0 0 0,-1 1 0 0 0,1-1 0 0 0,0 0 0 0 0,0 0 0 0 0,1 1 0 0 0,-1-1 0 0 0,1 0 0 0 0,0 1 0 0 0,1 7 0 0 0,-1-9 0 0 0,1-1 0 0 0,0 1 0 0 0,-1-1 0 0 0,1 0 0 0 0,0 1 0 0 0,0-1 0 0 0,1 0 0 0 0,-1 0 0 0 0,0 0 0 0 0,1 1 0 0 0,-1-2 0 0 0,1 1 0 0 0,0 0 0 0 0,-1 0 0 0 0,1 0 0 0 0,0-1 0 0 0,0 1 0 0 0,0-1 0 0 0,0 0 0 0 0,1 1 0 0 0,-1-1 0 0 0,0 0 0 0 0,5 1 0 0 0,1 0 0 0 0,1 0 0 0 0,0 0 0 0 0,0-1 0 0 0,0 0 0 0 0,0-1 0 0 0,0 0 0 0 0,0-1 0 0 0,0 0 0 0 0,0 0 0 0 0,0-1 0 0 0,-1 0 0 0 0,12-3 0 0 0,-11 2 0 0 0,-1-1 0 0 0,1 1 0 0 0,0-2 0 0 0,-1 1 0 0 0,0-1 0 0 0,0 0 0 0 0,0-1 0 0 0,-1 1 0 0 0,0-2 0 0 0,0 1 0 0 0,9-11 0 0 0,-14 14 0 0 0,0 1 0 0 0,0-1 0 0 0,-1 1 0 0 0,1-1 0 0 0,-1 0 0 0 0,1 0 0 0 0,-1 0 0 0 0,0 0 0 0 0,0 0 0 0 0,-1 0 0 0 0,1 0 0 0 0,-1 0 0 0 0,1 0 0 0 0,-1 0 0 0 0,0 0 0 0 0,0 0 0 0 0,0 0 0 0 0,-1 0 0 0 0,1 0 0 0 0,-1 0 0 0 0,1 0 0 0 0,-1 0 0 0 0,-2-4 0 0 0,2 4 0 0 0,-1 0 0 0 0,0 0 0 0 0,0 0 0 0 0,0 1 0 0 0,0-1 0 0 0,-1 1 0 0 0,1 0 0 0 0,0-1 0 0 0,-1 1 0 0 0,0 0 0 0 0,1 0 0 0 0,-1 1 0 0 0,0-1 0 0 0,0 1 0 0 0,0-1 0 0 0,0 1 0 0 0,0 0 0 0 0,-1 0 0 0 0,1 0 0 0 0,0 1 0 0 0,-6-1 0 0 0,-1 0 1 0 0,1 1-1 0 0,0 1 0 0 0,-1 0 1 0 0,1 0-1 0 0,0 1 1 0 0,0 0-1 0 0,0 0 0 0 0,0 1 1 0 0,0 0-1 0 0,0 1 1 0 0,1 0-1 0 0,-1 0 0 0 0,1 1 1 0 0,1 0-1 0 0,-1 0 1 0 0,0 1-1 0 0,1 0 1 0 0,0 1-1 0 0,1-1 0 0 0,0 1 1 0 0,0 1-1 0 0,0-1 1 0 0,1 1-1 0 0,0 0 0 0 0,-5 9 1 0 0,9-14 1 0 0,0-1 1 0 0,0 1 0 0 0,0 0-1 0 0,1-1 1 0 0,-1 1 0 0 0,0 0-1 0 0,1 0 1 0 0,0 0 0 0 0,0-1-1 0 0,0 1 1 0 0,0 0 0 0 0,0 0-1 0 0,1 0 1 0 0,-1-1 0 0 0,1 1-1 0 0,0 0 1 0 0,0-1 0 0 0,0 1-1 0 0,0 0 1 0 0,0-1 0 0 0,0 1-1 0 0,1-1 1 0 0,-1 0 0 0 0,1 1-1 0 0,0-1 1 0 0,-1 0 0 0 0,1 0-1 0 0,0 0 1 0 0,0 0 0 0 0,1 0-1 0 0,-1-1 1 0 0,0 1 0 0 0,1-1-1 0 0,-1 1 1 0 0,1-1 0 0 0,-1 0-1 0 0,1 0 1 0 0,-1 0 0 0 0,1 0-1 0 0,0 0 1 0 0,0-1 0 0 0,-1 1-1 0 0,7-1 1 0 0,3 1 1 0 0,1-1 0 0 0,0 0 0 0 0,0-1 0 0 0,-1-1 0 0 0,1 0 0 0 0,0 0 0 0 0,12-5 0 0 0,-17 4-1 0 0,0 0-1 0 0,0 0 1 0 0,-1 0-1 0 0,1-1 0 0 0,-1 0 1 0 0,0-1-1 0 0,0 1 1 0 0,0-1-1 0 0,-1-1 1 0 0,0 1-1 0 0,0-1 1 0 0,5-7-1 0 0,-9 11 2 0 0,0-1-1 0 0,-1 0 1 0 0,1 0-1 0 0,-1 0 1 0 0,0 0-1 0 0,0 0 1 0 0,0 0-1 0 0,0 0 1 0 0,0 0-1 0 0,-1-1 1 0 0,1 1-1 0 0,-1 0 1 0 0,0 0 0 0 0,0-1-1 0 0,0 1 1 0 0,-1 0-1 0 0,1 0 1 0 0,-1-1-1 0 0,0 1 1 0 0,1 0-1 0 0,-4-6 1 0 0,3 7 7 0 0,0 0 0 0 0,0 0 0 0 0,0 0 0 0 0,-1 0 0 0 0,1 0 0 0 0,-1 0 0 0 0,1 0 0 0 0,-1 1 0 0 0,0-1 1 0 0,1 1-1 0 0,-1-1 0 0 0,0 1 0 0 0,0 0 0 0 0,0-1 0 0 0,0 1 0 0 0,0 0 0 0 0,0 0 0 0 0,-1 0 0 0 0,1 1 0 0 0,0-1 0 0 0,0 1 0 0 0,-1-1 0 0 0,1 1 1 0 0,0 0-1 0 0,-1-1 0 0 0,1 1 0 0 0,0 1 0 0 0,-1-1 0 0 0,1 0 0 0 0,0 0 0 0 0,-3 2 0 0 0,1-1 2 0 0,-1 1-1 0 0,1-1 1 0 0,0 1 0 0 0,0 0-1 0 0,1 1 1 0 0,-1-1 0 0 0,0 1-1 0 0,1-1 1 0 0,-1 1-1 0 0,1 0 1 0 0,0 1 0 0 0,0-1-1 0 0,0 0 1 0 0,0 1 0 0 0,-2 4-1 0 0,4-6-5 0 0,-1 1-1 0 0,1-1 0 0 0,-1 1 1 0 0,1-1-1 0 0,0 1 0 0 0,0-1 1 0 0,0 1-1 0 0,1 0 1 0 0,-1 0-1 0 0,1-1 0 0 0,-1 1 1 0 0,1 0-1 0 0,0 0 1 0 0,0 0-1 0 0,0-1 0 0 0,0 1 1 0 0,1 0-1 0 0,-1 0 0 0 0,1-1 1 0 0,-1 1-1 0 0,1 0 1 0 0,0-1-1 0 0,0 1 0 0 0,0 0 1 0 0,3 2-1 0 0,6 4-1506 0 0,3-4-3416 0 0,-6-3-2332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6:53.488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1440 481 4143 0 0,'-8'-11'352'0'0,"1"0"-1"0"0,1 0 1 0 0,-10-23-1 0 0,13 26-11 0 0,0 0 0 0 0,-1 0 0 0 0,0 0 0 0 0,-1 0-1 0 0,1 1 1 0 0,-1-1 0 0 0,-1 2 0 0 0,0-1 0 0 0,1 0 0 0 0,-14-10-1 0 0,-19-7 1211 0 0,-67-31-1 0 0,61 33-985 0 0,-44-29 0 0 0,29 11-362 0 0,25 14-174 0 0,-2 3 1 0 0,-53-27-1 0 0,77 44-21 0 0,1 1 0 0 0,-1 1 0 0 0,0 0 0 0 0,0 1-1 0 0,-1 0 1 0 0,1 1 0 0 0,-1 0 0 0 0,1 1 0 0 0,-1 0 0 0 0,0 1-1 0 0,1 1 1 0 0,-21 3 0 0 0,2 3 52 0 0,1 2 1 0 0,0 0 0 0 0,-42 22-1 0 0,30-10-10 0 0,-66 44 0 0 0,86-50 4 0 0,1 2 1 0 0,-31 30 0 0 0,42-37-15 0 0,1 1 1 0 0,0 0-1 0 0,1 1 1 0 0,0 0-1 0 0,0 0 1 0 0,-9 22-1 0 0,-126 366 500 0 0,130-352-456 0 0,2 1 0 0 0,2 0 0 0 0,3 1 0 0 0,2 0 0 0 0,1 0 0 0 0,7 73 0 0 0,0-95-11 0 0,1-1-1 0 0,2 0 0 0 0,0 0 0 0 0,2-1 1 0 0,1 0-1 0 0,1 0 0 0 0,1-1 0 0 0,30 46 1 0 0,-20-40 86 0 0,0-2 1 0 0,3 0 0 0 0,0-1-1 0 0,1-2 1 0 0,2-1 0 0 0,35 25-1 0 0,-41-35-54 0 0,0-1 0 0 0,0-2 0 0 0,1 0 1 0 0,1-2-1 0 0,-1 0 0 0 0,2-2 0 0 0,42 10 0 0 0,-35-12 81 0 0,1-2 0 0 0,0-1 1 0 0,-1-2-1 0 0,1-1 0 0 0,52-6 0 0 0,-21-4 258 0 0,1-2 0 0 0,98-32 0 0 0,-126 32-252 0 0,-2-3-1 0 0,1-1 1 0 0,-2-2-1 0 0,0-1 1 0 0,53-40-1 0 0,-52 30-17 0 0,-1-1 1 0 0,-1-2-1 0 0,33-42 0 0 0,-54 58-144 0 0,-2 1-1 0 0,0-2 1 0 0,0 1-1 0 0,-2-2 0 0 0,0 1 1 0 0,-1-1-1 0 0,-1 0 0 0 0,7-34 1 0 0,-6 9 51 0 0,-1-1-1 0 0,0-76 1 0 0,-24-329 52 0 0,16 427-127 0 0,-1-1-1 0 0,-1 1 1 0 0,-1 0 0 0 0,-14-38-1 0 0,16 52-1 0 0,-1 0 0 0 0,0 0 0 0 0,-1 0 0 0 0,1 1 0 0 0,-1-1 0 0 0,-1 1 0 0 0,1 0 0 0 0,-1 1-1 0 0,-1-1 1 0 0,1 1 0 0 0,-1 1 0 0 0,0-1 0 0 0,0 1 0 0 0,-16-8 0 0 0,8 6 0 0 0,0 1 1 0 0,0 1-1 0 0,0 0 1 0 0,-1 2-1 0 0,-25-4 0 0 0,-79 0 10 0 0,79 7-11 0 0,-58-9 0 0 0,92 8-2 0 0,0 0 0 0 0,0-1 0 0 0,0 0 0 0 0,0 0 0 0 0,0-1 0 0 0,1 1 0 0 0,-1-1 0 0 0,-7-6 0 0 0,18 10-274 0 0,-1 0-1 0 0,1 0 1 0 0,0-1 0 0 0,0 0-1 0 0,-1 0 1 0 0,7 0-1 0 0,25 1-4250 0 0,-20 0-2749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7:03.625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1364 332 5527 0 0,'-3'-2'187'0'0,"0"0"-1"0"0,0 0 0 0 0,0 0 1 0 0,0 0-1 0 0,1 0 0 0 0,-1-1 1 0 0,1 1-1 0 0,-1-1 0 0 0,1 0 1 0 0,0 0-1 0 0,0 1 0 0 0,1-1 1 0 0,-1-1-1 0 0,0 1 0 0 0,1 0 1 0 0,0 0-1 0 0,0 0 0 0 0,0-1 1 0 0,0 1-1 0 0,0-1 0 0 0,1 1 1 0 0,-1-1-1 0 0,1-5 0 0 0,0 6-57 0 0,-1-1-1 0 0,1 1 0 0 0,-1-1 1 0 0,0 0-1 0 0,-1 1 1 0 0,1 0-1 0 0,0-1 0 0 0,-1 1 1 0 0,0 0-1 0 0,0-1 0 0 0,0 1 1 0 0,0 0-1 0 0,0 1 1 0 0,0-1-1 0 0,-1 0 0 0 0,0 1 1 0 0,1-1-1 0 0,-1 1 0 0 0,0 0 1 0 0,0 0-1 0 0,-4-2 0 0 0,-9-6 42 0 0,0 2 0 0 0,-34-12-1 0 0,38 15-22 0 0,-86-35 351 0 0,34 13-376 0 0,-1 3 0 0 0,-73-17 0 0 0,112 36-132 0 0,0 1 0 0 0,0 1-1 0 0,0 1 1 0 0,-1 1 0 0 0,1 1 0 0 0,-28 5-1 0 0,36-2 4 0 0,0 0 0 0 0,0 1 0 0 0,1 1-1 0 0,-1 1 1 0 0,1 1 0 0 0,1 0 0 0 0,-1 1 0 0 0,1 1-1 0 0,-24 17 1 0 0,9-1 62 0 0,1 1 1 0 0,1 2-1 0 0,1 1 0 0 0,-29 39 0 0 0,26-25 48 0 0,2 1 0 0 0,-40 83-1 0 0,48-83 6 0 0,3 2 0 0 0,2 0-1 0 0,2 1 1 0 0,-9 55 0 0 0,17-66 73 0 0,2 1 0 0 0,1 0 1 0 0,2 0-1 0 0,1 0 0 0 0,2-1 1 0 0,8 43-1 0 0,-7-65-142 0 0,1 0 0 0 0,1-1 0 0 0,0 0 0 0 0,1 0 0 0 0,0 0 0 0 0,1-1 0 0 0,0 0 0 0 0,1 0 0 0 0,0-1 0 0 0,1 0 0 0 0,12 11 0 0 0,11 10 152 0 0,3-2-1 0 0,41 29 1 0 0,-31-27 79 0 0,83 44-1 0 0,-97-61-157 0 0,1-1-1 0 0,1-1 0 0 0,61 15 0 0 0,-67-23 8 0 0,0-1-1 0 0,0-2 1 0 0,0-1-1 0 0,1-1 1 0 0,41-5-1 0 0,-16-3 123 0 0,94-26-1 0 0,-134 30-186 0 0,0-1-1 0 0,-1 0 1 0 0,0 0 0 0 0,0-1-1 0 0,0-1 1 0 0,-1 0 0 0 0,0-1-1 0 0,0 0 1 0 0,0 0 0 0 0,-1-1-1 0 0,-1-1 1 0 0,0 0 0 0 0,0 0-1 0 0,-1-1 1 0 0,0 1 0 0 0,10-21-1 0 0,4-9 14 0 0,-3-2 0 0 0,-1 0 0 0 0,-2-1 0 0 0,-2-1 0 0 0,12-62 0 0 0,-13 32 45 0 0,-4 0-1 0 0,0-115 0 0 0,-9 141-32 0 0,-2 0 0 0 0,-9-53-1 0 0,8 84-45 0 0,-1-1-1 0 0,-1 1 1 0 0,0 0-1 0 0,-1 0 0 0 0,-1 1 1 0 0,-1 0-1 0 0,0 0 1 0 0,-21-29-1 0 0,14 26 19 0 0,0 2-1 0 0,-2-1 0 0 0,0 2 1 0 0,-1 0-1 0 0,-35-23 0 0 0,37 29-47 0 0,0 1 1 0 0,-1 0-1 0 0,0 1 0 0 0,0 1 0 0 0,-1 1 1 0 0,0 1-1 0 0,-34-7 0 0 0,51 12-100 0 0,-1 0-1 0 0,0-1 0 0 0,0 1 1 0 0,1 0-1 0 0,-1 0 0 0 0,0 0 1 0 0,0 0-1 0 0,1 0 1 0 0,-1 1-1 0 0,0-1 0 0 0,1 0 1 0 0,-1 1-1 0 0,0-1 0 0 0,1 1 1 0 0,-1 0-1 0 0,0-1 0 0 0,-1 3 1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7:28.789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82 218 1839 0 0,'-11'0'1090'0'0,"9"1"-832"0"0,0-1 0 0 0,0 0 1 0 0,0 0-1 0 0,0 0 0 0 0,0 0 0 0 0,1 0 0 0 0,-1 0 0 0 0,0 0 0 0 0,0-1 0 0 0,0 1 1 0 0,0-1-1 0 0,1 0 0 0 0,-1 1 0 0 0,0-1 0 0 0,0 0 0 0 0,1 0 0 0 0,-3-1 0 0 0,4 2-227 0 0,0 0 0 0 0,0 0-1 0 0,0 0 1 0 0,0-1 0 0 0,0 1-1 0 0,0 0 1 0 0,0 0 0 0 0,0 0-1 0 0,0 0 1 0 0,0 0 0 0 0,0 0-1 0 0,0-1 1 0 0,0 1-1 0 0,1 0 1 0 0,-1 0 0 0 0,0 0-1 0 0,0 0 1 0 0,0 0 0 0 0,0 0-1 0 0,0 0 1 0 0,0 0 0 0 0,0-1-1 0 0,0 1 1 0 0,0 0 0 0 0,0 0-1 0 0,0 0 1 0 0,0 0 0 0 0,1 0-1 0 0,-1 0 1 0 0,0 0 0 0 0,0 0-1 0 0,0 0 1 0 0,0 0-1 0 0,0 0 1 0 0,0 0 0 0 0,0 0-1 0 0,1 0 1 0 0,-1 0 0 0 0,0 0-1 0 0,0 0 1 0 0,0-1 0 0 0,0 1-1 0 0,0 1 1 0 0,1-1 0 0 0,10-4 409 0 0,-7 3-101 0 0,22-7 136 0 0,0-2 1 0 0,34-17-1 0 0,50-33 1085 0 0,24-12-57 0 0,-116 65-1388 0 0,0 1 0 0 0,25-6-1 0 0,-43 12-114 0 0,0 0 0 0 0,0 0 0 0 0,0 0 0 0 0,0 0 0 0 0,0 0 0 0 0,0 0 0 0 0,0 0 0 0 0,0 0 0 0 0,0 0 0 0 0,0 0 0 0 0,0 0 0 0 0,0 0 0 0 0,0 0 0 0 0,0 0 0 0 0,0 0 0 0 0,0 0 0 0 0,0 0 0 0 0,0 0 0 0 0,0 0 0 0 0,0 0 0 0 0,0 0 0 0 0,0 0 0 0 0,0 0 0 0 0,0 0 0 0 0,0 1 0 0 0,0-1 0 0 0,0 0 0 0 0,0 0 0 0 0,0 0 0 0 0,0 0 0 0 0,0 0 0 0 0,0 0 0 0 0,0 0 0 0 0,0 0 0 0 0,0 0 0 0 0,0 0 0 0 0,0 0 0 0 0,0 0 0 0 0,0 0 0 0 0,0 0 0 0 0,0 0 0 0 0,0 0 0 0 0,0 0 0 0 0,0 0 0 0 0,0 0 0 0 0,0 0 0 0 0,0 0 0 0 0,0 0 0 0 0,1 0 0 0 0,-1 0 0 0 0,0 0 0 0 0,-7 6 0 0 0,-7 5 0 0 0,-198 144-141 0 0,161-113 143 0 0,-63 48-39 0 0,91-75 27 0 0,14-10 2 0 0,1 0 0 0 0,0 0 1 0 0,0 1-1 0 0,1 0 0 0 0,-1 1 1 0 0,1-1-1 0 0,-6 9 0 0 0,13-15 9 0 0,0 0-1 0 0,0 0 1 0 0,0 0-1 0 0,0 0 1 0 0,-1 0-1 0 0,1 0 1 0 0,0 0-1 0 0,0 0 1 0 0,0 0 0 0 0,0 1-1 0 0,0-1 1 0 0,0 0-1 0 0,0 0 1 0 0,0 0-1 0 0,0 0 1 0 0,0 0-1 0 0,-1 0 1 0 0,1 0-1 0 0,0 0 1 0 0,0 0-1 0 0,0 0 1 0 0,0 1-1 0 0,0-1 1 0 0,0 0-1 0 0,0 0 1 0 0,0 0-1 0 0,0 0 1 0 0,0 0-1 0 0,0 0 1 0 0,0 0 0 0 0,0 1-1 0 0,0-1 1 0 0,0 0-1 0 0,0 0 1 0 0,0 0-1 0 0,0 0 1 0 0,0 0-1 0 0,0 0 1 0 0,0 0-1 0 0,0 1 1 0 0,0-1-1 0 0,0 0 1 0 0,0 0-1 0 0,0 0 1 0 0,1 0-1 0 0,-1 0 1 0 0,0 0-1 0 0,0 0 1 0 0,0 0 0 0 0,0 0-1 0 0,0 1 1 0 0,0-1-1 0 0,0 0 1 0 0,0 0-1 0 0,0 0 1 0 0,0 0-1 0 0,1 0 1 0 0,-1 0-1 0 0,0 0 1 0 0,0 0-1 0 0,18-7 32 0 0,21-13 127 0 0,189-101 2297 0 0,-112 50-1263 0 0,-98 64-957 0 0,-18 7-233 0 0,0 0-1 0 0,0 0 0 0 0,0 0 1 0 0,0 0-1 0 0,0 0 1 0 0,0 0-1 0 0,0 0 0 0 0,0 0 1 0 0,0 0-1 0 0,1 0 0 0 0,-1 0 1 0 0,0 0-1 0 0,0 0 1 0 0,0 0-1 0 0,0 0 0 0 0,0 0 1 0 0,0 0-1 0 0,0 0 1 0 0,0 0-1 0 0,0 0 0 0 0,1 0 1 0 0,-1 0-1 0 0,0 0 1 0 0,0 0-1 0 0,0 0 0 0 0,0 0 1 0 0,0 0-1 0 0,0 0 0 0 0,0 0 1 0 0,0 0-1 0 0,0 0 1 0 0,0 0-1 0 0,0 1 0 0 0,1-1 1 0 0,-1 0-1 0 0,0 0 1 0 0,0 0-1 0 0,0 0 0 0 0,0 0 1 0 0,0 0-1 0 0,0 0 0 0 0,0 0 1 0 0,0 0-1 0 0,0 0 1 0 0,0 1-1 0 0,-5 7 44 0 0,-8 8-628 0 0,-11 21 0 0 0,-8 11-855 0 0,14-28 502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7:30.14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18 416 919 0 0,'-1'-1'100'0'0,"1"1"-1"0"0,-1 0 0 0 0,0 0 0 0 0,0-1 0 0 0,0 1 0 0 0,1-1 0 0 0,-1 1 1 0 0,0 0-1 0 0,1-1 0 0 0,-1 0 0 0 0,0 1 0 0 0,1-1 0 0 0,-1 1 0 0 0,0-1 1 0 0,1 0-1 0 0,-1 1 0 0 0,1-1 0 0 0,0 0 0 0 0,-1 0 0 0 0,1 1 0 0 0,-1-1 1 0 0,1-1-1 0 0,-1 1 40 0 0,1 0 1 0 0,-1 0 0 0 0,1 0 0 0 0,0 0-1 0 0,-1 0 1 0 0,1-1 0 0 0,0 1 0 0 0,0 0-1 0 0,0 0 1 0 0,-1 0 0 0 0,1 0 0 0 0,1 0-1 0 0,-1 0 1 0 0,0-1 0 0 0,0 1 0 0 0,1-1-1 0 0,0 0 30 0 0,1 0 0 0 0,0 0 0 0 0,0 0-1 0 0,0 0 1 0 0,0 0 0 0 0,0 0-1 0 0,1 1 1 0 0,-1-1 0 0 0,0 1-1 0 0,4-2 1 0 0,28-11 600 0 0,-30 13-650 0 0,251-112 2312 0 0,-207 90-2091 0 0,12-5 163 0 0,0 2 1 0 0,2 4-1 0 0,68-16 0 0 0,81-21-369 0 0,-110 29-132 0 0,-95 28-3 0 0,-4 1 1 0 0,-1 1-1 0 0,1-1 0 0 0,-1 0 0 0 0,1 1 1 0 0,-1-1-1 0 0,1 1 0 0 0,0 0 1 0 0,-1-1-1 0 0,1 1 0 0 0,0 0 0 0 0,-1 0 1 0 0,1 0-1 0 0,0 0 0 0 0,1 1 0 0 0,-3-1-1 0 0,0 0 0 0 0,0 1 0 0 0,0-1 0 0 0,0 0-1 0 0,0 0 1 0 0,0 1 0 0 0,0-1 0 0 0,0 0 0 0 0,0 1-1 0 0,0-1 1 0 0,0 0 0 0 0,0 1 0 0 0,-1-1 0 0 0,1 0-1 0 0,0 1 1 0 0,0-1 0 0 0,0 0 0 0 0,0 0 0 0 0,0 1-1 0 0,-1-1 1 0 0,1 0 0 0 0,0 0 0 0 0,0 1 0 0 0,-1-1-1 0 0,1 0 1 0 0,0 0 0 0 0,0 0 0 0 0,-1 1 0 0 0,1-1-1 0 0,-12 9 15 0 0,9-7-18 0 0,-67 45-1779 0 0,30-22-582 0 0,18-11-23 0 0,0 1-492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7:30.489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117 239 455 0 0,'-22'11'1673'0'0,"-1"-2"-1"0"0,-44 12 1 0 0,62-20 1234 0 0,11-1-1645 0 0,11-2-562 0 0,-16 2-456 0 0,4-2-24 0 0,36-10 513 0 0,60-25 1 0 0,158-93 1671 0 0,-85 44-930 0 0,-151 74-1386 0 0,-41 28 73 0 0,7-7-4840 0 0,5-4-369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7:12.339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1 185 4143 0 0,'1'-12'927'0'0,"1"0"-1"0"0,0 0 1 0 0,0 0-1 0 0,5-13 0 0 0,1-4 1048 0 0,-6 22-1347 0 0,-1 1 10 0 0,0 1 0 0 0,0 0 0 0 0,0 0 0 0 0,1 0 0 0 0,0 0 0 0 0,0 0 0 0 0,0 0 0 0 0,4-5 0 0 0,-5 11-565 0 0,-1 0 1 0 0,1 0 0 0 0,-1 1-1 0 0,1-1 1 0 0,-1 0 0 0 0,0 0 0 0 0,1 0-1 0 0,-1 0 1 0 0,0 0 0 0 0,0 1-1 0 0,0-1 1 0 0,0 0 0 0 0,0 0 0 0 0,0 2-1 0 0,0 3 36 0 0,0 20 18 0 0,4 118 775 0 0,-2-123-741 0 0,1 1 0 0 0,1-1 1 0 0,1 0-1 0 0,14 37 0 0 0,-18-54-130 0 0,2 2-3 0 0,-1 0 0 0 0,1 0 0 0 0,5 7 0 0 0,-8-13-18 0 0,1 1-1 0 0,-1 0 1 0 0,1 0 0 0 0,-1-1-1 0 0,1 1 1 0 0,-1 0-1 0 0,1-1 1 0 0,-1 1 0 0 0,1-1-1 0 0,-1 1 1 0 0,1 0 0 0 0,0-1-1 0 0,-1 1 1 0 0,1-1-1 0 0,0 0 1 0 0,0 1 0 0 0,-1-1-1 0 0,1 0 1 0 0,0 1-1 0 0,0-1 1 0 0,0 0 0 0 0,-1 0-1 0 0,1 0 1 0 0,0 0-1 0 0,0 0 1 0 0,0 1 0 0 0,0-2-1 0 0,-1 1 1 0 0,1 0 0 0 0,0 0-1 0 0,0 0 1 0 0,0 0-1 0 0,0 0 1 0 0,-1-1 0 0 0,2 1-1 0 0,-1-1 7 0 0,0 0 0 0 0,0 0 0 0 0,0 0 0 0 0,0 0 0 0 0,0 0 0 0 0,-1 0 0 0 0,1 0 0 0 0,0-1-1 0 0,-1 1 1 0 0,1 0 0 0 0,-1 0 0 0 0,1 0 0 0 0,-1-1 0 0 0,0 1 0 0 0,1 0 0 0 0,-1-1 0 0 0,0-1 0 0 0,1-27 199 0 0,-1 21-157 0 0,-7-125 632 0 0,3 79-473 0 0,3-77 1 0 0,6 109-151 0 0,-3 22-12 0 0,0 5-42 0 0,1 5-3 0 0,-3 4 49 0 0,-1 0-1 0 0,0 0 1 0 0,0-1 0 0 0,-6 23 0 0 0,0 4 5 0 0,0 0-869 0 0,-15 55 1 0 0,17-77-6755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7:23.536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307 149 919 0 0,'1'-1'156'0'0,"0"0"0"0"0,0 0-1 0 0,0-1 1 0 0,0 1 0 0 0,0-1-1 0 0,0 1 1 0 0,0 0-1 0 0,-1-1 1 0 0,1 1 0 0 0,0-5 1265 0 0,4-2-1121 0 0,-2 2 288 0 0,1-1 0 0 0,-1 0 1 0 0,-1 0-1 0 0,4-12 0 0 0,-5 18-471 0 0,-1 0 0 0 0,0-1 0 0 0,0 1-1 0 0,1-1 1 0 0,-1 1 0 0 0,0-1-1 0 0,0 1 1 0 0,-1 0 0 0 0,1-1 0 0 0,0 1-1 0 0,0-1 1 0 0,-1 1 0 0 0,1-1-1 0 0,-1 1 1 0 0,1 0 0 0 0,-1-1 0 0 0,1 1-1 0 0,-1 0 1 0 0,0 0 0 0 0,0 0 0 0 0,0-1-1 0 0,1 1 1 0 0,-1 0 0 0 0,0 0-1 0 0,0 0 1 0 0,-1 0 0 0 0,1 0 0 0 0,0 1-1 0 0,0-1 1 0 0,-2-1 0 0 0,-5-1 65 0 0,0 0-1 0 0,0 0 1 0 0,0 1 0 0 0,0 0 0 0 0,0 1 0 0 0,0-1 0 0 0,-9 1 0 0 0,-7 1 25 0 0,-27 2 0 0 0,43-1-119 0 0,0 0 0 0 0,0 1 0 0 0,1 0 0 0 0,-1 0 0 0 0,1 1 0 0 0,-1 0 0 0 0,1 0 0 0 0,0 1 0 0 0,0 0 0 0 0,0 0 0 0 0,1 0 0 0 0,0 1 0 0 0,0 0 0 0 0,-11 11 0 0 0,11-9 5 0 0,0 0-1 0 0,0 0 1 0 0,1 1 0 0 0,0 0-1 0 0,1 0 1 0 0,-1 0-1 0 0,1 0 1 0 0,1 1 0 0 0,0 0-1 0 0,0-1 1 0 0,1 1-1 0 0,-2 14 1 0 0,3-20-65 0 0,1 0 0 0 0,0-1 1 0 0,0 1-1 0 0,0 0 0 0 0,0 0 0 0 0,0 0 0 0 0,1 0 1 0 0,-1 0-1 0 0,1 0 0 0 0,0 0 0 0 0,0 0 0 0 0,0-1 1 0 0,0 1-1 0 0,0 0 0 0 0,1-1 0 0 0,-1 1 0 0 0,3 2 0 0 0,-1-2 14 0 0,-1-1-1 0 0,1 1 0 0 0,0-1 1 0 0,0 0-1 0 0,0 0 0 0 0,0 0 1 0 0,1 0-1 0 0,-1 0 0 0 0,1-1 0 0 0,-1 1 1 0 0,7 1-1 0 0,4-1 56 0 0,0 1 0 0 0,1-2 0 0 0,-1 0 0 0 0,0-1 0 0 0,25-2 0 0 0,-25 0-88 0 0,5 1 141 0 0,0-1 0 0 0,-1-1 0 0 0,26-7-1 0 0,-39 8-104 0 0,1 0-1 0 0,-1 0 1 0 0,0-1-1 0 0,1 1 1 0 0,-1-1-1 0 0,-1-1 1 0 0,1 1-1 0 0,0-1 1 0 0,-1 1-1 0 0,1-1 1 0 0,-1 0-1 0 0,0-1 1 0 0,-1 1-1 0 0,1-1 1 0 0,3-6-1 0 0,-2 2-3 0 0,0 0-1 0 0,-1-1 1 0 0,0 0-1 0 0,-1 0 1 0 0,0 0-1 0 0,0 0 1 0 0,2-17-1 0 0,-5 22-32 0 0,1 1 0 0 0,-1-1 0 0 0,0 1-1 0 0,0-1 1 0 0,-1 1 0 0 0,1-1 0 0 0,-1 1 0 0 0,0-1-1 0 0,0 1 1 0 0,0 0 0 0 0,-1-1 0 0 0,0 1 0 0 0,1 0-1 0 0,-2 0 1 0 0,1 0 0 0 0,0 0 0 0 0,-1 0 0 0 0,1 1 0 0 0,-1-1-1 0 0,-4-2 1 0 0,4 4-5 0 0,0-1 0 0 0,0 1 0 0 0,-1 1 1 0 0,1-1-1 0 0,-1 0 0 0 0,1 1 0 0 0,-1 0 0 0 0,0 0 0 0 0,1 0 0 0 0,-1 0 0 0 0,0 0 0 0 0,0 1 0 0 0,0 0 0 0 0,0 0 1 0 0,0 0-1 0 0,1 0 0 0 0,-1 1 0 0 0,0-1 0 0 0,0 1 0 0 0,0 0 0 0 0,-6 3 0 0 0,-2 0 9 0 0,1 0-1 0 0,0 1 0 0 0,0 1 1 0 0,0 0-1 0 0,-15 12 0 0 0,21-14-11 0 0,0 1 0 0 0,0-1 0 0 0,1 1 0 0 0,0 0 0 0 0,0 1 0 0 0,0-1 0 0 0,0 1 0 0 0,1-1 0 0 0,0 1 0 0 0,1 0 0 0 0,-1 0 0 0 0,1 1 0 0 0,-2 8 0 0 0,2-5 0 0 0,0 0 0 0 0,0 0 0 0 0,1 0 0 0 0,1 0 0 0 0,0 0 0 0 0,0 0 0 0 0,1 0 0 0 0,2 12 0 0 0,-2-20 9 0 0,-1 1 0 0 0,1-1 0 0 0,0 1 1 0 0,0-1-1 0 0,0 1 0 0 0,0-1 0 0 0,0 0 0 0 0,1 1 0 0 0,-1-1 0 0 0,1 0 0 0 0,-1 0 0 0 0,1 0 0 0 0,0 0 0 0 0,0 0 0 0 0,0 0 0 0 0,0-1 1 0 0,0 1-1 0 0,3 1 0 0 0,-1-1 23 0 0,-1-1 0 0 0,1 1 0 0 0,-1-1 0 0 0,1 0 0 0 0,0 0-1 0 0,-1-1 1 0 0,1 1 0 0 0,0-1 0 0 0,-1 0 0 0 0,1 0 0 0 0,7-1 0 0 0,-4 1 8 0 0,-1-2 0 0 0,0 1-1 0 0,1-1 1 0 0,-1 0 0 0 0,0 0 0 0 0,0-1-1 0 0,0 1 1 0 0,0-1 0 0 0,0-1 0 0 0,-1 1-1 0 0,1-1 1 0 0,-1 0 0 0 0,0 0-1 0 0,8-9 1 0 0,-10 8 6 0 0,-1 1-1 0 0,1-1 0 0 0,-1 0 1 0 0,1 0-1 0 0,-2 0 0 0 0,1-1 1 0 0,0 1-1 0 0,-1 0 1 0 0,0-1-1 0 0,0 1 0 0 0,-1-1 1 0 0,0 1-1 0 0,0-1 0 0 0,0 1 1 0 0,-2-11-1 0 0,2 12-29 0 0,-1 0 0 0 0,0 0-1 0 0,0 0 1 0 0,0 0 0 0 0,0 0-1 0 0,-1 0 1 0 0,1 0 0 0 0,-1 1 0 0 0,0-1-1 0 0,0 0 1 0 0,-1 1 0 0 0,1 0 0 0 0,-1-1-1 0 0,1 1 1 0 0,-1 0 0 0 0,0 1 0 0 0,0-1-1 0 0,-1 0 1 0 0,1 1 0 0 0,0-1-1 0 0,-7-2 1 0 0,7 4-12 0 0,0 0 1 0 0,0 0-1 0 0,0 0 0 0 0,0 1 0 0 0,0-1 1 0 0,0 1-1 0 0,0 0 0 0 0,0-1 0 0 0,0 1 0 0 0,0 1 1 0 0,-1-1-1 0 0,1 0 0 0 0,0 1 0 0 0,0 0 1 0 0,-5 1-1 0 0,4 0 2 0 0,-1 0 1 0 0,1 1 0 0 0,0-1-1 0 0,0 1 1 0 0,0 0 0 0 0,0 0-1 0 0,1 0 1 0 0,-1 1 0 0 0,-3 4-1 0 0,0 1 7 0 0,1 0-1 0 0,0 0 0 0 0,0 1 1 0 0,1 0-1 0 0,0 0 0 0 0,1 0 1 0 0,0 1-1 0 0,-2 11 1 0 0,4-16-7 0 0,1 0 0 0 0,0 0 1 0 0,0 0-1 0 0,1 0 1 0 0,0 0-1 0 0,1 10 1 0 0,-1-14-6 0 0,0-1-1 0 0,0 0 1 0 0,0 0 0 0 0,1 0-1 0 0,-1 0 1 0 0,1 0 0 0 0,-1 1 0 0 0,1-1-1 0 0,-1 0 1 0 0,1 0 0 0 0,-1 0-1 0 0,1 0 1 0 0,0 0 0 0 0,-1 0 0 0 0,1-1-1 0 0,0 1 1 0 0,0 0 0 0 0,0 0-1 0 0,0-1 1 0 0,0 1 0 0 0,0 0 0 0 0,0-1-1 0 0,0 1 1 0 0,0-1 0 0 0,0 1-1 0 0,0-1 1 0 0,0 1 0 0 0,0-1 0 0 0,1 0-1 0 0,-1 0 1 0 0,0 1 0 0 0,0-1-1 0 0,0 0 1 0 0,1 0 0 0 0,-1 0 0 0 0,0 0-1 0 0,0-1 1 0 0,0 1 0 0 0,0 0-1 0 0,2-1 1 0 0,3 0-1 0 0,-1-1 0 0 0,1 0-1 0 0,0 0 1 0 0,-1 0 0 0 0,1-1 0 0 0,-1 0-1 0 0,0 0 1 0 0,0-1 0 0 0,7-5 0 0 0,-9 7 0 0 0,-1 0 1 0 0,0 0-1 0 0,0 0 1 0 0,0 0 0 0 0,0 0-1 0 0,0-1 1 0 0,0 1 0 0 0,0-1-1 0 0,-1 1 1 0 0,1-1-1 0 0,-1 0 1 0 0,0 0 0 0 0,0 1-1 0 0,0-1 1 0 0,0 0 0 0 0,-1 0-1 0 0,1 0 1 0 0,-1 0 0 0 0,1 0-1 0 0,-1-4 1 0 0,0 6 2 0 0,0 0 0 0 0,0 0 0 0 0,-1 0 0 0 0,1 0 0 0 0,0 0 1 0 0,-1 0-1 0 0,1 0 0 0 0,0 0 0 0 0,-1 0 0 0 0,1 1 0 0 0,-1-1 0 0 0,1 0 0 0 0,-1 0 1 0 0,1 1-1 0 0,-1-1 0 0 0,0 0 0 0 0,1 1 0 0 0,-1-1 0 0 0,0 0 0 0 0,0 1 0 0 0,0-1 0 0 0,1 1 1 0 0,-1-1-1 0 0,0 1 0 0 0,0 0 0 0 0,0-1 0 0 0,0 1 0 0 0,0 0 0 0 0,0-1 0 0 0,0 1 1 0 0,0 0-1 0 0,0 0 0 0 0,1 0 0 0 0,-1 0 0 0 0,0 0 0 0 0,0 0 0 0 0,0 0 0 0 0,0 0 0 0 0,0 1 1 0 0,0-1-1 0 0,0 0 0 0 0,-1 1 0 0 0,-2 0 15 0 0,0 0-1 0 0,0 1 1 0 0,1-1-1 0 0,-1 1 1 0 0,1 0-1 0 0,-1 0 1 0 0,1 0-1 0 0,0 0 1 0 0,-4 3-1 0 0,-9 16-1451 0 0,10-8-5740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7:58.856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195 180 1791 0 0,'-4'-4'8'0'0,"4"4"71"0"0,-1-1-1 0 0,0 1 0 0 0,1-1 1 0 0,-1 1-1 0 0,1-1 1 0 0,-1 1-1 0 0,1-1 0 0 0,-1 0 1 0 0,1 1-1 0 0,-1-1 1 0 0,1 0-1 0 0,0 1 0 0 0,-1-1 1 0 0,1 0-1 0 0,0 0 1 0 0,-1 1-1 0 0,1-4 2367 0 0,1 0-1832 0 0,1-4-468 0 0,0 0 611 0 0,0 0 1 0 0,-1 0-1 0 0,1-10 1 0 0,-2 18-742 0 0,0 0 0 0 0,0 0 0 0 0,0-1 0 0 0,0 1 0 0 0,0 0 0 0 0,0 0 0 0 0,0-1 0 0 0,0 1 0 0 0,0 0 0 0 0,0 0 0 0 0,0 0 0 0 0,-1-1 0 0 0,1 1 0 0 0,0 0 0 0 0,0 0 0 0 0,0 0 0 0 0,0-1 0 0 0,0 1 0 0 0,-1 0 0 0 0,1 0 0 0 0,0 0 0 0 0,0 0 0 0 0,0-1 0 0 0,-1 1 0 0 0,1 0 0 0 0,0 0 0 0 0,0 0 0 0 0,-1 0 0 0 0,1 0 0 0 0,0 0 0 0 0,0 0 0 0 0,0 0 0 0 0,-1 0 0 0 0,-11 0 198 0 0,-11 8-72 0 0,22-8-119 0 0,-13 7 131 0 0,0-1-1 0 0,0 2 1 0 0,0-1-1 0 0,-15 14 1 0 0,21-15-33 0 0,1 0 0 0 0,0 0 1 0 0,0 1-1 0 0,0 1 0 0 0,1-1 1 0 0,0 1-1 0 0,1 0 0 0 0,-6 10 1 0 0,11-18-103 0 0,-1 1 1 0 0,1 0-1 0 0,0-1 1 0 0,0 1-1 0 0,-1-1 0 0 0,1 1 1 0 0,0-1-1 0 0,0 1 1 0 0,0 0-1 0 0,0-1 1 0 0,0 1-1 0 0,0-1 1 0 0,0 1-1 0 0,0 0 1 0 0,0-1-1 0 0,0 1 1 0 0,0-1-1 0 0,0 1 0 0 0,0 0 1 0 0,1-1-1 0 0,-1 1 1 0 0,0-1-1 0 0,0 1 1 0 0,1-1-1 0 0,-1 1 1 0 0,1 0 8 0 0,0 0 0 0 0,0 0 0 0 0,0 0 1 0 0,0 0-1 0 0,0-1 0 0 0,0 1 0 0 0,0 0 1 0 0,0-1-1 0 0,1 1 0 0 0,-1-1 0 0 0,2 1 1 0 0,1 1 58 0 0,1-1 0 0 0,0-1 0 0 0,0 1 0 0 0,-1-1 0 0 0,9 1 1 0 0,7-3 120 0 0,-1-1 0 0 0,0 0 0 0 0,0-2 0 0 0,0 0 0 0 0,33-14 0 0 0,-41 15-148 0 0,0-2-1 0 0,-1 1 1 0 0,1-2-1 0 0,-1 1 1 0 0,-1-1-1 0 0,0-1 1 0 0,0 0 0 0 0,0 0-1 0 0,-1 0 1 0 0,14-19-1 0 0,-20 24-16 0 0,0-1-1 0 0,0 1 0 0 0,-1-1 1 0 0,1 0-1 0 0,-1 1 0 0 0,1-1 1 0 0,-1 0-1 0 0,-1 0 0 0 0,1 0 1 0 0,0 0-1 0 0,-1 0 0 0 0,0 0 1 0 0,0 0-1 0 0,0 0 0 0 0,0 0 1 0 0,-1 0-1 0 0,-1-4 0 0 0,2 6-18 0 0,-1-1 1 0 0,0 1-1 0 0,0 0 0 0 0,0 0 0 0 0,0 0 0 0 0,0 0 0 0 0,0 1 1 0 0,-1-1-1 0 0,1 0 0 0 0,-1 0 0 0 0,1 1 0 0 0,-1-1 0 0 0,0 1 1 0 0,1-1-1 0 0,-1 1 0 0 0,0 0 0 0 0,0 0 0 0 0,0-1 0 0 0,0 1 1 0 0,0 1-1 0 0,0-1 0 0 0,0 0 0 0 0,0 0 0 0 0,-1 1 0 0 0,1 0 1 0 0,0-1-1 0 0,0 1 0 0 0,-1 0 0 0 0,1 0 0 0 0,0 0 0 0 0,-4 1 1 0 0,-2 0-26 0 0,1 0 1 0 0,0 1 0 0 0,0 0 0 0 0,0 1 0 0 0,0-1 0 0 0,0 2 0 0 0,1-1 0 0 0,-1 1 0 0 0,1-1 0 0 0,0 2 0 0 0,0-1-1 0 0,0 1 1 0 0,1 0 0 0 0,-1 0 0 0 0,1 0 0 0 0,-7 11 0 0 0,7-10-1 0 0,1 0 0 0 0,-1 0 0 0 0,2 1 0 0 0,-1-1 0 0 0,1 1 0 0 0,0 0 0 0 0,0 0 0 0 0,0 0 0 0 0,1 0 0 0 0,1 0-1 0 0,-1 1 1 0 0,1-1 0 0 0,0 1 0 0 0,1-1 0 0 0,-1 0 0 0 0,3 13 0 0 0,-2-18 2 0 0,0 0 0 0 0,1-1 0 0 0,-1 1 0 0 0,1 0 0 0 0,0 0 0 0 0,0 0 0 0 0,0-1 0 0 0,0 1 0 0 0,0 0 0 0 0,0-1 0 0 0,0 1 0 0 0,0-1 0 0 0,1 1 0 0 0,-1-1 0 0 0,0 0 0 0 0,1 0 0 0 0,1 2 0 0 0,0-1 0 0 0,0-1 0 0 0,1 1 0 0 0,-1-1 0 0 0,0 0 0 0 0,1 1 0 0 0,-1-1 0 0 0,1-1 0 0 0,5 2 0 0 0,2-2 0 0 0,-1 1 0 0 0,0-2 0 0 0,1 1 0 0 0,-1-2 0 0 0,15-2 0 0 0,-16 1 10 0 0,-1 1 0 0 0,1-1 0 0 0,-1-1 1 0 0,1 0-1 0 0,-1 0 0 0 0,0 0 0 0 0,-1-1 0 0 0,1 0 0 0 0,-1-1 0 0 0,0 0 0 0 0,9-10 0 0 0,-13 13-5 0 0,-1 1-1 0 0,1-1 0 0 0,-1 0 1 0 0,0 0-1 0 0,0 0 0 0 0,0-1 1 0 0,-1 1-1 0 0,1 0 0 0 0,-1-1 1 0 0,0 1-1 0 0,0-1 0 0 0,0 1 1 0 0,0-1-1 0 0,-1 0 0 0 0,1 1 1 0 0,-1-1-1 0 0,0 0 0 0 0,0 1 1 0 0,0-1-1 0 0,-1 0 0 0 0,1 1 1 0 0,-1-1-1 0 0,0 0 0 0 0,0 1 1 0 0,0-1-1 0 0,0 1 1 0 0,-1 0-1 0 0,1-1 0 0 0,-1 1 1 0 0,0 0-1 0 0,-2-3 0 0 0,2 3 12 0 0,-1 1 0 0 0,1-1-1 0 0,0 1 1 0 0,-1-1 0 0 0,1 1-1 0 0,-1 0 1 0 0,0 0 0 0 0,1 0 0 0 0,-1 1-1 0 0,0-1 1 0 0,0 1 0 0 0,0-1-1 0 0,-1 1 1 0 0,1 0 0 0 0,0 0-1 0 0,0 1 1 0 0,-1-1 0 0 0,1 1 0 0 0,0-1-1 0 0,-1 1 1 0 0,1 0 0 0 0,0 0-1 0 0,-1 1 1 0 0,1-1 0 0 0,0 1-1 0 0,-4 0 1 0 0,-1 1 8 0 0,1 0 0 0 0,-1 1 1 0 0,1 0-1 0 0,-1 0 0 0 0,1 1 0 0 0,0 0 0 0 0,0 0 0 0 0,1 0 0 0 0,-12 11 1 0 0,4-2-10 0 0,1 0 0 0 0,1 2-1 0 0,-14 18 1 0 0,22-26-13 0 0,0-1-1 0 0,0 0 0 0 0,1 1 0 0 0,-1 0 1 0 0,2 0-1 0 0,-1 0 0 0 0,1 0 0 0 0,0 0 1 0 0,0 0-1 0 0,1 1 0 0 0,-1 8 0 0 0,2-15-1 0 0,0 0 0 0 0,0 1 0 0 0,0-1 0 0 0,0 0 0 0 0,0 0 0 0 0,0 1 0 0 0,1-1 0 0 0,-1 0 0 0 0,0 0 0 0 0,1 0 0 0 0,-1 0 0 0 0,1 1 0 0 0,-1-1 0 0 0,1 0 0 0 0,-1 0 0 0 0,1 0 0 0 0,0 0 0 0 0,0 0 0 0 0,0 0 0 0 0,-1 0 0 0 0,1-1 0 0 0,2 3 0 0 0,-1-3 0 0 0,-1 1 0 0 0,1 0 0 0 0,0-1 0 0 0,-1 1 0 0 0,1-1 0 0 0,0 0 0 0 0,0 0 0 0 0,-1 1 0 0 0,1-1 0 0 0,0 0 0 0 0,0 0 0 0 0,0-1 0 0 0,3 0 0 0 0,2 0 0 0 0,0-1 0 0 0,0-1 0 0 0,0 1 0 0 0,-1-1 0 0 0,1-1 0 0 0,9-5 0 0 0,-1-2 14 0 0,1-1 0 0 0,-2 0 0 0 0,1-1-1 0 0,-2 0 1 0 0,17-22 0 0 0,-25 28-2 0 0,0 1 0 0 0,-1-1 1 0 0,0-1-1 0 0,-1 1 1 0 0,0 0-1 0 0,5-14 0 0 0,-7 16 5 0 0,0 0-1 0 0,-1 0 1 0 0,1 0 0 0 0,-1 0-1 0 0,0 0 1 0 0,0 0-1 0 0,0 0 1 0 0,-1 1-1 0 0,1-1 1 0 0,-1 0 0 0 0,-3-9-1 0 0,3 12-5 0 0,0 0-1 0 0,1 0 0 0 0,-1 1 1 0 0,0-1-1 0 0,0 0 0 0 0,0 1 1 0 0,0-1-1 0 0,0 0 0 0 0,-1 1 1 0 0,1 0-1 0 0,0-1 0 0 0,-1 1 1 0 0,1 0-1 0 0,-1-1 0 0 0,1 1 1 0 0,-1 0-1 0 0,0 0 0 0 0,1 0 1 0 0,-3 0-1 0 0,1 0-3 0 0,0 0 1 0 0,0 1-1 0 0,0 0 0 0 0,0-1 0 0 0,0 1 1 0 0,0 0-1 0 0,0 0 0 0 0,0 0 1 0 0,0 1-1 0 0,0-1 0 0 0,-3 2 0 0 0,-3 0-5 0 0,1 1-1 0 0,1 1 0 0 0,-1-1 0 0 0,0 1 1 0 0,1 0-1 0 0,0 1 0 0 0,-12 9 0 0 0,7-4-1 0 0,1 1 0 0 0,-16 20 0 0 0,23-27 0 0 0,1 1 0 0 0,0-1 0 0 0,0 1 0 0 0,1 0 0 0 0,-1 0 0 0 0,1 0 0 0 0,0 0 0 0 0,0 0 0 0 0,1 1 0 0 0,-2 10 0 0 0,2-15 0 0 0,1 1 0 0 0,0 0 0 0 0,0-1 0 0 0,0 1 0 0 0,0-1 0 0 0,0 1-1 0 0,0-1 1 0 0,0 1 0 0 0,0-1 0 0 0,1 1 0 0 0,-1-1 0 0 0,1 1 0 0 0,-1-1 0 0 0,1 1 0 0 0,-1-1-1 0 0,1 0 1 0 0,0 1 0 0 0,0-1 0 0 0,-1 0 0 0 0,1 1 0 0 0,0-1 0 0 0,0 0 0 0 0,1 0 0 0 0,-1 0-1 0 0,0 0 1 0 0,0 0 0 0 0,0 0 0 0 0,1 0 0 0 0,-1-1 0 0 0,0 1 0 0 0,1 0 0 0 0,-1-1-1 0 0,1 1 1 0 0,-1-1 0 0 0,1 1 0 0 0,-1-1 0 0 0,1 0 0 0 0,-1 1 0 0 0,1-1 0 0 0,2 0 0 0 0,1 0 4 0 0,0-1 1 0 0,0 1 0 0 0,0-1 0 0 0,0 0 0 0 0,0 0 0 0 0,0 0-1 0 0,0-1 1 0 0,-1 0 0 0 0,1 0 0 0 0,0 0 0 0 0,5-4 0 0 0,4-4 10 0 0,0 0 0 0 0,22-21 0 0 0,-32 27-13 0 0,0-1 0 0 0,0 1 1 0 0,-1 0-1 0 0,1-1 0 0 0,-1 0 0 0 0,0 0 1 0 0,0 0-1 0 0,-1 0 0 0 0,0 0 0 0 0,0 0 1 0 0,0-1-1 0 0,1-7 0 0 0,-2 12-2 0 0,-1 0 0 0 0,0 1 0 0 0,0-1 0 0 0,0 0 0 0 0,0 0 0 0 0,0 0 0 0 0,0 0 0 0 0,0 0 0 0 0,0 0 0 0 0,0 0 0 0 0,0 0 0 0 0,0 0 0 0 0,-1 0 0 0 0,1 0 0 0 0,0 0 0 0 0,-1 0 0 0 0,1 1 0 0 0,0-1 0 0 0,-1 0 0 0 0,1 0 0 0 0,-2-1 0 0 0,2 2 0 0 0,-1 0 0 0 0,0-1 0 0 0,1 1 0 0 0,-1 0 0 0 0,0 0 0 0 0,1 0 0 0 0,-1-1 0 0 0,0 1 0 0 0,0 0 0 0 0,1 0 0 0 0,-1 0 0 0 0,0 0 0 0 0,0 0 0 0 0,1 0 0 0 0,-1 0 0 0 0,0 0 0 0 0,0 1 0 0 0,1-1 0 0 0,-1 0 0 0 0,-1 1 0 0 0,-2 1 0 0 0,-1 0 0 0 0,1 0 0 0 0,-1 1 0 0 0,1-1 0 0 0,0 1 0 0 0,-5 5 0 0 0,2-2 0 0 0,1 1 0 0 0,-1 0 0 0 0,2 0 0 0 0,-1 0 0 0 0,1 1 0 0 0,-7 13 0 0 0,10-16 0 0 0,-1 0 0 0 0,2-1 0 0 0,-1 1 0 0 0,0 0 0 0 0,1 0 0 0 0,0 0 0 0 0,0 0 0 0 0,1 1 0 0 0,-1-1 0 0 0,1 0 0 0 0,0 0 0 0 0,0 0 0 0 0,2 7 0 0 0,-2-10-1 0 0,1 0 0 0 0,0 0 0 0 0,-1 0 0 0 0,1-1 0 0 0,0 1-1 0 0,0 0 1 0 0,0 0 0 0 0,0-1 0 0 0,0 1 0 0 0,0-1 0 0 0,1 1 0 0 0,-1-1-1 0 0,0 1 1 0 0,1-1 0 0 0,-1 0 0 0 0,1 1 0 0 0,-1-1 0 0 0,1 0 0 0 0,0 0-1 0 0,0 0 1 0 0,-1 0 0 0 0,1-1 0 0 0,0 1 0 0 0,0 0 0 0 0,0-1 0 0 0,0 0-1 0 0,2 1 1 0 0,-1-1-1 0 0,1 1 0 0 0,0-1 0 0 0,-1 0 0 0 0,1 0 0 0 0,-1-1-1 0 0,1 1 1 0 0,-1-1 0 0 0,1 0 0 0 0,-1 0 0 0 0,0 0 0 0 0,1 0 0 0 0,-1 0-1 0 0,0-1 1 0 0,4-2 0 0 0,-2 0 2 0 0,-1 1 0 0 0,1-2 0 0 0,-1 1 0 0 0,0 0 0 0 0,-1-1 0 0 0,1 0 0 0 0,-1 1 0 0 0,1-2 0 0 0,-2 1 0 0 0,1 0 0 0 0,0 0 0 0 0,-1-1 0 0 0,0 0 0 0 0,0 1 0 0 0,1-9 0 0 0,-3 11 0 0 0,1 0 0 0 0,0 0 0 0 0,-1 0 0 0 0,0-1 0 0 0,0 1 0 0 0,0 0 0 0 0,0 0 0 0 0,0-1 0 0 0,-1 1 0 0 0,1 0 0 0 0,-1 0 0 0 0,0 0 0 0 0,0 0 0 0 0,0 0 0 0 0,0 0 0 0 0,-1 0 0 0 0,1 0 0 0 0,-1 0 0 0 0,0 0 0 0 0,0 1 0 0 0,0-1 0 0 0,0 1 0 0 0,0-1 0 0 0,0 1 0 0 0,-1 0 0 0 0,1 0 0 0 0,-1 0 0 0 0,0 0 0 0 0,-2-1 0 0 0,1 1 0 0 0,0 1 0 0 0,0 0 0 0 0,0 0 0 0 0,0 0 0 0 0,0 0 0 0 0,1 1 0 0 0,-1 0 0 0 0,0 0 0 0 0,0 0 0 0 0,0 0 0 0 0,0 1 0 0 0,0-1 0 0 0,0 1 0 0 0,0 0 0 0 0,0 0 0 0 0,0 0 0 0 0,1 1 0 0 0,-1-1 0 0 0,0 1 0 0 0,-5 4 0 0 0,2-2 0 0 0,0 1 0 0 0,0 0 0 0 0,1 0 0 0 0,0 0 0 0 0,0 1 0 0 0,0 0 0 0 0,0 0 0 0 0,-8 13 0 0 0,11-14 0 0 0,0 0 0 0 0,1 0 0 0 0,-1 1 0 0 0,1-1 0 0 0,0 0 0 0 0,1 1 0 0 0,-1-1 0 0 0,1 1 0 0 0,-1 7 0 0 0,2-11 0 0 0,0 0 0 0 0,0 0 0 0 0,0 0 0 0 0,1-1 0 0 0,-1 1 0 0 0,0 0 0 0 0,1 0 0 0 0,-1 0 0 0 0,1-1 0 0 0,-1 1 0 0 0,1 0 0 0 0,0-1 0 0 0,0 1 0 0 0,0-1 0 0 0,0 1 0 0 0,0-1 0 0 0,0 1 0 0 0,0-1 0 0 0,0 0 0 0 0,1 1 0 0 0,-1-1 0 0 0,1 0 0 0 0,-1 0 0 0 0,0 0 0 0 0,1 0 0 0 0,0 0 0 0 0,-1 0 0 0 0,1-1 0 0 0,0 1 0 0 0,-1 0 0 0 0,1-1 0 0 0,0 0 0 0 0,2 1 0 0 0,1 0 0 0 0,1-1 0 0 0,-1 0 0 0 0,0 0 0 0 0,1 0 0 0 0,-1-1 0 0 0,1 1 0 0 0,-1-1 0 0 0,0-1 0 0 0,0 1 0 0 0,0-1 0 0 0,1 0 0 0 0,-1 0 0 0 0,-1 0 0 0 0,7-4 0 0 0,1-1 0 0 0,0-1 0 0 0,-1 0 0 0 0,0-1 0 0 0,13-13 0 0 0,-20 19 2 0 0,-1-1-1 0 0,0 0 1 0 0,0 0 0 0 0,0-1-1 0 0,0 1 1 0 0,-1-1-1 0 0,1 1 1 0 0,-1-1 0 0 0,0 0-1 0 0,-1 0 1 0 0,1 0-1 0 0,-1 0 1 0 0,0 0 0 0 0,0 0-1 0 0,0 0 1 0 0,-1 0-1 0 0,0 0 1 0 0,0-1 0 0 0,-1-6-1 0 0,0 8 0 0 0,0 0 0 0 0,0 1 1 0 0,0 0-1 0 0,0-1 0 0 0,0 1 0 0 0,-1 0 0 0 0,1-1 0 0 0,-1 1 0 0 0,0 0 0 0 0,0 0 0 0 0,-1 0 0 0 0,1 1 1 0 0,0-1-1 0 0,-1 0 0 0 0,0 1 0 0 0,1 0 0 0 0,-1-1 0 0 0,0 1 0 0 0,0 0 0 0 0,0 1 0 0 0,0-1 0 0 0,-1 0 1 0 0,1 1-1 0 0,0 0 0 0 0,-1 0 0 0 0,1 0 0 0 0,-1 0 0 0 0,-5 0 0 0 0,3 0-1 0 0,0 1 0 0 0,0 0 0 0 0,0 1 0 0 0,0-1 0 0 0,-1 1 0 0 0,1 0 0 0 0,0 0 0 0 0,0 1 0 0 0,0 0 0 0 0,1 0 0 0 0,-1 1 0 0 0,0-1 0 0 0,1 1 0 0 0,0 0 0 0 0,-1 1 0 0 0,1-1 0 0 0,0 1 0 0 0,1 0 0 0 0,-1 0 0 0 0,-5 7 0 0 0,3-3 0 0 0,1 0 0 0 0,0 0 0 0 0,0 1 0 0 0,0-1 0 0 0,1 1 0 0 0,1 1 0 0 0,-1-1 0 0 0,2 1 0 0 0,-1 0 0 0 0,1 0 0 0 0,-2 14 0 0 0,4-21-37 0 0,1-1 1 0 0,0 0-1 0 0,0 0 0 0 0,0 1 0 0 0,0-1 0 0 0,0 0 0 0 0,0 0 1 0 0,1 1-1 0 0,-1-1 0 0 0,1 0 0 0 0,-1 0 0 0 0,1 0 0 0 0,0 0 1 0 0,0 0-1 0 0,0 0 0 0 0,0 0 0 0 0,0 0 0 0 0,1 0 0 0 0,-1 0 1 0 0,0 0-1 0 0,1-1 0 0 0,0 1 0 0 0,-1-1 0 0 0,1 1 0 0 0,0-1 1 0 0,0 0-1 0 0,0 1 0 0 0,-1-1 0 0 0,1 0 0 0 0,1 0 0 0 0,2 1 1 0 0,6 1-6178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8:00.70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72 203 3223 0 0,'4'-5'260'0'0,"0"0"-1"0"0,0-1 1 0 0,0 2-1 0 0,8-9 1 0 0,-1 2 309 0 0,-1 0 474 0 0,-1 1 0 0 0,1 0 0 0 0,1 1 0 0 0,0 0 1 0 0,23-15-1 0 0,-51 40 1039 0 0,-9 5-1361 0 0,-60 54 679 0 0,78-67-1327 0 0,0 0 0 0 0,0 1 0 0 0,1 1 0 0 0,1-1-1 0 0,-1 1 1 0 0,2 0 0 0 0,-8 16 0 0 0,12-24-63 0 0,0 0 0 0 0,1 0 0 0 0,-1 0 0 0 0,0 1 0 0 0,1-1 0 0 0,0 0 0 0 0,0 0 0 0 0,-1 0 0 0 0,1 0 0 0 0,0 0 0 0 0,1 0 1 0 0,-1 0-1 0 0,0 1 0 0 0,1-1 0 0 0,-1 0 0 0 0,1 0 0 0 0,1 3 0 0 0,-1-4-6 0 0,0 1 1 0 0,0-1-1 0 0,-1 0 1 0 0,1 0-1 0 0,1-1 1 0 0,-1 1-1 0 0,0 0 1 0 0,0 0-1 0 0,0 0 1 0 0,0-1 0 0 0,1 1-1 0 0,-1 0 1 0 0,0-1-1 0 0,0 0 1 0 0,1 1-1 0 0,-1-1 1 0 0,0 0-1 0 0,1 1 1 0 0,-1-1-1 0 0,1 0 1 0 0,-1 0-1 0 0,0 0 1 0 0,1 0 0 0 0,-1 0-1 0 0,0 0 1 0 0,1-1-1 0 0,-1 1 1 0 0,2-1-1 0 0,9-2 90 0 0,1 0-1 0 0,-2-1 0 0 0,1-1 1 0 0,0 0-1 0 0,-1 0 0 0 0,0-1 1 0 0,0 0-1 0 0,-1-1 0 0 0,20-16 1 0 0,-25 18-49 0 0,0 0 0 0 0,0 1 0 0 0,-1-2 1 0 0,0 1-1 0 0,0 0 0 0 0,0-1 0 0 0,-1 0 0 0 0,1 0 0 0 0,-1 0 1 0 0,-1 0-1 0 0,1-1 0 0 0,-1 1 0 0 0,0-1 0 0 0,-1 1 1 0 0,0-1-1 0 0,0 0 0 0 0,0 1 0 0 0,-1-1 0 0 0,0-14 1 0 0,-1 14-17 0 0,0 0 0 0 0,-1-1-1 0 0,1 1 1 0 0,-2 0 0 0 0,1 0 0 0 0,-4-7 0 0 0,6 13-9 0 0,-1-1-1 0 0,1 1 0 0 0,-1 0 1 0 0,0 0-1 0 0,1 0 0 0 0,-1 0 1 0 0,0 0-1 0 0,0 0 0 0 0,0 0 1 0 0,1 0-1 0 0,-1 0 1 0 0,0 0-1 0 0,0 0 0 0 0,-1 1 1 0 0,1-1-1 0 0,0 0 0 0 0,0 1 1 0 0,0-1-1 0 0,0 1 0 0 0,-1-1 1 0 0,1 1-1 0 0,0-1 0 0 0,0 1 1 0 0,-1 0-1 0 0,1 0 0 0 0,0 0 1 0 0,0-1-1 0 0,-1 1 0 0 0,1 0 1 0 0,0 1-1 0 0,-1-1 0 0 0,1 0 1 0 0,0 0-1 0 0,-1 1 0 0 0,1-1 1 0 0,0 0-1 0 0,0 1 0 0 0,0-1 1 0 0,-1 1-1 0 0,1 0 1 0 0,0-1-1 0 0,-1 2 0 0 0,-4 3 34 0 0,0-1-1 0 0,0 1 1 0 0,1 0 0 0 0,0 1-1 0 0,0-1 1 0 0,1 1 0 0 0,-1 0-1 0 0,1 0 1 0 0,1 1-1 0 0,-7 11 1 0 0,6-9-52 0 0,1 0-1 0 0,0 1 1 0 0,0 0 0 0 0,0-1-1 0 0,1 1 1 0 0,1 0 0 0 0,-1 15-1 0 0,2-23 0 0 0,0 0 0 0 0,0 0 0 0 0,0 0 0 0 0,0 0 0 0 0,0 0 0 0 0,1 0 0 0 0,-1 0 0 0 0,1 0 0 0 0,-1 0 0 0 0,1 0 0 0 0,0 0 0 0 0,0 0 0 0 0,0-1 0 0 0,0 1 0 0 0,0 0 0 0 0,0 0 0 0 0,1-1 0 0 0,-1 1 0 0 0,0-1 0 0 0,1 1 0 0 0,-1-1 0 0 0,1 0 0 0 0,0 0 0 0 0,-1 1 0 0 0,4 0 0 0 0,-2 0 0 0 0,0-1 0 0 0,1-1 0 0 0,-1 1 0 0 0,0 0 0 0 0,0-1 0 0 0,1 0 0 0 0,-1 0 0 0 0,0 0 0 0 0,1 0 0 0 0,-1 0 0 0 0,0 0 0 0 0,1-1 0 0 0,-1 0 0 0 0,0 0 0 0 0,4-1 0 0 0,2-2 0 0 0,1 0-1 0 0,-1-1 1 0 0,0 0 0 0 0,-1-1-1 0 0,1 0 1 0 0,-1 0-1 0 0,0-1 1 0 0,-1 0 0 0 0,0 0-1 0 0,0-1 1 0 0,11-15-1 0 0,-11 12 71 0 0,0 1-1 0 0,-1-1 1 0 0,0 0 0 0 0,-1-1-1 0 0,0 0 1 0 0,-1 1-1 0 0,0-1 1 0 0,-1-1-1 0 0,2-15 1 0 0,-4 25-40 0 0,-1 0 1 0 0,0 0-1 0 0,0 0 1 0 0,0 0-1 0 0,-1 0 0 0 0,1 0 1 0 0,-1-1-1 0 0,0 1 1 0 0,1 0-1 0 0,-1 1 1 0 0,0-1-1 0 0,-1 0 0 0 0,-2-5 1 0 0,3 7-17 0 0,0 0 0 0 0,1 0 0 0 0,-1 0 0 0 0,0 0-1 0 0,-1 0 1 0 0,1 0 0 0 0,0 0 0 0 0,0 0 0 0 0,0 1 0 0 0,0-1 0 0 0,-1 0 0 0 0,1 1 0 0 0,0-1 0 0 0,-1 1 0 0 0,1-1 0 0 0,0 1-1 0 0,-1 0 1 0 0,1 0 0 0 0,-1-1 0 0 0,1 1 0 0 0,0 0 0 0 0,-1 0 0 0 0,1 0 0 0 0,-1 1 0 0 0,1-1 0 0 0,-1 0 0 0 0,1 0 0 0 0,0 1-1 0 0,-1-1 1 0 0,1 1 0 0 0,0-1 0 0 0,-2 2 0 0 0,-8 3 14 0 0,1 1 1 0 0,0 1-1 0 0,0-1 0 0 0,1 2 0 0 0,0-1 1 0 0,0 1-1 0 0,0 0 0 0 0,1 1 0 0 0,1 0 1 0 0,-1 1-1 0 0,2-1 0 0 0,-1 1 0 0 0,1 0 0 0 0,1 1 1 0 0,0 0-1 0 0,-7 19 0 0 0,12-28-28 0 0,-1-1 0 0 0,0 1 0 0 0,1 0 0 0 0,0-1 0 0 0,-1 1 0 0 0,1 0 0 0 0,0-1 0 0 0,0 1 0 0 0,0 0 0 0 0,0 0 0 0 0,0-1 0 0 0,0 1 0 0 0,0 0 0 0 0,1-1 0 0 0,-1 1 0 0 0,1 0 0 0 0,-1-1 0 0 0,1 1 0 0 0,0 0 0 0 0,-1-1 0 0 0,1 1 0 0 0,0-1 0 0 0,0 1 0 0 0,0-1 0 0 0,0 0 0 0 0,0 1 0 0 0,2 1 0 0 0,0-2 0 0 0,-1 0 0 0 0,0 0 0 0 0,0 0 0 0 0,1 0 0 0 0,-1 0 0 0 0,0 0 0 0 0,1-1 0 0 0,-1 1 0 0 0,1-1 0 0 0,-1 0 0 0 0,1 0 0 0 0,-1 1 0 0 0,1-2 0 0 0,-1 1 0 0 0,1 0 0 0 0,-1 0 0 0 0,1-1 0 0 0,2 0 0 0 0,4-2 0 0 0,0 0 0 0 0,0-1 0 0 0,-1 0 0 0 0,0 0 0 0 0,0-1 0 0 0,0 0 0 0 0,12-9 0 0 0,-17 11 0 0 0,1-1 0 0 0,0 1 0 0 0,-1 0 0 0 0,1-1 0 0 0,-1 0 0 0 0,0 0 0 0 0,0 0 0 0 0,-1 0 0 0 0,1-1 0 0 0,-1 1 0 0 0,0-1 0 0 0,0 1 0 0 0,0-1 0 0 0,-1 0 0 0 0,2-8 0 0 0,-3 12 2 0 0,0-1-1 0 0,1 1 1 0 0,-1-1-1 0 0,0 0 0 0 0,0 1 1 0 0,-1-1-1 0 0,1 1 1 0 0,0-1-1 0 0,0 1 1 0 0,-1-1-1 0 0,1 0 1 0 0,-1 1-1 0 0,1-1 0 0 0,-1 1 1 0 0,0 0-1 0 0,0-1 1 0 0,0 1-1 0 0,1 0 1 0 0,-3-3-1 0 0,1 3 3 0 0,1 0 0 0 0,0 0 0 0 0,-1 1 0 0 0,1-1 0 0 0,-1 0 0 0 0,1 1 0 0 0,-1-1 0 0 0,1 1 0 0 0,-1-1 0 0 0,0 1 0 0 0,1 0-1 0 0,-1 0 1 0 0,0-1 0 0 0,1 1 0 0 0,-1 0 0 0 0,-1 1 0 0 0,-3 0 9 0 0,0 0 0 0 0,1 0 0 0 0,-1 1-1 0 0,0-1 1 0 0,1 2 0 0 0,0-1 0 0 0,0 0 0 0 0,-1 1-1 0 0,-7 6 1 0 0,7-4 19 0 0,0 0 0 0 0,0 0 0 0 0,1 1 0 0 0,0 0 0 0 0,0 0 0 0 0,0 1 0 0 0,1-1 0 0 0,0 1 0 0 0,-6 12 0 0 0,10-18-36 0 0,-1 0 0 0 0,1 0 0 0 0,-1 1 0 0 0,1-1 0 0 0,0 0 0 0 0,0 0-1 0 0,-1 0 1 0 0,1 0 0 0 0,0 1 0 0 0,0-1 0 0 0,0 0 0 0 0,0 0 0 0 0,1 0 0 0 0,-1 1 0 0 0,0-1 0 0 0,0 0-1 0 0,1 0 1 0 0,-1 0 0 0 0,1 0 0 0 0,-1 0 0 0 0,1 1 0 0 0,-1-1 0 0 0,1 0 0 0 0,0 0 0 0 0,-1 0 0 0 0,1-1-1 0 0,0 1 1 0 0,0 0 0 0 0,0 0 0 0 0,0 0 0 0 0,0-1 0 0 0,0 1 0 0 0,0 0 0 0 0,0-1 0 0 0,0 1 0 0 0,0-1-1 0 0,0 1 1 0 0,0-1 0 0 0,2 1 0 0 0,10 1-208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8:02.76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240 275 2359 0 0,'1'-4'97'0'0,"0"1"-1"0"0,0 0 0 0 0,0-1 0 0 0,0 1 1 0 0,-1 0-1 0 0,1-1 0 0 0,-1 1 0 0 0,0-1 1 0 0,0 1-1 0 0,0-1 0 0 0,-1 1 0 0 0,1-1 1 0 0,-1 1-1 0 0,0 0 0 0 0,0-1 0 0 0,0 1 0 0 0,0 0 1 0 0,0-1-1 0 0,-1 1 0 0 0,1 0 0 0 0,-1 0 1 0 0,0 0-1 0 0,0 1 0 0 0,0-1 0 0 0,-1 0 1 0 0,1 1-1 0 0,-3-3 0 0 0,4 4-6 0 0,1 1-1 0 0,-1 0 1 0 0,1 0 0 0 0,0 0 0 0 0,-1 0-1 0 0,1-1 1 0 0,-1 1 0 0 0,1 0-1 0 0,-1 0 1 0 0,1 0 0 0 0,0 0-1 0 0,-1 0 1 0 0,1 0 0 0 0,-1 0-1 0 0,1 0 1 0 0,-1 0 0 0 0,1 0-1 0 0,0 0 1 0 0,-1 0 0 0 0,1 1-1 0 0,-1-1 1 0 0,1 0 0 0 0,-1 0-1 0 0,1 0 1 0 0,0 1 0 0 0,-1-1 0 0 0,1 0-1 0 0,0 0 1 0 0,-1 1 0 0 0,1-1-1 0 0,0 0 1 0 0,-1 0 0 0 0,1 1-1 0 0,-1 0 1 0 0,-11 13 783 0 0,10-11-733 0 0,-18 21 114 0 0,2 0 0 0 0,1 1 0 0 0,-23 45 0 0 0,39-69-242 0 0,0 1 1 0 0,1-1-1 0 0,-1 0 0 0 0,1 1 0 0 0,-1-1 1 0 0,1 1-1 0 0,0 0 0 0 0,0-1 0 0 0,0 1 1 0 0,0-1-1 0 0,0 3 0 0 0,0-4 2 0 0,0 1-1 0 0,0 0 0 0 0,0-1 1 0 0,1 1-1 0 0,-1-1 1 0 0,0 1-1 0 0,0 0 0 0 0,1-1 1 0 0,-1 1-1 0 0,0-1 1 0 0,1 1-1 0 0,-1-1 0 0 0,1 1 1 0 0,-1-1-1 0 0,1 1 1 0 0,-1-1-1 0 0,1 1 0 0 0,0 0 1 0 0,1-1 0 0 0,-1 1-1 0 0,1-1 1 0 0,-1 1 0 0 0,1-1 0 0 0,0 0-1 0 0,-1 1 1 0 0,1-1 0 0 0,-1 0 0 0 0,1 0 0 0 0,0 0-1 0 0,-1 0 1 0 0,1-1 0 0 0,-1 1 0 0 0,1 0-1 0 0,-1-1 1 0 0,1 1 0 0 0,0-1 0 0 0,-1 0 0 0 0,3-1-1 0 0,8-4 127 0 0,0-1 0 0 0,0-1-1 0 0,0 0 1 0 0,-1-1 0 0 0,-1 0-1 0 0,1-1 1 0 0,-2 0 0 0 0,11-13-1 0 0,-15 18-24 0 0,-1-2-1 0 0,1 1 1 0 0,-1-1 0 0 0,-1 1-1 0 0,1-1 1 0 0,-1 0-1 0 0,-1 0 1 0 0,1-1-1 0 0,-1 1 1 0 0,0 0-1 0 0,-1-1 1 0 0,1 1-1 0 0,-2-1 1 0 0,1 0-1 0 0,-1 1 1 0 0,-1-13-1 0 0,1 18-68 0 0,-1-1-1 0 0,1 1 0 0 0,-1-1 1 0 0,1 1-1 0 0,-1-1 0 0 0,0 1 1 0 0,0-1-1 0 0,0 1 1 0 0,0 0-1 0 0,-1 0 0 0 0,1 0 1 0 0,-1-1-1 0 0,1 1 0 0 0,-1 0 1 0 0,0 1-1 0 0,0-1 1 0 0,1 0-1 0 0,-1 0 0 0 0,-4-1 1 0 0,3 1-3 0 0,0 1 0 0 0,-1-1 0 0 0,1 1 0 0 0,-1 0 0 0 0,1 1-1 0 0,-1-1 1 0 0,1 1 0 0 0,-1-1 0 0 0,1 1 0 0 0,-1 0 0 0 0,0 0 0 0 0,-5 1 0 0 0,-3 2 23 0 0,1 0 0 0 0,-1 0 0 0 0,1 1-1 0 0,-1 0 1 0 0,1 1 0 0 0,1 0 0 0 0,-15 9-1 0 0,15-7-1 0 0,1 1 0 0 0,0-1 0 0 0,0 1 0 0 0,0 1 0 0 0,-14 18 0 0 0,20-23-30 0 0,0 0 0 0 0,0 0 0 0 0,0 1 0 0 0,1-1 0 0 0,-1 1 0 0 0,1 0 0 0 0,0 0 0 0 0,1 0 0 0 0,-1 0 0 0 0,1 0 0 0 0,0 0 0 0 0,0 0 0 0 0,1 0 0 0 0,-1 1 0 0 0,2 9 0 0 0,-1-12-17 0 0,1-1 0 0 0,-1 1-1 0 0,1-1 1 0 0,0 1 0 0 0,0-1-1 0 0,0 1 1 0 0,0-1 0 0 0,0 0-1 0 0,1 1 1 0 0,-1-1 0 0 0,1 0 0 0 0,0 0-1 0 0,-1 0 1 0 0,1 0 0 0 0,0 0-1 0 0,3 2 1 0 0,-1-2-4 0 0,0 0 0 0 0,0 0 1 0 0,0 0-1 0 0,0 0 0 0 0,0 0 0 0 0,1-1 1 0 0,-1 0-1 0 0,0 0 0 0 0,5 0 0 0 0,3 0 7 0 0,0 0 0 0 0,1-1-1 0 0,-1-1 1 0 0,0 0-1 0 0,0 0 1 0 0,16-5 0 0 0,-18 3 17 0 0,0 0 0 0 0,0 0 0 0 0,-1 0 1 0 0,1-1-1 0 0,-1-1 0 0 0,0 0 0 0 0,0 0 1 0 0,-1-1-1 0 0,1 0 0 0 0,-1 0 1 0 0,-1-1-1 0 0,1 0 0 0 0,-1 0 0 0 0,0-1 1 0 0,-1 0-1 0 0,0 0 0 0 0,0-1 0 0 0,0 1 1 0 0,-1-1-1 0 0,6-16 0 0 0,-6 12 7 0 0,-1 0-1 0 0,0 0 0 0 0,-1-1 1 0 0,-1 0-1 0 0,1-16 0 0 0,-2 26-34 0 0,-1-1 0 0 0,0 1 1 0 0,0 0-1 0 0,0-1 0 0 0,-1 1 0 0 0,1 0 0 0 0,-1-1 0 0 0,0 1 0 0 0,-1 0 0 0 0,1 0 0 0 0,-1 0 0 0 0,1 0 0 0 0,-1 0 0 0 0,0 0 0 0 0,-1 0 1 0 0,1 1-1 0 0,-1-1 0 0 0,1 1 0 0 0,-1-1 0 0 0,-5-3 0 0 0,5 5-2 0 0,0 0 0 0 0,0 1 0 0 0,0 0 0 0 0,0-1 0 0 0,0 1-1 0 0,0 0 1 0 0,0 0 0 0 0,0 1 0 0 0,0-1 0 0 0,-1 1 0 0 0,1-1 0 0 0,0 1 0 0 0,-1 0 0 0 0,1 0 0 0 0,0 1 0 0 0,0-1 0 0 0,-1 1 0 0 0,1-1 0 0 0,0 1 0 0 0,0 0-1 0 0,0 0 1 0 0,0 0 0 0 0,0 1 0 0 0,0-1 0 0 0,-5 4 0 0 0,0 0 0 0 0,1 0 1 0 0,-1 1-1 0 0,1 0 0 0 0,1 0 0 0 0,-1 0 1 0 0,1 1-1 0 0,0 0 0 0 0,-6 10 0 0 0,6-6-7 0 0,0 0 0 0 0,1 0 0 0 0,0 0 0 0 0,1 0 0 0 0,0 1 0 0 0,1 0 0 0 0,-3 17 0 0 0,5-22 0 0 0,0-1 0 0 0,1 1 0 0 0,0 0 0 0 0,1-1 0 0 0,-1 1 0 0 0,4 11 0 0 0,-3-14 0 0 0,0-1 0 0 0,0 1 0 0 0,1-1 0 0 0,-1 1 0 0 0,1-1 0 0 0,0 0 0 0 0,0 0 0 0 0,0 1 0 0 0,0-1 0 0 0,1-1 0 0 0,-1 1 0 0 0,6 4 0 0 0,-5-5 2 0 0,0 0-1 0 0,0 0 0 0 0,0 0 1 0 0,1 0-1 0 0,-1-1 0 0 0,0 1 1 0 0,1-1-1 0 0,-1 0 0 0 0,1 0 1 0 0,0 0-1 0 0,-1-1 0 0 0,1 1 1 0 0,0-1-1 0 0,3 0 0 0 0,-1 0 4 0 0,1-1 0 0 0,-1 0 0 0 0,0 0 0 0 0,-1 0 0 0 0,1-1 0 0 0,0 0-1 0 0,0 0 1 0 0,7-4 0 0 0,-8 3-1 0 0,1 0-1 0 0,-1 0 1 0 0,0-1-1 0 0,0 1 1 0 0,0-1 0 0 0,0 0-1 0 0,0-1 1 0 0,-1 1-1 0 0,0-1 1 0 0,0 0-1 0 0,0 0 1 0 0,0 0-1 0 0,-1 0 1 0 0,0-1 0 0 0,0 1-1 0 0,-1-1 1 0 0,4-9-1 0 0,-5 11 10 0 0,-1 0 0 0 0,1 0 0 0 0,-1 0 0 0 0,1-1 0 0 0,-1 1 0 0 0,-1 0-1 0 0,1 0 1 0 0,0 0 0 0 0,-1 0 0 0 0,0 0 0 0 0,0 0 0 0 0,0 0 0 0 0,0 0 0 0 0,-1 0 0 0 0,0 0-1 0 0,1 1 1 0 0,-1-1 0 0 0,-1 0 0 0 0,1 1 0 0 0,0 0 0 0 0,-1-1 0 0 0,0 1 0 0 0,0 0 0 0 0,0 1-1 0 0,0-1 1 0 0,0 0 0 0 0,-1 1 0 0 0,1 0 0 0 0,-1-1 0 0 0,1 2 0 0 0,-1-1 0 0 0,0 0 0 0 0,0 1-1 0 0,0-1 1 0 0,1 1 0 0 0,-2 0 0 0 0,1 0 0 0 0,-6 0 0 0 0,3 1 13 0 0,0 1 1 0 0,0-1-1 0 0,-1 1 1 0 0,1 0-1 0 0,0 1 1 0 0,1 0-1 0 0,-1 0 1 0 0,0 0-1 0 0,0 1 1 0 0,1 0-1 0 0,0 0 1 0 0,0 1-1 0 0,0 0 1 0 0,-10 8-1 0 0,12-9-23 0 0,0 0-1 0 0,0 1 0 0 0,1 0 1 0 0,-1 0-1 0 0,1 0 0 0 0,0 0 1 0 0,0 0-1 0 0,0 1 0 0 0,1-1 1 0 0,0 1-1 0 0,0-1 1 0 0,0 1-1 0 0,0 0 0 0 0,1 0 1 0 0,-1 0-1 0 0,1 0 0 0 0,1 0 1 0 0,-1 1-1 0 0,1-1 0 0 0,0 0 1 0 0,0 6-1 0 0,1-8-2 0 0,0 1 0 0 0,0 0 0 0 0,0 0 0 0 0,1-1 0 0 0,-1 1 0 0 0,1-1 0 0 0,0 1 0 0 0,0-1 0 0 0,0 0 0 0 0,0 0 0 0 0,1 0 0 0 0,-1 0 0 0 0,1 0 0 0 0,0 0 0 0 0,0-1 0 0 0,0 1 0 0 0,0-1 0 0 0,0 0 0 0 0,0 0 0 0 0,1 0 0 0 0,-1 0 0 0 0,1-1 0 0 0,-1 1 0 0 0,7 1 0 0 0,-1-1 0 0 0,0 1 0 0 0,0-2 0 0 0,0 1 0 0 0,0-1 0 0 0,0 0 0 0 0,1-1 0 0 0,-1 0 0 0 0,0-1 0 0 0,11-1 0 0 0,-12 0 5 0 0,-1 1-1 0 0,1-1 1 0 0,-1-1 0 0 0,0 1-1 0 0,0-1 1 0 0,0-1 0 0 0,0 1-1 0 0,-1-1 1 0 0,9-7 0 0 0,-12 9-3 0 0,-1 0 1 0 0,0 0 0 0 0,0 0 0 0 0,0 0 0 0 0,0 0 0 0 0,0-1 0 0 0,-1 1 0 0 0,1-1 0 0 0,-1 1 0 0 0,0-1 0 0 0,1 0 0 0 0,-1 1-1 0 0,0-1 1 0 0,-1 0 0 0 0,1 0 0 0 0,0 0 0 0 0,-1 0 0 0 0,0 0 0 0 0,1 0 0 0 0,-1 0 0 0 0,-1 0 0 0 0,1 0 0 0 0,0 1 0 0 0,-1-1-1 0 0,1 0 1 0 0,-1 0 0 0 0,-1-3 0 0 0,1 3 9 0 0,0 0-1 0 0,0 0 1 0 0,0 0-1 0 0,-1 0 0 0 0,1 0 1 0 0,-1 1-1 0 0,0-1 1 0 0,1 1-1 0 0,-1-1 1 0 0,-1 1-1 0 0,1 0 1 0 0,0 0-1 0 0,0-1 1 0 0,-1 2-1 0 0,1-1 0 0 0,-1 0 1 0 0,0 0-1 0 0,1 1 1 0 0,-1 0-1 0 0,0-1 1 0 0,0 1-1 0 0,0 0 1 0 0,0 0-1 0 0,0 1 1 0 0,0-1-1 0 0,0 1 0 0 0,0-1 1 0 0,0 1-1 0 0,0 0 1 0 0,-6 1-1 0 0,2 0 53 0 0,1 0 0 0 0,0 0 0 0 0,0 0 0 0 0,0 1 1 0 0,0 0-1 0 0,0 1 0 0 0,0-1 0 0 0,0 1 0 0 0,1 0 0 0 0,-1 1 0 0 0,1-1 0 0 0,0 1 0 0 0,0 0 0 0 0,-6 7 0 0 0,9-8-58 0 0,-1 0 0 0 0,1 0 1 0 0,-1 0-1 0 0,1 0 0 0 0,0 0 0 0 0,0 1 0 0 0,0-1 0 0 0,1 1 0 0 0,-1 0 1 0 0,1-1-1 0 0,-2 8 0 0 0,3-9-6 0 0,0 0 0 0 0,0-1 1 0 0,0 1-1 0 0,1 0 0 0 0,-1-1 1 0 0,0 1-1 0 0,0 0 0 0 0,1-1 1 0 0,-1 1-1 0 0,1-1 0 0 0,0 1 1 0 0,-1 0-1 0 0,1-1 0 0 0,0 0 1 0 0,0 1-1 0 0,0-1 0 0 0,0 1 1 0 0,0-1-1 0 0,0 0 0 0 0,0 0 1 0 0,1 0-1 0 0,-1 0 0 0 0,0 0 1 0 0,1 0-1 0 0,-1 0 0 0 0,1 0 1 0 0,-1 0-1 0 0,1-1 0 0 0,-1 1 1 0 0,3 0-1 0 0,11 4-1450 0 0,2-3-5804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8:07.996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56 1 3223 0 0,'-18'2'297'0'0,"15"-1"-12"0"0,0-1-1 0 0,1 1 1 0 0,-1-1-1 0 0,0 0 0 0 0,0 0 1 0 0,0 0-1 0 0,0 0 1 0 0,0 0-1 0 0,0-1 0 0 0,-2 0 1 0 0,2 0 1297 0 0,6 2-1404 0 0,2-1-3172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8:08.41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53 14 3679 0 0,'5'-4'328'0'0,"-3"1"-264"0"0,-4 1-64 0 0,0 2 0 0 0,1 0 0 0 0,-1 0-72 0 0,-2-1-32 0 0,-1-1-96 0 0,-3 0-24 0 0,1 2 0 0 0,-2 2 0 0 0,3 1 224 0 0,1 1-64 0 0,1 1 64 0 0,-1-2 0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8:14.303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31 34 919 0 0,'-18'-3'2324'0'0,"17"3"-2076"0"0,1 0 1 0 0,-1 0 0 0 0,1 0 0 0 0,-1 0 0 0 0,0-1-1 0 0,1 1 1 0 0,-1 0 0 0 0,1 0 0 0 0,-1-1-1 0 0,1 1 1 0 0,-1 0 0 0 0,1-1 0 0 0,-1 1 0 0 0,1-1-1 0 0,-1 1 1 0 0,1 0 0 0 0,-1-1 0 0 0,1 1-1 0 0,0-1 1 0 0,-1 0 0 0 0,1 1 0 0 0,0-1-1 0 0,-1 1 1 0 0,1-2 0 0 0,2 2 133 0 0,0 0 0 0 0,0 0 1 0 0,0 0-1 0 0,0 1 0 0 0,0-1 0 0 0,0 0 0 0 0,4 2 0 0 0,0 0-229 0 0,0-1-1 0 0,0 0 0 0 0,-1 0 1 0 0,1-1-1 0 0,0 1 1 0 0,12-2-1 0 0,37-7 325 0 0,-23 2-99 0 0,25-1 383 0 0,1 2 0 0 0,0 3 0 0 0,80 7 0 0 0,-14-2-316 0 0,-103-3-72 0 0,-64 2-274 0 0,-66 11 0 0 0,98-11-97 0 0,-6 0 4 0 0,-74 10 184 0 0,74-11-141 0 0,0-1 0 0 0,1 0 0 0 0,-27-5 0 0 0,-1-4 228 0 0,29 5-96 0 0,1 1 0 0 0,0 0 0 0 0,-1 1 0 0 0,0 1 0 0 0,1 0 0 0 0,-25 2 0 0 0,12 10 281 0 0,28-6-341 0 0,0-4-120 0 0,-1 0 1 0 0,1 0 0 0 0,0 0 0 0 0,0 1-1 0 0,1-1 1 0 0,-1 0 0 0 0,0 0 0 0 0,0 0-1 0 0,3 1 1 0 0,17 11-1407 0 0,-7-5-5622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8:15.23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110 109 2759 0 0,'-3'-2'226'0'0,"0"0"0"0"0,0 0 0 0 0,0 0 0 0 0,-1 0 0 0 0,1 0-1 0 0,-1 1 1 0 0,1-1 0 0 0,-1 1 0 0 0,1 0 0 0 0,-1 0 0 0 0,0 1-1 0 0,-7-2 1 0 0,8 2 114 0 0,-3-1 489 0 0,-20-3 1435 0 0,25 4-2028 0 0,-1 0 0 0 0,1 0 0 0 0,0 0 1 0 0,-1 0-1 0 0,1 0 0 0 0,0 0 0 0 0,0 0 0 0 0,-1 1 1 0 0,1-1-1 0 0,0 0 0 0 0,0 1 0 0 0,0-1 1 0 0,-1 1-1 0 0,1-1 0 0 0,-1 2 0 0 0,1-2-203 0 0,1 0-1 0 0,0 0 0 0 0,0 0 0 0 0,0 1 0 0 0,0-1 1 0 0,0 0-1 0 0,0 0 0 0 0,0 0 0 0 0,0 0 1 0 0,0 0-1 0 0,0 0 0 0 0,0 0 0 0 0,0 0 0 0 0,0 1 1 0 0,0-1-1 0 0,0 0 0 0 0,-1 0 0 0 0,1 0 0 0 0,0 0 1 0 0,0 0-1 0 0,0 0 0 0 0,0 1 0 0 0,0-1 1 0 0,1 0-1 0 0,-1 0 0 0 0,0 0 0 0 0,0 0 0 0 0,0 0 1 0 0,0 0-1 0 0,0 0 0 0 0,0 1 0 0 0,0-1 1 0 0,0 0-1 0 0,0 0 0 0 0,0 0 0 0 0,0 0 0 0 0,0 0 1 0 0,0 0-1 0 0,0 0 0 0 0,0 0 0 0 0,1 0 1 0 0,-1 1-1 0 0,0-1 0 0 0,0 0 0 0 0,0 0 0 0 0,8 3 517 0 0,10 1-368 0 0,-18-4-158 0 0,24 2 323 0 0,0-1-1 0 0,46-5 1 0 0,-17 1-14 0 0,44-2 187 0 0,68 0 610 0 0,-29 12-259 0 0,-99-5-724 0 0,-82 3-82 0 0,-111 1-35 0 0,-27 1 6 0 0,161-5-26 0 0,-5 0 40 0 0,0-1 1 0 0,-35-2 0 0 0,62 1-39 0 0,-1 0 0 0 0,1 0 0 0 0,0 0 0 0 0,-1 0 0 0 0,1 0 0 0 0,0 0 0 0 0,-1 0 0 0 0,1 0 0 0 0,-1 0 0 0 0,1 0 0 0 0,0-1 0 0 0,-1 1 0 0 0,1 0 0 0 0,0 0 0 0 0,-1 0 0 0 0,1 0 0 0 0,0 0 0 0 0,-1-1 0 0 0,1 1 0 0 0,0 0 0 0 0,-1 0 0 0 0,1 0 0 0 0,0-1 0 0 0,0 1 0 0 0,-1 0 0 0 0,1-1 0 0 0,0 1 0 0 0,0 0 0 0 0,0 0 1 0 0,-1-1-1 0 0,9-7 315 0 0,16-3 80 0 0,19-2-223 0 0,1 2 0 0 0,-1 2 0 0 0,52-5 0 0 0,-90 14-176 0 0,367-40 150 0 0,-359 38-153 0 0,1 0 14 0 0,-1 1 1 0 0,1 0-1 0 0,18 1 1 0 0,-31 0-16 0 0,-1 0 0 0 0,0-1 0 0 0,0 1 0 0 0,1 0 0 0 0,-1 0 0 0 0,0 0 0 0 0,1 0 0 0 0,-1 0 0 0 0,0 0 0 0 0,0 0 0 0 0,1 0 0 0 0,-1 0 0 0 0,0 1 0 0 0,0-1 0 0 0,1 0 0 0 0,-1 0 0 0 0,0 0 0 0 0,0 0 1 0 0,1 0-1 0 0,-1 0 0 0 0,0 0 0 0 0,0 1 0 0 0,1-1 0 0 0,-1 0 0 0 0,0 0 0 0 0,0 0 0 0 0,0 1 0 0 0,1-1 0 0 0,-1 0 0 0 0,0 0 0 0 0,0 0 0 0 0,0 1 0 0 0,0-1 0 0 0,1 1 0 0 0,-9 5 27 0 0,-17 4 18 0 0,-195 35 591 0 0,149-32-2226 0 0,1 1-3339 0 0,43-8-1870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8:17.354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58 88 919 0 0,'-58'-54'6438'0'0,"74"61"-3941"0"0,-15-6-2373 0 0,4-1-48 0 0,30 5 360 0 0,-1-2 0 0 0,1-2 0 0 0,46-3 0 0 0,110-20 1195 0 0,27-2-597 0 0,-82 22 302 0 0,-213 6-504 0 0,-51 10-749 0 0,62-7 29 0 0,-14 3-15 0 0,17-1 163 0 0,-1-3 0 0 0,-71-3 0 0 0,73-5 402 0 0,55 3-544 0 0,19 2 20 0 0,14 1-124 0 0,0-1 1 0 0,40-1-1 0 0,60-9 218 0 0,11 1 93 0 0,85 7-3 0 0,-217 0-322 0 0,-14 1 0 0 0,-16 1 0 0 0,-148 3 12 0 0,-84-2 1504 0 0,254-4-1484 0 0,-9-1 178 0 0,1 0 0 0 0,-1 0 0 0 0,-19-6 0 0 0,30 7-211 0 0,1 0-1 0 0,0 0 1 0 0,-1 0-1 0 0,1 1 1 0 0,0-1-1 0 0,0 0 0 0 0,-1 0 1 0 0,1 0-1 0 0,0 1 1 0 0,0-1-1 0 0,-1 0 1 0 0,1 0-1 0 0,0 1 1 0 0,0-1-1 0 0,0 0 1 0 0,0 0-1 0 0,-1 1 1 0 0,1-1-1 0 0,0 0 1 0 0,0 1-1 0 0,0-1 1 0 0,0 0-1 0 0,0 0 0 0 0,0 1 1 0 0,0-1-1 0 0,0 0 1 0 0,0 1-1 0 0,0-1 1 0 0,0 0-1 0 0,0 1 1 0 0,0-1-1 0 0,0 1 1 0 0,-1 2-89 0 0,0 3-98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8:19.964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187 143 2303 0 0,'-13'-5'827'0'0,"-1"0"-1"0"0,-25-5 0 0 0,15 3 323 0 0,-57-12 4878 0 0,81 19-5952 0 0,0 0-1 0 0,-1 0 1 0 0,1-1-1 0 0,-1 1 1 0 0,1 0 0 0 0,-1 0-1 0 0,1 0 1 0 0,-1 0-1 0 0,1 0 1 0 0,-1 0 0 0 0,1 0-1 0 0,-1 0 1 0 0,1 0-1 0 0,-1 0 1 0 0,1 0 0 0 0,-1 0-1 0 0,1 0 1 0 0,-1 0-1 0 0,1 0 1 0 0,-1 0 0 0 0,1 1-1 0 0,-1-1 1 0 0,1 0-1 0 0,0 0 1 0 0,-1 1 0 0 0,1-1-1 0 0,-1 0 1 0 0,1 1-1 0 0,0-1 1 0 0,-1 0 0 0 0,1 1-1 0 0,0-1 1 0 0,-1 0-1 0 0,1 1 1 0 0,-1 0 0 0 0,2-1-27 0 0,-1 1 1 0 0,0 0-1 0 0,0-1 1 0 0,0 1-1 0 0,0 0 1 0 0,0-1-1 0 0,1 1 1 0 0,-1 0-1 0 0,0-1 1 0 0,1 1-1 0 0,-1 0 1 0 0,0-1-1 0 0,1 1 1 0 0,-1-1 0 0 0,1 1-1 0 0,-1-1 1 0 0,1 1-1 0 0,-1-1 1 0 0,1 1-1 0 0,-1-1 1 0 0,1 0-1 0 0,0 1 1 0 0,-1-1-1 0 0,1 0 1 0 0,-1 1-1 0 0,2-1 1 0 0,4 3 35 0 0,1-1 1 0 0,0 0 0 0 0,-1 0-1 0 0,1 0 1 0 0,0-1-1 0 0,0 0 1 0 0,11 0-1 0 0,52-3 501 0 0,-53 0-417 0 0,145-15 848 0 0,-51 3-488 0 0,316-41 1072 0 0,42 16-1192 0 0,-400 38-408 0 0,-78 7 0 0 0,-7 0 0 0 0,-30 3-18 0 0,0-1 1 0 0,-51 1-1 0 0,19-2-81 0 0,-112 15-96 0 0,-264 20-474 0 0,406-41 669 0 0,10 1 0 0 0,-1-1 0 0 0,1-3 0 0 0,-47-7 0 0 0,84 9 0 0 0,0 0 0 0 0,0 0 0 0 0,0 0 0 0 0,0-1 0 0 0,0 1 0 0 0,0 0 0 0 0,0-1 0 0 0,0 1 0 0 0,0-1 0 0 0,0 1 0 0 0,0-1 0 0 0,1 0 0 0 0,-1 1 0 0 0,-1-2 0 0 0,2-3 0 0 0,10 0 0 0 0,2 4-1 0 0,0-1 0 0 0,0 1 0 0 0,0 1-1 0 0,0 0 1 0 0,0 1 0 0 0,-1 0 0 0 0,1 1 0 0 0,17 4 0 0 0,-8 2-53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8:33.913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149 6 919 0 0,'-6'-1'298'0'0,"1"-1"0"0"0,0 1 0 0 0,0 1 0 0 0,-1-1-1 0 0,1 1 1 0 0,0 0 0 0 0,-1 0 0 0 0,1 0 0 0 0,0 1-1 0 0,-1 0 1 0 0,-4 1 0 0 0,-8 1 616 0 0,13-2-565 0 0,1 0 0 0 0,-1 0 0 0 0,0 1-1 0 0,1-1 1 0 0,-1 1 0 0 0,1 0-1 0 0,0 1 1 0 0,-7 4 0 0 0,10-6-175 0 0,-1 0-1 0 0,1 0 1 0 0,0 0-1 0 0,0 0 1 0 0,0 0-1 0 0,0 0 1 0 0,0 1 0 0 0,0-1-1 0 0,0 0 1 0 0,0 1-1 0 0,1-1 1 0 0,-2 4 0 0 0,2-4-54 0 0,-1 0 0 0 0,1-1 0 0 0,0 1 0 0 0,0 0 0 0 0,0 0 0 0 0,0 0 0 0 0,1 0 0 0 0,-1 0 0 0 0,0 0 0 0 0,0 0 1 0 0,1 0-1 0 0,-1 0 0 0 0,0 0 0 0 0,1 0 0 0 0,-1 0 0 0 0,1 0 0 0 0,-1 0 0 0 0,1-1 0 0 0,-1 1 0 0 0,1 0 0 0 0,0 0 1 0 0,1 1-1 0 0,3 1 275 0 0,0 1 0 0 0,0-1-1 0 0,1-1 1 0 0,-1 1 0 0 0,1-1 0 0 0,0 1 0 0 0,0-2 0 0 0,9 3 0 0 0,-8-2-131 0 0,4 0-43 0 0,1 1 1 0 0,-1-2-1 0 0,0 0 0 0 0,1 0 0 0 0,-1-1 0 0 0,20-3 1 0 0,70-16 790 0 0,-10 1-501 0 0,-57 14-137 0 0,-1 2 0 0 0,1 1 0 0 0,37 3 0 0 0,-65 0-350 0 0,11 1 85 0 0,-17-3-108 0 0,0 1 1 0 0,0-1 0 0 0,0 0 0 0 0,1 0 0 0 0,-1 0-1 0 0,0 0 1 0 0,0 0 0 0 0,0 0 0 0 0,0 0-1 0 0,0 0 1 0 0,1 0 0 0 0,-1 0 0 0 0,0 0 0 0 0,0 0-1 0 0,0 0 1 0 0,0 1 0 0 0,1-1 0 0 0,-1 0 0 0 0,0 0-1 0 0,0-1 1 0 0,0 1 0 0 0,0 0 0 0 0,1 0 0 0 0,-1 0-1 0 0,0 0 1 0 0,0 0 0 0 0,0 0 0 0 0,0 0 0 0 0,1 0-1 0 0,-1 0 1 0 0,0 0 0 0 0,0 0 0 0 0,0 0 0 0 0,0 0-1 0 0,0-1 1 0 0,0 1 0 0 0,1 0 0 0 0,-1 0-1 0 0,0 0 1 0 0,0 0 0 0 0,0 0 0 0 0,0-1 0 0 0,0 1-1 0 0,0 0 1 0 0,0 0 0 0 0,0 0 0 0 0,0 0 0 0 0,0 0-1 0 0,0-1 1 0 0,0 1 0 0 0,0 0 0 0 0,0 0 0 0 0,0 0-1 0 0,0 0 1 0 0,0-1 0 0 0,0 1 0 0 0,0 0 0 0 0,0 0-1 0 0,0-1 1 0 0,0 1-44 0 0,0 0 0 0 0,0 0 0 0 0,0 0 0 0 0,0-1 0 0 0,0 1 0 0 0,-1 0 0 0 0,1 0 0 0 0,0 0 0 0 0,0-1 0 0 0,0 1 0 0 0,-1 0-1 0 0,1 0 1 0 0,0 0 0 0 0,0 0 0 0 0,0 0 0 0 0,-1-1 0 0 0,1 1 0 0 0,0 0 0 0 0,0 0 0 0 0,-1 0 0 0 0,1 0 0 0 0,0 0 0 0 0,0 0 0 0 0,-1 0 0 0 0,1 0 0 0 0,0 0 0 0 0,0 0 0 0 0,-1 0-1 0 0,1 0 1 0 0,0 0 0 0 0,0 0 0 0 0,-1 0 0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8:35.28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35 76 2303 0 0,'-10'-12'3743'0'0,"10"11"-3360"0"0,-1 0 1 0 0,1 0-1 0 0,-1 0 0 0 0,1 1 1 0 0,-1-1-1 0 0,0 0 0 0 0,1 0 0 0 0,-1 0 1 0 0,0 0-1 0 0,0 1 0 0 0,0-1 0 0 0,1 0 1 0 0,-1 1-1 0 0,0-1 0 0 0,0 1 0 0 0,0-1 1 0 0,0 1-1 0 0,0-1 0 0 0,0 1 0 0 0,0 0 1 0 0,-2-1-1 0 0,2 1-295 0 0,1 1 0 0 0,-1-1 0 0 0,1 0 0 0 0,0 1 0 0 0,-1-1 0 0 0,1 0 0 0 0,0 1 0 0 0,-1-1 0 0 0,1 1 0 0 0,0-1 0 0 0,0 1 0 0 0,-1-1 0 0 0,1 1 0 0 0,0-1 0 0 0,0 0 0 0 0,0 1 0 0 0,0-1 0 0 0,0 1 0 0 0,-1-1 0 0 0,1 1 0 0 0,0-1 0 0 0,0 1 0 0 0,0-1 0 0 0,0 1 0 0 0,1-1 0 0 0,-1 1 0 0 0,0-1 0 0 0,0 1 0 0 0,0-1 0 0 0,0 1 0 0 0,0-1 0 0 0,1 2 0 0 0,5 18 471 0 0,-5-19-549 0 0,0 0 0 0 0,0 0 1 0 0,0 0-1 0 0,0 0 0 0 0,0 0 1 0 0,1 0-1 0 0,-1 0 0 0 0,0 0 1 0 0,0 0-1 0 0,1 0 0 0 0,-1-1 1 0 0,1 1-1 0 0,-1-1 0 0 0,0 1 1 0 0,1-1-1 0 0,-1 1 0 0 0,1-1 1 0 0,-1 0-1 0 0,1 0 0 0 0,0 1 1 0 0,-1-1-1 0 0,1 0 0 0 0,-1-1 1 0 0,1 1-1 0 0,1 0 0 0 0,6-2 22 0 0,-1 1 0 0 0,1-1-1 0 0,9-4 1 0 0,-14 4-19 0 0,71-28 372 0 0,-54 20-184 0 0,0 2-1 0 0,1 0 1 0 0,39-9 0 0 0,-57 16-112 0 0,0 1 1 0 0,0-1 0 0 0,1 1-1 0 0,-1-1 1 0 0,0 1-1 0 0,0 1 1 0 0,7 0 0 0 0,-9 0-47 0 0,0 0 0 0 0,1 0 1 0 0,-1 0-1 0 0,0 0 0 0 0,0 0 1 0 0,0 1-1 0 0,0-1 0 0 0,0 1 0 0 0,0-1 1 0 0,-1 1-1 0 0,1 0 0 0 0,0 0 1 0 0,-1-1-1 0 0,2 4 0 0 0,-3-5-38 0 0,7 9 134 0 0,0-1 1 0 0,15 16-1 0 0,-19-21-129 0 0,1-1 0 0 0,-1 1 0 0 0,1-1 0 0 0,0 0 0 0 0,0 0 0 0 0,0 0 0 0 0,0 0-1 0 0,0-1 1 0 0,0 0 0 0 0,7 2 0 0 0,0-2 28 0 0,0 0 0 0 0,0 0-1 0 0,0-1 1 0 0,-1-1 0 0 0,13-1-1 0 0,54-14 225 0 0,-53 10-148 0 0,0 2 0 0 0,38-4 1 0 0,-54 8-101 0 0,0 0 1 0 0,-1 0-1 0 0,1 1 1 0 0,0 0 0 0 0,-1 0-1 0 0,1 1 1 0 0,0 0-1 0 0,-1 1 1 0 0,0 0-1 0 0,0 0 1 0 0,0 0 0 0 0,9 6-1 0 0,-6-2-3 0 0,0-1 0 0 0,0 0 0 0 0,1 0 0 0 0,0-1 0 0 0,0-1 0 0 0,1 0 0 0 0,-1 0 0 0 0,1-1 0 0 0,0-1 0 0 0,0 0 0 0 0,0 0 0 0 0,0-1 0 0 0,0-1 0 0 0,0 0 0 0 0,18-2 0 0 0,1-4-2 0 0,0-2-1 0 0,-1-1 1 0 0,46-20 0 0 0,-44 15 1 0 0,1 2-1 0 0,52-11 1 0 0,-79 22-2 0 0,0 1 0 0 0,0 0 0 0 0,0 0 1 0 0,0 1-1 0 0,0 0 0 0 0,0 0 0 0 0,-1 0 0 0 0,1 1 0 0 0,0 0 0 0 0,0 0 0 0 0,-1 0 0 0 0,8 4 0 0 0,-5-2 8 0 0,0 0-1 0 0,0-1 0 0 0,0-1 0 0 0,17 4 0 0 0,-11-5-10 0 0,1 0-1 0 0,-1-1 0 0 0,1-1 1 0 0,-1 0-1 0 0,1-1 1 0 0,14-4-1 0 0,81-29 28 0 0,-14 3-20 0 0,-94 31-4 0 0,0 0-1 0 0,0 1 0 0 0,1-1 1 0 0,-1 1-1 0 0,0 0 0 0 0,0-1 1 0 0,0 1-1 0 0,1 0 1 0 0,-1 1-1 0 0,0-1 0 0 0,0 0 1 0 0,3 1-1 0 0,-3 0 1 0 0,-1 0-1 0 0,1 0 1 0 0,-1 0-1 0 0,0 0 1 0 0,1 0-1 0 0,-1 0 1 0 0,0 0-1 0 0,0 1 1 0 0,0-1-1 0 0,0 0 1 0 0,0 1 0 0 0,0-1-1 0 0,0 1 1 0 0,0-1-1 0 0,-1 1 1 0 0,2 2-1 0 0,-1-2 7 0 0,0 1 0 0 0,1-1 0 0 0,0 0-1 0 0,-1 1 1 0 0,1-1 0 0 0,0 0 0 0 0,0 0 0 0 0,0 0-1 0 0,1 0 1 0 0,-1 0 0 0 0,0-1 0 0 0,1 1 0 0 0,-1-1-1 0 0,1 1 1 0 0,-1-1 0 0 0,1 0 0 0 0,0 0 0 0 0,-1 0-1 0 0,7 1 1 0 0,1-1 47 0 0,1 1 0 0 0,0-1 0 0 0,21-1 0 0 0,-10-2-61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7:34.314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39 392 1695 0 0,'-27'-5'381'0'0,"16"0"540"0"0,11 5-874 0 0,0 0 0 0 0,0 0 0 0 0,0 0 0 0 0,0 0 0 0 0,0 0 0 0 0,0 0 1 0 0,1 0-1 0 0,-1 0 0 0 0,0 0 0 0 0,0 0 0 0 0,0 0 0 0 0,0 0 0 0 0,0 0 1 0 0,0 0-1 0 0,0 0 0 0 0,0 0 0 0 0,0 0 0 0 0,0 0 0 0 0,0 0 0 0 0,1 0 142 0 0,-1 0-142 0 0,0 0 0 0 0,0 0 0 0 0,0 0 1 0 0,0 0-1 0 0,0 0 0 0 0,0-1 0 0 0,0 1 0 0 0,0 0 0 0 0,0 0 0 0 0,0 0 1 0 0,0 0-1 0 0,0 0 0 0 0,0 0 0 0 0,0 0 0 0 0,0 0 0 0 0,0 0 0 0 0,0 0 1 0 0,0 0-1 0 0,0 0 0 0 0,0-1 0 0 0,0 1 0 0 0,0 0 0 0 0,0 0 0 0 0,0 0 1 0 0,0 0-1 0 0,0 0 0 0 0,0 0 0 0 0,0 0 0 0 0,0 0 0 0 0,0 0 0 0 0,0 0 1 0 0,0 0 140 0 0,-1-1-141 0 0,1 1 0 0 0,91-23 945 0 0,298-92 1536 0 0,-153 50-1986 0 0,-26 18-205 0 0,-63 18-147 0 0,-106 19-126 0 0,61-24-1 0 0,-84 26-55 0 0,15-6-6 0 0,63-17 0 0 0,-95 30-45 0 0,0 1-3 0 0,0 0 1 0 0,0-1-1 0 0,0 1 1 0 0,0 0 0 0 0,0 0-1 0 0,0 0 1 0 0,0-1-1 0 0,0 1 1 0 0,0 0-1 0 0,0 0 1 0 0,0 1 0 0 0,0-1-1 0 0,0 0 1 0 0,0 0-1 0 0,0 0 1 0 0,0 1-1 0 0,2 0 1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7:34.77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25 386 743 0 0,'-2'-1'195'0'0,"1"1"-1"0"0,-1 0 0 0 0,0-1 0 0 0,1 1 0 0 0,-1-1 1 0 0,1 1-1 0 0,-1-1 0 0 0,1 0 0 0 0,-1 1 0 0 0,-2-3 0 0 0,4 3-147 0 0,0 0 0 0 0,-1-1-1 0 0,1 1 1 0 0,0 0 0 0 0,-1 0-1 0 0,1 0 1 0 0,0-1 0 0 0,0 1-1 0 0,-1 0 1 0 0,1-1 0 0 0,0 1-1 0 0,0 0 1 0 0,-1-1 0 0 0,1 1-1 0 0,0 0 1 0 0,0-1 0 0 0,0 1-1 0 0,0 0 1 0 0,0-1 0 0 0,0 1-1 0 0,-1 0 1 0 0,1-1 0 0 0,0 1-1 0 0,0 0 1 0 0,0-1 0 0 0,0 1-1 0 0,0-1 1 0 0,0 1 0 0 0,0 0-1 0 0,1-1 1 0 0,-1 1 0 0 0,0 0-1 0 0,0-1 1 0 0,0 1 0 0 0,0 0-1 0 0,0-1 1 0 0,1 1 0 0 0,-1 0-1 0 0,0-1 1 0 0,0 1 0 0 0,0 0-1 0 0,1-1 1 0 0,-1 1 0 0 0,0 0-1 0 0,0 0 1 0 0,1-1 0 0 0,-1 1-1 0 0,0 0 1 0 0,1 0 0 0 0,-1 0-1 0 0,0 0 1 0 0,1-1 0 0 0,0 1-1 0 0,5-3 441 0 0,1 0 0 0 0,0 0 0 0 0,0 1-1 0 0,1 0 1 0 0,-1 1 0 0 0,11-2 0 0 0,15-4-229 0 0,257-87 1824 0 0,-189 58-1654 0 0,65-24 187 0 0,56-19-158 0 0,-134 49-232 0 0,28-8 94 0 0,-107 38-243 0 0,-9 5-252 0 0,-13 11-576 0 0,9-11 435 0 0,-3 3-114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8:39.90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34 284 4143 0 0,'-23'-16'3448'0'0,"22"16"-3220"0"0,0-1 0 0 0,0 1 0 0 0,0-1 1 0 0,1 0-1 0 0,-1 0 0 0 0,0 1 0 0 0,1-1 0 0 0,-1 0 0 0 0,1 0 0 0 0,-1 0 0 0 0,1 0 0 0 0,-1 0 0 0 0,1 0 0 0 0,-1 0 0 0 0,1 0 0 0 0,0 0 0 0 0,0 0 0 0 0,-1 0 0 0 0,1 0 0 0 0,0 0 0 0 0,0 0 0 0 0,0 0 0 0 0,0 0 0 0 0,0 0 1 0 0,0 0-1 0 0,1-1 0 0 0,0 1-50 0 0,-1 0 1 0 0,1 1-1 0 0,0-1 1 0 0,0 0 0 0 0,0 0-1 0 0,0 1 1 0 0,0-1 0 0 0,0 1-1 0 0,0-1 1 0 0,0 1-1 0 0,0-1 1 0 0,0 1 0 0 0,0-1-1 0 0,0 1 1 0 0,0 0 0 0 0,2 0-1 0 0,22-4 881 0 0,-24 4-994 0 0,212-31 1244 0 0,27-3-1150 0 0,215-30 479 0 0,-281 36-638 0 0,61-11 0 0 0,-177 25 0 0 0,29-6 0 0 0,-227 53-3426 0 0,-382 70-12204 0 0,410-75 16554 0 0,-205 22-1 0 0,143-31 3098 0 0,121-10-1539 0 0,-64 18 0 0 0,108-25-2017 0 0,4-1-157 0 0,1 0 0 0 0,0 0 0 0 0,-1 1 1 0 0,1-1-1 0 0,0 1 0 0 0,0 0 0 0 0,0 0 0 0 0,1 0 1 0 0,-1 0-1 0 0,-5 5 0 0 0,9-7-284 0 0,0 0 1 0 0,-1 1-1 0 0,1-1 0 0 0,0 0 1 0 0,0 0-1 0 0,0 0 0 0 0,0 0 0 0 0,0 1 1 0 0,0-1-1 0 0,0 0 0 0 0,0 0 1 0 0,0 0-1 0 0,0 0 0 0 0,0 1 1 0 0,0-1-1 0 0,0 0 0 0 0,0 0 1 0 0,0 0-1 0 0,0 1 0 0 0,0-1 1 0 0,0 0-1 0 0,0 0 0 0 0,0 0 1 0 0,0 0-1 0 0,0 1 0 0 0,0-1 1 0 0,0 0-1 0 0,0 0 0 0 0,1 0 0 0 0,-1 0 1 0 0,0 0-1 0 0,0 1 0 0 0,0-1 1 0 0,0 0-1 0 0,0 0 0 0 0,0 0 1 0 0,1 0-1 0 0,-1 0 0 0 0,10 6 467 0 0,11-1 35 0 0,-21-5-523 0 0,35 7 956 0 0,68 1 1 0 0,37-8 73 0 0,28-6-318 0 0,-1-8 0 0 0,188-40 0 0 0,-21-22-414 0 0,-160 30-15 0 0,-142 42-233 0 0,-56 18-72 0 0,-4-1-1706 0 0,12-6-6019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9:06.65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1 445 3223 0 0,'33'-6'1513'0'0,"-10"1"-1043"0"0,822-73 3902 0 0,-605 62-3927 0 0,362-15 101 0 0,544-44-236 0 0,-351 5-326 0 0,-479 40-16 0 0,-242 19 22 0 0,-1-4-1 0 0,87-28 0 0 0,-147 39-105 0 0,0-1 0 0 0,-1-1-1 0 0,1 0 1 0 0,-1-1-1 0 0,0 0 1 0 0,16-14 0 0 0,-20 13-3478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9:05.563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59 248 3223 0 0,'-37'-22'89'0'0,"16"5"3398"0"0,21 17-3441 0 0,0 0 0 0 0,0 0 0 0 0,0 0 0 0 0,0 0 0 0 0,0 0 0 0 0,0 0 0 0 0,0 0 0 0 0,0-1 0 0 0,0 1 0 0 0,0 0-1 0 0,0 0 1 0 0,0 0 0 0 0,0 0 0 0 0,-1 0 0 0 0,1 0 0 0 0,0 0 0 0 0,0 0 0 0 0,0 0 0 0 0,0 0 0 0 0,0 0 0 0 0,0-1-1 0 0,0 1 1 0 0,0 0 0 0 0,0 0 0 0 0,0 0 0 0 0,0 0 0 0 0,0 0 0 0 0,0 0 0 0 0,0 0 0 0 0,0 0 0 0 0,1 0 0 0 0,-1 0-1 0 0,0 0 1 0 0,0-1 0 0 0,0 1 0 0 0,0 0 0 0 0,0 0 0 0 0,0 0 0 0 0,0 0 0 0 0,0 0 0 0 0,0 0 0 0 0,0 0 0 0 0,0 0-1 0 0,0 0 1 0 0,0 0 0 0 0,0 0 0 0 0,0 0 0 0 0,1 0 0 0 0,5-2 796 0 0,11 0-605 0 0,-15 2-35 0 0,10-2-6 0 0,1-1 1 0 0,-1 0-1 0 0,18-6 1 0 0,3-1 176 0 0,-1 1-32 0 0,0 3 0 0 0,0 0 0 0 0,1 2 0 0 0,-1 1 0 0 0,54 3 0 0 0,-74 1-341 0 0,1-1 0 0 0,20-2 0 0 0,-30 2 0 0 0,0-1 0 0 0,0 1 0 0 0,0-1 0 0 0,0 1 0 0 0,0-1 0 0 0,0 0 0 0 0,0-1 0 0 0,0 1 0 0 0,0 0 0 0 0,0-1 0 0 0,0 1 0 0 0,-1-1 0 0 0,1 0 0 0 0,-1 0 0 0 0,1 0 0 0 0,1-3 0 0 0,-4 5-1 0 0,1-1 1 0 0,-1 0-1 0 0,0 0 0 0 0,1 1 0 0 0,-1-1 0 0 0,0 0 0 0 0,0 0 0 0 0,0 0 0 0 0,0 1 1 0 0,0-1-1 0 0,0 0 0 0 0,0 0 0 0 0,0 0 0 0 0,0 1 0 0 0,0-1 0 0 0,0 0 0 0 0,0 0 1 0 0,0 1-1 0 0,-1-1 0 0 0,1 0 0 0 0,0 0 0 0 0,-1 1 0 0 0,1-1 0 0 0,0 0 0 0 0,-1 1 1 0 0,1-1-1 0 0,-1 0 0 0 0,1 1 0 0 0,-1-1 0 0 0,0 1 0 0 0,1-1 0 0 0,-1 1 0 0 0,1-1 1 0 0,-2 0-1 0 0,-3-2-25 0 0,1 0 0 0 0,0 0 1 0 0,-10-4-1 0 0,-120-64-710 0 0,117 62 867 0 0,61 28 807 0 0,-15-11-742 0 0,-1 2 0 0 0,0 0-1 0 0,45 25 1 0 0,-64-29-132 0 0,0-1 0 0 0,13 12 0 0 0,-19-15-43 0 0,-1 0 0 0 0,0 1 0 0 0,1-1 0 0 0,-1 1 0 0 0,0-1 0 0 0,0 1 0 0 0,0 0 0 0 0,-1 0 0 0 0,1 0 0 0 0,-1 0 0 0 0,1 0 0 0 0,0 5 0 0 0,-2-6-12 0 0,0 0 0 0 0,0 0 0 0 0,0 0-1 0 0,0 0 1 0 0,0 0 0 0 0,-1 0 0 0 0,1 1 0 0 0,-1-1-1 0 0,1 0 1 0 0,-1 0 0 0 0,0-1 0 0 0,0 1 0 0 0,0 0-1 0 0,0 0 1 0 0,0 0 0 0 0,0-1 0 0 0,0 1 0 0 0,-3 2-1 0 0,-1 2 17 0 0,-1 0 0 0 0,0-1 0 0 0,-9 7 0 0 0,-2 0 0 0 0,-24 11-1 0 0,29-17-12 0 0,0 1-1 0 0,1 0 0 0 0,0 0 1 0 0,0 2-1 0 0,-17 15 0 0 0,26-22-18 0 0,0 0-1 0 0,0 0 1 0 0,1 0-1 0 0,-1 1 0 0 0,1-1 1 0 0,-2 4-1 0 0,3-5-71 0 0,0-1-1 0 0,-1 1 1 0 0,1 0-1 0 0,0 0 1 0 0,0 0-1 0 0,0 0 0 0 0,0 0 1 0 0,0 0-1 0 0,0 0 1 0 0,0 0-1 0 0,0 0 1 0 0,0 0-1 0 0,0 0 1 0 0,1 0-1 0 0,-1 0 0 0 0,0 0 1 0 0,1 0-1 0 0,-1 0 1 0 0,1 1-1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9:07.84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4 3511 0 0,'6'-4'312'0'0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9:08.026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41 0 5071 0 0,'-4'0'-8'0'0,"-17"2"-88"0"0,20-2 95 0 0,0 0 0 0 0,0 0 0 0 0,0 1 1 0 0,0-1-1 0 0,0 0 0 0 0,1 1 0 0 0,-1-1 1 0 0,0 0-1 0 0,0 1 0 0 0,1-1 0 0 0,-1 1 1 0 0,0 0-1 0 0,0-1 0 0 0,1 1 0 0 0,-1-1 0 0 0,1 1 1 0 0,-1 0-1 0 0,0 0 0 0 0,0 0 0 0 0,1 0 1 0 0,0-1 0 0 0,0 0 0 0 0,0 1 0 0 0,0-1 0 0 0,0 0 0 0 0,0 1 0 0 0,0-1 0 0 0,0 0 0 0 0,0 1 0 0 0,0-1 0 0 0,0 0 0 0 0,0 1 0 0 0,1-1 0 0 0,-1 0 0 0 0,0 1 0 0 0,0-1 0 0 0,0 0 0 0 0,0 1 0 0 0,0-1 0 0 0,1 0 0 0 0,-1 1 0 0 0,0-1 0 0 0,0 0 0 0 0,1 0 0 0 0,-1 1 0 0 0,0-1 0 0 0,0 0 0 0 0,1 1 0 0 0,0-1 0 0 0,3 4 0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9:10.999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6 4679 0 0,'7'-2'0'0'0,"-2"2"0"0"0,0 0 1632 0 0,-2 0 320 0 0,2 0 72 0 0,2 0 24 0 0,7 0 1504 0 0,11 2 312 0 0,11-2 56 0 0,7 0 16 0 0,4-2-3392 0 0,3 0-672 0 0,-1 1-128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9:21.30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19 84 1751 0 0,'-1'-1'5'0'0,"0"1"0"0"0,0 0-1 0 0,0 0 1 0 0,0-1 0 0 0,0 1-1 0 0,1 0 1 0 0,-1-1-1 0 0,0 1 1 0 0,0-1 0 0 0,0 1-1 0 0,0-1 1 0 0,1 1-1 0 0,-1-1 1 0 0,0 0 0 0 0,1 1-1 0 0,-1-1 1 0 0,0 0 0 0 0,1 0-1 0 0,-1 1 1 0 0,1-1-1 0 0,-1 0 1 0 0,1 0 0 0 0,-1 0-1 0 0,1 0 1 0 0,-1-1-1 0 0,1 0 0 0 0,0 0-1 0 0,0 0 0 0 0,0 0 0 0 0,0 0 0 0 0,1 0 0 0 0,-1 0 0 0 0,0 0 0 0 0,1 0 0 0 0,-1 0 0 0 0,1 0 0 0 0,0 0 0 0 0,1-1 0 0 0,0-3-3 0 0,1 1 0 0 0,0 0 0 0 0,1 0 0 0 0,-1 0 0 0 0,1 1 0 0 0,5-6 0 0 0,-22 24 0 0 0,4-9 0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9:21.80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143 263 1591 0 0,'-4'1'40'0'0,"1"-1"0"0"0,-1 0 0 0 0,1 0 0 0 0,-1 0-1 0 0,1 0 1 0 0,-1-1 0 0 0,1 1 0 0 0,-1-1 0 0 0,1 0-1 0 0,-6-2 1 0 0,0-1 512 0 0,0-1-1 0 0,-11-6 0 0 0,14 7-49 0 0,0 0-1 0 0,-1 0 1 0 0,1 1-1 0 0,-1 0 1 0 0,0 0 0 0 0,-8-2-1 0 0,9 5 231 0 0,5 3-325 0 0,11 4-177 0 0,3-4-185 0 0,0-1 0 0 0,0-1 0 0 0,0-1-1 0 0,0 1 1 0 0,25-4 0 0 0,-13 1 85 0 0,108-8 778 0 0,142-31 0 0 0,81-14 504 0 0,28-6-711 0 0,-167 7-385 0 0,-207 52-316 0 0,-10 2 0 0 0,0 0 0 0 0,0 0 0 0 0,0 0 0 0 0,0 0 0 0 0,0 0 0 0 0,0 0 0 0 0,0 0 0 0 0,0 0 0 0 0,0 1 0 0 0,0-1 0 0 0,0 0 0 0 0,0 0 0 0 0,-1 0 0 0 0,1 0 0 0 0,0 0 0 0 0,0 0 0 0 0,0 0 0 0 0,0 0 0 0 0,0 0 0 0 0,0 0 0 0 0,0 1 0 0 0,0-1 0 0 0,0 0 0 0 0,0 0 0 0 0,0 0 0 0 0,0 0 0 0 0,0 0 0 0 0,0 0 0 0 0,0 0 0 0 0,1 0 0 0 0,-1 0 0 0 0,0 1 0 0 0,0-1 0 0 0,0 0 0 0 0,0 0 0 0 0,0 0 0 0 0,0 0 0 0 0,0 0 0 0 0,0 0 0 0 0,0 0 0 0 0,0 0 0 0 0,0 0 0 0 0,0 0 0 0 0,0 0 0 0 0,0 0 0 0 0,0 0 0 0 0,1 1 0 0 0,-11 5-232 0 0,1 0-1 0 0,-1-1 0 0 0,-17 8 0 0 0,8-5-633 0 0,-5 3-2003 0 0,-1 2-817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9:22.14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134 348 455 0 0,'-41'3'1299'0'0,"32"-2"-838"0"0,1 0 0 0 0,0 0 0 0 0,-1-1 0 0 0,1 0 0 0 0,0-1 0 0 0,-1 1 0 0 0,1-2 0 0 0,-14-3 0 0 0,22 5-434 0 0,0 0 0 0 0,-1 0 0 0 0,1 0 0 0 0,0 0 0 0 0,0 0-1 0 0,0 0 1 0 0,0 0 0 0 0,0 0 0 0 0,-1 0 0 0 0,1 0-1 0 0,0 0 1 0 0,0-1 0 0 0,0 1 0 0 0,0 0 0 0 0,0 0 0 0 0,0 0-1 0 0,0 0 1 0 0,-1 0 0 0 0,1 0 0 0 0,0-1 0 0 0,0 1 0 0 0,0 0-1 0 0,0 0 1 0 0,0 0 0 0 0,0 0 0 0 0,0 0 0 0 0,0-1-1 0 0,0 1 1 0 0,0 0 0 0 0,0 0 0 0 0,0 0 0 0 0,0 0 0 0 0,0-1-1 0 0,0 1 1 0 0,0 0 0 0 0,0 0 0 0 0,0 0 0 0 0,0 0 0 0 0,0 0-1 0 0,0-1 1 0 0,0 1 0 0 0,0 0 0 0 0,1 0 0 0 0,-1 0-1 0 0,0 0 1 0 0,0 0 0 0 0,0-1 0 0 0,0 1 0 0 0,0 0 0 0 0,0 0-1 0 0,0 0 1 0 0,1 0 0 0 0,-1 0 0 0 0,0 0 0 0 0,0 0 0 0 0,0 0-1 0 0,0 0 1 0 0,0-1 0 0 0,0 1 0 0 0,1 0 0 0 0,-1 0-1 0 0,0 0 1 0 0,10-5 610 0 0,23-6 522 0 0,54-13 0 0 0,-18 6-570 0 0,-25 5-295 0 0,240-68 1501 0 0,6 14-295 0 0,-51 15-777 0 0,47-8 73 0 0,-274 58-789 0 0,30-4-4 0 0,-38 6-3 0 0,-1 0 0 0 0,0 0 0 0 0,1 1 0 0 0,-1-1 0 0 0,7 2 0 0 0,-10-2-3 0 0,1 1 0 0 0,-1-1 0 0 0,0 0-1 0 0,1 0 1 0 0,-1 0 0 0 0,0 1 0 0 0,1-1 0 0 0,-1 0-1 0 0,0 0 1 0 0,1 1 0 0 0,-1-1 0 0 0,0 0 0 0 0,1 1-1 0 0,-1-1 1 0 0,0 0 0 0 0,0 1 0 0 0,0-1-1 0 0,1 0 1 0 0,-1 1 0 0 0,0-1 0 0 0,0 0 0 0 0,0 1-1 0 0,0-1 1 0 0,0 1 0 0 0,0-1 0 0 0,0 1 0 0 0,-2 7-4404 0 0,-2-1-652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9:28.99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1 305 1951 0 0,'4'-4'0'0'0,"0"0"0"0"0,0 0 0 0 0,0 0 0 0 0,-1 0 0 0 0,0-1 0 0 0,1 0 0 0 0,2-6 0 0 0,18-39 0 0 0,-18 35 0 0 0,-1 4 0 0 0,-1 0 0 0 0,-1-1 0 0 0,0 1 0 0 0,0-1-1 0 0,0-12 1 0 0,0-60 15 0 0,-3 83-25 0 0,0-1 0 0 0,1 0 0 0 0,-1 1 0 0 0,0-1 0 0 0,1 1 1 0 0,-1-1-1 0 0,1 1 0 0 0,-1-1 0 0 0,1 1 0 0 0,0-1 0 0 0,0 1 0 0 0,-1-1 0 0 0,1 1 0 0 0,0 0 1 0 0,0 0-1 0 0,2-2 0 0 0,-2 2 14 0 0,0 0 0 0 0,-1 1-1 0 0,1-1 1 0 0,0 1 0 0 0,0-1 0 0 0,0 1 0 0 0,0-1 0 0 0,-1 1 0 0 0,1-1-1 0 0,0 1 1 0 0,0 0 0 0 0,0-1 0 0 0,0 1 0 0 0,0 0 0 0 0,0 0 0 0 0,0 0-1 0 0,0 0 1 0 0,0 0 0 0 0,0 0 0 0 0,0 0 0 0 0,0 0 0 0 0,0 0 0 0 0,0 1-1 0 0,0-1 1 0 0,0 0 0 0 0,0 1 0 0 0,1-1 0 0 0,-2 2 41 0 0,0-1-1 0 0,-1 1 1 0 0,1-1 0 0 0,0 1 0 0 0,0-1-1 0 0,-1 1 1 0 0,1-1 0 0 0,-1 1-1 0 0,0-1 1 0 0,1 0 0 0 0,-1 1 0 0 0,0-1-1 0 0,-1 2 1 0 0,0 1 29 0 0,-7 18 5 0 0,6-14-59 0 0,-1 0 0 0 0,1 0 0 0 0,-1-1 0 0 0,-1 1 1 0 0,-5 6-1 0 0,-3 2 71 0 0,1 1 0 0 0,-14 25 1 0 0,22-35-58 0 0,0 0 0 0 0,1 0 0 0 0,0 1 0 0 0,1-1 0 0 0,0 1 0 0 0,0 0 0 0 0,0-1 0 0 0,1 1 0 0 0,0 11 0 0 0,1 7 18 0 0,-1-3-46 0 0,1-1 0 0 0,2 0 0 0 0,4 29 0 0 0,15 16-6 0 0,-7-28 0 0 0,-11-28 26 0 0,-1-9-131 0 0,-1 1 0 0 0,0-1 0 0 0,0 1 0 0 0,0 0-1 0 0,0 0 1 0 0,-1 0 0 0 0,1-1 0 0 0,-1 1 0 0 0,1 0 0 0 0,-1 0 0 0 0,-1 5-1 0 0,1-8 104 0 0,0 0 0 0 0,0 1 0 0 0,0-1 0 0 0,0 0 0 0 0,-1 0 0 0 0,1 0 0 0 0,0 1 0 0 0,0-1 0 0 0,0 0 0 0 0,-1 0 0 0 0,1 0 0 0 0,0 0 0 0 0,0 0 0 0 0,0 1 0 0 0,-1-1 0 0 0,1 0 0 0 0,0 0 0 0 0,0 0 0 0 0,-1 0 0 0 0,1 0 0 0 0,0 0 0 0 0,0 0 0 0 0,-1 0 0 0 0,1 0 0 0 0,0 0 0 0 0,0 0 0 0 0,-1 0 0 0 0,1 0 0 0 0,0 0 0 0 0,-1 0 0 0 0,1 0 0 0 0,0 0 0 0 0,0-1 0 0 0,0 1 0 0 0,-1 0 0 0 0,1 0 0 0 0,-8-6 16 0 0,7 5-14 0 0,-9-7 0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9:29.309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64 92 1583 0 0,'0'-2'11'0'0,"0"0"0"0"0,1 1 0 0 0,-1-1 0 0 0,1 1 0 0 0,-1-1 0 0 0,1 1-1 0 0,0-1 1 0 0,-1 1 0 0 0,1 0 0 0 0,0-1 0 0 0,0 1 0 0 0,0 0 0 0 0,2-3-1 0 0,3-15 53 0 0,-5 18-17 0 0,1-6 219 0 0,1 1 0 0 0,0 0 1 0 0,0 1-1 0 0,1-1 0 0 0,5-8 0 0 0,-9 14-237 0 0,1 0 0 0 0,-1-1 0 0 0,0 1 0 0 0,1 0 0 0 0,-1-1 0 0 0,0 1-1 0 0,1 0 1 0 0,-1 0 0 0 0,0-1 0 0 0,1 1 0 0 0,-1 0 0 0 0,1 0 0 0 0,-1 0-1 0 0,0 0 1 0 0,1-1 0 0 0,-1 1 0 0 0,1 0 0 0 0,-1 0 0 0 0,1 0 0 0 0,-1 0-1 0 0,0 0 1 0 0,1 0 0 0 0,-1 0 0 0 0,1 0 0 0 0,-1 0 0 0 0,1 0 0 0 0,-1 0-1 0 0,0 0 1 0 0,1 1 0 0 0,-1-1 0 0 0,1 0 0 0 0,-1 0 0 0 0,0 0 0 0 0,1 0-1 0 0,-1 1 1 0 0,1-1 0 0 0,-1 0 0 0 0,0 0 0 0 0,1 1 0 0 0,-1-1 0 0 0,0 0-1 0 0,1 1 1 0 0,-1-1 0 0 0,0 0 0 0 0,0 1 0 0 0,0-1 0 0 0,1 1 0 0 0,0 1 9 0 0,0-1 1 0 0,-1 1-1 0 0,1 0 0 0 0,0-1 1 0 0,-1 1-1 0 0,0-1 1 0 0,1 1-1 0 0,-1 0 1 0 0,0-1-1 0 0,0 1 1 0 0,0 2-1 0 0,-10 92 1 0 0,-11 84 5 0 0,-5-50-43 0 0,22-111-98 0 0,-12 30 0 0 0,11-33-20 0 0,0 0 1 0 0,-5 29-1 0 0,4-6-395 0 0,-3 30-545 0 0,7-54 1046 0 0,2-14 11 0 0,0-1 0 0 0,0 0 0 0 0,0 0 0 0 0,-1 1 0 0 0,1-1 0 0 0,0 0 0 0 0,0 0 0 0 0,0 0 0 0 0,0 1 0 0 0,0-1 0 0 0,0 0 0 0 0,0 0 0 0 0,0 0 0 0 0,0 1 0 0 0,0-1-1 0 0,-1 0 1 0 0,1 0 0 0 0,0 0 0 0 0,0 1 0 0 0,0-1 0 0 0,0 0 0 0 0,0 0 0 0 0,-1 0 0 0 0,1 0 0 0 0,0 0 0 0 0,0 0 0 0 0,0 1 0 0 0,-1-1 0 0 0,1 0 0 0 0,0 0 0 0 0,0 0 0 0 0,0 0 0 0 0,-1 0 0 0 0,1 0 0 0 0,0 0 0 0 0,0 0 0 0 0,-1 0 0 0 0,1 0 0 0 0,0 0 0 0 0,0 0 0 0 0,0 0 0 0 0,-1 0 0 0 0,1 0 0 0 0,0 0 0 0 0,0 0 0 0 0,-1 0 0 0 0,1 0 0 0 0,0-1 0 0 0,0 1 0 0 0,0 0 0 0 0,0 0 0 0 0,-1 0 0 0 0,1 0 0 0 0,0 0 0 0 0,0-1 0 0 0,-5-4-10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9:29.79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79 49 1935 0 0,'6'-11'172'0'0,"9"-22"84"0"0,-13 28 448 0 0,-6 15-458 0 0,-4 2-185 0 0,0 0 0 0 0,1 1 0 0 0,1-1 0 0 0,0 1 0 0 0,0 1 0 0 0,2-1 0 0 0,-1 1 0 0 0,2 0 0 0 0,-3 15 0 0 0,2 7-11 0 0,1 0-1 0 0,3 52 0 0 0,4-43 22 0 0,-2-31-118 0 0,-1 1 1 0 0,0-1-1 0 0,-2 18 0 0 0,-1-7 14 0 0,3 40 0 0 0,0 1-22 0 0,-2-53 41 0 0,0-9 8 0 0,1 1-1 0 0,-1-1 1 0 0,1 1 0 0 0,0-1 0 0 0,0 1-1 0 0,1-1 1 0 0,-1 1 0 0 0,1-1 0 0 0,0 1 0 0 0,2 4-1 0 0,-3-9 8 0 0,0 0-1 0 0,0 0 1 0 0,0 0-1 0 0,1 0 1 0 0,-1 0-1 0 0,0 0 1 0 0,0 0 0 0 0,0 0-1 0 0,0 0 1 0 0,0 0-1 0 0,0 0 1 0 0,1 0-1 0 0,-1 0 1 0 0,0 0-1 0 0,0 0 1 0 0,0 0-1 0 0,0 0 1 0 0,0 0-1 0 0,1 0 1 0 0,-1 0-1 0 0,0 0 1 0 0,0 0-1 0 0,0 0 1 0 0,0 0-1 0 0,0 0 1 0 0,0 0-1 0 0,1 0 1 0 0,-1 0-1 0 0,0 0 1 0 0,0-1-1 0 0,0 1 1 0 0,0 0-1 0 0,0 0 1 0 0,0 0-1 0 0,0 0 1 0 0,0 0-1 0 0,1 0 1 0 0,-1 0-1 0 0,0-1 1 0 0,0 1-1 0 0,0 0 1 0 0,0 0-1 0 0,0 0 1 0 0,0 0-1 0 0,0 0 1 0 0,0-1-1 0 0,0 1 1 0 0,0 0-1 0 0,0 0 1 0 0,0 0-1 0 0,0 0 1 0 0,0 0-1 0 0,0-1 1 0 0,3-9 34 0 0,-2 9-34 0 0,5-27-1 0 0,7-50 0 0 0,-7 30 0 0 0,4-10 82 0 0,-1 11 113 0 0,1-50 0 0 0,0 28 0 0 0,-1 1 18 0 0,-8 59-185 0 0,1-1 0 0 0,0 1 0 0 0,4-11 0 0 0,-4 14-6 0 0,0 1 0 0 0,-1-1-1 0 0,1 0 1 0 0,-1-1-1 0 0,0 1 1 0 0,-1 0 0 0 0,1 0-1 0 0,-1 0 1 0 0,-2-12-1 0 0,2 17-13 0 0,0 0 0 0 0,-1 0 0 0 0,1 0 0 0 0,-1 1 0 0 0,1-1 0 0 0,-1 0 0 0 0,1 0 0 0 0,-1 1 0 0 0,1-1 0 0 0,-1 0 0 0 0,1 1 0 0 0,-1-1 0 0 0,0 1 0 0 0,0-1 0 0 0,1 1 0 0 0,-1-1 0 0 0,0 1 0 0 0,0-1 0 0 0,1 1 0 0 0,-1 0 0 0 0,-1-1 0 0 0,-9-1 49 0 0,8 5-29 0 0,2-2-25 0 0,-2 1-4 0 0,-1 1-1 0 0,1 0 0 0 0,0 0 0 0 0,0 0 0 0 0,0 0 0 0 0,1 0 0 0 0,-1 1 1 0 0,1-1-1 0 0,-1 1 0 0 0,1 0 0 0 0,-2 5 0 0 0,-1 4-13 0 0,1 1-1 0 0,-4 15 1 0 0,2-4-6 0 0,2-7-22 0 0,-3 21-1 0 0,-3 13 32 0 0,0 7-31 0 0,3-13 26 0 0,-7 55 17 0 0,12-81 0 0 0,1-4-266 0 0,1 1 0 0 0,3 27 0 0 0,-1-28 20 0 0,-1 0 0 0 0,-1 0 0 0 0,-1 15 0 0 0,-4-3 68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9:30.439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1 10983 0 0,'0'5'976'0'0,"2"4"4064"0"0,-1-6-3296 0 0,-1 4-1480 0 0,2 1-264 0 0,0 4-112 0 0,1 0 16 0 0,-3 2 0 0 0,2-4-8 0 0,-2-2 0 0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9:34.15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4 0 1751 0 0,'1'40'160'0'0,"-2"-27"-160"0"0,1-3 0 0 0,-2-3 0 0 0,2-3-104 0 0,0-3 40 0 0,-2-1 64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9:34.40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173 26 1751 0 0,'4'2'0'0'0,"1"-1"-1"0"0,0-1 0 0 0,-1 1 0 0 0,1 0 0 0 0,0-1 0 0 0,0 0 0 0 0,-1 0 0 0 0,9-2 0 0 0,-10 2 1 0 0,0-1 0 0 0,0 1 0 0 0,-1-1 0 0 0,1 0 0 0 0,0 0 0 0 0,0 0 0 0 0,-1 0 0 0 0,1-1 0 0 0,-1 1 0 0 0,1-1 0 0 0,-1 1 0 0 0,0-1 0 0 0,0 0 0 0 0,0 0 0 0 0,1 0 0 0 0,1-3 0 0 0,-3 2 0 0 0,-1 2 0 0 0,-4 2 0 0 0,-6 4 0 0 0,-40 11-27 0 0,-80 16-1 0 0,75-20 19 0 0,36-8 9 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9:38.95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9 102 1511 0 0,'-1'0'18'0'0,"1"0"0"0"0,0 0 0 0 0,0 0 0 0 0,-1 0 0 0 0,1 0 0 0 0,0 0 0 0 0,-1 0 0 0 0,1 0 0 0 0,0 0 0 0 0,-1 0 0 0 0,1 0 0 0 0,0 0 0 0 0,0 0 0 0 0,-1 0 0 0 0,1-1 0 0 0,0 1 0 0 0,-1 0 0 0 0,1 0 0 0 0,0 0 0 0 0,0 0 0 0 0,0-1 0 0 0,-1 1 0 0 0,1 0 0 0 0,0 0 0 0 0,0-1 0 0 0,0 1 0 0 0,-1 0 0 0 0,1 0 0 0 0,0-1 0 0 0,0 1 0 0 0,0-1 0 0 0,2-9 582 0 0,0 7-491 0 0,-1 0 0 0 0,1 1-1 0 0,0-1 1 0 0,0 1 0 0 0,0-1 0 0 0,4-2 0 0 0,2-1 17 0 0,2 0 1 0 0,-1 1-1 0 0,1 0 0 0 0,-1 0 1 0 0,20-5-1 0 0,55-10 228 0 0,-62 16-319 0 0,0 2 0 0 0,1 0 0 0 0,-1 2 1 0 0,1 0-1 0 0,-1 1 0 0 0,24 5 0 0 0,65 12 27 0 0,122 2 0 0 0,292-7 246 0 0,-416-12-278 0 0,-3-1 59 0 0,137 18 0 0 0,-189-11-97 0 0,0-2 0 0 0,-1-3 0 0 0,90-7 0 0 0,-125 5 8 0 0,-13 1 0 0 0,-12 3 0 0 0,-3 2-88 0 0,10-5 14 0 0,-3 2 15 0 0,-10 13 31 0 0,13-16 26 0 0,0 0-1 0 0,-1 1 1 0 0,1-1-1 0 0,0 0 1 0 0,0 0-1 0 0,0 1 1 0 0,-1-1-1 0 0,1 0 1 0 0,0 1 0 0 0,0-1-1 0 0,0 0 1 0 0,0 1-1 0 0,0-1 1 0 0,-1 0-1 0 0,1 1 1 0 0,0-1-1 0 0,0 0 1 0 0,0 1-1 0 0,0-1 1 0 0,0 0 0 0 0,0 1-1 0 0,0-1 1 0 0,0 0-1 0 0,0 1 1 0 0,0-1-1 0 0,1 0 1 0 0,-1 1-1 0 0,0-1 1 0 0,0 0-1 0 0,0 1 1 0 0,0-1-1 0 0,0 0 1 0 0,1 1 0 0 0,0 1 16 0 0,-1 1 72 0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9:39.529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28 275 3223 0 0,'-5'-5'592'0'0,"-14"-18"-1854"0"0,16 12 362 0 0,3 11 897 0 0,0-1-1 0 0,0 1 0 0 0,0 0 1 0 0,0-1-1 0 0,0 1 0 0 0,0 0 1 0 0,0-1-1 0 0,0 1 0 0 0,0 0 1 0 0,0 0-1 0 0,1-1 0 0 0,-1 1 1 0 0,0 0-1 0 0,0 0 0 0 0,0-1 1 0 0,1 1-1 0 0,-1 0 0 0 0,0 0 1 0 0,0-1-1 0 0,0 1 0 0 0,1 0 1 0 0,-1 0-1 0 0,0 0 0 0 0,1 0 1 0 0,-1-1-1 0 0,0 1 0 0 0,0 0 1 0 0,1 0-1 0 0,-1 0 0 0 0,1 0 132 0 0,118-7 1062 0 0,-86 4-940 0 0,53-4 324 0 0,148-16 732 0 0,310-36 846 0 0,-72 9-1433 0 0,-256 23-544 0 0,10-10 100 0 0,-166 25-333 0 0,-56 11 6 0 0,0 0 1 0 0,0 1-1 0 0,1-1 0 0 0,-1 1 0 0 0,0 0 1 0 0,0 0-1 0 0,1 0 0 0 0,-1 0 0 0 0,0 1 0 0 0,8 1 1 0 0,-6 1-2723 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9:43.643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183 90 1751 0 0,'-4'0'19'0'0,"1"-1"-1"0"0,0 0 1 0 0,0 0-1 0 0,-1 0 0 0 0,1 0 1 0 0,0 0-1 0 0,-4-3 1 0 0,-2-1-7 0 0,1 2-12 0 0,1 1 0 0 0,-1 0 0 0 0,1 1 0 0 0,-14-2 0 0 0,-15-3 0 0 0,33 5 404 0 0,0 0-1 0 0,1 0 1 0 0,-1 0-1 0 0,0 0 1 0 0,1-1-1 0 0,-5-2 0 0 0,6 3-239 0 0,0 0 0 0 0,0 1 0 0 0,0-1 0 0 0,0 0-1 0 0,0 0 1 0 0,1 0 0 0 0,-1 0 0 0 0,0 0 0 0 0,0 0-1 0 0,1 0 1 0 0,-1 0 0 0 0,1 0 0 0 0,-1 0-1 0 0,1-1 1 0 0,-1 1 0 0 0,1 0 0 0 0,0 0 0 0 0,-1-2-1 0 0,8 8 4467 0 0,12 0-4300 0 0,-15-4-246 0 0,-1 0-1 0 0,1-1 0 0 0,0 0 1 0 0,0 0-1 0 0,0 0 1 0 0,0 0-1 0 0,0-1 0 0 0,0 0 1 0 0,5-1-1 0 0,6-1 203 0 0,20 0 492 0 0,52 1-1 0 0,6 0-646 0 0,6-8 29 0 0,69-4 394 0 0,-154 17-554 0 0,-13-3 0 0 0,0 0 0 0 0,-1 0 0 0 0,1 0 0 0 0,-1 0 0 0 0,0 0 0 0 0,1 1 0 0 0,-1-1 0 0 0,1 0 0 0 0,-1 0 0 0 0,1 1 0 0 0,-1-1 0 0 0,1 0 0 0 0,-1 1 0 0 0,0-1 0 0 0,1 0 0 0 0,-1 1 0 0 0,0-1 0 0 0,1 1 0 0 0,-1-1 0 0 0,0 0 0 0 0,0 1 0 0 0,1-1 0 0 0,-1 1 0 0 0,0-1 0 0 0,0 1 0 0 0,0-1 0 0 0,1 1 0 0 0,-2 0 0 0 0,1-1 0 0 0,0 1 0 0 0,0-1 0 0 0,-1 1 0 0 0,1-1 0 0 0,0 0 0 0 0,0 1 0 0 0,-1-1 0 0 0,1 0 0 0 0,-1 1 0 0 0,1-1 0 0 0,0 0 0 0 0,-1 1 0 0 0,1-1 0 0 0,0 0 0 0 0,-1 0 0 0 0,1 0 0 0 0,-1 1 0 0 0,1-1 0 0 0,-1 0 0 0 0,1 0 0 0 0,-1 0 0 0 0,-14 4 0 0 0,10-3 0 0 0,-38 9-29 0 0,-62 5-1 0 0,-33 8-271 0 0,72-6 198 0 0,-131 27-258 0 0,194-43 362 0 0,0-1 1 0 0,-1 1-1 0 0,1-1 0 0 0,0 0 0 0 0,-1 0 0 0 0,1 0 1 0 0,0-1-1 0 0,-5 0 0 0 0,30-4 244 0 0,190-41 1219 0 0,-157 31-1189 0 0,-10 3 0 0 0,43-17-1 0 0,-86 29-269 0 0,-1-1 1 0 0,1 0-1 0 0,0 0 0 0 0,0 1 0 0 0,-1-1 0 0 0,1 0 0 0 0,-1-1 0 0 0,1 1 1 0 0,-1 0-1 0 0,1 0 0 0 0,-1-1 0 0 0,0 1 0 0 0,2-3 0 0 0,-4 4-8 0 0,-1-1 0 0 0,0 1 0 0 0,0 0 0 0 0,0 0-1 0 0,0 0 1 0 0,1 0 0 0 0,-1 0 0 0 0,0 0 0 0 0,0 0 0 0 0,-2 1 0 0 0,-12 2-468 0 0,1 1 1 0 0,0 0 0 0 0,-22 9-1 0 0,18-3-701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0:07.219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35 160 455 0 0,'-2'-1'243'0'0,"0"1"-1"0"0,0-1 0 0 0,-1 1 0 0 0,1-1 0 0 0,0 0 0 0 0,0 0 0 0 0,0 0 0 0 0,1 0 0 0 0,-1 0 1 0 0,-3-3-1 0 0,-4 1 5216 0 0,9 4-5356 0 0,-1-1-63 0 0,1 0-1 0 0,0 0 1 0 0,0 1-1 0 0,0-1 1 0 0,0 0-1 0 0,0 1 1 0 0,0-1-1 0 0,0 0 1 0 0,0 0-1 0 0,0 1 1 0 0,0-1-1 0 0,0 0 1 0 0,1 0-1 0 0,-1 1 1 0 0,0-1-1 0 0,0 0 1 0 0,0 0-1 0 0,0 1 1 0 0,0-1-1 0 0,0 0 1 0 0,1 0-1 0 0,-1 1 1 0 0,0-1-1 0 0,0 0 1 0 0,0 0-1 0 0,1 0 1 0 0,-1 1-1 0 0,0-1 1 0 0,0 0-1 0 0,1 0 1 0 0,-1 0-1 0 0,14 16 89 0 0,-13-15-92 0 0,0 0-1 0 0,1-1 1 0 0,-1 1-1 0 0,0-1 1 0 0,1 1-1 0 0,-1-1 1 0 0,0 1-1 0 0,1-1 1 0 0,-1 0-1 0 0,1 0 1 0 0,-1 0-1 0 0,1 1 1 0 0,-1-2-1 0 0,1 1 1 0 0,-1 0-1 0 0,3-1 1 0 0,9 1 403 0 0,-4 1-192 0 0,-1 0-1 0 0,0-1 0 0 0,1 0 1 0 0,11-2-1 0 0,-4 0 39 0 0,220-26 1277 0 0,42-2-377 0 0,-208 28-942 0 0,255-23 12 0 0,-7-8-200 0 0,-230 25 68 0 0,200-32-42 0 0,-283 39-78 0 0,-1 0 5 0 0,0 0-1 0 0,1 1 0 0 0,-1-1 0 0 0,0 1 0 0 0,0 0 0 0 0,0 0 1 0 0,1 0-1 0 0,-1 1 0 0 0,5 0 0 0 0,-9-1-6 0 0,0 0 0 0 0,0 1 0 0 0,0-1 0 0 0,0 0 0 0 0,0 0 0 0 0,1 0 0 0 0,-1 1 0 0 0,0-1 0 0 0,0 0-1 0 0,0 0 1 0 0,0 0 0 0 0,0 1 0 0 0,0-1 0 0 0,0 0 0 0 0,0 0 0 0 0,0 1 0 0 0,0-1 0 0 0,0 0 0 0 0,1 0 0 0 0,-2 0 0 0 0,1 1-1 0 0,0-1 1 0 0,0 0 0 0 0,0 0 0 0 0,0 1 0 0 0,0-1 0 0 0,0 0 0 0 0,0 0 0 0 0,0 1 0 0 0,0-1 0 0 0,0 0 0 0 0,-1 1 0 0 0,-4 9-126 0 0,2-4-1006 0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0:29.60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256 220 1927 0 0,'-11'-6'62'0'0,"8"4"-52"0"0,-1 0-1 0 0,0 1 1 0 0,0-1 0 0 0,0 1-1 0 0,1 0 1 0 0,-1 0 0 0 0,0 0-1 0 0,-1 0 1 0 0,1 0 0 0 0,-4 1-1 0 0,18-1-9 0 0,-2 0 0 0 0,1 0 0 0 0,-1 1 0 0 0,15 1 0 0 0,-16 0 76 0 0,-1 0 0 0 0,1 1-1 0 0,-1-1 1 0 0,1 1-1 0 0,-1 1 1 0 0,0-1-1 0 0,0 1 1 0 0,0 0-1 0 0,0 1 1 0 0,0-1 0 0 0,8 8-1 0 0,-13-10 171 0 0,0 0 0 0 0,1 0 0 0 0,-1 0 0 0 0,0 0 0 0 0,0 0 0 0 0,1 0 0 0 0,-1 0 0 0 0,1 0 0 0 0,-1-1-1 0 0,1 1 1 0 0,-1-1 0 0 0,1 1 0 0 0,-1-1 0 0 0,1 1 0 0 0,0-1 0 0 0,-1 0 0 0 0,1 0 0 0 0,0 0 0 0 0,2 0 0 0 0,-1-1 141 0 0,0 1 0 0 0,-1-1 1 0 0,1 0-1 0 0,0 0 0 0 0,-1 0 0 0 0,1 0 0 0 0,-1-1 1 0 0,1 1-1 0 0,-1-1 0 0 0,4-3 0 0 0,-1 1 72 0 0,-1 0-1 0 0,0 0 1 0 0,0 0-1 0 0,-1-1 1 0 0,1 0-1 0 0,-1 1 0 0 0,0-1 1 0 0,0 0-1 0 0,-1-1 1 0 0,4-9-1 0 0,-5 11-403 0 0,-1 0 0 0 0,0 0 0 0 0,0 0-1 0 0,0 0 1 0 0,0 0 0 0 0,-1 0 0 0 0,1 0 0 0 0,-1 0-1 0 0,0 0 1 0 0,0 0 0 0 0,-1 1 0 0 0,1-1-1 0 0,-1 0 1 0 0,0 1 0 0 0,0-1 0 0 0,0 1 0 0 0,-4-6-1 0 0,-2-1-33 0 0,0 1-1 0 0,-1-1 0 0 0,0 1 1 0 0,-13-9-1 0 0,16 13-21 0 0,0 0-1 0 0,-1 1 0 0 0,1 0 1 0 0,-1 1-1 0 0,0-1 0 0 0,0 1 1 0 0,-1 1-1 0 0,1-1 0 0 0,-1 1 1 0 0,1 1-1 0 0,-1-1 0 0 0,1 1 1 0 0,-1 1-1 0 0,0-1 0 0 0,1 1 1 0 0,-1 1-1 0 0,0-1 0 0 0,-9 3 1 0 0,7-1-15 0 0,-1 2 1 0 0,0-1 0 0 0,1 1-1 0 0,0 0 1 0 0,0 1 0 0 0,0 1-1 0 0,0-1 1 0 0,1 1 0 0 0,0 1-1 0 0,0 0 1 0 0,1 0 0 0 0,-9 9 0 0 0,3-1-27 0 0,1 0 0 0 0,-23 33 0 0 0,33-42 41 0 0,0-1-1 0 0,0 0 1 0 0,1 1 0 0 0,-1-1-1 0 0,1 1 1 0 0,0 0 0 0 0,1-1-1 0 0,-1 1 1 0 0,1 0 0 0 0,0 0-1 0 0,1 0 1 0 0,-1 0 0 0 0,1 0 0 0 0,1 9-1 0 0,0-12 2 0 0,0 0 0 0 0,0 0 0 0 0,0 0 0 0 0,0 0 0 0 0,1 0 0 0 0,-1 0 0 0 0,1 0 0 0 0,-1-1 0 0 0,1 1 0 0 0,0-1 0 0 0,0 1 0 0 0,0-1 0 0 0,1 0 0 0 0,-1 0 0 0 0,0 0 0 0 0,1 0 0 0 0,0 0 0 0 0,-1 0 0 0 0,1-1 0 0 0,0 1 0 0 0,0-1 0 0 0,0 0 0 0 0,0 0 0 0 0,0 0 0 0 0,0 0 0 0 0,3 0 0 0 0,5 1 0 0 0,0-1 0 0 0,-1 0 0 0 0,1 0 0 0 0,0-1 0 0 0,-1-1 0 0 0,16-2 0 0 0,-5-1 71 0 0,1-1 0 0 0,-1-1 0 0 0,0-1 0 0 0,-1-1 0 0 0,0 0 0 0 0,0-2-1 0 0,33-22 1 0 0,-15 5 561 0 0,-2-1 0 0 0,56-56 0 0 0,-82 77-144 0 0,-9 7-479 0 0,-1 0 0 0 0,0 0-1 0 0,0 0 1 0 0,0 0-1 0 0,0 0 1 0 0,1 0-1 0 0,-1 1 1 0 0,0-1-1 0 0,0 0 1 0 0,0 0-1 0 0,0 0 1 0 0,1 0-1 0 0,-1 0 1 0 0,0 0-1 0 0,0 1 1 0 0,0-1-1 0 0,0 0 1 0 0,0 0 0 0 0,0 0-1 0 0,0 0 1 0 0,0 1-1 0 0,1-1 1 0 0,-1 0-1 0 0,0 0 1 0 0,0 0-1 0 0,0 1 1 0 0,0-1-1 0 0,0 0 1 0 0,0 0-1 0 0,0 0 1 0 0,0 0-1 0 0,0 1 1 0 0,0-1-1 0 0,0 0 1 0 0,0 0-1 0 0,-6 29 310 0 0,3-16-158 0 0,2-6-83 0 0,0 1 1 0 0,1 0-1 0 0,0 0 0 0 0,0-1 1 0 0,1 1-1 0 0,0 0 0 0 0,4 13 0 0 0,-4-18-61 0 0,0 1 1 0 0,0 0-1 0 0,1-1 0 0 0,0 0 0 0 0,0 1 0 0 0,0-1 0 0 0,0 0 0 0 0,0 0 0 0 0,1 0 0 0 0,0 0 0 0 0,-1 0 1 0 0,1-1-1 0 0,0 1 0 0 0,0-1 0 0 0,0 0 0 0 0,1 0 0 0 0,5 3 0 0 0,2-1 25 0 0,-1-1-1 0 0,0 0 0 0 0,1 0 1 0 0,0-1-1 0 0,0-1 1 0 0,-1 0-1 0 0,1 0 0 0 0,0-1 1 0 0,0-1-1 0 0,0 0 1 0 0,19-3-1 0 0,9-5 101 0 0,67-25-1 0 0,-102 33-139 0 0,17-7 18 0 0,67-25 57 0 0,-73 26-70 0 0,0 0-1 0 0,-1-1 1 0 0,23-16-1 0 0,-36 23-18 0 0,0 1 0 0 0,0-1 0 0 0,0 0 0 0 0,0 0 0 0 0,0 1 0 0 0,0-1 0 0 0,0 0 0 0 0,0 0 0 0 0,-1 0-1 0 0,1 0 1 0 0,0 0 0 0 0,-1-1 0 0 0,1 1 0 0 0,0 0 0 0 0,-1 0 0 0 0,1 0 0 0 0,-1 0 0 0 0,0-1 0 0 0,1-1 0 0 0,-5-7-270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0:32.424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67 140 2759 0 0,'-10'-2'165'0'0,"-24"-4"917"0"0,33 5-889 0 0,0 1 1 0 0,-1 0 0 0 0,1-1 0 0 0,0 1-1 0 0,-1-1 1 0 0,1 0 0 0 0,0 1 0 0 0,0-1-1 0 0,0 0 1 0 0,-1 0 0 0 0,1 0 0 0 0,0 0-1 0 0,0 0 1 0 0,0 0 0 0 0,0 0 0 0 0,1 0-1 0 0,-1 0 1 0 0,0 0 0 0 0,-1-2 0 0 0,3 3-60 0 0,-1-1 1 0 0,0 1-1 0 0,0-1 1 0 0,0 1 0 0 0,0 0-1 0 0,0-1 1 0 0,1 1-1 0 0,-1-1 1 0 0,0 1-1 0 0,0-1 1 0 0,1 1 0 0 0,-1 0-1 0 0,0-1 1 0 0,1 1-1 0 0,-1 0 1 0 0,0-1-1 0 0,1 1 1 0 0,-1 0 0 0 0,0-1-1 0 0,1 1 1 0 0,-1 0-1 0 0,1 0 1 0 0,-1 0-1 0 0,1-1 1 0 0,-1 1 0 0 0,1 0-1 0 0,-1 0 1 0 0,0 0-1 0 0,1 0 1 0 0,-1 0-1 0 0,1 0 1 0 0,0 0 0 0 0,19-4 1410 0 0,-18 3-1322 0 0,80-13 1833 0 0,142-19-743 0 0,-59 17-1206 0 0,131-14-74 0 0,-278 28-75 0 0,-11 0-78 0 0,1 1 1 0 0,-1 0 0 0 0,1 1-1 0 0,0 0 1 0 0,12 1 0 0 0,-19-1 19 0 0,-1 0 0 0 0,1 0 0 0 0,-1 0 1 0 0,0 0-1 0 0,1 0 0 0 0,-1 0 1 0 0,1 1-1 0 0,-1-1 0 0 0,0 0 1 0 0,1 0-1 0 0,-1 0 0 0 0,1 1 1 0 0,-1-1-1 0 0,0 0 0 0 0,1 0 0 0 0,-1 1 1 0 0,0-1-1 0 0,1 0 0 0 0,-1 1 1 0 0,0-1-1 0 0,1 1 0 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0:32.76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120 7 2303 0 0,'-2'0'-52'0'0,"-14"2"628"0"0,1 1 0 0 0,0 0 0 0 0,1 1 0 0 0,-1 1 0 0 0,-14 7 0 0 0,18-5 1130 0 0,10-7-1610 0 0,1 0-1 0 0,0 0 1 0 0,0 1 0 0 0,0-1 0 0 0,0 0 0 0 0,0 0 0 0 0,0 0-1 0 0,-1 0 1 0 0,1 1 0 0 0,0-1 0 0 0,0 0 0 0 0,0 0-1 0 0,0 0 1 0 0,0 1 0 0 0,0-1 0 0 0,0 0 0 0 0,0 0 0 0 0,0 0-1 0 0,0 1 1 0 0,0-1 0 0 0,0 0 0 0 0,0 0 0 0 0,0 0 0 0 0,0 1-1 0 0,0-1 1 0 0,0 0 0 0 0,0 0 0 0 0,0 0 0 0 0,0 0 0 0 0,1 1-1 0 0,0 0 179 0 0,0-1 0 0 0,0 1-1 0 0,0 0 1 0 0,0 0-1 0 0,1-1 1 0 0,-1 1 0 0 0,0-1-1 0 0,0 1 1 0 0,1-1-1 0 0,-1 0 1 0 0,0 0 0 0 0,1 1-1 0 0,2-1 1 0 0,13 0 448 0 0,1 0 0 0 0,0 0 0 0 0,0-2-1 0 0,0-1 1 0 0,22-5 0 0 0,17-2-130 0 0,14-1-416 0 0,108-11 358 0 0,-155 23-696 0 0,-23-1 159 0 0,-1 0-1 0 0,0 0 1 0 0,0 0 0 0 0,0 0 0 0 0,0 0-1 0 0,0 0 1 0 0,1 0 0 0 0,-1 0 0 0 0,0 0-1 0 0,0 0 1 0 0,0 0 0 0 0,0 0 0 0 0,0 0-1 0 0,1 0 1 0 0,-1 0 0 0 0,0 1 0 0 0,0-1-1 0 0,0 0 1 0 0,0 0 0 0 0,0 0 0 0 0,0 0-1 0 0,0 0 1 0 0,1 0 0 0 0,-1 0 0 0 0,0 0-1 0 0,0 0 1 0 0,0 1 0 0 0,0-1 0 0 0,0 0-1 0 0,0 0 1 0 0,0 0 0 0 0,0 0-1 0 0,0 0 1 0 0,0 0 0 0 0,0 1 0 0 0,0-1-1 0 0,0 0 1 0 0,0 0 0 0 0,0 0 0 0 0,-11 6-95 0 0,-70 25-4010 0 0,61-23-1586 0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0:34.29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63 0 2111 0 0,'-2'4'0'0'0,"1"-1"0"0"0,-1 0 0 0 0,2 1 0 0 0,-2-1 0 0 0,1 1 0 0 0,-3 4 0 0 0,-3 6 0 0 0,-1 3 0 0 0,-2 3 0 0 0,-4 0 0 0 0,2 1 0 0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0:34.546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86 9671 0 0,'11'-9'225'0'0,"-5"4"-192"0"0,0 0-1 0 0,0 1 0 0 0,0-1 0 0 0,1 1 0 0 0,-1 0 0 0 0,1 1 1 0 0,0 0-1 0 0,0 0 0 0 0,8-2 0 0 0,39-9-1554 0 0,-36 9 946 0 0,0 0-1 0 0,-1 1 1 0 0,2 1-1 0 0,23-1 1 0 0,-40 4 500 0 0,-1 0 1 0 0,0 0-1 0 0,1 0 1 0 0,-1 0-1 0 0,0 0 0 0 0,1 0 1 0 0,-1 1-1 0 0,0-1 1 0 0,1 1-1 0 0,-1-1 0 0 0,0 1 1 0 0,0-1-1 0 0,0 1 1 0 0,1-1-1 0 0,-1 1 0 0 0,0 0 1 0 0,1 1-1 0 0,-1-1 20 0 0,-1-1-1 0 0,0 1 1 0 0,1 0-1 0 0,-1 0 1 0 0,0 0-1 0 0,1 0 1 0 0,-1-1-1 0 0,0 1 1 0 0,0 0-1 0 0,0 0 1 0 0,0 0-1 0 0,0 0 1 0 0,0 0-1 0 0,0 0 1 0 0,0 0-1 0 0,0-1 1 0 0,0 1-1 0 0,0 0 1 0 0,-1 0-1 0 0,1 0 1 0 0,0 0-1 0 0,-1 0 1 0 0,1-1-1 0 0,0 1 1 0 0,-1 0-1 0 0,1 0 1 0 0,-2 0-1 0 0,-3 7-77 0 0,-1-1-1 0 0,-1 0 0 0 0,1-1 1 0 0,-1 1-1 0 0,0-1 1 0 0,0-1-1 0 0,-11 7 0 0 0,17-11 132 0 0,-19 13 3 0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9:57.51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53 65 1375 0 0,'-3'0'291'0'0,"0"-1"0"0"0,0 1 0 0 0,0-1 0 0 0,0 0 0 0 0,1 0 0 0 0,-1 0 0 0 0,0 0 0 0 0,0-1-1 0 0,-3-1 1 0 0,5 2-51 0 0,-1 0-1 0 0,1 0 0 0 0,0 0 1 0 0,-1 0-1 0 0,1 0 0 0 0,0 0 1 0 0,0 0-1 0 0,0 0 0 0 0,0-1 1 0 0,0 1-1 0 0,0 0 1 0 0,0-1-1 0 0,0 1 0 0 0,0 0 1 0 0,1-1-1 0 0,-1 1 0 0 0,0-1 1 0 0,1 1-1 0 0,-1-4 0 0 0,1 5-152 0 0,0-1 0 0 0,0 1-1 0 0,0 0 1 0 0,1-1 0 0 0,-1 1-1 0 0,0-1 1 0 0,0 1-1 0 0,0 0 1 0 0,1-1 0 0 0,-1 1-1 0 0,0 0 1 0 0,1-1 0 0 0,-1 1-1 0 0,0 0 1 0 0,0-1-1 0 0,1 1 1 0 0,-1 0 0 0 0,1 0-1 0 0,-1-1 1 0 0,0 1 0 0 0,1 0-1 0 0,-1 0 1 0 0,1 0 0 0 0,-1 0-1 0 0,0 0 1 0 0,1-1-1 0 0,-1 1 1 0 0,1 0 0 0 0,-1 0-1 0 0,0 0 1 0 0,1 0 0 0 0,0 0-1 0 0,19 1 515 0 0,-14-1-533 0 0,162-10 461 0 0,-114 5-316 0 0,0 2 0 0 0,95 6 0 0 0,-92 7-701 0 0,105 32 0 0 0,-159-41 414 0 0,20 6-4484 0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9:57.926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15 177 1839 0 0,'-6'-10'1203'0'0,"5"8"-781"0"0,0 1-1 0 0,0-1 1 0 0,0 1 0 0 0,1-1-1 0 0,-1 1 1 0 0,0-1-1 0 0,1 1 1 0 0,-1-1-1 0 0,1 1 1 0 0,-1-3 0 0 0,1 4-322 0 0,0-1 0 0 0,0 1 1 0 0,0 0-1 0 0,0-1 0 0 0,0 1 1 0 0,0 0-1 0 0,1-1 0 0 0,-1 1 1 0 0,0 0-1 0 0,0-1 0 0 0,0 1 1 0 0,0 0-1 0 0,1 0 0 0 0,-1-1 1 0 0,0 1-1 0 0,0 0 0 0 0,1 0 0 0 0,-1-1 1 0 0,0 1-1 0 0,0 0 0 0 0,1-1 1 0 0,13-2 1210 0 0,75-7 306 0 0,-2-4 1 0 0,150-42-1 0 0,-45 0-1180 0 0,-192 56-453 0 0,1 0-7 0 0,-1-1-1 0 0,0 1 1 0 0,1 0 0 0 0,-1 0 0 0 0,1 0-1 0 0,-1 0 1 0 0,0 0 0 0 0,1 0 0 0 0,-1 0-1 0 0,1 0 1 0 0,-1 0 0 0 0,1 0-1 0 0,-1 0 1 0 0,0 0 0 0 0,1 0 0 0 0,-1 0-1 0 0,1 0 1 0 0,-1 0 0 0 0,0 0-1 0 0,1 0 1 0 0,-1 1 0 0 0,1-1 0 0 0,-1 0-1 0 0,0 0 1 0 0,1 0 0 0 0,-1 1-1 0 0,0-1 1 0 0,1 0 0 0 0,-1 1 0 0 0,2 2-679 0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0:10.974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1744 1082 1815 0 0,'-14'1'0'0'0,"0"-2"0"0"0,1 1 0 0 0,-1-1 0 0 0,0-1 0 0 0,0-1 0 0 0,-15-4 0 0 0,26 6 0 0 0,-31-7 58 0 0,-148-31 1007 0 0,169 37-546 0 0,5 1 92 0 0,0-1 0 0 0,0 1 0 0 0,-1 1 0 0 0,-8 0 0 0 0,16 0-508 0 0,-1 0 0 0 0,0 0 1 0 0,1 0-1 0 0,-1 1 0 0 0,0-1 0 0 0,1 0 0 0 0,-1 1 0 0 0,1 0 0 0 0,-1-1 0 0 0,0 1 0 0 0,1 0 0 0 0,0 0 0 0 0,-1 0 1 0 0,1 0-1 0 0,-1 0 0 0 0,1 0 0 0 0,0 0 0 0 0,0 0 0 0 0,0 1 0 0 0,0-1 0 0 0,0 0 0 0 0,0 1 0 0 0,0-1 1 0 0,0 1-1 0 0,-1 1 0 0 0,2-1-87 0 0,-1 0 1 0 0,1-1 0 0 0,0 1-1 0 0,0 0 1 0 0,0-1 0 0 0,0 1 0 0 0,0 0-1 0 0,0-1 1 0 0,0 1 0 0 0,1 0-1 0 0,-1-1 1 0 0,1 1 0 0 0,-1-1-1 0 0,1 1 1 0 0,-1 0 0 0 0,1-1-1 0 0,0 1 1 0 0,0-1 0 0 0,0 0-1 0 0,0 1 1 0 0,0-1 0 0 0,0 0 0 0 0,0 0-1 0 0,0 1 1 0 0,1-1 0 0 0,-1 0-1 0 0,0 0 1 0 0,1 0 0 0 0,2 1-1 0 0,1 1 80 0 0,1 1-1 0 0,0-1 1 0 0,-1-1-1 0 0,1 1 1 0 0,0-1-1 0 0,11 3 1 0 0,29 1 983 0 0,1-2 0 0 0,88-2 0 0 0,-71-3-795 0 0,46-4 106 0 0,-21 0-129 0 0,231-14 588 0 0,20-1-225 0 0,18 5-307 0 0,-81 1-260 0 0,-129 9 60 0 0,330-5 368 0 0,104 6-176 0 0,-344-1-338 0 0,-74 2 43 0 0,198 1 51 0 0,824 20 56 0 0,-201 16-121 0 0,-393-6 0 0 0,1-35 0 0 0,-328-11 64 0 0,-174 11-12 0 0,-1-4 0 0 0,-1-3 0 0 0,171-52 0 0 0,-246 61-40 0 0,0-1 0 0 0,0 0 0 0 0,-1-1 0 0 0,0 0 0 0 0,0-1 0 0 0,0 0 0 0 0,-1-1 0 0 0,-1-1 0 0 0,0 0 0 0 0,0 0 0 0 0,17-22 0 0 0,-25 28-8 0 0,0 0 1 0 0,-1-1-1 0 0,1 1 0 0 0,-1-1 1 0 0,0 0-1 0 0,0 0 0 0 0,0 0 0 0 0,-1 0 1 0 0,0 0-1 0 0,0 0 0 0 0,0 0 0 0 0,-1 0 1 0 0,1 0-1 0 0,-2-7 0 0 0,0 5 3 0 0,0 0-1 0 0,0 0 0 0 0,-1 0 1 0 0,0 0-1 0 0,-1 0 1 0 0,0 0-1 0 0,0 1 0 0 0,0 0 1 0 0,-7-11-1 0 0,-8-8-15 0 0,0 0 0 0 0,-2 1 1 0 0,0 1-1 0 0,-2 0 0 0 0,0 2 0 0 0,-2 1 0 0 0,0 1 0 0 0,-46-28 0 0 0,54 38 9 0 0,-236-130 0 0 0,-12 22 0 0 0,223 102 0 0 0,-193-66 0 0 0,175 64 0 0 0,0 3 0 0 0,-64-7 0 0 0,-160-6 0 0 0,133 14 0 0 0,-328 2-155 0 0,263 11 158 0 0,-212 8-281 0 0,120 0 108 0 0,-103 19 120 0 0,199-10 16 0 0,-128 19-34 0 0,24-2 12 0 0,8-6 6 0 0,88-7-30 0 0,-44-7 7 0 0,0 1 68 0 0,-90-2 5 0 0,28-3 0 0 0,185-5 6 0 0,-140-14 0 0 0,92 1 55 0 0,-256-27-62 0 0,316 18 33 0 0,-152 0 0 0 0,-73-8-34 0 0,272 17-6 0 0,-308-3-41 0 0,293 11 44 0 0,41 1-5 0 0,-1 3 0 0 0,1 2-1 0 0,0 2 1 0 0,0 2 0 0 0,1 3 0 0 0,-74 29-1 0 0,79-23-2 0 0,1 3 1 0 0,1 2-1 0 0,1 3 0 0 0,-78 57 0 0 0,107-71 13 0 0,2 1 0 0 0,0 0 0 0 0,0 0 0 0 0,2 2 0 0 0,-17 23 0 0 0,23-29 0 0 0,1 0 0 0 0,0 1 0 0 0,1-1 0 0 0,0 1 0 0 0,1 1 0 0 0,0-1 0 0 0,1 1 0 0 0,0-1 0 0 0,1 1 0 0 0,-1 21 0 0 0,3-20 0 0 0,0 0-1 0 0,1 0 1 0 0,1 0-1 0 0,0 0 0 0 0,1-1 1 0 0,0 1-1 0 0,1 0 1 0 0,0-1-1 0 0,8 15 1 0 0,5 3 23 0 0,0 0 0 0 0,28 34 0 0 0,9 23 49 0 0,-17-29 513 0 0,-23-38-162 0 0,-11-14 6 0 0,-2-7-146 0 0,-9-2 147 0 0,5 1-851 0 0,-15-5 1081 0 0,3 6-6189 0 0,6 3-427 0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0:11.68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6 1 1647 0 0,'-6'1'-120'0'0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0:12.294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233 39 3223 0 0,'-64'-2'-1385'0'0,"40"2"1774"0"0,-32-5 0 0 0,45 3 182 0 0,0 0 0 0 0,0-1 1 0 0,0 0-1 0 0,0 0 0 0 0,-11-6 0 0 0,11-1 4728 0 0,20 12-4540 0 0,50 12 46 0 0,115 12 0 0 0,489-7 880 0 0,-350-17-1276 0 0,253-8-400 0 0,-476 3-8 0 0,-11 2 351 0 0,147-23 0 0 0,-199 19-298 0 0,-23 3-44 0 0,-6 1-7 0 0,-5 0-6 0 0,-37 7-1887 0 0,31-5-3420 0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0:13.07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332 215 631 0 0,'-2'-1'927'0'0,"5"-2"83"0"0,8-1 2413 0 0,-6 2-2637 0 0,17-5 1026 0 0,1-2 1 0 0,-1-1-1 0 0,0 0 1 0 0,39-27-1 0 0,-60 37-1797 0 0,-1-1-1 0 0,0 1 0 0 0,1 0 0 0 0,-1-1 1 0 0,1 1-1 0 0,-1 0 0 0 0,0-1 1 0 0,1 1-1 0 0,-1-1 0 0 0,0 1 0 0 0,0-1 1 0 0,1 1-1 0 0,-1-1 0 0 0,0 1 1 0 0,0-1-1 0 0,0 1 0 0 0,1-1 0 0 0,-1 1 1 0 0,0-1-1 0 0,0 1 0 0 0,0-1 1 0 0,0 1-1 0 0,0-1 0 0 0,0 1 0 0 0,0-1 1 0 0,-1 0-1 0 0,1-1-7 0 0,-1 1 0 0 0,1-1 0 0 0,-1 1 0 0 0,0 0 0 0 0,1-1 0 0 0,-1 1 0 0 0,0 0 0 0 0,0 0 1 0 0,-2-2-1 0 0,-2-2-20 0 0,-1 0 1 0 0,-12-8 0 0 0,18 13 16 0 0,-6-4-3 0 0,-1 0-1 0 0,0 1 1 0 0,0 0-1 0 0,0 0 1 0 0,0 0-1 0 0,-1 1 1 0 0,-14-2-1 0 0,-2 1-27 0 0,-29 1 0 0 0,19 1-75 0 0,7 1-38 0 0,0 1-1 0 0,-44 9 0 0 0,-6 0 19 0 0,64-9 122 0 0,0-1 0 0 0,0 0 0 0 0,-22-4 0 0 0,27 4 32 0 0,26 4 0 0 0,25-1 81 0 0,0-2-1 0 0,70-6 0 0 0,-38 0 71 0 0,510 2 1322 0 0,-142 3-1330 0 0,0-14-115 0 0,-383 11-8 0 0,1-3 0 0 0,115-27 0 0 0,-169 30-105 0 0,-7 2-47 0 0,-10 0-1593 0 0,-2 1-4149 0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0:13.544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124 3 1983 0 0,'-28'-1'-128'0'0,"19"0"774"0"0,0 1 0 0 0,-1 0 0 0 0,1 0 0 0 0,0 1 0 0 0,-1 0 0 0 0,1 0 0 0 0,-15 5 0 0 0,24-6-602 0 0,-1 0 0 0 0,1 0 0 0 0,0 1-1 0 0,0-1 1 0 0,-1 0 0 0 0,1 0-1 0 0,0 0 1 0 0,-1 0 0 0 0,1 0 0 0 0,0 0-1 0 0,0 1 1 0 0,-1-1 0 0 0,1 0-1 0 0,0 0 1 0 0,0 0 0 0 0,0 0-1 0 0,-1 1 1 0 0,1-1 0 0 0,0 0 0 0 0,0 0-1 0 0,0 1 1 0 0,0-1 0 0 0,-1 0-1 0 0,1 0 1 0 0,0 1 0 0 0,0-1 0 0 0,0 0-1 0 0,0 0 1 0 0,0 1 0 0 0,0-1-1 0 0,0 0 1 0 0,0 1 0 0 0,0-1 0 0 0,0 0-1 0 0,0 0 1 0 0,0 1 0 0 0,0-1-1 0 0,10 9 787 0 0,17 1-153 0 0,23-2 243 0 0,1-3 0 0 0,81-1-1 0 0,-68-4-486 0 0,263-4 1042 0 0,-17 0-70 0 0,-50 4-370 0 0,118 3 145 0 0,-330-2-949 0 0,51-5 1 0 0,-84-1-168 0 0,-14 5-60 0 0,-1 0 0 0 0,1 0 0 0 0,-1 0 0 0 0,0 0 0 0 0,1-1 0 0 0,-1 1 0 0 0,1 0 0 0 0,-1 0 0 0 0,0 0 0 0 0,1-1 0 0 0,-1 1 0 0 0,0 0 0 0 0,1-1 0 0 0,-1 1 0 0 0,0 0 0 0 0,1 0 0 0 0,-1-1 0 0 0,0 1 0 0 0,0-1 0 0 0,1 1 0 0 0,-1 0 0 0 0,0-1 0 0 0,0 1 0 0 0,0-1 0 0 0,0 1 0 0 0,1 0 0 0 0,-1-1 0 0 0,0 1 0 0 0,0-1 0 0 0,0 1 0 0 0,0-1 0 0 0,-1 0-4 0 0,1 1 1 0 0,0 0-1 0 0,-1-1 1 0 0,1 1 0 0 0,-1 0-1 0 0,1-1 1 0 0,0 1 0 0 0,-1 0-1 0 0,1-1 1 0 0,-1 1 0 0 0,1 0-1 0 0,-1 0 1 0 0,1 0-1 0 0,-1 0 1 0 0,1-1 0 0 0,-1 1-1 0 0,1 0 1 0 0,-1 0 0 0 0,1 0-1 0 0,-1 0 1 0 0,1 0 0 0 0,-1 0-1 0 0,-1 0 1 0 0,-15 2-252 0 0,14-1 60 0 0,-32 4-1916 0 0,13-2-3925 0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9:54.514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1 1639 0 0,'27'6'0'0'0,"-7"-2"0"0"0,-11-3 0 0 0,-2-1 0 0 0,1 0 0 0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9:54.78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1 165 1639 0 0,'449'-44'0'0'0,"-293"18"0"0"0,-134 21 0 0 0,0-1 0 0 0,-1-1 0 0 0,-1-1 0 0 0,1 0 0 0 0,21-14 0 0 0,-41 21 0 0 0,1 0 0 0 0,0 0 0 0 0,0 0 0 0 0,0 0 0 0 0,-1-1 0 0 0,1 1 0 0 0,-1 0 0 0 0,3-4 0 0 0,-4 5 0 0 0,0 0 0 0 0,0 0 0 0 0,0-1 0 0 0,0 1 0 0 0,0 0 0 0 0,0 0 0 0 0,0 0 0 0 0,0 0 0 0 0,0-1 0 0 0,0 1 0 0 0,0 0 0 0 0,0 0 0 0 0,0 0 0 0 0,0 0 0 0 0,0-1 0 0 0,0 1 0 0 0,0 0 0 0 0,0 0 0 0 0,0 0 0 0 0,0 0 0 0 0,0-1 0 0 0,0 1 0 0 0,-1 0 0 0 0,1 0 0 0 0,0 0 0 0 0,0 0 0 0 0,0 0 0 0 0,0-1 0 0 0,0 1 0 0 0,0 0 0 0 0,-1 0 0 0 0,1 0 0 0 0,0 0 0 0 0,0 0 0 0 0,0 0 0 0 0,0 0 0 0 0,-1 0 0 0 0,1 0 0 0 0,0 0 0 0 0,0 0 0 0 0,-20-3 0 0 0,-3 1 0 0 0,-39-9 0 0 0,46 7 0 0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9:55.733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11 301 1375 0 0,'-9'-5'1460'0'0,"9"5"-1376"0"0,0 0-1 0 0,0 0 1 0 0,-1 0 0 0 0,1 0-1 0 0,0-1 1 0 0,0 1-1 0 0,0 0 1 0 0,0 0-1 0 0,0 0 1 0 0,0-1-1 0 0,0 1 1 0 0,0 0 0 0 0,0 0-1 0 0,0 0 1 0 0,0-1-1 0 0,0 1 1 0 0,0 0-1 0 0,0 0 1 0 0,0 0 0 0 0,0 0-1 0 0,0-1 1 0 0,0 1-1 0 0,0 0 1 0 0,0 0-1 0 0,0 0 1 0 0,0-1 0 0 0,0 1-1 0 0,0 0 1 0 0,0 0-1 0 0,0 0 1 0 0,0 0-1 0 0,1-1 1 0 0,-1 1 0 0 0,0 0-1 0 0,0 0 1 0 0,0 0-1 0 0,0 0 1 0 0,0 0-1 0 0,1-1 1 0 0,-1 1-1 0 0,0 0 1 0 0,0 0 0 0 0,0 0-1 0 0,0 0 1 0 0,1 0-1 0 0,-1 0 1 0 0,0 0-1 0 0,0 0 1 0 0,0 0 0 0 0,1 0-1 0 0,-1 0 1 0 0,0 0-1 0 0,0 0 1 0 0,1 0-1 0 0,6-3 312 0 0,1 1 0 0 0,0 0-1 0 0,0 1 1 0 0,0 0 0 0 0,11-1-1 0 0,135 5 1918 0 0,154-6-705 0 0,-171-6-1120 0 0,222-12 470 0 0,150-5 159 0 0,-402 19-1068 0 0,128-10 115 0 0,-1-19-69 0 0,147-36 134 0 0,-187 24 723 0 0,-91 19-390 0 0,-77 19-236 0 0,-23 8-411 0 0,-17 4-1130 0 0,-7 3-4995 0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0:25.54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171 1466 1839 0 0,'0'-1'140'0'0,"-1"1"0"0"0,0-1 0 0 0,1 1-1 0 0,-1-1 1 0 0,1 0 0 0 0,0 1 0 0 0,-1-1-1 0 0,1 0 1 0 0,-1 0 0 0 0,1 1-1 0 0,0-1 1 0 0,0 0 0 0 0,-1 0 0 0 0,1 0-1 0 0,0 1 1 0 0,0-1 0 0 0,0-1-1 0 0,-2-16 1940 0 0,2 15-1801 0 0,0 1 0 0 0,0-1 0 0 0,0 1 0 0 0,1-1 1 0 0,-1 1-1 0 0,1-1 0 0 0,0 1 0 0 0,0 0 0 0 0,-1-1 1 0 0,2 1-1 0 0,-1 0 0 0 0,0 0 0 0 0,0 0 0 0 0,1 0 0 0 0,-1 0 1 0 0,1 0-1 0 0,0 0 0 0 0,-1 0 0 0 0,4-2 0 0 0,-3 3-210 0 0,-1 0 0 0 0,1 0-1 0 0,-1 0 1 0 0,1 1-1 0 0,0-1 1 0 0,-1 0 0 0 0,1 1-1 0 0,0-1 1 0 0,0 1 0 0 0,-1 0-1 0 0,1-1 1 0 0,0 1-1 0 0,0 0 1 0 0,0 0 0 0 0,-1 0-1 0 0,1 0 1 0 0,0 1 0 0 0,0-1-1 0 0,0 0 1 0 0,-1 1 0 0 0,1 0-1 0 0,0-1 1 0 0,-1 1-1 0 0,1 0 1 0 0,0 0 0 0 0,-1-1-1 0 0,2 3 1 0 0,13 8-44 0 0,-1 2 1 0 0,0 0-1 0 0,16 20 0 0 0,-18-18 0 0 0,1-2 1 0 0,0 0-1 0 0,27 20 1 0 0,-16-18 98 0 0,1-1 1 0 0,1-1 0 0 0,0-1 0 0 0,0-2 0 0 0,38 9 0 0 0,146 21 808 0 0,-43-11-189 0 0,-131-21-678 0 0,0-2 1 0 0,0-2-1 0 0,1-1 0 0 0,-1-2 0 0 0,1-2 0 0 0,54-7 0 0 0,-27-2-33 0 0,93-27 0 0 0,-71 12-36 0 0,90-30 72 0 0,-132 37-68 0 0,-1-2 0 0 0,-1-2 0 0 0,72-49 0 0 0,-57 32 0 0 0,-38 28 0 0 0,-1-2 0 0 0,-1 0 0 0 0,21-20 0 0 0,-28 21 0 0 0,0-1 0 0 0,0 0 0 0 0,-1-1 0 0 0,0 0 0 0 0,-2 0 0 0 0,0-1 0 0 0,0 0 0 0 0,-1 0 0 0 0,5-20 0 0 0,-5 9 0 0 0,-1 0 0 0 0,-1 0 0 0 0,-2 0 0 0 0,0-1 0 0 0,-2-27 0 0 0,0-36 6 0 0,-2-98-86 0 0,0 164 24 0 0,-1 1 0 0 0,-2-1 0 0 0,0 1 1 0 0,-1 0-1 0 0,-2 0 0 0 0,0 0 0 0 0,-1 1 1 0 0,-1 0-1 0 0,-2 1 0 0 0,0 0 1 0 0,-1 0-1 0 0,-1 2 0 0 0,0-1 0 0 0,-21-21 1 0 0,9 16-60 0 0,-1 2 1 0 0,-1 1 0 0 0,-42-27 0 0 0,-94-47-144 0 0,155 91 251 0 0,-36-17-70 0 0,0 2-1 0 0,-1 2 1 0 0,0 1-1 0 0,-2 3 0 0 0,-69-13 1 0 0,63 19 9 0 0,-1 2 1 0 0,1 3 0 0 0,-1 1-1 0 0,-93 11 1 0 0,114-4 50 0 0,1 2 0 0 0,0 1 0 0 0,0 1 0 0 0,1 2 0 0 0,-31 15 0 0 0,-143 84-88 0 0,179-95 106 0 0,-61 39 7 0 0,-98 81-1 0 0,157-113-6 0 0,1 1 1 0 0,1 1-1 0 0,2 1 1 0 0,0 1-1 0 0,1 1 1 0 0,2 1-1 0 0,1 1 1 0 0,-16 33-1 0 0,-109 236-18 0 0,139-285 10 0 0,0 1 1 0 0,2-1-1 0 0,-1 1 1 0 0,2 0-1 0 0,-1 0 0 0 0,2 1 1 0 0,0-1-1 0 0,1 0 1 0 0,0 1-1 0 0,2-1 0 0 0,-1 1 1 0 0,2-1-1 0 0,0 0 1 0 0,0 1-1 0 0,1-1 0 0 0,1 0 1 0 0,1 0-1 0 0,0-1 0 0 0,0 0 1 0 0,12 19-1 0 0,20 26 8 0 0,78 90-1 0 0,-59-80 10 0 0,-49-59 102 0 0,0-1 0 0 0,0 0 0 0 0,1-1-1 0 0,0 1 1 0 0,0-1 0 0 0,1-1 0 0 0,0 0 0 0 0,0 0 0 0 0,0-1 0 0 0,0 0-1 0 0,1 0 1 0 0,0-1 0 0 0,0 0 0 0 0,1-1 0 0 0,-1 0 0 0 0,1-1 0 0 0,-1 0 0 0 0,1-1-1 0 0,20 1 1 0 0,-27-2-21 0 0,0 0 0 0 0,-1 0 0 0 0,1 1 0 0 0,0 0 0 0 0,-1 0 0 0 0,5 1 0 0 0,-6-1-10 0 0,1 0 0 0 0,0 0 0 0 0,0-1 0 0 0,0 1 0 0 0,0-1 1 0 0,-1 1-1 0 0,1-1 0 0 0,0 0 0 0 0,4-1 0 0 0,-7 1-67 0 0,1 0 0 0 0,-1 0-1 0 0,1 0 1 0 0,-1 0 0 0 0,0 0-1 0 0,1-1 1 0 0,-1 1 0 0 0,1 0-1 0 0,-1 0 1 0 0,1-1-1 0 0,-1 1 1 0 0,0 0 0 0 0,1 0-1 0 0,-1-1 1 0 0,0 1 0 0 0,1 0-1 0 0,-1-1 1 0 0,0 1 0 0 0,1-1-1 0 0,-1 1 1 0 0,0 0 0 0 0,0-1-1 0 0,1 1 1 0 0,-1-1 0 0 0,0 1-1 0 0,0-1 1 0 0,0 1 0 0 0,0-1-1 0 0,0 1 1 0 0,0-1 0 0 0,0 1-1 0 0,1-1 1 0 0,-1 1 0 0 0,-1-1-1 0 0,1 1 1 0 0,0-1 0 0 0,0 1-1 0 0,0 0 1 0 0,0-1 0 0 0,0 1-1 0 0,0-1 1 0 0,0 1 0 0 0,-1-1-1 0 0,1 1 1 0 0,0-1 0 0 0,0 1-1 0 0,-1 0 1 0 0,1-1 0 0 0,0 1-1 0 0,-1-1 1 0 0,1 1 0 0 0,-1-1-1 0 0,1 1 25 0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0:27.55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14 1 1951 0 0,'-5'5'-160'0'0,"1"-2"80"0"0,1-1 80 0 0,1-2 152 0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0:27.94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121 150 1663 0 0,'7'-22'152'0'0,"-5"7"-152"0"0,-6 6 0 0 0,-3 6 0 0 0,2 3 0 0 0,-5-9-72 0 0,-10-11 72 0 0,-14-12 64 0 0,-16-7-64 0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0:42.539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394 188 919 0 0,'1'-4'168'0'0,"-1"0"0"0"0,0 1 0 0 0,-1-1-1 0 0,1 1 1 0 0,0-1 0 0 0,-1 1 0 0 0,0-1-1 0 0,0 1 1 0 0,0-1 0 0 0,-3-4-1 0 0,1-3 152 0 0,-3-10 291 0 0,1 2 457 0 0,-7-20 0 0 0,10 35-883 0 0,0 0 0 0 0,0 0 0 0 0,0 0 0 0 0,0 0 0 0 0,0 1-1 0 0,-1-1 1 0 0,0 1 0 0 0,1-1 0 0 0,-2 1 0 0 0,-4-5 0 0 0,5 7-162 0 0,1 0-1 0 0,0-1 0 0 0,-1 1 1 0 0,0 0-1 0 0,1 1 1 0 0,-1-1-1 0 0,0 0 1 0 0,1 1-1 0 0,-1-1 1 0 0,0 1-1 0 0,1 0 1 0 0,-1 0-1 0 0,0 0 1 0 0,0 1-1 0 0,1-1 1 0 0,-6 2-1 0 0,-4 1-29 0 0,1 0-1 0 0,-16 8 0 0 0,23-10 19 0 0,-6 4 14 0 0,1 0-1 0 0,0 0 0 0 0,0 1 0 0 0,0 0 0 0 0,0 1 0 0 0,-10 10 1 0 0,-43 52 257 0 0,54-60-277 0 0,-3 4 3 0 0,0 1-1 0 0,1-1 0 0 0,1 1 1 0 0,-13 28-1 0 0,19-35 2 0 0,0 2 0 0 0,0-1 0 0 0,1 0-1 0 0,0 0 1 0 0,1 1 0 0 0,0-1 0 0 0,0 1 0 0 0,0-1-1 0 0,2 1 1 0 0,-1-1 0 0 0,2 13 0 0 0,2-1 42 0 0,1 0 1 0 0,1-1-1 0 0,15 36 0 0 0,34 50 140 0 0,-38-75-114 0 0,-1 0 0 0 0,-1 1 0 0 0,-2 1 0 0 0,12 39-1 0 0,-18-36-37 0 0,-1 1 0 0 0,-2-1-1 0 0,-1 1 1 0 0,-3 41-1 0 0,-19 143 249 0 0,2-58 144 0 0,11 39 20 0 0,7-164-317 0 0,2 0 1 0 0,1 1 0 0 0,13 47-1 0 0,-14-72-36 0 0,1 1 126 0 0,0 0 0 0 0,7 15 1 0 0,-10-25-149 0 0,1-1 0 0 0,0 1 0 0 0,0-1 0 0 0,0 0 0 0 0,0 1 0 0 0,1-1 0 0 0,-1 0 0 0 0,1-1 1 0 0,0 1-1 0 0,0 0 0 0 0,0-1 0 0 0,6 4 0 0 0,-7-5-3 0 0,0 0-1 0 0,0 0 1 0 0,1 0-1 0 0,-1-1 1 0 0,0 1 0 0 0,1-1-1 0 0,-1 0 1 0 0,0 0-1 0 0,1 0 1 0 0,-1 0 0 0 0,1 0-1 0 0,-1 0 1 0 0,0-1-1 0 0,1 1 1 0 0,-1-1 0 0 0,5-1-1 0 0,4-2 238 0 0,0-1-1 0 0,12-7 1 0 0,-8 4-164 0 0,50-27 157 0 0,20-10-559 0 0,-66 36-19 0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0:43.469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134 17 919 0 0,'-21'0'525'0'0,"7"0"203"0"0,0 0-1 0 0,0 0 1 0 0,0-1 0 0 0,0-1 0 0 0,-26-7 0 0 0,40 9-697 0 0,0 0 0 0 0,0 0-1 0 0,0 0 1 0 0,-1 0-1 0 0,1 0 1 0 0,0 0 0 0 0,0 0-1 0 0,0 0 1 0 0,0 0-1 0 0,0 0 1 0 0,0 0 0 0 0,0 0-1 0 0,0 0 1 0 0,0 0-1 0 0,0 0 1 0 0,0 0 0 0 0,0 0-1 0 0,0 0 1 0 0,-1 0-1 0 0,1 0 1 0 0,0 0 0 0 0,0 0-1 0 0,0 0 1 0 0,0 0-1 0 0,0 0 1 0 0,0 0 0 0 0,0 1-1 0 0,0-1 1 0 0,0 0-1 0 0,0 0 1 0 0,0 0 0 0 0,0 0-1 0 0,0 0 1 0 0,0 0-1 0 0,0 0 1 0 0,0 0 0 0 0,0 0-1 0 0,0 0 1 0 0,0 0-1 0 0,0 0 1 0 0,0 0 0 0 0,0 0-1 0 0,0 1 1 0 0,0-1-1 0 0,0 0 1 0 0,0 0 0 0 0,0 0-1 0 0,0 0 1 0 0,0 0-1 0 0,0 0 1 0 0,0 0 0 0 0,0 0-1 0 0,0 0 1 0 0,0 0-1 0 0,0 0 1 0 0,0 0 0 0 0,0 0-1 0 0,0 1 1 0 0,0-1 0 0 0,0 0-1 0 0,0 0 1 0 0,0 0-1 0 0,0 0 1 0 0,0 0 0 0 0,0 0-1 0 0,0 0 1 0 0,1 0-1 0 0,-1 0 1 0 0,4 5 827 0 0,2-2-699 0 0,0-1 0 0 0,1 0 0 0 0,-1 0 1 0 0,0-1-1 0 0,0 0 0 0 0,1 0 0 0 0,-1-1 1 0 0,0 1-1 0 0,8-2 0 0 0,62-8 485 0 0,-57 6-318 0 0,88-9 414 0 0,-91 12-675 0 0,0 0-1 0 0,-1 1 0 0 0,1 0 0 0 0,28 7 1 0 0,-42-7-137 0 0,0 0 1 0 0,0 0-1 0 0,0 0 1 0 0,0 0 0 0 0,0 0-1 0 0,0 0 1 0 0,0 0-1 0 0,-1 0 1 0 0,1 1-1 0 0,0-1 1 0 0,-1 1 0 0 0,1-1-1 0 0,-1 1 1 0 0,1 0-1 0 0,-1-1 1 0 0,0 1 0 0 0,0 0-1 0 0,0 0 1 0 0,0 0-1 0 0,0 0 1 0 0,0 0-1 0 0,0 4 1 0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0:43.73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359 142 3223 0 0,'-1'-3'91'0'0,"0"-1"-1"0"0,0 1 0 0 0,0 0 0 0 0,0 0 0 0 0,1 0 0 0 0,-1-1 1 0 0,1 1-1 0 0,0 0 0 0 0,0-1 0 0 0,0 1 0 0 0,0 0 1 0 0,1 0-1 0 0,-1-1 0 0 0,1 1 0 0 0,0 0 0 0 0,0 0 0 0 0,0 0 1 0 0,0-1-1 0 0,0 1 0 0 0,1 1 0 0 0,-1-1 0 0 0,1 0 0 0 0,0 0 1 0 0,0 0-1 0 0,0 1 0 0 0,4-4 0 0 0,0 1 286 0 0,1 0 0 0 0,-1 0-1 0 0,1 0 1 0 0,0 1 0 0 0,1 0 0 0 0,-1 0-1 0 0,1 1 1 0 0,0 0 0 0 0,11-3 0 0 0,-6 3 16 0 0,-1 0-1 0 0,1 1 1 0 0,0 1 0 0 0,0 0 0 0 0,18 1 0 0 0,-29 0-286 0 0,1 0 0 0 0,-1 0 0 0 0,1 1 0 0 0,-1-1 0 0 0,1 1-1 0 0,-1-1 1 0 0,0 1 0 0 0,1 0 0 0 0,-1 0 0 0 0,0 0 0 0 0,1 0-1 0 0,-1 1 1 0 0,0-1 0 0 0,2 3 0 0 0,-3-3-67 0 0,0 0 1 0 0,-1 0 0 0 0,1 0-1 0 0,0 0 1 0 0,-1 0-1 0 0,1 0 1 0 0,-1 0 0 0 0,0 0-1 0 0,1 1 1 0 0,-1-1-1 0 0,0 0 1 0 0,0 0 0 0 0,0 0-1 0 0,0 0 1 0 0,0 1-1 0 0,0-1 1 0 0,0 0 0 0 0,0 0-1 0 0,0 0 1 0 0,0 1-1 0 0,-1-1 1 0 0,1 0 0 0 0,-1 0-1 0 0,1 0 1 0 0,-1 0-1 0 0,1 0 1 0 0,-1 0 0 0 0,1 0-1 0 0,-1 0 1 0 0,0 0-1 0 0,-1 2 1 0 0,-2 2 40 0 0,-1 0-1 0 0,1 0 1 0 0,-1 0-1 0 0,0-1 1 0 0,0 1 0 0 0,-8 4-1 0 0,-36 20 341 0 0,32-20-300 0 0,-162 83 608 0 0,-62 37-1744 0 0,178-90-4504 0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0:48.05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10 43 1375 0 0,'-2'-2'459'0'0,"1"0"0"0"0,0 0 0 0 0,0 0 0 0 0,0 0 0 0 0,0-1-1 0 0,1 1 1 0 0,-1 0 0 0 0,1-1 0 0 0,-1 1 0 0 0,1-1-1 0 0,0 1 1 0 0,0 0 0 0 0,0-4 0 0 0,0 6-341 0 0,2 3 131 0 0,1 0 0 0 0,0 0 0 0 0,0 0 0 0 0,0-1 0 0 0,0 1 0 0 0,0-1 0 0 0,4 2-1 0 0,-6-3-221 0 0,2 1 11 0 0,1 0-1 0 0,-1 0 1 0 0,1-1-1 0 0,0 0 1 0 0,0 1-1 0 0,-1-1 1 0 0,1 0-1 0 0,0-1 1 0 0,0 1 0 0 0,0-1-1 0 0,0 0 1 0 0,5 0-1 0 0,1 0 51 0 0,33 0 262 0 0,-1-2 0 0 0,1-2 0 0 0,50-11 0 0 0,-45 6-62 0 0,98-5 0 0 0,-132 15-505 0 0,0 0 0 0 0,21 5-1 0 0,-27-4-364 0 0,1 0-480 0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0:48.38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24 96 3223 0 0,'-2'-2'74'0'0,"0"0"0"0"0,0-1-1 0 0,0 1 1 0 0,0-1 0 0 0,0 1-1 0 0,1-1 1 0 0,-1 0 0 0 0,1 1-1 0 0,-1-1 1 0 0,1 0 0 0 0,0 0-1 0 0,0 0 1 0 0,1 0 0 0 0,-2-4-1 0 0,2 5 59 0 0,0 0-1 0 0,0 0 1 0 0,-1 0-1 0 0,1 0 1 0 0,1 0-1 0 0,-1 0 1 0 0,0 0-1 0 0,0 0 1 0 0,1 0-1 0 0,-1 0 1 0 0,1 1-1 0 0,-1-1 1 0 0,1 0-1 0 0,0 0 1 0 0,0 1-1 0 0,0-1 0 0 0,0 0 1 0 0,0 1-1 0 0,0-1 1 0 0,0 1-1 0 0,0-1 1 0 0,1 1-1 0 0,-1-1 1 0 0,4-1-1 0 0,-3 2 20 0 0,-1 0 0 0 0,1 1 0 0 0,0-1-1 0 0,0 0 1 0 0,1 1 0 0 0,-1 0 0 0 0,0-1 0 0 0,0 1-1 0 0,0 0 1 0 0,0 0 0 0 0,0 0 0 0 0,4 1-1 0 0,27 6 631 0 0,-25-5-634 0 0,14 3 121 0 0,-1 0-1 0 0,0 2 0 0 0,0 1 0 0 0,33 17 1 0 0,-49-22-210 0 0,1 0 0 0 0,0 1 1 0 0,-1 0-1 0 0,0 0 0 0 0,0 0 1 0 0,0 0-1 0 0,-1 1 0 0 0,1 0 1 0 0,-1 0-1 0 0,0 0 0 0 0,0 0 1 0 0,-1 1-1 0 0,0-1 0 0 0,0 1 1 0 0,0 0-1 0 0,0 0 0 0 0,-1 0 1 0 0,0 1-1 0 0,-1-1 0 0 0,2 9 1 0 0,-2-11-15 0 0,-1 0 0 0 0,0 0 0 0 0,0 0 1 0 0,-1 0-1 0 0,1 0 0 0 0,-1 0 0 0 0,0 0 1 0 0,0 0-1 0 0,0 0 0 0 0,-1-1 0 0 0,1 1 0 0 0,-1 0 1 0 0,-2 4-1 0 0,0-2 19 0 0,-1-1 0 0 0,1 1 0 0 0,-1-1 1 0 0,1 0-1 0 0,-2-1 0 0 0,1 1 0 0 0,-6 3 0 0 0,-8 4 110 0 0,-1 0-1 0 0,0-2 1 0 0,-33 12-1 0 0,18-10-45 0 0,-20 9 196 0 0,48-18-297 0 0,1 1 0 0 0,0-1 0 0 0,0 1 0 0 0,0 0 0 0 0,0 0 0 0 0,-4 5 0 0 0,9-8-52 0 0,1-1 1 0 0,0 1-1 0 0,-1-1 0 0 0,1 0 0 0 0,0 1 0 0 0,-1-1 1 0 0,1 1-1 0 0,0-1 0 0 0,0 1 0 0 0,0-1 0 0 0,-1 0 1 0 0,1 1-1 0 0,0-1 0 0 0,0 1 0 0 0,0-1 0 0 0,0 1 1 0 0,0-1-1 0 0,0 1 0 0 0,0-1 0 0 0,0 1 1 0 0,0-1-1 0 0,0 1 0 0 0,0-1 0 0 0,0 1 0 0 0,0-1 1 0 0,0 1-1 0 0,1-1 0 0 0,-1 1 0 0 0,0-1 0 0 0,0 1 1 0 0,1-1-1 0 0,-1 1 0 0 0,0-1 0 0 0,0 0 0 0 0,1 1 1 0 0,-1-1-1 0 0,1 0 0 0 0,-1 1 0 0 0,0-1 0 0 0,1 0 1 0 0,-1 1-1 0 0,1-1 0 0 0,8 7-5137 0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0:49.08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74 7 2303 0 0,'-16'-3'1249'0'0,"13"3"-971"0"0,1-1 0 0 0,-1 0 1 0 0,0 1-1 0 0,1-1 0 0 0,-1 1 0 0 0,0 0 1 0 0,1 0-1 0 0,-1 0 0 0 0,0 0 0 0 0,1 0 1 0 0,-1 0-1 0 0,0 1 0 0 0,-4 1 0 0 0,6-1-36 0 0,-1 1 0 0 0,1-1-1 0 0,0 1 1 0 0,0 0 0 0 0,-1-1 0 0 0,1 1-1 0 0,0 0 1 0 0,1 0 0 0 0,-1 0-1 0 0,0 0 1 0 0,0 0 0 0 0,1 0 0 0 0,-1 0-1 0 0,1 4 1 0 0,-1-3-87 0 0,0 1 0 0 0,1-1-1 0 0,0 1 1 0 0,0 0 0 0 0,0-1 0 0 0,1 1 0 0 0,0 6-1 0 0,0-9-113 0 0,0 1-1 0 0,-1-1 1 0 0,1 0-1 0 0,0 0 0 0 0,0 0 1 0 0,0 0-1 0 0,0 0 1 0 0,0 0-1 0 0,0 0 0 0 0,0 0 1 0 0,0 0-1 0 0,0 0 1 0 0,1 0-1 0 0,-1-1 1 0 0,0 1-1 0 0,0-1 0 0 0,1 1 1 0 0,-1-1-1 0 0,0 1 1 0 0,1-1-1 0 0,-1 0 0 0 0,1 1 1 0 0,-1-1-1 0 0,0 0 1 0 0,1 0-1 0 0,2 0 1 0 0,6-1 218 0 0,0 0 0 0 0,18-3 1 0 0,-14 2 28 0 0,116-21 1176 0 0,-72 11-528 0 0,97-7 1 0 0,-138 19-889 0 0,1 0 0 0 0,-1 0 0 0 0,0 2 0 0 0,0 0 1 0 0,0 1-1 0 0,0 1 0 0 0,0 1 0 0 0,18 7 0 0 0,16 8-1329 0 0,-30-13-4806 0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0:50.966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72 79 1999 0 0,'-14'1'959'0'0,"-17"-1"925"0"0,30-1-1659 0 0,-1 1 1 0 0,0 0-1 0 0,0 0 0 0 0,0-1 0 0 0,1 1 0 0 0,-1-1 0 0 0,0 0 0 0 0,1 1 0 0 0,-1-1 1 0 0,0 0-1 0 0,1 0 0 0 0,-1 0 0 0 0,-1-2 0 0 0,3 3-169 0 0,0 0 0 0 0,0 0-1 0 0,0 0 1 0 0,-1 0 0 0 0,1 0 0 0 0,0 0 0 0 0,0 0 0 0 0,0-1-1 0 0,0 1 1 0 0,0 0 0 0 0,0 0 0 0 0,0 0 0 0 0,0 0-1 0 0,0 0 1 0 0,0 0 0 0 0,0-1 0 0 0,-1 1 0 0 0,1 0 0 0 0,0 0-1 0 0,0 0 1 0 0,0 0 0 0 0,0 0 0 0 0,0-1 0 0 0,0 1-1 0 0,0 0 1 0 0,0 0 0 0 0,0 0 0 0 0,0 0 0 0 0,0 0-1 0 0,0-1 1 0 0,1 1 0 0 0,-1 0 0 0 0,0 0 0 0 0,0 0 0 0 0,0 0-1 0 0,0 0 1 0 0,0 0 0 0 0,0-1 0 0 0,0 1 0 0 0,0 0-1 0 0,0 0 1 0 0,0 0 0 0 0,0 0 0 0 0,1 0 0 0 0,-1 0-1 0 0,0 0 1 0 0,0 0 0 0 0,0-1 0 0 0,11-2 1242 0 0,10 2-83 0 0,427-19 2368 0 0,-430 19-3465 0 0,149-15 328 0 0,90-3 252 0 0,-229 18-698 0 0,-18 0 0 0 0,-1 0 0 0 0,0 1 0 0 0,0 0 0 0 0,1 1 0 0 0,-1 0 0 0 0,0 1 0 0 0,0-1 0 0 0,12 5 0 0 0,-20-5-49 0 0,0 0 0 0 0,0-1 1 0 0,0 1-1 0 0,0 0 0 0 0,0-1 0 0 0,0 1 0 0 0,-1 0 0 0 0,1 0 0 0 0,0 0 0 0 0,0 0 0 0 0,-1 0 0 0 0,1 0 0 0 0,-1 0 1 0 0,1 0-1 0 0,-1 0 0 0 0,1 0 0 0 0,-1 0 0 0 0,1 0 0 0 0,-1 0 0 0 0,0 0 0 0 0,0 0 0 0 0,0 0 0 0 0,0 1 1 0 0,0-1-1 0 0,0 0 0 0 0,0 0 0 0 0,0 0 0 0 0,0 0 0 0 0,0 0 0 0 0,-1 3 0 0 0,-1 9-5899 0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0:50.20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35 42 919 0 0,'9'-2'87'0'0,"-15"-4"1293"0"0,-1 1-159 0 0,5 3-755 0 0,0 1 0 0 0,0-1 0 0 0,0 1 0 0 0,0 0-1 0 0,-1 0 1 0 0,1-1 0 0 0,0 2 0 0 0,0-1-1 0 0,-1 0 1 0 0,1 0 0 0 0,-4 0 652 0 0,16 7 992 0 0,-4-4-1936 0 0,-1 0-1 0 0,1 0 0 0 0,0-1 1 0 0,-1 0-1 0 0,1 1 1 0 0,0-2-1 0 0,7 1 0 0 0,44-2 392 0 0,-39 0-357 0 0,362-25 3044 0 0,-351 23-3385 0 0,1 2 1 0 0,-1 2-1 0 0,1 0 0 0 0,-1 2 0 0 0,0 1 1 0 0,38 11-1 0 0,-48-9-5766 0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0:51.47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51 3223 0 0,'7'0'210'0'0,"-8"-1"-60"0"0,-1 1 228 0 0,7 0 507 0 0,8-1 1099 0 0,-1 0 1 0 0,16-4-1 0 0,11-2 295 0 0,103 0 844 0 0,-28 2-2269 0 0,-6-4-421 0 0,144-6-250 0 0,-242 15-191 0 0,25 1 2 0 0,-33-1-24 0 0,0 0 1 0 0,0 0 0 0 0,0 1 0 0 0,0-1 0 0 0,0 1 0 0 0,0-1 0 0 0,0 1 0 0 0,0 0 0 0 0,0 0 0 0 0,0 0 0 0 0,0 0 0 0 0,3 2 0 0 0,-5-3 19 0 0,0 1-1 0 0,1-1 0 0 0,-1 0 0 0 0,0 1 1 0 0,0-1-1 0 0,1 0 0 0 0,-1 1 0 0 0,0-1 1 0 0,0 0-1 0 0,0 1 0 0 0,0-1 0 0 0,1 0 1 0 0,-1 1-1 0 0,0-1 0 0 0,0 1 1 0 0,0-1-1 0 0,0 0 0 0 0,0 1 0 0 0,0-1 1 0 0,0 1-1 0 0,-6 8-220 0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0:52.936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15 57 1375 0 0,'-2'-2'188'0'0,"1"0"-1"0"0,-1 0 1 0 0,1 0-1 0 0,-1 0 0 0 0,1-1 1 0 0,0 1-1 0 0,-2-5 0 0 0,3 7-73 0 0,-1-1-1 0 0,1 1 1 0 0,0-1-1 0 0,0 1 1 0 0,0-1-1 0 0,-1 1 1 0 0,1-1-1 0 0,0 1 1 0 0,0-1-1 0 0,0 0 1 0 0,0 1-1 0 0,0-1 1 0 0,0 1-1 0 0,0-1 1 0 0,0 1-1 0 0,1-1 1 0 0,-1 0-1 0 0,0 1 1 0 0,0-1-1 0 0,0 1 1 0 0,1-1-1 0 0,-1 1 1 0 0,0-1-1 0 0,0 1 1 0 0,1-1-1 0 0,-1 1 1 0 0,0-1-1 0 0,1 1 1 0 0,-1 0-1 0 0,1-1 0 0 0,-1 1 1 0 0,1-1-1 0 0,-1 1 1 0 0,1 0-1 0 0,-1 0 1 0 0,1-1-1 0 0,-1 1 1 0 0,1 0-1 0 0,-1 0 1 0 0,1-1-1 0 0,16-2 1211 0 0,1 0 1 0 0,-1 1-1 0 0,0 1 0 0 0,29 2 0 0 0,8-1-625 0 0,202-7 588 0 0,-230 7-1189 0 0,34 4 0 0 0,-24 4-4621 0 0,-20-1-541 0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0:53.39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97 12 3223 0 0,'0'0'6'0'0,"-1"0"-1"0"0,1 0 0 0 0,0 0 0 0 0,0 0 0 0 0,-1 0 0 0 0,1 0 0 0 0,0 0 1 0 0,0-1-1 0 0,0 1 0 0 0,-1 0 0 0 0,1 0 0 0 0,0 0 0 0 0,0 0 0 0 0,0 0 1 0 0,-1-1-1 0 0,1 1 0 0 0,0 0 0 0 0,0 0 0 0 0,0 0 0 0 0,0-1 0 0 0,0 1 1 0 0,-1 0-1 0 0,1 0 0 0 0,0 0 0 0 0,0-1 0 0 0,0 1 0 0 0,0 0 0 0 0,0 0 1 0 0,0-1-1 0 0,0 1 0 0 0,0 0 0 0 0,0 0 0 0 0,0 0 0 0 0,0-1 0 0 0,0 1 1 0 0,0 0-1 0 0,0 0 0 0 0,0-1 0 0 0,0 1 0 0 0,0 0 0 0 0,0 0 0 0 0,0-1 1 0 0,0 1-1 0 0,0 0 0 0 0,1 0 0 0 0,-1 0 0 0 0,0-1 0 0 0,0 1 0 0 0,0 0 1 0 0,0 0-1 0 0,0 0 0 0 0,1-1 0 0 0,-1 1 0 0 0,0 0 0 0 0,1 0 0 0 0,-30-2-1463 0 0,18 4 2078 0 0,0 0 1 0 0,0 0 0 0 0,-18 7-1 0 0,29-9-594 0 0,0 0 0 0 0,-1 0-1 0 0,1 0 1 0 0,0 0-1 0 0,0 0 1 0 0,0 0-1 0 0,0 0 1 0 0,0 0 0 0 0,0 0-1 0 0,-1 0 1 0 0,1 0-1 0 0,0 0 1 0 0,0 1 0 0 0,0-1-1 0 0,0 0 1 0 0,0 0-1 0 0,0 0 1 0 0,0 0-1 0 0,-1 0 1 0 0,1 0 0 0 0,0 0-1 0 0,0 0 1 0 0,0 0-1 0 0,0 0 1 0 0,0 1-1 0 0,0-1 1 0 0,0 0 0 0 0,0 0-1 0 0,0 0 1 0 0,0 0-1 0 0,0 0 1 0 0,0 0-1 0 0,0 1 1 0 0,0-1 0 0 0,0 0-1 0 0,0 0 1 0 0,0 0-1 0 0,0 0 1 0 0,0 0 0 0 0,0 0-1 0 0,0 1 1 0 0,0-1-1 0 0,0 0 1 0 0,0 0-1 0 0,0 0 1 0 0,0 0 0 0 0,0 0-1 0 0,0 0 1 0 0,0 0-1 0 0,0 1 1 0 0,0-1-1 0 0,0 0 1 0 0,0 0 0 0 0,0 0-1 0 0,0 0 1 0 0,1 0-1 0 0,9 6 994 0 0,14 2 250 0 0,12-2-266 0 0,-1-2 1 0 0,1-2-1 0 0,53-3 1 0 0,-30 0-430 0 0,15 0-216 0 0,41 0 9 0 0,-90 2-309 0 0,0 1 0 0 0,38 9-1 0 0,-62-11-84 0 0,4 1-101 0 0,-1 0 0 0 0,0 0 0 0 0,1 1 0 0 0,-1 0 1 0 0,0-1-1 0 0,7 5 0 0 0,-1 4-4486 0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0:53.86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72 3223 0 0,'39'-23'1894'0'0,"-30"17"-1115"0"0,-1 0-1 0 0,1 1 1 0 0,0 1 0 0 0,0-1-1 0 0,1 1 1 0 0,16-4-1 0 0,10 3 369 0 0,0 2 1 0 0,0 1-1 0 0,47 3 0 0 0,-13 1-669 0 0,-2-2-292 0 0,485 5-339 0 0,-457-3-83 0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0:54.19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58 4607 0 0,'9'-5'439'0'0,"0"1"-1"0"0,0 0 1 0 0,0 0-1 0 0,0 1 1 0 0,1 0-1 0 0,-1 1 1 0 0,12-2-1 0 0,-4 1 61 0 0,26-5 1325 0 0,66-4 0 0 0,46 7 372 0 0,-129 4-1913 0 0,58 2 118 0 0,121 15 0 0 0,-181-12-480 0 0,0 0-1 0 0,27 9 1 0 0,-16 2-35 0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0:56.68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95 783 455 0 0,'-88'-55'4152'0'0,"87"57"-3910"0"0,1-1-1 0 0,0 1 0 0 0,-1-1 1 0 0,1 1-1 0 0,0 0 0 0 0,0-1 1 0 0,0 1-1 0 0,1-1 0 0 0,-1 1 1 0 0,0-1-1 0 0,1 3 0 0 0,3 4 8 0 0,0 1 0 0 0,1-1-1 0 0,0 0 1 0 0,1 0-1 0 0,-1-1 1 0 0,2 1 0 0 0,-1-1-1 0 0,1 0 1 0 0,0-1-1 0 0,0 0 1 0 0,1 0 0 0 0,8 5-1 0 0,4 1 92 0 0,-1-1 0 0 0,2-1 0 0 0,41 15 0 0 0,151 26 897 0 0,-141-37-896 0 0,361 48 1075 0 0,-167-33-966 0 0,-64-6-176 0 0,236-11-3 0 0,-320-12-268 0 0,-53-1 73 0 0,-1-3 0 0 0,124-23 0 0 0,-153 19-30 0 0,0-1 1 0 0,0-2-1 0 0,-1-2 0 0 0,0-1 1 0 0,-2-1-1 0 0,56-36 0 0 0,-67 35 114 0 0,-2 0-1 0 0,1-2 0 0 0,-2-1 1 0 0,-1 0-1 0 0,0-1 1 0 0,-1 0-1 0 0,-1-2 0 0 0,12-23 1 0 0,-22 36-147 0 0,-1 1-1 0 0,-1-1 1 0 0,0 0 0 0 0,0 0 0 0 0,0 0-1 0 0,-1 0 1 0 0,0 0 0 0 0,-1 0 0 0 0,0-1-1 0 0,-1 1 1 0 0,0-1 0 0 0,0 1 0 0 0,-1 0-1 0 0,0-1 1 0 0,-1 1 0 0 0,0 0 0 0 0,0 0-1 0 0,-1 0 1 0 0,0 0 0 0 0,0 0 0 0 0,-1 1-1 0 0,-7-12 1 0 0,-3-2 8 0 0,-1 1 1 0 0,0 0-1 0 0,-2 1 0 0 0,-1 1 0 0 0,0 0 0 0 0,-36-27 0 0 0,23 24 16 0 0,0 1 0 0 0,-2 1 0 0 0,-70-30 0 0 0,-413-131-37 0 0,444 162 0 0 0,0 3 0 0 0,-1 3 0 0 0,-147-7 0 0 0,95 20-16 0 0,0 6 0 0 0,1 5 0 0 0,-149 32 0 0 0,229-33 6 0 0,0 2 0 0 0,0 2-1 0 0,2 2 1 0 0,0 2 0 0 0,0 1 0 0 0,-46 31-1 0 0,-129 93-53 0 0,184-120 64 0 0,1 2 0 0 0,1 0 0 0 0,-53 58 0 0 0,79-77 0 0 0,1 0 0 0 0,0 0 0 0 0,0 0 0 0 0,0 0 0 0 0,1 1 0 0 0,0-1 0 0 0,0 1 0 0 0,1 0 0 0 0,0 0 0 0 0,0 0 0 0 0,0 0 0 0 0,1 0 0 0 0,0 0 0 0 0,1 0 0 0 0,0 0 0 0 0,0 1 0 0 0,2 13 0 0 0,0-8 0 0 0,1-1 0 0 0,1 0 0 0 0,0 0 0 0 0,1-1 0 0 0,0 1 0 0 0,0-1 0 0 0,1 0 0 0 0,1 0 0 0 0,12 15 0 0 0,5 2 3 0 0,2-1 0 0 0,0-1-1 0 0,32 23 1 0 0,-57-47 13 0 0,1-1 0 0 0,0 1 0 0 0,0-1 0 0 0,0 1 1 0 0,0-1-1 0 0,0 0 0 0 0,0 0 0 0 0,0 0 0 0 0,0 0 0 0 0,0 0 0 0 0,0 0 0 0 0,0 0 1 0 0,1-1-1 0 0,-1 1 0 0 0,0-1 0 0 0,1 0 0 0 0,-1 1 0 0 0,0-1 0 0 0,1 0 0 0 0,-1-1 0 0 0,0 1 1 0 0,1 0-1 0 0,-1-1 0 0 0,0 1 0 0 0,0-1 0 0 0,1 0 0 0 0,-1 1 0 0 0,0-1 0 0 0,0 0 1 0 0,0-1-1 0 0,2 0 0 0 0,7-3 67 0 0,1 0 0 0 0,0 1-1 0 0,-1 0 1 0 0,1 1 0 0 0,0 1 0 0 0,18-2 0 0 0,-30 4-76 0 0,1-1 1 0 0,-1 1 0 0 0,1 0-1 0 0,-1 0 1 0 0,1 0-1 0 0,-1 0 1 0 0,1 0 0 0 0,-1 0-1 0 0,1 0 1 0 0,-1 0 0 0 0,1 0-1 0 0,-1 1 1 0 0,0-1-1 0 0,1 0 1 0 0,-1 0 0 0 0,1 0-1 0 0,-1 0 1 0 0,1 1-1 0 0,-1-1 1 0 0,1 1 0 0 0,-1-1-76 0 0,0 1 1 0 0,0-1 0 0 0,0 1-1 0 0,0-1 1 0 0,0 1 0 0 0,0-1 0 0 0,0 1-1 0 0,0-1 1 0 0,-1 1 0 0 0,1 0-1 0 0,0-1 1 0 0,0 1 0 0 0,0-1 0 0 0,-1 0-1 0 0,1 1 1 0 0,0-1 0 0 0,-1 1-1 0 0,1-1 1 0 0,0 1 0 0 0,-1-1 0 0 0,-10 13-6467 0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9:14.78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993 1 2711 0 0,'-3'2'4800'0'0,"-9"13"-4582"0"0,0 0 0 0 0,-18 16 0 0 0,0-8-193 0 0,0 0 1 0 0,-2-2 0 0 0,0-2 0 0 0,-2 0 0 0 0,-64 24-1 0 0,47-23 119 0 0,-78 20-1 0 0,101-34-10 0 0,0-1 1 0 0,0-1-1 0 0,0-1 0 0 0,-48-2 1 0 0,59-2 117 0 0,0-1 0 0 0,0-1 1 0 0,-23-8-1 0 0,-49-21 652 0 0,45 15-557 0 0,25 8-276 0 0,15 7-71 0 0,1 0 0 0 0,-1 1 0 0 0,0-1 0 0 0,0 1 0 0 0,-4-2 0 0 0,7 3-5 0 0,0 0 0 0 0,-1 0 0 0 0,1 0-1 0 0,0 0 1 0 0,-1 0 0 0 0,1 0-1 0 0,0 0 1 0 0,0 0 0 0 0,-1 1 0 0 0,1-1-1 0 0,0 0 1 0 0,0 1 0 0 0,-1-1 0 0 0,1 1-1 0 0,0-1 1 0 0,0 1 0 0 0,0 0-1 0 0,0-1 1 0 0,0 1 0 0 0,0 0 0 0 0,-2 1-1 0 0,-7 11-3335 0 0,7-8-146 0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9:15.143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299 65 2167 0 0,'7'-24'753'0'0,"-5"20"-471"0"0,0-1 1 0 0,-1 1 0 0 0,0-1-1 0 0,0 1 1 0 0,1-10-1 0 0,-2 14-245 0 0,-1 0-1 0 0,1-1 1 0 0,0 1-1 0 0,0 0 1 0 0,0-1-1 0 0,0 1 1 0 0,-1 0-1 0 0,1 0 1 0 0,0 0-1 0 0,0-1 1 0 0,-1 1-1 0 0,1 0 1 0 0,0 0-1 0 0,0 0 1 0 0,-1-1-1 0 0,1 1 1 0 0,0 0-1 0 0,-1 0 1 0 0,1 0-1 0 0,0 0 1 0 0,0 0-1 0 0,-1 0 1 0 0,1 0-1 0 0,0 0 1 0 0,-1 0-1 0 0,1 0 1 0 0,0 0-1 0 0,-1 0 1 0 0,1 0-1 0 0,0 0 1 0 0,-1 0-1 0 0,1 0 1 0 0,0 0-1 0 0,0 0 0 0 0,-1 0 1 0 0,1 0-1 0 0,0 0 1 0 0,-1 1-1 0 0,1-1 1 0 0,0 0-1 0 0,0 0 1 0 0,-1 0-1 0 0,1 1 1 0 0,-15 8 297 0 0,9-3-276 0 0,1 0 1 0 0,-1 0-1 0 0,0 0 0 0 0,-1-1 0 0 0,-7 5 0 0 0,-11 9 59 0 0,-116 113 541 0 0,72-67-64 0 0,68-65-558 0 0,1 1 1 0 0,-1-1 0 0 0,0 1 0 0 0,1-1-1 0 0,-1 1 1 0 0,1-1 0 0 0,-1 1 0 0 0,1 0-1 0 0,-1-1 1 0 0,1 1 0 0 0,0 0 0 0 0,-1-1-1 0 0,1 1 1 0 0,0 0 0 0 0,0-1 0 0 0,-1 1-1 0 0,1 0 1 0 0,0 0 0 0 0,0-1-1 0 0,0 1 1 0 0,0 0 0 0 0,0 0 0 0 0,0 1-1 0 0,0-2 4 0 0,1 1 0 0 0,-1 0 0 0 0,1-1 0 0 0,-1 1 0 0 0,1-1 0 0 0,-1 1 0 0 0,1-1 0 0 0,-1 1 0 0 0,1-1 0 0 0,0 1 0 0 0,-1-1 0 0 0,1 1 0 0 0,0-1 0 0 0,-1 0 0 0 0,1 0 0 0 0,0 1 0 0 0,-1-1-1 0 0,3 0 1 0 0,3 2 186 0 0,1-1 0 0 0,0-1-1 0 0,11 1 1 0 0,-17-1-219 0 0,28 0 457 0 0,49 6 0 0 0,-67-4-1563 0 0,0 1 0 0 0,11 3 0 0 0,-10-1-2540 0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8:29.88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311 209 1375 0 0,'0'0'107'0'0,"1"1"61"0"0,1 0 0 0 0,-1 0 0 0 0,0-1 0 0 0,1 1 1 0 0,-1 0-1 0 0,1-1 0 0 0,-1 1 0 0 0,1-1 0 0 0,-1 0 0 0 0,1 0 0 0 0,-1 1 0 0 0,1-1 0 0 0,-1 0 0 0 0,1 0 0 0 0,-1 0 0 0 0,1 0 1 0 0,-1-1-1 0 0,1 1 0 0 0,-1 0 0 0 0,3-1 0 0 0,27-11 3401 0 0,-28 11-3244 0 0,-1-1 0 0 0,1 1 1 0 0,-1-1-1 0 0,0 1 0 0 0,1-1 1 0 0,-1 0-1 0 0,0 0 0 0 0,0 0 1 0 0,0 0-1 0 0,-1-1 0 0 0,1 1 1 0 0,0 0-1 0 0,-1-1 0 0 0,0 1 1 0 0,1-1-1 0 0,-1 0 0 0 0,0 1 1 0 0,0-1-1 0 0,-1 0 0 0 0,1 0 1 0 0,-1 1-1 0 0,1-1 0 0 0,-1 0 1 0 0,0 0-1 0 0,0 0 0 0 0,0 0 1 0 0,-1-4-1 0 0,1 2-147 0 0,-1 0-1 0 0,-1-1 1 0 0,1 1-1 0 0,-1 0 1 0 0,0 0-1 0 0,0 0 1 0 0,0 0-1 0 0,-1 1 1 0 0,0-1-1 0 0,1 1 1 0 0,-2-1-1 0 0,1 1 1 0 0,-8-7-1 0 0,3 4-88 0 0,0 1 0 0 0,0 0-1 0 0,-1 1 1 0 0,0 0 0 0 0,0 0-1 0 0,-1 1 1 0 0,1 0 0 0 0,-1 0 0 0 0,0 1-1 0 0,0 1 1 0 0,0 0 0 0 0,0 0-1 0 0,-1 1 1 0 0,1 0 0 0 0,0 1-1 0 0,-15 1 1 0 0,17 0-60 0 0,0 1 1 0 0,1 0-1 0 0,-1 0 0 0 0,1 1 0 0 0,0 0 0 0 0,0 0 1 0 0,0 1-1 0 0,0 0 0 0 0,0 0 0 0 0,1 1 0 0 0,0-1 1 0 0,0 1-1 0 0,0 1 0 0 0,0-1 0 0 0,-6 9 0 0 0,2-2-1 0 0,1 1-1 0 0,0 1 1 0 0,0 0-1 0 0,1 0 1 0 0,1 0 0 0 0,-8 23-1 0 0,12-28-22 0 0,0 1 0 0 0,1 0 0 0 0,0 0 0 0 0,0 0 0 0 0,1 0 0 0 0,0 0 0 0 0,1 1 0 0 0,2 17 0 0 0,-2-23-2 0 0,1-1 1 0 0,0 1-1 0 0,0-1 1 0 0,0 0 0 0 0,1 0-1 0 0,0 1 1 0 0,-1-1 0 0 0,1 0-1 0 0,1-1 1 0 0,-1 1 0 0 0,1 0-1 0 0,-1 0 1 0 0,1-1-1 0 0,0 0 1 0 0,0 0 0 0 0,1 1-1 0 0,-1-2 1 0 0,1 1 0 0 0,-1 0-1 0 0,1-1 1 0 0,0 0 0 0 0,6 3-1 0 0,1 0 15 0 0,1-1-1 0 0,1 0 1 0 0,-1-1 0 0 0,20 2-1 0 0,-24-4 2 0 0,-1 0-1 0 0,1-1 0 0 0,0 0 1 0 0,0-1-1 0 0,-1 1 0 0 0,1-2 1 0 0,0 1-1 0 0,12-5 0 0 0,-13 3-7 0 0,-1 0 0 0 0,1-1 0 0 0,-1 0-1 0 0,0 0 1 0 0,0-1 0 0 0,0 1-1 0 0,-1-1 1 0 0,1-1 0 0 0,-1 1-1 0 0,-1-1 1 0 0,5-6 0 0 0,7-11 3 0 0,18-39 1 0 0,-24 44-15 0 0,-4 6 7 0 0,-1 1 1 0 0,0-1 0 0 0,0 0-1 0 0,-1-1 1 0 0,-1 1 0 0 0,3-18-1 0 0,-3 12 89 0 0,-1 14-30 0 0,-2 17-36 0 0,-1 1-30 0 0,-3 128 0 0 0,4-109 0 0 0,2 0 0 0 0,8 44 0 0 0,-9-74 2 0 0,-1 0 1 0 0,1-1-1 0 0,0 1 0 0 0,0 0 0 0 0,0-1 1 0 0,0 1-1 0 0,0-1 0 0 0,0 1 0 0 0,1-1 1 0 0,-1 0-1 0 0,1 0 0 0 0,0 1 0 0 0,-1-1 0 0 0,1 0 1 0 0,0-1-1 0 0,0 1 0 0 0,1 0 0 0 0,1 1 1 0 0,0-1 4 0 0,-1-1 0 0 0,0 1 0 0 0,1-1 0 0 0,-1 0 1 0 0,1 0-1 0 0,-1-1 0 0 0,1 1 0 0 0,-1-1 0 0 0,1 1 1 0 0,0-1-1 0 0,-1 0 0 0 0,5-1 0 0 0,3-1 10 0 0,1 0 0 0 0,-1-1 0 0 0,-1-1 0 0 0,1 1 0 0 0,0-2 0 0 0,-1 1 0 0 0,17-11 0 0 0,-23 12-15 0 0,12-7 72 0 0,18-14 0 0 0,-31 21-62 0 0,0 0 1 0 0,1 0-1 0 0,-1 0 0 0 0,0 0 1 0 0,-1-1-1 0 0,1 1 1 0 0,0-1-1 0 0,-1 0 1 0 0,0 1-1 0 0,0-1 0 0 0,2-5 1 0 0,-4 8-10 0 0,0 1 0 0 0,1-1 0 0 0,-1 0 1 0 0,0 1-1 0 0,0-1 0 0 0,0 1 0 0 0,0-1 0 0 0,0 0 1 0 0,0 1-1 0 0,0-1 0 0 0,0 1 0 0 0,0-1 0 0 0,0 0 1 0 0,0 1-1 0 0,-1-1 0 0 0,1 1 0 0 0,0-1 0 0 0,0 1 1 0 0,-1-1-1 0 0,1 0 0 0 0,0 1 0 0 0,-1-1 0 0 0,1 1 1 0 0,0-1-1 0 0,-1 1 0 0 0,1 0 0 0 0,-1-1 0 0 0,1 1 1 0 0,0-1-1 0 0,-1 1 0 0 0,1 0 0 0 0,-1-1 1 0 0,0 1-1 0 0,1 0 0 0 0,-1 0 0 0 0,1-1 0 0 0,-1 1 1 0 0,1 0-1 0 0,-1 0 0 0 0,0 0 0 0 0,1 0 0 0 0,-1 0 1 0 0,1 0-1 0 0,-1 0 0 0 0,0 0 0 0 0,-2-1-234 0 0,0 1-1 0 0,-1 0 0 0 0,1 1 1 0 0,0-1-1 0 0,0 0 1 0 0,0 1-1 0 0,-5 1 0 0 0,-4 3-7641 0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8:32.65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0 139 1839 0 0,'2'-3'378'0'0,"0"1"-1"0"0,-1-1 1 0 0,1 1-1 0 0,-1-1 1 0 0,0 0-1 0 0,0 0 1 0 0,0 1-1 0 0,0-1 1 0 0,0 0-1 0 0,-1 0 1 0 0,1-5-1 0 0,1-1 797 0 0,4-28 2713 0 0,-4 25-2162 0 0,0-1 0 0 0,4-14 1 0 0,-6 27-1701 0 0,0 0 1 0 0,0 0-1 0 0,0 0 1 0 0,0 0 0 0 0,0 0-1 0 0,0 0 1 0 0,0 0-1 0 0,0 0 1 0 0,0 0-1 0 0,0 0 1 0 0,0 0-1 0 0,0 0 1 0 0,0 0-1 0 0,-1 0 1 0 0,1 0-1 0 0,0 0 1 0 0,0 0-1 0 0,0 0 1 0 0,0 0-1 0 0,0 0 1 0 0,0 0-1 0 0,0 0 1 0 0,0 0-1 0 0,0 0 1 0 0,0 0-1 0 0,0 0 1 0 0,0 0-1 0 0,0 0 1 0 0,0-1 0 0 0,0 1-1 0 0,0 0 1 0 0,0 0-1 0 0,0 0 1 0 0,0 0-1 0 0,0 0 1 0 0,-1 0-1 0 0,1 0 1 0 0,0 0-1 0 0,0 0 1 0 0,0 0-1 0 0,0 0 1 0 0,0 0-1 0 0,0 0 1 0 0,0 0-1 0 0,0-1 1 0 0,0 1-1 0 0,0 0 1 0 0,0 0-1 0 0,0 0 1 0 0,0 0-1 0 0,1 0 1 0 0,-1 0 0 0 0,0 0-1 0 0,0 0 1 0 0,0 0-1 0 0,0 0 1 0 0,0 0-1 0 0,0 0 1 0 0,-1 0 44 0 0,1 1 1 0 0,0 0 0 0 0,-1 0-1 0 0,1-1 1 0 0,0 1-1 0 0,-1 0 1 0 0,1 0 0 0 0,0 0-1 0 0,0 0 1 0 0,0 0 0 0 0,0-1-1 0 0,0 1 1 0 0,0 2 0 0 0,1 24 571 0 0,10 49 1 0 0,-7-56-594 0 0,0 1-1 0 0,-1 0 1 0 0,-2-1 0 0 0,0 1-1 0 0,-1 0 1 0 0,-1 0 0 0 0,-6 36-1 0 0,7-57-46 0 0,0 0-1 0 0,0 1 1 0 0,0-1-1 0 0,0 0 0 0 0,0 0 1 0 0,-1 0-1 0 0,1 0 1 0 0,0 0-1 0 0,0 1 1 0 0,0-1-1 0 0,0 0 1 0 0,0 0-1 0 0,0 0 1 0 0,0 0-1 0 0,0 1 1 0 0,0-1-1 0 0,0 0 0 0 0,0 0 1 0 0,0 0-1 0 0,0 0 1 0 0,0 0-1 0 0,0 1 1 0 0,1-1-1 0 0,-1 0 1 0 0,0 0-1 0 0,0 0 1 0 0,0 0-1 0 0,0 0 1 0 0,0 1-1 0 0,0-1 0 0 0,0 0 1 0 0,0 0-1 0 0,0 0 1 0 0,1 0-1 0 0,-1 0 1 0 0,0 0-1 0 0,0 0 1 0 0,6-3 122 0 0,-4 2-108 0 0,-1 0 0 0 0,0 0-1 0 0,0-1 1 0 0,0 1 0 0 0,0-1-1 0 0,0 1 1 0 0,0 0 0 0 0,-1-1-1 0 0,1 0 1 0 0,0 1 0 0 0,-1-1-1 0 0,1-2 1 0 0,1-11 24 0 0,-1 0 0 0 0,-1 1 0 0 0,0-1 0 0 0,-1 0 0 0 0,-5-26 0 0 0,-21-78 687 0 0,26 113-660 0 0,0 3-52 0 0,0 0 0 0 0,0 0 0 0 0,1-1 0 0 0,-1 1 0 0 0,1 0 0 0 0,0 0 0 0 0,0-1 0 0 0,0 1 0 0 0,2-5 0 0 0,-2 8-15 0 0,0 0 0 0 0,0 0 0 0 0,0 0 0 0 0,0 0 0 0 0,0 0 0 0 0,0 0 0 0 0,0 0 0 0 0,0 0 0 0 0,0 0 0 0 0,0-1 0 0 0,0 1 0 0 0,1 0 0 0 0,-1 0 0 0 0,0 0 0 0 0,0 0 0 0 0,0 0 0 0 0,0 0 0 0 0,0 0 0 0 0,0 0 0 0 0,0 0 0 0 0,0 0 0 0 0,0 0 0 0 0,0 0 0 0 0,1 0 0 0 0,-1 0 0 0 0,0 0 0 0 0,0 0 0 0 0,0 0 0 0 0,0 0 0 0 0,0 0 0 0 0,0 0 0 0 0,0 0 0 0 0,0 0 0 0 0,0 0 0 0 0,0 0 0 0 0,1 1 0 0 0,-1-1 0 0 0,0 0 0 0 0,0 0 0 0 0,0 0 0 0 0,0 0 0 0 0,0 0 0 0 0,0 0 0 0 0,0 0 0 0 0,0 0 0 0 0,0 0 0 0 0,0 0 0 0 0,0 0 0 0 0,0 0 0 0 0,0 1 0 0 0,6 6 0 0 0,1 9 0 0 0,-5-10 0 0 0,0 0 0 0 0,-1 0 1 0 0,0 0-1 0 0,0 0 0 0 0,-1 0 0 0 0,1 0 0 0 0,-2 11 0 0 0,-8 43-6 0 0,4-33-17 0 0,-1 23-1885 0 0,4-33-5420 0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8:37.11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48 68 2303 0 0,'7'-34'3594'0'0,"0"1"7035"0"0,-6 37-9817 0 0,-1 13 0 0 0,-7 57 101 0 0,2-36-297 0 0,0 57 0 0 0,10-40-154 0 0,15 73 1 0 0,-5-42-332 0 0,-14-77-87 0 0,0 1-1 0 0,0-1 1 0 0,0 0-1 0 0,-1 1 1 0 0,-1-1 0 0 0,0 0-1 0 0,0 1 1 0 0,-3 12-1 0 0,2-20 309 0 0,5-17-42 0 0,3-8-253 0 0,1 0 1 0 0,1 1-1 0 0,2 0 1 0 0,12-22-1 0 0,-11 24-60 0 0,44-73 81 0 0,-53 91-75 0 0,-1 0-1 0 0,0 0 1 0 0,1 0 0 0 0,0 0-1 0 0,-1 1 1 0 0,1-1 0 0 0,0 0-1 0 0,0 1 1 0 0,0-1 0 0 0,0 1-1 0 0,0 0 1 0 0,0 0 0 0 0,0 0-1 0 0,0 0 1 0 0,0 0 0 0 0,1 0-1 0 0,-1 0 1 0 0,0 1 0 0 0,1-1-1 0 0,-1 1 1 0 0,1 0 0 0 0,-1 0-1 0 0,4 0 1 0 0,-2 1 2 0 0,1 0 1 0 0,0 0-1 0 0,-1 0 0 0 0,1 1 1 0 0,-1 0-1 0 0,0 0 0 0 0,1 0 1 0 0,-1 0-1 0 0,0 1 0 0 0,0-1 1 0 0,3 4-1 0 0,-2-1-5 0 0,0-1 0 0 0,0 1 0 0 0,-1 0 0 0 0,1 0 0 0 0,-1 1 0 0 0,-1-1 0 0 0,1 1 0 0 0,-1 0 0 0 0,0 0 0 0 0,0 0 0 0 0,0 0 0 0 0,-1 1 0 0 0,0-1 0 0 0,-1 0 0 0 0,2 13 0 0 0,-2-15 0 0 0,-1 0 0 0 0,1 0 0 0 0,-1 0 0 0 0,-1 0 0 0 0,1 0 0 0 0,-1 0 0 0 0,1 0 0 0 0,-1 0 0 0 0,0 0 0 0 0,0 0 0 0 0,-1 0 0 0 0,1 0 0 0 0,-1-1 0 0 0,0 1 0 0 0,0-1 0 0 0,0 1 0 0 0,0-1 0 0 0,-1 0 0 0 0,0 0 0 0 0,1 0 0 0 0,-1 0 0 0 0,0 0 0 0 0,0 0 0 0 0,0-1 0 0 0,-1 0 0 0 0,-6 4 0 0 0,-5 1 4 0 0,0-1 1 0 0,0-1-1 0 0,0-1 0 0 0,-1 0 0 0 0,0-1 1 0 0,0 0-1 0 0,1-2 0 0 0,-2 0 1 0 0,1 0-1 0 0,0-2 0 0 0,0 0 0 0 0,0-1 1 0 0,1 0-1 0 0,-20-6 0 0 0,29 6-4 0 0,1 0 0 0 0,0 0 0 0 0,0-1 0 0 0,0 0 0 0 0,0 0 0 0 0,0 0 0 0 0,-5-6 0 0 0,9 9 0 0 0,0-1 0 0 0,0 0 0 0 0,0 0 0 0 0,0 0 0 0 0,0 0 0 0 0,0 0 0 0 0,0 0 0 0 0,0 0 0 0 0,0 0 0 0 0,1 0 0 0 0,-1-1 0 0 0,1 1 0 0 0,-1 0 0 0 0,1 0 0 0 0,-1-1 0 0 0,1 1 0 0 0,-1 0 0 0 0,1 0 0 0 0,0-1 0 0 0,0 1 0 0 0,0 0 0 0 0,0-1 0 0 0,0 1 0 0 0,0 0 0 0 0,0-1 0 0 0,0 1 0 0 0,1 0 0 0 0,-1-1 0 0 0,0 1 0 0 0,1 0 0 0 0,-1-1 0 0 0,1 1 0 0 0,-1 0 0 0 0,1 0 0 0 0,0 0 0 0 0,-1 0 0 0 0,2-2 0 0 0,4-2-1318 0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8:38.04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130 250 5983 0 0,'35'-32'5054'0'0,"-19"19"-3097"0"0,21-24 0 0 0,-33 32-1692 0 0,0 1 0 0 0,-1-1 0 0 0,0 0 0 0 0,0 0 0 0 0,0-1 0 0 0,0 1 0 0 0,-1 0 0 0 0,0-1 0 0 0,3-10 0 0 0,-4 12-186 0 0,-1 1 1 0 0,0-1-1 0 0,0 0 1 0 0,0 1-1 0 0,0-1 1 0 0,0 1-1 0 0,-1-1 1 0 0,0 1-1 0 0,1-1 1 0 0,-1 1-1 0 0,-1-1 1 0 0,1 1-1 0 0,0-1 1 0 0,-1 1-1 0 0,0 0 1 0 0,0 0-1 0 0,0 0 1 0 0,0 0-1 0 0,0 0 1 0 0,0 1-1 0 0,-1-1 1 0 0,1 0-1 0 0,-1 1 1 0 0,0 0-1 0 0,0 0 1 0 0,0 0-1 0 0,0 0 1 0 0,0 0-1 0 0,-5-2 1 0 0,3 2-37 0 0,0 0 0 0 0,0 0 1 0 0,0 0-1 0 0,0 1 0 0 0,0-1 0 0 0,0 1 1 0 0,-1 0-1 0 0,1 1 0 0 0,0 0 1 0 0,-1-1-1 0 0,1 2 0 0 0,-1-1 0 0 0,1 0 1 0 0,0 1-1 0 0,0 0 0 0 0,-1 1 0 0 0,1-1 1 0 0,0 1-1 0 0,-6 3 0 0 0,5-1-37 0 0,0 0-1 0 0,0 0 0 0 0,1 1 1 0 0,-1 0-1 0 0,1 0 1 0 0,1 1-1 0 0,-1 0 1 0 0,1-1-1 0 0,0 1 1 0 0,0 1-1 0 0,-4 8 0 0 0,3-5-5 0 0,1 0-1 0 0,0 0 0 0 0,1 1 0 0 0,0-1 1 0 0,1 1-1 0 0,-2 20 0 0 0,3-28 1 0 0,1 0 0 0 0,0 0 0 0 0,0 0 0 0 0,1 0 0 0 0,-1 0 0 0 0,0-1 0 0 0,1 1 0 0 0,0 0 0 0 0,0 0 0 0 0,0-1 0 0 0,0 1 0 0 0,0 0 0 0 0,0-1 0 0 0,1 1 0 0 0,-1-1 0 0 0,1 0 0 0 0,-1 1 0 0 0,1-1 0 0 0,0 0 0 0 0,0 0 0 0 0,0 0 0 0 0,0 0 0 0 0,4 2 0 0 0,-2-2 0 0 0,-1-1 0 0 0,0 1 0 0 0,1-1 0 0 0,0 1 0 0 0,-1-1 0 0 0,1 0 0 0 0,0-1 0 0 0,0 1 0 0 0,-1-1 0 0 0,1 0 0 0 0,0 1 0 0 0,0-2 0 0 0,0 1 0 0 0,-1 0 0 0 0,1-1 0 0 0,0 0 0 0 0,4-1 0 0 0,0-1 27 0 0,0 0-1 0 0,0 0 1 0 0,-1-1-1 0 0,1 0 1 0 0,-1-1-1 0 0,0 0 1 0 0,0 0-1 0 0,0 0 1 0 0,-1-1-1 0 0,0 0 1 0 0,0 0-1 0 0,0-1 0 0 0,-1 1 1 0 0,5-9-1 0 0,1-3 43 0 0,-1 0-1 0 0,-1-1 0 0 0,-1 0 1 0 0,11-34-1 0 0,-17 36 332 0 0,-5 18 2 0 0,-2 8-263 0 0,-1 6-127 0 0,1-1 0 0 0,1 1 0 0 0,0 0 0 0 0,1 0 0 0 0,1 0 0 0 0,0 0 0 0 0,1 27 0 0 0,1-35-42 0 0,0-1-1 0 0,1 1 1 0 0,0-1-1 0 0,0 1 1 0 0,0-1-1 0 0,1 1 1 0 0,0-1-1 0 0,5 9 1 0 0,-6-13-1 0 0,0 1 0 0 0,0-1 0 0 0,0 0 0 0 0,0 0 0 0 0,1 0 0 0 0,0 0 0 0 0,-1-1 0 0 0,1 1 0 0 0,0 0 0 0 0,-1-1 1 0 0,1 1-1 0 0,0-1 0 0 0,0 1 0 0 0,1-1 0 0 0,-1 0 0 0 0,0 0 0 0 0,0 0 0 0 0,0 0 0 0 0,1 0 0 0 0,-1 0 0 0 0,0-1 0 0 0,1 1 0 0 0,-1-1 0 0 0,1 0 0 0 0,4 0 1 0 0,8-2-1076 0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8:38.26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22 1 9215 0 0,'-1'0'156'0'0,"0"0"-1"0"0,0 1 1 0 0,0-1-1 0 0,0 1 0 0 0,0 0 1 0 0,1-1-1 0 0,-1 1 1 0 0,0 0-1 0 0,0-1 0 0 0,1 1 1 0 0,-1 0-1 0 0,0 0 0 0 0,1 0 1 0 0,-1 0-1 0 0,1 0 1 0 0,-1 0-1 0 0,1 0 0 0 0,-1 0 1 0 0,1 0-1 0 0,-1 0 1 0 0,1 0-1 0 0,0 0 0 0 0,0 0 1 0 0,0 0-1 0 0,0 2 1 0 0,-5 33 2304 0 0,5-33-2243 0 0,-1 19 1012 0 0,0 0 0 0 0,2 0 0 0 0,1-1 0 0 0,6 30 0 0 0,-2-23-1109 0 0,2 0-1 0 0,19 47 0 0 0,-24-70-445 0 0,0-1-9 0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8:38.42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36 10135 0 0,'3'-3'448'0'0,"1"1"96"0"0,1 0-440 0 0,-2 1-104 0 0,1-1 0 0 0,1 2 0 0 0,1-2 1088 0 0,6 1 200 0 0,7-1 40 0 0,8-2 8 0 0,6-1-624 0 0,1 0-120 0 0,1 2-24 0 0,-1 1-8 0 0,-5 0-560 0 0,-1 2-184 0 0,-3 2 0 0 0,-1 2 0 0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8:38.70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1 479 6447 0 0,'120'-204'10932'0'0,"-17"-8"-4744"0"0,-103 211-6159 0 0,3-7 63 0 0,1 1 1 0 0,-1 0 0 0 0,1 1 0 0 0,9-12 0 0 0,-12 16-91 0 0,0 1 0 0 0,1 0-1 0 0,-1 0 1 0 0,0 0 0 0 0,1-1 0 0 0,-1 1 0 0 0,0 0 0 0 0,1 1 0 0 0,0-1 0 0 0,-1 0 0 0 0,1 0 0 0 0,-1 1 0 0 0,1-1-1 0 0,0 1 1 0 0,0-1 0 0 0,-1 1 0 0 0,1 0 0 0 0,0-1 0 0 0,0 1 0 0 0,-1 0 0 0 0,1 0 0 0 0,0 1 0 0 0,0-1-1 0 0,-1 0 1 0 0,1 0 0 0 0,3 2 0 0 0,2 1-6 0 0,1 0 1 0 0,-1 1-1 0 0,0 0 1 0 0,0 0-1 0 0,0 1 0 0 0,-1-1 1 0 0,1 1-1 0 0,-1 1 0 0 0,9 10 1 0 0,4 6-17 0 0,21 35 0 0 0,-25-34 32 0 0,-11-17-15 0 0,12 16 23 0 0,-1 2 0 0 0,17 35 0 0 0,-29-53-18 0 0,-1 1 0 0 0,1-1 0 0 0,-1 1 0 0 0,0 0 0 0 0,-1-1-1 0 0,1 1 1 0 0,-1 0 0 0 0,-1 0 0 0 0,1 0 0 0 0,-1 0 0 0 0,0 0 0 0 0,-1 0 0 0 0,0 0 0 0 0,0 0 0 0 0,-2 8 0 0 0,0-10 0 0 0,0 1-1 0 0,0-1 1 0 0,0 1 0 0 0,-1-1-1 0 0,1 0 1 0 0,-1-1-1 0 0,0 1 1 0 0,-1-1 0 0 0,1 1-1 0 0,-1-1 1 0 0,0-1-1 0 0,0 1 1 0 0,0-1 0 0 0,-7 4-1 0 0,-3 1-76 0 0,-1-1 0 0 0,0 0 0 0 0,-30 8 0 0 0,6-8-601 0 0,25-6 324 0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9:17.99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11 25 1983 0 0,'3'0'0'0'0,"3"-1"0"0"0,7-8 0 0 0,-7 5 0 0 0,-4 2 0 0 0,0 1 0 0 0,-1 0 0 0 0,1 0 0 0 0,0 0 0 0 0,0 0 0 0 0,0 0 0 0 0,0 0 0 0 0,4-1 0 0 0,-8 7-22 0 0,1-4 24 0 0,0-1 0 0 0,0 1 0 0 0,1 0 0 0 0,-1-1 0 0 0,0 1-1 0 0,0-1 1 0 0,0 1 0 0 0,0-1 0 0 0,1 0 0 0 0,-1 1 0 0 0,0-1 0 0 0,-1 0 0 0 0,-27-1 246 0 0,13-2-107 0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7:16.78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8 2 455 0 0,'-1'0'27'0'0,"-2"-1"364"0"0,3 1-387 0 0,-1 0 0 0 0,1 0 0 0 0,0 0 1 0 0,0 0-1 0 0,0 0 0 0 0,0 0 0 0 0,0 0 0 0 0,-1 0 0 0 0,1 0 0 0 0,0 0 1 0 0,0 0-1 0 0,0 0 0 0 0,0 0 0 0 0,0 0 0 0 0,0 0 0 0 0,-1 0 0 0 0,1 0 1 0 0,0 0-1 0 0,0 1 0 0 0,0-1 0 0 0,0 0 0 0 0,0 0 0 0 0,0 0 0 0 0,0 0 1 0 0,0 0-1 0 0,-1 0 0 0 0,1 0 0 0 0,0 1 0 0 0,0-1 0 0 0,0 0 0 0 0,0 0 1 0 0,0 0-1 0 0,0 0 0 0 0,0 0 0 0 0,0 1 0 0 0,0-1 0 0 0,0 0 0 0 0,0 0 1 0 0,0 0-1 0 0,0 0 0 0 0,0 0 0 0 0,0 1 0 0 0,0-1 0 0 0,0 0 0 0 0,0 0 1 0 0,0 0-1 0 0,0 0 0 0 0,0 0 0 0 0,0 1 0 0 0,1-1 0 0 0,-1 0 0 0 0,0 0 1 0 0,0 0-1 0 0,0 0 0 0 0,9 37 6 0 0,-8-32-10 0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7:1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48 106 1919 0 0,'-1'-1'97'0'0,"-1"-1"0"0"0,1 0-1 0 0,0 0 1 0 0,0 0-1 0 0,-1 0 1 0 0,1 0-1 0 0,0-1 1 0 0,1 1-1 0 0,-1 0 1 0 0,0 0-1 0 0,0-4 1 0 0,-2-30 866 0 0,-1 0 317 0 0,2 30-1052 0 0,-2 7-92 0 0,4 0-153 0 0,-1 0-1 0 0,0 1 1 0 0,1-1-1 0 0,-1 1 1 0 0,1-1-1 0 0,-1 0 1 0 0,1 1-1 0 0,0-1 1 0 0,-1 4-1 0 0,0 6-64 0 0,-11 75-739 0 0,9-74 821 0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7:17.31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0 1983 0 0,'1'7'406'0'0,"0"-1"0"0"0,0 1 0 0 0,0-1 0 0 0,1 0-1 0 0,0 1 1 0 0,5 10 0 0 0,-3-9 92 0 0,-1 0-1 0 0,0 1 1 0 0,1 9-1 0 0,2-2 159 0 0,-1-3-1569 0 0,-4-2-3466 0 0,-1-10 4280 0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7:17.573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9 49 3223 0 0,'-1'-1'12'0'0,"-6"-22"453"0"0,7 22-355 0 0,0 0 0 0 0,0-1 0 0 0,0 1 0 0 0,0 0 0 0 0,0 0 0 0 0,0-1 0 0 0,1 1 0 0 0,-1 0 0 0 0,0 0 0 0 0,1 0 0 0 0,-1-1 0 0 0,1 1 0 0 0,-1 0 0 0 0,1 0 0 0 0,-1 0 0 0 0,2-1 0 0 0,-2 1-88 0 0,0 1-1 0 0,0 0 1 0 0,0 0-1 0 0,0 0 1 0 0,0 0-1 0 0,0 0 1 0 0,0 0-1 0 0,0 0 0 0 0,0-1 1 0 0,1 1-1 0 0,-1 0 1 0 0,0 0-1 0 0,0 0 1 0 0,0 0-1 0 0,0 0 1 0 0,0 0-1 0 0,0 0 1 0 0,0 0-1 0 0,0 0 1 0 0,0-1-1 0 0,0 1 1 0 0,0 0-1 0 0,1 0 1 0 0,-1 0-1 0 0,0 0 1 0 0,0 0-1 0 0,0 0 1 0 0,0 0-1 0 0,0 0 1 0 0,0 0-1 0 0,0 0 1 0 0,1 0-1 0 0,-1 0 1 0 0,0 0-1 0 0,0 0 1 0 0,0 0-1 0 0,0 0 1 0 0,0 0-1 0 0,0 0 1 0 0,1 0-1 0 0,-1 0 1 0 0,0 0-1 0 0,0 0 1 0 0,0 0-1 0 0,0 0 1 0 0,0 0-1 0 0,0 0 1 0 0,0 0-1 0 0,0 0 0 0 0,1 1 1 0 0,-1-1-1 0 0,0 0 1 0 0,0 0-1 0 0,0 0 1 0 0,0 0-1 0 0,0 0 1 0 0,0 0-1 0 0,0 0 1 0 0,0 0-1 0 0,0 0 1 0 0,0 1-1 0 0,1 13 1002 0 0,-4 89-917 0 0,4-71-189 0 0,-3 48-2159 0 0,2-73-217 0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8:46.983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45 2303 0 0,'2'-3'418'0'0,"-1"0"-1"0"0,0 0 0 0 0,0 0 1 0 0,0 0-1 0 0,-1 0 0 0 0,1-1 1 0 0,-1 1-1 0 0,1 0 0 0 0,-1 0 1 0 0,0 0-1 0 0,0-1 0 0 0,-1-3 1 0 0,3 28 5626 0 0,0-16-5682 0 0,69 180 1526 0 0,-60-148-1888 0 0,-2-1 0 0 0,7 57 0 0 0,-2 76 0 0 0,-13-155 0 0 0,-1-5 42 0 0,1 0 0 0 0,-1-1-1 0 0,-1 1 1 0 0,0 0 0 0 0,0 0 0 0 0,-1-1-1 0 0,0 1 1 0 0,0-1 0 0 0,-1 1-1 0 0,0-1 1 0 0,0 0 0 0 0,-1 0 0 0 0,-6 8-1 0 0,9-14-127 0 0,4-5-270 0 0,3-6-1736 0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8:48.48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28 86 1375 0 0,'0'-4'848'0'0,"0"-1"-1"0"0,1 1 1 0 0,0-1-1 0 0,0 1 1 0 0,2-5-1 0 0,-2 5 259 0 0,0 0 1 0 0,0-1 0 0 0,0 1-1 0 0,1-9 1 0 0,-4 3 1776 0 0,1 10-2834 0 0,1 0 0 0 0,0 0 0 0 0,0 0 0 0 0,0 0 0 0 0,0 0 0 0 0,0 0-1 0 0,0 0 1 0 0,0-1 0 0 0,-1 1 0 0 0,1 0 0 0 0,0 0 0 0 0,0 0 0 0 0,0 0-1 0 0,0 0 1 0 0,0 0 0 0 0,0 0 0 0 0,-1 0 0 0 0,1 0 0 0 0,0 0 0 0 0,0 0 0 0 0,0 0-1 0 0,0 0 1 0 0,0 0 0 0 0,-1 0 0 0 0,1 0 0 0 0,0 0 0 0 0,0 0 0 0 0,0 0 0 0 0,0 0-1 0 0,0 1 1 0 0,0-1 0 0 0,-1 0 0 0 0,1 0 0 0 0,0 0 0 0 0,0 0 0 0 0,0 0-1 0 0,0 0 1 0 0,-2 2 80 0 0,1-1 0 0 0,0 1-1 0 0,0 0 1 0 0,0-1-1 0 0,-1 1 1 0 0,2 0-1 0 0,-1 0 1 0 0,0 0 0 0 0,-1 3-1 0 0,-4 17 19 0 0,-5 23 1 0 0,10-38-104 0 0,0-1 1 0 0,0 1 0 0 0,1 0 0 0 0,-1 0-1 0 0,2-1 1 0 0,-1 1 0 0 0,1 0 0 0 0,3 12 0 0 0,-4-17-26 0 0,1-1 0 0 0,-1 0 0 0 0,1 0 1 0 0,-1 1-1 0 0,1-1 0 0 0,0 0 0 0 0,-1 0 1 0 0,1 0-1 0 0,0 0 0 0 0,0 0 0 0 0,0 0 1 0 0,0 0-1 0 0,0 0 0 0 0,0 0 0 0 0,0 0 1 0 0,0 0-1 0 0,0-1 0 0 0,0 1 0 0 0,3 1 1 0 0,-2-2 17 0 0,0 1 1 0 0,0-1-1 0 0,0 0 1 0 0,0 0-1 0 0,0 1 1 0 0,0-1 0 0 0,1-1-1 0 0,-1 1 1 0 0,0 0-1 0 0,0 0 1 0 0,3-2-1 0 0,5-1 120 0 0,0-1-1 0 0,0 0 0 0 0,-1-1 0 0 0,11-7 1 0 0,-14 9-89 0 0,-2 1-21 0 0,0-1 0 0 0,0 0 0 0 0,0 0 0 0 0,0 0 0 0 0,0 0 0 0 0,-1-1 0 0 0,1 1 0 0 0,-1-1 0 0 0,0 0 0 0 0,0 0 0 0 0,0 0 0 0 0,3-7 0 0 0,-5 7 4 0 0,0 1 1 0 0,0-1-1 0 0,0 1 0 0 0,0-1 1 0 0,0 0-1 0 0,-1 0 1 0 0,0 1-1 0 0,0-1 1 0 0,0 0-1 0 0,0 0 0 0 0,0 1 1 0 0,-1-1-1 0 0,0 0 1 0 0,0 0-1 0 0,0 1 1 0 0,-3-8-1 0 0,3 8-17 0 0,-1 0-1 0 0,1 0 1 0 0,-1 0-1 0 0,0 0 1 0 0,0 0-1 0 0,0 0 0 0 0,0 1 1 0 0,-1-1-1 0 0,1 0 1 0 0,-1 1-1 0 0,1 0 1 0 0,-1 0-1 0 0,-4-3 1 0 0,6 4-31 0 0,-1 1 1 0 0,1-1 0 0 0,-1 1-1 0 0,1-1 1 0 0,-1 1-1 0 0,1 0 1 0 0,-1-1 0 0 0,0 1-1 0 0,1 0 1 0 0,-1 0-1 0 0,1 0 1 0 0,-1 0 0 0 0,0 0-1 0 0,1 1 1 0 0,-1-1-1 0 0,1 0 1 0 0,-1 1 0 0 0,1-1-1 0 0,-1 1 1 0 0,1-1 0 0 0,-1 1-1 0 0,1 0 1 0 0,-1 0-1 0 0,1 0 1 0 0,0 0 0 0 0,-1 0-1 0 0,1 0 1 0 0,0 0-1 0 0,0 0 1 0 0,0 0 0 0 0,-1 2-1 0 0,-4 4 5 0 0,1 1-1 0 0,0 0 1 0 0,0 0-1 0 0,1 1 1 0 0,0-1-1 0 0,0 1 1 0 0,1 0-1 0 0,1 0 1 0 0,-1 0-1 0 0,1 1 1 0 0,1-1 0 0 0,0 0-1 0 0,0 1 1 0 0,1-1-1 0 0,0 1 1 0 0,2 11-1 0 0,-2-19-7 0 0,0-1 0 0 0,0 1 0 0 0,0 0 0 0 0,1-1 0 0 0,-1 1 0 0 0,1-1 0 0 0,-1 1 0 0 0,1-1 0 0 0,-1 1 0 0 0,1-1 0 0 0,0 0 0 0 0,0 1 0 0 0,0-1 0 0 0,0 0 0 0 0,0 1 0 0 0,0-1 0 0 0,0 0 0 0 0,0 0 0 0 0,0 0 0 0 0,1 0 0 0 0,-1 0 0 0 0,0 0 0 0 0,1-1 0 0 0,-1 1 0 0 0,4 1 0 0 0,-3-2 0 0 0,1 1 0 0 0,0-1 0 0 0,0 0 0 0 0,-1 0 0 0 0,1-1 0 0 0,0 1 0 0 0,0 0 0 0 0,-1-1 0 0 0,1 0 0 0 0,0 1 0 0 0,-1-1 0 0 0,1 0 0 0 0,0 0 0 0 0,2-2 0 0 0,1-1 0 0 0,1 1 0 0 0,-1-1 0 0 0,0-1 0 0 0,0 1 0 0 0,0-1 0 0 0,0 0 0 0 0,-1 0 0 0 0,0-1 0 0 0,0 0 0 0 0,0 0 0 0 0,7-12 0 0 0,-10 14 0 0 0,-1 0 0 0 0,1 0 0 0 0,0 0 0 0 0,-1 0 0 0 0,0 0 0 0 0,0 0 0 0 0,0 0 0 0 0,0-1 0 0 0,-1 1 0 0 0,0 0 0 0 0,0 0 0 0 0,0-1 0 0 0,0 1 0 0 0,-1 0 0 0 0,1 0 0 0 0,-1-1 0 0 0,0 1 0 0 0,-1 0 0 0 0,1 0 0 0 0,-1 0 0 0 0,1 0 0 0 0,-4-5 0 0 0,4 8 1 0 0,0 0 0 0 0,1-1 0 0 0,-1 1 0 0 0,0 0 0 0 0,0 0-1 0 0,0 0 1 0 0,0 0 0 0 0,0 0 0 0 0,0 0 0 0 0,0 0 0 0 0,-1 0 0 0 0,1 0-1 0 0,0 0 1 0 0,0 1 0 0 0,-1-1 0 0 0,1 0 0 0 0,0 1 0 0 0,-1-1 0 0 0,1 1 0 0 0,-1 0-1 0 0,1-1 1 0 0,-3 1 0 0 0,1 0 3 0 0,1 0-1 0 0,-1 1 0 0 0,1-1 1 0 0,0 1-1 0 0,-1 0 0 0 0,1 0 1 0 0,0 0-1 0 0,-1 0 1 0 0,1 0-1 0 0,0 0 0 0 0,0 0 1 0 0,-3 3-1 0 0,-1 2 5 0 0,0-1 0 0 0,0 1 0 0 0,0 0 0 0 0,1 0 0 0 0,0 1 0 0 0,0 0 0 0 0,-4 8 0 0 0,7-11-5 0 0,0 0 0 0 0,0 1 1 0 0,1-1-1 0 0,0 0 0 0 0,0 1 0 0 0,0-1 0 0 0,0 0 0 0 0,0 1 1 0 0,1-1-1 0 0,0 1 0 0 0,1 7 0 0 0,-1-9-2 0 0,1 0 1 0 0,0 0-1 0 0,-1 0 1 0 0,1-1-1 0 0,0 1 0 0 0,1 0 1 0 0,-1-1-1 0 0,0 1 0 0 0,1-1 1 0 0,-1 1-1 0 0,1-1 1 0 0,0 1-1 0 0,0-1 0 0 0,0 0 1 0 0,0 0-1 0 0,0 0 0 0 0,0 0 1 0 0,5 2-1 0 0,-3-2-1 0 0,-1 0 0 0 0,1 0 0 0 0,0 0 0 0 0,0-1 0 0 0,-1 1 0 0 0,1-1 0 0 0,0 0 0 0 0,0 0 0 0 0,0-1 0 0 0,1 1 0 0 0,-1-1 0 0 0,0 0 0 0 0,0 0 0 0 0,0 0 0 0 0,0-1 0 0 0,0 1 0 0 0,0-1 0 0 0,0 0 0 0 0,0 0 0 0 0,0 0 0 0 0,0-1 0 0 0,-1 1 0 0 0,1-1 0 0 0,0 0 0 0 0,-1 0 0 0 0,1 0 0 0 0,-1-1 0 0 0,0 1 0 0 0,0-1 0 0 0,0 0 0 0 0,0 0 0 0 0,0 0 0 0 0,0 0 0 0 0,-1 0 0 0 0,0-1 0 0 0,0 1 0 0 0,0-1 0 0 0,0 0 0 0 0,0 1 0 0 0,-1-1 0 0 0,1 0 0 0 0,0-5 0 0 0,-1 7 0 0 0,-1-1 0 0 0,1 1 0 0 0,-1-1 0 0 0,0 1 0 0 0,0-1 0 0 0,0 1 0 0 0,0-1 0 0 0,-1 1 0 0 0,1 0 0 0 0,0-1 0 0 0,-1 1 0 0 0,0-1 0 0 0,0 1 0 0 0,0 0 0 0 0,0 0 0 0 0,0-1 0 0 0,0 1 0 0 0,0 0 0 0 0,-1 0 0 0 0,1 0 0 0 0,-1 0 0 0 0,1 0 0 0 0,-1 1 0 0 0,0-1 0 0 0,0 0 0 0 0,0 1 0 0 0,0-1 0 0 0,0 1 0 0 0,0 0 0 0 0,-3-2 0 0 0,2 2 0 0 0,-1 0 0 0 0,1 0 0 0 0,0 0 0 0 0,-1 0 0 0 0,1 1 0 0 0,-1-1 0 0 0,1 1 0 0 0,-1 0 0 0 0,1 0 0 0 0,0 0 0 0 0,-1 0 0 0 0,1 1 0 0 0,-1 0 0 0 0,1-1 0 0 0,-1 1 0 0 0,1 1 0 0 0,0-1 0 0 0,0 0 0 0 0,0 1 0 0 0,0-1 0 0 0,-3 3 0 0 0,1 0 4 0 0,0 1 0 0 0,0 0 0 0 0,1 0 0 0 0,0 0 0 0 0,0 0 0 0 0,0 1 0 0 0,0-1 0 0 0,1 1 0 0 0,0 0 0 0 0,0 0 0 0 0,1 0 0 0 0,0 1 0 0 0,0-1 0 0 0,0 1 0 0 0,1-1 0 0 0,-1 13 0 0 0,1-14 0 0 0,1-1 0 0 0,0 1 0 0 0,1 0 0 0 0,-1-1 0 0 0,1 1 0 0 0,-1-1-1 0 0,1 1 1 0 0,1-1 0 0 0,-1 1 0 0 0,1-1 0 0 0,2 6 0 0 0,-2-8-3 0 0,-1 1 0 0 0,1-1 0 0 0,0 1 1 0 0,0-1-1 0 0,0 1 0 0 0,1-1 0 0 0,-1 0 0 0 0,0 0 1 0 0,1 0-1 0 0,-1-1 0 0 0,1 1 0 0 0,0 0 0 0 0,0-1 0 0 0,0 0 1 0 0,-1 0-1 0 0,1 1 0 0 0,6 0 0 0 0,-5-2-1 0 0,0 1 0 0 0,0-1 0 0 0,0 0 0 0 0,0 0 0 0 0,0 0 0 0 0,0 0 0 0 0,0-1 0 0 0,0 1 0 0 0,0-1 0 0 0,-1 0 0 0 0,1 0 0 0 0,0-1 0 0 0,0 1 0 0 0,-1-1 0 0 0,1 0 0 0 0,0 0 0 0 0,-1 0 0 0 0,0 0 0 0 0,0-1 0 0 0,0 1 0 0 0,0-1 0 0 0,0 0 0 0 0,0 0 0 0 0,0 0 0 0 0,-1 0 0 0 0,0 0 0 0 0,1 0 0 0 0,-1-1 0 0 0,-1 0 0 0 0,1 1 0 0 0,0-1 0 0 0,-1 0 0 0 0,0 1 0 0 0,0-1 0 0 0,0 0 0 0 0,0 0 0 0 0,0-5 0 0 0,-1 2 0 0 0,-1 1 0 0 0,1 0 0 0 0,-1-1 0 0 0,0 1 0 0 0,-1 0 0 0 0,-2-8 0 0 0,3 11 0 0 0,0 1 0 0 0,0 0 0 0 0,0-1 0 0 0,-1 1 0 0 0,1 0 0 0 0,-1-1 0 0 0,1 1 0 0 0,-1 0 0 0 0,1 0 0 0 0,-1 0 0 0 0,0 1 0 0 0,0-1 0 0 0,0 0 0 0 0,0 1 0 0 0,-1-1 0 0 0,1 1 0 0 0,0 0 0 0 0,-3-2 0 0 0,4 3 0 0 0,0 0 0 0 0,1 0 0 0 0,-1-1 0 0 0,0 1 0 0 0,1 0 0 0 0,-1 0 0 0 0,0 0 0 0 0,1 0 0 0 0,-1 0 0 0 0,0 0 0 0 0,1 0 0 0 0,-1 0 0 0 0,0 0 0 0 0,1 1 0 0 0,-1-1 0 0 0,0 0 0 0 0,1 0 0 0 0,-1 1 0 0 0,0-1 0 0 0,1 0 0 0 0,-1 1 0 0 0,1-1 0 0 0,-2 1 0 0 0,1 0 0 0 0,0 0 0 0 0,0 1 0 0 0,0-1 0 0 0,1 0 0 0 0,-1 0 0 0 0,0 1 0 0 0,0-1 0 0 0,1 1 0 0 0,-1-1 0 0 0,0 2 0 0 0,0 2 0 0 0,0-1 0 0 0,0 1 0 0 0,1-1 0 0 0,-1 1 0 0 0,2 9 0 0 0,-1-7-62 0 0,1 0 1 0 0,1 0-1 0 0,-1 0 0 0 0,1 0 1 0 0,1 0-1 0 0,3 8 0 0 0,-4-11-434 0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8:49.526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163 127 2303 0 0,'-1'-4'269'0'0,"0"0"-1"0"0,1 0 1 0 0,-1 0-1 0 0,1 0 1 0 0,0 0-1 0 0,0-1 1 0 0,0 1-1 0 0,0 0 0 0 0,2-4 1 0 0,-1-5 770 0 0,0-1 324 0 0,0 9-565 0 0,0-1-1 0 0,-1 1 1 0 0,0-1-1 0 0,0 1 1 0 0,0-1-1 0 0,-3-10 1 0 0,3 16-715 0 0,0 0 1 0 0,0-1-1 0 0,0 1 1 0 0,-1 0 0 0 0,1-1-1 0 0,0 1 1 0 0,0 0-1 0 0,-1-1 1 0 0,1 1-1 0 0,0 0 1 0 0,0 0 0 0 0,-1-1-1 0 0,1 1 1 0 0,0 0-1 0 0,-1 0 1 0 0,1-1-1 0 0,0 1 1 0 0,-1 0 0 0 0,1 0-1 0 0,0 0 1 0 0,-1 0-1 0 0,1 0 1 0 0,0-1-1 0 0,-1 1 1 0 0,1 0 0 0 0,-1 0-1 0 0,1 0 1 0 0,0 0-1 0 0,-1 0 1 0 0,1 0 0 0 0,-1 0-1 0 0,1 0 1 0 0,0 0-1 0 0,-1 1 1 0 0,1-1-1 0 0,0 0 1 0 0,-1 0 0 0 0,1 0-1 0 0,0 0 1 0 0,-1 0-1 0 0,1 1 1 0 0,0-1-1 0 0,-1 0 1 0 0,1 0 0 0 0,0 1-1 0 0,-1-1 1 0 0,1 0-1 0 0,0 1 1 0 0,-1-1-1 0 0,-17 18 1640 0 0,16-16-1566 0 0,-15 19 197 0 0,1 1-1 0 0,1 1 1 0 0,1 1 0 0 0,-12 27-1 0 0,23-46-342 0 0,-3 7 44 0 0,1-1-1 0 0,0 1 1 0 0,-4 15 0 0 0,8-25-49 0 0,0 1 1 0 0,1-1-1 0 0,-1 0 1 0 0,1 1-1 0 0,0-1 1 0 0,-1 0-1 0 0,1 1 1 0 0,0-1-1 0 0,1 1 1 0 0,-1-1-1 0 0,0 0 1 0 0,1 1-1 0 0,-1-1 1 0 0,1 0-1 0 0,0 1 1 0 0,-1-1-1 0 0,1 0 1 0 0,0 0-1 0 0,1 0 1 0 0,-1 0-1 0 0,0 0 1 0 0,1 0-1 0 0,-1 0 1 0 0,2 2-1 0 0,-1-3-6 0 0,0 0 0 0 0,0 1 0 0 0,-1-1 0 0 0,1 0 0 0 0,0 0 0 0 0,0 0 0 0 0,0-1 0 0 0,0 1 0 0 0,0 0 0 0 0,0-1 0 0 0,0 0 0 0 0,0 1 0 0 0,0-1 0 0 0,1 0 0 0 0,-1 0 0 0 0,0 0 0 0 0,0 0 0 0 0,0 0 0 0 0,0-1 0 0 0,0 1 0 0 0,0 0 0 0 0,0-1 0 0 0,0 0 0 0 0,0 0 0 0 0,0 1 0 0 0,0-1 0 0 0,0 0 0 0 0,0 0 0 0 0,-1-1 0 0 0,4-1 0 0 0,0-1 0 0 0,1-1 0 0 0,-1 0 0 0 0,0 0 0 0 0,0 0 0 0 0,0-1 0 0 0,-1 1 0 0 0,6-11 0 0 0,-5 6 51 0 0,0 0 0 0 0,-1 0 0 0 0,0 0 0 0 0,-1-1-1 0 0,0 1 1 0 0,-1-1 0 0 0,2-15 0 0 0,-3 21-27 0 0,-1 1 1 0 0,0-1-1 0 0,0 0 0 0 0,0 1 1 0 0,0-1-1 0 0,-1 0 0 0 0,0 1 1 0 0,0-1-1 0 0,0 0 0 0 0,0 1 1 0 0,-1 0-1 0 0,0-1 0 0 0,0 1 1 0 0,0 0-1 0 0,0 0 0 0 0,0 0 1 0 0,-1 0-1 0 0,0 0 0 0 0,-4-5 0 0 0,5 8 0 0 0,1 0-1 0 0,0 0 0 0 0,-1 0 1 0 0,1 0-1 0 0,-1 1 0 0 0,1-1 0 0 0,-1 0 1 0 0,0 0-1 0 0,1 1 0 0 0,-1-1 0 0 0,0 1 1 0 0,1 0-1 0 0,-1-1 0 0 0,0 1 0 0 0,0 0 1 0 0,1 0-1 0 0,-1 0 0 0 0,-3 0 0 0 0,2 1-6 0 0,0 0-1 0 0,0 0 0 0 0,-1 0 0 0 0,1 0 1 0 0,0 1-1 0 0,0-1 0 0 0,0 1 0 0 0,1 0 1 0 0,-5 2-1 0 0,1 1-11 0 0,1 1 0 0 0,-1-1-1 0 0,1 1 1 0 0,0 0 0 0 0,0 0 0 0 0,0 0-1 0 0,-6 13 1 0 0,8-12-4 0 0,0-1 1 0 0,1 1-1 0 0,0 0 0 0 0,0 0 1 0 0,1 0-1 0 0,-1 0 0 0 0,1 0 1 0 0,1 0-1 0 0,0 1 0 0 0,0-1 1 0 0,0 0-1 0 0,2 8 0 0 0,-2-12 1 0 0,1 0 0 0 0,0 0-1 0 0,0 1 1 0 0,0-1 0 0 0,0 0-1 0 0,1 0 1 0 0,-1 0 0 0 0,1 0-1 0 0,0 0 1 0 0,0-1 0 0 0,0 1-1 0 0,0 0 1 0 0,0-1 0 0 0,1 0-1 0 0,-1 1 1 0 0,1-1 0 0 0,-1 0-1 0 0,1 0 1 0 0,0 0 0 0 0,0-1-1 0 0,0 1 1 0 0,0-1 0 0 0,0 1-1 0 0,0-1 1 0 0,0 0 0 0 0,1 0-1 0 0,5 0 1 0 0,-6 0-2 0 0,0-1 0 0 0,1 1 0 0 0,-1-1 0 0 0,1 0 0 0 0,-1 0 0 0 0,1-1 0 0 0,-1 1 0 0 0,0-1 0 0 0,1 1 0 0 0,-1-1 0 0 0,0 0 0 0 0,1 0 0 0 0,-1-1 0 0 0,0 1 0 0 0,0-1 0 0 0,0 1 0 0 0,0-1 0 0 0,0 0 0 0 0,0 0 0 0 0,-1 0 0 0 0,1-1 0 0 0,-1 1 0 0 0,1-1 0 0 0,-1 1 0 0 0,4-6 0 0 0,-4 3 0 0 0,1 0 0 0 0,0 0 0 0 0,-1 0 0 0 0,0 0 0 0 0,-1 0 0 0 0,1-1 0 0 0,-1 1 0 0 0,0-1 0 0 0,0 1 0 0 0,0-1 0 0 0,-1 1 0 0 0,0-1 0 0 0,0 0 0 0 0,-1 1 0 0 0,0-7 0 0 0,-1 5 0 0 0,0 0 0 0 0,0 1 0 0 0,0 0 0 0 0,-1 0 0 0 0,0-1 0 0 0,0 1 0 0 0,0 1 0 0 0,-6-8 0 0 0,7 11 0 0 0,1 1 0 0 0,0-1 0 0 0,-1 1 0 0 0,1-1 0 0 0,-1 1 0 0 0,1 0 0 0 0,-1 0 0 0 0,0-1 0 0 0,1 1 0 0 0,-1 1 0 0 0,0-1 0 0 0,0 0 0 0 0,-3-1 0 0 0,3 2 0 0 0,1 0 0 0 0,-1 0 0 0 0,0 0 0 0 0,1 0 0 0 0,-1 0 0 0 0,1 1 0 0 0,-1-1 0 0 0,1 0 0 0 0,0 1 0 0 0,-1-1 0 0 0,1 1 0 0 0,-1-1 0 0 0,1 1 0 0 0,0 0 0 0 0,-1 0 0 0 0,1 0 0 0 0,0 0 0 0 0,0 0 0 0 0,0 0 0 0 0,-2 2 0 0 0,-1 1 0 0 0,0 1 0 0 0,0-1 0 0 0,1 1 0 0 0,0 0 0 0 0,0 0 0 0 0,0 0 0 0 0,0 1 0 0 0,1-1 0 0 0,0 0 0 0 0,0 1 0 0 0,1 0 0 0 0,-2 10 0 0 0,2-13 0 0 0,1 1 0 0 0,0 0 0 0 0,0-1 0 0 0,0 1 0 0 0,0-1 0 0 0,0 1 0 0 0,1-1 0 0 0,0 1 0 0 0,0-1 0 0 0,0 0 0 0 0,0 1 0 0 0,0-1 0 0 0,0 0 0 0 0,1 0 0 0 0,0 0 0 0 0,0 1 0 0 0,0-2 0 0 0,0 1 0 0 0,0 0 0 0 0,0 0 0 0 0,1-1 0 0 0,4 4 0 0 0,-5-4 0 0 0,-1-1 0 0 0,1 0 0 0 0,0 0 0 0 0,-1 0 0 0 0,1 0 0 0 0,0-1 0 0 0,0 1 0 0 0,0 0 0 0 0,0-1 0 0 0,0 1 0 0 0,0-1 0 0 0,0 0 0 0 0,0 0 0 0 0,0 1 0 0 0,0-1 0 0 0,0-1 0 0 0,0 1 0 0 0,0 0 0 0 0,0 0 0 0 0,0-1 0 0 0,0 1 0 0 0,0-1 0 0 0,-1 0 0 0 0,1 1 0 0 0,0-1 0 0 0,0 0 0 0 0,0 0 0 0 0,-1 0 0 0 0,1 0 0 0 0,0 0 0 0 0,1-3 0 0 0,-1 2 0 0 0,1 0 0 0 0,-1 0 0 0 0,0-1 0 0 0,0 1 0 0 0,-1-1 0 0 0,1 1 0 0 0,0-1 0 0 0,-1 0 0 0 0,0 0 0 0 0,0 0 0 0 0,0 0 0 0 0,0 1 0 0 0,0-1 0 0 0,0-1 0 0 0,-1 1 0 0 0,1 0 0 0 0,-1 0 0 0 0,0 0 0 0 0,0 0 0 0 0,-1-4 0 0 0,0 0 4 0 0,0-1-1 0 0,-1 0 0 0 0,-1 1 1 0 0,-5-13-1 0 0,8 18 0 0 0,-1 0-1 0 0,0 0 1 0 0,0 0 0 0 0,-1 0-1 0 0,1 0 1 0 0,0 0-1 0 0,-1 1 1 0 0,1-1 0 0 0,-1 0-1 0 0,1 1 1 0 0,-1-1 0 0 0,0 1-1 0 0,1 0 1 0 0,-1-1-1 0 0,0 1 1 0 0,0 0 0 0 0,0 0-1 0 0,0 0 1 0 0,0 0 0 0 0,-1 1-1 0 0,-1-1 1 0 0,2 1 6 0 0,0 0 1 0 0,0 0 0 0 0,0 0-1 0 0,0 1 1 0 0,0-1-1 0 0,0 1 1 0 0,0-1 0 0 0,0 1-1 0 0,1 0 1 0 0,-1 0-1 0 0,0 0 1 0 0,0 0-1 0 0,1 0 1 0 0,-1 0 0 0 0,0 1-1 0 0,1-1 1 0 0,-1 0-1 0 0,1 1 1 0 0,0-1 0 0 0,-1 1-1 0 0,1-1 1 0 0,0 1-1 0 0,0 0 1 0 0,-1 3 0 0 0,-3 4 20 0 0,1 0 1 0 0,0 0 0 0 0,-4 15-1 0 0,7-18-28 0 0,-1 0-1 0 0,1 0 0 0 0,0 0 1 0 0,1 1-1 0 0,0-1 0 0 0,0 0 1 0 0,0 0-1 0 0,1 0 0 0 0,1 7 1 0 0,-2-10-2 0 0,1 0 0 0 0,0 0-1 0 0,-1-1 1 0 0,1 1 0 0 0,0 0 0 0 0,1-1 0 0 0,-1 1 0 0 0,0-1 0 0 0,1 1 0 0 0,-1-1 0 0 0,1 0-1 0 0,0 0 1 0 0,0 0 0 0 0,0 0 0 0 0,0 0 0 0 0,0 0 0 0 0,0 0 0 0 0,1 0 0 0 0,-1-1 0 0 0,1 1-1 0 0,-1-1 1 0 0,4 1 0 0 0,4-1-1605 0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8:57.479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215 191 455 0 0,'0'-5'141'0'0,"0"0"-1"0"0,0-1 0 0 0,0 1 0 0 0,0 0 0 0 0,-1 0 0 0 0,0 0 0 0 0,0 0 1 0 0,0 0-1 0 0,-3-6 0 0 0,4 9-83 0 0,-1 0 0 0 0,0 0-1 0 0,0 0 1 0 0,0 1 0 0 0,0-1 0 0 0,0 1 0 0 0,0-1 0 0 0,-1 1 0 0 0,1-1 0 0 0,0 1-1 0 0,-1-1 1 0 0,1 1 0 0 0,-1 0 0 0 0,1 0 0 0 0,-1 0 0 0 0,-3-2 0 0 0,2 2-34 0 0,0 0 1 0 0,-1 0 0 0 0,1 1-1 0 0,0-1 1 0 0,0 1 0 0 0,-1-1-1 0 0,1 1 1 0 0,0 0-1 0 0,-5 1 1 0 0,0 0 59 0 0,-1 1 0 0 0,1-1 0 0 0,0 2 0 0 0,-1-1 0 0 0,1 1 0 0 0,-14 8 0 0 0,18-8 14 0 0,1-1 1 0 0,0 1 0 0 0,0 0-1 0 0,0 0 1 0 0,0 0 0 0 0,0 0 0 0 0,0 0-1 0 0,1 1 1 0 0,0-1 0 0 0,0 1-1 0 0,0 0 1 0 0,0-1 0 0 0,0 1-1 0 0,1 0 1 0 0,0 0 0 0 0,-2 6-1 0 0,3-7-60 0 0,-1 0 0 0 0,0 0-1 0 0,1-1 1 0 0,0 1-1 0 0,0 0 1 0 0,0 0 0 0 0,0 0-1 0 0,0 0 1 0 0,0 0-1 0 0,1-1 1 0 0,-1 1 0 0 0,1 0-1 0 0,0 0 1 0 0,0-1 0 0 0,0 1-1 0 0,0 0 1 0 0,0-1-1 0 0,1 1 1 0 0,-1-1 0 0 0,1 1-1 0 0,0-1 1 0 0,-1 0-1 0 0,1 0 1 0 0,4 4 0 0 0,-4-5-5 0 0,-1 0 1 0 0,1 0 0 0 0,0 0-1 0 0,0 0 1 0 0,-1-1 0 0 0,1 1-1 0 0,0 0 1 0 0,0-1 0 0 0,0 0-1 0 0,0 1 1 0 0,0-1-1 0 0,0 0 1 0 0,0 0 0 0 0,-1 0-1 0 0,1 0 1 0 0,0 0 0 0 0,0 0-1 0 0,0-1 1 0 0,0 1 0 0 0,0-1-1 0 0,0 1 1 0 0,0-1 0 0 0,-1 0-1 0 0,1 1 1 0 0,0-1-1 0 0,-1 0 1 0 0,1 0 0 0 0,0 0-1 0 0,-1-1 1 0 0,1 1 0 0 0,2-3-1 0 0,-1 1 54 0 0,0-1-1 0 0,1 0 0 0 0,-2 1 1 0 0,1-1-1 0 0,0 0 1 0 0,-1-1-1 0 0,0 1 0 0 0,1 0 1 0 0,-2-1-1 0 0,1 1 1 0 0,2-10-1 0 0,-2 0 106 0 0,0 0 0 0 0,-1 0 0 0 0,0 0 0 0 0,-1 0 0 0 0,-1 0 0 0 0,-5-27 0 0 0,6 40-183 0 0,0-1 0 0 0,0 1 0 0 0,-1-1 0 0 0,1 1 0 0 0,-1-1 0 0 0,0 1 0 0 0,1-1 0 0 0,-1 1 0 0 0,0 0 0 0 0,0-1 0 0 0,0 1 0 0 0,0 0 0 0 0,0 0 0 0 0,0-1-1 0 0,0 1 1 0 0,0 0 0 0 0,0 0 0 0 0,0 0 0 0 0,-1 1 0 0 0,1-1 0 0 0,-2-1 0 0 0,1 2 8 0 0,0-1-1 0 0,1 1 1 0 0,-1 0-1 0 0,0 0 1 0 0,0 0 0 0 0,0 0-1 0 0,0 0 1 0 0,0 0-1 0 0,0 0 1 0 0,1 1-1 0 0,-1-1 1 0 0,0 1 0 0 0,0-1-1 0 0,0 1 1 0 0,-1 0-1 0 0,-4 3 31 0 0,0 0 0 0 0,0 1-1 0 0,0-1 1 0 0,0 1 0 0 0,1 1 0 0 0,-10 10-1 0 0,12-11-40 0 0,0 0 0 0 0,1 0 0 0 0,-1 0 0 0 0,1 1 0 0 0,0-1 0 0 0,1 1 0 0 0,-1 0 0 0 0,1 0 0 0 0,0 0 0 0 0,1 0 0 0 0,-2 11 0 0 0,3-14-1 0 0,-1 0-1 0 0,1 0 0 0 0,0 0 0 0 0,0 0 0 0 0,0 0 1 0 0,0 1-1 0 0,1-1 0 0 0,-1 0 0 0 0,1 0 1 0 0,0 0-1 0 0,0 0 0 0 0,0 0 0 0 0,0-1 1 0 0,0 1-1 0 0,1 0 0 0 0,-1 0 0 0 0,1-1 0 0 0,0 1 1 0 0,0-1-1 0 0,0 1 0 0 0,0-1 0 0 0,0 0 1 0 0,1 0-1 0 0,-1 0 0 0 0,4 3 0 0 0,-3-4 33 0 0,-1 0 0 0 0,0 0 0 0 0,0 0-1 0 0,0 0 1 0 0,1 0 0 0 0,-1 0 0 0 0,0-1-1 0 0,1 1 1 0 0,-1-1 0 0 0,1 0 0 0 0,-1 0-1 0 0,0 1 1 0 0,1-2 0 0 0,-1 1 0 0 0,1 0-1 0 0,-1 0 1 0 0,0-1 0 0 0,1 1 0 0 0,-1-1-1 0 0,0 0 1 0 0,1 0 0 0 0,-1 0 0 0 0,0 0-1 0 0,0 0 1 0 0,0 0 0 0 0,0-1 0 0 0,0 1-1 0 0,0-1 1 0 0,0 1 0 0 0,0-1-1 0 0,2-3 1 0 0,1-1 29 0 0,0 0-1 0 0,-1 0 1 0 0,1-1-1 0 0,-1 0 0 0 0,-1 0 1 0 0,1 0-1 0 0,-1-1 1 0 0,2-10-1 0 0,-1 4 97 0 0,0-1 0 0 0,2-27 0 0 0,-6 37-134 0 0,1 0 1 0 0,-1-1 0 0 0,-1 1-1 0 0,1 0 1 0 0,-1 0 0 0 0,1 0-1 0 0,-2 0 1 0 0,1 0 0 0 0,0 0 0 0 0,-1 0-1 0 0,-4-8 1 0 0,5 12-21 0 0,0-1 0 0 0,0 1 0 0 0,-1 0 0 0 0,1 0 0 0 0,0 0-1 0 0,0 0 1 0 0,-1 0 0 0 0,1 1 0 0 0,-1-1 0 0 0,1 0 0 0 0,0 0 0 0 0,-1 1 0 0 0,0-1 0 0 0,1 1 0 0 0,-1 0 0 0 0,1-1 0 0 0,-1 1 0 0 0,1 0-1 0 0,-1 0 1 0 0,0 0 0 0 0,1 0 0 0 0,-1 0 0 0 0,1 0 0 0 0,-1 1 0 0 0,1-1 0 0 0,-1 0 0 0 0,0 1 0 0 0,1-1 0 0 0,-3 2 0 0 0,-1 0-19 0 0,0 0 1 0 0,0 0 0 0 0,0 1-1 0 0,0 0 1 0 0,1 0 0 0 0,-1 0 0 0 0,-6 6-1 0 0,9-7-33 0 0,0 0-1 0 0,0 1 1 0 0,0 0-1 0 0,0-1 0 0 0,0 1 1 0 0,1 0-1 0 0,-1 0 1 0 0,1 0-1 0 0,0 0 0 0 0,0 0 1 0 0,0 0-1 0 0,0 0 1 0 0,0 0-1 0 0,1 0 1 0 0,-1 1-1 0 0,1-1 0 0 0,0 0 1 0 0,0 0-1 0 0,0 1 1 0 0,1 5-1 0 0,7 11-4341 0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8:59.33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134 193 455 0 0,'38'-32'1605'0'0,"-27"24"-959"0"0,0-2 1 0 0,16-15 0 0 0,-24 22-455 0 0,-1-1 1 0 0,1 1 0 0 0,-1 0 0 0 0,0-1-1 0 0,0 0 1 0 0,0 0 0 0 0,0 1 0 0 0,0-1-1 0 0,-1 0 1 0 0,0 0 0 0 0,0 0 0 0 0,0-1-1 0 0,0-4 1 0 0,-1 7-94 0 0,0 0 1 0 0,0-1-1 0 0,0 1 0 0 0,0 0 0 0 0,0 0 0 0 0,-1-1 1 0 0,1 1-1 0 0,-1 0 0 0 0,0 0 0 0 0,0 0 1 0 0,0 0-1 0 0,0 0 0 0 0,0 0 0 0 0,0 0 0 0 0,0 0 1 0 0,0 0-1 0 0,-1 0 0 0 0,1 1 0 0 0,-1-1 1 0 0,0 0-1 0 0,1 1 0 0 0,-1-1 0 0 0,0 1 0 0 0,0 0 1 0 0,0 0-1 0 0,0 0 0 0 0,0 0 0 0 0,0 0 1 0 0,0 0-1 0 0,0 0 0 0 0,0 0 0 0 0,-3 0 0 0 0,-1 0-45 0 0,1 0 0 0 0,-1 0-1 0 0,1 1 1 0 0,-1 0 0 0 0,1-1-1 0 0,-1 2 1 0 0,1-1 0 0 0,-1 1-1 0 0,1 0 1 0 0,0 0 0 0 0,-1 0-1 0 0,-5 3 1 0 0,1 0-22 0 0,1 1-1 0 0,-1 1 1 0 0,1-1 0 0 0,1 1 0 0 0,-1 1-1 0 0,1-1 1 0 0,0 2 0 0 0,1-1 0 0 0,-1 1-1 0 0,-11 16 1 0 0,17-20-2 0 0,-1 0-1 0 0,1 0 1 0 0,0 0-1 0 0,0 0 1 0 0,0 1-1 0 0,0-1 1 0 0,1 0 0 0 0,-1 1-1 0 0,1-1 1 0 0,0 1-1 0 0,1 0 1 0 0,-1-1 0 0 0,1 1-1 0 0,0 0 1 0 0,0-1-1 0 0,1 1 1 0 0,-1-1-1 0 0,1 1 1 0 0,0 0 0 0 0,0-1-1 0 0,0 1 1 0 0,1-1-1 0 0,0 0 1 0 0,0 1 0 0 0,0-1-1 0 0,0 0 1 0 0,3 4-1 0 0,2 1 12 0 0,0 0-1 0 0,0-1 0 0 0,1 1 1 0 0,15 11-1 0 0,-19-17-16 0 0,0 0-1 0 0,0 0 0 0 0,0-1 0 0 0,1 1 1 0 0,-1-1-1 0 0,1 0 0 0 0,-1 0 1 0 0,1-1-1 0 0,0 1 0 0 0,0-1 0 0 0,0 0 1 0 0,0-1-1 0 0,5 1 0 0 0,-6-1 11 0 0,0-1 0 0 0,0 1 0 0 0,0-1 0 0 0,0 0 0 0 0,-1 0 0 0 0,1-1 0 0 0,0 1 0 0 0,-1-1 0 0 0,1 0 0 0 0,-1 0 0 0 0,1 0 0 0 0,-1 0-1 0 0,0-1 1 0 0,0 1 0 0 0,0-1 0 0 0,0 0 0 0 0,-1 0 0 0 0,1 0 0 0 0,-1 0 0 0 0,4-7 0 0 0,-1 3 6 0 0,-1-1 0 0 0,0 1 0 0 0,-1-1 0 0 0,0 0 0 0 0,0 0-1 0 0,0-1 1 0 0,-1 1 0 0 0,2-14 0 0 0,-3 11 2 0 0,-1 0 0 0 0,0 0 0 0 0,-1 0 0 0 0,0 0 0 0 0,0 0 0 0 0,-4-10 0 0 0,4 17-17 0 0,0 0 0 0 0,0 0 0 0 0,-1 0 0 0 0,1 0 0 0 0,-1 1 0 0 0,0-1 0 0 0,0 0 0 0 0,0 1 0 0 0,-1-1 0 0 0,1 1 0 0 0,-1 0 0 0 0,0 0 0 0 0,0 0 0 0 0,0 0 0 0 0,0 1-1 0 0,0-1 1 0 0,0 1 0 0 0,-8-4 0 0 0,9 5-14 0 0,-1 0-1 0 0,1 0 1 0 0,0 1 0 0 0,0-1-1 0 0,-1 1 1 0 0,1 0-1 0 0,0-1 1 0 0,-1 1 0 0 0,1 0-1 0 0,0 0 1 0 0,-1 1-1 0 0,1-1 1 0 0,-1 0 0 0 0,1 1-1 0 0,-4 1 1 0 0,2-1-5 0 0,1 1 0 0 0,-1 0 1 0 0,1 0-1 0 0,-1 0 0 0 0,1 1 0 0 0,0-1 1 0 0,0 1-1 0 0,-5 4 0 0 0,2 1-2 0 0,0-1 0 0 0,1 1 0 0 0,0 0-1 0 0,0 0 1 0 0,1 1 0 0 0,0 0 0 0 0,-4 9-1 0 0,7-14-3 0 0,0 1 0 0 0,0-1-1 0 0,0 0 1 0 0,0 1 0 0 0,1-1-1 0 0,-1 0 1 0 0,1 1 0 0 0,0-1-1 0 0,1 1 1 0 0,-1-1 0 0 0,1 0-1 0 0,0 1 1 0 0,0-1 0 0 0,0 0-1 0 0,0 0 1 0 0,5 8 0 0 0,-5-9 2 0 0,1-1 1 0 0,0 1-1 0 0,0-1 1 0 0,-1 0 0 0 0,2 0-1 0 0,-1 0 1 0 0,0 0-1 0 0,0 0 1 0 0,1 0-1 0 0,-1-1 1 0 0,1 1 0 0 0,-1-1-1 0 0,1 1 1 0 0,-1-1-1 0 0,1 0 1 0 0,0 0-1 0 0,0 0 1 0 0,0-1 0 0 0,0 1-1 0 0,0-1 1 0 0,-1 1-1 0 0,1-1 1 0 0,0 0 0 0 0,0 0-1 0 0,0-1 1 0 0,4 1-1 0 0,0-2 14 0 0,1 1 0 0 0,-1-1 0 0 0,1 0 0 0 0,-1-1-1 0 0,0 0 1 0 0,0 0 0 0 0,0 0 0 0 0,0-1 0 0 0,-1 0 0 0 0,1 0 0 0 0,-1-1-1 0 0,0 0 1 0 0,0 0 0 0 0,6-8 0 0 0,-7 8-1 0 0,-1-1 1 0 0,0 1-1 0 0,0-1 1 0 0,0 0-1 0 0,-1 0 1 0 0,0 0 0 0 0,0 0-1 0 0,0 0 1 0 0,-1-1-1 0 0,0 1 1 0 0,0-1-1 0 0,-1 0 1 0 0,0 1-1 0 0,0-1 1 0 0,-1 0-1 0 0,0-10 1 0 0,1 16-8 0 0,-2-1 0 0 0,1 1 0 0 0,0-1 0 0 0,0 1 0 0 0,0-1 0 0 0,-1 1 0 0 0,1-1 0 0 0,-1 1 0 0 0,1-1 1 0 0,-1 1-1 0 0,1 0 0 0 0,-1-1 0 0 0,0 1 0 0 0,0 0 0 0 0,0 0 0 0 0,0 0 0 0 0,0-1 0 0 0,0 1 0 0 0,0 0 1 0 0,-1-1-1 0 0,1 2 21 0 0,-1-1 0 0 0,1 1 1 0 0,0-1-1 0 0,-1 1 1 0 0,1-1-1 0 0,0 1 1 0 0,-1 0-1 0 0,1 0 0 0 0,-1 0 1 0 0,1 0-1 0 0,0 0 1 0 0,-1 0-1 0 0,1 0 1 0 0,-1 0-1 0 0,1 1 0 0 0,0-1 1 0 0,-3 1-1 0 0,1 0 33 0 0,-1 1 0 0 0,1 0 0 0 0,-1-1 0 0 0,1 1 0 0 0,0 0 0 0 0,0 1 0 0 0,0-1 0 0 0,0 0 0 0 0,1 1 0 0 0,-1 0 1 0 0,0-1-1 0 0,1 1 0 0 0,0 0 0 0 0,0 0 0 0 0,-2 5 0 0 0,3-6-22 0 0,0 0 0 0 0,0 0 0 0 0,0 0 0 0 0,1 0 0 0 0,-1 0 0 0 0,1 1 0 0 0,-1-1 0 0 0,1 0 0 0 0,0 1 0 0 0,0 2 0 0 0,0-4-25 0 0,0-1 1 0 0,0 0-1 0 0,0 1 0 0 0,1-1 0 0 0,-1 1 0 0 0,0-1 0 0 0,0 0 0 0 0,0 1 0 0 0,1-1 1 0 0,-1 0-1 0 0,0 1 0 0 0,0-1 0 0 0,1 0 0 0 0,-1 1 0 0 0,0-1 0 0 0,0 0 0 0 0,1 0 1 0 0,-1 1-1 0 0,0-1 0 0 0,1 0 0 0 0,-1 0 0 0 0,1 1 0 0 0,0-1-7 0 0,1 0 0 0 0,-1 0-1 0 0,0 0 1 0 0,0 0 0 0 0,0 0 0 0 0,0 0-1 0 0,0 0 1 0 0,0 0 0 0 0,1 0 0 0 0,-1 0-1 0 0,0-1 1 0 0,1 0 0 0 0,0 1-19 0 0,0-1-1 0 0,-1 1 1 0 0,1-1 0 0 0,-1 1 0 0 0,1-1-1 0 0,-1 0 1 0 0,1 0 0 0 0,-1 0-1 0 0,0 0 1 0 0,1 0 0 0 0,-1 0 0 0 0,0 0-1 0 0,0 0 1 0 0,0 0 0 0 0,0-1 0 0 0,0 1-1 0 0,0-1 1 0 0,0 1 0 0 0,0 0 0 0 0,0-1-1 0 0,-1 1 1 0 0,1-1 0 0 0,-1 0-1 0 0,1 1 1 0 0,-1-1 0 0 0,0 1 0 0 0,1-1-1 0 0,-1 0 1 0 0,0 1 0 0 0,0-1 0 0 0,0 0-1 0 0,0 1 1 0 0,0-1 0 0 0,-1 0 0 0 0,1 1-1 0 0,0-1 1 0 0,-1 1 0 0 0,1-1-1 0 0,-2-2 1 0 0,2 4-76 0 0,0 0 0 0 0,-1-1 1 0 0,1 1-1 0 0,0 0 0 0 0,0-1 0 0 0,0 1 0 0 0,0 0 0 0 0,0-1 0 0 0,0 1 1 0 0,0-1-1 0 0,-1 1 0 0 0,1 0 0 0 0,0-1 0 0 0,0 1 0 0 0,0-1 0 0 0,0 1 0 0 0,1 0 1 0 0,-1-1-1 0 0,0 1 0 0 0,0 0 0 0 0,0-1 0 0 0,0 1 0 0 0,0-1 0 0 0,0 1 0 0 0,1-1 1 0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9:00.863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74 91 2783 0 0,'0'1'46'0'0,"-3"4"19"0"0,4-3-73 0 0,5-4 1 0 0,11-7 7 0 0,-16 9 2 0 0,0-1 0 0 0,-1 1-1 0 0,1 0 1 0 0,-1-1-1 0 0,1 1 1 0 0,-1-1-1 0 0,1 1 1 0 0,-1-1-1 0 0,1 0 1 0 0,-1 1 0 0 0,1-1-1 0 0,-1 0 1 0 0,0 1-1 0 0,1-1 1 0 0,-1 0-1 0 0,0 1 1 0 0,0-1-1 0 0,0 0 1 0 0,0 1 0 0 0,1-1-1 0 0,-1 0 1 0 0,0 0-1 0 0,0 1 1 0 0,0-1-1 0 0,0 0 1 0 0,0 1-1 0 0,-1-1 1 0 0,1 0 0 0 0,0 0-1 0 0,0 1 1 0 0,0-1-1 0 0,-1 0 1 0 0,1 1-1 0 0,0-1 1 0 0,-1 0-1 0 0,1 0 6 0 0,0 0 0 0 0,-1 1 0 0 0,1-1 0 0 0,0 1-1 0 0,-1-1 1 0 0,1 0 0 0 0,-1 1 0 0 0,1-1 0 0 0,0 1-1 0 0,-1-1 1 0 0,1 1 0 0 0,-1-1 0 0 0,1 1-1 0 0,-1-1 1 0 0,0 1 0 0 0,1 0 0 0 0,-1-1 0 0 0,1 1-1 0 0,-1 0 1 0 0,0 0 0 0 0,1-1 0 0 0,-1 1 0 0 0,0 0-1 0 0,1 0 1 0 0,-1 0 0 0 0,0 0 0 0 0,1 0 0 0 0,-1 0-1 0 0,0 0 1 0 0,1 0 0 0 0,-1 0 0 0 0,-1 0-1 0 0,-5 4 161 0 0,0 0 0 0 0,0 1 0 0 0,0-1 0 0 0,0 2 0 0 0,-9 9 0 0 0,13-12-63 0 0,0 0 0 0 0,0 1 0 0 0,0 0 0 0 0,0-1 0 0 0,1 1 0 0 0,0 0-1 0 0,0 0 1 0 0,0 0 0 0 0,0 1 0 0 0,1-1 0 0 0,-1 0 0 0 0,0 5-1 0 0,2-7-88 0 0,0-1-1 0 0,0 0 1 0 0,0 0-1 0 0,0 1 1 0 0,0-1-1 0 0,0 0 1 0 0,0 0-1 0 0,0 1 0 0 0,1-1 1 0 0,-1 0-1 0 0,0 0 1 0 0,1 1-1 0 0,-1-1 1 0 0,1 0-1 0 0,0 0 1 0 0,-1 0-1 0 0,1 0 0 0 0,0 0 1 0 0,0 0-1 0 0,-1 0 1 0 0,1 0-1 0 0,0 0 1 0 0,0 0-1 0 0,0 0 1 0 0,0-1-1 0 0,0 1 0 0 0,0 0 1 0 0,0-1-1 0 0,1 1 1 0 0,-1-1-1 0 0,0 1 1 0 0,2 0-1 0 0,1 0 4 0 0,0 0 0 0 0,0 0 0 0 0,0 0-1 0 0,0-1 1 0 0,1 1 0 0 0,-1-1 0 0 0,0 0 0 0 0,5-1 0 0 0,-5 1 3 0 0,0-1 1 0 0,0 0-1 0 0,-1 0 1 0 0,1 0 0 0 0,0 0-1 0 0,-1-1 1 0 0,1 0-1 0 0,-1 1 1 0 0,1-1-1 0 0,-1 0 1 0 0,0-1 0 0 0,0 1-1 0 0,0-1 1 0 0,0 1-1 0 0,0-1 1 0 0,-1 0 0 0 0,1 0-1 0 0,-1 0 1 0 0,0 0-1 0 0,0 0 1 0 0,0-1-1 0 0,0 1 1 0 0,0-1 0 0 0,1-5-1 0 0,-1 3 56 0 0,-1 0 0 0 0,1 1-1 0 0,-1-1 1 0 0,0-1 0 0 0,-1 1 0 0 0,1 0-1 0 0,-1 0 1 0 0,0 0 0 0 0,-1 0 0 0 0,1 0-1 0 0,-1 0 1 0 0,-1 0 0 0 0,1 0 0 0 0,-5-11-1 0 0,5 16-51 0 0,1-1 0 0 0,-1 1 0 0 0,0 0 0 0 0,0-1 0 0 0,1 1-1 0 0,-1 0 1 0 0,0 0 0 0 0,0 0 0 0 0,0 0 0 0 0,0 0 0 0 0,0 0 0 0 0,-1 0-1 0 0,1 0 1 0 0,0 0 0 0 0,0 1 0 0 0,-1-1 0 0 0,1 0 0 0 0,0 1-1 0 0,-1-1 1 0 0,-1 0 0 0 0,0 1-5 0 0,0 0-1 0 0,1-1 1 0 0,-1 1 0 0 0,0 1-1 0 0,1-1 1 0 0,-1 0 0 0 0,0 1-1 0 0,1-1 1 0 0,-1 1 0 0 0,-4 1-1 0 0,2 0-11 0 0,0 1-1 0 0,0-1 0 0 0,0 1 1 0 0,0 0-1 0 0,0 0 0 0 0,0 1 1 0 0,1-1-1 0 0,0 1 0 0 0,0 0 1 0 0,-5 5-1 0 0,7-6 12 0 0,0 0 0 0 0,0 0-1 0 0,1 0 1 0 0,-1 1 0 0 0,0-1 0 0 0,1 0 0 0 0,0 0 0 0 0,0 1-1 0 0,0-1 1 0 0,0 1 0 0 0,1-1 0 0 0,-1 5 0 0 0,1-7-12 0 0,0 0 0 0 0,1 0 1 0 0,-1 0-1 0 0,0 0 0 0 0,0 0 1 0 0,1 1-1 0 0,-1-1 0 0 0,0 0 1 0 0,1 0-1 0 0,-1 0 0 0 0,1 0 0 0 0,0 0 1 0 0,-1 0-1 0 0,1 0 0 0 0,0 0 1 0 0,0 0-1 0 0,1 1 5 0 0,-1-1 0 0 0,1 0-1 0 0,0 0 1 0 0,-1-1 0 0 0,1 1 0 0 0,0 0 0 0 0,-1 0 0 0 0,1-1-1 0 0,0 1 1 0 0,0-1 0 0 0,-1 0 0 0 0,5 1 0 0 0,5 0 48 0 0,0-1-1 0 0,0 0 1 0 0,13-2 0 0 0,-18 1-32 0 0,-1 0 0 0 0,0 0 0 0 0,0 0 0 0 0,0-1 0 0 0,0 1 0 0 0,0-1-1 0 0,-1 0 1 0 0,9-6 0 0 0,-12 8-28 0 0,-1-1 0 0 0,1 1 0 0 0,-1 0 0 0 0,1-1 0 0 0,-1 1 0 0 0,0-1 0 0 0,1 1 0 0 0,-1-1 0 0 0,0 1 0 0 0,0-1 0 0 0,1 0 0 0 0,-1 1 0 0 0,0-1 0 0 0,0 1 0 0 0,0-1 0 0 0,0 1 0 0 0,1-1 0 0 0,-1 0 0 0 0,0 1 0 0 0,0-1 0 0 0,0 1 0 0 0,0-1 0 0 0,-1 0 0 0 0,1 1 0 0 0,0-1 0 0 0,0 1 0 0 0,0-1 0 0 0,0 1 0 0 0,-1-1 0 0 0,1 0 0 0 0,0 1 0 0 0,0-1 0 0 0,-1 1 0 0 0,1-1 0 0 0,0 1 0 0 0,-1 0 0 0 0,1-1 0 0 0,-1 1 0 0 0,1-1 0 0 0,-1 1 0 0 0,1-1-1 0 0,0 1 1 0 0,-1 0 0 0 0,-1-1 0 0 0,1 0 1 0 0,0 0 0 0 0,-1 0 0 0 0,1 0 0 0 0,-1 0-1 0 0,1 0 1 0 0,-1 0 0 0 0,0 0 0 0 0,1 1-1 0 0,-1-1 1 0 0,0 1 0 0 0,0-1 0 0 0,1 1-1 0 0,-1 0 1 0 0,-3-1 0 0 0,-3 2 73 0 0,5-1 10 0 0,1 0-1 0 0,-1 1 1 0 0,1-1-1 0 0,-1 1 1 0 0,1-1-1 0 0,-1 1 1 0 0,1 0-1 0 0,0 0 1 0 0,-4 1-1 0 0,6-2 5 0 0,2 4 100 0 0,-2-4-128 0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9:18.709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18 1943 0 0,'0'-1'0'0'0,"0"1"0"0"0,0-1 0 0 0,0 1 0 0 0,0 0 0 0 0,0-1 0 0 0,0 1 0 0 0,0-1 0 0 0,0 1 0 0 0,0 0 0 0 0,0-1 0 0 0,0 1 0 0 0,0-1 0 0 0,0 1 0 0 0,0 0 0 0 0,0-1 0 0 0,0 1 0 0 0,0-1 0 0 0,1 1 0 0 0,-1 0 0 0 0,0-1 0 0 0,0 1 0 0 0,0 0 0 0 0,1-1 0 0 0,2-5 0 0 0,-3 4 0 0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9:20.519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993 1 1751 0 0,'3'1'17'0'0,"1"0"-1"0"0,-1 1 1 0 0,1 0-1 0 0,-1-1 1 0 0,0 1-1 0 0,1 0 1 0 0,-1 0-1 0 0,5 6 1 0 0,-7-8-17 0 0,-1 1-1 0 0,1-1 1 0 0,-1 1 0 0 0,0-1-1 0 0,1 1 1 0 0,-1 0 0 0 0,1-1-1 0 0,-1 1 1 0 0,0 0 0 0 0,0-1-1 0 0,1 1 1 0 0,-1 0 0 0 0,0 0-1 0 0,0-1 1 0 0,0 1-1 0 0,0 0 1 0 0,0 0 0 0 0,0-1-1 0 0,0 1 1 0 0,0 1 0 0 0,-1-1 2 0 0,1 0 0 0 0,-1 0 0 0 0,1 1 0 0 0,-1-1 1 0 0,0 0-1 0 0,1 0 0 0 0,-1 0 0 0 0,0 0 0 0 0,0 0 0 0 0,0 0 1 0 0,0 0-1 0 0,0 0 0 0 0,0-1 0 0 0,0 1 0 0 0,-2 1 0 0 0,-128 74 918 0 0,101-58-899 0 0,-1-1-1 0 0,0-2 0 0 0,-1-1 0 0 0,0-1 0 0 0,-61 14 0 0 0,77-24-5 0 0,0 0-1 0 0,1-2 0 0 0,-1 1 0 0 0,0-2 0 0 0,0 0 0 0 0,0-1 0 0 0,0-1 0 0 0,0 0 0 0 0,0-1 0 0 0,1-1 0 0 0,0 0 0 0 0,-1-1 0 0 0,2-1 0 0 0,-28-14 0 0 0,-41-34 823 0 0,25 15-270 0 0,12 10-231 0 0,49 28-242 0 0,15 5-181 0 0,-14-3 68 0 0,-2 0-51 0 0,0 0 0 0 0,0 0 0 0 0,0 0 0 0 0,0-1 0 0 0,0 1 0 0 0,1-1 0 0 0,-1 0 0 0 0,0 1 0 0 0,0-1 0 0 0,1 0 0 0 0,-1 0 0 0 0,0-1 0 0 0,0 1 0 0 0,1 0 0 0 0,-1-1 0 0 0,0 1 0 0 0,0-1 0 0 0,0 0 0 0 0,0 0 0 0 0,0 0 0 0 0,0 0 0 0 0,0 0 0 0 0,0 0 0 0 0,4-3 0 0 0,1-3-447 0 0,0-1 1 0 0,9-13-1 0 0,-15 19 517 0 0,0 1 0 0 0,-1 0 0 0 0,1-1 0 0 0,0 1 0 0 0,0 0 0 0 0,0 0 0 0 0,0 0 0 0 0,0 0 0 0 0,0 0 0 0 0,0 0 0 0 0,0 0 0 0 0,0 1 0 0 0,0-1 0 0 0,0 0 0 0 0,1 1 0 0 0,-1-1 0 0 0,0 1 0 0 0,3-2 0 0 0,-4 2-17 0 0,16-6 448 0 0,-16 6-403 0 0,-1 0 0 0 0,1 0 1 0 0,0 0-1 0 0,0 0 0 0 0,0 0 0 0 0,0 0 1 0 0,-1 0-1 0 0,1 0 0 0 0,0 0 0 0 0,0 0 1 0 0,0 0-1 0 0,0-1 0 0 0,0 1 0 0 0,-1 0 1 0 0,1 0-1 0 0,0 0 0 0 0,0 0 1 0 0,0 0-1 0 0,0 0 0 0 0,0 0 0 0 0,0-1 1 0 0,0 1-1 0 0,0 0 0 0 0,-1 0 0 0 0,1 0 1 0 0,0 0-1 0 0,0 0 0 0 0,0-1 0 0 0,0 1 1 0 0,0 0-1 0 0,0 0 0 0 0,0 0 1 0 0,0 0-1 0 0,0 0 0 0 0,0-1 0 0 0,0 1 1 0 0,0 0-1 0 0,0 0 0 0 0,0 0 0 0 0,0 0 1 0 0,0-1-1 0 0,0 1 0 0 0,0 0 0 0 0,0 0 1 0 0,0 0-1 0 0,0 0 0 0 0,1 0 1 0 0,-1-1-1 0 0,0 1 0 0 0,0 0 0 0 0,0 0 1 0 0,0 0-1 0 0,0 0 0 0 0,0 0 0 0 0,0 0 1 0 0,0-1-1 0 0,1 1 0 0 0,-1 0 0 0 0,0 0 1 0 0,0 0-1 0 0,0 0 0 0 0,0 0 1 0 0,0 0-1 0 0,1 0 0 0 0,-1 0 0 0 0,0 0 1 0 0,0 0-1 0 0,0 0 0 0 0,1 0 0 0 0,-3-1 111 0 0,0 1 0 0 0,0 0 0 0 0,0 0 0 0 0,1 0 0 0 0,-1 0-1 0 0,0 0 1 0 0,0 1 0 0 0,0-1 0 0 0,1 1 0 0 0,-1-1-1 0 0,0 1 1 0 0,1-1 0 0 0,-1 1 0 0 0,0 0 0 0 0,-2 2 0 0 0,-7 2 169 0 0,-205 107-315 0 0,161-81-44 0 0,51-29 61 0 0,0 0 0 0 0,1 1-1 0 0,-1-1 1 0 0,-4 5-1 0 0,8-6 7 0 0,-1-1 0 0 0,1 0 0 0 0,0 1 0 0 0,-1-1 0 0 0,1 0 0 0 0,0 1 0 0 0,0-1 0 0 0,-1 1 0 0 0,1-1-1 0 0,0 1 1 0 0,0-1 0 0 0,0 1 0 0 0,-1-1 0 0 0,1 1 0 0 0,0-1 0 0 0,0 1 0 0 0,0-1 0 0 0,0 1 0 0 0,0 0-1 0 0,0 0 17 0 0,1-1-1 0 0,-1 1 1 0 0,0-1-1 0 0,1 1 1 0 0,-1-1-1 0 0,1 1 1 0 0,-1-1 0 0 0,0 0-1 0 0,1 1 1 0 0,-1-1-1 0 0,1 0 1 0 0,-1 1-1 0 0,1-1 1 0 0,-1 0-1 0 0,1 0 1 0 0,0 1-1 0 0,-1-1 1 0 0,1 0-1 0 0,-1 0 1 0 0,1 0-1 0 0,-1 0 1 0 0,2 1-1 0 0,23 2 402 0 0,1 0 0 0 0,0-2 0 0 0,-1-1 0 0 0,42-5 0 0 0,19 1 267 0 0,-71 4-573 0 0,30 1 147 0 0,-41-1-283 0 0,-1 1 0 0 0,0-1 0 0 0,0 1 1 0 0,1 0-1 0 0,-1 0 0 0 0,0 0 0 0 0,0 0 1 0 0,0 1-1 0 0,0 0 0 0 0,4 2 0 0 0,-6-4-24 0 0,-1 1-1 0 0,0-1 1 0 0,0 0-1 0 0,1 0 1 0 0,-1 1-1 0 0,0-1 1 0 0,0 0-1 0 0,1 1 1 0 0,-1-1-1 0 0,0 0 1 0 0,0 1-1 0 0,0-1 1 0 0,0 0-1 0 0,1 1 0 0 0,-1-1 1 0 0,0 0-1 0 0,0 1 1 0 0,0-1-1 0 0,0 1 1 0 0,0-1-1 0 0,0 0 1 0 0,0 1-1 0 0,0-1 1 0 0,0 0-1 0 0,0 1 1 0 0,0-1-1 0 0,-1 1 1 0 0,-1 4-3497 0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9:46.35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43 1 2015 0 0,'-2'0'-80'0'0,"0"0"80"0"0,2 1 0 0 0,0 1 0 0 0,-2-2 0 0 0,1 2 0 0 0,-1 0 0 0 0,-1 1 0 0 0,-2 0 0 0 0,-2-1 0 0 0,-2-2 0 0 0,-1-2 0 0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9:49.00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11 2015 0 0,'3'-10'0'0'0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9:50.74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0 1807 0 0,'2'3'11'0'0,"0"-1"-1"0"0,1 0 0 0 0,-1 1 0 0 0,1-1 1 0 0,-1-1-1 0 0,1 1 0 0 0,0 0 0 0 0,0-1 1 0 0,0 1-1 0 0,0-1 0 0 0,0 0 0 0 0,0 0 1 0 0,0 0-1 0 0,0 0 0 0 0,1-1 0 0 0,5 1 1 0 0,-5 0-12 0 0,0-1 0 0 0,0 0 0 0 0,0-1 0 0 0,0 1 0 0 0,0 0 0 0 0,-1-1 0 0 0,1 0 0 0 0,0 0 0 0 0,0 0 0 0 0,-1-1 0 0 0,1 1 0 0 0,0-1 0 0 0,-1 0 0 0 0,5-3 0 0 0,-1-1 1 0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9:51.054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21 1839 0 0,'5'-7'160'0'0,"0"0"-160"0"0,-2 4 0 0 0,-1-1 0 0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9:52.579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1280 0 2015 0 0,'-1'0'0'0'0,"21"7"1256"0"0,-20-7-1236 0 0,0 0-1 0 0,1 0 0 0 0,-1 0 1 0 0,0 0-1 0 0,1 0 0 0 0,-1 0 1 0 0,0 0-1 0 0,1 0 0 0 0,3-2 3690 0 0,-27 28-3416 0 0,2-1-87 0 0,-2-1 0 0 0,0-2 0 0 0,-39 30 0 0 0,40-38-33 0 0,-1-2-1 0 0,0 0 0 0 0,0-1 1 0 0,-1-1-1 0 0,-26 6 1 0 0,-129 27 579 0 0,108-29-627 0 0,27-4 192 0 0,-57 4-1 0 0,79-13-120 0 0,1-1-1 0 0,0 0 1 0 0,0-2-1 0 0,-41-7 1 0 0,-91-32 531 0 0,-84-17 511 0 0,224 56-1222 0 0,7 2 4 0 0,0-1 0 0 0,1 0 0 0 0,-1 0 0 0 0,0 0 0 0 0,-6-3 0 0 0,9 2 10 0 0,4 1-48 0 0,3-3 120 0 0,-4 4-172 0 0,4-2-51 0 0,0 0-113 0 0,20-10-17 0 0,-5 8-5823 0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9:53.00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160 58 2039 0 0,'2'-3'249'0'0,"1"-1"-1"0"0,-1 1 0 0 0,1 0 1 0 0,-1 0-1 0 0,1 0 0 0 0,0 0 1 0 0,0 1-1 0 0,0-1 0 0 0,0 1 0 0 0,1-1 1 0 0,5-2-1 0 0,-4 2 867 0 0,1 0 0 0 0,-1-1 0 0 0,8-6 0 0 0,-24 18-628 0 0,1 0-1 0 0,-17 10 1 0 0,-1 0-363 0 0,13-8-55 0 0,-24 10 0 0 0,-10 8 129 0 0,18-5-161 0 0,30-21-8 0 0,-1 0 0 0 0,0 0 0 0 0,1-1 0 0 0,-1 2 0 0 0,1-1-1 0 0,0 0 1 0 0,-1 0 0 0 0,1 0 0 0 0,0 1 0 0 0,0-1 0 0 0,1 0 0 0 0,-1 1 0 0 0,0 2 0 0 0,0-3 26 0 0,1 1 1 0 0,0 0 0 0 0,-1-1 0 0 0,1 1-1 0 0,0 0 1 0 0,0-1 0 0 0,1 1 0 0 0,-1 0-1 0 0,1-1 1 0 0,-1 1 0 0 0,1 0 0 0 0,0-1-1 0 0,0 1 1 0 0,0-1 0 0 0,0 1 0 0 0,0-1 0 0 0,1 0-1 0 0,-1 1 1 0 0,1-1 0 0 0,0 0 0 0 0,-1 0-1 0 0,1 0 1 0 0,0 0 0 0 0,0 0 0 0 0,0-1-1 0 0,0 1 1 0 0,1-1 0 0 0,-1 1 0 0 0,0-1-1 0 0,1 0 1 0 0,-1 0 0 0 0,5 2 0 0 0,6 1 44 0 0,1-1 1 0 0,-1-1-1 0 0,24 2 1 0 0,-21-2-20 0 0,0 0 1 0 0,19 5-1 0 0,-24-3-1037 0 0,-3 2-3824 0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0:59.79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1 2143 0 0,'0'0'0'0'0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0:59.92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12 1 1951 0 0,'-3'1'176'0'0,"1"-1"-176"0"0,2 2 0 0 0,-1 0 0 0 0,1 0 0 0 0,-2-2 0 0 0,2 1 0 0 0,-2 1 0 0 0,0 0 0 0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1:02.89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1 103 1919 0 0,'4'-13'12339'0'0,"-2"13"-12319"0"0,0 0 10 0 0,0 0 0 0 0,0 1-1 0 0,-1-1 1 0 0,1 0 0 0 0,0 1 0 0 0,0-1-1 0 0,-1 1 1 0 0,1 0 0 0 0,0 0 0 0 0,-1-1 0 0 0,1 1-1 0 0,-1 0 1 0 0,1 0 0 0 0,-1 0 0 0 0,1 1-1 0 0,-1-1 1 0 0,2 2 0 0 0,-1 0 13 0 0,1-1-1 0 0,0 0 1 0 0,-1 1 0 0 0,1-1 0 0 0,0 0 0 0 0,0 0-1 0 0,0-1 1 0 0,0 1 0 0 0,5 1 0 0 0,33 11 191 0 0,-13-6 97 0 0,-12-3-250 0 0,-1 0 0 0 0,1-1 0 0 0,0 0 0 0 0,0-2 0 0 0,1 0 0 0 0,-1 0 0 0 0,28-3 0 0 0,-17 0-81 0 0,-1-1 0 0 0,0-2 0 0 0,0 0 0 0 0,0-2 0 0 0,29-10 0 0 0,-50 13 0 0 0,-1 1-1 0 0,0-1 0 0 0,1 0 1 0 0,-1 0-1 0 0,-1-1 0 0 0,1 1 1 0 0,0-1-1 0 0,-1 0 0 0 0,0 0 1 0 0,1 0-1 0 0,3-8 0 0 0,-4 7-15 0 0,1 0 0 0 0,-1 0 0 0 0,1 1 0 0 0,0-1 0 0 0,0 1 0 0 0,0 0 0 0 0,1 0 0 0 0,6-5 0 0 0,-9 8-89 0 0,0 0 1 0 0,0 0-1 0 0,0-1 0 0 0,0 1 0 0 0,0-1 1 0 0,0 1-1 0 0,-1-1 0 0 0,1 0 0 0 0,-1 1 1 0 0,1-1-1 0 0,-1 0 0 0 0,1 0 0 0 0,-1 0 0 0 0,0 0 1 0 0,0 0-1 0 0,0-1 0 0 0,-1 1 0 0 0,2-3 1 0 0,-2 5 34 0 0,0 0 1 0 0,0-1 0 0 0,0 1 0 0 0,0 0 0 0 0,0-1-1 0 0,0 1 1 0 0,0 0 0 0 0,-1-1 0 0 0,1 1-1 0 0,0 0 1 0 0,0-1 0 0 0,0 1 0 0 0,0 0 0 0 0,0 0-1 0 0,-1-1 1 0 0,1 1 0 0 0,0 0 0 0 0,0-1-1 0 0,-1 1 1 0 0,1 0 0 0 0,0 0 0 0 0,0 0 0 0 0,-1-1-1 0 0,1 1 1 0 0,0 0 0 0 0,0 0 0 0 0,-1 0-1 0 0,1 0 1 0 0,0-1 0 0 0,-1 1 0 0 0,1 0 0 0 0,0 0-1 0 0,-1 0 1 0 0,1 0 0 0 0,-1 0 0 0 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1:03.35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36 2759 0 0,'1'-1'113'0'0,"-1"-1"-1"0"0,1 1 0 0 0,-1-1 0 0 0,1 1 0 0 0,0 0 1 0 0,-1-1-1 0 0,1 1 0 0 0,0 0 0 0 0,0 0 0 0 0,0 0 1 0 0,0 0-1 0 0,0 0 0 0 0,0 0 0 0 0,0 0 0 0 0,1 0 1 0 0,-1 0-1 0 0,0 0 0 0 0,2-1 0 0 0,1 0 672 0 0,0 0 0 0 0,0 0 0 0 0,1 0 0 0 0,-1 0 0 0 0,5 0 0 0 0,-6 1-411 0 0,-1 2 0 0 0,1-1-1 0 0,0 0 1 0 0,-1 0-1 0 0,1 1 1 0 0,-1-1-1 0 0,1 1 1 0 0,-1 0 0 0 0,1 0-1 0 0,-1 0 1 0 0,4 2-1 0 0,-2-1-225 0 0,-1 0 0 0 0,1-1 0 0 0,0 1 0 0 0,-1-1-1 0 0,5 1 1 0 0,48 2 657 0 0,-29-3-72 0 0,35 6 0 0 0,-57-6-687 0 0,-1 1 0 0 0,1-1 1 0 0,0 0-1 0 0,-1 1 0 0 0,7 3 0 0 0,-10-4-44 0 0,-1-1 1 0 0,1 0-1 0 0,-1 0 1 0 0,0 1-1 0 0,1-1 1 0 0,-1 0 0 0 0,1 1-1 0 0,-1-1 1 0 0,0 0-1 0 0,1 1 1 0 0,-1-1-1 0 0,0 1 1 0 0,0-1-1 0 0,1 0 1 0 0,-1 1-1 0 0,0-1 1 0 0,0 1-1 0 0,0-1 1 0 0,1 1-1 0 0,-1-1 1 0 0,0 1-1 0 0,0-1 1 0 0,0 1-1 0 0,0 0 1 0 0,0 0-3 0 0,-1 0 1 0 0,1 0-1 0 0,-1-1 0 0 0,1 1 1 0 0,-1 0-1 0 0,1 0 0 0 0,-1-1 1 0 0,0 1-1 0 0,1 0 0 0 0,-1 0 1 0 0,0-1-1 0 0,0 1 0 0 0,0-1 1 0 0,1 1-1 0 0,-1-1 0 0 0,0 1 1 0 0,0-1-1 0 0,-1 1 0 0 0,-15 6 66 0 0,-22 7 1 0 0,13-5-5197 0 0,16-5-253 0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1:06.90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11 1 2287 0 0,'-2'1'200'0'0,"0"-1"-200"0"0,1 0 0 0 0,-1 0 0 0 0,2 2 0 0 0,-2 1 0 0 0,2-1 0 0 0,-1 2 0 0 0,1-1 0 0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7:35.616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3 357 1375 0 0,'0'0'77'0'0,"-1"0"-1"0"0,1-1 0 0 0,0 1 0 0 0,0 0 1 0 0,-1-1-1 0 0,1 1 0 0 0,0-1 0 0 0,0 1 0 0 0,0-1 1 0 0,0 1-1 0 0,0 0 0 0 0,0-1 0 0 0,0 1 0 0 0,0-1 1 0 0,0 1-1 0 0,0-1 0 0 0,0 1 0 0 0,0-1 0 0 0,0 1 1 0 0,0 0-1 0 0,0-1 0 0 0,0 1 0 0 0,0-1 0 0 0,0 1 1 0 0,1-1-1 0 0,-1 1 0 0 0,0 0 0 0 0,0-1 0 0 0,0 1 1 0 0,1 0-1 0 0,-1-1 0 0 0,0 1 0 0 0,1 0 0 0 0,-1-1 1 0 0,12-10 815 0 0,-11 11-732 0 0,9-6 235 0 0,0 0-1 0 0,0 1 1 0 0,0 1-1 0 0,1 0 1 0 0,0 0-1 0 0,0 1 1 0 0,13-2-1 0 0,-6 1-110 0 0,247-75 1779 0 0,12-2-834 0 0,45-9-269 0 0,-288 79-842 0 0,-14 4 18 0 0,1 0-1 0 0,0 2 1 0 0,26-4-1 0 0,-47 9-134 0 0,1 0 0 0 0,-1 0 0 0 0,1-1 0 0 0,-1 1-1 0 0,1 0 1 0 0,-1 0 0 0 0,1 0 0 0 0,-1 0 0 0 0,1 0-1 0 0,-1 0 1 0 0,0 0 0 0 0,1 0 0 0 0,-1 0 0 0 0,1 0 0 0 0,-1 0-1 0 0,1 0 1 0 0,-1 1 0 0 0,1-1 0 0 0,-1 0 0 0 0,1 0-1 0 0,-1 0 1 0 0,0 1 0 0 0,1-1 0 0 0,-1 0 0 0 0,1 0 0 0 0,-1 1-1 0 0,0-1 1 0 0,1 0 0 0 0,-1 1 0 0 0,0-1 0 0 0,1 1-1 0 0,-1 0-15 0 0,0 0 0 0 0,-1 0 0 0 0,1 0 0 0 0,0 0-1 0 0,-1-1 1 0 0,1 1 0 0 0,0 0 0 0 0,-1 0 0 0 0,1 0-1 0 0,-1-1 1 0 0,1 1 0 0 0,-1 0 0 0 0,0-1-1 0 0,0 2 1 0 0,-28 22-1747 0 0,14-14-2418 0 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7:35.89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129 185 6911 0 0,'-37'-6'-342'0'0,"-16"-3"-1320"0"0,49 7 2197 0 0,-1 1 0 0 0,1-1-1 0 0,-1 0 1 0 0,1 0 0 0 0,-4-3-1 0 0,8 5-426 0 0,-1 0 0 0 0,0 0-1 0 0,1-1 1 0 0,-1 1 0 0 0,1-1-1 0 0,-1 1 1 0 0,1 0 0 0 0,0-1-1 0 0,-1 1 1 0 0,1-1 0 0 0,-1 1-1 0 0,1-1 1 0 0,0 1 0 0 0,-1-1-1 0 0,1 1 1 0 0,0-1 0 0 0,0 0-1 0 0,-1 1 1 0 0,1-1 0 0 0,0 1-1 0 0,0-1 1 0 0,0 0 0 0 0,0 1-1 0 0,0-1 1 0 0,0 1 0 0 0,0-2-1 0 0,0 1 25 0 0,0 0-1 0 0,1 0 0 0 0,-1 0 0 0 0,1 0 1 0 0,-1 0-1 0 0,1 0 0 0 0,0 0 0 0 0,-1 0 1 0 0,1 0-1 0 0,0 1 0 0 0,0-1 0 0 0,0 0 1 0 0,1-1-1 0 0,4-2 322 0 0,0 0 1 0 0,1 1-1 0 0,9-5 1 0 0,-14 7-342 0 0,61-22 234 0 0,0 1-1 0 0,121-22 1 0 0,-153 37-840 0 0,-1 2 0 0 0,1 2 0 0 0,39-1 0 0 0,-48 6-4530 0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1:09.92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13 178 919 0 0,'0'-1'49'0'0,"0"0"-1"0"0,0 1 1 0 0,0-1-1 0 0,0 0 1 0 0,0 0-1 0 0,-1 0 1 0 0,1 0-1 0 0,0 0 1 0 0,0 0-1 0 0,0 0 1 0 0,-1 1-1 0 0,1-1 1 0 0,-1 0-1 0 0,1 0 1 0 0,0 0-1 0 0,-1 1 1 0 0,1-1-1 0 0,-1 0 1 0 0,0 0-1 0 0,1 1 1 0 0,-2-2-1 0 0,-2-4 197 0 0,5 7-205 0 0,0 0-1 0 0,0 0 1 0 0,0 0-1 0 0,0 0 1 0 0,0 0-1 0 0,0 0 1 0 0,1 0-1 0 0,-1-1 0 0 0,0 1 1 0 0,1 0-1 0 0,-1-1 1 0 0,0 1-1 0 0,3-1 1 0 0,20 6 282 0 0,-24-6-317 0 0,15 2 192 0 0,1 0-1 0 0,0-1 1 0 0,-1-1-1 0 0,22-2 0 0 0,63-13 287 0 0,-70 9-404 0 0,165-25 340 0 0,243-47-288 0 0,-381 64-191 0 0,-14 3-312 0 0,46-5 1 0 0,-84 15 83 0 0,1 1-1 0 0,0-1 1 0 0,-1 1-1 0 0,7 1 0 0 0,-6 1-447 0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1:10.23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55 140 3223 0 0,'-49'-13'288'0'0,"49"13"-251"0"0,0 0-1 0 0,-1-1 1 0 0,1 1-1 0 0,0 0 1 0 0,0 0-1 0 0,-1 0 1 0 0,1 0-1 0 0,0 0 1 0 0,0 0-1 0 0,-1 0 1 0 0,1 0-1 0 0,0 0 1 0 0,0 0-1 0 0,0-1 1 0 0,-1 1-1 0 0,1 0 1 0 0,0 0-1 0 0,0 0 1 0 0,0 0-1 0 0,0-1 1 0 0,-1 1-1 0 0,1 0 1 0 0,0 0-1 0 0,0 0 1 0 0,0-1-1 0 0,0 1 1 0 0,0 0-1 0 0,0 0 1 0 0,0 0-1 0 0,-1-1 1 0 0,1 1-1 0 0,0 0 1 0 0,0 0-1 0 0,0-1 1 0 0,0 1-1 0 0,0 0 1 0 0,0-1-1 0 0,8-6 858 0 0,15-4 363 0 0,21 2 354 0 0,1 1 0 0 0,74-4 1 0 0,-22 4-578 0 0,0-4-216 0 0,315-27 949 0 0,-316 33-1375 0 0,44-2-95 0 0,-139 8-296 0 0,1 0 0 0 0,0 0 0 0 0,0 0 0 0 0,-1 1 0 0 0,1-1-1 0 0,0 0 1 0 0,-1 1 0 0 0,1-1 0 0 0,3 2 0 0 0,-5-2-2 0 0,0 0 1 0 0,0 0-1 0 0,0 0 1 0 0,1 1-1 0 0,-1-1 1 0 0,0 0-1 0 0,0 0 1 0 0,0 0-1 0 0,0 0 1 0 0,0 1-1 0 0,1-1 1 0 0,-1 0-1 0 0,0 0 1 0 0,0 0-1 0 0,0 1 1 0 0,0-1-1 0 0,0 0 1 0 0,0 0-1 0 0,0 0 1 0 0,0 1-1 0 0,0-1 1 0 0,0 0-1 0 0,0 0 1 0 0,0 1-1 0 0,0-1 1 0 0,0 0-1 0 0,0 0 1 0 0,0 1-1 0 0,-7 8-90 0 0,-4 0-410 0 0,-7 1-157 0 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2:11.37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97 22 1887 0 0,'3'-7'-8'0'0,"-3"7"8"0"0,1 0 0 0 0,-1 0 0 0 0,0-1 0 0 0,0 1 0 0 0,0 0 0 0 0,0 0 0 0 0,0 0-1 0 0,0 0 1 0 0,0-1 0 0 0,0 1 0 0 0,0 0 0 0 0,0 0 0 0 0,-1 0 0 0 0,1 0 0 0 0,0 0-1 0 0,0-1 1 0 0,0 1 0 0 0,0 0 0 0 0,0 0 0 0 0,0 0 0 0 0,0 0 0 0 0,0 0 0 0 0,0 0-1 0 0,0-1 1 0 0,0 1 0 0 0,-1 0 0 0 0,1 0 0 0 0,0 0 0 0 0,0 0 0 0 0,0 0-1 0 0,0 0 1 0 0,0 0 0 0 0,0 0 0 0 0,-1 0 0 0 0,1 0 0 0 0,0 0 0 0 0,0 0 0 0 0,0-1-1 0 0,0 1 1 0 0,0 0 0 0 0,-1 0 0 0 0,1 0 0 0 0,0 0 0 0 0,0 0 0 0 0,0 0 0 0 0,0 0-1 0 0,0 0 1 0 0,-1 1 0 0 0,1-1 0 0 0,0 0 0 0 0,0 0 0 0 0,0 0 0 0 0,0 0 0 0 0,0 0-1 0 0,-1 0 1 0 0,1 0 0 0 0,0 0 0 0 0,0 0 0 0 0,0 0 0 0 0,0 0 0 0 0,0 1-1 0 0,-26 8 1 0 0,25-8-2 0 0,1-1 1 0 0,0 0 0 0 0,-1 0 0 0 0,1 0 0 0 0,0 0 0 0 0,0 0-1 0 0,-1 0 1 0 0,1 0 0 0 0,0 1 0 0 0,0-1 0 0 0,-1 0 0 0 0,1 0-1 0 0,0 0 1 0 0,0 0 0 0 0,-1 0 0 0 0,1 0 0 0 0,0 0 0 0 0,0 0-1 0 0,-1 0 1 0 0,1 0 0 0 0,0-1 0 0 0,0 1 0 0 0,-1 0 0 0 0,1 0-1 0 0,0 0 1 0 0,0 0 0 0 0,-1 0 0 0 0,1 0 0 0 0,0 0 0 0 0,0-1-1 0 0,0 1 1 0 0,-1 0 0 0 0,1 0 0 0 0,0 0 0 0 0,0-1 0 0 0,0 1-1 0 0,-1 0 1 0 0,1 0 0 0 0,0 0 0 0 0,0-1 0 0 0,0 1 0 0 0,0 0-1 0 0,0 0 1 0 0,0-1 0 0 0,-12-14-10 0 0,11 15 11 0 0,1-1 0 0 0,-1 1 0 0 0,1 0 0 0 0,-1 0 0 0 0,0-1 0 0 0,1 1 0 0 0,-1 0 0 0 0,1 0 0 0 0,-1 0 0 0 0,0-1 0 0 0,1 1 0 0 0,-1 0 0 0 0,0 0 0 0 0,1 0 0 0 0,-1 0 0 0 0,1 0 0 0 0,-1 1 0 0 0,0-1 0 0 0,1 0 0 0 0,-1 0 0 0 0,0 0 0 0 0,1 0 0 0 0,-1 1 0 0 0,1-1 0 0 0,-2 1 0 0 0,-4 1 0 0 0,2 2 0 0 0,3-3 0 0 0,-13 22 0 0 0,13-23 0 0 0,1 1 0 0 0,-1 0 0 0 0,1 0 0 0 0,-1 0 0 0 0,1 0 0 0 0,0-1 0 0 0,-1 1 0 0 0,1 0 0 0 0,0 0 0 0 0,0 0 0 0 0,0 0 0 0 0,0 0 0 0 0,0 0 0 0 0,0 0 0 0 0,0 0 0 0 0,0-1 0 0 0,0 1 0 0 0,0 0 0 0 0,0 0 0 0 0,1 0 0 0 0,-1 0 0 0 0,0 0 0 0 0,0 0 0 0 0,1-1 0 0 0,-1 1 0 0 0,1 0 0 0 0,-1 0 0 0 0,1 0 0 0 0,-1-1 0 0 0,1 1 0 0 0,1 1 0 0 0,4 1 0 0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2:13.32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4 1 1495 0 0,'0'5'128'0'0,"-2"-4"-128"0"0,2 1 72 0 0,0 2-8 0 0,0-3 32 0 0,-1-1-96 0 0,1 2 0 0 0,0 0 0 0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2:13.446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1 1695 0 0,'8'22'152'0'0,"-6"-17"-152"0"0,0 0 0 0 0,0-1 0 0 0,-2-3 0 0 0,0 1 0 0 0,-2-2 0 0 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2:15.013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31 220 1727 0 0,'-2'-2'0'0'0,"-1"1"0"0"0,1-1 0 0 0,0 0 0 0 0,1 1 0 0 0,-1-1 0 0 0,0 0 0 0 0,0 0 0 0 0,1-1 0 0 0,-1 1 0 0 0,1 0 0 0 0,0 0 0 0 0,0-1 0 0 0,0 1 0 0 0,0-1 0 0 0,0 1 0 0 0,0-1 0 0 0,0 1 0 0 0,1-1 0 0 0,-1-2 0 0 0,0-10 0 0 0,-1 1 0 0 0,2-19 0 0 0,0 22 0 0 0,0 2 87 0 0,1 0 0 0 0,0 0 0 0 0,4-17 0 0 0,-4 22-37 0 0,0 0 0 0 0,1 0 1 0 0,-1-1-1 0 0,1 1 0 0 0,0 0 1 0 0,0 1-1 0 0,1-1 0 0 0,-1 0 1 0 0,6-5-1 0 0,-8 9-31 0 0,0-1 0 0 0,0 1 0 0 0,0 0 1 0 0,0 0-1 0 0,1 0 0 0 0,-1 0 0 0 0,0-1 0 0 0,0 1 0 0 0,0 0 0 0 0,1 0 0 0 0,-1 0 0 0 0,0 0 0 0 0,0 0 0 0 0,0 0 1 0 0,1 0-1 0 0,-1 0 0 0 0,0 0 0 0 0,0 0 0 0 0,1 0 0 0 0,-1 0 0 0 0,0 0 0 0 0,0 0 0 0 0,0 0 0 0 0,1 0 1 0 0,-1 0-1 0 0,0 0 0 0 0,0 0 0 0 0,1 0 0 0 0,-1 0 0 0 0,0 0 0 0 0,0 0 0 0 0,0 0 0 0 0,1 0 0 0 0,-1 1 0 0 0,6 7 203 0 0,-1 12-109 0 0,-1 1-19 0 0,1 6-79 0 0,0 1 0 0 0,2-1 1 0 0,1 0-1 0 0,11 26 0 0 0,-9-33-15 0 0,1-1 0 0 0,1 0 0 0 0,0-1 0 0 0,2 0 0 0 0,0-1 0 0 0,27 26 0 0 0,2-5 0 0 0,66 44 0 0 0,130 66 0 0 0,-172-109 0 0 0,179 96 0 0 0,-106-59 0 0 0,262 110 0 0 0,-267-128 0 0 0,-47-23 0 0 0,175 46 0 0 0,96-7 0 0 0,316 35 0 0 0,-338-56 0 0 0,292 31-99 0 0,1-21 176 0 0,-475-50-65 0 0,209 24-218 0 0,-78-2 206 0 0,-91-12 0 0 0,-153-18-3 0 0,84 10 81 0 0,-84-15-13 0 0,-39 0-58 0 0,-1-1 0 0 0,1 1 0 0 0,-1 0 0 0 0,1-1 0 0 0,-1 0 0 0 0,0 1 0 0 0,1-1 0 0 0,-1 0 0 0 0,0 0 1 0 0,1 0-1 0 0,-1 0 0 0 0,0-1 0 0 0,0 1 0 0 0,3-3 0 0 0,-4 3-7 0 0,-1 0 1 0 0,1 0-1 0 0,-1 0 0 0 0,0 0 1 0 0,1 0-1 0 0,-1 0 1 0 0,0 0-1 0 0,0 0 1 0 0,1 0-1 0 0,-1 0 0 0 0,0-1 1 0 0,0 1-1 0 0,0 0 1 0 0,0 0-1 0 0,0 0 1 0 0,-1 0-1 0 0,1 0 0 0 0,0 0 1 0 0,0 0-1 0 0,-1 0 1 0 0,1 0-1 0 0,0 0 1 0 0,-1 0-1 0 0,1 0 0 0 0,-1 0 1 0 0,0 0-1 0 0,1 0 1 0 0,-1 1-1 0 0,0-1 1 0 0,0-1-1 0 0,-4-4-1 0 0,-1 0 0 0 0,-10-9 1 0 0,12 11-1 0 0,-6-4 1 0 0,1-1 0 0 0,1-1 0 0 0,-1 0 0 0 0,-12-19 0 0 0,19 24-71 0 0,0 1-1 0 0,0-1 1 0 0,0 0-1 0 0,0 1 0 0 0,1-1 1 0 0,-2-7-1 0 0,-3-11-211 0 0,5 19 167 0 0,-1 0-1 0 0,0 0 1 0 0,0 1-1 0 0,-1-1 1 0 0,1 1-1 0 0,-1 0 0 0 0,-5-6 1 0 0,5 7 115 0 0,1-1 0 0 0,-1-1 0 0 0,0 1-1 0 0,1 0 1 0 0,0-1 0 0 0,0 1 0 0 0,-3-7 0 0 0,5 9 9 0 0,-1 1 0 0 0,1 0 1 0 0,0 0-1 0 0,0 0 0 0 0,0 0 0 0 0,0-1 0 0 0,0 1 1 0 0,0 0-1 0 0,0 0 0 0 0,0 0 0 0 0,0 0 0 0 0,0-1 0 0 0,0 1 1 0 0,0 0-1 0 0,0 0 0 0 0,0 0 0 0 0,0 0 0 0 0,0-1 0 0 0,0 1 1 0 0,0 0-1 0 0,0 0 0 0 0,0 0 0 0 0,0-1 0 0 0,0 1 0 0 0,0 0 1 0 0,0 0-1 0 0,0 0 0 0 0,1 0 0 0 0,-1 0 0 0 0,0-1 1 0 0,0 1-1 0 0,0 0 0 0 0,0 0 0 0 0,0 0 0 0 0,0 0 0 0 0,1 0 1 0 0,-1 0-1 0 0,0 0 0 0 0,0-1 0 0 0,0 1 0 0 0,0 0 0 0 0,1 0 1 0 0,-1 0-1 0 0,0 0 0 0 0,0 0 0 0 0,0 0 0 0 0,0 0 0 0 0,1 0 1 0 0,-1 0-1 0 0,0 0 0 0 0,1 0 17 0 0,-1 0 0 0 0,1 0 0 0 0,-1 0 0 0 0,0 0-1 0 0,1 1 1 0 0,-1-1 0 0 0,1 0 0 0 0,-1 0 0 0 0,1 0 0 0 0,-1 0 0 0 0,0 1 0 0 0,1-1 0 0 0,-1 0-1 0 0,1 1 1 0 0,-1-1 0 0 0,0 0 0 0 0,1 0 0 0 0,-1 1 0 0 0,1 0 0 0 0,3 5 51 0 0,0 1 0 0 0,1-1 0 0 0,0 0 0 0 0,0 0 0 0 0,1 0 1 0 0,-1-1-1 0 0,1 0 0 0 0,1 0 0 0 0,-1-1 0 0 0,10 6 0 0 0,144 80 659 0 0,-155-87-683 0 0,-1 0 0 0 0,1 0 0 0 0,-1 1 0 0 0,0-1 0 0 0,0 1 0 0 0,0 0 0 0 0,-1 0 0 0 0,1 1 0 0 0,-1-1 0 0 0,0 1 0 0 0,3 5 1 0 0,-5-8-36 0 0,0 0 0 0 0,0 1 0 0 0,-1-1 0 0 0,1 0 0 0 0,-1 0 1 0 0,0 0-1 0 0,1 0 0 0 0,-1 0 0 0 0,0 1 0 0 0,0-1 1 0 0,-1 0-1 0 0,1 0 0 0 0,0 0 0 0 0,-1 0 0 0 0,1 1 0 0 0,-1-1 1 0 0,0 0-1 0 0,1 0 0 0 0,-1 0 0 0 0,0 0 0 0 0,0-1 1 0 0,0 1-1 0 0,-1 0 0 0 0,1 0 0 0 0,0 0 0 0 0,-1-1 0 0 0,1 1 1 0 0,-1-1-1 0 0,0 1 0 0 0,1-1 0 0 0,-3 1 0 0 0,-12 9 193 0 0,0-2-1 0 0,-1 0 0 0 0,-1 0 0 0 0,1-2 0 0 0,-35 10 0 0 0,4-1 114 0 0,-25 13-219 0 0,-116 38-2331 0 0,84-40 1356 0 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2:17.60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3 16 1439 0 0,'3'-2'-32'0'0,"-1"1"0"0"0,1-1 0 0 0,-1 1 0 0 0,1-1 0 0 0,0 1 0 0 0,-1 0 0 0 0,1 0 0 0 0,0 0 0 0 0,3 0 0 0 0,-4 0 12 0 0,-1 1 0 0 0,1-1 0 0 0,-1 1 0 0 0,1 0-1 0 0,-1 0 1 0 0,1 0 0 0 0,-1 0 0 0 0,1 0 0 0 0,0 0-1 0 0,-1 0 1 0 0,1 0 0 0 0,-1 0 0 0 0,1 1 0 0 0,-1-1-1 0 0,1 1 1 0 0,-1-1 0 0 0,0 1 0 0 0,3 1-1 0 0,-3-2 21 0 0,-1 0 0 0 0,0 1-1 0 0,0-1 1 0 0,0 0 0 0 0,0 0-1 0 0,0 0 1 0 0,0 0-1 0 0,0 0 1 0 0,0 0 0 0 0,0 1-1 0 0,0-1 1 0 0,0 0-1 0 0,0 0 1 0 0,0 0 0 0 0,0 0-1 0 0,0 0 1 0 0,0 0-1 0 0,0 1 1 0 0,0-1 0 0 0,0 0-1 0 0,0 0 1 0 0,0 0-1 0 0,0 0 1 0 0,0 0 0 0 0,0 1-1 0 0,0-1 1 0 0,0 0-1 0 0,0 0 1 0 0,0 0 0 0 0,0 0-1 0 0,0 0 1 0 0,0 0-1 0 0,0 0 1 0 0,0 1 0 0 0,0-1-1 0 0,-1 0 1 0 0,-5 6-17 0 0,0-2 22 0 0,5-2 10 0 0,-5 2-48 0 0,1 1 0 0 0,0 0 0 0 0,0 0 0 0 0,1 0 0 0 0,-7 11 0 0 0,3-4 129 0 0,1 1 57 0 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2:18.43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1 102 2759 0 0,'0'-7'204'0'0,"-1"-1"-122"0"0,1 1 0 0 0,0 0-1 0 0,1 0 1 0 0,0 0 0 0 0,0-1 0 0 0,0 1 0 0 0,1 0 0 0 0,3-8-1 0 0,-4 13-59 0 0,0 1-1 0 0,0-1 1 0 0,0 1-1 0 0,0 0 1 0 0,1-1 0 0 0,-1 1-1 0 0,0 0 1 0 0,0 0-1 0 0,1 0 1 0 0,-1 0-1 0 0,1 0 1 0 0,-1 0-1 0 0,1 1 1 0 0,0-1-1 0 0,-1 0 1 0 0,1 1-1 0 0,0-1 1 0 0,-1 1-1 0 0,4-1 1 0 0,4 0 127 0 0,0 0 1 0 0,15 2-1 0 0,-10-1-96 0 0,103 0-53 0 0,140 1 0 0 0,3 24-8 0 0,-1 21-10 0 0,74 10 4 0 0,-316-55 6 0 0,643 87-56 0 0,-496-64 64 0 0,240 43 0 0 0,-347-54 0 0 0,227 55 0 0 0,-225-50 0 0 0,-1 3 0 0 0,98 49 0 0 0,261 186-22 0 0,-27 38-140 0 0,-310-230 162 0 0,163 145 0 0 0,16 78-32 0 0,-8-9 0 0 0,67 50 32 0 0,-285-295 0 0 0,57 43 0 0 0,-61-53 0 0 0,-1 0 0 0 0,-2 1 0 0 0,45 53 0 0 0,-33-10 488 0 0,20 8 708 0 0,-54-69-1119 0 0,-3-4-57 0 0,0-1 0 0 0,0 1-1 0 0,-1-1 1 0 0,1 0 0 0 0,0 1 0 0 0,1-1-1 0 0,-1 0 1 0 0,0 1 0 0 0,0-1-1 0 0,1 0 1 0 0,1 1 0 0 0,6-11-94 0 0,-6 2-3652 0 0,-1-2 3576 0 0,-1 3 138 0 0,1 0-1 0 0,0 0 1 0 0,5-12 0 0 0,1 3 117 0 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2:18.76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288 74 1839 0 0,'-2'-13'-28'0'0,"-1"-19"640"0"0,3 31-519 0 0,0-1-1 0 0,0 0 1 0 0,0 1-1 0 0,0-1 1 0 0,0 0-1 0 0,1 1 1 0 0,-1-1-1 0 0,1 1 1 0 0,-1-1-1 0 0,1 1 1 0 0,-1-1-1 0 0,1 1 1 0 0,0-1-1 0 0,0 1 1 0 0,2-3-1 0 0,-3 4-78 0 0,0 0 0 0 0,1 0 0 0 0,-1 0 0 0 0,0 0 0 0 0,1-1-1 0 0,-1 1 1 0 0,1 0 0 0 0,-1 0 0 0 0,0 0 0 0 0,1 0 0 0 0,-1 0-1 0 0,1 0 1 0 0,-1 0 0 0 0,1 0 0 0 0,-1 0 0 0 0,0 0-1 0 0,1 0 1 0 0,-1 0 0 0 0,1 0 0 0 0,-1 1 0 0 0,0-1 0 0 0,1 0-1 0 0,-1 0 1 0 0,0 0 0 0 0,1 1 0 0 0,-1-1 0 0 0,0 0 0 0 0,1 0-1 0 0,-1 1 1 0 0,0-1 0 0 0,1 0 0 0 0,-1 0 0 0 0,1 1-1 0 0,10 12 124 0 0,-9-11-96 0 0,16 22 88 0 0,-1-2 187 0 0,33 33-1 0 0,-37-41-175 0 0,0 0 0 0 0,-1 1-1 0 0,0 1 1 0 0,-1 0-1 0 0,-1 0 1 0 0,-1 1-1 0 0,0 1 1 0 0,7 20-1 0 0,-14-33-122 0 0,0 1-1 0 0,0 0 0 0 0,0 0 1 0 0,0 0-1 0 0,-1 0 0 0 0,0 0 0 0 0,-1 0 1 0 0,1 0-1 0 0,-1 0 0 0 0,0 0 1 0 0,0 0-1 0 0,-1 0 0 0 0,0 0 1 0 0,0 0-1 0 0,-1 0 0 0 0,1 0 0 0 0,-1 0 1 0 0,0-1-1 0 0,-1 1 0 0 0,0 0 1 0 0,1-1-1 0 0,-2 0 0 0 0,1 0 1 0 0,-1 0-1 0 0,1 0 0 0 0,-9 7 0 0 0,0 0 23 0 0,0-2-1 0 0,-22 15 0 0 0,28-22 12 0 0,0 1-1 0 0,-1-1 1 0 0,1 0-1 0 0,-1-1 1 0 0,0 0-1 0 0,0 0 1 0 0,0 0-1 0 0,-10 0 0 0 0,-85 4 944 0 0,61-4-726 0 0,-66 9 1 0 0,42 3-204 0 0,32-6-64 0 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2:22.594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47 16 1519 0 0,'-7'-9'947'0'0,"6"8"-932"0"0,1 1 1 0 0,0-1-1 0 0,-1 1 0 0 0,1-1 1 0 0,-1 1-1 0 0,1 0 0 0 0,-1-1 0 0 0,1 1 1 0 0,-1 0-1 0 0,1-1 0 0 0,-1 1 1 0 0,1 0-1 0 0,-1-1 0 0 0,1 1 0 0 0,-1 0 1 0 0,0 0-1 0 0,1 0 0 0 0,-1 0 1 0 0,1-1-1 0 0,-1 1 0 0 0,0 0 0 0 0,1 0 1 0 0,-1 0-1 0 0,1 0 0 0 0,-1 0 1 0 0,0 1-1 0 0,1-1 0 0 0,-1 0 0 0 0,1 0 1 0 0,-1 0-1 0 0,0 0 0 0 0,1 1 1 0 0,-1-1-1 0 0,1 0 0 0 0,-1 0 1 0 0,1 1-1 0 0,-1-1 0 0 0,1 1 0 0 0,-1-1 1 0 0,1 0-1 0 0,-1 2 0 0 0,-1 0-39 0 0,0 1 0 0 0,0-1-1 0 0,1 1 1 0 0,-1 0 0 0 0,1 0-1 0 0,-2 6 1 0 0,0-2 13 0 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2:22.763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18 19 455 0 0,'-1'-1'0'0'0,"1"0"0"0"0,-1-1 0 0 0,0 1 0 0 0,0 0 0 0 0,1 0 0 0 0,-1-1 0 0 0,0 1 0 0 0,0 0 0 0 0,0 0 0 0 0,0 0 0 0 0,-1 0 0 0 0,1 0 0 0 0,0 0 0 0 0,0 1 0 0 0,-2-2 0 0 0,9 21 680 0 0,-5-9-664 0 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2:23.96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67 1068 2759 0 0,'-26'-7'-857'0'0,"-14"8"1596"0"0,52-2-363 0 0,1 0 1 0 0,-1-1-1 0 0,0 0 1 0 0,24-8 0 0 0,48-23-90 0 0,-65 26-136 0 0,236-106 282 0 0,75-30-61 0 0,272-43 204 0 0,-454 149-576 0 0,374-91 0 0 0,-177 41 0 0 0,39-9 21 0 0,-260 71 130 0 0,142-10 1 0 0,-126 27 33 0 0,241 17 0 0 0,26 39-135 0 0,-382-44-66 0 0,0-1 0 0 0,1-1 0 0 0,29-2 0 0 0,-30-5 16 0 0,-28 3 0 0 0,0 0 0 0 0,-1 1 0 0 0,1-1 0 0 0,-1 1 0 0 0,-4-1 0 0 0,-19-4 177 0 0,4 1-1032 0 0,1 0 1 0 0,-43-17-1 0 0,58 19 649 0 0,1-1 0 0 0,0 1 0 0 0,0-1 0 0 0,0 0-1 0 0,0 0 1 0 0,1 0 0 0 0,-1-1 0 0 0,1 0 0 0 0,0 0-1 0 0,1-1 1 0 0,-1 1 0 0 0,1-1 0 0 0,0 0 0 0 0,-3-6-1 0 0,0 0 36 0 0,4 6 245 0 0,-1 0 0 0 0,1 0 0 0 0,1 0 0 0 0,-1-1 0 0 0,-2-8 0 0 0,5 14-19 0 0,0 0 1 0 0,0 0-1 0 0,0 0 0 0 0,-1 0 0 0 0,1 0 1 0 0,0 0-1 0 0,1 0 0 0 0,-1 1 0 0 0,0-1 1 0 0,0 0-1 0 0,0 0 0 0 0,1 0 0 0 0,-1 0 1 0 0,0 0-1 0 0,1 0 0 0 0,-1 1 0 0 0,0-1 0 0 0,2-1 1 0 0,-1 1 45 0 0,0 0 0 0 0,0 0 0 0 0,0 0 0 0 0,0 1 0 0 0,1-1 0 0 0,-1 1 0 0 0,0-1 0 0 0,0 1 0 0 0,0-1 0 0 0,1 1 0 0 0,-1 0 0 0 0,0-1 0 0 0,1 1-1 0 0,-1 0 1 0 0,0 0 0 0 0,1 0 0 0 0,1 0 0 0 0,2 0-2 0 0,0 1-1 0 0,0 0 0 0 0,0 0 0 0 0,0 0 1 0 0,0 0-1 0 0,0 1 0 0 0,0-1 0 0 0,-1 1 1 0 0,9 5-1 0 0,3 3-43 0 0,21 17 0 0 0,3 2-32 0 0,57 29-15 0 0,-42-26 218 0 0,-1 2 1 0 0,64 51 0 0 0,-108-76-175 0 0,-1 1-1 0 0,0-1 1 0 0,10 14-1 0 0,-16-19-36 0 0,-1-1 0 0 0,1 0 0 0 0,-1 1 1 0 0,0 0-1 0 0,0-1 0 0 0,-1 1 0 0 0,1 0 0 0 0,-1 0 0 0 0,0 0 0 0 0,0 0 0 0 0,0 0 0 0 0,0 1 0 0 0,-1-1 0 0 0,0 5 0 0 0,0-6 25 0 0,-1-1-1 0 0,1 0 1 0 0,-1 0-1 0 0,0 0 1 0 0,0 0-1 0 0,0 0 1 0 0,0-1-1 0 0,0 1 1 0 0,-1 0-1 0 0,1 0 0 0 0,-1-1 1 0 0,1 1-1 0 0,-1-1 1 0 0,1 1-1 0 0,-1-1 1 0 0,0 0-1 0 0,-3 3 1 0 0,-5 2 201 0 0,-1-1-1 0 0,-11 5 1 0 0,8-4-16 0 0,-177 74 1268 0 0,46-20-2025 0 0,98-39-2855 0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2:27.97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62 1 1791 0 0,'-5'3'0'0'0,"1"-1"0"0"0,3-2 0 0 0,1 2 0 0 0,-2-1 0 0 0,-2 3 0 0 0,-1 1 0 0 0,-1 3-64 0 0,-1 3 64 0 0,0 0 0 0 0,2 3 0 0 0,1 3 0 0 0,1 0 0 0 0,0 2 0 0 0,1 1-64 0 0,-1 2 64 0 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2:32.80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945 276 1783 0 0,'29'-24'1256'0'0,"-19"18"-507"0"0,-1-1 0 0 0,12-12 0 0 0,-19 17-526 0 0,-1 0 1 0 0,1 0-1 0 0,0 0 0 0 0,-1 0 0 0 0,1 0 1 0 0,-1 0-1 0 0,0-1 0 0 0,0 1 0 0 0,0 0 1 0 0,0-1-1 0 0,0 1 0 0 0,0-1 0 0 0,-1 0 1 0 0,1 1-1 0 0,-1-5 0 0 0,0 4 8 0 0,0-1 0 0 0,-1 1-1 0 0,0-1 1 0 0,0 1 0 0 0,0 0 0 0 0,0 0-1 0 0,-1 0 1 0 0,1-1 0 0 0,-1 1 0 0 0,0 0-1 0 0,0 1 1 0 0,0-1 0 0 0,0 0 0 0 0,-3-2-1 0 0,-6-6 46 0 0,-21-17-1 0 0,28 24-230 0 0,-15-11 89 0 0,-22-14 0 0 0,33 24-94 0 0,-1 0-1 0 0,0 1 0 0 0,0 0 1 0 0,0 0-1 0 0,-15-3 0 0 0,-4 2 46 0 0,-1 1-1 0 0,0 1 0 0 0,0 1 0 0 0,-48 4 1 0 0,36 2-94 0 0,1 2 1 0 0,-69 18-1 0 0,75-14 15 0 0,2 1-1 0 0,-46 23 1 0 0,64-27 12 0 0,1 1 0 0 0,0 0 0 0 0,0 1 0 0 0,1 0-1 0 0,0 1 1 0 0,1 1 0 0 0,-20 22 0 0 0,19-17 9 0 0,0 1-1 0 0,1 1 1 0 0,0 0-1 0 0,-11 29 0 0 0,18-36-24 0 0,0 0 0 0 0,1 0 0 0 0,0 0 0 0 0,1 0 0 0 0,0 1 0 0 0,1-1 0 0 0,0 0 0 0 0,1 1 0 0 0,1 19 0 0 0,1-25-2 0 0,-1-1-1 0 0,1 1 0 0 0,0 0 1 0 0,0-1-1 0 0,1 0 1 0 0,-1 1-1 0 0,1-1 0 0 0,1 0 1 0 0,-1 0-1 0 0,0-1 0 0 0,1 1 1 0 0,0-1-1 0 0,0 1 1 0 0,1-1-1 0 0,-1-1 0 0 0,1 1 1 0 0,10 5-1 0 0,-1 0 15 0 0,0-2 0 0 0,1 0 0 0 0,0 0 0 0 0,0-2 1 0 0,22 6-1 0 0,-16-6 136 0 0,1-2 1 0 0,0 0-1 0 0,22-1 1 0 0,68-4 454 0 0,-103 2-582 0 0,22-3 24 0 0,0 0 1 0 0,-1-2-1 0 0,0-1 0 0 0,0-1 0 0 0,-1-2 1 0 0,51-22-1 0 0,-61 22-15 0 0,-1 0 0 0 0,0-2 0 0 0,-1 0 0 0 0,0-1 0 0 0,25-22 0 0 0,41-65 291 0 0,-77 91-277 0 0,0 1 1 0 0,-1-1 0 0 0,-1 0 0 0 0,1-1 0 0 0,-1 1 0 0 0,-1-1 0 0 0,5-15 0 0 0,-7 20-11 0 0,0 0 1 0 0,0 0 0 0 0,-1 0 0 0 0,0 0 0 0 0,0-1 0 0 0,0 1 0 0 0,0 0 0 0 0,-1 0 0 0 0,1 0 0 0 0,-1 0 0 0 0,0 0 0 0 0,0 0-1 0 0,-1 0 1 0 0,1 0 0 0 0,-1 0 0 0 0,0 1 0 0 0,0-1 0 0 0,0 0 0 0 0,-4-4 0 0 0,-1 0-18 0 0,0 1 0 0 0,0 0-1 0 0,-1 1 1 0 0,0 0 0 0 0,0 0 0 0 0,0 1 0 0 0,-11-6 0 0 0,-68-26-43 0 0,70 31 34 0 0,-5-3-10 0 0,-1 1 0 0 0,0 1 0 0 0,0 1 0 0 0,0 1 0 0 0,-1 1 0 0 0,0 1 0 0 0,0 1 0 0 0,0 2 0 0 0,0 0 0 0 0,-33 5 0 0 0,19 1 34 0 0,-11 1-17 0 0,-74 20 0 0 0,109-23-17 0 0,1 1 0 0 0,0 0-1 0 0,0 1 1 0 0,0 0-1 0 0,0 1 1 0 0,1 1 0 0 0,0 0-1 0 0,1 0 1 0 0,0 1 0 0 0,-11 11-1 0 0,-8 13 0 0 0,2-5-4 0 0,-45 62-1 0 0,71-86 2 0 0,-1 0 0 0 0,1-1 0 0 0,0 1 0 0 0,0 0 1 0 0,1 0-1 0 0,-1 1 0 0 0,1-1 0 0 0,0 0 0 0 0,0 0 0 0 0,0 1 0 0 0,0-1 0 0 0,1 0 0 0 0,0 1 0 0 0,0-1 0 0 0,0 0 0 0 0,0 1 0 0 0,2 4 0 0 0,-1-4 0 0 0,1 0 1 0 0,0 0-1 0 0,0 0 0 0 0,0 0 0 0 0,1 0 1 0 0,0-1-1 0 0,0 1 0 0 0,0-1 0 0 0,0 0 0 0 0,1 0 1 0 0,0 0-1 0 0,0 0 0 0 0,6 5 0 0 0,3 0 8 0 0,0 0-1 0 0,1 0 1 0 0,-1-1-1 0 0,2-1 1 0 0,-1 0 0 0 0,1-1-1 0 0,0-1 1 0 0,27 6-1 0 0,-8-5 8 0 0,0-2 0 0 0,67 0-1 0 0,-63-3-9 0 0,-12 0 2 0 0,0-2 1 0 0,39-4-1 0 0,-38 0 76 0 0,0-1 0 0 0,33-13 0 0 0,52-29-76 0 0,-94 38 54 0 0,0-1 0 0 0,0-1 0 0 0,28-24 0 0 0,-20 11 126 0 0,27-35 1 0 0,-47 52-174 0 0,1-1 0 0 0,-1 1 0 0 0,0-1 1 0 0,-1-1-1 0 0,0 1 0 0 0,-1 0 0 0 0,0-1 1 0 0,3-11-1 0 0,-6 17-5 0 0,0 0-1 0 0,0 1 1 0 0,-1-1-1 0 0,0 0 1 0 0,1-1-1 0 0,-2 1 1 0 0,1 0 0 0 0,0 0-1 0 0,-1 0 1 0 0,1 0-1 0 0,-1 1 1 0 0,0-1 0 0 0,-1 0-1 0 0,1 0 1 0 0,-1 0-1 0 0,1 1 1 0 0,-1-1 0 0 0,0 1-1 0 0,-1-1 1 0 0,1 1-1 0 0,0 0 1 0 0,-1 0 0 0 0,-5-5-1 0 0,-2-1-4 0 0,-1 1 0 0 0,0 0 0 0 0,-1 1 0 0 0,1 0 0 0 0,-1 1 0 0 0,-1 1 0 0 0,1-1 0 0 0,-1 2 0 0 0,0 0 0 0 0,0 0 0 0 0,0 1 0 0 0,-17-1 0 0 0,-17 0 0 0 0,0 2 0 0 0,-54 5 0 0 0,69-1 0 0 0,-22 0 0 0 0,0 2 0 0 0,-66 14 0 0 0,101-14 0 0 0,1 1 0 0 0,0 1 0 0 0,0 1 0 0 0,1 0 0 0 0,0 1 0 0 0,0 1 0 0 0,1 0 0 0 0,0 1 0 0 0,0 1 0 0 0,-15 14 0 0 0,7-2 0 0 0,1 0 0 0 0,-26 36 0 0 0,41-49 0 0 0,1 0 0 0 0,1 1 0 0 0,-1 0 0 0 0,2 0 0 0 0,0 1 0 0 0,0 0 0 0 0,1 0 0 0 0,0 0 0 0 0,-2 15 0 0 0,6-23 0 0 0,-1 0 0 0 0,1-1 0 0 0,0 1 0 0 0,0 0 0 0 0,0-1 0 0 0,1 1 0 0 0,-1 0 0 0 0,1 0 0 0 0,0-1 0 0 0,1 5 0 0 0,-1-6 0 0 0,0-1 0 0 0,0 1 0 0 0,0 0 0 0 0,0 0 0 0 0,1 0 0 0 0,-1-1 0 0 0,0 1 0 0 0,1-1 0 0 0,-1 1 0 0 0,1-1 0 0 0,-1 1 0 0 0,1-1 0 0 0,0 0 0 0 0,-1 0 0 0 0,1 0 0 0 0,0 0 0 0 0,0 0 0 0 0,4 1 0 0 0,16 4 1298 0 0,41 4 1 0 0,1 0-323 0 0,-62-10-959 0 0,7 2 11 0 0,0 0 0 0 0,0 0 1 0 0,0 1-1 0 0,-1 0 0 0 0,1 1 1 0 0,-1-1-1 0 0,9 7 0 0 0,-16-10-24 0 0,-1 1 0 0 0,1-1 0 0 0,-1 1 0 0 0,1-1 1 0 0,-1 1-1 0 0,1-1 0 0 0,-1 1 0 0 0,1-1 0 0 0,-1 1 0 0 0,0 0 0 0 0,1-1 0 0 0,-1 1 0 0 0,0-1 0 0 0,0 1 0 0 0,1 0 0 0 0,-1-1 0 0 0,0 2 0 0 0,-1 0 10 0 0,0-1-14 0 0,1 0-1 0 0,0-1 0 0 0,-1 1 0 0 0,1-1 1 0 0,0 1-1 0 0,-1 0 0 0 0,1-1 1 0 0,-1 1-1 0 0,1-1 0 0 0,-1 1 1 0 0,0-1-1 0 0,1 1 0 0 0,-1-1 1 0 0,1 1-1 0 0,-1-1 0 0 0,0 0 1 0 0,0 1-1 0 0,1-1 0 0 0,-2 1 0 0 0,2-1-68 0 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2:34.744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1038 363 4143 0 0,'67'-71'2115'0'0,"-64"68"-1876"0"0,0 0 0 0 0,0-1 1 0 0,0 1-1 0 0,0-1 0 0 0,-1 0 0 0 0,0 0 0 0 0,0 0 0 0 0,0 0 1 0 0,0 0-1 0 0,-1-1 0 0 0,0 1 0 0 0,0-1 0 0 0,0 1 0 0 0,0 0 1 0 0,0-1-1 0 0,-1 1 0 0 0,0-1 0 0 0,0 0 0 0 0,0 1 1 0 0,-1-1-1 0 0,1 1 0 0 0,-3-6 0 0 0,2 4-32 0 0,-1 0-1 0 0,-1 0 1 0 0,1 0-1 0 0,-1 1 1 0 0,0-1-1 0 0,0 1 1 0 0,0-1-1 0 0,-1 1 1 0 0,0 0-1 0 0,0 1 1 0 0,0-1-1 0 0,-1 1 1 0 0,1-1-1 0 0,-1 1 1 0 0,-7-4-1 0 0,-10-5 5 0 0,0 2-1 0 0,-1 0 0 0 0,-31-9 0 0 0,-76-15 221 0 0,105 30-364 0 0,0 1 0 0 0,-1 1-1 0 0,0 1 1 0 0,0 2 0 0 0,1 0-1 0 0,-1 2 1 0 0,0 0 0 0 0,1 2-1 0 0,-1 1 1 0 0,1 1 0 0 0,0 1-1 0 0,-29 13 1 0 0,21-5-41 0 0,0 1 0 0 0,1 1 0 0 0,1 2-1 0 0,-30 23 1 0 0,14-6 167 0 0,-52 51-1 0 0,85-73-130 0 0,0 1-1 0 0,2 0 0 0 0,0 1 1 0 0,0 0-1 0 0,2 1 0 0 0,0 0 1 0 0,-12 29-1 0 0,19-39-27 0 0,0 0 0 0 0,1 1-1 0 0,-1-1 1 0 0,2 0 0 0 0,-1 1 0 0 0,1 0-1 0 0,0-1 1 0 0,1 1 0 0 0,0-1 0 0 0,0 1-1 0 0,0 0 1 0 0,1-1 0 0 0,0 1 0 0 0,1-1-1 0 0,3 12 1 0 0,1-6 31 0 0,1-1 0 0 0,0 0 0 0 0,1 0 0 0 0,0 0 0 0 0,1-1 0 0 0,1 0 0 0 0,-1 0 0 0 0,2-1 0 0 0,-1-1 0 0 0,1 0 0 0 0,19 12 0 0 0,4 2 180 0 0,0-2 0 0 0,58 26 0 0 0,-71-38-163 0 0,1-1 1 0 0,0-1-1 0 0,0-1 1 0 0,0 0-1 0 0,1-2 1 0 0,24 1-1 0 0,-4-4-10 0 0,0-2 0 0 0,0-1 0 0 0,0-3 0 0 0,-1-1 0 0 0,1-2 0 0 0,-1-2 0 0 0,-1-2 0 0 0,0-1 0 0 0,-1-3 0 0 0,0-1 0 0 0,53-32 0 0 0,-61 29-63 0 0,0-2 0 0 0,-2-1 0 0 0,0-1 0 0 0,-2-1 0 0 0,25-30 0 0 0,-48 50-3 0 0,0-1 0 0 0,0 0 1 0 0,-1 0-1 0 0,1 0 0 0 0,-2-1 1 0 0,1 1-1 0 0,-1-1 1 0 0,0 0-1 0 0,0 0 0 0 0,-1 0 1 0 0,0 0-1 0 0,0-1 0 0 0,-1 1 1 0 0,0 0-1 0 0,0-1 1 0 0,0 1-1 0 0,-1-1 0 0 0,-1 1 1 0 0,1-1-1 0 0,-1 1 0 0 0,0-1 1 0 0,-5-13-1 0 0,1 6-2 0 0,-2 1 1 0 0,0 0-1 0 0,0 0 0 0 0,-2 0 1 0 0,1 1-1 0 0,-2 0 0 0 0,0 1 0 0 0,0 0 1 0 0,-1 1-1 0 0,-1 0 0 0 0,1 0 0 0 0,-2 2 1 0 0,0-1-1 0 0,-17-9 0 0 0,20 14 15 0 0,0 1 1 0 0,0-1-1 0 0,-1 2 0 0 0,1-1 1 0 0,-1 2-1 0 0,0-1 0 0 0,0 1 1 0 0,0 1-1 0 0,0 0 0 0 0,-23 1 0 0 0,-3 3-645 0 0,-70 14-1 0 0,65-7-4450 0 0,1 2-1741 0 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2:36.70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87 29 1783 0 0,'0'-1'35'0'0,"1"0"-27"0"0,0-1-1 0 0,0 1 0 0 0,-1-1 1 0 0,1 1-1 0 0,-1-1 1 0 0,1 1-1 0 0,-1-1 0 0 0,0 1 1 0 0,1-1-1 0 0,-1 1 0 0 0,0-1 1 0 0,0 1-1 0 0,0-1 0 0 0,0 1 1 0 0,-1-1-1 0 0,1-1 0 0 0,-3 3-7 0 0,1 0 0 0 0,0 1 0 0 0,-1-1 0 0 0,1 1 0 0 0,0-1 0 0 0,-1 1 0 0 0,-1 1 0 0 0,1-1 0 0 0,-24 13 0 0 0,26-14 0 0 0,0 1 0 0 0,-1 0 0 0 0,1 0 0 0 0,0-1 0 0 0,0 1 0 0 0,0 0 0 0 0,0 0 0 0 0,0 0 0 0 0,0 0 0 0 0,0 1 0 0 0,1-1 0 0 0,-1 0 0 0 0,0 0 0 0 0,1 0 0 0 0,-1 1 0 0 0,0-1 0 0 0,1 0 0 0 0,-1 3 0 0 0,0-3 0 0 0,1-1 0 0 0,-1 1 0 0 0,1-1 0 0 0,-1 1 0 0 0,1-1 0 0 0,-1 1 0 0 0,0-1 0 0 0,1 0 0 0 0,-1 1 0 0 0,0-1 0 0 0,1 0 0 0 0,-1 1 0 0 0,0-1 0 0 0,0 0 0 0 0,1 0 0 0 0,-1 0 0 0 0,0 1 0 0 0,-1-1 0 0 0,2 0 0 0 0,-10 1 0 0 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2:38.20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429 150 2759 0 0,'6'-19'1378'0'0,"1"1"-1"0"0,17-34 0 0 0,-10 22 366 0 0,-12 27-1490 0 0,-1 0 97 0 0,0 0 0 0 0,1-1 0 0 0,0 1 0 0 0,-1 1 0 0 0,1-1 0 0 0,0 0 0 0 0,3-3 0 0 0,-15 35 1468 0 0,-46 76-1778 0 0,19-39-2 0 0,-10 22 90 0 0,-64 130 484 0 0,84-158-505 0 0,-33 108 1 0 0,-28 97-47 0 0,39-147-469 0 0,46-124-3494 0 0,4-11 2631 0 0,15-77-1149 0 0,4-32 2189 0 0,-17 92 296 0 0,0 7 751 0 0,-1 0 0 0 0,-1 0-1 0 0,-3-33 1 0 0,3 60-745 0 0,-1-1 0 0 0,0 1 0 0 0,0 0-1 0 0,0 0 1 0 0,0-1 0 0 0,0 1 0 0 0,0 0 0 0 0,0-1-1 0 0,0 1 1 0 0,0 0 0 0 0,0 0 0 0 0,0-1 0 0 0,0 1-1 0 0,0 0 1 0 0,0-1 0 0 0,-1 1 0 0 0,1 0-1 0 0,0 0 1 0 0,0-1 0 0 0,0 1 0 0 0,0 0 0 0 0,0 0-1 0 0,-1-1 1 0 0,1 1 0 0 0,0 0 0 0 0,0 0 0 0 0,0-1-1 0 0,-1 1 1 0 0,1 0 0 0 0,0 0 0 0 0,0 0-1 0 0,-1 0 1 0 0,1-1 0 0 0,0 1 0 0 0,0 0 0 0 0,-1 0-1 0 0,1 0 1 0 0,-8 10 1322 0 0,-3 18-601 0 0,3 2-725 0 0,2 1-1 0 0,1 0 1 0 0,2 0 0 0 0,-1 42-1 0 0,1-5 142 0 0,2-56-149 0 0,0-1 0 0 0,1 0 0 0 0,0 1 0 0 0,1-1 0 0 0,5 21 0 0 0,-6-26 2 0 0,1-1 0 0 0,-1 1 1 0 0,0-1-1 0 0,0 1 1 0 0,0-1-1 0 0,-1 1 1 0 0,-1 8-1 0 0,0-6 72 0 0,1-1 0 0 0,0 1-1 0 0,1 11 1 0 0,0-16-88 0 0,0-1 0 0 0,0 0 0 0 0,1 0 0 0 0,-1 0 0 0 0,1 1 0 0 0,-1-1-1 0 0,1 0 1 0 0,0 0 0 0 0,0 0 0 0 0,0 0 0 0 0,0 0 0 0 0,0 0 0 0 0,1-1 0 0 0,-1 1 0 0 0,0 0-1 0 0,1-1 1 0 0,0 1 0 0 0,-1-1 0 0 0,1 1 0 0 0,0-1 0 0 0,0 0 0 0 0,-1 1 0 0 0,1-1 0 0 0,0 0-1 0 0,0 0 1 0 0,0-1 0 0 0,0 1 0 0 0,1 0 0 0 0,-1-1 0 0 0,0 1 0 0 0,0-1 0 0 0,0 0 0 0 0,1 1-1 0 0,-1-1 1 0 0,3 0 0 0 0,-2-2 61 0 0,0 1 0 0 0,0-1 0 0 0,0 0 0 0 0,0 1 1 0 0,0-1-1 0 0,-1 0 0 0 0,1-1 0 0 0,-1 1 0 0 0,1 0 0 0 0,-1-1 0 0 0,0 0 0 0 0,4-5 0 0 0,1 0 147 0 0,-5 5-189 0 0,62-73 961 0 0,-55 64-948 0 0,-1 0 1 0 0,-1-1 0 0 0,0 1 0 0 0,10-24 0 0 0,-17 35-142 0 0,1-1 0 0 0,-1 1 0 0 0,1 0 0 0 0,-1-1 0 0 0,1 1 0 0 0,-1 0 0 0 0,0-1 0 0 0,1 1 0 0 0,-1 0 0 0 0,0-1 0 0 0,0 1 0 0 0,0-1 0 0 0,0 1 0 0 0,0 0 0 0 0,-1-1 0 0 0,1 1 0 0 0,0 0 0 0 0,-1-1 0 0 0,1 1 0 0 0,-1 0 0 0 0,0-2 0 0 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2:38.593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407 609 919 0 0,'2'-1'86'0'0,"1"0"0"0"0,0 0-1 0 0,0 0 1 0 0,-1 0-1 0 0,1 1 1 0 0,0-1-1 0 0,0 1 1 0 0,0 0-1 0 0,0 0 1 0 0,-1 0 0 0 0,5 1-1 0 0,9-1 491 0 0,-3-2 1085 0 0,0 0-1 0 0,22-8 0 0 0,-35 10-1586 0 0,0 0-1 0 0,0-1 1 0 0,1 1 0 0 0,-1 0-1 0 0,0-1 1 0 0,0 1-1 0 0,0-1 1 0 0,0 1-1 0 0,1 0 1 0 0,-1-1-1 0 0,0 1 1 0 0,0-1-1 0 0,0 1 1 0 0,0-1 0 0 0,0 1-1 0 0,0 0 1 0 0,0-1-1 0 0,0 1 1 0 0,0-1-1 0 0,0 1 1 0 0,0-1-1 0 0,0 1 1 0 0,-1 0-1 0 0,1-1 1 0 0,0 1-1 0 0,0-1 1 0 0,0 1 0 0 0,-1-1-1 0 0,-5-12 701 0 0,-7-6 460 0 0,-1 1-1 0 0,-20-21 1 0 0,-17-21 332 0 0,-10-24 134 0 0,-29-39-203 0 0,74 100-1410 0 0,-1 0 1 0 0,0 2 0 0 0,-2 0-1 0 0,-1 1 1 0 0,0 1 0 0 0,-46-32-1 0 0,52 41-91 0 0,0 2-1 0 0,-26-13 1 0 0,32 16-929 0 0,21 14-2054 0 0,-8-5 1384 0 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2:39.134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206 108 2415 0 0,'6'-4'315'0'0,"-1"0"-1"0"0,0 0 1 0 0,0-1-1 0 0,0 0 0 0 0,-1 0 1 0 0,6-8-1 0 0,-2 3 1079 0 0,-5 7-832 0 0,0-1 82 0 0,0 1 0 0 0,0-1 0 0 0,0 1 0 0 0,0-1 0 0 0,-1 0-1 0 0,0 0 1 0 0,0-1 0 0 0,0 1 0 0 0,3-8 0 0 0,-5 11-608 0 0,0 1-1 0 0,-1-1 1 0 0,1 1-1 0 0,0 0 1 0 0,0-1-1 0 0,0 1 0 0 0,0 0 1 0 0,-1-1-1 0 0,1 1 1 0 0,0 0-1 0 0,0-1 1 0 0,-1 1-1 0 0,1 0 1 0 0,0-1-1 0 0,-1 1 0 0 0,1 0 1 0 0,0 0-1 0 0,-1-1 1 0 0,1 1-1 0 0,0 0 1 0 0,-1 0-1 0 0,1 0 1 0 0,-1 0-1 0 0,1-1 1 0 0,0 1-1 0 0,-1 0 0 0 0,1 0 1 0 0,-1 0-1 0 0,1 0 1 0 0,0 0-1 0 0,-1 0 1 0 0,1 0-1 0 0,-1 0 1 0 0,1 0-1 0 0,0 0 0 0 0,-1 0 1 0 0,0 1-1 0 0,-19 2 16 0 0,17-2 3 0 0,-30 6-7 0 0,1 1-1 0 0,1 2 1 0 0,0 1 0 0 0,0 1-1 0 0,-35 21 1 0 0,64-32-2 0 0,0 0-1 0 0,0 0 1 0 0,1 1 0 0 0,-1-1 0 0 0,1 0 0 0 0,-1 1 0 0 0,1-1 0 0 0,0 1 0 0 0,-1 0 0 0 0,1-1-1 0 0,0 1 1 0 0,0 0 0 0 0,0 0 0 0 0,0 0 0 0 0,0 0 0 0 0,1 0 0 0 0,-1 0 0 0 0,1 0 0 0 0,-1 0 0 0 0,1 0-1 0 0,0 0 1 0 0,-1 0 0 0 0,1 0 0 0 0,0 3 0 0 0,1-3-42 0 0,-1 1 0 0 0,0 0-1 0 0,1-1 1 0 0,0 1 0 0 0,-1-1 0 0 0,1 1-1 0 0,0-1 1 0 0,1 1 0 0 0,-1-1 0 0 0,0 1-1 0 0,0-1 1 0 0,1 0 0 0 0,0 0 0 0 0,-1 0-1 0 0,1 0 1 0 0,0 0 0 0 0,0 0 0 0 0,3 2-1 0 0,12 7 53 0 0,0-2-1 0 0,32 13 1 0 0,-29-13 362 0 0,35 19-1 0 0,-37-16-155 0 0,-7-4-161 0 0,0-1 1 0 0,15 7 0 0 0,-25-13-92 0 0,0-1 0 0 0,0 0 0 0 0,-1 0 0 0 0,1 0 0 0 0,0 1 0 0 0,0-1 0 0 0,-1 0 0 0 0,1 0 0 0 0,0 0 0 0 0,0 0 0 0 0,-1 0 0 0 0,1 0 0 0 0,0-1 0 0 0,0 1 0 0 0,-1 0 0 0 0,1 0 0 0 0,0 0 0 0 0,-1-1 0 0 0,1 1 0 0 0,0 0 0 0 0,-1-1 0 0 0,1 1 0 0 0,0-1 0 0 0,-1 1 0 0 0,1-1 0 0 0,-1 1 0 0 0,1-1 0 0 0,-1 1 0 0 0,1-1 0 0 0,-1 1 0 0 0,1-1 0 0 0,-1 0 0 0 0,1 1 0 0 0,-1-1 0 0 0,0 0 0 0 0,1 1 0 0 0,-1-1 0 0 0,0 0 0 0 0,0 1 0 0 0,0-1 0 0 0,1 0 0 0 0,-1 0 0 0 0,0 0 0 0 0,1-3 31 0 0,-1 0 0 0 0,1 0 0 0 0,-1 1 0 0 0,0-1 0 0 0,0 0 0 0 0,0 0 0 0 0,-1-6 0 0 0,-4-11 51 0 0,-1 1 0 0 0,-1 0 1 0 0,-14-26-1 0 0,15 33 69 0 0,0 2 0 0 0,-2-1 0 0 0,1 1 0 0 0,-1 0-1 0 0,-1 0 1 0 0,-13-12 0 0 0,7 12 33 0 0,14 11-192 0 0,1 0 0 0 0,0 0 0 0 0,-1 0 0 0 0,1-1 0 0 0,-1 1 0 0 0,1 0 0 0 0,0 0 0 0 0,-1 0 0 0 0,1 0 0 0 0,-1 0 0 0 0,1 0 0 0 0,0 0 0 0 0,-1 0 0 0 0,1 0 0 0 0,-1 0 0 0 0,1 0 0 0 0,0 0 0 0 0,-1 0 0 0 0,1 0 0 0 0,-1 0 0 0 0,1 1 0 0 0,0-1 0 0 0,-1 0 0 0 0,1 0 0 0 0,0 0 0 0 0,-1 1 0 0 0,1-1 0 0 0,0 0 0 0 0,-1 0 0 0 0,1 1 0 0 0,0-1 0 0 0,-1 0 0 0 0,1 1 0 0 0,0-1 0 0 0,0 0 0 0 0,0 1 0 0 0,-1-1 0 0 0,1 0 0 0 0,0 1 0 0 0,0-1 0 0 0,0 1 0 0 0,-4 7 0 0 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2:40.063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0 136 2159 0 0,'29'-61'96'0'0,"-15"25"16"0"0,1-3-112 0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2:41.569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852 458 6911 0 0,'9'-27'-103'0'0,"20"-39"-1"0"0,-1-1 627 0 0,-21 52-150 0 0,-2-1-1 0 0,0 0 1 0 0,-1-1-1 0 0,-1 1 0 0 0,2-21 1 0 0,-4 32-284 0 0,-1 1 1 0 0,0 0-1 0 0,-1 0 0 0 0,1-1 1 0 0,-1 1-1 0 0,0 0 0 0 0,0 0 1 0 0,0 0-1 0 0,0 0 1 0 0,-1 0-1 0 0,0 0 0 0 0,1 0 1 0 0,-1 1-1 0 0,-1-1 1 0 0,1 0-1 0 0,-1 1 0 0 0,1 0 1 0 0,-1 0-1 0 0,0 0 1 0 0,0 0-1 0 0,0 0 0 0 0,-1 0 1 0 0,1 1-1 0 0,0-1 1 0 0,-1 1-1 0 0,-4-2 0 0 0,-6-2 68 0 0,0 1 0 0 0,0 0 0 0 0,-1 1 0 0 0,1 0 0 0 0,-1 1-1 0 0,-15-1 1 0 0,-10 1 288 0 0,-42 3 0 0 0,48 1-228 0 0,0 2 0 0 0,0 1 0 0 0,-54 14 0 0 0,65-11-172 0 0,1 1 0 0 0,0 0 0 0 0,0 2 1 0 0,1 1-1 0 0,0 0 0 0 0,-22 17 0 0 0,11-4-51 0 0,0 1-1 0 0,1 2 1 0 0,2 2 0 0 0,-35 42-1 0 0,52-56 5 0 0,1 1-1 0 0,0 0 0 0 0,1 0 1 0 0,1 1-1 0 0,0 1 0 0 0,1-1 1 0 0,1 1-1 0 0,1 1 0 0 0,1-1 1 0 0,0 1-1 0 0,-2 25 0 0 0,6-35 4 0 0,1 0-1 0 0,0-1 1 0 0,1 1 0 0 0,0-1-1 0 0,0 1 1 0 0,1-1 0 0 0,0 1-1 0 0,0-1 1 0 0,1 0-1 0 0,4 9 1 0 0,-1-7 2 0 0,-1 0-1 0 0,2 0 1 0 0,-1 0 0 0 0,1 0-1 0 0,1-1 1 0 0,14 13 0 0 0,-2-5 6 0 0,0-2 0 0 0,1 0 1 0 0,1-1-1 0 0,0-1 0 0 0,0-2 1 0 0,30 12-1 0 0,-22-12 71 0 0,0-1-1 0 0,1-2 1 0 0,-1-1 0 0 0,2-1 0 0 0,-1-2 0 0 0,1-1-1 0 0,-1-1 1 0 0,1-2 0 0 0,0-1 0 0 0,-1-2-1 0 0,1-1 1 0 0,-1-1 0 0 0,0-2 0 0 0,0-1-1 0 0,-1-1 1 0 0,44-20 0 0 0,-37 12 76 0 0,0-2 1 0 0,-1-1 0 0 0,-2-2-1 0 0,37-30 1 0 0,-54 38-37 0 0,-1 0 0 0 0,-1-2 1 0 0,0 0-1 0 0,-1 0 1 0 0,-1-2-1 0 0,0 1 0 0 0,-2-2 1 0 0,0 0-1 0 0,13-31 1 0 0,-11 17 183 0 0,-2-1 0 0 0,-1 0 0 0 0,11-70 1 0 0,-19 87-245 0 0,-1 0 1 0 0,0 0 0 0 0,-2 1 0 0 0,0-1 0 0 0,0 0 0 0 0,-1 1 0 0 0,-2-1 0 0 0,1 1-1 0 0,-2 0 1 0 0,-11-27 0 0 0,13 36-134 0 0,0 1-1 0 0,-1-1 0 0 0,0 1 0 0 0,0 0 1 0 0,-1 0-1 0 0,1 1 0 0 0,-1-1 1 0 0,-1 1-1 0 0,1 0 0 0 0,-1 0 1 0 0,0 1-1 0 0,0 0 0 0 0,0 0 1 0 0,-1 0-1 0 0,1 1 0 0 0,-1-1 1 0 0,0 2-1 0 0,0-1 0 0 0,0 1 0 0 0,0 0 1 0 0,0 0-1 0 0,0 1 0 0 0,-1 0 1 0 0,1 1-1 0 0,-1-1 0 0 0,1 1 1 0 0,0 1-1 0 0,-1-1 0 0 0,1 1 1 0 0,0 1-1 0 0,-1-1 0 0 0,1 1 1 0 0,-10 4-1 0 0,-20 12-829 0 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2:42.13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964 495 6447 0 0,'-2'-4'41'0'0,"0"0"-1"0"0,1 0 1 0 0,-1-1-1 0 0,1 1 1 0 0,0-1-1 0 0,0 1 1 0 0,0-1-1 0 0,1 1 1 0 0,0-1-1 0 0,0 0 1 0 0,0 1-1 0 0,0-1 0 0 0,0 1 1 0 0,1-1-1 0 0,0 1 1 0 0,0-1-1 0 0,1 1 1 0 0,-1-1-1 0 0,3-4 1 0 0,10-19 267 0 0,-1 0 0 0 0,11-41 0 0 0,-21 60-140 0 0,-1 0 0 0 0,0-1 0 0 0,0 1 0 0 0,-1-1 0 0 0,0 1 0 0 0,-1-1 0 0 0,0 0 0 0 0,0 1 0 0 0,-1-1 0 0 0,0 1 0 0 0,-6-19 0 0 0,6 24-82 0 0,-1-1 0 0 0,0 1 0 0 0,-1 0 0 0 0,1 0 0 0 0,-1 0 0 0 0,1 0 0 0 0,-1 0 1 0 0,0 1-1 0 0,0-1 0 0 0,-1 1 0 0 0,-6-6 0 0 0,3 5 77 0 0,1 0 1 0 0,-1 1-1 0 0,0-1 0 0 0,0 1 1 0 0,0 0-1 0 0,-13-3 0 0 0,-1 2 143 0 0,0 1 0 0 0,0 1 0 0 0,0 1 0 0 0,-29 1 0 0 0,10 3-210 0 0,1 1 0 0 0,0 2 0 0 0,0 2 0 0 0,0 2 0 0 0,1 1 0 0 0,1 2 0 0 0,0 1 0 0 0,0 2 0 0 0,-51 32-1 0 0,55-28 71 0 0,1 2 0 0 0,1 2-1 0 0,1 0 1 0 0,1 2 0 0 0,1 1 0 0 0,1 2-1 0 0,2 0 1 0 0,1 2 0 0 0,-36 60-1 0 0,55-81-136 0 0,0 0 1 0 0,1 1-1 0 0,0-1 0 0 0,1 1 0 0 0,0 0 1 0 0,1 0-1 0 0,0 0 0 0 0,0 1 0 0 0,2-1 1 0 0,-1 0-1 0 0,1 1 0 0 0,2 13 0 0 0,-1-21-12 0 0,0 0 1 0 0,1 0-1 0 0,-1 0 0 0 0,1 0 0 0 0,-1-1 0 0 0,1 1 0 0 0,0 0 0 0 0,1-1 0 0 0,-1 0 1 0 0,0 1-1 0 0,1-1 0 0 0,0 0 0 0 0,0 0 0 0 0,4 2 0 0 0,3 4 121 0 0,1-1-1 0 0,24 13 1 0 0,-13-10 66 0 0,1-1 1 0 0,1-1 0 0 0,-1-1 0 0 0,1-1-1 0 0,1-1 1 0 0,-1-1 0 0 0,1-1 0 0 0,0-2-1 0 0,40 0 1 0 0,19-6 398 0 0,124-21-1 0 0,-195 23-568 0 0,34-5 156 0 0,-1-2-1 0 0,-1-2 0 0 0,0-2 1 0 0,49-22-1 0 0,-73 25-93 0 0,-1 0 0 0 0,-1-1-1 0 0,0-1 1 0 0,24-20 0 0 0,-31 22-35 0 0,-1-1-1 0 0,0 0 1 0 0,0-1 0 0 0,-1 0 0 0 0,-1-1 0 0 0,0 0-1 0 0,7-16 1 0 0,-11 18-31 0 0,0 0 0 0 0,0 0-1 0 0,-2-1 1 0 0,1 1 0 0 0,-1-1 0 0 0,-1 0 0 0 0,0 0-1 0 0,-1 0 1 0 0,0 0 0 0 0,-2-17 0 0 0,0 13-5 0 0,-2 0 1 0 0,1 0-1 0 0,-2 0 1 0 0,0 1 0 0 0,-1-1-1 0 0,-1 1 1 0 0,-9-18-1 0 0,4 13-31 0 0,0 2-1 0 0,-1-1 0 0 0,-1 1 1 0 0,-1 1-1 0 0,0 1 0 0 0,-1 0 1 0 0,-1 0-1 0 0,0 2 0 0 0,-1 0 1 0 0,-1 1-1 0 0,-34-20 0 0 0,9 15-338 0 0,0 6-90 0 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2:26.863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393 166 455 0 0,'1'-6'141'0'0,"1"0"0"0"0,-1 0-1 0 0,-1 0 1 0 0,1 0 0 0 0,-1 0-1 0 0,0 0 1 0 0,-1 0 0 0 0,1 0-1 0 0,-1 0 1 0 0,0 0-1 0 0,-1 0 1 0 0,1 0 0 0 0,-1 0-1 0 0,-1 0 1 0 0,1 1 0 0 0,-1-1-1 0 0,0 1 1 0 0,-5-9-1 0 0,6 12-87 0 0,0 0-1 0 0,0 0 0 0 0,-1 1 0 0 0,1-1 0 0 0,0 1 0 0 0,0-1 1 0 0,-1 1-1 0 0,1 0 0 0 0,-1 0 0 0 0,1 0 0 0 0,-1 0 0 0 0,0 0 1 0 0,1 1-1 0 0,-1-1 0 0 0,0 1 0 0 0,1-1 0 0 0,-1 1 0 0 0,0 0 0 0 0,0 0 1 0 0,1 1-1 0 0,-1-1 0 0 0,0 0 0 0 0,0 1 0 0 0,1 0 0 0 0,-1-1 1 0 0,-3 3-1 0 0,-6 2 31 0 0,0 0 0 0 0,1 1 1 0 0,0 1-1 0 0,-12 8 0 0 0,21-14-92 0 0,-22 18 79 0 0,1 2-1 0 0,0 0 0 0 0,-33 40 0 0 0,38-40-47 0 0,12-14-13 0 0,0 0 1 0 0,0 1-1 0 0,0 0 1 0 0,1 0-1 0 0,1 0 0 0 0,-5 9 1 0 0,8-15-1 0 0,0 0 1 0 0,1 1 0 0 0,-1-1-1 0 0,0 0 1 0 0,1 0 0 0 0,-1 1-1 0 0,1-1 1 0 0,0 0-1 0 0,0 0 1 0 0,0 1 0 0 0,0-1-1 0 0,0 0 1 0 0,0 1 0 0 0,1-1-1 0 0,-1 0 1 0 0,1 0-1 0 0,0 1 1 0 0,-1-1 0 0 0,1 0-1 0 0,0 0 1 0 0,0 0 0 0 0,0 0-1 0 0,1 0 1 0 0,-1 0 0 0 0,0 0-1 0 0,1 0 1 0 0,-1-1-1 0 0,1 1 1 0 0,3 2 0 0 0,2 1 18 0 0,0-1 1 0 0,0 0 0 0 0,0-1 0 0 0,1 1-1 0 0,0-2 1 0 0,-1 1 0 0 0,1-1 0 0 0,0 0-1 0 0,10 1 1 0 0,8 0 81 0 0,40 0-1 0 0,-55-3-86 0 0,0-1-1 0 0,0 0 1 0 0,-1 0-1 0 0,1-1 0 0 0,16-5 1 0 0,-22 5-16 0 0,0 0 1 0 0,-1 0-1 0 0,1 0 1 0 0,0-1 0 0 0,-1 1-1 0 0,1-1 1 0 0,-1 0-1 0 0,0-1 1 0 0,0 1-1 0 0,0-1 1 0 0,-1 0-1 0 0,1 0 1 0 0,4-6-1 0 0,5-11 57 0 0,-1 0-1 0 0,-1 0 0 0 0,12-34 0 0 0,-20 44-6 0 0,1 1 0 0 0,-1-1 1 0 0,-1 0-1 0 0,0 0 0 0 0,-1 0 0 0 0,0 0 0 0 0,0 0 0 0 0,-1 0 0 0 0,-3-21 0 0 0,2 28-33 0 0,0 1-1 0 0,0-1 1 0 0,0 1-1 0 0,0 0 1 0 0,0-1-1 0 0,-1 1 1 0 0,1 0-1 0 0,-1 0 1 0 0,0 0 0 0 0,0 0-1 0 0,0 0 1 0 0,0 0-1 0 0,0 1 1 0 0,-1-1-1 0 0,1 1 1 0 0,-1-1-1 0 0,0 1 1 0 0,-5-3-1 0 0,3 2-8 0 0,-1 1 1 0 0,1 0-1 0 0,-1 1 0 0 0,1-1 0 0 0,-1 1 0 0 0,0 0 1 0 0,1 0-1 0 0,-1 1 0 0 0,0 0 0 0 0,0 0 1 0 0,-5 1-1 0 0,-3 0-8 0 0,0 2 1 0 0,1-1-1 0 0,0 2 1 0 0,-1 0-1 0 0,-24 11 1 0 0,20-6-1 0 0,0 1 1 0 0,0 0-1 0 0,-22 19 0 0 0,20-14-7 0 0,2 2 0 0 0,0 1 0 0 0,2 0 0 0 0,-28 37 0 0 0,41-51-5 0 0,0 1 1 0 0,1 0-1 0 0,-1 0 0 0 0,1 0 0 0 0,0 0 0 0 0,0 0 0 0 0,0 0 0 0 0,1 1 0 0 0,0-1 0 0 0,0 0 0 0 0,0 1 0 0 0,1 7 0 0 0,0-10 3 0 0,0 0-1 0 0,1 1 0 0 0,0-1 0 0 0,-1 0 0 0 0,1 0 1 0 0,0 0-1 0 0,0 0 0 0 0,1 0 0 0 0,-1-1 1 0 0,1 1-1 0 0,-1 0 0 0 0,1-1 0 0 0,0 1 0 0 0,0-1 1 0 0,0 1-1 0 0,0-1 0 0 0,1 0 0 0 0,-1 0 1 0 0,1 0-1 0 0,-1 0 0 0 0,1 0 0 0 0,5 2 0 0 0,1 0-8 0 0,0 0 1 0 0,0-1-1 0 0,1 0 0 0 0,0-1 0 0 0,-1 0 0 0 0,1-1 0 0 0,0 0 0 0 0,0 0 0 0 0,0-1 0 0 0,17-1 0 0 0,-2-2 21 0 0,0-1 0 0 0,-1-1 0 0 0,27-10 0 0 0,-39 11 56 0 0,0-1 0 0 0,0 0 0 0 0,0-2 0 0 0,-1 1 0 0 0,1-1 0 0 0,-2-1 0 0 0,1 0-1 0 0,-1 0 1 0 0,0-1 0 0 0,-1 0 0 0 0,12-15 0 0 0,-16 17 0 0 0,0 0 0 0 0,0-1 0 0 0,-1 1 0 0 0,0-1 0 0 0,0 0 0 0 0,-1 1 0 0 0,0-2 0 0 0,2-9 1 0 0,-4 12-29 0 0,0 0 0 0 0,-1 0 0 0 0,1 0 0 0 0,-1-1 0 0 0,0 1 0 0 0,-1 0 0 0 0,0 0 0 0 0,0 0 0 0 0,0 0 0 0 0,0-1 0 0 0,-1 1 0 0 0,-3-6 0 0 0,3 8-24 0 0,1 0-1 0 0,-2 0 0 0 0,1 0 1 0 0,0 1-1 0 0,-1-1 0 0 0,0 0 1 0 0,0 1-1 0 0,0 0 0 0 0,0 0 0 0 0,0 0 1 0 0,-1 0-1 0 0,1 0 0 0 0,-1 0 1 0 0,0 1-1 0 0,0 0 0 0 0,0 0 1 0 0,0 0-1 0 0,0 0 0 0 0,0 1 0 0 0,0-1 1 0 0,-1 1-1 0 0,1 0 0 0 0,0 1 1 0 0,-1-1-1 0 0,1 1 0 0 0,-1 0 1 0 0,-6 0-1 0 0,0 1-20 0 0,-1 0-1 0 0,1 1 1 0 0,0 1 0 0 0,0 0 0 0 0,0 0-1 0 0,0 1 1 0 0,0 0 0 0 0,1 1 0 0 0,-17 10-1 0 0,8-2-6 0 0,0 1 0 0 0,1 1 0 0 0,1 0-1 0 0,0 1 1 0 0,1 1 0 0 0,1 1 0 0 0,0 0-1 0 0,1 1 1 0 0,2 1 0 0 0,0 0 0 0 0,1 1-1 0 0,-11 26 1 0 0,20-40 9 0 0,-1 0 1 0 0,1 0-1 0 0,1 0 1 0 0,-1 0-1 0 0,1 0 1 0 0,1 0-1 0 0,-1 1 1 0 0,1-1-1 0 0,1 13 1 0 0,0-16 2 0 0,0 0 1 0 0,0 0-1 0 0,0-1 1 0 0,1 1-1 0 0,-1 0 1 0 0,1-1-1 0 0,0 1 1 0 0,0-1-1 0 0,0 1 1 0 0,0-1 0 0 0,1 0-1 0 0,-1 0 1 0 0,1 0-1 0 0,0 0 1 0 0,0 0-1 0 0,0-1 1 0 0,0 1-1 0 0,0-1 1 0 0,6 3-1 0 0,0-1 4 0 0,0 0 0 0 0,0 0 0 0 0,0-1 0 0 0,0-1 0 0 0,1 1 0 0 0,0-1 0 0 0,-1-1 0 0 0,1 0 0 0 0,0 0 0 0 0,0-1 0 0 0,-1 0 0 0 0,1-1 0 0 0,0 0 0 0 0,-1-1 0 0 0,17-4 0 0 0,-11 2 2 0 0,-1-1-1 0 0,0-1 0 0 0,-1 0 0 0 0,0-1 0 0 0,0 0 1 0 0,0-1-1 0 0,-1 0 0 0 0,0-1 0 0 0,18-17 0 0 0,-18 13 36 0 0,0 0-1 0 0,-1-1 0 0 0,-1 0 0 0 0,0 0 1 0 0,14-28-1 0 0,-20 33-23 0 0,0 0 0 0 0,0 0-1 0 0,-1-1 1 0 0,-1 1 0 0 0,1-1 0 0 0,-1 0 0 0 0,-1 0 0 0 0,0 0 0 0 0,0 1 0 0 0,-1-1-1 0 0,-2-15 1 0 0,2 22 4 0 0,-1 0 1 0 0,1 0-1 0 0,-1 1 0 0 0,0-1 0 0 0,0 0 0 0 0,0 0 0 0 0,0 1 0 0 0,0-1 0 0 0,-1 0 0 0 0,1 1 0 0 0,-1-1 0 0 0,0 1 1 0 0,0 0-1 0 0,1 0 0 0 0,-2 0 0 0 0,1 0 0 0 0,0 0 0 0 0,0 0 0 0 0,-1 0 0 0 0,-2-1 0 0 0,1 1-1 0 0,0 0 0 0 0,-1 1 0 0 0,1-1-1 0 0,0 1 1 0 0,-1 0 0 0 0,1 0 0 0 0,0 1-1 0 0,-1-1 1 0 0,1 1 0 0 0,-1 0 0 0 0,1 1 0 0 0,-9 0-1 0 0,-6 3-17 0 0,0 0 0 0 0,1 1 0 0 0,-1 1 0 0 0,1 0 0 0 0,1 1 0 0 0,-1 2 0 0 0,1 0 0 0 0,0 0 0 0 0,1 2 0 0 0,0 0 0 0 0,1 0 0 0 0,0 2 0 0 0,1 0 0 0 0,-17 20 0 0 0,28-30-3 0 0,1 0 0 0 0,0 0 0 0 0,0 0 0 0 0,0 0 0 0 0,0 1 0 0 0,0-1 0 0 0,1 1 0 0 0,-1 0 0 0 0,1-1 0 0 0,0 1 0 0 0,0 0 0 0 0,0 0 0 0 0,0 4 0 0 0,2-6 2 0 0,-1 0 0 0 0,0 0 1 0 0,0 0-1 0 0,1 0 0 0 0,-1 0 0 0 0,1-1 1 0 0,-1 1-1 0 0,1 0 0 0 0,0 0 0 0 0,0-1 1 0 0,0 1-1 0 0,0 0 0 0 0,0-1 0 0 0,0 1 1 0 0,0-1-1 0 0,0 1 0 0 0,1-1 0 0 0,-1 0 1 0 0,0 0-1 0 0,1 1 0 0 0,-1-1 1 0 0,1 0-1 0 0,0 0 0 0 0,-1 0 0 0 0,1-1 1 0 0,0 1-1 0 0,0 0 0 0 0,3 0 0 0 0,6 2-3 0 0,1 0 0 0 0,0-1 0 0 0,-1 0 0 0 0,1-1 0 0 0,0-1 0 0 0,0 0 0 0 0,13-1 0 0 0,9-4-12 0 0,38-8 0 0 0,-61 10 23 0 0,0 0-1 0 0,0 0 0 0 0,-1-1 0 0 0,1 0 1 0 0,-1-1-1 0 0,19-11 0 0 0,-26 13-4 0 0,0 1 0 0 0,1 0 0 0 0,-1-1 0 0 0,0 0 0 0 0,0 0 0 0 0,-1 0 0 0 0,1 0 0 0 0,-1 0 0 0 0,1-1 0 0 0,-1 1 0 0 0,0-1 0 0 0,-1 1 0 0 0,1-1 0 0 0,0 0 0 0 0,-1 0 0 0 0,0 0 0 0 0,0 0 0 0 0,0 0 0 0 0,0 0 0 0 0,-1 0 0 0 0,0-8 0 0 0,0 6 4 0 0,-1 1 0 0 0,1-1 0 0 0,-1 1 0 0 0,-1-1 0 0 0,1 1 0 0 0,-1 0 1 0 0,0 0-1 0 0,0-1 0 0 0,-1 1 0 0 0,1 1 0 0 0,-1-1 0 0 0,0 0 0 0 0,-1 1 0 0 0,1-1 0 0 0,-1 1 0 0 0,-7-6 0 0 0,8 7 13 0 0,-1 0 1 0 0,0 0 0 0 0,0 0-1 0 0,0 1 1 0 0,-1 0 0 0 0,1 0 0 0 0,-1 0-1 0 0,1 0 1 0 0,-1 1 0 0 0,1 0-1 0 0,-1 0 1 0 0,0 0 0 0 0,0 0-1 0 0,0 1 1 0 0,1 0 0 0 0,-1 0-1 0 0,0 0 1 0 0,0 1 0 0 0,-7 1-1 0 0,1 1 25 0 0,0 0 0 0 0,0 1-1 0 0,0 1 1 0 0,1 0 0 0 0,-1 0-1 0 0,1 1 1 0 0,1 0 0 0 0,-19 15 0 0 0,22-16-41 0 0,0 1 1 0 0,0 0 0 0 0,0 0 0 0 0,1 0 0 0 0,0 1 0 0 0,0 0 0 0 0,1 0 0 0 0,0 0 0 0 0,0 0 0 0 0,0 0 0 0 0,1 1-1 0 0,1 0 1 0 0,-4 11 0 0 0,6-17-4 0 0,0 1 0 0 0,-1-1 0 0 0,1 0 0 0 0,0 0 1 0 0,1 1-1 0 0,-1-1 0 0 0,0 0 0 0 0,1 0 0 0 0,-1 1 0 0 0,1-1 0 0 0,-1 0 0 0 0,1 0 0 0 0,0 0 0 0 0,0 0 0 0 0,0 0 0 0 0,0 0 0 0 0,1 0 0 0 0,-1 0 0 0 0,0 0 0 0 0,1 0 0 0 0,0-1 0 0 0,-1 1 0 0 0,1-1 0 0 0,0 1 0 0 0,0-1 0 0 0,-1 0 0 0 0,1 1 0 0 0,0-1 0 0 0,0 0 1 0 0,1 0-1 0 0,1 0 0 0 0,4 2-2 0 0,0 0 0 0 0,1-1 0 0 0,-1 0 0 0 0,1 0 0 0 0,-1-1 0 0 0,1 0 0 0 0,8-1 0 0 0,1 1 14 0 0,0-2 0 0 0,0-1 0 0 0,0 0 0 0 0,28-8 0 0 0,-40 9-8 0 0,-1-1 0 0 0,0 0 0 0 0,0 0 0 0 0,0 0 1 0 0,0 0-1 0 0,0-1 0 0 0,0 0 0 0 0,-1 0 0 0 0,1 0 0 0 0,-1-1 0 0 0,0 1 0 0 0,0-1 1 0 0,0 0-1 0 0,-1 0 0 0 0,1 0 0 0 0,-1-1 0 0 0,0 1 0 0 0,0-1 0 0 0,3-7 0 0 0,-5 8-4 0 0,0 0 0 0 0,0 0 0 0 0,0 0 0 0 0,0 0 0 0 0,-1-1 0 0 0,1 1 0 0 0,-1 0 0 0 0,0 0 0 0 0,-1 0 0 0 0,1 0 0 0 0,-1 0 0 0 0,0 0 0 0 0,0 0 0 0 0,0 0 0 0 0,0 0 0 0 0,-1 0 0 0 0,1 0 0 0 0,-1 0 0 0 0,0 1 0 0 0,0-1 0 0 0,-1 1 0 0 0,1-1 0 0 0,-1 1 0 0 0,0 0 0 0 0,1 0 0 0 0,-1 0 0 0 0,-1 0 0 0 0,1 1 0 0 0,0-1 0 0 0,-1 1 0 0 0,1 0 0 0 0,-1 0 0 0 0,0 0 0 0 0,1 1 0 0 0,-1-1 0 0 0,0 1 0 0 0,0 0 0 0 0,0 0 0 0 0,0 0 0 0 0,0 0 0 0 0,0 1 0 0 0,-5-1 0 0 0,-2 3 10 0 0,1-1-1 0 0,-1 1 0 0 0,1 1 1 0 0,0 0-1 0 0,0 0 0 0 0,0 1 1 0 0,1 1-1 0 0,-1-1 0 0 0,-12 10 1 0 0,4-2 9 0 0,0 1 0 0 0,2 0 1 0 0,-27 27-1 0 0,39-35-20 0 0,0 0 0 0 0,0 0 1 0 0,1 0-1 0 0,-1 0 0 0 0,1 1 0 0 0,0-1 0 0 0,-2 7 1 0 0,5-11-2 0 0,-1 0 1 0 0,1 1-1 0 0,-1-1 0 0 0,1 0 1 0 0,0 0-1 0 0,-1 1 1 0 0,1-1-1 0 0,0 0 1 0 0,0 1-1 0 0,0-1 0 0 0,0 0 1 0 0,0 1-1 0 0,0-1 1 0 0,0 0-1 0 0,1 0 1 0 0,-1 1-1 0 0,0-1 0 0 0,1 0 1 0 0,-1 0-1 0 0,1 1 1 0 0,-1-1-1 0 0,1 0 1 0 0,-1 0-1 0 0,1 0 0 0 0,0 0 1 0 0,0 0-1 0 0,0 0 1 0 0,0 0-1 0 0,0 0 1 0 0,0 0-1 0 0,0 0 0 0 0,0 0 1 0 0,0-1-1 0 0,0 1 1 0 0,0 0-1 0 0,0-1 1 0 0,0 1-1 0 0,1-1 0 0 0,-1 1 1 0 0,2 0-1 0 0,4 0 1 0 0,0 0 0 0 0,0 0 0 0 0,0 0 0 0 0,0-1-1 0 0,0 0 1 0 0,0 0 0 0 0,0-1 0 0 0,0 0 0 0 0,0 0-1 0 0,12-4 1 0 0,6-3 2 0 0,35-16-1 0 0,-46 18 6 0 0,-1-1-1 0 0,1 0 1 0 0,-1-1 0 0 0,-1 0-1 0 0,19-17 1 0 0,-27 21 4 0 0,0 0 0 0 0,0 0 0 0 0,0-1 0 0 0,-1 0 0 0 0,0 1 0 0 0,0-1 1 0 0,4-9-1 0 0,-5 10-7 0 0,-1 1 1 0 0,0-1 0 0 0,0 1 0 0 0,0-1 0 0 0,-1 1 0 0 0,0-1-1 0 0,1 0 1 0 0,-1 1 0 0 0,0-1 0 0 0,-1 0 0 0 0,1 1 0 0 0,0-1-1 0 0,-2-4 1 0 0,1 7-4 0 0,1 0 0 0 0,0 0 0 0 0,-1-1 0 0 0,1 1 0 0 0,-1 0 0 0 0,1 0 0 0 0,-1 0 0 0 0,0 0 0 0 0,1 0 0 0 0,-1 0 0 0 0,0 0 0 0 0,0 1 0 0 0,1-1 0 0 0,-1 0 0 0 0,0 0 0 0 0,0 0 0 0 0,0 1 0 0 0,0-1 0 0 0,0 1 0 0 0,0-1 0 0 0,-2 0 0 0 0,1 0 0 0 0,0 1 0 0 0,-1-1 0 0 0,1 1 0 0 0,0 0 0 0 0,-1 0 0 0 0,1 0 0 0 0,-1 0 0 0 0,1 0 0 0 0,0 0 0 0 0,-3 1 0 0 0,-6 2 0 0 0,1 0 0 0 0,0 1 0 0 0,-16 8 0 0 0,23-11 0 0 0,-76 42-7 0 0,68-36 26 0 0,1 1 0 0 0,0 0 0 0 0,0 0 0 0 0,-17 19 0 0 0,26-26-7 0 0,0 0 0 0 0,1-1 0 0 0,-1 1 0 0 0,0 0-1 0 0,1 0 1 0 0,-1-1 0 0 0,0 1 0 0 0,1 0 0 0 0,0 0-1 0 0,-1 0 1 0 0,1 0 0 0 0,-1 0 0 0 0,1 0 0 0 0,0 0-1 0 0,0 0 1 0 0,-1 0 0 0 0,1 0 0 0 0,0 0 0 0 0,0 0-1 0 0,0 0 1 0 0,0 0 0 0 0,0 0 0 0 0,0 0 0 0 0,1 0-1 0 0,-1 0 1 0 0,1 1 0 0 0,0 0 12 0 0,0-1 0 0 0,0 0 0 0 0,1 1 0 0 0,-1-1 0 0 0,1 0 0 0 0,-1 0 0 0 0,1 0 0 0 0,-1 0 0 0 0,1 0 0 0 0,0 0 0 0 0,-1-1 0 0 0,1 1 0 0 0,3 1 0 0 0,6 0-20 0 0,-1 1 1 0 0,1-2-1 0 0,0 1 0 0 0,12-1 1 0 0,-12-1-6 0 0,-1 1 0 0 0,1 0 0 0 0,0 1 0 0 0,11 3 0 0 0,-5 2 1 0 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2:28.24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41 1607 0 0,'3'-3'144'0'0,"1"1"-144"0"0,-3 0 0 0 0,1 1 0 0 0,1-1 64 0 0,1-3-64 0 0,3 1 0 0 0,-1-2 0 0 0,1 1 0 0 0,0-2 0 0 0,0 3 0 0 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4:32.73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52 1 2087 0 0,'-7'4'23'0'0,"2"1"0"0"0,-1 1 0 0 0,0-1 0 0 0,1 1 0 0 0,0 0 0 0 0,1 0 0 0 0,-6 9 0 0 0,10-14-23 0 0,-1 0 0 0 0,0 0 0 0 0,1 1 0 0 0,0-1 0 0 0,-1 1 0 0 0,1-1 0 0 0,0 0 0 0 0,0 1 0 0 0,-1-1 0 0 0,1 1 0 0 0,0-1 0 0 0,1 1 0 0 0,-1-1 0 0 0,0 0 0 0 0,0 1 0 0 0,0-1 0 0 0,1 1 0 0 0,-1-1 0 0 0,1 0 0 0 0,-1 1 0 0 0,1-1 0 0 0,1 2 0 0 0,-1-3 0 0 0,-1-1 0 0 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4:33.66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320 150 1639 0 0,'19'-24'144'0'0,"-19"24"-144"0"0,0 0 0 0 0,0 0 0 0 0,1 0 0 0 0,-1 0 0 0 0,0 0 0 0 0,0 0 0 0 0,0-1 0 0 0,0 1 0 0 0,1 0 0 0 0,-1 0 0 0 0,0 0 0 0 0,0 0 0 0 0,0 0 0 0 0,0 0 0 0 0,0-1 0 0 0,0 1 0 0 0,0 0 0 0 0,1 0 0 0 0,-1 0 0 0 0,0-1 0 0 0,0 1 0 0 0,0 0 0 0 0,0 0 0 0 0,0 0 0 0 0,0 0 0 0 0,0-1 0 0 0,0 1 0 0 0,0 0 0 0 0,0 0 0 0 0,0 0 0 0 0,0-1 0 0 0,0 1 0 0 0,0 0 0 0 0,0 0 0 0 0,0 0 0 0 0,0-1 0 0 0,0 1 0 0 0,0 0 0 0 0,-1 0 0 0 0,1 0 0 0 0,0 0 0 0 0,0-1 0 0 0,0 1 0 0 0,0 0 0 0 0,0 0 0 0 0,0 0 0 0 0,0 0 0 0 0,-1 0 0 0 0,1-1 0 0 0,0 1 0 0 0,0 0 0 0 0,0 0 0 0 0,0 0 0 0 0,-1 0 0 0 0,1 0 0 0 0,0 0 0 0 0,0 0 0 0 0,0 0 0 0 0,0 0 0 0 0,-1 0 0 0 0,1 0 0 0 0,0-1 0 0 0,-25 1 0 0 0,14 0 0 0 0,0 1 0 0 0,0 0 0 0 0,-21 6 0 0 0,13 0 0 0 0,0 1 0 0 0,1 0 0 0 0,0 2 0 0 0,0 0 0 0 0,1 0 0 0 0,1 2 0 0 0,-24 20 0 0 0,38-30 1 0 0,0 0-1 0 0,0 1 0 0 0,0-1 1 0 0,0 0-1 0 0,0 1 0 0 0,1-1 1 0 0,-1 1-1 0 0,1-1 0 0 0,0 1 1 0 0,0 0-1 0 0,0-1 0 0 0,0 1 0 0 0,0 0 1 0 0,0 0-1 0 0,1 0 0 0 0,-1 5 1 0 0,1-5-5 0 0,1 0 0 0 0,-1 0 1 0 0,1-1-1 0 0,0 1 1 0 0,-1 0-1 0 0,1-1 0 0 0,1 1 1 0 0,-1-1-1 0 0,0 1 0 0 0,0-1 1 0 0,1 1-1 0 0,0-1 1 0 0,-1 0-1 0 0,1 0 0 0 0,0 0 1 0 0,0 0-1 0 0,3 3 0 0 0,-1-2-3 0 0,-1 0-1 0 0,1-1 0 0 0,0 1 0 0 0,0-1 0 0 0,8 4 0 0 0,-10-5 7 0 0,0 0-1 0 0,0-1 0 0 0,0 1 0 0 0,1-1 0 0 0,-1 0 0 0 0,0 1 0 0 0,1-1 0 0 0,-1 0 0 0 0,0 0 0 0 0,0-1 0 0 0,1 1 0 0 0,-1 0 0 0 0,0-1 0 0 0,3 0 0 0 0,1-2 7 0 0,1 0-1 0 0,-1 0 1 0 0,0 0-1 0 0,0-1 0 0 0,0 0 1 0 0,-1 0-1 0 0,1 0 1 0 0,-1-1-1 0 0,0 0 0 0 0,-1 0 1 0 0,1 0-1 0 0,-1-1 0 0 0,7-10 1 0 0,-2 1 10 0 0,-1 0 1 0 0,-1-1-1 0 0,-1 0 1 0 0,7-24-1 0 0,-10 31 7 0 0,-1-1-1 0 0,-1 1 1 0 0,0-1-1 0 0,0 1 0 0 0,-1-1 1 0 0,-1-16-1 0 0,1 21-8 0 0,-1 0 0 0 0,0 0 0 0 0,0 0-1 0 0,0 0 1 0 0,-1 0 0 0 0,1 1 0 0 0,-1-1-1 0 0,-1 0 1 0 0,1 1 0 0 0,0 0 0 0 0,-1-1-1 0 0,0 1 1 0 0,0 0 0 0 0,-6-5-1 0 0,8 8-17 0 0,-1-1 0 0 0,1 1 0 0 0,-1 1-1 0 0,0-1 1 0 0,0 0 0 0 0,1 0 0 0 0,-1 1-1 0 0,0-1 1 0 0,0 1 0 0 0,0-1-1 0 0,0 1 1 0 0,1 0 0 0 0,-1-1 0 0 0,0 1-1 0 0,0 0 1 0 0,0 1 0 0 0,0-1 0 0 0,0 0-1 0 0,0 0 1 0 0,0 1 0 0 0,0-1-1 0 0,1 1 1 0 0,-1 0 0 0 0,0-1 0 0 0,0 1-1 0 0,1 0 1 0 0,-1 0 0 0 0,-2 2 0 0 0,-5 3 71 0 0,0 1 0 0 0,0 0 0 0 0,-13 12 0 0 0,16-13-100 0 0,-16 16 32 0 0,0 1 0 0 0,1 1-1 0 0,2 1 1 0 0,-27 43 0 0 0,45-66 38 0 0,-1 1 0 0 0,1-1 0 0 0,0 1 0 0 0,0 0 0 0 0,0-1 0 0 0,0 1 0 0 0,0 0 0 0 0,1 0 0 0 0,-1 0 0 0 0,1 0 0 0 0,0-1 0 0 0,0 1 0 0 0,0 4 0 0 0,0-5-18 0 0,1-1 0 0 0,-1 1 0 0 0,1-1 0 0 0,-1 0 1 0 0,1 1-1 0 0,0-1 0 0 0,-1 0 0 0 0,1 1 0 0 0,0-1 0 0 0,0 0 0 0 0,0 0 0 0 0,0 0 0 0 0,0 0 0 0 0,0 0 1 0 0,1 0-1 0 0,-1 0 0 0 0,0 0 0 0 0,0 0 0 0 0,1 0 0 0 0,-1-1 0 0 0,0 1 0 0 0,1 0 0 0 0,-1-1 0 0 0,1 1 0 0 0,-1-1 1 0 0,1 0-1 0 0,1 1 0 0 0,6 0 28 0 0,0 0 1 0 0,0-1-1 0 0,0 0 0 0 0,0 0 1 0 0,0-1-1 0 0,0 0 0 0 0,-1 0 1 0 0,13-4-1 0 0,-5 0 48 0 0,0 0 1 0 0,-1-1-1 0 0,25-13 0 0 0,-33 15-68 0 0,-1 0 1 0 0,0 0-1 0 0,0 0 0 0 0,0-1 0 0 0,-1 0 0 0 0,1 0 0 0 0,7-10 0 0 0,-11 12-12 0 0,0 0 1 0 0,0-1-1 0 0,0 1 1 0 0,0-1-1 0 0,-1 1 1 0 0,1-1-1 0 0,-1 1 1 0 0,0-1-1 0 0,0 0 1 0 0,0 1-1 0 0,-1-1 1 0 0,1 0-1 0 0,-1 0 1 0 0,0 0-1 0 0,0 1 1 0 0,-1-7-1 0 0,1 7 13 0 0,-1 1 1 0 0,1-1-1 0 0,-1 0 0 0 0,1 1 0 0 0,-1-1 0 0 0,0 1 1 0 0,0-1-1 0 0,0 1 0 0 0,0 0 0 0 0,-1-1 1 0 0,1 1-1 0 0,-1 0 0 0 0,1 0 0 0 0,-1 0 1 0 0,0 0-1 0 0,0 0 0 0 0,0 0 0 0 0,0 0 0 0 0,0 1 1 0 0,0-1-1 0 0,0 1 0 0 0,-1-1 0 0 0,1 1 1 0 0,-1 0-1 0 0,1 0 0 0 0,0 0 0 0 0,-1 0 1 0 0,0 1-1 0 0,1-1 0 0 0,-1 1 0 0 0,1-1 0 0 0,-1 1 1 0 0,0 0-1 0 0,1 0 0 0 0,-1 0 0 0 0,0 0 1 0 0,1 1-1 0 0,-1-1 0 0 0,0 1 0 0 0,1-1 0 0 0,-1 1 1 0 0,1 0-1 0 0,-1 0 0 0 0,-3 2 0 0 0,-2 3-16 0 0,-1-1-1 0 0,1 1 1 0 0,1 1-1 0 0,-1-1 1 0 0,1 1-1 0 0,0 1 1 0 0,1-1-1 0 0,0 1 1 0 0,0 1-1 0 0,1-1 0 0 0,-1 1 1 0 0,-6 17-1 0 0,10-22-10 0 0,1 0 0 0 0,0 0 0 0 0,0 0 0 0 0,0 0 0 0 0,0 0 0 0 0,0 0 0 0 0,1 1 0 0 0,0-1 0 0 0,0 0 0 0 0,0 0 0 0 0,0 0 0 0 0,1 0 0 0 0,0 1 0 0 0,0-1 0 0 0,1 4 0 0 0,-1-5 0 0 0,0-1 0 0 0,0 0 0 0 0,0 0 0 0 0,1 0 0 0 0,-1 0 0 0 0,0 0 0 0 0,1 0 0 0 0,0 0 0 0 0,-1 0 0 0 0,1 0 0 0 0,0-1 0 0 0,0 1 0 0 0,0-1 0 0 0,0 1 0 0 0,0-1 0 0 0,0 0 0 0 0,0 0 0 0 0,0 0 0 0 0,1 0 0 0 0,-1 0 0 0 0,0-1 0 0 0,1 1 0 0 0,-1 0 0 0 0,0-1 0 0 0,1 0 0 0 0,-1 0 0 0 0,4 0 0 0 0,-1 0 24 0 0,0 0-1 0 0,0-1 1 0 0,0 0-1 0 0,0 0 1 0 0,1-1-1 0 0,-1 1 1 0 0,-1-1-1 0 0,1 0 1 0 0,6-3-1 0 0,-8 3 16 0 0,0 0 1 0 0,-1 1-1 0 0,1-1 0 0 0,-1 0 0 0 0,1 0 0 0 0,-1 0 1 0 0,1-1-1 0 0,-1 1 0 0 0,0-1 0 0 0,0 1 0 0 0,0-1 1 0 0,-1 1-1 0 0,1-1 0 0 0,-1 0 0 0 0,1 0 1 0 0,0-4-1 0 0,-1 6-36 0 0,-1 1 1 0 0,0-1-1 0 0,0 1 1 0 0,0-1-1 0 0,0 1 1 0 0,0-1-1 0 0,0 1 1 0 0,0-1 0 0 0,0 1-1 0 0,0-1 1 0 0,0 1-1 0 0,-1-1 1 0 0,1 1-1 0 0,0-1 1 0 0,0 1-1 0 0,0-1 1 0 0,0 1-1 0 0,-1-1 1 0 0,1 1-1 0 0,0-1 1 0 0,-1 1 0 0 0,1 0-1 0 0,0-1 1 0 0,-1 1-1 0 0,1-1 1 0 0,0 1-1 0 0,-1 0 1 0 0,1-1-1 0 0,-1 1 1 0 0,1 0-1 0 0,-1 0 1 0 0,1-1-1 0 0,-1 1 1 0 0,1 0 0 0 0,-1 0-1 0 0,1 0 1 0 0,-1 0-1 0 0,1 0 1 0 0,-1-1-1 0 0,1 1 1 0 0,-1 0-1 0 0,1 0 1 0 0,-1 0-1 0 0,1 0 1 0 0,-1 0-1 0 0,1 1 1 0 0,-1-1 0 0 0,-2 0 15 0 0,0 0 0 0 0,1 0 0 0 0,-1 1 0 0 0,1-1 0 0 0,-1 1 0 0 0,1 0 0 0 0,-1-1 0 0 0,-3 3 0 0 0,5-3-11 0 0,0 1-1 0 0,0 0 1 0 0,0-1 0 0 0,0 1-1 0 0,0-1 1 0 0,0 1 0 0 0,0 0-1 0 0,1 0 1 0 0,-1-1 0 0 0,0 1-1 0 0,0 0 1 0 0,1 0 0 0 0,-1 0-1 0 0,0 0 1 0 0,1 0 0 0 0,-1 0-1 0 0,1 0 1 0 0,-1 0 0 0 0,1 0-1 0 0,0 0 1 0 0,-1 0 0 0 0,1 0-1 0 0,0 0 1 0 0,0 0 0 0 0,0 1-1 0 0,0-1 1 0 0,0 0 0 0 0,0 0-1 0 0,0 0 1 0 0,0 0 0 0 0,1 2-1 0 0,-1 4-7 0 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4:34.866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0 1631 0 0,'7'5'144'0'0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4:16.81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40 415 1375 0 0,'-10'13'12800'0'0,"2"-51"-11192"0"0,-3-50 0 0 0,6 38-888 0 0,2 26-296 0 0,1 1-1 0 0,1 0 1 0 0,3-37-1 0 0,-1 53-361 0 0,0 0 0 0 0,0 1 0 0 0,0-1 0 0 0,1 0 0 0 0,0 1 0 0 0,1 0-1 0 0,-1-1 1 0 0,1 1 0 0 0,0 0 0 0 0,1 0 0 0 0,-1 1 0 0 0,1-1 0 0 0,0 1 0 0 0,1 0 0 0 0,-1 0-1 0 0,1 0 1 0 0,5-4 0 0 0,-8 8-49 0 0,-1 0 1 0 0,1-1-1 0 0,0 1 0 0 0,-1 1 0 0 0,1-1 0 0 0,0 0 1 0 0,-1 0-1 0 0,1 1 0 0 0,0-1 0 0 0,0 1 0 0 0,0-1 1 0 0,0 1-1 0 0,0 0 0 0 0,0 0 0 0 0,-1 0 0 0 0,1 0 1 0 0,0 0-1 0 0,2 1 0 0 0,-1-1-3 0 0,-1 1 0 0 0,1 0 0 0 0,-1 0 0 0 0,1 0 1 0 0,-1 1-1 0 0,0-1 0 0 0,1 1 0 0 0,-1-1 0 0 0,0 1 0 0 0,0 0 0 0 0,3 2 0 0 0,2 6-4 0 0,0-1 0 0 0,0 1-1 0 0,-1 0 1 0 0,8 17 0 0 0,-13-26-7 0 0,54 131 50 0 0,-8-19-10 0 0,-41-98-39 0 0,-5-11 0 0 0,0 0 0 0 0,1-1 0 0 0,0 1 0 0 0,-1-1 0 0 0,1 1 0 0 0,0-1 0 0 0,5 6 0 0 0,-7-9 0 0 0,0 0 0 0 0,0 0 0 0 0,0 0 0 0 0,0 0 0 0 0,0 0 0 0 0,0 0 0 0 0,0 0 0 0 0,1 0 0 0 0,-1 0 0 0 0,0 0 0 0 0,0 0 0 0 0,0 1 0 0 0,0-1 0 0 0,0 0 0 0 0,0 0 0 0 0,0 0 0 0 0,1 0 0 0 0,-1 0 0 0 0,0 0 0 0 0,0 0 0 0 0,0 0 0 0 0,0 0 0 0 0,0 0 0 0 0,0 0 0 0 0,1 0 0 0 0,-1 0 0 0 0,0 0 0 0 0,0 0 0 0 0,0 0 0 0 0,0 0 0 0 0,0-1 0 0 0,0 1 0 0 0,1 0 0 0 0,-1 0 0 0 0,0 0 0 0 0,0 0 0 0 0,0 0 0 0 0,0 0 0 0 0,0 0 0 0 0,0 0 0 0 0,4-7 0 0 0,0-8 0 0 0,-4 15 0 0 0,2-25 56 0 0,0 0 0 0 0,-2-37 0 0 0,-1 35 59 0 0,1 1 0 0 0,6-40 0 0 0,-5 58-98 0 0,0 1 1 0 0,1 0 0 0 0,0 0-1 0 0,1 0 1 0 0,-1 0 0 0 0,1 0-1 0 0,1 0 1 0 0,-1 1 0 0 0,1 0-1 0 0,0-1 1 0 0,1 1 0 0 0,-1 1-1 0 0,8-8 1 0 0,-10 11-5 0 0,0 0 0 0 0,0 1 0 0 0,0-1 0 0 0,0 1 0 0 0,0-1 0 0 0,0 1 0 0 0,0 0 0 0 0,1 0 0 0 0,-1 0 0 0 0,0 0 0 0 0,1 0 0 0 0,-1 0 0 0 0,0 1 0 0 0,1-1-1 0 0,-1 1 1 0 0,1 0 0 0 0,-1 0 0 0 0,1 0 0 0 0,-1 0 0 0 0,3 0 0 0 0,-2 1-4 0 0,-1 0 0 0 0,0-1 1 0 0,0 1-1 0 0,1 1 0 0 0,-1-1 0 0 0,0 0 0 0 0,0 0 0 0 0,0 1 0 0 0,-1-1 1 0 0,1 1-1 0 0,0-1 0 0 0,0 1 0 0 0,-1 0 0 0 0,1 0 0 0 0,-1 0 0 0 0,0 0 1 0 0,1 0-1 0 0,-1 0 0 0 0,0 0 0 0 0,1 4 0 0 0,4 12-9 0 0,-1 0 0 0 0,-1 0 0 0 0,0 1 0 0 0,-1-1 0 0 0,0 28 0 0 0,-3-30 0 0 0,1 1 0 0 0,1 0 0 0 0,1-1 0 0 0,0 1 0 0 0,1-1 0 0 0,0 0 0 0 0,9 18 0 0 0,-11-31-17 0 0,0 0-1 0 0,0-1 1 0 0,0 1-1 0 0,0 0 1 0 0,1-1 0 0 0,-1 0-1 0 0,1 1 1 0 0,-1-1-1 0 0,1 0 1 0 0,0 0-1 0 0,0 0 1 0 0,0-1 0 0 0,0 1-1 0 0,0-1 1 0 0,0 0-1 0 0,6 2 1 0 0,5 3-1264 0 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3:08.514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46 883 2303 0 0,'0'-4'119'0'0,"-1"1"-1"0"0,0-1 0 0 0,0 1 0 0 0,0-1 0 0 0,0 1 1 0 0,-3-7-1 0 0,4 10-46 0 0,-1-1-1 0 0,1 1 1 0 0,0 0 0 0 0,-1-1 0 0 0,1 1 0 0 0,0-1-1 0 0,-1 1 1 0 0,1 0 0 0 0,0-1 0 0 0,-1 1-1 0 0,1 0 1 0 0,-1 0 0 0 0,1-1 0 0 0,-1 1 0 0 0,1 0-1 0 0,-1 0 1 0 0,1 0 0 0 0,-1-1 0 0 0,1 1 0 0 0,-1 0-1 0 0,1 0 1 0 0,-1 0 0 0 0,0 0 68 0 0,0 0 1 0 0,0 1-1 0 0,0-1 0 0 0,0 0 1 0 0,0 1-1 0 0,0-1 0 0 0,0 1 0 0 0,1-1 1 0 0,-1 1-1 0 0,0-1 0 0 0,0 1 1 0 0,0 0-1 0 0,1-1 0 0 0,-1 1 1 0 0,0 0-1 0 0,0 1 0 0 0,-1 0-3 0 0,1 0 0 0 0,0 0 0 0 0,0 0 0 0 0,-1 1 0 0 0,1-1 0 0 0,1 1 0 0 0,-1-1 0 0 0,0 0 0 0 0,0 1 0 0 0,1-1 0 0 0,0 1 0 0 0,-1-1 0 0 0,1 1 0 0 0,0 4 0 0 0,1 4 54 0 0,0 1 0 0 0,4 11-1 0 0,-2-3 27 0 0,23 167 540 0 0,48 296-83 0 0,-49-362-503 0 0,79 229-1 0 0,312 639 436 0 0,-329-795-595 0 0,69 160 52 0 0,-46-112 529 0 0,253 412 0 0 0,-210-425-449 0 0,-15-24-139 0 0,341 477 425 0 0,-313-470 103 0 0,306 302-1 0 0,-51-146-131 0 0,28-32-16 0 0,-341-259-281 0 0,3-5 1 0 0,190 91 0 0 0,-144-95 125 0 0,226 66 0 0 0,-223-89 15 0 0,198 29-1 0 0,-264-61-153 0 0,101 2 0 0 0,-62-14 254 0 0,1-6 1 0 0,261-43-1 0 0,-195 4 326 0 0,240-86 0 0 0,-380 109-606 0 0,142-53 49 0 0,-6-17-15 0 0,170-140 118 0 0,-259 159-99 0 0,-8 4 8 0 0,-3-5-1 0 0,165-164 1 0 0,54-106 43 0 0,-29-23-94 0 0,61-136 1 0 0,-33-29-18 0 0,-57-32-50 0 0,19-204 100 0 0,57-537 386 0 0,-305 1182-425 0 0,77-380 290 0 0,-10-27-208 0 0,7-64 95 0 0,-91 522-232 0 0,-4-1 0 0 0,-2 0 0 0 0,-4 1-1 0 0,-8-77 1 0 0,6 138 124 0 0,-1 0 0 0 0,0 0 1 0 0,-5-14-1 0 0,6 20-307 0 0,-1 0 1 0 0,1 1-1 0 0,-1-1 1 0 0,0 1-1 0 0,-3-4 1 0 0,4 5-306 0 0,0 1 0 0 0,-1 0 0 0 0,1 0 1 0 0,0-1-1 0 0,-1 1 0 0 0,1 0 1 0 0,0 0-1 0 0,-1 0 0 0 0,0 0 0 0 0,1 1 1 0 0,-1-1-1 0 0,-2-1 0 0 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3:09.53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38 139 3679 0 0,'-5'-16'605'0'0,"-3"-29"0"0"0,6 33-86 0 0,0 0 0 0 0,-1-1-1 0 0,0 1 1 0 0,-5-12 0 0 0,8 24-484 0 0,0 0 1 0 0,0 0-1 0 0,0 0 0 0 0,0 0 0 0 0,0-1 0 0 0,0 1 0 0 0,0 0 0 0 0,0 0 0 0 0,0 0 0 0 0,0 0 0 0 0,0-1 0 0 0,0 1 0 0 0,0 0 0 0 0,0 0 0 0 0,0 0 1 0 0,0 0-1 0 0,0 0 0 0 0,0-1 0 0 0,-1 1 0 0 0,1 0 0 0 0,0 0 0 0 0,0 0 0 0 0,0 0 0 0 0,0 0 0 0 0,0 0 0 0 0,0-1 0 0 0,0 1 0 0 0,-1 0 1 0 0,1 0-1 0 0,0 0 0 0 0,0 0 0 0 0,0 0 0 0 0,0 0 0 0 0,0 0 0 0 0,-1 0 0 0 0,1 0 0 0 0,0 0 0 0 0,0 0 0 0 0,0 0 0 0 0,0 0 0 0 0,0 0 0 0 0,-1 0 1 0 0,1 0-1 0 0,0 0 0 0 0,0 0 0 0 0,0 0 0 0 0,-1 0 0 0 0,0 10 775 0 0,2 14-230 0 0,11 46 255 0 0,-2-15-564 0 0,-1 9-96 0 0,40 358 232 0 0,37 608 816 0 0,-42-569-553 0 0,8 184-393 0 0,-50-617-314 0 0,1 0 0 0 0,2 0-1 0 0,1 0 1 0 0,1-1 0 0 0,11 30-1 0 0,-5-28-58 0 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3:10.40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0 271 2303 0 0,'9'-52'229'0'0,"19"-133"913"0"0,-27 175-912 0 0,-1 8-137 0 0,0 0 0 0 0,0 0 0 0 0,0 0-1 0 0,0 0 1 0 0,1 0 0 0 0,-1 0 0 0 0,1 0-1 0 0,-1 1 1 0 0,1-1 0 0 0,1-3 0 0 0,0 12 2154 0 0,-1 9-1468 0 0,0-11-476 0 0,7 70 696 0 0,31 128 0 0 0,38 71-649 0 0,9 34 46 0 0,91 589 2885 0 0,-110-470-1346 0 0,-21 2-1240 0 0,34 201 1075 0 0,-78-619-1734 0 0,5 32 146 0 0,17 58 0 0 0,-23-100-287 0 0,2 6 308 0 0,-3-7-235 0 0,0 1-1 0 0,0-1 1 0 0,0 0 0 0 0,0 0-1 0 0,0 0 1 0 0,0 0 0 0 0,0 0-1 0 0,0 0 1 0 0,0 0-1 0 0,1 0 1 0 0,-1 0 0 0 0,0 1-1 0 0,0-1 1 0 0,0 0 0 0 0,0 0-1 0 0,0 0 1 0 0,0 0-1 0 0,0 0 1 0 0,1 0 0 0 0,-1 0-1 0 0,0 0 1 0 0,0 0 0 0 0,0 0-1 0 0,0 0 1 0 0,0 0-1 0 0,0 0 1 0 0,1 0 0 0 0,-1 0-1 0 0,0 0 1 0 0,0 0 0 0 0,0 0-1 0 0,0 0 1 0 0,0 0-1 0 0,0 0 1 0 0,0 0 0 0 0,1 0-1 0 0,-1 0 1 0 0,0 0 0 0 0,0-1-1 0 0,0 1 1 0 0,0 0-1 0 0,0 0 1 0 0,0 0 0 0 0,0 0-1 0 0,0 0 1 0 0,1 0 0 0 0,-1 0-1 0 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3:11.12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32 0 1375 0 0,'-2'0'128'0'0,"0"0"-128"0"0,0 0 0 0 0,2 2 160 0 0,-1-2 0 0 0,-1 2 8 0 0,-1-1 0 0 0,-1 1-104 0 0,-1 5-64 0 0,0 1 64 0 0,0-1-64 0 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3:11.99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393 234 10591 0 0,'-1'-6'-29'0'0,"0"1"-1"0"0,0-1 1 0 0,0 0 0 0 0,0 0-1 0 0,1 0 1 0 0,0 0-1 0 0,1-10 1 0 0,0-5 543 0 0,2-30 1103 0 0,-1 38-1013 0 0,-1-1 0 0 0,-1 0 0 0 0,0 0 0 0 0,-3-21 0 0 0,3 35-576 0 0,0-1 0 0 0,-1 0-1 0 0,1 0 1 0 0,0 1 0 0 0,0-1 0 0 0,-1 0-1 0 0,1 1 1 0 0,0-1 0 0 0,-1 0-1 0 0,1 1 1 0 0,-1-1 0 0 0,1 0 0 0 0,-1 1-1 0 0,1-1 1 0 0,-1 1 0 0 0,1-1 0 0 0,-1 1-1 0 0,0-1 1 0 0,1 1 0 0 0,-1 0-1 0 0,0-1 1 0 0,1 1 0 0 0,-1 0 0 0 0,0-1-1 0 0,1 1 1 0 0,-1 0 0 0 0,0 0 0 0 0,0 0-1 0 0,1 0 1 0 0,-1-1 0 0 0,0 1-1 0 0,0 0 1 0 0,1 0 0 0 0,-1 1 0 0 0,0-1-1 0 0,0 0 1 0 0,1 0 0 0 0,-1 0-1 0 0,-1 1 1 0 0,-3 0-15 0 0,0 1 0 0 0,0-1-1 0 0,0 2 1 0 0,-6 2-1 0 0,8-4 10 0 0,-24 15-47 0 0,1 1 0 0 0,0 1 0 0 0,1 1 1 0 0,1 1-1 0 0,1 1 0 0 0,-22 26 0 0 0,22-20 5 0 0,2 1 0 0 0,1 0 0 0 0,-32 62 0 0 0,48-81 20 0 0,0-1 0 0 0,1 1 0 0 0,0 0 0 0 0,1 0 0 0 0,-1 1 0 0 0,0 14 0 0 0,2-20 0 0 0,1 0 0 0 0,0 0 0 0 0,1 1 0 0 0,-1-1 0 0 0,0 0 0 0 0,1 0 0 0 0,2 7 0 0 0,-2-9 0 0 0,0 0 0 0 0,0 0 0 0 0,0 0 0 0 0,0 0 0 0 0,0 0 0 0 0,0-1 0 0 0,1 1 0 0 0,-1 0 0 0 0,1-1 0 0 0,-1 1 0 0 0,1-1 0 0 0,-1 1 0 0 0,1-1 0 0 0,0 0 0 0 0,3 2 0 0 0,-2-2 1 0 0,-1 0-1 0 0,1-1 1 0 0,0 1-1 0 0,0-1 1 0 0,0 1-1 0 0,0-1 1 0 0,0 0-1 0 0,-1 0 0 0 0,1 0 1 0 0,0-1-1 0 0,0 1 1 0 0,0-1-1 0 0,0 1 1 0 0,-1-1-1 0 0,1 0 1 0 0,0 0-1 0 0,-1 0 1 0 0,1 0-1 0 0,0-1 1 0 0,1-1-1 0 0,6-3 22 0 0,-1 0 0 0 0,0-1 0 0 0,14-13 0 0 0,87-93 760 0 0,-91 94-641 0 0,-14 14-79 0 0,1-1 0 0 0,-1 1 0 0 0,0-1 0 0 0,0 0 0 0 0,-1 0 0 0 0,1 0-1 0 0,3-9 1 0 0,-9 21 108 0 0,-1 0 0 0 0,1-1-1 0 0,1 1 1 0 0,-1 0 0 0 0,1 0-1 0 0,0 0 1 0 0,2 11 0 0 0,1 1-67 0 0,7 29 0 0 0,-6-34-41 0 0,1 1-1 0 0,0-1 1 0 0,1 0-1 0 0,1 0 1 0 0,0-1-1 0 0,1 0 1 0 0,0 0 0 0 0,0-1-1 0 0,2 0 1 0 0,12 13-1 0 0,-7-11-324 0 0,0 0 0 0 0,24 15-1 0 0,-18-14-2306 0 0,36 15 0 0 0,-4-6-3569 0 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3:12.70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118 74 7831 0 0,'-15'-73'3742'0'0,"16"78"-1324"0"0,3 5-2003 0 0,-1-1-1 0 0,2 15 0 0 0,-1 169 602 0 0,-1-15-112 0 0,-2-163-788 0 0,1 1 0 0 0,1-1 0 0 0,0 0 1 0 0,1 0-1 0 0,1-1 0 0 0,11 27 0 0 0,-16-40-94 0 0,1 1 0 0 0,0-1 0 0 0,-1 0 1 0 0,1 1-1 0 0,0-1 0 0 0,0 0 0 0 0,0 0 0 0 0,-1 0 0 0 0,1 0 0 0 0,1 0 0 0 0,-1 1 0 0 0,0-2 0 0 0,0 1 0 0 0,0 0 0 0 0,0 0 0 0 0,1 0 1 0 0,-1-1-1 0 0,0 1 0 0 0,1 0 0 0 0,-1-1 0 0 0,1 1 0 0 0,-1-1 0 0 0,2 1 0 0 0,-1-2 35 0 0,0 1 0 0 0,0-1-1 0 0,0 1 1 0 0,0-1 0 0 0,0 0 0 0 0,-1 1 0 0 0,1-1-1 0 0,0 0 1 0 0,-1 0 0 0 0,1 0 0 0 0,0-1-1 0 0,-1 1 1 0 0,1 0 0 0 0,-1-1 0 0 0,0 1 0 0 0,0 0-1 0 0,2-3 1 0 0,12-16 365 0 0,25-43 0 0 0,-1 1-287 0 0,-34 55-129 0 0,0 0 0 0 0,1 0 0 0 0,-1 1 0 0 0,2 0 0 0 0,-1 0 0 0 0,1 1 0 0 0,0 0 0 0 0,0 0 1 0 0,0 1-1 0 0,1-1 0 0 0,14-5 0 0 0,-17 9 6 0 0,-1-1 0 0 0,0 1 0 0 0,0 0 0 0 0,1 1 0 0 0,-1-1 0 0 0,0 1 0 0 0,1 0 0 0 0,-1 0 0 0 0,0 0 0 0 0,1 0 0 0 0,-1 1 0 0 0,0 0 0 0 0,1 0 0 0 0,-1 0 0 0 0,0 0 0 0 0,0 1 0 0 0,0-1 0 0 0,0 1 0 0 0,0 0 0 0 0,0 1 0 0 0,0-1 0 0 0,-1 0 0 0 0,1 1 0 0 0,5 6 0 0 0,-5-4-3 0 0,0-1 1 0 0,0 1-1 0 0,0 0 0 0 0,-1 1 0 0 0,0-1 1 0 0,0 0-1 0 0,0 1 0 0 0,-1 0 1 0 0,0 0-1 0 0,0 0 0 0 0,0 0 0 0 0,-1 0 1 0 0,0 0-1 0 0,0 0 0 0 0,0 0 0 0 0,-1 0 1 0 0,0 1-1 0 0,-1 9 0 0 0,0-9 0 0 0,0 0-1 0 0,-1 0 1 0 0,0 0-1 0 0,0 0 1 0 0,0-1-1 0 0,-1 1 0 0 0,0-1 1 0 0,0 1-1 0 0,0-1 1 0 0,-1 0-1 0 0,0 0 1 0 0,0-1-1 0 0,-1 1 1 0 0,0-1-1 0 0,0 0 1 0 0,-6 5-1 0 0,0-2 1 0 0,-1 0-1 0 0,-1-1 0 0 0,1-1 0 0 0,-1 0 1 0 0,-1 0-1 0 0,1-1 0 0 0,-1-1 1 0 0,0 0-1 0 0,-20 2 0 0 0,-14 0 47 0 0,-69-1-1 0 0,103-5-50 0 0,-40 0-1018 0 0,0-3-3842 0 0,2 1-1806 0 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3:13.60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118 467 9215 0 0,'-12'-4'421'0'0,"7"3"-310"0"0,0-1 0 0 0,0 1 0 0 0,0 0 0 0 0,-7 0 0 0 0,4 1-249 0 0,0 0 0 0 0,0-1 0 0 0,0 0 0 0 0,0 0 0 0 0,0-1 0 0 0,-11-3 0 0 0,12 0-30 0 0,11 1 109 0 0,17-2 118 0 0,-17 5-31 0 0,58-11 593 0 0,75-4-1 0 0,-31 4 136 0 0,253-28 787 0 0,71-10-1053 0 0,-22 3-399 0 0,-116 14 38 0 0,540-46-65 0 0,-356 53-64 0 0,-223 13 0 0 0,550-17 0 0 0,-649 26 0 0 0,305-8 25 0 0,179-5 14 0 0,235-1-128 0 0,-511 13 94 0 0,1413 17 765 0 0,-1304 0-242 0 0,305 11 41 0 0,471 17-88 0 0,-830-32-397 0 0,979 1 0 0 0,-78-35 39 0 0,-627 4-89 0 0,5 1-15 0 0,396-1-171 0 0,-867 19-69 0 0,79-3-566 0 0,35-10-4042 0 0,-277 12 946 0 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3:15.473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451 183 3223 0 0,'-12'-28'-238'0'0,"9"18"947"0"0,-1 1-1 0 0,0 1 1 0 0,-8-14-1 0 0,10 19-515 0 0,1 1-1 0 0,-1 0 1 0 0,0 0 0 0 0,0 0-1 0 0,0 0 1 0 0,0 1-1 0 0,0-1 1 0 0,0 0 0 0 0,0 1-1 0 0,0 0 1 0 0,-1-1-1 0 0,1 1 1 0 0,-1 0 0 0 0,1 0-1 0 0,-1 0 1 0 0,1 0-1 0 0,-5 0 1 0 0,-2 0-6 0 0,0 1-1 0 0,0-1 1 0 0,0 2 0 0 0,-15 1 0 0 0,18-1-124 0 0,1 0 1 0 0,0 0-1 0 0,0 1 1 0 0,1 0 0 0 0,-1-1-1 0 0,0 2 1 0 0,0-1-1 0 0,1 0 1 0 0,-8 6-1 0 0,11-6-68 0 0,-1 0-1 0 0,1-1 0 0 0,0 1 0 0 0,0 0 0 0 0,0 0 0 0 0,0 0 1 0 0,0 0-1 0 0,0 0 0 0 0,0 0 0 0 0,1 0 0 0 0,-1 1 0 0 0,1-1 1 0 0,-1 0-1 0 0,1 0 0 0 0,0 0 0 0 0,0 1 0 0 0,0-1 1 0 0,0 0-1 0 0,1 3 0 0 0,-2 17-30 0 0,0-19 91 0 0,1 0 0 0 0,-1 0 0 0 0,1-1 0 0 0,0 1 0 0 0,0 0 0 0 0,0 0 0 0 0,0 0 0 0 0,1-1 0 0 0,-1 1 0 0 0,1 0 0 0 0,1 5 0 0 0,-1-7-25 0 0,0 0 0 0 0,0 0-1 0 0,-1 0 1 0 0,1 1-1 0 0,0-1 1 0 0,1 0 0 0 0,-1 0-1 0 0,0-1 1 0 0,0 1-1 0 0,0 0 1 0 0,0 0 0 0 0,1-1-1 0 0,-1 1 1 0 0,0 0-1 0 0,1-1 1 0 0,-1 1 0 0 0,0-1-1 0 0,1 0 1 0 0,-1 1-1 0 0,1-1 1 0 0,-1 0 0 0 0,1 0-1 0 0,-1 0 1 0 0,3 0-1 0 0,0-1 28 0 0,0 1 0 0 0,0-1 0 0 0,-1 1-1 0 0,1-1 1 0 0,0 0 0 0 0,-1 0 0 0 0,1-1-1 0 0,-1 1 1 0 0,1-1 0 0 0,-1 0 0 0 0,0 1-1 0 0,0-2 1 0 0,0 1 0 0 0,0 0 0 0 0,0-1-1 0 0,0 1 1 0 0,0-1 0 0 0,-1 0 0 0 0,1 0 0 0 0,1-3-1 0 0,-1 1 24 0 0,0 0-1 0 0,0 0 1 0 0,0 0-1 0 0,-1 0 0 0 0,0 0 1 0 0,0 0-1 0 0,-1 0 1 0 0,1-1-1 0 0,-1 1 1 0 0,0-1-1 0 0,-1 1 0 0 0,1-1 1 0 0,-1-5-1 0 0,-1 6-79 0 0,1 1 0 0 0,-1 0 0 0 0,0 0 0 0 0,1 0 0 0 0,-2 0 0 0 0,1 0 0 0 0,0 1 0 0 0,-1-1 0 0 0,0 0 0 0 0,0 1 0 0 0,0-1 0 0 0,0 1 0 0 0,-1-1 0 0 0,1 1 0 0 0,-1 0 0 0 0,0 0 0 0 0,0 0 0 0 0,0 1 0 0 0,0-1 0 0 0,0 1 0 0 0,-1-1 0 0 0,-3-1 0 0 0,3 2 0 0 0,0 1 0 0 0,-1-1 0 0 0,1 1 0 0 0,0-1 0 0 0,-1 1 0 0 0,1 1 0 0 0,-1-1 0 0 0,0 1 0 0 0,1-1 0 0 0,-1 1 0 0 0,1 1 0 0 0,-1-1 0 0 0,1 1 0 0 0,-1-1 0 0 0,1 1 0 0 0,-1 1 0 0 0,1-1 0 0 0,-1 1 0 0 0,-5 3 0 0 0,1-1-3 0 0,1 1 0 0 0,1 0 0 0 0,-1 0 0 0 0,1 1 0 0 0,0 0 0 0 0,0 0 0 0 0,1 0 0 0 0,-1 1 0 0 0,1 0 0 0 0,1 1 0 0 0,-9 14 0 0 0,10-16 1 0 0,1 0 0 0 0,1 1 0 0 0,-1-1 0 0 0,1 1 0 0 0,0-1 0 0 0,1 1-1 0 0,0-1 1 0 0,0 1 0 0 0,0 0 0 0 0,1 0 0 0 0,0-1 0 0 0,0 1 0 0 0,0 0 0 0 0,1 0 0 0 0,0-1-1 0 0,4 14 1 0 0,-4-18 39 0 0,0 1-1 0 0,1 0 0 0 0,-1-1 1 0 0,0 1-1 0 0,1-1 0 0 0,0 1 0 0 0,-1-1 1 0 0,1 0-1 0 0,0 1 0 0 0,0-1 1 0 0,1 0-1 0 0,-1 0 0 0 0,0-1 1 0 0,1 1-1 0 0,-1 0 0 0 0,1-1 1 0 0,-1 0-1 0 0,1 1 0 0 0,0-1 0 0 0,-1 0 1 0 0,1 0-1 0 0,0-1 0 0 0,0 1 1 0 0,0 0-1 0 0,0-1 0 0 0,0 0 1 0 0,4 0-1 0 0,-2 0 29 0 0,-1 0-1 0 0,1 0 1 0 0,0-1 0 0 0,-1 0 0 0 0,1 0-1 0 0,-1 0 1 0 0,1 0 0 0 0,-1-1 0 0 0,0 0-1 0 0,1 0 1 0 0,-1 0 0 0 0,0 0 0 0 0,0-1-1 0 0,0 1 1 0 0,-1-1 0 0 0,7-6 0 0 0,-4 2-17 0 0,-1 0 1 0 0,0 0 0 0 0,-1 0 0 0 0,0-1-1 0 0,0 0 1 0 0,0 0 0 0 0,-1 0 0 0 0,0 0-1 0 0,-1-1 1 0 0,0 1 0 0 0,0-1 0 0 0,-1 1-1 0 0,0-1 1 0 0,0 0 0 0 0,-1 0 0 0 0,0 1-1 0 0,-1-1 1 0 0,0 0 0 0 0,0 1 0 0 0,-1-1-1 0 0,0 1 1 0 0,0-1 0 0 0,-1 1 0 0 0,-5-11-1 0 0,7 17-46 0 0,0 0 0 0 0,-1 0 0 0 0,1 0 0 0 0,-1 0-1 0 0,1 0 1 0 0,-1 0 0 0 0,0 0 0 0 0,0 0 0 0 0,0 0 0 0 0,0 1-1 0 0,0-1 1 0 0,0 1 0 0 0,0 0 0 0 0,0-1 0 0 0,-1 1 0 0 0,-2-1-1 0 0,1 1 7 0 0,0 0 0 0 0,-1 0-1 0 0,1 0 1 0 0,0 1 0 0 0,-1 0-1 0 0,1 0 1 0 0,0 0 0 0 0,-9 1-1 0 0,2 1 6 0 0,1 1-1 0 0,0 0 1 0 0,0 0-1 0 0,0 1 1 0 0,0 0-1 0 0,1 1 1 0 0,-11 6-1 0 0,10-4-12 0 0,0 0 0 0 0,1 0 0 0 0,0 1 0 0 0,1 0 0 0 0,-9 11 0 0 0,15-17 0 0 0,-1 1 0 0 0,1 0 0 0 0,0 0 0 0 0,0 0 0 0 0,0 0 0 0 0,1 0 0 0 0,-1 0 0 0 0,1 1 0 0 0,0-1 0 0 0,0 0 0 0 0,0 1 0 0 0,0-1 0 0 0,0 1 0 0 0,1-1 0 0 0,-1 1 0 0 0,1 0 0 0 0,0-1 0 0 0,0 1 0 0 0,1-1 0 0 0,-1 1 0 0 0,2 3 0 0 0,-1-4-1 0 0,1 0-1 0 0,-1 0 1 0 0,1 0 0 0 0,0 0-1 0 0,0 0 1 0 0,0-1-1 0 0,1 1 1 0 0,-1-1 0 0 0,0 0-1 0 0,1 1 1 0 0,0-1 0 0 0,0 0-1 0 0,-1-1 1 0 0,1 1-1 0 0,0 0 1 0 0,0-1 0 0 0,0 1-1 0 0,1-1 1 0 0,-1 0-1 0 0,0 0 1 0 0,0-1 0 0 0,4 1-1 0 0,1 1-1 0 0,0-1-1 0 0,0 0 1 0 0,0-1-1 0 0,0 0 0 0 0,0 0 1 0 0,0-1-1 0 0,0 0 1 0 0,9-2-1 0 0,-12 1 5 0 0,0 1 0 0 0,0-1 0 0 0,0 0-1 0 0,0 0 1 0 0,0-1 0 0 0,-1 1 0 0 0,1-1 0 0 0,-1 0-1 0 0,0-1 1 0 0,0 1 0 0 0,0-1 0 0 0,0 1 0 0 0,-1-1-1 0 0,6-7 1 0 0,-7 8 4 0 0,-1-1 0 0 0,1 1 0 0 0,0-1 0 0 0,-1 1 0 0 0,0-1 0 0 0,0 0 0 0 0,0 1 0 0 0,0-1 0 0 0,0 0 0 0 0,-1 0 0 0 0,0 0 0 0 0,0 0 0 0 0,0 0 0 0 0,0 0 0 0 0,0 1 0 0 0,-1-1 0 0 0,0 0 1 0 0,0 0-1 0 0,0 0 0 0 0,-2-5 0 0 0,0 4-5 0 0,1 0 0 0 0,-1 0 0 0 0,0 1 1 0 0,0-1-1 0 0,0 1 0 0 0,0 0 0 0 0,-1-1 1 0 0,0 2-1 0 0,0-1 0 0 0,0 0 1 0 0,0 1-1 0 0,-1 0 0 0 0,1 0 0 0 0,-1 0 1 0 0,0 0-1 0 0,0 1 0 0 0,0 0 0 0 0,0 0 1 0 0,0 0-1 0 0,-1 0 0 0 0,1 1 1 0 0,0 0-1 0 0,-1 0 0 0 0,1 1 0 0 0,-1-1 1 0 0,1 1-1 0 0,-1 1 0 0 0,1-1 0 0 0,-1 1 1 0 0,1 0-1 0 0,0 0 0 0 0,-1 0 1 0 0,1 1-1 0 0,0-1 0 0 0,0 1 0 0 0,0 1 1 0 0,0-1-1 0 0,-9 7 0 0 0,9-6 0 0 0,0 2 0 0 0,1-1 0 0 0,-1 1 0 0 0,1-1 0 0 0,0 1 0 0 0,0 0 0 0 0,0 1 0 0 0,1-1 0 0 0,0 1 0 0 0,0-1 0 0 0,0 1 0 0 0,1 0 0 0 0,0 0 0 0 0,-2 10 0 0 0,3-13 0 0 0,0 0 0 0 0,1 0 0 0 0,-1 1 0 0 0,1-1 0 0 0,0 0 0 0 0,0 0 0 0 0,1 1 0 0 0,-1-1 0 0 0,0 0 0 0 0,1 0 0 0 0,0 0 0 0 0,0 0 0 0 0,0 0 0 0 0,0 0 0 0 0,0 0 0 0 0,1 0 0 0 0,-1 0 0 0 0,1 0 0 0 0,0-1 0 0 0,0 1 0 0 0,0 0 0 0 0,0-1 0 0 0,0 0 0 0 0,0 1 0 0 0,1-1 0 0 0,-1 0 0 0 0,1 0 0 0 0,0-1 0 0 0,-1 1 0 0 0,6 2 0 0 0,-1-1 0 0 0,-1-1 0 0 0,1 1 0 0 0,-1-1 0 0 0,1 0 0 0 0,0-1 0 0 0,0 0 0 0 0,0 0 0 0 0,0 0 0 0 0,0-1 0 0 0,0 0 0 0 0,12-2 0 0 0,-14 1 0 0 0,-1 1 0 0 0,0-2 0 0 0,0 1 0 0 0,0 0 0 0 0,0-1 0 0 0,0 0 0 0 0,0 0 0 0 0,0 0 0 0 0,-1 0 0 0 0,1-1 0 0 0,-1 0 0 0 0,1 1 0 0 0,-1-1 0 0 0,0 0 0 0 0,0-1 0 0 0,0 1 0 0 0,-1 0 0 0 0,1-1 0 0 0,-1 0 0 0 0,2-4 0 0 0,-2 5 0 0 0,0-1 0 0 0,-1 0-1 0 0,0 0 1 0 0,1 0-1 0 0,-2 0 1 0 0,1-1 0 0 0,0 1-1 0 0,-1 0 1 0 0,0 0 0 0 0,0 0-1 0 0,0 0 1 0 0,0-1 0 0 0,-1 1-1 0 0,1 0 1 0 0,-3-5 0 0 0,2 6 3 0 0,0 0 0 0 0,0 0 0 0 0,0 1 0 0 0,0-1 0 0 0,-1 0 1 0 0,0 1-1 0 0,1-1 0 0 0,-1 1 0 0 0,0-1 0 0 0,0 1 0 0 0,0 0 1 0 0,-1 0-1 0 0,1 0 0 0 0,0 0 0 0 0,-1 0 0 0 0,1 0 0 0 0,-1 1 1 0 0,0-1-1 0 0,0 1 0 0 0,1 0 0 0 0,-6-1 0 0 0,0 0-2 0 0,0 0-1 0 0,0 1 1 0 0,0 1-1 0 0,0-1 1 0 0,0 1-1 0 0,0 1 1 0 0,0-1-1 0 0,-1 1 1 0 0,1 1-1 0 0,-12 3 1 0 0,15-4-5 0 0,0 1 0 0 0,0 0 0 0 0,0 0 0 0 0,0 0 1 0 0,0 1-1 0 0,1 0 0 0 0,-1-1 0 0 0,1 2 0 0 0,0-1 0 0 0,0 0 0 0 0,0 1 0 0 0,0 0 1 0 0,0 0-1 0 0,1 0 0 0 0,0 0 0 0 0,0 1 0 0 0,-3 4 0 0 0,5-7 4 0 0,0 0 0 0 0,1 0 0 0 0,-1-1-1 0 0,0 1 1 0 0,1 0 0 0 0,0 0 0 0 0,-1 0 0 0 0,1 0-1 0 0,0 0 1 0 0,0 0 0 0 0,0 0 0 0 0,0 0 0 0 0,0 0-1 0 0,1 0 1 0 0,-1-1 0 0 0,1 1 0 0 0,0 3-1 0 0,1-2 1 0 0,-1 0-1 0 0,1-1 0 0 0,-1 1 0 0 0,1-1 1 0 0,0 0-1 0 0,0 1 0 0 0,0-1 0 0 0,0 0 1 0 0,0 0-1 0 0,5 2 0 0 0,1 1 0 0 0,0 0-1 0 0,0-1 0 0 0,1 0 0 0 0,0 0 1 0 0,0-1-1 0 0,12 2 0 0 0,-6-1 2 0 0,0-2-1 0 0,0 0 1 0 0,-1-1-1 0 0,28-1 1 0 0,-36-1 0 0 0,0 1 1 0 0,0-1 0 0 0,0 0 0 0 0,0 0 0 0 0,0-1 0 0 0,-1 0-1 0 0,1 0 1 0 0,-1 0 0 0 0,1-1 0 0 0,-1 1 0 0 0,0-1 0 0 0,0 0-1 0 0,0-1 1 0 0,0 0 0 0 0,4-4 0 0 0,-7 6 2 0 0,0 0-1 0 0,-1 0 1 0 0,1-1 0 0 0,-1 1-1 0 0,0-1 1 0 0,0 0 0 0 0,1 1-1 0 0,-2-1 1 0 0,1 0 0 0 0,0 0-1 0 0,0 1 1 0 0,-1-1 0 0 0,0 0-1 0 0,0 0 1 0 0,1 0 0 0 0,-1 0-1 0 0,-1 1 1 0 0,1-1 0 0 0,0 0-1 0 0,-1 0 1 0 0,0 0 0 0 0,1 0-1 0 0,-1 1 1 0 0,-2-4 0 0 0,1 1 0 0 0,0 0 1 0 0,-1 0 0 0 0,1 1 0 0 0,-1-1 0 0 0,0 1 0 0 0,0 0 0 0 0,-1 0 0 0 0,1 0 0 0 0,-1 0 0 0 0,0 1-1 0 0,0 0 1 0 0,-7-5 0 0 0,2 3 5 0 0,0 1 0 0 0,0 0 0 0 0,0 0 0 0 0,-1 1 0 0 0,0 0 0 0 0,1 1 0 0 0,-14-2 0 0 0,18 4-3 0 0,1 0 1 0 0,-1 0-1 0 0,0 0 0 0 0,0 0 0 0 0,0 1 0 0 0,0 0 1 0 0,-7 2-1 0 0,9-2-5 0 0,1-1 1 0 0,0 2-1 0 0,-1-1 0 0 0,1 0 1 0 0,0 0-1 0 0,0 1 1 0 0,0-1-1 0 0,0 1 0 0 0,0 0 1 0 0,0-1-1 0 0,0 1 1 0 0,1 0-1 0 0,-1 0 0 0 0,0 0 1 0 0,-1 3-1 0 0,3-4-1 0 0,-1 0 0 0 0,1 1 0 0 0,-1-1 0 0 0,1 0 0 0 0,-1 0 0 0 0,1 0 0 0 0,0 1 0 0 0,-1-1 0 0 0,1 0 0 0 0,0 1 0 0 0,0-1 0 0 0,0 0 0 0 0,0 0 0 0 0,0 1 0 0 0,0-1 0 0 0,1 0 0 0 0,-1 1 0 0 0,1 1 0 0 0,0-1 0 0 0,0 1 0 0 0,1-1 0 0 0,-1 0 0 0 0,0 0 0 0 0,1 0 0 0 0,-1 0 0 0 0,1 0 0 0 0,0 0 0 0 0,2 1 0 0 0,5 4 0 0 0,-1-1 0 0 0,1-1 0 0 0,16 8 0 0 0,-19-10 0 0 0,-3-2-73 0 0,2 2-54 0 0,0-1 0 0 0,0 0 1 0 0,-1 1-1 0 0,1 0 0 0 0,-1 0 1 0 0,1 1-1 0 0,-1-1 1 0 0,6 8-1 0 0,-3 2-5940 0 0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4:20.379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30 141 3679 0 0,'0'-6'406'0'0,"1"0"-1"0"0,0-1 0 0 0,0 1 1 0 0,0 0-1 0 0,1 0 0 0 0,2-6 1 0 0,2-7 871 0 0,-3 11-308 0 0,-1 0 0 0 0,-1-1 0 0 0,1 1 0 0 0,-2 0-1 0 0,1-17 1 0 0,-1 25-893 0 0,0 0-1 0 0,0-1 1 0 0,0 1 0 0 0,0 0-1 0 0,0 0 1 0 0,0-1-1 0 0,0 1 1 0 0,0 0-1 0 0,0 0 1 0 0,0-1 0 0 0,0 1-1 0 0,-1 0 1 0 0,1 0-1 0 0,0-1 1 0 0,0 1-1 0 0,0 0 1 0 0,0 0 0 0 0,0 0-1 0 0,-1-1 1 0 0,1 1-1 0 0,0 0 1 0 0,0 0-1 0 0,0 0 1 0 0,-1 0 0 0 0,1-1-1 0 0,0 1 1 0 0,0 0-1 0 0,0 0 1 0 0,-1 0-1 0 0,1 0 1 0 0,-1 0 0 0 0,-6 4 1097 0 0,-4 12-261 0 0,5-4-769 0 0,1 1 0 0 0,1-1 1 0 0,0 1-1 0 0,0 0 0 0 0,1 0 0 0 0,1 1 0 0 0,1-1 0 0 0,-1 14 0 0 0,1-6-83 0 0,2-1-1 0 0,0 0 1 0 0,1 0 0 0 0,5 25-1 0 0,-5-38-49 0 0,0 1-1 0 0,0 0 0 0 0,1-1 0 0 0,0 0 0 0 0,0 1 0 0 0,1-1 1 0 0,0 0-1 0 0,0-1 0 0 0,0 1 0 0 0,1-1 0 0 0,0 0 1 0 0,1 0-1 0 0,10 9 0 0 0,-14-13-7 0 0,1 0 0 0 0,-1-1 1 0 0,1 1-1 0 0,0-1 0 0 0,-1 0 0 0 0,1 1 0 0 0,0-1 1 0 0,0-1-1 0 0,0 1 0 0 0,0 0 0 0 0,0-1 0 0 0,0 1 1 0 0,0-1-1 0 0,0 0 0 0 0,0 0 0 0 0,3-1 1 0 0,-1 1 8 0 0,0-1 0 0 0,-1-1 1 0 0,1 1-1 0 0,-1-1 1 0 0,1 0-1 0 0,-1 0 0 0 0,0 0 1 0 0,1 0-1 0 0,4-5 1 0 0,-1 1 34 0 0,0-1 1 0 0,0 0 0 0 0,-1 0 0 0 0,0-1 0 0 0,-1 0 0 0 0,1 0-1 0 0,-1-1 1 0 0,8-16 0 0 0,-7 8 54 0 0,0-1 0 0 0,-1 0-1 0 0,0 0 1 0 0,3-29 0 0 0,-4 13 492 0 0,-1-56-1 0 0,-5 80-432 0 0,-1 17-86 0 0,-2 18-1 0 0,3 7-71 0 0,1 1 0 0 0,1-1-1 0 0,2 0 1 0 0,1 0 0 0 0,1 0-1 0 0,12 38 1 0 0,-14-63 4 0 0,-1 0-1 0 0,1 0 1 0 0,0 0-1 0 0,0 0 1 0 0,1 0 0 0 0,0-1-1 0 0,7 10 1 0 0,-9-14-5 0 0,0 0 0 0 0,0 0-1 0 0,0 0 1 0 0,1 0 0 0 0,-1 0 0 0 0,1 0 0 0 0,-1-1 0 0 0,1 1 0 0 0,0-1 0 0 0,-1 1-1 0 0,1-1 1 0 0,0 0 0 0 0,0 0 0 0 0,0-1 0 0 0,0 1 0 0 0,0 0 0 0 0,0-1 0 0 0,0 0 0 0 0,0 0-1 0 0,0 0 1 0 0,4 0 0 0 0,-2-1-24 0 0,1 0 1 0 0,-1-1-1 0 0,1 1 0 0 0,-1-1 0 0 0,0 0 0 0 0,1-1 0 0 0,-1 1 1 0 0,0-1-1 0 0,-1 0 0 0 0,1 0 0 0 0,0-1 0 0 0,-1 1 1 0 0,0-1-1 0 0,0 0 0 0 0,0 0 0 0 0,6-9 0 0 0,-6 7-334 0 0,1 0-1 0 0,-2-1 0 0 0,1 1 0 0 0,-1-1 1 0 0,0 0-1 0 0,0 0 0 0 0,-1-1 0 0 0,0 1 1 0 0,-1 0-1 0 0,1-1 0 0 0,-1 1 0 0 0,0-10 1 0 0,-1-2 6 0 0,0 0 1 0 0,7-36 0 0 0,-6 47 459 0 0,1 1-1 0 0,1 0 0 0 0,-1 0 1 0 0,1 0-1 0 0,0 1 1 0 0,1-1-1 0 0,0 1 1 0 0,0-1-1 0 0,0 1 1 0 0,8-8-1 0 0,-7 8 185 0 0,1 1-1 0 0,-1-1 0 0 0,1 1 1 0 0,0 1-1 0 0,1-1 1 0 0,6-3-1 0 0,-11 7-245 0 0,-1 0 1 0 0,0 1-1 0 0,0-1 1 0 0,1 1-1 0 0,-1-1 1 0 0,0 1-1 0 0,1-1 1 0 0,-1 1-1 0 0,0 0 0 0 0,1 0 1 0 0,-1 0-1 0 0,1 0 1 0 0,-1 0-1 0 0,0 0 1 0 0,1 0-1 0 0,-1 0 1 0 0,1 0-1 0 0,-1 0 0 0 0,0 1 1 0 0,1-1-1 0 0,-1 1 1 0 0,0-1-1 0 0,1 1 1 0 0,-1 0-1 0 0,0-1 1 0 0,0 1-1 0 0,0 0 0 0 0,0 0 1 0 0,1 0-1 0 0,-1 0 1 0 0,0 0-1 0 0,0 0 1 0 0,-1 0-1 0 0,1 0 1 0 0,0 0-1 0 0,0 0 0 0 0,0 0 1 0 0,-1 1-1 0 0,1-1 1 0 0,0 2-1 0 0,3 6 31 0 0,-1 1 0 0 0,1 0 0 0 0,-2 0 0 0 0,1 0 0 0 0,0 13 0 0 0,1 53 227 0 0,-4-59-283 0 0,0-1 0 0 0,1 0 0 0 0,1 1 1 0 0,0-1-1 0 0,2 0 0 0 0,8 30 0 0 0,-11-45-22 0 0,-1 1 0 0 0,1-1 0 0 0,0 1 0 0 0,0-1 0 0 0,-1 0 0 0 0,1 1 0 0 0,0-1 0 0 0,0 0 0 0 0,0 0 0 0 0,0 1 0 0 0,0-1 0 0 0,1 0 0 0 0,-1 0 0 0 0,0 0 0 0 0,0 0 0 0 0,1-1 0 0 0,-1 1 0 0 0,1 0 0 0 0,2 1 0 0 0,-3-2 0 0 0,1 0 0 0 0,-1 0 0 0 0,0 0 0 0 0,1-1 0 0 0,-1 1 0 0 0,0 0 0 0 0,0 0 0 0 0,1-1 0 0 0,-1 1 0 0 0,0-1 0 0 0,0 1 0 0 0,1-1 0 0 0,-1 1 0 0 0,0-1 0 0 0,0 0 0 0 0,0 0 0 0 0,0 1 0 0 0,0-1 0 0 0,0 0 0 0 0,0 0 0 0 0,0 0 0 0 0,-1 0 0 0 0,1 0 0 0 0,1-2 0 0 0,3-5 0 0 0,0 1 0 0 0,-1-2 0 0 0,0 1 0 0 0,0 0 0 0 0,-1-1 0 0 0,0 0 0 0 0,2-10 0 0 0,9-67 0 0 0,-13 74 0 0 0,1-9 1 0 0,-2 14 0 0 0,1-1 1 0 0,0 1-1 0 0,0-1 0 0 0,0 1 1 0 0,1-1-1 0 0,3-7 1 0 0,-5 15-2 0 0,0 0 0 0 0,0 0 1 0 0,0 0-1 0 0,0 0 0 0 0,0 0 1 0 0,0 0-1 0 0,0 0 0 0 0,0-1 1 0 0,0 1-1 0 0,0 0 0 0 0,1 0 1 0 0,-1 0-1 0 0,0 0 0 0 0,0 0 0 0 0,0 0 1 0 0,0 0-1 0 0,0 0 0 0 0,0 0 1 0 0,0 0-1 0 0,0 0 0 0 0,0 0 1 0 0,0-1-1 0 0,1 1 0 0 0,-1 0 1 0 0,0 0-1 0 0,0 0 0 0 0,0 0 0 0 0,0 0 1 0 0,0 0-1 0 0,0 0 0 0 0,0 0 1 0 0,0 0-1 0 0,1 0 0 0 0,-1 0 1 0 0,0 0-1 0 0,0 0 0 0 0,0 0 1 0 0,0 0-1 0 0,0 0 0 0 0,0 0 0 0 0,0 0 1 0 0,0 0-1 0 0,1 0 0 0 0,-1 1 1 0 0,0-1-1 0 0,0 0 0 0 0,0 0 1 0 0,0 0-1 0 0,0 0 0 0 0,0 0 1 0 0,0 0-1 0 0,0 0 0 0 0,0 0 0 0 0,5 9 17 0 0,1 11 3 0 0,-5-19-20 0 0,32 104 0 0 0,-28-93 0 0 0,1 1 0 0 0,0-1 0 0 0,1 0 0 0 0,0-1 0 0 0,1 0 0 0 0,10 11 0 0 0,-17-20 0 0 0,1 0 0 0 0,0 0 0 0 0,0 0 0 0 0,0 0 0 0 0,0-1 0 0 0,0 1 0 0 0,0-1 0 0 0,0 0 0 0 0,0 0 0 0 0,1 1 0 0 0,-1-1 0 0 0,0-1 0 0 0,1 1 0 0 0,-1 0 0 0 0,1 0 0 0 0,-1-1 0 0 0,1 0 0 0 0,-1 1 0 0 0,1-1 0 0 0,-1 0 0 0 0,4-1 0 0 0,-3 1 0 0 0,0-1 0 0 0,0 0 0 0 0,0 0 0 0 0,0-1 0 0 0,0 1 0 0 0,0-1 0 0 0,0 1 0 0 0,-1-1 0 0 0,1 0 0 0 0,0 0 0 0 0,-1 0 0 0 0,0 0 0 0 0,1-1 0 0 0,-1 1 0 0 0,4-5 0 0 0,1-4 6 0 0,0-1-1 0 0,-1 1 1 0 0,0-1-1 0 0,0 0 1 0 0,-2-1-1 0 0,1 1 1 0 0,3-21-1 0 0,-1-3 17 0 0,3-53 0 0 0,-11 71 52 0 0,0 13-8 0 0,1 13-5 0 0,-1 50 225 0 0,2 66 6 0 0,0-109-305 0 0,1 0 0 0 0,0 0-1 0 0,2 0 1 0 0,-1 0 0 0 0,12 28 0 0 0,-12-39-5 0 0,-1 1-1 0 0,0-1 1 0 0,1 1 0 0 0,0-1-1 0 0,0 0 1 0 0,4 4 0 0 0,-5-6-67 0 0,0 0 1 0 0,0-1-1 0 0,0 1 1 0 0,0-1-1 0 0,0 0 1 0 0,0 1-1 0 0,0-1 1 0 0,0 0-1 0 0,0 0 1 0 0,1 0-1 0 0,-1-1 1 0 0,0 1-1 0 0,1 0 1 0 0,4 0-1 0 0,8-2-1115 0 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4:21.263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6 4 10591 0 0,'-5'-4'1167'0'0,"5"10"-230"0"0,2 3 79 0 0,0 20 415 0 0,1-1-1 0 0,2 0 0 0 0,16 54 1 0 0,-15-59-1157 0 0,15 57 640 0 0,13 108 0 0 0,-29-142-864 0 0,-2 1 0 0 0,-2-1 0 0 0,-10 87 0 0 0,7-122-50 0 0,1-8 0 0 0,0 0 0 0 0,1 0 0 0 0,-1 0 0 0 0,1 0 0 0 0,-1 0 0 0 0,1 0 0 0 0,0 0 0 0 0,0 0 0 0 0,1 0 0 0 0,-1 0 0 0 0,2 5 0 0 0,-2-8 0 0 0,0 0 0 0 0,0 0 0 0 0,1 0 0 0 0,-1 0 0 0 0,0 0 0 0 0,0 0 0 0 0,1 0 0 0 0,-1 0 0 0 0,0 0 0 0 0,1 0 0 0 0,-1 0 0 0 0,0 0 0 0 0,0 0 0 0 0,1 0 0 0 0,-1 0 0 0 0,0 0 0 0 0,0 0 0 0 0,1-1 0 0 0,-1 1 0 0 0,0 0 0 0 0,0 0 0 0 0,0 0 0 0 0,1 0 0 0 0,-1 0 0 0 0,0-1 0 0 0,0 1 0 0 0,0 0 0 0 0,1 0 0 0 0,-1 0 0 0 0,0 0 0 0 0,0-1 0 0 0,0 1 0 0 0,0 0 0 0 0,0 0 0 0 0,1-1 0 0 0,-1 1 0 0 0,0 0 0 0 0,9-13 0 0 0,-8 11 0 0 0,14-22 0 0 0,-2-1 0 0 0,-1 0 0 0 0,11-31 0 0 0,-1 2 0 0 0,-4 9 14 0 0,12-27-46 0 0,-25 64 76 0 0,-1 0 0 0 0,1 0 1 0 0,1 0-1 0 0,-1 0 0 0 0,14-13 0 0 0,-17 19-9 0 0,0 0 0 0 0,0 1 0 0 0,0-1 0 0 0,1 0 1 0 0,-1 1-1 0 0,0-1 0 0 0,1 1 0 0 0,-1 0 0 0 0,1 0 0 0 0,-1 0 1 0 0,1 0-1 0 0,0 0 0 0 0,-1 0 0 0 0,1 1 0 0 0,0 0 0 0 0,0-1 1 0 0,-1 1-1 0 0,1 0 0 0 0,5 1 0 0 0,-5-1 0 0 0,0 1 1 0 0,0 0-1 0 0,0 1 0 0 0,0-1 0 0 0,0 0 1 0 0,-1 1-1 0 0,1 0 0 0 0,0-1 0 0 0,-1 1 1 0 0,1 0-1 0 0,-1 0 0 0 0,0 1 0 0 0,0-1 1 0 0,1 0-1 0 0,-1 1 0 0 0,3 5 0 0 0,1 3-26 0 0,1 1 0 0 0,-2 0 0 0 0,0 0 0 0 0,0 0 0 0 0,-1 1 0 0 0,0 0 0 0 0,-1 0 0 0 0,-1 0 0 0 0,0 0 0 0 0,-1 0 0 0 0,0 0 0 0 0,-2 21 0 0 0,0-23-10 0 0,0 1 0 0 0,-1-1 1 0 0,0 0-1 0 0,-1 0 1 0 0,0 0-1 0 0,-1-1 0 0 0,0 1 1 0 0,0-1-1 0 0,-1 0 1 0 0,-1 0-1 0 0,0 0 0 0 0,0-1 1 0 0,-1 0-1 0 0,0 0 1 0 0,-8 8-1 0 0,13-15 1 0 0,0 0 0 0 0,0-1 0 0 0,-1 1 0 0 0,1 0 0 0 0,0-1 0 0 0,0 0 0 0 0,-1 1 0 0 0,1-1 0 0 0,-1 0 0 0 0,1 0 0 0 0,-1 0 0 0 0,1-1 0 0 0,-1 1 0 0 0,0-1 0 0 0,-2 1 0 0 0,3-1 0 0 0,1 0 0 0 0,-1-1 0 0 0,1 1 0 0 0,-1 0 0 0 0,1-1 0 0 0,-1 1 0 0 0,1-1 0 0 0,-1 0 0 0 0,1 1 0 0 0,0-1 0 0 0,-1 0 0 0 0,1 0 0 0 0,0 0 0 0 0,0 0 0 0 0,0 0 0 0 0,-1 0 0 0 0,1 0 0 0 0,0 0 0 0 0,0 0 0 0 0,1-1 0 0 0,-1 1 0 0 0,0 0 0 0 0,0-1 0 0 0,1 1 0 0 0,-1 0 0 0 0,0-1 0 0 0,0-1 0 0 0,1 0 0 0 0,-1 1 0 0 0,0 0 0 0 0,0-1 0 0 0,1 1 0 0 0,0 0 0 0 0,-1-1 0 0 0,1 1 0 0 0,0-1 0 0 0,0 1 0 0 0,0 0 0 0 0,0-1 0 0 0,1 1 0 0 0,-1-1 0 0 0,1 1 0 0 0,-1 0 0 0 0,1-1 0 0 0,0 1 0 0 0,0 0 0 0 0,0 0 0 0 0,0 0 0 0 0,0-1 0 0 0,1 1 0 0 0,-1 1 0 0 0,1-1 0 0 0,-1 0 0 0 0,3-2 0 0 0,-1 1 0 0 0,1 0 0 0 0,0 1 0 0 0,-1-1 0 0 0,1 1 0 0 0,0 0 0 0 0,0 0 0 0 0,0 1 0 0 0,0-1 0 0 0,1 1 0 0 0,-1 0 0 0 0,0 0 0 0 0,1 0 0 0 0,6 0 0 0 0,11-1-1 0 0,3 1 14 0 0,0-1 1 0 0,0-1-1 0 0,44-11 1 0 0,-62 12-14 0 0,0 0 1 0 0,-1-1-1 0 0,1 0 1 0 0,-1 0 0 0 0,1-1-1 0 0,-1 0 1 0 0,0 0-1 0 0,-1 0 1 0 0,1-1 0 0 0,-1 1-1 0 0,0-1 1 0 0,0-1-1 0 0,0 1 1 0 0,0-1 0 0 0,-1 0-1 0 0,0 0 1 0 0,-1 0 0 0 0,4-7-1 0 0,-3 4 0 0 0,-1 0 0 0 0,0 0 0 0 0,0-1 0 0 0,-1 1 0 0 0,-1 0 0 0 0,1-1 0 0 0,-1-13 0 0 0,-1 17 0 0 0,0 0 0 0 0,0-1 0 0 0,-1 1 0 0 0,0 0 0 0 0,0-1 0 0 0,-1 1 0 0 0,0 0 0 0 0,0 0 0 0 0,0 0 0 0 0,-1 0 0 0 0,0 1 0 0 0,-4-7 0 0 0,7 11 0 0 0,0 1 0 0 0,-1-1 0 0 0,1 0 0 0 0,-1 1 0 0 0,1-1 0 0 0,-1 1 0 0 0,1-1 0 0 0,-1 0 0 0 0,1 1 0 0 0,-1-1 0 0 0,1 1 0 0 0,-1-1 0 0 0,0 1 0 0 0,1 0 0 0 0,-1-1 0 0 0,0 1 0 0 0,0 0 0 0 0,1-1 0 0 0,-1 1 0 0 0,0 0 0 0 0,0 0 0 0 0,1 0 0 0 0,-1 0 0 0 0,-1-1 0 0 0,1 2 0 0 0,0-1 0 0 0,1 1 0 0 0,-1-1 0 0 0,0 0 0 0 0,0 1 0 0 0,1-1 0 0 0,-1 1 0 0 0,0 0 0 0 0,0-1 0 0 0,1 1 0 0 0,-1-1 0 0 0,1 1 0 0 0,-1 0 0 0 0,1 0 0 0 0,-1-1 0 0 0,1 1 0 0 0,-1 1 0 0 0,-2 3 0 0 0,1 1 0 0 0,0-1 0 0 0,0 1 0 0 0,1 0 0 0 0,-1 5 0 0 0,-1 8 0 0 0,2-1 0 0 0,0 1 0 0 0,1 0 0 0 0,4 30 0 0 0,-2-38 0 0 0,0 1 0 0 0,1 0 0 0 0,0-1 0 0 0,1 0 0 0 0,0 0 0 0 0,1 0 0 0 0,0 0 0 0 0,8 13 0 0 0,-10-20 0 0 0,1 0 0 0 0,-1 0 0 0 0,1 0 0 0 0,0 0 0 0 0,0 0 0 0 0,0-1 0 0 0,0 1 0 0 0,0-1 0 0 0,1-1 0 0 0,-1 1 0 0 0,1 0 0 0 0,0-1 0 0 0,0 0 0 0 0,0 0 0 0 0,0-1 0 0 0,0 1 0 0 0,1-1 0 0 0,-1 0 0 0 0,0 0 0 0 0,1-1 0 0 0,-1 0 0 0 0,0 0 0 0 0,1 0 0 0 0,-1-1 0 0 0,0 1 0 0 0,1-1 0 0 0,-1 0 0 0 0,0-1 0 0 0,0 1 0 0 0,0-1 0 0 0,0 0 0 0 0,0 0 0 0 0,0-1 0 0 0,-1 0 0 0 0,1 0 0 0 0,-1 0 0 0 0,1 0 0 0 0,-1 0 0 0 0,0-1 0 0 0,3-4 0 0 0,1-2 0 0 0,-1 0 0 0 0,0 0 0 0 0,-1-1 0 0 0,0 0 0 0 0,7-19 0 0 0,15-60 0 0 0,-20 60 0 0 0,17-44 0 0 0,-24 71 6 0 0,1 0 0 0 0,0 0 0 0 0,-1 0-1 0 0,1 0 1 0 0,0 0 0 0 0,4-4 0 0 0,-5 6-2 0 0,-1 1 1 0 0,1 0-1 0 0,-1-1 1 0 0,1 1 0 0 0,-1 0-1 0 0,1-1 1 0 0,-1 1-1 0 0,1 0 1 0 0,-1-1-1 0 0,1 1 1 0 0,-1 0-1 0 0,1 0 1 0 0,-1 0-1 0 0,1 0 1 0 0,-1 0-1 0 0,1 0 1 0 0,0 0-1 0 0,-1-1 1 0 0,1 2-1 0 0,-1-1 1 0 0,1 0 0 0 0,-1 0-1 0 0,1 0 1 0 0,0 0-1 0 0,-1 0 1 0 0,1 0-1 0 0,-1 1 1 0 0,1-1-1 0 0,-1 0 1 0 0,1 0-1 0 0,-1 1 1 0 0,1-1-1 0 0,-1 0 1 0 0,1 1-1 0 0,-1-1 1 0 0,0 0-1 0 0,1 1 1 0 0,-1-1 0 0 0,1 1-1 0 0,-1-1 1 0 0,0 1-1 0 0,0-1 1 0 0,1 1-1 0 0,-1-1 1 0 0,0 1-1 0 0,0-1 1 0 0,1 1-1 0 0,-1 0 1 0 0,4 10 24 0 0,0 0 0 0 0,-1 1 0 0 0,0-1 0 0 0,0 1 0 0 0,-2-1 0 0 0,2 23 0 0 0,0-6-7 0 0,-1-4-22 0 0,8 45 0 0 0,-9-61 0 0 0,2-1 0 0 0,-1 1 0 0 0,1 0 0 0 0,0-1 0 0 0,0 1 0 0 0,7 9 0 0 0,-9-15-53 0 0,0 0 1 0 0,1-1-1 0 0,-1 1 0 0 0,0-1 1 0 0,1 1-1 0 0,-1-1 0 0 0,1 0 1 0 0,-1 0-1 0 0,1 0 0 0 0,-1 0 1 0 0,1 0-1 0 0,0 0 0 0 0,0 0 1 0 0,-1 0-1 0 0,1 0 1 0 0,0-1-1 0 0,0 1 0 0 0,0-1 1 0 0,4 1-1 0 0,0-1-515 0 0,0 0 0 0 0,0-1-1 0 0,0 0 1 0 0,0 0 0 0 0,5-2 0 0 0,6 0-1562 0 0,-9 1-5326 0 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4:22.09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196 780 6447 0 0,'-7'-61'1734'0'0,"7"58"-1194"0"0,0 0 0 0 0,-1 1 0 0 0,0-1 0 0 0,1 0 0 0 0,-1 0 1 0 0,-3-4-1 0 0,-1-6 273 0 0,4 10-682 0 0,-3-11 744 0 0,-1-1 0 0 0,-12-21 1 0 0,16 32-678 0 0,-1 1 1 0 0,0 0 0 0 0,0 0-1 0 0,-1 0 1 0 0,1 0 0 0 0,-1 0 0 0 0,1 0-1 0 0,-1 0 1 0 0,0 1 0 0 0,0-1 0 0 0,0 1-1 0 0,0 0 1 0 0,-1 0 0 0 0,1 0-1 0 0,0 0 1 0 0,-6-1 0 0 0,7 2-131 0 0,0 1 0 0 0,0 0 0 0 0,1-1 0 0 0,-1 1-1 0 0,0 0 1 0 0,0 0 0 0 0,0 0 0 0 0,0 1 0 0 0,1-1 0 0 0,-1 0 0 0 0,0 1 0 0 0,0-1 0 0 0,0 1 0 0 0,1-1 0 0 0,-1 1-1 0 0,0 0 1 0 0,-2 1 0 0 0,1 0-5 0 0,0 1 0 0 0,0-1 0 0 0,1 0 0 0 0,-1 1 0 0 0,1 0 0 0 0,-1 0-1 0 0,1 0 1 0 0,-3 4 0 0 0,-1 4 7 0 0,1 0 0 0 0,0 0 0 0 0,1 1 0 0 0,-4 15 1 0 0,5-16-44 0 0,1 1 1 0 0,0-1-1 0 0,1 0 1 0 0,0 0 0 0 0,1 1-1 0 0,0-1 1 0 0,1 0-1 0 0,0 1 1 0 0,1-1 0 0 0,0 0-1 0 0,6 18 1 0 0,-6-24-17 0 0,0 0-1 0 0,0 0 1 0 0,1 0 0 0 0,-1 0 0 0 0,1-1 0 0 0,0 1-1 0 0,0-1 1 0 0,1 0 0 0 0,-1 0 0 0 0,1 0-1 0 0,0 0 1 0 0,0 0 0 0 0,0-1 0 0 0,0 0 0 0 0,1 0-1 0 0,-1 0 1 0 0,1-1 0 0 0,0 1 0 0 0,0-1 0 0 0,0 0-1 0 0,0 0 1 0 0,0-1 0 0 0,1 1 0 0 0,-1-1 0 0 0,0-1-1 0 0,8 1 1 0 0,-8 0-7 0 0,0-1 0 0 0,0-1-1 0 0,0 1 1 0 0,0-1 0 0 0,0 0-1 0 0,0 0 1 0 0,0 0 0 0 0,0 0 0 0 0,-1-1-1 0 0,1 0 1 0 0,0 0 0 0 0,-1-1 0 0 0,0 1-1 0 0,1-1 1 0 0,-1 0 0 0 0,0 0-1 0 0,0 0 1 0 0,-1 0 0 0 0,1-1 0 0 0,-1 0-1 0 0,1 1 1 0 0,2-7 0 0 0,-3 5 16 0 0,0 0 1 0 0,0-1 0 0 0,0 1-1 0 0,-1-1 1 0 0,0 0 0 0 0,0 0-1 0 0,-1 0 1 0 0,0 0 0 0 0,0 0-1 0 0,0 0 1 0 0,-1 0 0 0 0,0 0-1 0 0,0-1 1 0 0,0 1 0 0 0,-1 0-1 0 0,0 0 1 0 0,-3-11-1 0 0,-2-2 28 0 0,-1 1 0 0 0,-1 0 0 0 0,-1 1-1 0 0,0 0 1 0 0,-2 0 0 0 0,1 1 0 0 0,-2 1-1 0 0,0-1 1 0 0,-18-16 0 0 0,4 11 50 0 0,25 20-95 0 0,0 0-1 0 0,-1 0 0 0 0,1 0 0 0 0,0 0 0 0 0,-1 1 0 0 0,1-1 0 0 0,0 1 0 0 0,-1-1 0 0 0,1 1 0 0 0,-1-1 0 0 0,1 1 0 0 0,-1 0 0 0 0,1-1 0 0 0,-1 1 0 0 0,1 0 0 0 0,-1 0 0 0 0,1 0 0 0 0,-3 1 0 0 0,3-1-2 0 0,1 0 0 0 0,0 0 0 0 0,0 0 0 0 0,-1 0 0 0 0,1 1 0 0 0,0-1 0 0 0,-1 0 0 0 0,1 0 0 0 0,0 0 0 0 0,0 1 0 0 0,-1-1 0 0 0,1 0 0 0 0,0 0 0 0 0,0 1 0 0 0,0-1 0 0 0,0 0 0 0 0,-1 1 0 0 0,1-1 0 0 0,0 0 0 0 0,0 1 0 0 0,0-1 0 0 0,0 0 0 0 0,0 0 0 0 0,0 1 0 0 0,0-1 0 0 0,0 0 0 0 0,0 1 0 0 0,0-1 0 0 0,0 0 0 0 0,0 1 0 0 0,5 12 0 0 0,12 8 0 0 0,-10-16 0 0 0,0 0 0 0 0,0-1 0 0 0,1 0 0 0 0,-1 0 0 0 0,1-1 0 0 0,0 0 0 0 0,0 0 0 0 0,0-1 0 0 0,0 0 0 0 0,0-1 0 0 0,1 1 0 0 0,-1-1 0 0 0,0-1 0 0 0,1 0 0 0 0,10-1 0 0 0,3-1 0 0 0,-1-1 0 0 0,1-1 0 0 0,-1-1 0 0 0,37-13 0 0 0,-40 11 0 0 0,1-2 0 0 0,-1 0 0 0 0,0-1 0 0 0,-1 0 0 0 0,0-1 0 0 0,-1-1 0 0 0,0-1 0 0 0,-1-1 0 0 0,0 0 0 0 0,21-27 0 0 0,-27 30 0 0 0,-1-1 0 0 0,0-1 0 0 0,-1 1 0 0 0,0-1 0 0 0,-1-1 0 0 0,-1 1 0 0 0,0-1 0 0 0,0 0 0 0 0,-2 0 0 0 0,0 0 0 0 0,0 0 0 0 0,-1-1 0 0 0,-1 1 0 0 0,0-1 0 0 0,-3-23 0 0 0,0 22 42 0 0,-1 0 1 0 0,0 0-1 0 0,-1 1 0 0 0,-11-30 0 0 0,13 40-21 0 0,-1 0-1 0 0,1 0 1 0 0,-1 0-1 0 0,0 0 1 0 0,0 0-1 0 0,0 1 1 0 0,-1 0-1 0 0,1-1 1 0 0,-1 1-1 0 0,0 0 1 0 0,-1 1-1 0 0,1-1 1 0 0,-1 1-1 0 0,1 0 1 0 0,-1 0-1 0 0,0 0 1 0 0,-8-3-1 0 0,12 6-19 0 0,-1-1-1 0 0,0 1 1 0 0,0-1 0 0 0,0 1-1 0 0,0 0 1 0 0,0 0 0 0 0,0-1-1 0 0,0 2 1 0 0,0-1-1 0 0,0 0 1 0 0,0 0 0 0 0,0 1-1 0 0,0-1 1 0 0,0 1 0 0 0,0-1-1 0 0,0 1 1 0 0,0 0 0 0 0,-3 2-1 0 0,2-1 0 0 0,1 0 1 0 0,-1 0-1 0 0,1 0 0 0 0,0 1 1 0 0,-1-1-1 0 0,1 1 0 0 0,0-1 0 0 0,1 1 1 0 0,-1 0-1 0 0,-2 5 0 0 0,0 2 0 0 0,1-1-1 0 0,0 1 1 0 0,0 0-1 0 0,1 0 1 0 0,1 0 0 0 0,-1 17-1 0 0,2 14 1 0 0,2 0 0 0 0,14 72 0 0 0,28 80 0 0 0,-40-177 0 0 0,77 245-31 0 0,9 42-35 0 0,-86-286-36 0 0,-1-8-426 0 0,-1 0-1 0 0,0 0 1 0 0,-1 0 0 0 0,0 0-1 0 0,0 0 1 0 0,-1 14 0 0 0,-3-13-6583 0 0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4:22.24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1 153 11975 0 0,'0'0'73'0'0,"0"-1"1"0"0,0 0-1 0 0,0 0 0 0 0,0 0 0 0 0,0 1 0 0 0,0-1 1 0 0,0 0-1 0 0,0 0 0 0 0,0 0 0 0 0,0 1 0 0 0,0-1 0 0 0,1 0 1 0 0,-1 0-1 0 0,0 1 0 0 0,0-1 0 0 0,1 0 0 0 0,-1 0 0 0 0,1 1 1 0 0,-1-1-1 0 0,1 1 0 0 0,-1-1 0 0 0,1 0 0 0 0,-1 1 1 0 0,1-1-1 0 0,0 1 0 0 0,-1-1 0 0 0,1 1 0 0 0,-1-1 0 0 0,1 1 1 0 0,1-1-1 0 0,3-1 525 0 0,0 0 1 0 0,1 0-1 0 0,8-2 1 0 0,0 0 92 0 0,101-42 3569 0 0,-22 9-4182 0 0,-31 14-5580 0 0,-25 11-1432 0 0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4:23.87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14 667 8751 0 0,'-10'0'811'0'0,"6"0"-202"0"0,12-2 398 0 0,13-4 39 0 0,-1 0 1 0 0,0-2-1 0 0,0-1 1 0 0,34-19-1 0 0,-45 22-875 0 0,-1 0 0 0 0,0 0 0 0 0,0-1-1 0 0,-1 0 1 0 0,0-1 0 0 0,0 1 0 0 0,0-1-1 0 0,-1-1 1 0 0,0 1 0 0 0,-1-1-1 0 0,0 0 1 0 0,5-13 0 0 0,-6 11-77 0 0,0-1 0 0 0,-1 1-1 0 0,0-1 1 0 0,-1 0 0 0 0,-1 0 0 0 0,0 0 0 0 0,0 0 0 0 0,-2 0 0 0 0,1 0-1 0 0,-1 0 1 0 0,-1 0 0 0 0,0 0 0 0 0,-1 0 0 0 0,0 0 0 0 0,-1 1-1 0 0,0-1 1 0 0,-6-11 0 0 0,8 20-76 0 0,1 1-1 0 0,-1-1 0 0 0,0 0 1 0 0,0 0-1 0 0,0 1 0 0 0,0-1 1 0 0,0 1-1 0 0,0 0 0 0 0,-1 0 1 0 0,1 0-1 0 0,-1 0 1 0 0,1 0-1 0 0,-1 0 0 0 0,0 1 1 0 0,0-1-1 0 0,0 1 0 0 0,0 0 1 0 0,0 0-1 0 0,0 0 0 0 0,0 0 1 0 0,0 0-1 0 0,0 1 0 0 0,-1-1 1 0 0,1 1-1 0 0,0 0 1 0 0,0 0-1 0 0,0 0 0 0 0,-1 0 1 0 0,1 1-1 0 0,0-1 0 0 0,0 1 1 0 0,0 0-1 0 0,0 0 0 0 0,0 0 1 0 0,0 0-1 0 0,0 1 1 0 0,0-1-1 0 0,0 1 0 0 0,0 0 1 0 0,1 0-1 0 0,-1 0 0 0 0,1 0 1 0 0,-1 0-1 0 0,1 0 0 0 0,0 1 1 0 0,-3 3-1 0 0,-1 3-17 0 0,1-1 0 0 0,1 1 0 0 0,-1 0 0 0 0,1 0 0 0 0,1 0 0 0 0,0 1 0 0 0,0-1 0 0 0,1 1 0 0 0,-2 13 0 0 0,2-3 0 0 0,0 0 0 0 0,2 1 0 0 0,3 32 0 0 0,-1-34 0 0 0,2 1 0 0 0,0-1 0 0 0,1 0 0 0 0,1 0 0 0 0,0-1 0 0 0,2 1 0 0 0,0-1 0 0 0,1-1 0 0 0,15 22 0 0 0,-18-31 0 0 0,0 0 0 0 0,0-1 0 0 0,1 0 0 0 0,-1 0 0 0 0,2-1 0 0 0,-1 0 0 0 0,1 0 0 0 0,0-1 0 0 0,11 6 0 0 0,-13-8 0 0 0,1 0 0 0 0,0-1 0 0 0,0 0 0 0 0,0 0 0 0 0,0 0 0 0 0,0-1 0 0 0,0 0 0 0 0,1-1 0 0 0,-1 0 0 0 0,0 0 0 0 0,0 0 0 0 0,1-1 0 0 0,10-2 0 0 0,-12 1 4 0 0,1 1 0 0 0,-1-2 0 0 0,1 1 0 0 0,-1-1-1 0 0,0 0 1 0 0,0 0 0 0 0,0 0 0 0 0,0-1 0 0 0,-1 0 0 0 0,0 0 0 0 0,8-7-1 0 0,-6 3 12 0 0,-1 0 1 0 0,1 0-1 0 0,-1-1 0 0 0,-1 1 0 0 0,1-2 0 0 0,6-15 0 0 0,-1-7 34 0 0,-1 0-1 0 0,-2 0 1 0 0,7-52-1 0 0,-15 80-46 0 0,3-13 67 0 0,-3 7 4 0 0,2 0 0 0 0,-1 1 0 0 0,2-1 0 0 0,-1 0 0 0 0,1 1-1 0 0,0 0 1 0 0,10-18 0 0 0,-13 27-66 0 0,0-1-1 0 0,0 1 0 0 0,0-1 1 0 0,1 1-1 0 0,-1 0 1 0 0,0-1-1 0 0,0 1 0 0 0,0-1 1 0 0,1 1-1 0 0,-1 0 1 0 0,0 0-1 0 0,1-1 0 0 0,-1 1 1 0 0,0 0-1 0 0,1-1 1 0 0,-1 1-1 0 0,0 0 0 0 0,1 0 1 0 0,-1 0-1 0 0,1-1 1 0 0,-1 1-1 0 0,0 0 0 0 0,1 0 1 0 0,-1 0-1 0 0,1 0 1 0 0,-1 0-1 0 0,1 0 0 0 0,-1 0 1 0 0,0 0-1 0 0,1 0 1 0 0,-1 0-1 0 0,1 0 0 0 0,-1 0 1 0 0,1 0-1 0 0,-1 0 0 0 0,0 0 1 0 0,1 0-1 0 0,-1 0 1 0 0,1 1-1 0 0,-1-1 0 0 0,0 0 1 0 0,1 0-1 0 0,-1 1 1 0 0,0-1-1 0 0,1 0 0 0 0,-1 0 1 0 0,0 1-1 0 0,1-1 1 0 0,-1 0-1 0 0,0 1 0 0 0,1-1 1 0 0,-1 0-1 0 0,0 1 1 0 0,0-1-1 0 0,0 1 0 0 0,1-1 1 0 0,-1 0-1 0 0,0 1 1 0 0,0-1-1 0 0,0 1 0 0 0,9 28 50 0 0,-8-28-49 0 0,14 77 3 0 0,-8-36-8 0 0,19 63 0 0 0,-22-93-3 0 0,0-1 1 0 0,1 1 0 0 0,1-1 0 0 0,0 0-1 0 0,0 0 1 0 0,1-1 0 0 0,0 0 0 0 0,1 0-1 0 0,16 16 1 0 0,-20-22 0 0 0,1-1 0 0 0,-1 1 0 0 0,1-1 0 0 0,0 0 0 0 0,0 0 0 0 0,0 0 0 0 0,1-1 0 0 0,-1 1 0 0 0,7 1 0 0 0,-9-4 0 0 0,-1 1 0 0 0,1-1 0 0 0,-1 0 0 0 0,1 1 0 0 0,-1-1 0 0 0,1 0 0 0 0,-1-1 0 0 0,1 1 0 0 0,-1 0 0 0 0,1-1 0 0 0,-1 0 0 0 0,1 1 0 0 0,-1-1 0 0 0,0 0 0 0 0,1 0 0 0 0,-1 0 0 0 0,0 0 0 0 0,0-1 0 0 0,0 1 0 0 0,0-1 0 0 0,0 1 0 0 0,0-1 0 0 0,2-2 0 0 0,0-2 0 0 0,0 1 0 0 0,0 0 0 0 0,-1-1 0 0 0,0 0 0 0 0,0 0 0 0 0,-1 0 0 0 0,1 0 0 0 0,-1 0 0 0 0,-1 0 0 0 0,1-1 0 0 0,-1 1 0 0 0,0-1 0 0 0,0 1 0 0 0,-1-10 0 0 0,-1-12 0 0 0,-1 1 0 0 0,-5-30 0 0 0,4 39 0 0 0,-2-12 5 0 0,-6-52 30 0 0,10 70-30 0 0,1 0 0 0 0,0-1 0 0 0,1 1-1 0 0,3-18 1 0 0,-4 29-4 0 0,0 0 0 0 0,0 0 0 0 0,0 0 1 0 0,0 0-1 0 0,1 0 0 0 0,-1 1 0 0 0,0-1 0 0 0,0 0 0 0 0,1 0 0 0 0,-1 0 0 0 0,1 0 0 0 0,-1 1 1 0 0,1-1-1 0 0,-1 0 0 0 0,1 0 0 0 0,-1 1 0 0 0,1-1 0 0 0,0 0 0 0 0,-1 1 0 0 0,1-1 0 0 0,0 1 0 0 0,-1-1 1 0 0,1 1-1 0 0,0-1 0 0 0,0 1 0 0 0,0-1 0 0 0,-1 1 0 0 0,3-1 0 0 0,-1 2 1 0 0,-1-1 0 0 0,1 0 1 0 0,0 0-1 0 0,-1 1 0 0 0,1 0 0 0 0,0-1 0 0 0,-1 1 0 0 0,1 0 0 0 0,-1-1 0 0 0,1 1 1 0 0,-1 0-1 0 0,1 0 0 0 0,-1 0 0 0 0,2 2 0 0 0,17 14-2 0 0,0-2 0 0 0,2-1 0 0 0,-1 0 0 0 0,2-2 0 0 0,43 19 0 0 0,-54-27 0 0 0,1 0 0 0 0,-1-1 0 0 0,1 0 0 0 0,0-1 0 0 0,23 0 0 0 0,-28-2 0 0 0,1 0 0 0 0,0-1 0 0 0,0 0 0 0 0,-1-1 0 0 0,1 0 0 0 0,-1 0 0 0 0,1-1 0 0 0,-1 0 0 0 0,11-6 0 0 0,-15 6 0 0 0,1 0 0 0 0,-1 0 0 0 0,0 0 0 0 0,1-1 0 0 0,4-5 0 0 0,-8 8 0 0 0,0 0 0 0 0,0-1 0 0 0,0 1 0 0 0,0-1 0 0 0,0 1 0 0 0,0 0 0 0 0,-1-1 0 0 0,1 1 0 0 0,0-1 0 0 0,0-1 0 0 0,-1 2 0 0 0,0 0 0 0 0,0 0 0 0 0,0 1 0 0 0,0-1 0 0 0,0 0 0 0 0,0 1 0 0 0,0-1 0 0 0,-1 0 0 0 0,1 0 0 0 0,0 1 0 0 0,0-1 0 0 0,-1 0 0 0 0,1 1 0 0 0,0-1 0 0 0,0 1 0 0 0,-1-1 0 0 0,1 0 0 0 0,-1 1 0 0 0,1-1 0 0 0,-1 1 0 0 0,1-1 0 0 0,-1 1 0 0 0,0-2 0 0 0,0 2 0 0 0,-1-1 0 0 0,1 1 0 0 0,0-1 0 0 0,0 1 0 0 0,0-1 0 0 0,-1 1 0 0 0,1 0 0 0 0,0 0 0 0 0,0-1 0 0 0,-1 1 0 0 0,1 0 0 0 0,0 0 0 0 0,0 0 0 0 0,-1 1 0 0 0,1-1 0 0 0,0 0 0 0 0,0 0 0 0 0,-1 1 0 0 0,1-1 0 0 0,0 0 0 0 0,0 1 0 0 0,0-1 0 0 0,-1 1 0 0 0,1 0 0 0 0,-1 0 0 0 0,-4 3 0 0 0,1 0 0 0 0,0 0 0 0 0,-8 6 0 0 0,3 1 0 0 0,-1 0 0 0 0,2 0 0 0 0,-1 1 0 0 0,1 1 0 0 0,1-1 0 0 0,1 1 0 0 0,-1 1 0 0 0,2-1 0 0 0,0 1 0 0 0,1 1 0 0 0,0-1 0 0 0,1 1 0 0 0,-4 26 0 0 0,8-36 0 0 0,0 0 0 0 0,0 0 0 0 0,0 0 0 0 0,0 0 0 0 0,1 1 0 0 0,0-1 0 0 0,0 0 0 0 0,0 0 0 0 0,1-1 0 0 0,3 8 0 0 0,-5-11 0 0 0,1 1 0 0 0,0 0 0 0 0,1 0 0 0 0,-1 0 0 0 0,0-1 0 0 0,0 1 0 0 0,1-1 0 0 0,-1 1 0 0 0,1-1 0 0 0,-1 1 0 0 0,1-1 0 0 0,0 0 0 0 0,-1 0 0 0 0,1 0 0 0 0,0 0 0 0 0,0 0 0 0 0,0 0 0 0 0,0-1 0 0 0,0 1 0 0 0,0 0 0 0 0,0-1 0 0 0,0 0 0 0 0,0 1 0 0 0,0-1 0 0 0,0 0 0 0 0,0 0 0 0 0,4-1 0 0 0,-1 1 0 0 0,1-1 0 0 0,-1 0 0 0 0,0-1 0 0 0,0 0 0 0 0,0 1 0 0 0,0-1 0 0 0,0-1 0 0 0,-1 1 0 0 0,1-1 0 0 0,-1 0 0 0 0,8-6 0 0 0,-6 4 0 0 0,-1-1 0 0 0,0 0 0 0 0,0 0 0 0 0,0 0 0 0 0,0-1 0 0 0,-1 1 0 0 0,5-11 0 0 0,-4 6 0 0 0,-1 1 0 0 0,0-1 0 0 0,-1 0 0 0 0,0-1 0 0 0,-1 1 0 0 0,0 0 0 0 0,0-1 0 0 0,-2 1 0 0 0,1-1 0 0 0,-3-21 0 0 0,0 26 0 0 0,-1 13 0 0 0,0 12 0 0 0,2-5 0 0 0,2 0 0 0 0,-1 0 0 0 0,1 0 0 0 0,1 0 0 0 0,0 0 0 0 0,1-1 0 0 0,1 1 0 0 0,0-1 0 0 0,0 1 0 0 0,7 11 0 0 0,-8-19 0 0 0,0 0 0 0 0,0 0 0 0 0,0-1 0 0 0,0 0 0 0 0,1 1 0 0 0,0-1 0 0 0,0 0 0 0 0,0 0 0 0 0,0-1 0 0 0,0 0 0 0 0,7 5 0 0 0,-7-7 0 0 0,0 1 0 0 0,0 0 0 0 0,0-1 0 0 0,0 0 0 0 0,0 0 0 0 0,1 0 0 0 0,-1 0 0 0 0,0-1 0 0 0,1 0 0 0 0,-1 0 0 0 0,0 0 0 0 0,1 0 0 0 0,-1-1 0 0 0,0 1 0 0 0,0-1 0 0 0,6-2 0 0 0,-1 0 0 0 0,0-1 0 0 0,0 0 0 0 0,0-1 0 0 0,-1 0 0 0 0,1 0 0 0 0,-1-1 0 0 0,-1 0 0 0 0,1 0 0 0 0,-1-1 0 0 0,0 0 0 0 0,0 0 0 0 0,-1-1 0 0 0,0 1 0 0 0,0-2 0 0 0,6-11 0 0 0,-1-2 0 0 0,-1 1 0 0 0,0-1 0 0 0,-2-1 0 0 0,0 0 0 0 0,4-28 0 0 0,-5 11 30 0 0,-2 1 1 0 0,-1-1-1 0 0,-2 0 0 0 0,-2 0 1 0 0,-2 0-1 0 0,-2 1 0 0 0,-8-41 1 0 0,11 77-29 0 0,0-2 23 0 0,0 0-1 0 0,0 0 1 0 0,-1-1-1 0 0,-3-6 1 0 0,5 11-22 0 0,0 1 1 0 0,-1-1 0 0 0,1 0 0 0 0,0 1-1 0 0,-1-1 1 0 0,1 1 0 0 0,0-1-1 0 0,-1 1 1 0 0,1-1 0 0 0,-1 1-1 0 0,1-1 1 0 0,-1 1 0 0 0,1 0-1 0 0,-1-1 1 0 0,1 1 0 0 0,-1 0-1 0 0,1-1 1 0 0,-1 1 0 0 0,1 0 0 0 0,-1 0-1 0 0,1-1 1 0 0,-1 1 0 0 0,0 0-1 0 0,1 0 1 0 0,-1 0 0 0 0,0 0-1 0 0,1 0 1 0 0,-1 0 0 0 0,1 0-1 0 0,-1 0 1 0 0,0 0 0 0 0,1 0-1 0 0,-1 0 1 0 0,0 0 0 0 0,1 1 0 0 0,-1-1-1 0 0,1 0 1 0 0,-1 0 0 0 0,1 0-1 0 0,-1 1 1 0 0,0-1 0 0 0,1 0-1 0 0,-1 1 1 0 0,1-1 0 0 0,0 1-1 0 0,-1-1 1 0 0,1 1 0 0 0,-1-1-1 0 0,0 1 1 0 0,-3 4 4 0 0,-1 0 0 0 0,1 1 0 0 0,0-1 0 0 0,0 1 1 0 0,1 0-1 0 0,-1 0 0 0 0,1 0 0 0 0,1 1 0 0 0,-3 7 0 0 0,-15 62 55 0 0,19-72-63 0 0,-5 30 0 0 0,2 0 0 0 0,1 0 0 0 0,2 1 0 0 0,1-1 0 0 0,1 0 0 0 0,2 0 0 0 0,2 0 0 0 0,1 0 0 0 0,2 0 0 0 0,0-1 0 0 0,24 55 0 0 0,-27-77 0 0 0,0 0 0 0 0,1 0 0 0 0,0-1 0 0 0,1 0 0 0 0,0 0 0 0 0,13 14 0 0 0,-17-22 0 0 0,0 1 0 0 0,0-1 0 0 0,0 0 0 0 0,0 1 0 0 0,0-1 0 0 0,0-1 0 0 0,1 1 0 0 0,-1 0 0 0 0,1-1 0 0 0,6 2 0 0 0,-7-2 0 0 0,0-1 0 0 0,0 0 0 0 0,-1 0 0 0 0,1 0 0 0 0,0 0 0 0 0,0 0 0 0 0,-1-1 0 0 0,1 1 0 0 0,0-1 0 0 0,0 0 0 0 0,-1 0 0 0 0,1 0 0 0 0,-1 0 0 0 0,1 0 0 0 0,-1 0 0 0 0,4-3 0 0 0,2-2 0 0 0,0-1 0 0 0,0 0 0 0 0,-1 0 0 0 0,0-1 0 0 0,0 0 0 0 0,-1 0 0 0 0,0-1 0 0 0,-1 1 0 0 0,1-1 0 0 0,-2 0 0 0 0,6-14 0 0 0,3-13 0 0 0,14-63 0 0 0,-25 92 0 0 0,0-2 0 0 0,-1-1 0 0 0,1 1 0 0 0,-1-16 0 0 0,-2 73 4 0 0,0-14 7 0 0,3 36-1 0 0,-1-60-6 0 0,0 1-1 0 0,1 0 1 0 0,1-1-1 0 0,-1 1 1 0 0,2-1-1 0 0,-1 0 1 0 0,9 16-1 0 0,-11-23-2 0 0,1-1-1 0 0,-1 0 1 0 0,1 0-1 0 0,-1 1 1 0 0,1-1-1 0 0,0 0 1 0 0,0 0-1 0 0,0 0 1 0 0,0 0-1 0 0,0-1 1 0 0,0 1-1 0 0,0-1 1 0 0,1 1-1 0 0,-1-1 1 0 0,1 0-1 0 0,-1 0 1 0 0,1 0-1 0 0,-1 0 1 0 0,1 0-1 0 0,0 0 1 0 0,-1-1-1 0 0,1 0 1 0 0,4 1-1 0 0,-4-1 0 0 0,0-1 0 0 0,0 1 0 0 0,0-1 0 0 0,0 0 0 0 0,0 0 0 0 0,0 0 0 0 0,0 0 0 0 0,-1 0 0 0 0,1-1 0 0 0,0 1 0 0 0,0-1 0 0 0,-1 0-1 0 0,0 0 1 0 0,1 0 0 0 0,-1 0 0 0 0,0 0 0 0 0,0 0 0 0 0,0-1 0 0 0,0 1 0 0 0,2-5 0 0 0,4-5 0 0 0,-1-1 0 0 0,-1 1 0 0 0,0-2 0 0 0,6-20 0 0 0,9-59 0 0 0,-19 82 0 0 0,-2 11 0 0 0,0 0 0 0 0,0 0 0 0 0,0 0 0 0 0,0 0 0 0 0,0 1 0 0 0,0-1 0 0 0,0 0 0 0 0,0 0 0 0 0,0 0 0 0 0,0 0 0 0 0,0 0 0 0 0,0 0 0 0 0,0 0 0 0 0,0 0 0 0 0,0 0 0 0 0,0 0 0 0 0,0 0 0 0 0,0 0 0 0 0,0 0 0 0 0,0 0 0 0 0,1 0 0 0 0,-1 0 0 0 0,0 0 0 0 0,0 0 0 0 0,0 0 0 0 0,0 0 0 0 0,0 0 0 0 0,0 0 0 0 0,0 0 0 0 0,0 0 0 0 0,0 0 0 0 0,0 0 0 0 0,0 0 0 0 0,0 0 0 0 0,0 0 0 0 0,0 0 0 0 0,0 0 0 0 0,0 0 0 0 0,0 0 0 0 0,0 0 0 0 0,0 0 0 0 0,0 0 0 0 0,0 0 0 0 0,0 0 0 0 0,0 20 0 0 0,0-9 0 0 0,0 13-23 0 0,-1-9-6 0 0,1-1-1 0 0,0 1 1 0 0,1 0-1 0 0,1 0 1 0 0,0-1-1 0 0,1 1 1 0 0,6 15-1 0 0,-1-12-239 0 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4:24.64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175 708 11975 0 0,'-2'-3'440'0'0,"-6"-8"985"0"0,0 0 0 0 0,-1 1 0 0 0,-14-13 0 0 0,21 21-1272 0 0,0 1 0 0 0,0-1 1 0 0,0 0-1 0 0,-1 1 0 0 0,1-1 1 0 0,0 1-1 0 0,-1 0 0 0 0,1 0 0 0 0,-1 0 1 0 0,1 0-1 0 0,-1 0 0 0 0,1 0 1 0 0,-1 1-1 0 0,0-1 0 0 0,1 1 1 0 0,-1 0-1 0 0,0 0 0 0 0,1 0 0 0 0,-1 0 1 0 0,0 0-1 0 0,1 1 0 0 0,-1-1 1 0 0,1 1-1 0 0,-4 0 0 0 0,3 1-91 0 0,0 0 0 0 0,1 0-1 0 0,-1 0 1 0 0,0 0 0 0 0,1 0 0 0 0,-1 1 0 0 0,1-1-1 0 0,0 1 1 0 0,0 0 0 0 0,0-1 0 0 0,0 1-1 0 0,0 0 1 0 0,0 0 0 0 0,-1 6 0 0 0,-2 3 29 0 0,1 0 0 0 0,-4 19 0 0 0,6-19-75 0 0,0-1-1 0 0,1 0 1 0 0,0 1 0 0 0,1-1-1 0 0,0 1 1 0 0,1-1 0 0 0,0 1-1 0 0,4 12 1 0 0,-4-20-9 0 0,0 0-1 0 0,1 0 0 0 0,-1 0 1 0 0,1 0-1 0 0,0-1 1 0 0,0 1-1 0 0,0-1 1 0 0,0 1-1 0 0,1-1 1 0 0,-1 0-1 0 0,5 4 0 0 0,-4-5-4 0 0,-1 0 0 0 0,1 0 0 0 0,-1-1 0 0 0,1 1 0 0 0,0-1 0 0 0,0 0 0 0 0,0 0-1 0 0,-1 0 1 0 0,1 0 0 0 0,0 0 0 0 0,0-1 0 0 0,0 1 0 0 0,0-1 0 0 0,0 0 0 0 0,1 0-1 0 0,-1 0 1 0 0,3-1 0 0 0,0 1-4 0 0,0-1 1 0 0,0 0-1 0 0,0-1 0 0 0,0 0 0 0 0,0 0 0 0 0,-1 0 1 0 0,1 0-1 0 0,-1-1 0 0 0,1 0 0 0 0,-1 0 1 0 0,0-1-1 0 0,0 1 0 0 0,-1-1 0 0 0,1 0 0 0 0,-1 0 1 0 0,0-1-1 0 0,5-5 0 0 0,-2 0-1 0 0,-1 0-1 0 0,0 0 0 0 0,-1 0 1 0 0,0-1-1 0 0,-1 0 1 0 0,0 0-1 0 0,0 0 1 0 0,1-12-1 0 0,1 0 4 0 0,-4 14 0 0 0,1 0 0 0 0,-1 0 0 0 0,-1-1 0 0 0,0 1 0 0 0,0-1 0 0 0,-1 1 0 0 0,-1-18 0 0 0,-4 37 0 0 0,5 2 0 0 0,-1 0 0 0 0,1 0 0 0 0,1 0 0 0 0,0 0 0 0 0,1-1 0 0 0,0 1 0 0 0,1 0 0 0 0,8 20 0 0 0,-10-28 0 0 0,1 0 0 0 0,0 0 0 0 0,0 0 0 0 0,1-1 0 0 0,-1 1 0 0 0,1-1 0 0 0,0 0 0 0 0,0 0 0 0 0,0 0 0 0 0,0 0 0 0 0,0 0 0 0 0,5 2 0 0 0,-5-3 0 0 0,0-1 0 0 0,0 1 0 0 0,1-1 0 0 0,-1 0 0 0 0,0 0 0 0 0,1 0 0 0 0,-1-1 0 0 0,1 1 0 0 0,-1-1 0 0 0,1 0 0 0 0,-1 0 0 0 0,1 0 0 0 0,-1 0 0 0 0,1-1 0 0 0,-1 1 0 0 0,7-3 0 0 0,-4 1-13 0 0,0 0 1 0 0,0-1-1 0 0,0 0 0 0 0,0 0 1 0 0,-1 0-1 0 0,1-1 0 0 0,-1 0 1 0 0,0 0-1 0 0,0-1 0 0 0,0 1 0 0 0,-1-1 1 0 0,0 0-1 0 0,1 0 0 0 0,-2 0 1 0 0,1-1-1 0 0,3-6 0 0 0,1-3-27 0 0,-1 0 0 0 0,-1 0 0 0 0,0-1 0 0 0,-1 0 0 0 0,4-21 0 0 0,-3-9 12 0 0,-2 0-1 0 0,-3-91 1 0 0,-2 68 76 0 0,-1-24 59 0 0,0 38 199 0 0,5-61 1 0 0,-2 103-157 0 0,1 0 1 0 0,1 0 0 0 0,4-14-1 0 0,-7 27-147 0 0,0 0-1 0 0,0 0 0 0 0,0-1 0 0 0,0 1 1 0 0,0 0-1 0 0,0 0 0 0 0,0-1 1 0 0,0 1-1 0 0,0 0 0 0 0,0 0 0 0 0,0 0 1 0 0,0-1-1 0 0,1 1 0 0 0,-1 0 0 0 0,0 0 1 0 0,0 0-1 0 0,0 0 0 0 0,0-1 0 0 0,0 1 1 0 0,0 0-1 0 0,1 0 0 0 0,-1 0 0 0 0,0 0 1 0 0,0 0-1 0 0,0-1 0 0 0,0 1 0 0 0,1 0 1 0 0,-1 0-1 0 0,0 0 0 0 0,0 0 0 0 0,0 0 1 0 0,1 0-1 0 0,2 6 17 0 0,-1 13-22 0 0,-27 209 3 0 0,-1 30 0 0 0,24-198 0 0 0,8 73 0 0 0,-3-109 0 0 0,1 0 0 0 0,0-1 0 0 0,2 0 0 0 0,1 0 0 0 0,0 0 0 0 0,12 22 0 0 0,-10-30 0 0 0,-9-15 0 0 0,0 1 0 0 0,0-1 0 0 0,1 1 0 0 0,-1-1 0 0 0,0 0 0 0 0,1 1 0 0 0,-1-1 0 0 0,1 1 0 0 0,-1-1 0 0 0,0 0 0 0 0,1 1 0 0 0,-1-1 0 0 0,1 0 0 0 0,-1 0 0 0 0,1 1 0 0 0,-1-1 0 0 0,1 0 0 0 0,-1 0 0 0 0,1 0 0 0 0,-1 0 0 0 0,1 1 0 0 0,-1-1 0 0 0,1 0 0 0 0,0 0 0 0 0,0-2 0 0 0,0 0 0 0 0,-1 0 0 0 0,0 0 0 0 0,1 1 0 0 0,-1-1 0 0 0,0 0 0 0 0,0 0 0 0 0,0 0 0 0 0,0 0 0 0 0,0 0 0 0 0,-1-2 0 0 0,1 1 0 0 0,-3-27 0 0 0,-8-31 0 0 0,6 34 0 0 0,-4-48 0 0 0,8 63 0 0 0,1-1 0 0 0,0 1 0 0 0,1 0 0 0 0,1-1 0 0 0,4-19 0 0 0,-5 29 0 0 0,1-1 0 0 0,-1 0 0 0 0,1 1 0 0 0,-1-1 0 0 0,1 1 0 0 0,0 0 0 0 0,0 0 0 0 0,1-1 0 0 0,-1 1 0 0 0,1 1 0 0 0,-1-1 0 0 0,1 0 0 0 0,0 1 0 0 0,0-1 0 0 0,0 1 0 0 0,0 0 0 0 0,1 0 0 0 0,-1 0 0 0 0,0 0 0 0 0,1 1 0 0 0,0-1 0 0 0,5 0 0 0 0,-5 1 0 0 0,0 0 0 0 0,0 0 0 0 0,0 0 0 0 0,0 1 0 0 0,0 0 0 0 0,0 0 0 0 0,0 0 0 0 0,0 0 0 0 0,0 1 0 0 0,0 0 0 0 0,1 0 0 0 0,-2 0 0 0 0,1 0 0 0 0,7 3 0 0 0,-6-1 0 0 0,-1-1 0 0 0,1 1 0 0 0,-1 1 0 0 0,0-1 0 0 0,0 1 0 0 0,0-1 0 0 0,0 1 0 0 0,-1 0 0 0 0,1 0 0 0 0,2 6 0 0 0,0 0 0 0 0,-1 0 0 0 0,0 0 0 0 0,-1 0 0 0 0,0 0 0 0 0,-1 1 0 0 0,0-1 0 0 0,0 1 0 0 0,-1 0 0 0 0,-1 0 0 0 0,1 16 0 0 0,-3-5 0 0 0,-1 0 0 0 0,-8 30 0 0 0,-2 25 0 0 0,12-76 2 0 0,0 0 0 0 0,0 0 0 0 0,0 0 0 0 0,0 0 0 0 0,0 0 0 0 0,0 0 0 0 0,1 0 0 0 0,-1 0 0 0 0,0 1-1 0 0,0-1 1 0 0,1 0 0 0 0,-1 0 0 0 0,1 0 0 0 0,-1 0 0 0 0,1 0 0 0 0,0 1 0 0 0,0-1-84 0 0,0-1 0 0 0,-1 0 0 0 0,1 1 0 0 0,-1-1-1 0 0,1 1 1 0 0,0-1 0 0 0,0 0 0 0 0,-1 0 0 0 0,1 1 0 0 0,0-1 0 0 0,-1 0 0 0 0,1 0 0 0 0,0 0-1 0 0,0 0 1 0 0,0 0 0 0 0,-1 0 0 0 0,1 0 0 0 0,0 0 0 0 0,0 0 0 0 0,-1 0 0 0 0,1 0-1 0 0,0 0 1 0 0,0-1 0 0 0,0 1 0 0 0,11-5-7890 0 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4:24.77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21 19 11055 0 0,'-5'-5'984'0'0,"1"2"-792"0"0,3 1-192 0 0,-1-1 552 0 0,4 3 72 0 0,-4 0 16 0 0,-1-2 0 0 0,1 0 24 0 0,0 1 8 0 0,1 2 776 0 0,21 30-1448 0 0,-12-19-7008 0 0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4:25.49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13 164 2759 0 0,'-2'6'776'0'0,"-1"-1"-1"0"0,2 1 0 0 0,-1 0 0 0 0,1 0 1 0 0,0 0-1 0 0,0 0 0 0 0,0 11 0 0 0,1-5 537 0 0,1-1 0 0 0,0 1 0 0 0,2 12 0 0 0,-1-19-1001 0 0,-1-1 1 0 0,1 1 0 0 0,0 0 0 0 0,1-1 0 0 0,-1 0 0 0 0,1 1 0 0 0,-1-1-1 0 0,1 0 1 0 0,1 0 0 0 0,-1 0 0 0 0,0-1 0 0 0,1 1 0 0 0,0-1 0 0 0,0 0 0 0 0,0 0-1 0 0,0 0 1 0 0,0-1 0 0 0,1 1 0 0 0,-1-1 0 0 0,9 3 0 0 0,-5-2-133 0 0,1 0 1 0 0,0 0 0 0 0,0-1 0 0 0,0 0 0 0 0,0-1-1 0 0,0 0 1 0 0,0-1 0 0 0,1 0 0 0 0,-1 0-1 0 0,13-2 1 0 0,-20 2-162 0 0,0-1 0 0 0,0 1-1 0 0,0-1 1 0 0,0 1 0 0 0,0-1-1 0 0,0 0 1 0 0,-1 1 0 0 0,1-1-1 0 0,0 0 1 0 0,0 0 0 0 0,-1 0-1 0 0,1-1 1 0 0,-1 1 0 0 0,1 0-1 0 0,-1-1 1 0 0,0 1 0 0 0,1 0-1 0 0,-1-1 1 0 0,2-2 0 0 0,-2 1 6 0 0,0 1-1 0 0,-1-1 1 0 0,1 1 0 0 0,0-1-1 0 0,-1 1 1 0 0,1-1 0 0 0,-1 0 0 0 0,0 1-1 0 0,0-1 1 0 0,0 1 0 0 0,0-1-1 0 0,-2-4 1 0 0,-1-5 21 0 0,0 0 1 0 0,-1 1-1 0 0,-1 0 0 0 0,0 0 0 0 0,-7-11 0 0 0,-23-37 3 0 0,17 31-42 0 0,2 0 1 0 0,-20-48-1 0 0,36 74 10 0 0,-1 0 1 0 0,0 0-1 0 0,1 0 0 0 0,-1 0 0 0 0,1 0 1 0 0,-1 0-1 0 0,1 0 0 0 0,0 0 0 0 0,0 0 1 0 0,0 0-1 0 0,0 0 0 0 0,1-4 0 0 0,-1 5-3 0 0,1 0-1 0 0,-1 1 1 0 0,1-1 0 0 0,-1 0-1 0 0,1 0 1 0 0,0 1-1 0 0,-1-1 1 0 0,1 0-1 0 0,0 1 1 0 0,-1-1-1 0 0,1 0 1 0 0,0 1-1 0 0,0-1 1 0 0,0 1-1 0 0,-1-1 1 0 0,1 1 0 0 0,0 0-1 0 0,0-1 1 0 0,0 1-1 0 0,0 0 1 0 0,0 0-1 0 0,0-1 1 0 0,0 1-1 0 0,0 0 1 0 0,-1 0-1 0 0,1 0 1 0 0,0 0-1 0 0,0 0 1 0 0,0 0 0 0 0,2 1-1 0 0,15 2-93 0 0,0 0 1 0 0,0 2-1 0 0,0 0 1 0 0,0 1-1 0 0,-1 1 0 0 0,18 9 1 0 0,-7-4-68 0 0,-1 0 133 0 0,-1 0 1 0 0,34 23-1 0 0,-51-29 26 0 0,-1 0 0 0 0,0 0-1 0 0,0 1 1 0 0,-1 0 0 0 0,0 0 0 0 0,0 0 0 0 0,-1 1-1 0 0,0 0 1 0 0,0 1 0 0 0,6 13 0 0 0,-10-18 14 0 0,0 0 1 0 0,-1 1 0 0 0,0-1-1 0 0,0 1 1 0 0,0 0 0 0 0,0-1-1 0 0,-1 1 1 0 0,0-1-1 0 0,0 1 1 0 0,0 0 0 0 0,0-1-1 0 0,-1 1 1 0 0,0 0-1 0 0,0-1 1 0 0,0 1 0 0 0,0-1-1 0 0,-1 1 1 0 0,-2 4 0 0 0,0-2-27 0 0,1 0 0 0 0,-1-1 0 0 0,-1 0 0 0 0,1 1 0 0 0,-1-2 0 0 0,-1 1 1 0 0,1 0-1 0 0,-1-1 0 0 0,1 0 0 0 0,-9 5 0 0 0,25-28 1 0 0,20-23 0 0 0,27-33 32 0 0,56-93 0 0 0,-112 162-8 0 0,1 1 0 0 0,0-1 0 0 0,0 1 0 0 0,0 0 0 0 0,1 0 0 0 0,0 0 0 0 0,0 1 0 0 0,5-5 0 0 0,-9 8-23 0 0,0 0 0 0 0,1 0 0 0 0,-1-1 0 0 0,0 1-1 0 0,0 0 1 0 0,0 0 0 0 0,1 0 0 0 0,-1 0 0 0 0,0 0 0 0 0,0 0-1 0 0,1 0 1 0 0,-1 0 0 0 0,0 0 0 0 0,0 0 0 0 0,1 0 0 0 0,-1 0 0 0 0,0 0-1 0 0,0 0 1 0 0,1 0 0 0 0,-1 0 0 0 0,0 0 0 0 0,0 0 0 0 0,1 0-1 0 0,-1 0 1 0 0,0 0 0 0 0,0 0 0 0 0,0 1 0 0 0,1-1 0 0 0,-1 0 0 0 0,0 0-1 0 0,0 0 1 0 0,1 1 0 0 0,2 8 19 0 0,-2 12-4 0 0,-5 27-16 0 0,-1 40 0 0 0,5-79 0 0 0,0 1 0 0 0,2-1 0 0 0,-1 1 0 0 0,1-1 0 0 0,0 1 0 0 0,1-1 0 0 0,4 9 0 0 0,-5-14 0 0 0,0 1 0 0 0,0-1 0 0 0,1 0 0 0 0,-1-1 0 0 0,1 1 0 0 0,0 0 0 0 0,1-1 0 0 0,-1 0 0 0 0,0 0 0 0 0,1 0 0 0 0,0 0 0 0 0,6 4 0 0 0,-8-6 0 0 0,1 1 0 0 0,1-1 0 0 0,-1 0 0 0 0,0 1 0 0 0,0-2 0 0 0,0 1 0 0 0,0 0 0 0 0,1 0 0 0 0,-1-1 0 0 0,0 0 0 0 0,1 0 0 0 0,-1 0 0 0 0,0 0 0 0 0,1 0 0 0 0,-1-1 0 0 0,0 1 0 0 0,1-1 0 0 0,3-1 0 0 0,-3 0 0 0 0,1-1 0 0 0,0 1 0 0 0,-1-1 0 0 0,0 0 0 0 0,1 0 0 0 0,-1 0 0 0 0,0 0 0 0 0,-1-1 0 0 0,1 0 0 0 0,-1 0 0 0 0,1 0 0 0 0,-1 0 0 0 0,3-6 0 0 0,4-8 0 0 0,-2 0 0 0 0,9-23 0 0 0,-1 2 0 0 0,-10 24 66 0 0,1 1 0 0 0,1-1 0 0 0,1 1 0 0 0,0 1 0 0 0,19-23 0 0 0,-24 32-39 0 0,-1 0 1 0 0,1 1-1 0 0,0 0 0 0 0,0 0 0 0 0,1 0 0 0 0,-1 1 1 0 0,0-1-1 0 0,1 1 0 0 0,9-3 0 0 0,-11 4-18 0 0,1 0-1 0 0,0 1 0 0 0,0-1 0 0 0,-1 1 1 0 0,1 0-1 0 0,0 0 0 0 0,0 0 0 0 0,-1 1 1 0 0,1-1-1 0 0,0 1 0 0 0,0 0 0 0 0,-1 0 1 0 0,1 0-1 0 0,5 4 0 0 0,-1-1-8 0 0,0 0 0 0 0,-1 1 0 0 0,0 0 0 0 0,0 1 0 0 0,-1 0 0 0 0,1 0 0 0 0,-1 0 0 0 0,0 1 0 0 0,-1-1 0 0 0,7 12 0 0 0,-6-8 0 0 0,0 1 0 0 0,0-1 0 0 0,-1 1 0 0 0,0 1 0 0 0,-1-1 0 0 0,5 24 0 0 0,-8-29 5 0 0,-1 0 0 0 0,1 0 0 0 0,-1 0-1 0 0,0 0 1 0 0,-1 0 0 0 0,1 0 0 0 0,-1 0 0 0 0,0 0-1 0 0,-1 0 1 0 0,1 0 0 0 0,-1-1 0 0 0,0 1 0 0 0,-1 0 0 0 0,1-1-1 0 0,-1 0 1 0 0,0 0 0 0 0,-1 1 0 0 0,1-2 0 0 0,-1 1-1 0 0,0 0 1 0 0,0-1 0 0 0,-1 0 0 0 0,1 0 0 0 0,-1 0 0 0 0,0 0-1 0 0,0-1 1 0 0,0 0 0 0 0,0 0 0 0 0,0 0 0 0 0,-10 3-1 0 0,-2 0 19 0 0,-1 0 0 0 0,1-1 0 0 0,-23 3 0 0 0,31-7-12 0 0,1 0 0 0 0,0 0 0 0 0,0-1 0 0 0,-1 0 0 0 0,1-1 0 0 0,0 0 0 0 0,0 0 0 0 0,0 0 0 0 0,-12-5 0 0 0,19 6-64 0 0,0 0 0 0 0,1-1 0 0 0,-1 1 0 0 0,0 0 0 0 0,0-1-1 0 0,0 1 1 0 0,1-1 0 0 0,-1 1 0 0 0,0-1 0 0 0,1 1 0 0 0,-1-1 0 0 0,0 1 0 0 0,1-1 0 0 0,-1 0 0 0 0,1 1 0 0 0,-1-1 0 0 0,1 0 0 0 0,-1 1 0 0 0,1-1 0 0 0,0 0 0 0 0,-1 0 0 0 0,1 0 0 0 0,0 1 0 0 0,-1-1 0 0 0,1 0 0 0 0,0 0 0 0 0,0-1-1 0 0,4-8-8555 0 0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4:42.75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33 1 1319 0 0,'-1'0'3'0'0,"-1"0"0"0"0,1 0 0 0 0,0 0-1 0 0,0 0 1 0 0,0 0 0 0 0,0 0 0 0 0,-1 0-1 0 0,1 0 1 0 0,0 1 0 0 0,0-1-1 0 0,0 0 1 0 0,0 1 0 0 0,-1-1 0 0 0,1 1-1 0 0,0-1 1 0 0,0 1 0 0 0,0-1 0 0 0,0 1-1 0 0,0 0 1 0 0,0 0 0 0 0,1-1-1 0 0,-1 1 1 0 0,0 0 0 0 0,0 0 0 0 0,0 0-1 0 0,1 0 1 0 0,-1 0 0 0 0,0 0 0 0 0,1 0-1 0 0,-1 0 1 0 0,1 0 0 0 0,-1 0-1 0 0,1 0 1 0 0,0 1 0 0 0,0-1 0 0 0,-1 0-1 0 0,1 0 1 0 0,0 0 0 0 0,0 1 0 0 0,0-1-1 0 0,0 0 1 0 0,0 0 0 0 0,1 1-1 0 0,0 0 52 0 0,1-2-44 0 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4:42.923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0 1 1727 0 0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4:48.96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84 431 2759 0 0,'-3'0'379'0'0,"0"0"-1"0"0,1 0 0 0 0,-1 0 0 0 0,0 0 1 0 0,0-1-1 0 0,1 1 0 0 0,-1-1 0 0 0,0 0 1 0 0,1 0-1 0 0,-1 0 0 0 0,0 0 0 0 0,1 0 1 0 0,-1-1-1 0 0,1 1 0 0 0,0-1 0 0 0,-3-1 1 0 0,3 0 63 0 0,-1 0 0 0 0,2 0 0 0 0,-1 1 0 0 0,0-1 0 0 0,0 0-1 0 0,1 0 1 0 0,0 0 0 0 0,0-1 0 0 0,0 1 0 0 0,0 0 0 0 0,0 0 0 0 0,0-7 0 0 0,0 3-43 0 0,-14-124 3369 0 0,14 112-3709 0 0,1-1 1 0 0,1 0-1 0 0,0 0 1 0 0,7-30-1 0 0,-6 43-58 0 0,0 1-1 0 0,0 0 0 0 0,1 0 1 0 0,0 0-1 0 0,0 1 0 0 0,1-1 1 0 0,-1 1-1 0 0,1-1 1 0 0,7-6-1 0 0,-8 8 27 0 0,1 1 0 0 0,-1-1 0 0 0,1 1 0 0 0,0 0 0 0 0,0 0 0 0 0,0 0 0 0 0,1 1 0 0 0,-1 0 0 0 0,1-1 0 0 0,-1 2 0 0 0,1-1 0 0 0,9-2 0 0 0,-11 4-1 0 0,-1 0-1 0 0,1 0 1 0 0,-1 0 0 0 0,1 0 0 0 0,0 1-1 0 0,-1-1 1 0 0,1 1 0 0 0,-1 0-1 0 0,1 0 1 0 0,-1-1 0 0 0,1 2 0 0 0,-1-1-1 0 0,0 0 1 0 0,0 0 0 0 0,1 1 0 0 0,-1-1-1 0 0,0 1 1 0 0,0 0 0 0 0,0 0-1 0 0,-1 0 1 0 0,1 0 0 0 0,0 0 0 0 0,-1 0-1 0 0,2 2 1 0 0,4 8 20 0 0,0-1 1 0 0,-1 1-1 0 0,7 17 0 0 0,-11-23-18 0 0,18 48 218 0 0,-2 2-1 0 0,15 87 1 0 0,-35-176 35 0 0,1 0 0 0 0,4-38-1 0 0,-2 47-254 0 0,0 4-26 0 0,6-32 0 0 0,-6 46 0 0 0,0 1 0 0 0,1-1 0 0 0,-1 1 0 0 0,1 0 0 0 0,0 0 0 0 0,1 0 0 0 0,-1 0 0 0 0,1 0 0 0 0,0 0 0 0 0,6-7 0 0 0,-8 11 0 0 0,0 0 0 0 0,-1 1 0 0 0,1-1 0 0 0,0 0 0 0 0,0 1 0 0 0,0-1 0 0 0,0 0 0 0 0,0 1 0 0 0,0-1 0 0 0,0 1 0 0 0,0-1 0 0 0,0 1 0 0 0,1 0 0 0 0,-1 0 0 0 0,0-1 0 0 0,0 1 0 0 0,0 0 0 0 0,0 0 0 0 0,0 0 0 0 0,0 0 0 0 0,2 0 0 0 0,-1 1 0 0 0,0 0 0 0 0,0-1 0 0 0,0 1 0 0 0,0 0 0 0 0,0 0 0 0 0,-1 0 0 0 0,1 0 1 0 0,0 0-1 0 0,-1 0 0 0 0,1 1 0 0 0,1 1 0 0 0,3 3-2 0 0,-1 0-1 0 0,0 1 1 0 0,0 0 0 0 0,7 13-1 0 0,2 11-10 0 0,-1 0 0 0 0,-2 2-1 0 0,14 58 1 0 0,-24-85 13 0 0,0-1 0 0 0,1 0 0 0 0,0 0 0 0 0,4 8 0 0 0,-6-12 0 0 0,0 0 0 0 0,1-1 0 0 0,-1 1 0 0 0,0-1 0 0 0,1 1 0 0 0,-1-1 0 0 0,1 1 0 0 0,-1-1 0 0 0,1 1 0 0 0,-1-1 0 0 0,1 1 0 0 0,-1-1 0 0 0,1 1 0 0 0,-1-1 0 0 0,1 0 0 0 0,0 1 0 0 0,-1-1 0 0 0,1 0 0 0 0,0 0 0 0 0,-1 1 0 0 0,1-1 0 0 0,0 0 0 0 0,-1 0 0 0 0,1 0 0 0 0,0 0 0 0 0,-1 0 0 0 0,1 0 0 0 0,0 0 0 0 0,-1 0 0 0 0,1 0 0 0 0,0 0 0 0 0,-1 0 0 0 0,1-1 0 0 0,0 1 0 0 0,-1 0 0 0 0,1 0 0 0 0,0-1 0 0 0,-1 1 0 0 0,1 0 0 0 0,-1-1 0 0 0,1 1 0 0 0,0 0 0 0 0,-1-1 0 0 0,1 1 0 0 0,-1-1 0 0 0,1 0 0 0 0,4-4 0 0 0,-1 0 0 0 0,0 0 0 0 0,0-1 0 0 0,0 1 0 0 0,0-1 0 0 0,-1 0 0 0 0,0 0 0 0 0,-1 0 0 0 0,4-10 0 0 0,13-59 0 0 0,-19 73 0 0 0,25-162 555 0 0,-31 198-404 0 0,-4 66 0 0 0,10-82-112 0 0,0 0-1 0 0,1-1 1 0 0,1 1-1 0 0,1 0 1 0 0,8 26-1 0 0,-9-37-38 0 0,0 0 0 0 0,1 0 0 0 0,0-1 0 0 0,1 1 0 0 0,-1-1 0 0 0,1 0 0 0 0,1 0 0 0 0,-1 0 0 0 0,1-1 0 0 0,6 7 0 0 0,-7-9 0 0 0,0 0 0 0 0,0 0 0 0 0,0 0 0 0 0,1-1 0 0 0,-1 1 0 0 0,1-1 0 0 0,-1 0 0 0 0,1 0 0 0 0,0-1 0 0 0,0 1 0 0 0,0-1 0 0 0,-1 0 0 0 0,1-1 0 0 0,0 1 0 0 0,9-1 0 0 0,32-6-1510 0 0,1-6-3417 0 0,-13-2-2300 0 0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4:49.35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228 87 1839 0 0,'0'-5'781'0'0,"0"1"0"0"0,-1-1 0 0 0,0 0 0 0 0,0 1 0 0 0,0-1 0 0 0,0 0 0 0 0,0 1 0 0 0,-1-1 0 0 0,0 1 0 0 0,0 0 0 0 0,0 0 0 0 0,-3-5 0 0 0,3 7-492 0 0,1 1 0 0 0,-1-1 0 0 0,1 0 0 0 0,-1 0 0 0 0,0 1 0 0 0,0-1 0 0 0,0 1 0 0 0,0 0 1 0 0,0-1-1 0 0,0 1 0 0 0,0 0 0 0 0,0 0 0 0 0,0 0 0 0 0,0 0 0 0 0,-1 1 0 0 0,1-1 0 0 0,0 1 0 0 0,0-1 0 0 0,-1 1 0 0 0,1 0 0 0 0,-1 0 0 0 0,1 0 0 0 0,0 0 0 0 0,-1 0 0 0 0,1 0 0 0 0,-4 2 1 0 0,-2 0-145 0 0,-1 1 1 0 0,1 0-1 0 0,0 1 1 0 0,0 0-1 0 0,1 0 1 0 0,-1 1-1 0 0,1 0 1 0 0,-1 0-1 0 0,2 0 1 0 0,-1 1-1 0 0,1 0 1 0 0,0 1-1 0 0,0-1 1 0 0,0 1-1 0 0,-8 15 1 0 0,10-16-127 0 0,0 0-1 0 0,1 1 1 0 0,0-1 0 0 0,1 1 0 0 0,-1-1 0 0 0,1 1 0 0 0,1 0 0 0 0,-1-1 0 0 0,1 1 0 0 0,0 0 0 0 0,1 0 0 0 0,0 0 0 0 0,0 0-1 0 0,0 0 1 0 0,1 0 0 0 0,0 0 0 0 0,0 0 0 0 0,1 0 0 0 0,0 0 0 0 0,4 10 0 0 0,-5-14-13 0 0,1 0 0 0 0,0 0-1 0 0,0 0 1 0 0,0 0 0 0 0,0-1 0 0 0,0 1 0 0 0,0 0 0 0 0,1-1 0 0 0,-1 1 0 0 0,1-1 0 0 0,0 0-1 0 0,0 0 1 0 0,0 0 0 0 0,0 0 0 0 0,0-1 0 0 0,0 1 0 0 0,0-1 0 0 0,1 0 0 0 0,-1 0-1 0 0,0 0 1 0 0,1 0 0 0 0,-1 0 0 0 0,1-1 0 0 0,-1 0 0 0 0,1 1 0 0 0,-1-1 0 0 0,7-1-1 0 0,-5 0 3 0 0,0 0 0 0 0,0 0-1 0 0,0 0 1 0 0,0-1 0 0 0,0 0-1 0 0,-1 0 1 0 0,1 0-1 0 0,-1 0 1 0 0,1-1 0 0 0,-1 0-1 0 0,0 0 1 0 0,0 0-1 0 0,0 0 1 0 0,-1 0 0 0 0,1-1-1 0 0,-1 0 1 0 0,1 0 0 0 0,4-8-1 0 0,-4 4 0 0 0,0 0 0 0 0,0-1 1 0 0,-1 1-1 0 0,0-1 0 0 0,0 1 0 0 0,-1-1 0 0 0,1-10 0 0 0,-1-7 28 0 0,-1-30-1 0 0,-1 43-32 0 0,0 35-2 0 0,0 7 0 0 0,5 45 0 0 0,-4-65 0 0 0,0-1 0 0 0,1 1 0 0 0,0 0 0 0 0,1-1 0 0 0,0 0 0 0 0,0 1 0 0 0,1-1 0 0 0,0 0 0 0 0,10 13 0 0 0,-11-17-127 0 0,1 0 0 0 0,-1-1 0 0 0,1 0 1 0 0,0 1-1 0 0,0-2 0 0 0,0 1 0 0 0,1 0 0 0 0,-1-1 0 0 0,1 1 0 0 0,-1-1 0 0 0,1-1 1 0 0,0 1-1 0 0,0-1 0 0 0,0 1 0 0 0,0-1 0 0 0,0-1 0 0 0,5 1 0 0 0,11-1-7317 0 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4:49.54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1 9671 0 0,'6'43'5342'0'0,"-2"-28"-4671"0"0,1 0 1 0 0,0 1 0 0 0,1-2 0 0 0,1 1-1 0 0,0-1 1 0 0,1 0 0 0 0,1-1 0 0 0,0 1-1 0 0,21 22 1 0 0,-10-17-490 0 0,0-1 0 0 0,0 0 1 0 0,2-2-1 0 0,0-1 0 0 0,27 15 0 0 0,-44-27-293 0 0,0-1 0 0 0,1 1 1 0 0,-1-1-1 0 0,1 1 0 0 0,-1-2 0 0 0,1 1 0 0 0,6 1 0 0 0,-10-3-898 0 0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4:49.73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271 28 2759 0 0,'-6'-27'2212'0'0,"-3"30"4868"0"0,1 4-3730 0 0,-6 12-1748 0 0,9-12-458 0 0,-55 66 2562 0 0,-35 33-2881 0 0,60-68-656 0 0,29-31-196 0 0,0 0 1 0 0,0 0-1 0 0,-8 15 0 0 0,7-2-6152 0 0,8-10-935 0 0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4:49.909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11 31 14279 0 0,'0'-5'1272'0'0,"0"0"-1016"0"0,2 2-256 0 0,-2 1 432 0 0,0 0 40 0 0,0 0 8 0 0,1-3 0 0 0,-1 2 232 0 0,-1 0 56 0 0,-1 3 0 0 0,-1 5 8 0 0,-1 1-1192 0 0,3 6-248 0 0,-1 7-40 0 0,2 1-16 0 0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4:50.07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15 0 10135 0 0,'-14'11'11096'0'0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4:50.799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51 581 7831 0 0,'-2'-4'586'0'0,"1"1"0"0"0,-1-1-1 0 0,1 0 1 0 0,-1 1-1 0 0,1-1 1 0 0,0 0-1 0 0,1 0 1 0 0,-1 0 0 0 0,0-6-1 0 0,-1-5 358 0 0,-17-111 5104 0 0,3-67-3681 0 0,15 177-2351 0 0,0-1-1 0 0,1 1 1 0 0,1-1-1 0 0,1 1 1 0 0,6-28-1 0 0,-7 39-9 0 0,1 0 0 0 0,0 0 0 0 0,0 0-1 0 0,0 1 1 0 0,1-1 0 0 0,-1 1 0 0 0,1 0 0 0 0,0-1-1 0 0,7-6 1 0 0,-7 9-3 0 0,0-1-1 0 0,0 1 0 0 0,0 0 1 0 0,0 0-1 0 0,0 0 1 0 0,1 0-1 0 0,-1 1 0 0 0,1-1 1 0 0,-1 1-1 0 0,1 0 1 0 0,0 0-1 0 0,-1 0 0 0 0,1 1 1 0 0,7-1-1 0 0,-5 1-1 0 0,-1 0 0 0 0,1 0 0 0 0,-1 1 0 0 0,1-1 0 0 0,-1 1 0 0 0,1 1 0 0 0,-1-1 0 0 0,0 1 0 0 0,1 0 0 0 0,-1 0 0 0 0,0 0 0 0 0,6 5 0 0 0,-4-3 0 0 0,-1 1 0 0 0,0 0 0 0 0,0 1 0 0 0,0 0 0 0 0,0 0 0 0 0,-1 0 0 0 0,7 11 0 0 0,-1 2 0 0 0,-1 0 0 0 0,-1 0 0 0 0,-1 1 0 0 0,0 0 0 0 0,6 32 0 0 0,5 38 0 0 0,5 20 0 0 0,-23-106 0 0 0,0 0 0 0 0,1 0 0 0 0,-1 0 0 0 0,1 0 0 0 0,0-1 0 0 0,3 5 0 0 0,-4-7 0 0 0,-1 0 0 0 0,1 0 0 0 0,-1-1 0 0 0,1 1 0 0 0,0 0 0 0 0,-1-1 0 0 0,1 1 0 0 0,0 0 0 0 0,0-1 0 0 0,0 1 0 0 0,-1-1 0 0 0,1 1 0 0 0,0-1 0 0 0,0 0 0 0 0,0 1 0 0 0,0-1 0 0 0,0 0 0 0 0,0 1 0 0 0,0-1 0 0 0,0 0 0 0 0,0 0 0 0 0,-1 0 0 0 0,1 0 0 0 0,0 0 0 0 0,0 0 0 0 0,0 0 0 0 0,0 0 0 0 0,0-1 0 0 0,0 1 0 0 0,0 0 0 0 0,2-1 0 0 0,1-2 0 0 0,1 0 0 0 0,-1 0 0 0 0,0 0 0 0 0,0 0 0 0 0,0 0 0 0 0,-1-1 0 0 0,1 0 0 0 0,-1 0 0 0 0,0 0 0 0 0,0 0 0 0 0,0-1 0 0 0,0 1 0 0 0,3-9 0 0 0,2-6 0 0 0,-1-1 0 0 0,5-21 0 0 0,1-18 62 0 0,-3 0 0 0 0,2-73 0 0 0,-8 84-48 0 0,-3 38 16 0 0,1 15 42 0 0,1 22 85 0 0,-2-19-128 0 0,3 21-30 0 0,1 0 0 0 0,19 55 0 0 0,-17-66 4 0 0,1 0-1 0 0,0 0 0 0 0,1-1 0 0 0,1-1 1 0 0,18 25-1 0 0,-22-35 11 0 0,0 0 0 0 0,0 0-1 0 0,1 0 1 0 0,0-1 0 0 0,0 0 0 0 0,0 0 0 0 0,0 0 0 0 0,1-1 0 0 0,0-1-1 0 0,0 1 1 0 0,0-1 0 0 0,16 4 0 0 0,-16-5 5 0 0,-1-1 0 0 0,0 0 0 0 0,1 0 0 0 0,-1-1-1 0 0,1 0 1 0 0,-1 0 0 0 0,1 0 0 0 0,-1-1 0 0 0,0-1 0 0 0,1 1 0 0 0,-1-1 0 0 0,0 0-1 0 0,0-1 1 0 0,0 1 0 0 0,8-5 0 0 0,-13 6-4 0 0,0-1 0 0 0,-1 1 0 0 0,1 0 0 0 0,0 0 0 0 0,-1-1 0 0 0,1 1-1 0 0,-1-1 1 0 0,1 1 0 0 0,-1-1 0 0 0,0 0 0 0 0,1 0 0 0 0,0-3 0 0 0,-1 4-72 0 0,-1 0-1 0 0,0 1 1 0 0,0-1 0 0 0,0 0 0 0 0,0 0-1 0 0,1 0 1 0 0,-1 0 0 0 0,0 1 0 0 0,-1-1-1 0 0,1 0 1 0 0,0 0 0 0 0,0 0 0 0 0,0 0-1 0 0,0 1 1 0 0,-1-1 0 0 0,1 0 0 0 0,0 0-1 0 0,-1 0 1 0 0,1 1 0 0 0,-1-1-1 0 0,1 0 1 0 0,-1 0 0 0 0,1 1 0 0 0,-1-1-1 0 0,1 1 1 0 0,-1-1 0 0 0,1 0 0 0 0,-1 1-1 0 0,0-1 1 0 0,0 1 0 0 0,1-1 0 0 0,-1 1-1 0 0,-1-1 1 0 0,-12-6-7950 0 0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4:51.10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13 93 1375 0 0,'-13'0'15172'0'0,"23"1"-12157"0"0,14-1-4591 0 0,-8-1 3544 0 0,318-55 503 0 0,-185 29-1889 0 0,-129 23-999 0 0,0 1-1 0 0,0 1 0 0 0,0 1 1 0 0,29 2-1 0 0,-31 2-7102 0 0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4:51.346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160 140 10591 0 0,'-6'0'32'0'0,"-8"1"914"0"0,-1 0 0 0 0,1 0 1 0 0,-1 2-1 0 0,1 0 0 0 0,-25 8 1 0 0,29-7 10 0 0,7-3-550 0 0,0-1 1 0 0,1 1 0 0 0,-1 0-1 0 0,0 0 1 0 0,1 1 0 0 0,-1-1-1 0 0,1 0 1 0 0,-1 1 0 0 0,1 0-1 0 0,-4 3 1 0 0,6-5-382 0 0,0 0 0 0 0,0 0 0 0 0,0 0-1 0 0,0 1 1 0 0,0-1 0 0 0,0 0 0 0 0,-1 0 0 0 0,1 0 0 0 0,0 0 0 0 0,0 1 0 0 0,0-1 0 0 0,0 0 0 0 0,0 0 0 0 0,0 0 0 0 0,0 0-1 0 0,0 1 1 0 0,0-1 0 0 0,0 0 0 0 0,0 0 0 0 0,0 0 0 0 0,0 1 0 0 0,0-1 0 0 0,0 0 0 0 0,1 0 0 0 0,-1 0 0 0 0,0 0 0 0 0,0 0-1 0 0,0 1 1 0 0,0-1 0 0 0,0 0 0 0 0,0 0 0 0 0,0 0 0 0 0,0 0 0 0 0,1 0 0 0 0,-1 1 0 0 0,0-1 0 0 0,9 3 442 0 0,10-2 9 0 0,3-3-268 0 0,-1-1 0 0 0,1-1-1 0 0,-1-1 1 0 0,31-11 0 0 0,82-40 309 0 0,-84 34-411 0 0,8-3-61 0 0,103-27 0 0 0,-130 46-1742 0 0,-7 8-6784 0 0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5:05.064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344 197 919 0 0,'12'-30'1090'0'0,"14"-35"926"0"0,-24 57-1647 0 0,0 1-1 0 0,0-1 1 0 0,-1 0 0 0 0,0 0 0 0 0,0 0-1 0 0,-1-12 1 0 0,0 19-223 0 0,0-1 1 0 0,-1 0-1 0 0,1 0 1 0 0,-1 0-1 0 0,0 0 1 0 0,0 0-1 0 0,1 0 0 0 0,-1 1 1 0 0,0-1-1 0 0,-1 0 1 0 0,1 1-1 0 0,0-1 1 0 0,0 1-1 0 0,-1-1 0 0 0,1 1 1 0 0,-3-2-1 0 0,4 2-105 0 0,-1 1 0 0 0,1-1 0 0 0,-1 1 0 0 0,0 0 0 0 0,1-1-1 0 0,-1 1 1 0 0,0 0 0 0 0,1-1 0 0 0,-1 1 0 0 0,0 0 0 0 0,0 0 0 0 0,1 0-1 0 0,-1-1 1 0 0,0 1 0 0 0,0 0 0 0 0,1 0 0 0 0,-1 0 0 0 0,0 0 0 0 0,0 1-1 0 0,1-1 1 0 0,-1 0 0 0 0,0 0 0 0 0,0 0 0 0 0,1 0 0 0 0,-1 1 0 0 0,0-1 0 0 0,1 0-1 0 0,-1 1 1 0 0,0-1 0 0 0,1 1 0 0 0,-1-1 0 0 0,1 1 0 0 0,-1-1 0 0 0,1 1-1 0 0,-1-1 1 0 0,1 1 0 0 0,-1-1 0 0 0,1 1 0 0 0,-1-1 0 0 0,1 1 0 0 0,0 0-1 0 0,-1-1 1 0 0,1 1 0 0 0,-1 1 0 0 0,0 2 43 0 0,-1 0 1 0 0,1 0-1 0 0,-1 0 0 0 0,1 1 0 0 0,1-1 1 0 0,-1 0-1 0 0,1 1 0 0 0,-1 4 1 0 0,4 39 234 0 0,0-8 36 0 0,-4-27-242 0 0,0 1 0 0 0,-1-1 0 0 0,0 0 0 0 0,-1 1 0 0 0,-1-1 0 0 0,0-1 0 0 0,-1 1 0 0 0,-1 0 0 0 0,1-1 0 0 0,-9 11-1 0 0,-9 14 475 0 0,-50 59 0 0 0,20-35 134 0 0,-23 29 261 0 0,66-77-935 0 0,-3 4 159 0 0,-14 23-1 0 0,24-35-190 0 0,0 0-1 0 0,1 1 0 0 0,0-1 1 0 0,0 0-1 0 0,0 1 0 0 0,0-1 0 0 0,1 1 1 0 0,0 0-1 0 0,-1 9 0 0 0,2-14-7 0 0,0 0 1 0 0,0 0-1 0 0,1 0 0 0 0,-1 0 0 0 0,0 0 0 0 0,0 0 1 0 0,1 0-1 0 0,-1 0 0 0 0,0 0 0 0 0,1 0 0 0 0,-1 0 1 0 0,1-1-1 0 0,-1 1 0 0 0,2 2 0 0 0,-1-3-36 0 0,-1 0 0 0 0,0 0 0 0 0,0 0-1 0 0,1 1 1 0 0,-1-1 0 0 0,0 0 0 0 0,0 0 0 0 0,1 0-1 0 0,-1 0 1 0 0,0 0 0 0 0,1 0 0 0 0,-1 1 0 0 0,0-1 0 0 0,1 0-1 0 0,-1 0 1 0 0,0 0 0 0 0,1 0 0 0 0,-1 0 0 0 0,0 0-1 0 0,0 0 1 0 0,1 0 0 0 0,-1 0 0 0 0,0-1 0 0 0,1 1-1 0 0,-1 0 1 0 0,0 0 0 0 0,1 0 0 0 0,-1 0 0 0 0,0 0-1 0 0,0 0 1 0 0,1-1 0 0 0,-1 1 0 0 0,0 0 0 0 0,0 0 0 0 0,1 0-1 0 0,-1-1 1 0 0,0 1 0 0 0,0 0 0 0 0,1 0 0 0 0,-1-1-1 0 0,0 1 1 0 0,0 0 0 0 0,0 0 0 0 0,0-1 0 0 0,0 1-1 0 0,1-1 1 0 0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5:05.423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11 269 3223 0 0,'-2'-8'115'0'0,"0"0"-94"0"0,0 0 1 0 0,1 0 0 0 0,0 0 0 0 0,0 0-1 0 0,0 0 1 0 0,1 0 0 0 0,2-16-1 0 0,17-129 1876 0 0,-16 126 93 0 0,-7 39 2750 0 0,-14 66-3727 0 0,17-66-910 0 0,0-1-1 0 0,1 1 1 0 0,0-1-1 0 0,1 1 1 0 0,0-1-1 0 0,1 1 1 0 0,0-1-1 0 0,1 0 0 0 0,0 0 1 0 0,9 20-1 0 0,4 2 58 0 0,1-1-1 0 0,23 31 0 0 0,-18-29 116 0 0,-8-11-95 0 0,-1 1-1 0 0,-1 0 0 0 0,-1 0 1 0 0,-1 1-1 0 0,-1 1 1 0 0,-2 0-1 0 0,0 0 1 0 0,4 38-1 0 0,-8-48 154 0 0,-3-15-284 0 0,0 0 0 0 0,1 0 1 0 0,-1 0-1 0 0,0 0 0 0 0,0 0 0 0 0,0 0 0 0 0,0 0 0 0 0,0 0 1 0 0,0 0-1 0 0,0 0 0 0 0,0 0 0 0 0,0 0 0 0 0,0 1 0 0 0,-1-1 1 0 0,1 0-1 0 0,0 0 0 0 0,-1 0 0 0 0,1 0 0 0 0,-1 0 0 0 0,1 0 1 0 0,-1 0-1 0 0,1-1 0 0 0,-1 1 0 0 0,0 0 0 0 0,1 0 0 0 0,-1 0 1 0 0,0 0-1 0 0,0-1 0 0 0,0 1 0 0 0,-1 0 0 0 0,-17 15-1281 0 0,5-5-4928 0 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5:08.57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246 134 6553 0 0,'6'-53'0'0'0,"-4"41"0"0"0,-1 1 0 0 0,0-1 0 0 0,-1 0 0 0 0,-1-15 0 0 0,1 26 1 0 0,0 1 0 0 0,0 0 0 0 0,0-1 0 0 0,0 1 0 0 0,0 0 0 0 0,0 0 0 0 0,0-1 0 0 0,0 1-1 0 0,0 0 1 0 0,-1 0 0 0 0,1-1 0 0 0,0 1 0 0 0,0 0 0 0 0,0 0 0 0 0,0-1 0 0 0,-1 1 0 0 0,1 0 0 0 0,0 0-1 0 0,0 0 1 0 0,0-1 0 0 0,-1 1 0 0 0,1 0 0 0 0,0 0 0 0 0,0 0 0 0 0,-1 0 0 0 0,1 0 0 0 0,0-1-1 0 0,0 1 1 0 0,-1 0 0 0 0,1 0 0 0 0,0 0 0 0 0,-1 0 0 0 0,1 0 0 0 0,0 0 0 0 0,0 0 0 0 0,-1 0 0 0 0,1 0-1 0 0,0 0 1 0 0,-1 0 0 0 0,1 0 0 0 0,0 0 0 0 0,0 0 0 0 0,-1 1 0 0 0,1-1 0 0 0,0 0 0 0 0,0 0-1 0 0,-1 0 1 0 0,1 0 0 0 0,0 0 0 0 0,0 1 0 0 0,-1-1 0 0 0,1 0 0 0 0,0 0 0 0 0,0 0 0 0 0,0 1 0 0 0,-1-1-1 0 0,-16 15 288 0 0,14-11-230 0 0,-7 5 168 0 0,0 1 1 0 0,1 0-1 0 0,1 1 1 0 0,0-1-1 0 0,0 2 1 0 0,1-1-1 0 0,1 1 1 0 0,-1 0-1 0 0,2 1 1 0 0,0-1-1 0 0,1 1 1 0 0,0 0-1 0 0,0 0 1 0 0,2 0 0 0 0,-1 1-1 0 0,2-1 1 0 0,0 15-1 0 0,0-14-145 0 0,1-9-13 0 0,-1 0 1 0 0,1-1-1 0 0,1 1 1 0 0,-1 0 0 0 0,1 0-1 0 0,1 5 1 0 0,-3-38 371 0 0,-1 8-534 0 0,0 0-1 0 0,2-26 0 0 0,-1-7-218 0 0,1 52 312 0 0,0-5-40 0 0,-1-1 1 0 0,0 1-1 0 0,0-1 0 0 0,-4-10 1 0 0,5 16 37 0 0,0 0 0 0 0,0 0 0 0 0,-1 0 0 0 0,1 0 0 0 0,-1 1 1 0 0,1-1-1 0 0,-1 0 0 0 0,1 0 0 0 0,-1 1 0 0 0,0-1 0 0 0,1 0 1 0 0,-1 1-1 0 0,0-1 0 0 0,1 1 0 0 0,-1-1 0 0 0,0 1 0 0 0,0-1 1 0 0,0 0-1 0 0,-1 1 9 0 0,1 0 0 0 0,0 0 1 0 0,0 0-1 0 0,0 0 0 0 0,0 0 0 0 0,0 0 1 0 0,0 1-1 0 0,0-1 0 0 0,0 0 1 0 0,0 0-1 0 0,0 1 0 0 0,0-1 0 0 0,0 1 1 0 0,0-1-1 0 0,0 1 0 0 0,0-1 0 0 0,1 1 1 0 0,-1 0-1 0 0,0-1 0 0 0,-1 2 1 0 0,-4 3 108 0 0,-1 1 1 0 0,1 1 0 0 0,0-1 0 0 0,0 1 0 0 0,1 0 0 0 0,-1 0 0 0 0,2 1-1 0 0,-1 0 1 0 0,1-1 0 0 0,0 1 0 0 0,1 1 0 0 0,0-1 0 0 0,0 0 0 0 0,1 1-1 0 0,0 0 1 0 0,0-1 0 0 0,1 1 0 0 0,0 0 0 0 0,1 17 0 0 0,0-24-86 0 0,0 0 1 0 0,0 1-1 0 0,1-1 1 0 0,-1 0-1 0 0,1 1 1 0 0,-1-1-1 0 0,1 0 1 0 0,0 0 0 0 0,0 0-1 0 0,0 0 1 0 0,0 0-1 0 0,0 0 1 0 0,0 0-1 0 0,1 0 1 0 0,-1 0-1 0 0,1 0 1 0 0,-1 0-1 0 0,1-1 1 0 0,0 1-1 0 0,0-1 1 0 0,-1 1-1 0 0,1-1 1 0 0,0 0-1 0 0,0 0 1 0 0,0 0-1 0 0,1 0 1 0 0,-1 0-1 0 0,0 0 1 0 0,0 0 0 0 0,0-1-1 0 0,1 1 1 0 0,-1-1-1 0 0,0 0 1 0 0,1 0-1 0 0,-1 1 1 0 0,0-1-1 0 0,3-1 1 0 0,6 0 141 0 0,0 0 0 0 0,0-1 0 0 0,0-1 0 0 0,0 0 0 0 0,0 0 1 0 0,13-6-1 0 0,-13 4-255 0 0,1-1 0 0 0,-1 0 0 0 0,0-1 0 0 0,-1 0 1 0 0,12-10-1 0 0,-17 13 18 0 0,1-1 1 0 0,-1 0-1 0 0,-1 0 1 0 0,1-1-1 0 0,-1 0 1 0 0,0 1-1 0 0,0-1 1 0 0,0-1-1 0 0,-1 1 1 0 0,4-12-1 0 0,-6 17 52 0 0,-1-1 0 0 0,1 0-1 0 0,-1 1 1 0 0,1-1-1 0 0,-1 0 1 0 0,0 0 0 0 0,0 1-1 0 0,0-1 1 0 0,0 0 0 0 0,0 1-1 0 0,0-1 1 0 0,-1 0 0 0 0,1 0-1 0 0,0 1 1 0 0,-1-1-1 0 0,0 1 1 0 0,1-1 0 0 0,-1 0-1 0 0,0 1 1 0 0,0-1 0 0 0,1 1-1 0 0,-1-1 1 0 0,0 1-1 0 0,-1 0 1 0 0,1-1 0 0 0,0 1-1 0 0,-2-2 1 0 0,1 2 35 0 0,0 0 1 0 0,0 0-1 0 0,-1 0 0 0 0,1 0 0 0 0,0 0 1 0 0,0 0-1 0 0,0 0 0 0 0,-1 1 0 0 0,1-1 1 0 0,0 1-1 0 0,-1 0 0 0 0,1 0 1 0 0,0 0-1 0 0,-1 0 0 0 0,1 0 0 0 0,0 0 1 0 0,-1 0-1 0 0,1 1 0 0 0,-3 0 1 0 0,-3 2 52 0 0,1 0 1 0 0,0 0 0 0 0,1 0 0 0 0,-1 1-1 0 0,1 0 1 0 0,-1 0 0 0 0,1 0 0 0 0,0 1-1 0 0,-10 11 1 0 0,14-14-41 0 0,-1 1-1 0 0,1 0 0 0 0,0 0 1 0 0,0 0-1 0 0,0 1 1 0 0,0-1-1 0 0,0 0 1 0 0,0 1-1 0 0,1-1 0 0 0,0 1 1 0 0,0 0-1 0 0,0-1 1 0 0,0 1-1 0 0,1 0 0 0 0,-1 0 1 0 0,1 0-1 0 0,0-1 1 0 0,0 1-1 0 0,0 0 1 0 0,1 0-1 0 0,0 5 0 0 0,0-7-13 0 0,0 0-1 0 0,0 0 0 0 0,0 0 0 0 0,0 0 0 0 0,0 0 1 0 0,0-1-1 0 0,1 1 0 0 0,-1 0 0 0 0,1-1 0 0 0,-1 1 0 0 0,1 0 1 0 0,0-1-1 0 0,-1 0 0 0 0,1 1 0 0 0,0-1 0 0 0,0 0 1 0 0,0 0-1 0 0,0 0 0 0 0,0 0 0 0 0,0-1 0 0 0,0 1 0 0 0,0-1 1 0 0,1 1-1 0 0,-1-1 0 0 0,4 1 0 0 0,1-1 51 0 0,0 1 0 0 0,0-1 0 0 0,0 0 0 0 0,0-1 0 0 0,0 0 0 0 0,12-3 0 0 0,-13 2-37 0 0,0 1 1 0 0,0-2-1 0 0,0 1 0 0 0,-1 0 0 0 0,1-1 1 0 0,-1 0-1 0 0,0-1 0 0 0,0 1 1 0 0,0-1-1 0 0,5-5 0 0 0,-7 6-77 0 0,-1 0-1 0 0,1 0 0 0 0,-1-1 1 0 0,0 1-1 0 0,0 0 0 0 0,0-1 1 0 0,-1 0-1 0 0,1 1 0 0 0,-1-1 1 0 0,0 0-1 0 0,0 1 0 0 0,0-1 1 0 0,-1 0-1 0 0,1 0 0 0 0,-1 0 1 0 0,0 0-1 0 0,0-4 0 0 0,-1 1-30 0 0,1 0-1 0 0,-1 1 1 0 0,-1-1-1 0 0,1 0 1 0 0,-1 1-1 0 0,-1-1 1 0 0,1 1-1 0 0,-1 0 1 0 0,0 0-1 0 0,-8-12 1 0 0,10 16 65 0 0,0 1 0 0 0,-1-1 0 0 0,1 0 0 0 0,-1 1 0 0 0,1-1 0 0 0,-1 1 0 0 0,0-1 0 0 0,0 1 0 0 0,0 0 0 0 0,0 0 0 0 0,0-1 0 0 0,0 1 0 0 0,0 1 0 0 0,0-1 0 0 0,0 0 0 0 0,0 1 0 0 0,0-1 0 0 0,0 1 0 0 0,-1-1 0 0 0,1 1 0 0 0,0 0 0 0 0,0 0 0 0 0,-1 0 0 0 0,1 0 0 0 0,0 0 0 0 0,0 1 0 0 0,-1-1 0 0 0,1 1 0 0 0,0 0 0 0 0,0-1 0 0 0,0 1 0 0 0,0 0 0 0 0,0 0 0 0 0,0 0 0 0 0,-4 3 0 0 0,1-1 57 0 0,0 1 0 0 0,0 0 0 0 0,0 0 0 0 0,1 0 0 0 0,-1 1 0 0 0,1-1 0 0 0,0 1 0 0 0,0 0 0 0 0,1 0 0 0 0,-1 1 0 0 0,-2 6 0 0 0,4-8-2 0 0,1-1-1 0 0,-1 1 1 0 0,1 0 0 0 0,0 0 0 0 0,0 0 0 0 0,0 1 0 0 0,1-1 0 0 0,0 0-1 0 0,-1 0 1 0 0,1 0 0 0 0,1 0 0 0 0,-1 0 0 0 0,1 1 0 0 0,-1-1 0 0 0,1 0 0 0 0,0 0-1 0 0,3 6 1 0 0,1-1 57 0 0,0 0-1 0 0,0-1 1 0 0,1 0-1 0 0,0-1 0 0 0,0 1 1 0 0,14 12-1 0 0,-13-14-86 0 0,1 3-16 0 0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5:09.17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93 382 6553 0 0,'-5'-18'0'0'0,"1"-1"0"0"0,1 0 0 0 0,-2-28 0 0 0,5-59 0 0 0,1 48 0 0 0,0 36 0 0 0,-1-24 0 0 0,0 43 0 0 0,0 0 0 0 0,-1 0 0 0 0,1 0 0 0 0,-1 0 0 0 0,0-1 0 0 0,0 1 0 0 0,0 1 0 0 0,0-1 0 0 0,-1 0 0 0 0,1 0 0 0 0,-3-3 0 0 0,4 6 4 0 0,0-1-1 0 0,-1 0 1 0 0,1 1 0 0 0,-1-1-1 0 0,1 1 1 0 0,-1-1-1 0 0,1 1 1 0 0,-1 0-1 0 0,0-1 1 0 0,1 1-1 0 0,-1-1 1 0 0,1 1-1 0 0,-1 0 1 0 0,0 0 0 0 0,1-1-1 0 0,-1 1 1 0 0,0 0-1 0 0,0 0 1 0 0,1 0-1 0 0,-1 0 1 0 0,0 0-1 0 0,1 0 1 0 0,-1 0-1 0 0,-1 0 1 0 0,1 0 22 0 0,0 0-1 0 0,0 1 1 0 0,0-1-1 0 0,-1 1 1 0 0,1 0 0 0 0,0-1-1 0 0,0 1 1 0 0,0 0 0 0 0,0 0-1 0 0,0-1 1 0 0,0 1-1 0 0,-1 2 1 0 0,-1 0 72 0 0,0 1 0 0 0,0 0 0 0 0,1 0 0 0 0,-1 0 0 0 0,1 1 0 0 0,-2 4 0 0 0,1 2 132 0 0,0 0 0 0 0,0 0 0 0 0,1 0 0 0 0,1 1 0 0 0,0-1 0 0 0,1 0 0 0 0,1 23 0 0 0,4 0 562 0 0,11 44 1 0 0,2 12 516 0 0,-16-76-1002 0 0,0 0 0 0 0,-2 1 0 0 0,0-1 0 0 0,-2 20 0 0 0,1-24-152 0 0,-2 4 95 0 0,1 0-1 0 0,1 0 1 0 0,1 0-1 0 0,-1 0 1 0 0,2 1-1 0 0,3 19 1 0 0,-3-33-225 0 0,-1 0 1 0 0,1 0-1 0 0,-1 0 1 0 0,1 0-1 0 0,-1-1 0 0 0,1 1 1 0 0,0 0-1 0 0,0 0 1 0 0,-1 0-1 0 0,1-1 1 0 0,0 1-1 0 0,0 0 0 0 0,0-1 1 0 0,0 1-1 0 0,0-1 1 0 0,0 1-1 0 0,0-1 1 0 0,0 1-1 0 0,0-1 0 0 0,0 0 1 0 0,0 1-1 0 0,0-1 1 0 0,0 0-1 0 0,0 0 1 0 0,0 0-1 0 0,0 0 0 0 0,1 0 1 0 0,0 0-1 0 0,10 2 159 0 0,-7-1-184 0 0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5:09.64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73 163 6553 0 0,'3'-17'0'0'0,"-1"-1"0"0"0,-1 1 0 0 0,-1-1 0 0 0,-3-34 0 0 0,3 45 0 0 0,0 5-3 0 0,-1-1 0 0 0,1 0 0 0 0,-1 0 0 0 0,1 0 0 0 0,-1 0 0 0 0,0 0 0 0 0,-2-4 0 0 0,2 6 9 0 0,1 1 0 0 0,0-1 0 0 0,0 1 1 0 0,-1 0-1 0 0,1-1 0 0 0,0 1 1 0 0,-1-1-1 0 0,1 1 0 0 0,-1 0 0 0 0,1 0 1 0 0,0-1-1 0 0,-1 1 0 0 0,1 0 1 0 0,-1-1-1 0 0,1 1 0 0 0,-1 0 0 0 0,1 0 1 0 0,-1 0-1 0 0,1 0 0 0 0,-1 0 1 0 0,1-1-1 0 0,-1 1 0 0 0,1 0 0 0 0,-1 0 1 0 0,1 0-1 0 0,-1 0 0 0 0,1 0 1 0 0,-1 1-1 0 0,0-1 0 0 0,1 0 0 0 0,-1 0 1 0 0,1 0-1 0 0,-1 0 0 0 0,1 1 1 0 0,0-1-1 0 0,-1 0 0 0 0,1 0 0 0 0,-1 1 1 0 0,1-1-1 0 0,-1 0 0 0 0,1 1 1 0 0,0-1-1 0 0,-1 0 0 0 0,1 1 0 0 0,0-1 1 0 0,-1 1-1 0 0,1-1 0 0 0,-1 1 1 0 0,-3 4 86 0 0,1-1 1 0 0,-1 1-1 0 0,1 0 1 0 0,0 0 0 0 0,0 1-1 0 0,1-1 1 0 0,-3 8-1 0 0,-1 3 405 0 0,-3 21 0 0 0,7-29-369 0 0,1 0 1 0 0,0 0-1 0 0,1 0 0 0 0,0 0 1 0 0,0 0-1 0 0,1 0 0 0 0,0 0 1 0 0,0 0-1 0 0,0 0 1 0 0,1 0-1 0 0,1-1 0 0 0,-1 1 1 0 0,1-1-1 0 0,1 1 1 0 0,-1-1-1 0 0,1 0 0 0 0,9 11 1 0 0,9 17 520 0 0,-14-22-367 0 0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5:10.24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45 52 6553 0 0,'-3'-2'37'0'0,"0"1"0"0"0,1-1-1 0 0,-1 1 1 0 0,1-1-1 0 0,-1 0 1 0 0,1 0-1 0 0,0 0 1 0 0,0 0 0 0 0,0-1-1 0 0,0 1 1 0 0,0 0-1 0 0,0-1 1 0 0,1 1-1 0 0,-1-1 1 0 0,1 0 0 0 0,-2-5-1 0 0,-1 0-92 0 0,1 6 30 0 0,5 18 710 0 0,2-6-502 0 0,1-1 0 0 0,-1 1 1 0 0,1-1-1 0 0,1 0 0 0 0,0 0 0 0 0,0 0 0 0 0,13 13 1 0 0,-1-2 309 0 0,-1 0 0 0 0,-1 2 0 0 0,-1 0 0 0 0,15 30 0 0 0,9 14 680 0 0,-36-61-1078 0 0,0 0 0 0 0,1-1-1 0 0,0 1 1 0 0,0-1-1 0 0,0 0 1 0 0,0 0-1 0 0,1 0 1 0 0,0-1 0 0 0,0 0-1 0 0,0 1 1 0 0,0-2-1 0 0,0 1 1 0 0,0 0-1 0 0,1-1 1 0 0,-1 0 0 0 0,1-1-1 0 0,0 1 1 0 0,7 0-1 0 0,-3-1 59 0 0,-1-1-1 0 0,0 0 0 0 0,1 0 1 0 0,-1-1-1 0 0,0 0 0 0 0,1-1 0 0 0,-1 0 1 0 0,0 0-1 0 0,0-1 0 0 0,15-7 1 0 0,-12 4-179 0 0,-1 0 1 0 0,1-1 0 0 0,-1-1 0 0 0,-1 1 0 0 0,1-2 0 0 0,-2 0 0 0 0,1 0-1 0 0,15-19 1 0 0,-15 14-213 0 0,1-1 1 0 0,-2-1-1 0 0,0 0 0 0 0,-1 0 0 0 0,12-33 0 0 0,-19 48 224 0 0,-1 0 0 0 0,0-1 0 0 0,1 1 0 0 0,-1 0-1 0 0,0 0 1 0 0,0-1 0 0 0,1 1 0 0 0,-1 0 0 0 0,0 0 0 0 0,0-1-1 0 0,-1 1 1 0 0,1-2 0 0 0,-5 0-81 0 0,-4 8 111 0 0,5-1 45 0 0,-3 1 31 0 0,1 1 0 0 0,-1-1 0 0 0,1 1-1 0 0,1 0 1 0 0,-1 1 0 0 0,1-1 0 0 0,0 1 0 0 0,-7 15-1 0 0,8-9 47 0 0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5:10.64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9 56 6553 0 0,'0'-7'0'0'0,"0"1"0"0"0,-1-1 0 0 0,1 0 0 0 0,-1 1 0 0 0,-1-1 0 0 0,-2-9 0 0 0,8 28 244 0 0,-3-6-127 0 0,1-1 0 0 0,0 0-1 0 0,0 0 1 0 0,1 0 0 0 0,-1-1-1 0 0,6 8 1 0 0,-3-6 21 0 0,0 0 0 0 0,1 0 1 0 0,0-1-1 0 0,0 0 0 0 0,0 0 0 0 0,1 0 0 0 0,0-1 1 0 0,9 5-1 0 0,-12-7-60 0 0,0 0 1 0 0,1-1 0 0 0,-1 1-1 0 0,0-1 1 0 0,1 0-1 0 0,-1-1 1 0 0,1 1 0 0 0,0-1-1 0 0,-1 1 1 0 0,1-1-1 0 0,-1-1 1 0 0,1 1 0 0 0,-1-1-1 0 0,1 1 1 0 0,8-4-1 0 0,60-24 1200 0 0,-67 28-1202 0 0,-7 6 160 0 0,-9 6 38 0 0,9-11-283 0 0,-16 15 886 0 0,-36 29 0 0 0,14-15-41 0 0,38-29-817 0 0,-10 8 223 0 0,0 0-1 0 0,0 1 1 0 0,1 0 0 0 0,1 1-1 0 0,-1 0 1 0 0,-11 20-1 0 0,14-19-41 0 0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5:11.12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299 82 6553 0 0,'-1'-10'0'0'0,"1"4"0"0"0,0 0 0 0 0,-1-1 0 0 0,0 1 0 0 0,0 0 0 0 0,-1 0 0 0 0,0 0 0 0 0,0 0 0 0 0,-5-11 0 0 0,6 17 10 0 0,1-1 0 0 0,-1 1 0 0 0,0-1-1 0 0,0 1 1 0 0,1-1 0 0 0,-1 1 0 0 0,0-1-1 0 0,0 1 1 0 0,0 0 0 0 0,0-1 0 0 0,1 1-1 0 0,-1 0 1 0 0,0 0 0 0 0,0 0 0 0 0,0 0-1 0 0,0 0 1 0 0,0 0 0 0 0,0 0 0 0 0,0 0-1 0 0,1 0 1 0 0,-1 0 0 0 0,0 0 0 0 0,0 0-1 0 0,0 1 1 0 0,0-1 0 0 0,0 0 0 0 0,1 1-1 0 0,-1-1 1 0 0,0 1 0 0 0,0-1 0 0 0,0 1-1 0 0,-30 20 545 0 0,24-16-273 0 0,-59 46 992 0 0,-32 22 420 0 0,97-72-1658 0 0,-3 2 60 0 0,-1 0 0 0 0,1 0-1 0 0,-1-1 1 0 0,0 1 0 0 0,0-1 0 0 0,0 0-1 0 0,0 0 1 0 0,-9 1 0 0 0,45-10 689 0 0,-6-1-387 0 0,-19 7-327 0 0,17-3 367 0 0,-1-1 0 0 0,1-1 0 0 0,-1-1 0 0 0,23-11 0 0 0,-37 15-300 0 0,-1 0 0 0 0,1 0 0 0 0,-1 0-1 0 0,1 1 1 0 0,0 0 0 0 0,0 1 0 0 0,0 0-1 0 0,10-1 1 0 0,-15 2-91 0 0,-1 0-1 0 0,1 0 0 0 0,0 0 1 0 0,-1 1-1 0 0,1-1 0 0 0,0 1 1 0 0,-1-1-1 0 0,1 1 0 0 0,-1 0 0 0 0,1 0 1 0 0,-1 0-1 0 0,1 0 0 0 0,-1 1 1 0 0,0-1-1 0 0,1 0 0 0 0,-1 1 1 0 0,0 0-1 0 0,0-1 0 0 0,0 1 1 0 0,0 0-1 0 0,-1 0 0 0 0,1 0 1 0 0,0 1-1 0 0,-1-1 0 0 0,0 0 1 0 0,1 0-1 0 0,-1 1 0 0 0,1 3 1 0 0,0 8 296 0 0,-2-14-331 0 0,0 1 1 0 0,0 0-1 0 0,0 0 1 0 0,0-1-1 0 0,0 1 0 0 0,0 0 1 0 0,0 0-1 0 0,0 0 1 0 0,0-1-1 0 0,0 1 1 0 0,1 0-1 0 0,-1-1 1 0 0,0 1-1 0 0,0 0 1 0 0,1 0-1 0 0,-1-1 1 0 0,1 1-1 0 0,-1 0 1 0 0,0-1-1 0 0,1 1 1 0 0,-1-1-1 0 0,1 1 1 0 0,-1-1-1 0 0,1 1 1 0 0,0-1-1 0 0,-1 1 1 0 0,1-1-1 0 0,0 1 1 0 0,-1-1-1 0 0,1 0 0 0 0,0 1 1 0 0,0-1-1 0 0,6 2 70 0 0,3 3 119 0 0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5:17.31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2 531 6553 0 0,'0'0'16'0'0,"0"0"0"0"0,0 0 0 0 0,-1 0 0 0 0,1 0 0 0 0,0-1 0 0 0,0 1-1 0 0,0 0 1 0 0,0 0 0 0 0,0 0 0 0 0,0 0 0 0 0,0-1 0 0 0,0 1 0 0 0,0 0-1 0 0,0 0 1 0 0,0 0 0 0 0,0-1 0 0 0,0 1 0 0 0,0 0 0 0 0,0 0 0 0 0,0 0-1 0 0,0-1 1 0 0,0 1 0 0 0,0 0 0 0 0,0 0 0 0 0,0 0 0 0 0,0 0 0 0 0,0-1-1 0 0,0 1 1 0 0,0 0 0 0 0,0 0 0 0 0,0 0 0 0 0,0 0 0 0 0,1-1 0 0 0,-1 1-1 0 0,0 0 1 0 0,0 0 0 0 0,0 0 0 0 0,0 0 0 0 0,0 0 0 0 0,1-1 0 0 0,-1 1-1 0 0,12-7 329 0 0,23-4 78 0 0,-28 9-204 0 0,23-7 17 0 0,1 2 1 0 0,-1 0 0 0 0,1 2 0 0 0,1 2 0 0 0,-1 1-1 0 0,32 2 1 0 0,74 9 1394 0 0,54 3 980 0 0,-187-12-2556 0 0,773-8 10003 0 0,-474-6-9487 0 0,84-6-3779 0 0,-55 0 2443 0 0,73-6-4489 0 0,16 5 6411 0 0,-70 5-4546 0 0,-109 3 1569 0 0,162-12-1878 0 0,6 1 2462 0 0,-89 2 1237 0 0,18 0 0 0 0,-113 11 13 0 0,48-2 2500 0 0,40 4 2384 0 0,-241 7-3152 0 0,116-18 0 0 0,-175 15-1438 0 0,-13 1-146 0 0,-8 2-65 0 0,-103-9 1821 0 0,74 9-889 0 0,-69-13 1 0 0,91 12-1200 0 0,0 0 0 0 0,0-2 1 0 0,0 0-1 0 0,1 0 0 0 0,-1-1 1 0 0,1-1-1 0 0,-19-13 0 0 0,26 16 39 0 0,0-1-1 0 0,1 0 0 0 0,-1 0 0 0 0,1 0 1 0 0,0-1-1 0 0,0 1 0 0 0,-6-11 1 0 0,8 12 70 0 0,0 0-1 0 0,0 0 1 0 0,-1 0 0 0 0,1 1 0 0 0,-1 0 0 0 0,0-1 0 0 0,0 1-1 0 0,0 1 1 0 0,0-1 0 0 0,-5-2 0 0 0,-7-2 184 0 0,-25-8 0 0 0,38 15-122 0 0,8 5 40 0 0,6 4 52 0 0,-10-9-88 0 0,18 13 230 0 0,39 22-1 0 0,-8-6 64 0 0,-17-7-146 0 0,94 58 588 0 0,-96-63-518 0 0,2 0-1 0 0,39 13 0 0 0,62 13 461 0 0,-133-42-680 0 0,28 13 110 0 0,-28-14-104 0 0,0 1 1 0 0,0 0-1 0 0,0-1 1 0 0,0 1 0 0 0,0 0-1 0 0,0 0 1 0 0,-1 0 0 0 0,1-1-1 0 0,0 1 1 0 0,-1 0 0 0 0,1 2-1 0 0,0-3-4 0 0,-1 1 0 0 0,0-1 1 0 0,0 0-1 0 0,0 1 0 0 0,0-1 0 0 0,0 1 0 0 0,0-1 0 0 0,0 1 0 0 0,0-1 1 0 0,0 1-1 0 0,0-1 0 0 0,0 1 0 0 0,0-1 0 0 0,0 1 0 0 0,-1-1 0 0 0,1 1 0 0 0,0-1 1 0 0,0 1-1 0 0,0-1 0 0 0,-1 0 0 0 0,1 1 0 0 0,0-1 0 0 0,-1 1 0 0 0,1-1 0 0 0,0 0 1 0 0,-1 1-1 0 0,-3 3 33 0 0,0-1-1 0 0,-1 0 1 0 0,1 0 0 0 0,-1 0 0 0 0,1 0 0 0 0,-1-1 0 0 0,0 0 0 0 0,-9 3-1 0 0,-45 9 277 0 0,35-10-104 0 0,-19 6 23 0 0,-287 57 714 0 0,176-36-945 0 0,77-13 0 0 0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5:18.03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495 42 6553 0 0,'12'-13'101'0'0,"-9"9"-48"0"0,0 0 0 0 0,1 0 0 0 0,-1 1 0 0 0,1-1 0 0 0,0 1 0 0 0,6-4 0 0 0,-20 24 383 0 0,-83 73 1411 0 0,67-67-1126 0 0,-91 78 1355 0 0,-12 9 421 0 0,98-80-1305 0 0,-53 64 0 0 0,77-85-990 0 0,0 0 0 0 0,1 1 0 0 0,0-1 0 0 0,1 1 0 0 0,-8 19 0 0 0,13-27-163 0 0,-1 0-1 0 0,0 0 0 0 0,1 0 0 0 0,-1 1 0 0 0,1-1 1 0 0,0 0-1 0 0,0 0 0 0 0,-1 0 0 0 0,2 0 0 0 0,-1 0 1 0 0,0 1-1 0 0,0-1 0 0 0,1 0 0 0 0,-1 0 0 0 0,1 0 0 0 0,-1 0 1 0 0,1 0-1 0 0,0 0 0 0 0,0 0 0 0 0,0 0 0 0 0,0 0 1 0 0,0 0-1 0 0,1-1 0 0 0,-1 1 0 0 0,0 0 0 0 0,1-1 1 0 0,-1 1-1 0 0,1-1 0 0 0,0 0 0 0 0,-1 1 0 0 0,1-1 1 0 0,0 0-1 0 0,0 0 0 0 0,0 0 0 0 0,0 0 0 0 0,0 0 1 0 0,2 0-1 0 0,6 2 126 0 0,0 0 0 0 0,-1-1 1 0 0,1 0-1 0 0,0-1 1 0 0,0 0-1 0 0,17 0 0 0 0,63-9 1185 0 0,-63 5-1100 0 0,-7 1 51 0 0,80-7 1226 0 0,-85 9-1456 0 0,0 0 0 0 0,0 1 1 0 0,0 1-1 0 0,23 5 0 0 0,-5 4-70 0 0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5:21.13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0 164 6553 0 0,'2'-5'0'0'0,"0"0"0"0"0,0 0 0 0 0,1 0 0 0 0,-1 0 0 0 0,1 0 0 0 0,0 1 0 0 0,1-1 0 0 0,-1 1 0 0 0,1 0 0 0 0,0 0 0 0 0,0 0 0 0 0,0 1 0 0 0,0-1 0 0 0,0 1 0 0 0,1 0 0 0 0,0 0 0 0 0,0 1 0 0 0,-1-1 0 0 0,8-1 0 0 0,30-13 181 0 0,0 2-1 0 0,2 2 0 0 0,0 2 0 0 0,0 1 0 0 0,1 3 1 0 0,0 1-1 0 0,52 1 0 0 0,265 24 5409 0 0,-187-7-2924 0 0,-152-10-2374 0 0,88 2 1106 0 0,-91-5-988 0 0,1 0-1 0 0,0-1 1 0 0,26-7 0 0 0,-30 3-170 0 0,-13 1-86 0 0,-12 1-125 0 0,-19 2 572 0 0,6 2-519 0 0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5:21.35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34 105 6553 0 0,'-34'2'481'0'0,"44"3"-354"0"0,22-1 573 0 0,1-1 0 0 0,0-1 0 0 0,35-4 0 0 0,99-15 1590 0 0,-142 14-1802 0 0,259-36 2809 0 0,0-5-5260 0 0,-272 42 1795 0 0,20-3 133 0 0,0 0 0 0 0,0 3 0 0 0,0 0-1 0 0,38 4 1 0 0,-65-1 77 0 0,0 0-1 0 0,0 0 1 0 0,0 0 0 0 0,-1 0-1 0 0,1 1 1 0 0,8 3 0 0 0,-2 5 139 0 0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5:32.565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27 62 4607 0 0,'-1'-5'876'0'0,"0"0"0"0"0,-1 1-1 0 0,1-1 1 0 0,-1 0-1 0 0,0 0 1 0 0,0 1-1 0 0,0-1 1 0 0,-5-5 0 0 0,0-3 6712 0 0,9 14-7428 0 0,-1 0 0 0 0,0 0 1 0 0,0 0-1 0 0,0 0 1 0 0,0 1-1 0 0,0-1 0 0 0,-1 0 1 0 0,1 1-1 0 0,0-1 1 0 0,-1 1-1 0 0,2 1 1 0 0,2 13-110 0 0,1-1 0 0 0,-2 1 0 0 0,0 0 0 0 0,1 27 1 0 0,-3-9 103 0 0,-5 45 0 0 0,2-49-72 0 0,1 1-1 0 0,4 41 1 0 0,-2-58-56 0 0,1 1 0 0 0,1-1 0 0 0,0 0 0 0 0,1 0 0 0 0,1-1 0 0 0,0 1 0 0 0,8 14 0 0 0,-12-26-22 0 0,0 0 1 0 0,0 0-1 0 0,0 0 0 0 0,0 0 1 0 0,1 0-1 0 0,-1 0 0 0 0,1-1 1 0 0,0 1-1 0 0,-1-1 0 0 0,1 1 1 0 0,3 2-1 0 0,-3-5-1549 0 0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5:33.312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355 308 3223 0 0,'-1'-2'611'0'0,"0"0"0"0"0,0 1 0 0 0,0-1-1 0 0,0 0 1 0 0,0 1 0 0 0,1-1-1 0 0,-1 0 1 0 0,1 0 0 0 0,-1 0-1 0 0,1 1 1 0 0,0-1 0 0 0,-1-4 0 0 0,1-28 4414 0 0,1 21-3647 0 0,-2 3-816 0 0,1 0 0 0 0,-1-1 0 0 0,-1 1 0 0 0,0 0 1 0 0,0-1-1 0 0,-1 1 0 0 0,0 1 0 0 0,-8-17 0 0 0,6 18-522 0 0,1 0 0 0 0,-1 0 0 0 0,-1 0 0 0 0,1 1 0 0 0,-1 0-1 0 0,-1 0 1 0 0,1 0 0 0 0,-1 1 0 0 0,0 0 0 0 0,-1 1 0 0 0,1-1 0 0 0,-1 1 0 0 0,0 1-1 0 0,-1-1 1 0 0,-15-5 0 0 0,13 6-40 0 0,0 0 0 0 0,-1 1 0 0 0,1 0 0 0 0,-1 1 0 0 0,-20-1 0 0 0,29 3 0 0 0,-1 0 0 0 0,0 0 0 0 0,1 1 0 0 0,-1-1 0 0 0,0 1 0 0 0,1 0 0 0 0,-1 0 0 0 0,1 0 0 0 0,-1 1 0 0 0,1-1 0 0 0,-1 1 0 0 0,1 0 0 0 0,0 0 0 0 0,0 0 0 0 0,0 0 0 0 0,0 1 0 0 0,0-1 0 0 0,1 1 0 0 0,-1-1 0 0 0,1 1 0 0 0,-1 0 0 0 0,-1 4 0 0 0,-2 2 0 0 0,2 0 0 0 0,-1 0 0 0 0,1 0 0 0 0,1 1 0 0 0,-1-1 0 0 0,2 1 0 0 0,-1 0 0 0 0,1 0 0 0 0,1 0 0 0 0,0 0 0 0 0,0 0 0 0 0,1 0 0 0 0,2 17 0 0 0,0-10 0 0 0,1 0 0 0 0,1 0 0 0 0,1 0 0 0 0,0-1 0 0 0,2 1 0 0 0,-1-1 0 0 0,11 16 0 0 0,-14-27 0 0 0,0 0-1 0 0,0 0 1 0 0,1 0 0 0 0,0 0-1 0 0,0-1 1 0 0,0 0 0 0 0,0 0-1 0 0,1 0 1 0 0,0 0 0 0 0,-1 0-1 0 0,1-1 1 0 0,1 0 0 0 0,-1 0-1 0 0,11 4 1 0 0,-12-6 3 0 0,0 0 0 0 0,0 0 0 0 0,1 0 0 0 0,-1 0 0 0 0,1-1 1 0 0,-1 0-1 0 0,1 1 0 0 0,-1-2 0 0 0,1 1 0 0 0,-1 0 0 0 0,1-1 0 0 0,-1 0 0 0 0,0 0 0 0 0,1 0 1 0 0,-1-1-1 0 0,0 0 0 0 0,0 1 0 0 0,0-1 0 0 0,0-1 0 0 0,5-2 0 0 0,-3 0 29 0 0,-1 0-1 0 0,1 0 1 0 0,-1-1 0 0 0,0 1-1 0 0,0-1 1 0 0,-1 0 0 0 0,1-1-1 0 0,-2 1 1 0 0,1-1 0 0 0,0 1-1 0 0,-1-1 1 0 0,-1 0 0 0 0,4-11-1 0 0,-2 2-5 0 0,-1 1-1 0 0,-1-1 1 0 0,0 1-1 0 0,-1-1 1 0 0,-2-24-1 0 0,-1 18 28 0 0,2 21-49 0 0,0 0 0 0 0,-1 0 0 0 0,1 0 0 0 0,0 0 0 0 0,0 0 0 0 0,-1 0 0 0 0,1 0 0 0 0,0 0 0 0 0,-1 0 0 0 0,1 0 0 0 0,-1 0-1 0 0,0 0 1 0 0,1 0 0 0 0,-1 0 0 0 0,0 0 0 0 0,1 0 0 0 0,-3-1 0 0 0,3 3 5 0 0,-1-1 0 0 0,0 0-1 0 0,1 0 1 0 0,-1 1 0 0 0,1-1-1 0 0,-1 0 1 0 0,0 1 0 0 0,1-1-1 0 0,-1 0 1 0 0,1 1 0 0 0,-1-1-1 0 0,1 1 1 0 0,-1-1 0 0 0,1 1-1 0 0,-1-1 1 0 0,1 1 0 0 0,0 0-1 0 0,-1-1 1 0 0,1 1 0 0 0,0-1 0 0 0,-1 1-1 0 0,1 0 1 0 0,0-1 0 0 0,0 1-1 0 0,0 0 1 0 0,-1 1 0 0 0,-5 19 152 0 0,4-8-145 0 0,1 0-1 0 0,0 0 0 0 0,0 0 1 0 0,2 0-1 0 0,-1 0 1 0 0,2-1-1 0 0,4 20 1 0 0,-5-24 13 0 0,2 1 0 0 0,-1-1 0 0 0,1 0 1 0 0,0 0-1 0 0,1-1 0 0 0,0 1 1 0 0,0-1-1 0 0,0 1 0 0 0,1-1 0 0 0,0-1 1 0 0,1 1-1 0 0,7 7 0 0 0,-9-11 30 0 0,0 0 1 0 0,-1-1-1 0 0,1 1 1 0 0,0-1-1 0 0,0 0 0 0 0,1 0 1 0 0,-1 0-1 0 0,0 0 0 0 0,0-1 1 0 0,1 0-1 0 0,-1 0 0 0 0,1 0 1 0 0,0 0-1 0 0,-1-1 0 0 0,1 0 1 0 0,-1 0-1 0 0,1 0 0 0 0,0 0 1 0 0,5-2-1 0 0,1 0-63 0 0,-1-1 0 0 0,0 0 0 0 0,15-7 0 0 0,10-7-2836 0 0,-9 4-1611 0 0,-12 7-3629 0 0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5:34.449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0 60 6447 0 0,'5'-15'3923'0'0,"7"-30"5888"0"0,-12 49-9640 0 0,-1-1 1 0 0,1 0-1 0 0,0 1 1 0 0,0-1-1 0 0,0 0 1 0 0,1 1-1 0 0,-1-1 1 0 0,1 0-1 0 0,0 1 1 0 0,2 4-1 0 0,1 1-8 0 0,1 0-1 0 0,6 10 1 0 0,-6-12-125 0 0,0 1 0 0 0,-1-1 0 0 0,5 13 0 0 0,-8-13-17 0 0,0-1 0 0 0,-1 1 0 0 0,1-1 0 0 0,-1 1 0 0 0,-1-1 0 0 0,1 1 0 0 0,-1-1 0 0 0,0 1 0 0 0,0-1-1 0 0,-3 8 1 0 0,-3 18 169 0 0,6-27-158 0 0,-4 26 260 0 0,2 1 0 0 0,1 0 0 0 0,1 34 0 0 0,2-61-252 0 0,0 0-1 0 0,0 0 1 0 0,0 0 0 0 0,1 0-1 0 0,-1 0 1 0 0,4 6-1 0 0,-5-11-74 0 0,0 0-1 0 0,0 0 0 0 0,1 1 1 0 0,-1-1-1 0 0,0 0 0 0 0,0 0 1 0 0,0 1-1 0 0,0-1 0 0 0,1 0 0 0 0,-1 0 1 0 0,0 0-1 0 0,0 0 0 0 0,0 0 1 0 0,1 1-1 0 0,-1-1 0 0 0,0 0 1 0 0,0 0-1 0 0,1 0 0 0 0,-1 0 0 0 0,0 0 1 0 0,0 0-1 0 0,1 0 0 0 0,-1 0 1 0 0,0 0-1 0 0,0 0 0 0 0,1 0 1 0 0,-1 0-1 0 0,0 0 0 0 0,0 0 1 0 0,1 0-1 0 0,-1 0 0 0 0,0 0 0 0 0,1 0 1 0 0,-1 0-1 0 0,0 0 0 0 0,0 0 1 0 0,0 0-1 0 0,1-1 0 0 0,-1 1 1 0 0,0 0-1 0 0,0 0 0 0 0,1 0 0 0 0,-1 0 1 0 0,0 0-1 0 0,0-1 0 0 0,0 1 1 0 0,0 0-1 0 0,1 0 0 0 0,-1-1 1 0 0,0 1-1 0 0,0 0 0 0 0,0 0 0 0 0,0 0 1 0 0,0-1-1 0 0,0 1 0 0 0,0 0 1 0 0,1-1-1 0 0,-1 1 0 0 0,0 0 1 0 0,0 0-1 0 0,0-1 0 0 0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5:34.996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1 89 9215 0 0,'0'-8'863'0'0,"2"0"0"0"0,-1 0 0 0 0,1 0-1 0 0,0 0 1 0 0,1 0 0 0 0,5-12 0 0 0,-3 8 1081 0 0,-5 12-1843 0 0,1-1-1 0 0,-1 1 1 0 0,0 0-1 0 0,0-1 1 0 0,0 1-1 0 0,0-1 0 0 0,0 1 1 0 0,0 0-1 0 0,1-1 1 0 0,-1 1-1 0 0,0-1 1 0 0,0 1-1 0 0,1 0 1 0 0,-1-1-1 0 0,0 1 1 0 0,1 0-1 0 0,-1-1 1 0 0,0 1-1 0 0,1 0 0 0 0,-1 0 1 0 0,0-1-1 0 0,1 1 1 0 0,-1 0-1 0 0,0 0 1 0 0,1 0-1 0 0,-1 0 1 0 0,1-1-1 0 0,0 1 1 0 0,-1 1-15 0 0,1-1 1 0 0,-1 0 0 0 0,1 1-1 0 0,-1-1 1 0 0,1 0 0 0 0,-1 1-1 0 0,0-1 1 0 0,1 1 0 0 0,-1-1-1 0 0,0 1 1 0 0,1-1 0 0 0,-1 1-1 0 0,0-1 1 0 0,1 1 0 0 0,-1-1-1 0 0,0 1 1 0 0,0 0-1 0 0,9 30 687 0 0,-9-30-767 0 0,29 197 680 0 0,-24-156-584 0 0,5 94 147 0 0,-6-54-149 0 0,-4-78-58 0 0,0-1 0 0 0,0 1 0 0 0,1-1 0 0 0,-1 0 0 0 0,1 1 0 0 0,-1-1-1 0 0,1 0 1 0 0,0 1 0 0 0,1 2 0 0 0,6-21 214 0 0,-1-3-163 0 0,0 0-1 0 0,2 1 1 0 0,0 0-1 0 0,20-27 1 0 0,-23 36-83 0 0,1 0 0 0 0,0 0 1 0 0,1 0-1 0 0,0 1 0 0 0,0 0 1 0 0,1 0-1 0 0,-1 1 0 0 0,1 1 1 0 0,1-1-1 0 0,10-4 0 0 0,-15 8 10 0 0,-1 1-1 0 0,1-1 1 0 0,-1 1 0 0 0,1 0-1 0 0,0 0 1 0 0,0 0-1 0 0,-1 0 1 0 0,1 1 0 0 0,0 0-1 0 0,0 0 1 0 0,0 0-1 0 0,0 1 1 0 0,8 2 0 0 0,-9-2-13 0 0,-1 0 1 0 0,0 1 0 0 0,1 0 0 0 0,-1-1 0 0 0,0 1 0 0 0,0 0 0 0 0,0 1 0 0 0,0-1-1 0 0,-1 1 1 0 0,1-1 0 0 0,-1 1 0 0 0,1 0 0 0 0,-1 0 0 0 0,0 0 0 0 0,0 0 0 0 0,0 0-1 0 0,0 0 1 0 0,2 7 0 0 0,-2-4-1 0 0,0 0 0 0 0,0 0-1 0 0,-1 0 1 0 0,1 0 0 0 0,-1 1-1 0 0,0-1 1 0 0,-1 0 0 0 0,0 1 0 0 0,0-1-1 0 0,-1 10 1 0 0,0-12 1 0 0,0 1 1 0 0,0-1-1 0 0,-1 0 0 0 0,1 1 1 0 0,-1-1-1 0 0,0 0 1 0 0,0 0-1 0 0,-1 0 0 0 0,1-1 1 0 0,-1 1-1 0 0,0 0 1 0 0,0-1-1 0 0,0 0 0 0 0,0 1 1 0 0,-7 3-1 0 0,-1 1 10 0 0,-1 0 1 0 0,0-1-1 0 0,-1-1 0 0 0,1 0 1 0 0,-1-1-1 0 0,0 0 0 0 0,-24 5 1 0 0,10-5 171 0 0,1-1 0 0 0,-1-2 1 0 0,-28 0-1 0 0,26-5-59 0 0,29 2-128 0 0,-1 1 0 0 0,0 0-1 0 0,0 0 1 0 0,1 0 0 0 0,-1 0 0 0 0,0 0 0 0 0,1-1-1 0 0,-1 1 1 0 0,0 0 0 0 0,1-1 0 0 0,-1 1-1 0 0,0 0 1 0 0,1-1 0 0 0,-1 1 0 0 0,1-1 0 0 0,-1 1-1 0 0,0-1 1 0 0,1 1 0 0 0,-1-1 0 0 0,1 0 0 0 0,0 1-1 0 0,-1-1 1 0 0,1 0 0 0 0,-1 1 0 0 0,1-1-1 0 0,0 0 1 0 0,0 1 0 0 0,-1-1 0 0 0,1 0 0 0 0,0 1-1 0 0,0-3 1 0 0,2-2-1778 0 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5:48.715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39 1 1375 0 0,'-1'0'18'0'0,"0"0"-1"0"0,-1 0 0 0 0,1 1 0 0 0,0-1 0 0 0,0 1 0 0 0,0-1 0 0 0,0 1 0 0 0,0-1 0 0 0,0 1 0 0 0,0 0 0 0 0,0-1 0 0 0,0 1 0 0 0,0 0 0 0 0,0 0 0 0 0,0-1 0 0 0,0 1 0 0 0,1 0 0 0 0,-1 0 0 0 0,0 0 0 0 0,1 0 1 0 0,-1 0-1 0 0,0 1 0 0 0,1-1 0 0 0,-1 0 0 0 0,1 0 0 0 0,-1 2 0 0 0,-1 4 162 0 0,0 1 0 0 0,-2 15-1 0 0,3-17-95 0 0,-2 13 148 0 0,1-1-1 0 0,2 1 0 0 0,1 24 0 0 0,10 56-317 0 0,-10-92 23 0 0,0 1-115 0 0,1 0 1 0 0,0 0 0 0 0,3 10-1 0 0,5 4-197 0 0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5:49.474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57 7 3223 0 0,'0'0'8'0'0,"0"0"-1"0"0,0-1 1 0 0,0 1-1 0 0,0-1 0 0 0,0 1 1 0 0,-1 0-1 0 0,1-1 1 0 0,0 1-1 0 0,0 0 0 0 0,-1-1 1 0 0,1 1-1 0 0,0 0 0 0 0,-1-1 1 0 0,1 1-1 0 0,0 0 1 0 0,-1 0-1 0 0,1-1 0 0 0,0 1 1 0 0,-1 0-1 0 0,1 0 1 0 0,0 0-1 0 0,-1 0 0 0 0,1 0 1 0 0,-1-1-1 0 0,1 1 0 0 0,0 0 1 0 0,-1 0-1 0 0,1 0 1 0 0,-1 0-1 0 0,1 0 0 0 0,0 0 1 0 0,-1 0-1 0 0,1 0 1 0 0,-1 0-1 0 0,1 0 0 0 0,0 1 1 0 0,-1-1-1 0 0,1 0 0 0 0,-1 0 1 0 0,-14 13 227 0 0,12-8-219 0 0,-1 0 0 0 0,1 1 1 0 0,0-1-1 0 0,0 1 0 0 0,1-1 0 0 0,0 1 0 0 0,0 0 0 0 0,0 0 0 0 0,0 0 0 0 0,1 0 1 0 0,0 0-1 0 0,1 0 0 0 0,-1 0 0 0 0,1 0 0 0 0,0 0 0 0 0,2 8 0 0 0,1 12-58 0 0,2 0 0 0 0,11 37 0 0 0,-11-47-237 0 0,0 4-159 0 0,11 42 118 0 0,-15-54 302 0 0,0 0 0 0 0,0 0 0 0 0,0-1 0 0 0,-1 1 0 0 0,-2 15 0 0 0,2-22 15 0 0,0-1 0 0 0,0 1-1 0 0,0-1 1 0 0,-1 1 0 0 0,1-1 0 0 0,0 1 0 0 0,0-1 0 0 0,0 1 0 0 0,-1-1-1 0 0,1 0 1 0 0,0 1 0 0 0,0-1 0 0 0,-1 1 0 0 0,1-1 0 0 0,0 0 0 0 0,-1 1 0 0 0,1-1-1 0 0,0 0 1 0 0,-1 1 0 0 0,1-1 0 0 0,-1 0 0 0 0,1 1 0 0 0,-1-1 0 0 0,1 0-1 0 0,0 0 1 0 0,-1 0 0 0 0,1 1 0 0 0,-1-1 0 0 0,1 0 0 0 0,-1 0 0 0 0,1 0 0 0 0,-1 0-1 0 0,1 0 1 0 0,-1 0 0 0 0,1 0 0 0 0,-1 0 0 0 0,1 0 0 0 0,-1 0 0 0 0,0 0-1 0 0,-3-1 4 0 0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5:51.496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44 287 2759 0 0,'-7'12'13123'0'0,"12"-12"-12998"0"0,0 0 0 0 0,0 0 0 0 0,-1 0 1 0 0,1-1-1 0 0,0 0 0 0 0,-1 0 0 0 0,1 0 0 0 0,0 0 0 0 0,-1-1 0 0 0,0 0 1 0 0,1 0-1 0 0,-1 0 0 0 0,0 0 0 0 0,4-3 0 0 0,-1-1-51 0 0,0 0-1 0 0,-1 0 1 0 0,0-1-1 0 0,0 0 1 0 0,0 0-1 0 0,-1 0 1 0 0,0-1 0 0 0,-1 1-1 0 0,1-1 1 0 0,-1 0-1 0 0,-1-1 1 0 0,3-8-1 0 0,-4 11-29 0 0,-1 0-1 0 0,0 0 0 0 0,0 1 1 0 0,0-1-1 0 0,-1 0 1 0 0,0 0-1 0 0,0 0 0 0 0,-1 0 1 0 0,1 0-1 0 0,-1 0 1 0 0,-1 1-1 0 0,1-1 0 0 0,-1 0 1 0 0,0 1-1 0 0,0-1 1 0 0,-1 1-1 0 0,1-1 0 0 0,-1 1 1 0 0,-5-6-1 0 0,4 6-43 0 0,0 0 0 0 0,-1 0 0 0 0,1 0 0 0 0,-1 1 0 0 0,0-1 0 0 0,0 1 0 0 0,-1 1 0 0 0,1-1 0 0 0,-1 1 0 0 0,-11-5 0 0 0,15 7 0 0 0,0 0 0 0 0,-1 0 0 0 0,1 1 0 0 0,0-1 0 0 0,-1 1 0 0 0,1-1 0 0 0,0 1 0 0 0,-1 0 0 0 0,1 0 0 0 0,0 0 0 0 0,-1 0 0 0 0,1 1 0 0 0,0-1 0 0 0,-1 1 0 0 0,1-1 0 0 0,0 1 0 0 0,0 0 0 0 0,-1 0 0 0 0,1 0 0 0 0,0 0 0 0 0,0 0 0 0 0,0 0 0 0 0,0 0 0 0 0,0 1 0 0 0,0-1 0 0 0,1 1 0 0 0,-1 0 0 0 0,0-1 0 0 0,1 1 0 0 0,-1 0 0 0 0,1 0 0 0 0,0 0 0 0 0,-2 3 0 0 0,0 2 11 0 0,-1 0 0 0 0,1 1 0 0 0,1-1 0 0 0,0 1 0 0 0,0 0-1 0 0,0-1 1 0 0,1 1 0 0 0,0 0 0 0 0,0 0 0 0 0,1 0 0 0 0,0 0 0 0 0,1 0 0 0 0,0 0-1 0 0,0 0 1 0 0,3 9 0 0 0,4 13 83 0 0,1-1-1 0 0,23 46 0 0 0,-19-46-51 0 0,42 91 456 0 0,35 89 199 0 0,-78-174-584 0 0,-12-31-103 0 0,1-1 0 0 0,0 1 0 0 0,-1-1 1 0 0,1 1-1 0 0,-1 0 0 0 0,0-1 1 0 0,0 1-1 0 0,-1 4 0 0 0,1-8-16 0 0,-1 0-1 0 0,1 0 1 0 0,0 0-1 0 0,0 0 0 0 0,-1 0 1 0 0,1 0-1 0 0,0 0 1 0 0,0 0-1 0 0,-1 0 1 0 0,1 0-1 0 0,0-1 0 0 0,0 1 1 0 0,-1 0-1 0 0,1 0 1 0 0,0 0-1 0 0,0 0 1 0 0,-1 0-1 0 0,1 0 1 0 0,0-1-1 0 0,0 1 0 0 0,0 0 1 0 0,0 0-1 0 0,-1 0 1 0 0,1 0-1 0 0,0-1 1 0 0,0 1-1 0 0,0 0 1 0 0,0 0-1 0 0,-1-1 0 0 0,1 1 1 0 0,0 0-1 0 0,0 0 1 0 0,0-1-1 0 0,-7-8-702 0 0,1 1-303 0 0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5:51.681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17 79 919 0 0,'-8'-3'-1077'0'0,"2"-1"3988"0"0,6 4-2683 0 0,0 0-1 0 0,-1 0 0 0 0,1-1 1 0 0,0 1-1 0 0,0 0 0 0 0,0-1 0 0 0,0 1 1 0 0,-1 0-1 0 0,1 0 0 0 0,0-1 0 0 0,0 1 1 0 0,0 0-1 0 0,0-1 0 0 0,0 1 0 0 0,0 0 1 0 0,0-1-1 0 0,0 1 0 0 0,0 0 1 0 0,0-1-1 0 0,4-5 7793 0 0,2 3-6726 0 0,17-7 165 0 0,0 0 1 0 0,40-9 0 0 0,-42 14-1829 0 0,1 0 0 0 0,0 2 0 0 0,34-2 1 0 0,-44 5-6638 0 0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5:52.008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74 81 5527 0 0,'0'-12'21'0'0,"-1"-24"1405"0"0,1 34-1174 0 0,0 0-1 0 0,-1 0 1 0 0,1 0-1 0 0,-1 0 1 0 0,1 0-1 0 0,-1 0 1 0 0,0 0-1 0 0,1 1 1 0 0,-1-1 0 0 0,0 0-1 0 0,0 1 1 0 0,0-1-1 0 0,0 0 1 0 0,-3-2-1 0 0,4 4-160 0 0,-1 0 0 0 0,1 0 0 0 0,0-1 0 0 0,-1 1 0 0 0,1 0 0 0 0,0 0 0 0 0,-1 0 0 0 0,1-1 0 0 0,-1 1-1 0 0,1 0 1 0 0,0 0 0 0 0,-1 0 0 0 0,1 0 0 0 0,-1 0 0 0 0,1 0 0 0 0,0 0 0 0 0,-1 0 0 0 0,1 0 0 0 0,-1 0 0 0 0,1 0 0 0 0,0 0-1 0 0,-1 0 1 0 0,1 0 0 0 0,-1 0 0 0 0,1 0 0 0 0,0 0 0 0 0,-1 1 0 0 0,-9 9 1239 0 0,-2 17-223 0 0,11-26-999 0 0,-4 16 527 0 0,0 0 0 0 0,1 1 0 0 0,-3 28-1 0 0,3 55 1043 0 0,4-75-1373 0 0,1 1 0 0 0,1-1-1 0 0,1 1 1 0 0,2-1 0 0 0,0 0 0 0 0,2-1 0 0 0,10 26-1 0 0,-15-47-294 0 0,-1-1-1 0 0,1 0 0 0 0,0 1 0 0 0,0-1 1 0 0,0 0-1 0 0,1 0 0 0 0,-1-1 0 0 0,1 1 0 0 0,-1 0 1 0 0,1-1-1 0 0,0 1 0 0 0,0-1 0 0 0,0 0 0 0 0,5 2 1 0 0,-5-2-343 0 0,-1-2 1 0 0,1 1-1 0 0,-1 0 1 0 0,1 0 0 0 0,-1-1-1 0 0,1 1 1 0 0,5-1 0 0 0,-2 0-6889 0 0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5:52.535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0 150 2303 0 0,'1'-9'896'0'0,"0"1"0"0"0,0-1 0 0 0,1 0 0 0 0,1 1 0 0 0,-1-1-1 0 0,1 1 1 0 0,1 0 0 0 0,-1 0 0 0 0,2 0 0 0 0,4-8 0 0 0,-9 16-823 0 0,2-3 302 0 0,0-1 0 0 0,1 1 0 0 0,-1 0-1 0 0,0 0 1 0 0,1 0 0 0 0,0 1 0 0 0,0-1 0 0 0,0 1-1 0 0,0-1 1 0 0,0 1 0 0 0,0 0 0 0 0,0 0-1 0 0,1 1 1 0 0,-1-1 0 0 0,1 0 0 0 0,0 1-1 0 0,-1 0 1 0 0,1 0 0 0 0,5-1 0 0 0,-6 2-282 0 0,0 0 0 0 0,-1 0 0 0 0,1 0 0 0 0,0 0 0 0 0,-1 1 0 0 0,1-1 0 0 0,-1 1 0 0 0,1-1 0 0 0,0 1 0 0 0,-1 0 0 0 0,1 0 0 0 0,-1 0 0 0 0,0 0-1 0 0,1 1 1 0 0,-1-1 0 0 0,0 0 0 0 0,0 1 0 0 0,0 0 0 0 0,0 0 0 0 0,0-1 0 0 0,0 1 0 0 0,0 0 0 0 0,-1 1 0 0 0,1-1 0 0 0,-1 0 0 0 0,1 0 0 0 0,-1 1 0 0 0,2 3 0 0 0,0 2-93 0 0,0 0 0 0 0,-1 1 0 0 0,0-1 0 0 0,0 1 0 0 0,-1-1 0 0 0,0 1 0 0 0,0 0 0 0 0,-1 0 0 0 0,0-1 0 0 0,-1 1 0 0 0,-1 9 0 0 0,-4 11 0 0 0,-19 55 0 0 0,3-13 0 0 0,19-60 0 0 0,-1 7 0 0 0,4-18 0 0 0,0 0 0 0 0,0 0 0 0 0,0 0 0 0 0,0 0 0 0 0,0 0 0 0 0,0 0 0 0 0,0 0 0 0 0,0 0 0 0 0,0 0 0 0 0,0 0 0 0 0,0 0 0 0 0,0 0 0 0 0,0 0 0 0 0,0 0 0 0 0,0 0 0 0 0,0 0 0 0 0,0 0 0 0 0,0 0 0 0 0,0 0 0 0 0,0 0 0 0 0,0 0 0 0 0,0 0 0 0 0,0 0 0 0 0,1 0 0 0 0,-1 0 0 0 0,0 0 0 0 0,0 0 0 0 0,0 0 0 0 0,0 0 0 0 0,0 0 0 0 0,0 0 0 0 0,0 0 0 0 0,0 0 0 0 0,0 0 0 0 0,0 0 0 0 0,0 0 0 0 0,0 0 0 0 0,0 0 0 0 0,0 0 0 0 0,0 0 0 0 0,0 0 0 0 0,0 0 0 0 0,6-12 0 0 0,9-20 0 0 0,64-149 0 0 0,-54 124 0 0 0,9-23 0 0 0,-32 73 0 0 0,-4 6 0 0 0,-1 6 0 0 0,-4 5 0 0 0,0 3 0 0 0,0 1 0 0 0,1 0 0 0 0,1 0 0 0 0,0 0 0 0 0,-4 27 0 0 0,5-19 0 0 0,2 1 0 0 0,0 0 0 0 0,2 26 0 0 0,0-43-1 0 0,1 0 0 0 0,-1 0 0 0 0,1 0 0 0 0,1 0 1 0 0,-1 0-1 0 0,1 0 0 0 0,0 0 0 0 0,1-1 0 0 0,3 9 0 0 0,-4-12 8 0 0,-1 0 1 0 0,0 0-1 0 0,1-1 1 0 0,-1 1-1 0 0,1 0 1 0 0,-1-1-1 0 0,1 1 1 0 0,0-1-1 0 0,-1 1 1 0 0,1-1-1 0 0,0 0 1 0 0,0 0-1 0 0,0 0 1 0 0,0 0-1 0 0,0 0 1 0 0,0 0-1 0 0,1-1 1 0 0,-1 1-1 0 0,0 0 1 0 0,0-1-1 0 0,0 0 1 0 0,1 0-1 0 0,-1 0 1 0 0,0 0-1 0 0,0 0 1 0 0,1 0-1 0 0,-1 0 1 0 0,4-2-1 0 0,1 0-119 0 0,0 0 0 0 0,0-1 0 0 0,0 0 0 0 0,0 0 0 0 0,0 0 0 0 0,-1-1 0 0 0,1 0-1 0 0,-1-1 1 0 0,0 0 0 0 0,-1 1 0 0 0,1-2 0 0 0,-1 1 0 0 0,0-1 0 0 0,5-6 0 0 0,-6 3-7407 0 0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5:52.679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1 84 8287 0 0,'0'-1'83'0'0,"0"1"-1"0"0,0 0 1 0 0,0-1-1 0 0,0 1 1 0 0,0-1-1 0 0,0 1 1 0 0,0 0-1 0 0,0-1 1 0 0,0 1-1 0 0,0-1 1 0 0,1 1-1 0 0,-1 0 1 0 0,0-1-1 0 0,0 1 1 0 0,0 0-1 0 0,1-1 1 0 0,-1 1-1 0 0,0 0 1 0 0,0-1-1 0 0,1 1 1 0 0,-1 0-1 0 0,0 0 1 0 0,0-1-1 0 0,1 1 1 0 0,-1 0-1 0 0,0 0 1 0 0,1-1-1 0 0,14-10 2516 0 0,-11 8-1731 0 0,3-3 539 0 0,1 1-1 0 0,0 0 1 0 0,13-7 0 0 0,-8 7-666 0 0,0 0 1 0 0,14-4-1 0 0,-12 5-1014 0 0,1 1 1 0 0,0 1-1 0 0,1 0 0 0 0,26 1 1 0 0,-19 2-7090 0 0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5:52.971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33 232 919 0 0,'-3'-4'1078'0'0,"0"0"-1"0"0,0 0 1 0 0,0 0-1 0 0,1-1 1 0 0,-1 1-1 0 0,1-1 1 0 0,0 1-1 0 0,1-1 1 0 0,-1 0-1 0 0,1 0 1 0 0,-1-7-1 0 0,-3-31 5370 0 0,5 17-6697 0 0,0 15 541 0 0,1 0 0 0 0,2-16 1 0 0,-2 22-223 0 0,0 1 0 0 0,0 0 0 0 0,1-1 1 0 0,-1 1-1 0 0,1 0 0 0 0,0 0 1 0 0,0 0-1 0 0,5-7 0 0 0,-6 10-66 0 0,-1 1 0 0 0,0-1 0 0 0,1 1-1 0 0,-1-1 1 0 0,0 1 0 0 0,1-1 0 0 0,-1 1 0 0 0,1 0 0 0 0,-1-1-1 0 0,1 1 1 0 0,-1 0 0 0 0,1-1 0 0 0,-1 1 0 0 0,1 0-1 0 0,-1-1 1 0 0,1 1 0 0 0,-1 0 0 0 0,1 0 0 0 0,0 0 0 0 0,-1 0-1 0 0,1 0 1 0 0,-1 0 0 0 0,1 0 0 0 0,0 0 0 0 0,-1 0-1 0 0,2 0 1 0 0,-2 0 8 0 0,1 1 0 0 0,0-1 0 0 0,0 1 0 0 0,0-1-1 0 0,-1 1 1 0 0,1-1 0 0 0,0 1 0 0 0,-1 0 0 0 0,1-1-1 0 0,-1 1 1 0 0,1 0 0 0 0,0 0 0 0 0,-1 0 0 0 0,0-1 0 0 0,1 2-1 0 0,2 4 67 0 0,-1 1 0 0 0,0-1-1 0 0,2 11 1 0 0,-4-16-73 0 0,4 23 98 0 0,-1 0 0 0 0,-1 37 0 0 0,-3-38-86 0 0,2-1-1 0 0,1 0 1 0 0,6 30-1 0 0,-7-49 8 0 0,0 1 0 0 0,0-1-1 0 0,0 0 1 0 0,0 0 0 0 0,3 5 0 0 0,-3-7-137 0 0,0 0 1 0 0,-1 0-1 0 0,1 0 1 0 0,0 0 0 0 0,0-1-1 0 0,0 1 1 0 0,0 0-1 0 0,0 0 1 0 0,0-1-1 0 0,0 1 1 0 0,0 0-1 0 0,0-1 1 0 0,0 1 0 0 0,0-1-1 0 0,0 1 1 0 0,1-1-1 0 0,1 1 1 0 0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5:53.179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0 20 14743 0 0,'1'-1'67'0'0,"-1"0"-1"0"0,0 0 1 0 0,1 0-1 0 0,-1 0 1 0 0,1 0-1 0 0,-1 0 1 0 0,1 0-1 0 0,-1 0 1 0 0,1 0-1 0 0,0 0 1 0 0,-1 1-1 0 0,1-1 1 0 0,0 0-1 0 0,0 0 1 0 0,-1 1-1 0 0,1-1 1 0 0,0 0-1 0 0,0 1 1 0 0,0-1-1 0 0,0 1 1 0 0,0-1-1 0 0,0 1 1 0 0,0 0-1 0 0,0-1 1 0 0,0 1-1 0 0,0 0 0 0 0,1 0 1 0 0,2 0 82 0 0,-1 1 0 0 0,0-1 0 0 0,1 1 0 0 0,-1 0 0 0 0,0 0 0 0 0,0 0 0 0 0,4 3 0 0 0,2 0 349 0 0,4 1-243 0 0,-1 2 0 0 0,0 0 0 0 0,0 0 0 0 0,-1 1 0 0 0,0 0 0 0 0,-1 1-1 0 0,1 0 1 0 0,-2 1 0 0 0,1 0 0 0 0,-1 0 0 0 0,-1 1 0 0 0,0 1 0 0 0,0-1 0 0 0,-1 1-1 0 0,-1 0 1 0 0,0 1 0 0 0,-1-1 0 0 0,7 25 0 0 0,-7-19-367 0 0,-1 1 0 0 0,-1-1 1 0 0,-1 0-1 0 0,0 1 0 0 0,-2-1 0 0 0,0 1 0 0 0,-1-1 0 0 0,-1 1 1 0 0,0-1-1 0 0,-1 0 0 0 0,-2 0 0 0 0,0 0 0 0 0,-11 28 0 0 0,-4-3-7605 0 0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6:01.089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0 1 3223 0 0,'7'1'288'0'0,"0"1"-288"0"0,-2 0 0 0 0,0-2 0 0 0,0 3 0 0 0,6 1 0 0 0,6-1 0 0 0,13 4 0 0 0,13 1 0 0 0,4-1 0 0 0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6:02.349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47 344 1375 0 0,'-2'0'324'0'0,"-1"1"0"0"0,1-1 0 0 0,0 1 0 0 0,0 0-1 0 0,0 0 1 0 0,0 0 0 0 0,0 1 0 0 0,0-1 0 0 0,0 0-1 0 0,0 1 1 0 0,0-1 0 0 0,-2 4 0 0 0,12-6 4146 0 0,15-4-2558 0 0,-6-1-1345 0 0,-1-2 0 0 0,1 0-1 0 0,-2 0 1 0 0,25-19 0 0 0,-36 25-550 0 0,-1-1 0 0 0,1 0 0 0 0,-1 0 0 0 0,0-1 1 0 0,0 1-1 0 0,0-1 0 0 0,-1 1 0 0 0,1-1 1 0 0,-1 0-1 0 0,0 0 0 0 0,0 0 0 0 0,0 0 1 0 0,-1 0-1 0 0,1-1 0 0 0,-1 1 0 0 0,0 0 0 0 0,0-1 1 0 0,-1 1-1 0 0,1-1 0 0 0,-1 1 0 0 0,0-1 1 0 0,0 1-1 0 0,-1 0 0 0 0,0-7 0 0 0,-2-3 6 0 0,-1 2 0 0 0,0-1-1 0 0,-1 0 1 0 0,0 1 0 0 0,-1 0-1 0 0,-1 0 1 0 0,1 0 0 0 0,-2 1-1 0 0,0 0 1 0 0,0 1 0 0 0,-1-1-1 0 0,0 2 1 0 0,-20-17 0 0 0,27 24-22 0 0,0 0 0 0 0,0 1 0 0 0,-1-1 0 0 0,1 1 1 0 0,-1 0-1 0 0,1-1 0 0 0,-1 1 0 0 0,0 0 0 0 0,1 1 0 0 0,-1-1 1 0 0,0 0-1 0 0,0 1 0 0 0,-4-1 0 0 0,5 2 2 0 0,1-1 1 0 0,-1 0-1 0 0,1 1 0 0 0,-1-1 0 0 0,1 1 1 0 0,-1-1-1 0 0,1 1 0 0 0,0 0 0 0 0,-1-1 1 0 0,1 1-1 0 0,0 0 0 0 0,-1 0 0 0 0,1 0 1 0 0,0 0-1 0 0,0 0 0 0 0,0 0 0 0 0,0 1 0 0 0,0-1 1 0 0,0 0-1 0 0,0 0 0 0 0,1 1 0 0 0,-1-1 1 0 0,0 1-1 0 0,1-1 0 0 0,-1 0 0 0 0,0 3 1 0 0,-2 8 17 0 0,0 0 0 0 0,1 0 1 0 0,0 0-1 0 0,0 0 0 0 0,2 0 1 0 0,-1 0-1 0 0,2 0 1 0 0,-1 0-1 0 0,4 12 0 0 0,2 9 123 0 0,1-1-1 0 0,14 35 1 0 0,105 247 1060 0 0,-79-204-707 0 0,-39-90-309 0 0,10 35 0 0 0,-16-47-149 0 0,-1-1 0 0 0,1 1 0 0 0,-2 0 0 0 0,1 0 1 0 0,-1 0-1 0 0,0 0 0 0 0,-2 15 0 0 0,2-22-98 0 0,0 0 0 0 0,-1 0-1 0 0,1 0 1 0 0,-1 0 0 0 0,1 0-1 0 0,0 0 1 0 0,-1 0 0 0 0,0 0 0 0 0,1 0-1 0 0,-1 0 1 0 0,0 0 0 0 0,1 0-1 0 0,-1-1 1 0 0,0 1 0 0 0,0 0-1 0 0,0 0 1 0 0,0-1 0 0 0,1 1 0 0 0,-1 0-1 0 0,-2 0 1 0 0,-4 1-6168 0 0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6:02.491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7 141 4607 0 0,'-1'-1'68'0'0,"0"0"-1"0"0,1 0 0 0 0,-1 0 0 0 0,0-1 1 0 0,1 1-1 0 0,-1 0 0 0 0,1-1 1 0 0,-1 1-1 0 0,1 0 0 0 0,0-1 0 0 0,-1 1 1 0 0,1 0-1 0 0,0-1 0 0 0,0 1 0 0 0,0-1 1 0 0,0 1-1 0 0,1-3 0 0 0,0 1 323 0 0,0 1 0 0 0,0 0 0 0 0,1-1 0 0 0,-1 1 0 0 0,1 0 1 0 0,0 0-1 0 0,-1 0 0 0 0,5-3 0 0 0,2-2 33 0 0,0 0 0 0 0,1 0 0 0 0,-1 1 0 0 0,1 0 0 0 0,1 1 0 0 0,-1 0 0 0 0,16-5 0 0 0,74-20-50 0 0,-89 28-425 0 0,17-5-239 0 0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6:02.706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155 26 3223 0 0,'-1'-2'199'0'0,"1"1"-1"0"0,-1-1 0 0 0,0 0 0 0 0,0 1 0 0 0,0 0 0 0 0,0-1 0 0 0,0 1 0 0 0,0 0 0 0 0,0-1 0 0 0,0 1 0 0 0,-1 0 0 0 0,1 0 0 0 0,0 0 1 0 0,-1 0-1 0 0,1 0 0 0 0,-1 0 0 0 0,1 1 0 0 0,-1-1 0 0 0,1 0 0 0 0,-1 1 0 0 0,0-1 0 0 0,1 1 0 0 0,-1 0 0 0 0,0-1 0 0 0,1 1 1 0 0,-1 0-1 0 0,0 0 0 0 0,0 0 0 0 0,-2 1 0 0 0,1-1 147 0 0,0 1 1 0 0,0 0-1 0 0,0 0 0 0 0,1 1 1 0 0,-1-1-1 0 0,0 1 0 0 0,1-1 1 0 0,-1 1-1 0 0,1 0 0 0 0,0 0 1 0 0,-1 0-1 0 0,1 0 0 0 0,0 0 1 0 0,0 1-1 0 0,0-1 0 0 0,-2 4 1 0 0,-4 9 266 0 0,0 1-1 0 0,1 0 1 0 0,0 0 0 0 0,1 0 0 0 0,1 1 0 0 0,-4 26 0 0 0,1 4-176 0 0,0 54 1 0 0,7-89-422 0 0,0 76 97 0 0,2-79-106 0 0,0-1 0 0 0,0 0 0 0 0,0 0 0 0 0,1 0 1 0 0,0 0-1 0 0,1-1 0 0 0,0 1 0 0 0,6 11 0 0 0,-5-14-119 0 0,0 0 0 0 0,0 0-1 0 0,1 0 1 0 0,-1 0 0 0 0,1-1-1 0 0,0 0 1 0 0,0 0 0 0 0,1-1-1 0 0,-1 1 1 0 0,1-1 0 0 0,7 3-1 0 0,9 3-6686 0 0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6:03.062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295 189 3223 0 0,'-5'-16'929'0'0,"0"0"0"0"0,-1 0 1 0 0,0 1-1 0 0,-1 0 0 0 0,-1 1 0 0 0,-1-1 0 0 0,0 2 0 0 0,-12-16 0 0 0,18 26-713 0 0,1 0 1 0 0,0 0-1 0 0,-1 0 1 0 0,0 0-1 0 0,1 1 1 0 0,-1-1-1 0 0,0 1 1 0 0,0 0-1 0 0,-1 0 1 0 0,1 0-1 0 0,0 0 1 0 0,-1 0-1 0 0,1 1 1 0 0,-1 0-1 0 0,1-1 1 0 0,-1 1-1 0 0,0 1 1 0 0,0-1-1 0 0,1 0 0 0 0,-1 1 1 0 0,0 0-1 0 0,0 0 1 0 0,0 0-1 0 0,1 0 1 0 0,-1 1-1 0 0,0-1 1 0 0,0 1-1 0 0,1 0 1 0 0,-1 0-1 0 0,0 1 1 0 0,1-1-1 0 0,-1 1 1 0 0,1-1-1 0 0,-7 5 1 0 0,2 0-119 0 0,0 1 1 0 0,1-1-1 0 0,-1 1 0 0 0,1 0 1 0 0,1 1-1 0 0,-1 0 1 0 0,1 0-1 0 0,-5 10 0 0 0,7-12-93 0 0,1 0 1 0 0,0 0-1 0 0,0 1 0 0 0,0-1 0 0 0,1 1 0 0 0,0-1 0 0 0,1 1 0 0 0,-1 0 0 0 0,1 0 1 0 0,0 0-1 0 0,1 0 0 0 0,0 10 0 0 0,0-14 2 0 0,1-1 1 0 0,-1 0-1 0 0,1 1 0 0 0,0-1 1 0 0,-1 1-1 0 0,1-1 1 0 0,0 0-1 0 0,0 0 0 0 0,0 0 1 0 0,1 1-1 0 0,-1-1 0 0 0,0 0 1 0 0,1 0-1 0 0,0-1 1 0 0,-1 1-1 0 0,4 3 0 0 0,-2-3-3 0 0,0 0-1 0 0,1 0 1 0 0,-1-1-1 0 0,0 1 1 0 0,0-1-1 0 0,1 0 1 0 0,-1 1-1 0 0,1-1 1 0 0,-1-1-1 0 0,7 2 1 0 0,-4-2 6 0 0,-1 0-1 0 0,1 0 1 0 0,0 0-1 0 0,0 0 1 0 0,0-1 0 0 0,0 0-1 0 0,-1 0 1 0 0,1-1-1 0 0,0 0 1 0 0,-1 0 0 0 0,1 0-1 0 0,-1 0 1 0 0,10-7 0 0 0,-11 6-4 0 0,-1 0 0 0 0,1 0 1 0 0,0-1-1 0 0,-1 0 1 0 0,0 0-1 0 0,0 0 1 0 0,0 0-1 0 0,4-9 1 0 0,-1 0 80 0 0,7-25 0 0 0,-6 16-115 0 0,-10 39 171 0 0,0-1 1 0 0,2 1 0 0 0,1 31-1 0 0,0-44-154 0 0,0 0 0 0 0,1-1 0 0 0,0 1 0 0 0,0 0 0 0 0,0-1 0 0 0,0 1 1 0 0,0-1-1 0 0,1 1 0 0 0,-1-1 0 0 0,1 0 0 0 0,0 0 0 0 0,0 1 0 0 0,3 2 0 0 0,-4-5-6 0 0,0 0 1 0 0,1 1-1 0 0,-1-1 0 0 0,1 0 1 0 0,-1 0-1 0 0,1 0 1 0 0,-1 0-1 0 0,1 0 0 0 0,0-1 1 0 0,-1 1-1 0 0,1 0 1 0 0,0-1-1 0 0,0 1 0 0 0,-1-1 1 0 0,1 1-1 0 0,0-1 1 0 0,0 0-1 0 0,0 0 1 0 0,0 0-1 0 0,-1 0 0 0 0,1 0 1 0 0,0 0-1 0 0,0-1 1 0 0,0 1-1 0 0,-1-1 0 0 0,1 1 1 0 0,0-1-1 0 0,2-1 1 0 0,8-4-662 0 0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6:03.262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2 54 2759 0 0,'-2'-46'1886'0'0,"3"45"-1411"0"0,0 1-1 0 0,0-1 1 0 0,0 0 0 0 0,0 1-1 0 0,0-1 1 0 0,0 0 0 0 0,0 1 0 0 0,0-1-1 0 0,0 1 1 0 0,1 0 0 0 0,-1-1 0 0 0,0 1-1 0 0,0 0 1 0 0,0 0 0 0 0,2-1 0 0 0,0 2-145 0 0,0-1 0 0 0,0 1 0 0 0,0 0 0 0 0,0-1 0 0 0,0 1 0 0 0,0 1 0 0 0,0-1 0 0 0,-1 0 0 0 0,1 1 1 0 0,0-1-1 0 0,-1 1 0 0 0,1 0 0 0 0,-1 0 0 0 0,1 0 0 0 0,1 3 0 0 0,4 2 61 0 0,-1 1 0 0 0,-1 1 0 0 0,7 8 0 0 0,-5-2-236 0 0,0 0 1 0 0,-1 0 0 0 0,0 1-1 0 0,-1 0 1 0 0,-1 0-1 0 0,0 0 1 0 0,-2 0-1 0 0,0 1 1 0 0,2 26-1 0 0,-4-13-112 0 0,-1-1 0 0 0,-1 1 0 0 0,-2-1-1 0 0,-10 48 1 0 0,6-49-322 0 0,-2 0 0 0 0,0-1 1 0 0,-2 0-1 0 0,-1-1 0 0 0,-22 35 0 0 0,2-9-6600 0 0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6:04.204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0 558 4607 0 0,'1'-1'134'0'0,"-1"-1"0"0"0,1 0 0 0 0,0 1 0 0 0,0-1 0 0 0,-1 1 0 0 0,1-1 0 0 0,0 1 0 0 0,1-1 0 0 0,-1 1 0 0 0,0 0 0 0 0,0-1 0 0 0,0 1 0 0 0,1 0 0 0 0,-1 0-1 0 0,1 0 1 0 0,-1 0 0 0 0,1 0 0 0 0,-1 0 0 0 0,3 0 0 0 0,0-2 318 0 0,12-5 853 0 0,1-1-1 0 0,22-6 1 0 0,-26 10-913 0 0,0 0 1 0 0,0-1-1 0 0,-1 0 0 0 0,0-1 1 0 0,18-12-1 0 0,-23 12-243 0 0,1-1 0 0 0,-2 0 0 0 0,1 0 1 0 0,-1 0-1 0 0,0-1 0 0 0,-1 0 0 0 0,1 0 0 0 0,-2 0 0 0 0,0 0 1 0 0,0-1-1 0 0,0 0 0 0 0,-1 0 0 0 0,-1 0 0 0 0,0 0 1 0 0,0 0-1 0 0,0-17 0 0 0,-1 11-54 0 0,-1 0 0 0 0,-1 0 1 0 0,0 0-1 0 0,-1 0 0 0 0,-1 0 1 0 0,0 0-1 0 0,-1 1 0 0 0,-1 0 0 0 0,-1-1 1 0 0,-7-14-1 0 0,9 22-63 0 0,-1 0 1 0 0,0 0-1 0 0,0 1 0 0 0,-1 0 1 0 0,0 0-1 0 0,0 0 0 0 0,-1 1 1 0 0,0 0-1 0 0,-11-8 1 0 0,16 13-29 0 0,0-1 1 0 0,-1 1 0 0 0,1 0 0 0 0,0 0 0 0 0,0 0 0 0 0,-1 0 0 0 0,1 0 0 0 0,-1 0 0 0 0,1 1 0 0 0,-1-1-1 0 0,1 1 1 0 0,-1-1 0 0 0,1 1 0 0 0,-1 0 0 0 0,1 0 0 0 0,-1 0 0 0 0,1 1 0 0 0,-1-1 0 0 0,1 1 0 0 0,-1-1-1 0 0,1 1 1 0 0,0 0 0 0 0,-1 0 0 0 0,1 0 0 0 0,0 0 0 0 0,-1 0 0 0 0,1 0 0 0 0,0 1 0 0 0,0-1-1 0 0,0 1 1 0 0,0 0 0 0 0,0-1 0 0 0,1 1 0 0 0,-1 0 0 0 0,0 0 0 0 0,1 0 0 0 0,0 0 0 0 0,-2 3 0 0 0,-3 5-12 0 0,1 0 0 0 0,0 1 0 0 0,0-1 0 0 0,1 1 1 0 0,1 1-1 0 0,0-1 0 0 0,0 0 0 0 0,1 1 0 0 0,1-1 1 0 0,0 1-1 0 0,0 0 0 0 0,2 12 0 0 0,0 1 30 0 0,2 0 0 0 0,1 0-1 0 0,1-1 1 0 0,13 40 0 0 0,0-16 411 0 0,43 80 0 0 0,37 38 407 0 0,-78-137-935 0 0,2 0 0 0 0,1-1-1 0 0,35 32 1 0 0,-51-53-1403 0 0,-5-1-4973 0 0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6:04.338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14 225 4607 0 0,'-1'-2'-14'0'0,"-1"0"104"0"0,0 0-1 0 0,1 0 0 0 0,0-1 1 0 0,-1 1-1 0 0,1 0 0 0 0,0 0 1 0 0,-1-5-1 0 0,2 6 24 0 0,0 0 0 0 0,0 0 1 0 0,0 0-1 0 0,0 0 0 0 0,0 0 0 0 0,0 0 1 0 0,0-1-1 0 0,1 1 0 0 0,-1 0 0 0 0,1 1 1 0 0,-1-1-1 0 0,0 0 0 0 0,1 0 0 0 0,-1 0 1 0 0,1 0-1 0 0,0 0 0 0 0,-1 0 0 0 0,1 0 1 0 0,0 1-1 0 0,0-1 0 0 0,-1 0 0 0 0,2 0 1 0 0,11-10 452 0 0,1 0-1 0 0,0 1 1 0 0,0 1 0 0 0,1 1 0 0 0,0 0-1 0 0,21-8 1 0 0,99-26 200 0 0,-91 30-1783 0 0,69-27 1 0 0,-87 27-2863 0 0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6:04.552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110 114 2759 0 0,'10'-21'1062'0'0,"0"-1"0"0"0,10-34 0 0 0,-20 45 243 0 0,0 11-1238 0 0,0-1 0 0 0,0 1-1 0 0,0 0 1 0 0,0 0 0 0 0,0 0-1 0 0,0-1 1 0 0,-1 1 0 0 0,1 0-1 0 0,0 0 1 0 0,0 0 0 0 0,0 0-1 0 0,0 0 1 0 0,-1 0 0 0 0,1-1-1 0 0,0 1 1 0 0,0 0 0 0 0,0 0 0 0 0,-1 0-1 0 0,1 0 1 0 0,0 0 0 0 0,0 0-1 0 0,0 0 1 0 0,-1 0 0 0 0,1 0-1 0 0,0 0 1 0 0,0 0 0 0 0,-1 0-1 0 0,1 0 1 0 0,-1 0 83 0 0,-1 1 1 0 0,1-1-1 0 0,0 1 1 0 0,0-1-1 0 0,0 1 1 0 0,-1-1-1 0 0,1 1 1 0 0,0 0-1 0 0,0 0 0 0 0,0 0 1 0 0,0 0-1 0 0,0-1 1 0 0,0 1-1 0 0,0 2 1 0 0,-15 18 397 0 0,1 2 1 0 0,1 0-1 0 0,1 0 1 0 0,1 1-1 0 0,1 1 1 0 0,2 0-1 0 0,0 0 1 0 0,1 1 0 0 0,2 0-1 0 0,1 0 1 0 0,-4 49-1 0 0,9-64-396 0 0,0-1 1 0 0,1 1-1 0 0,0-1 0 0 0,1 1 0 0 0,0-1 0 0 0,0 0 0 0 0,7 17 1 0 0,-6-20-169 0 0,0 0 1 0 0,1-1 0 0 0,0 1 0 0 0,0-1 0 0 0,0 0 0 0 0,0 0 0 0 0,1-1 0 0 0,0 1 0 0 0,0-1-1 0 0,1 0 1 0 0,10 8 0 0 0,2-3-269 0 0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6:04.976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16 79 6911 0 0,'-2'-10'492'0'0,"-3"-26"-624"0"0,5 33 447 0 0,-1 1 1 0 0,1 0 0 0 0,0-1 0 0 0,1 1-1 0 0,-1-1 1 0 0,0 1 0 0 0,1 0-1 0 0,-1-1 1 0 0,1 1 0 0 0,0 0 0 0 0,1-4-1 0 0,-2 6-268 0 0,0 0 0 0 0,0 0 0 0 0,0 0 0 0 0,1 0 0 0 0,-1 0 0 0 0,0 0 0 0 0,0 0 0 0 0,0 0 0 0 0,0 0 0 0 0,0 0-1 0 0,0 0 1 0 0,1 0 0 0 0,-1 0 0 0 0,0 0 0 0 0,0 0 0 0 0,0 0 0 0 0,0 0 0 0 0,0 0 0 0 0,1 0 0 0 0,-1 0 0 0 0,0 0 0 0 0,0 0 0 0 0,0 0-1 0 0,0 0 1 0 0,0 0 0 0 0,0 0 0 0 0,1 1 0 0 0,-1-1 0 0 0,0 0 0 0 0,0 0 0 0 0,0 0 0 0 0,0 0 0 0 0,0 0 0 0 0,0 0 0 0 0,0 0 0 0 0,0 1-1 0 0,0-1 1 0 0,0 0 0 0 0,0 0 0 0 0,0 0 0 0 0,0 0 0 0 0,1 0 0 0 0,-1 0 0 0 0,0 1 0 0 0,0-1 0 0 0,0 0 0 0 0,0 0 0 0 0,0 0 0 0 0,0 0-1 0 0,0 0 1 0 0,-1 1 0 0 0,1-1 0 0 0,0 0 0 0 0,3 10 1111 0 0,19 142 2686 0 0,-11-60-3114 0 0,-1 17-434 0 0,-2-16-70 0 0,-8-92-223 0 0,0-1 0 0 0,0 1 0 0 0,0 0 0 0 0,0-1 0 0 0,0 1 0 0 0,0-1 0 0 0,1 1 0 0 0,-1 0-1 0 0,0-1 1 0 0,0 1 0 0 0,0-1 0 0 0,1 1 0 0 0,-1-1 0 0 0,0 1 0 0 0,1-1 0 0 0,-1 1 0 0 0,1-1 0 0 0,-1 1 0 0 0,1 0 0 0 0,0-1-3 0 0,-1 0 0 0 0,0 0 1 0 0,1 0-1 0 0,-1 0 1 0 0,0 0-1 0 0,1 0 0 0 0,-1 0 1 0 0,1 0-1 0 0,-1 0 1 0 0,0 0-1 0 0,1 0 0 0 0,-1 0 1 0 0,1-1-1 0 0,-1 1 1 0 0,0 0-1 0 0,1 0 0 0 0,-1 0 1 0 0,0 0-1 0 0,1-1 1 0 0,-1 1-1 0 0,0 0 0 0 0,1-1 1 0 0,19-21 12 0 0,-15 15 34 0 0,7-7-9 0 0,1 1-1 0 0,19-16 0 0 0,-25 24-25 0 0,0-1-1 0 0,0 1 0 0 0,1 1 1 0 0,0-1-1 0 0,0 1 1 0 0,16-5-1 0 0,-22 8 2 0 0,0 1 0 0 0,1-1 1 0 0,-1 1-1 0 0,0 0 0 0 0,1-1 0 0 0,-1 1 0 0 0,0 0 0 0 0,1 1 1 0 0,-1-1-1 0 0,1 0 0 0 0,-1 1 0 0 0,0-1 0 0 0,0 1 0 0 0,1 0 0 0 0,-1 0 1 0 0,0 0-1 0 0,0 0 0 0 0,0 0 0 0 0,0 0 0 0 0,0 1 0 0 0,0-1 0 0 0,0 1 1 0 0,0-1-1 0 0,-1 1 0 0 0,1 0 0 0 0,-1-1 0 0 0,1 1 0 0 0,1 3 1 0 0,0-1 12 0 0,-1 0 0 0 0,0 0 1 0 0,0 0-1 0 0,-1 0 1 0 0,1 0-1 0 0,-1 0 1 0 0,0 0-1 0 0,0 1 1 0 0,0-1-1 0 0,-1 0 1 0 0,1 1-1 0 0,-1-1 1 0 0,0 1-1 0 0,-1 6 1 0 0,-1-5-16 0 0,1 0 1 0 0,-1-1 0 0 0,0 1-1 0 0,0-1 1 0 0,0 1-1 0 0,-1-1 1 0 0,0 0-1 0 0,0 0 1 0 0,0 0-1 0 0,-1 0 1 0 0,0-1 0 0 0,0 1-1 0 0,0-1 1 0 0,0 0-1 0 0,-1 0 1 0 0,1-1-1 0 0,-1 1 1 0 0,0-1-1 0 0,0 0 1 0 0,0 0 0 0 0,-1-1-1 0 0,1 1 1 0 0,-1-1-1 0 0,1 0 1 0 0,-1-1-1 0 0,-8 2 1 0 0,2-1 102 0 0,0 0-1 0 0,1-1 1 0 0,-1-1 0 0 0,0 0-1 0 0,0 0 1 0 0,0-1 0 0 0,-18-4 0 0 0,25 4-204 0 0,1 0 0 0 0,-1-1 1 0 0,0 1-1 0 0,1-1 0 0 0,-1 0 1 0 0,0 0-1 0 0,1 0 0 0 0,0 0 1 0 0,0-1-1 0 0,0 0 0 0 0,0 0 1 0 0,0 0-1 0 0,0 0 0 0 0,1-1 1 0 0,-1 1-1 0 0,1-1 0 0 0,0 0 1 0 0,0 0-1 0 0,1 0 0 0 0,-5-8 1 0 0,5 5-7197 0 0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6:05.268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0 75 4607 0 0,'3'-13'399'0'0,"7"-18"-457"0"0,-9 29 213 0 0,0 0 0 0 0,0 1-1 0 0,0-1 1 0 0,0 1 0 0 0,0-1 0 0 0,0 1-1 0 0,1-1 1 0 0,-1 1 0 0 0,0 0-1 0 0,1 0 1 0 0,-1 0 0 0 0,1 0-1 0 0,-1 0 1 0 0,1 0 0 0 0,-1 0-1 0 0,3-1 1 0 0,-1 1 128 0 0,1 0 1 0 0,-1-1-1 0 0,1 1 1 0 0,-1 1-1 0 0,1-1 1 0 0,0 0-1 0 0,-1 1 1 0 0,1 0-1 0 0,0 0 0 0 0,0 0 1 0 0,-1 0-1 0 0,1 1 1 0 0,0-1-1 0 0,-1 1 1 0 0,1 0-1 0 0,0 0 0 0 0,-1 0 1 0 0,0 1-1 0 0,1-1 1 0 0,-1 1-1 0 0,0 0 1 0 0,1 0-1 0 0,-1 0 0 0 0,0 0 1 0 0,5 6-1 0 0,1 2 20 0 0,1 1-1 0 0,-2 1 0 0 0,0 0 1 0 0,0 0-1 0 0,-1 0 0 0 0,-1 1 1 0 0,0 0-1 0 0,-1 1 0 0 0,0-1 1 0 0,-1 1-1 0 0,3 17 0 0 0,-2-5 37 0 0,-2 0 0 0 0,-1 1-1 0 0,-1-1 1 0 0,-1 0 0 0 0,-4 33-1 0 0,0-35-43 0 0,0-1 0 0 0,-2 0 0 0 0,-1-1-1 0 0,-1 1 1 0 0,-15 30 0 0 0,-20 26-829 0 0,-5-6-5214 0 0,29-49-1163 0 0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5:53.924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1 289 6911 0 0,'26'10'3252'0'0,"-15"-6"-2037"0"0,1-1 0 0 0,0-1 0 0 0,24 2 0 0 0,-28-3-970 0 0,0-2 1 0 0,0 1-1 0 0,0-1 1 0 0,1 0-1 0 0,-1-1 1 0 0,0 0-1 0 0,0 0 1 0 0,-1 0-1 0 0,1-1 1 0 0,0-1-1 0 0,7-4 1 0 0,-7 3-98 0 0,0 0 1 0 0,0 0 0 0 0,-1-1-1 0 0,0 0 1 0 0,0-1 0 0 0,0 1-1 0 0,-1-1 1 0 0,0-1 0 0 0,-1 1-1 0 0,1-1 1 0 0,-1 0 0 0 0,-1 0-1 0 0,6-13 1 0 0,-7 14-88 0 0,-1-1 1 0 0,0 1-1 0 0,0 0 1 0 0,-1-1-1 0 0,0 0 0 0 0,0 1 1 0 0,-1-1-1 0 0,0 0 1 0 0,0 1-1 0 0,-1-1 0 0 0,0 0 1 0 0,0 1-1 0 0,-1-1 1 0 0,0 1-1 0 0,0 0 0 0 0,-6-14 1 0 0,7 18-44 0 0,-1 0 0 0 0,0 0 0 0 0,0 0-1 0 0,0 0 1 0 0,0 0 0 0 0,-1 0 0 0 0,1 1 0 0 0,-1-1 0 0 0,1 1 0 0 0,-5-3 0 0 0,6 4-15 0 0,0 0 0 0 0,0 1 1 0 0,0-1-1 0 0,0 1 0 0 0,0-1 0 0 0,-1 1 1 0 0,1 0-1 0 0,0-1 0 0 0,0 1 0 0 0,0 0 1 0 0,0 0-1 0 0,-1 0 0 0 0,1 0 0 0 0,0 0 1 0 0,0 0-1 0 0,0 0 0 0 0,0 0 0 0 0,-1 0 1 0 0,1 0-1 0 0,0 1 0 0 0,0-1 0 0 0,0 1 1 0 0,0-1-1 0 0,0 1 0 0 0,0-1 0 0 0,0 1 1 0 0,0-1-1 0 0,0 1 0 0 0,0 0 0 0 0,0 0 1 0 0,0-1-1 0 0,0 1 0 0 0,1 0 0 0 0,-2 2 1 0 0,-3 3-4 0 0,1 0 1 0 0,0 1 0 0 0,0 0 0 0 0,1 0 0 0 0,0 0 0 0 0,0 0 0 0 0,0 0 0 0 0,1 1 0 0 0,1-1 0 0 0,-1 1 0 0 0,0 8 0 0 0,0 6-1 0 0,2 0-1 0 0,2 35 1 0 0,5-6 83 0 0,25 90 1 0 0,-23-108-7 0 0,7 24 306 0 0,3 0 0 0 0,40 81 0 0 0,-47-114-819 0 0,14 43-1 0 0,-26-63-4852 0 0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5:54.095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1 176 1839 0 0,'3'-10'160'0'0,"-1"1"-160"0"0,3 2 0 0 0,-3 4 0 0 0,0 0 2016 0 0,1 1 376 0 0,2-1 72 0 0,4-6 8 0 0,4 1-992 0 0,3-4-200 0 0,4-4-32 0 0,4-1-16 0 0,1 2-784 0 0,-3 0-160 0 0,0 1-32 0 0,1 2-8 0 0,-1 2-392 0 0,-4 0-80 0 0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5:54.328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112 4 6911 0 0,'-1'0'105'0'0,"1"-1"-1"0"0,-1 1 1 0 0,0 0-1 0 0,0-1 0 0 0,0 1 1 0 0,0 0-1 0 0,0-1 0 0 0,0 1 1 0 0,0 0-1 0 0,0 0 1 0 0,0 0-1 0 0,0 0 0 0 0,0 0 1 0 0,0 0-1 0 0,0 0 0 0 0,0 0 1 0 0,0 1-1 0 0,0-1 1 0 0,0 0-1 0 0,0 0 0 0 0,0 1 1 0 0,0-1-1 0 0,0 1 0 0 0,0-1 1 0 0,0 1-1 0 0,1-1 1 0 0,-1 1-1 0 0,0 0 0 0 0,0-1 1 0 0,0 2-1 0 0,-5 2 512 0 0,1 1 0 0 0,0-1 0 0 0,-6 8 0 0 0,5-3-91 0 0,-1 1-1 0 0,1 0 1 0 0,0 1-1 0 0,1-1 0 0 0,0 1 1 0 0,1 0-1 0 0,0 0 1 0 0,1 1-1 0 0,0-1 0 0 0,1 1 1 0 0,0-1-1 0 0,0 25 1 0 0,2 2 345 0 0,2 0 1 0 0,11 64-1 0 0,-11-87-816 0 0,1 1-1 0 0,0-1 0 0 0,1 0 0 0 0,1 0 0 0 0,0 0 1 0 0,2 0-1 0 0,-1-1 0 0 0,2 0 0 0 0,10 15 0 0 0,-12-20-202 0 0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5:54.798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1 221 5983 0 0,'1'-7'481'0'0,"1"0"-1"0"0,-1 0 0 0 0,1 0 0 0 0,1 0 0 0 0,0 0 0 0 0,0 1 0 0 0,0-1 0 0 0,0 1 1 0 0,7-9-1 0 0,11-11 2254 0 0,23-23 0 0 0,-33 38-1910 0 0,1 0 0 0 0,0 1 0 0 0,0 1 1 0 0,20-11-1 0 0,-30 19-708 0 0,0-1 0 0 0,0 1 0 0 0,0 0 0 0 0,1 1 0 0 0,-1-1 0 0 0,1 0 0 0 0,-1 1 0 0 0,0-1 0 0 0,1 1 0 0 0,-1-1 0 0 0,1 1 0 0 0,4 0 0 0 0,-6 1-86 0 0,0-1 0 0 0,-1 0 0 0 0,1 1 1 0 0,0-1-1 0 0,0 1 0 0 0,0-1 0 0 0,0 1 1 0 0,0-1-1 0 0,0 1 0 0 0,-1-1 1 0 0,1 1-1 0 0,0 0 0 0 0,0-1 0 0 0,-1 1 1 0 0,1 0-1 0 0,-1 0 0 0 0,1 0 1 0 0,0-1-1 0 0,-1 1 0 0 0,1 0 0 0 0,-1 0 1 0 0,0 0-1 0 0,1 0 0 0 0,-1 0 1 0 0,0 0-1 0 0,0 0 0 0 0,0 0 0 0 0,1 0 1 0 0,-1 0-1 0 0,0 0 0 0 0,0 0 1 0 0,0 0-1 0 0,-1 1 0 0 0,0 11-30 0 0,-1-1 0 0 0,0 0 0 0 0,-1 0 0 0 0,-1 0 0 0 0,0-1 0 0 0,0 1 0 0 0,-10 16 0 0 0,-11 33 0 0 0,23-54 0 0 0,-4 13 0 0 0,-4 21 0 0 0,9-36 0 0 0,1-1 0 0 0,-1 1 0 0 0,1 0 0 0 0,0 0 0 0 0,0 0 0 0 0,0 0 0 0 0,1-1 0 0 0,-1 1 0 0 0,1 0 0 0 0,2 6 0 0 0,-2-10 0 0 0,-1 0 0 0 0,0 0 0 0 0,1 0 0 0 0,-1 0 0 0 0,0 0 0 0 0,1 0 0 0 0,0 0 0 0 0,-1-1 0 0 0,1 1 0 0 0,-1 0 0 0 0,1 0 0 0 0,0-1 0 0 0,0 1 0 0 0,-1 0 0 0 0,1-1 0 0 0,0 1 0 0 0,0-1 0 0 0,0 1 0 0 0,0-1 0 0 0,-1 1 0 0 0,1-1 0 0 0,0 0 0 0 0,0 1 0 0 0,2-1 0 0 0,-2 0 0 0 0,1 0 0 0 0,-1 0 0 0 0,1 0 0 0 0,-1-1 0 0 0,1 1 0 0 0,-1-1 0 0 0,1 1 0 0 0,-1-1 0 0 0,1 1 0 0 0,-1-1 0 0 0,0 0 0 0 0,1 0 0 0 0,1-1 0 0 0,4-4 0 0 0,-1 1 0 0 0,0-1 0 0 0,-1-1 0 0 0,8-10 0 0 0,-4 4 0 0 0,-2 0 0 0 0,1-1 0 0 0,-2 0 0 0 0,0 0 0 0 0,5-19 0 0 0,15-76 0 0 0,-9 48 0 0 0,-34 95 0 0 0,2-7 0 0 0,2-1 0 0 0,1 0 0 0 0,1 0 0 0 0,-8 27 0 0 0,17-46 0 0 0,0 1 0 0 0,1-1 0 0 0,-1 0 0 0 0,2 1 0 0 0,-1-1 0 0 0,1 1 0 0 0,0-1 0 0 0,0 0 0 0 0,1 1 0 0 0,0-1 0 0 0,1 1 0 0 0,3 11 0 0 0,-4-16-52 0 0,0-1 0 0 0,1 1 0 0 0,-1-1 0 0 0,1 1 1 0 0,-1-1-1 0 0,1 0 0 0 0,0 1 0 0 0,0-1 0 0 0,0 0 0 0 0,0 0 0 0 0,1 0 0 0 0,-1-1 0 0 0,0 1 0 0 0,1-1 0 0 0,-1 1 0 0 0,1-1 1 0 0,0 0-1 0 0,-1 1 0 0 0,1-2 0 0 0,0 1 0 0 0,0 0 0 0 0,0 0 0 0 0,-1-1 0 0 0,1 0 0 0 0,0 1 0 0 0,0-1 0 0 0,3 0 1 0 0,1-1-388 0 0,0 1 0 0 0,0-1 0 0 0,0 0 0 0 0,-1-1 0 0 0,1 0 0 0 0,0 0 0 0 0,-1 0 1 0 0,0-1-1 0 0,1 1 0 0 0,8-7 0 0 0,-4 1-6712 0 0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5:54.939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1 126 8287 0 0,'0'-3'736'0'0,"1"0"-584"0"0,1 1-152 0 0,0 0 0 0 0,1 1 736 0 0,1-1 128 0 0,1-3 16 0 0,5-2 8 0 0,4-5 712 0 0,3-2 152 0 0,6-1 24 0 0,3 0 8 0 0,1 1-1240 0 0,0 2-240 0 0,-1 2-48 0 0,-2 5-5704 0 0,-2 2-1144 0 0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5:55.235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17 208 10591 0 0,'-2'-6'590'0'0,"-1"-1"-1"0"0,1 1 0 0 0,-1 0 0 0 0,2 0 1 0 0,-1-1-1 0 0,1 1 0 0 0,0-1 0 0 0,0 0 1 0 0,1 1-1 0 0,0-1 0 0 0,0 1 0 0 0,2-11 1 0 0,0-1 232 0 0,2 0 1 0 0,0 0-1 0 0,9-23 1 0 0,-13 40-793 0 0,0 0 1 0 0,1 0-1 0 0,-1 0 0 0 0,0 0 1 0 0,1 0-1 0 0,-1 0 0 0 0,1 0 1 0 0,-1 0-1 0 0,1 0 1 0 0,0 0-1 0 0,-1 0 0 0 0,1 1 1 0 0,0-1-1 0 0,0 0 0 0 0,-1 0 1 0 0,1 1-1 0 0,0-1 1 0 0,0 0-1 0 0,0 1 0 0 0,2-1 1 0 0,-3 1-16 0 0,1 0 1 0 0,0 0-1 0 0,0 0 1 0 0,0 0-1 0 0,-1 1 1 0 0,1-1-1 0 0,0 0 1 0 0,0 1-1 0 0,-1-1 1 0 0,1 1 0 0 0,0-1-1 0 0,-1 1 1 0 0,1-1-1 0 0,0 1 1 0 0,-1-1-1 0 0,1 1 1 0 0,-1 0-1 0 0,1-1 1 0 0,-1 1-1 0 0,1 0 1 0 0,-1-1-1 0 0,0 1 1 0 0,1 0 0 0 0,-1 0-1 0 0,0-1 1 0 0,1 3-1 0 0,3 10 16 0 0,0 0 1 0 0,0 0-1 0 0,-1 0 0 0 0,-1 1 0 0 0,1 14 0 0 0,0 3-18 0 0,2 22 43 0 0,-4-37-22 0 0,0 0 0 0 0,1 0 0 0 0,8 29 0 0 0,-10-43-160 0 0,0-2-115 0 0,0 1-1 0 0,0-1 0 0 0,0 1 1 0 0,1-1-1 0 0,-1 1 0 0 0,0-1 1 0 0,0 1-1 0 0,0-1 0 0 0,0 1 1 0 0,0-1-1 0 0,1 0 0 0 0,-1 1 1 0 0,0-1-1 0 0,1 1 0 0 0,-1-1 1 0 0,0 0-1 0 0,0 1 0 0 0,1-1 1 0 0,-1 0-1 0 0,0 1 0 0 0,1-1 1 0 0,-1 0-1 0 0,1 0 0 0 0,-1 1 1 0 0,1-1-1 0 0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5:55.434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0 38 17967 0 0,'2'-4'182'0'0,"0"1"0"0"0,-1 0-1 0 0,1 0 1 0 0,0 1-1 0 0,0-1 1 0 0,1 0 0 0 0,-1 1-1 0 0,0-1 1 0 0,4-1 0 0 0,-4 2-156 0 0,0 1 1 0 0,1 0 0 0 0,-1 1-1 0 0,0-1 1 0 0,1 0-1 0 0,-1 1 1 0 0,0-1 0 0 0,1 1-1 0 0,-1 0 1 0 0,1 0 0 0 0,-1 0-1 0 0,0 0 1 0 0,1 0 0 0 0,3 1-1 0 0,4 0 91 0 0,-1 1 0 0 0,1 0 0 0 0,-1 0-1 0 0,1 1 1 0 0,-1 1 0 0 0,0-1 0 0 0,0 1-1 0 0,-1 1 1 0 0,1 0 0 0 0,-1 0 0 0 0,0 0-1 0 0,0 1 1 0 0,-1 0 0 0 0,1 1 0 0 0,-2 0-1 0 0,1 0 1 0 0,-1 0 0 0 0,0 1 0 0 0,0 0 0 0 0,-1 0-1 0 0,0 0 1 0 0,0 1 0 0 0,-1 0 0 0 0,0 0-1 0 0,5 18 1 0 0,-5-7-62 0 0,-1-1-1 0 0,-1 0 1 0 0,-1 1-1 0 0,0-1 0 0 0,-2 1 1 0 0,0-1-1 0 0,-1 1 1 0 0,-1-1-1 0 0,0 0 1 0 0,-11 29-1 0 0,-2-2-554 0 0,-2-2-1 0 0,-1 0 1 0 0,-29 45 0 0 0,16-36-7326 0 0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6:11.943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3 130 3223 0 0,'0'-1'203'0'0,"0"0"-1"0"0,-1 0 1 0 0,1 1-1 0 0,-1-1 1 0 0,1 0-1 0 0,0 0 1 0 0,0 0-1 0 0,0 0 1 0 0,-1 0-1 0 0,1 0 1 0 0,0 0-1 0 0,0 0 1 0 0,0 0-1 0 0,0 1 0 0 0,1-1 1 0 0,-1 0-1 0 0,0 0 1 0 0,0 0-1 0 0,1 0 1 0 0,-1 0-1 0 0,0 0 1 0 0,1 0-1 0 0,-1 1 1 0 0,0-1-1 0 0,1 0 1 0 0,0 0-1 0 0,0-1 1 0 0,0 0-79 0 0,4-7 1084 0 0,1-1-1 0 0,0 0 1 0 0,1 1 0 0 0,0 0 0 0 0,0 1 0 0 0,11-10-1 0 0,-14 15-966 0 0,0 0 0 0 0,0 0 0 0 0,0 0 0 0 0,0 1 0 0 0,1-1-1 0 0,-1 1 1 0 0,1 0 0 0 0,0 1 0 0 0,0-1 0 0 0,0 1 0 0 0,-1 0 0 0 0,1 0-1 0 0,0 0 1 0 0,0 1 0 0 0,1 0 0 0 0,5 0 0 0 0,-1 1-11 0 0,0 0 1 0 0,0 1-1 0 0,16 4 1 0 0,-22-4-204 0 0,1-1 0 0 0,-1 1-1 0 0,0 0 1 0 0,1 0 0 0 0,-1 1 0 0 0,0-1 0 0 0,0 1 0 0 0,0 0 0 0 0,5 6-1 0 0,-7-8-22 0 0,-1 1-1 0 0,0-1 1 0 0,0 1-1 0 0,0 0 1 0 0,0 0-1 0 0,0-1 1 0 0,-1 1-1 0 0,1 0 1 0 0,-1 0-1 0 0,1 0 0 0 0,-1 0 1 0 0,1 0-1 0 0,-1 0 1 0 0,0 0-1 0 0,0 0 1 0 0,0 0-1 0 0,0 0 1 0 0,0 0-1 0 0,-1 0 0 0 0,1 0 1 0 0,-1 0-1 0 0,1 0 1 0 0,-1 0-1 0 0,-1 2 1 0 0,-2 5 13 0 0,0-1 1 0 0,-1 1-1 0 0,-10 13 1 0 0,9-13 9 0 0,-24 31-17 0 0,-22 35-7 0 0,46-64-3 0 0,0 0 0 0 0,1-1-1 0 0,0 2 1 0 0,0-1 0 0 0,-3 17-1 0 0,7-26 5 0 0,1-1 0 0 0,-1 1-1 0 0,1 0 1 0 0,0 0 0 0 0,0 0-1 0 0,-1 0 1 0 0,1 0 0 0 0,0 0-1 0 0,0 0 1 0 0,1 0 0 0 0,-1 0-1 0 0,0 0 1 0 0,1 0 0 0 0,-1-1 0 0 0,1 1-1 0 0,0 0 1 0 0,-1 0 0 0 0,1 0-1 0 0,0-1 1 0 0,0 1 0 0 0,0 0-1 0 0,0-1 1 0 0,1 1 0 0 0,-1-1-1 0 0,3 3 1 0 0,-2-3 4 0 0,1 1 0 0 0,0-1 0 0 0,0 0 0 0 0,0 1 0 0 0,0-2 0 0 0,0 1 0 0 0,0 0 0 0 0,0 0 0 0 0,0-1 0 0 0,0 0 0 0 0,1 0 0 0 0,-1 0 0 0 0,0 0 0 0 0,0 0 0 0 0,3-1 0 0 0,17-3 149 0 0,0 0-1 0 0,-1-2 0 0 0,0-1 1 0 0,0 0-1 0 0,-1-2 1 0 0,0-1-1 0 0,0 0 1 0 0,25-18-1 0 0,-38 23-112 0 0,20-10 104 0 0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6:21.594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44 609 455 0 0,'-9'-24'917'0'0,"8"18"-445"0"0,-1-1-1 0 0,0 1 1 0 0,-1 0-1 0 0,1 0 1 0 0,-1 1-1 0 0,0-1 1 0 0,-1 0-1 0 0,-5-6 0 0 0,9 12-440 0 0,0-1 0 0 0,0 1 0 0 0,0 0 0 0 0,0 0-1 0 0,0 0 1 0 0,0 0 0 0 0,0 0 0 0 0,0 0 0 0 0,0 0-1 0 0,-1 0 1 0 0,1 0 0 0 0,0 0 0 0 0,0-1-1 0 0,0 1 1 0 0,0 0 0 0 0,0 0 0 0 0,0 0 0 0 0,0 0-1 0 0,0 0 1 0 0,0 0 0 0 0,-1 0 0 0 0,1 0 0 0 0,0 0-1 0 0,0 0 1 0 0,0 0 0 0 0,0 0 0 0 0,0 0 0 0 0,0 0-1 0 0,0 0 1 0 0,-1 0 0 0 0,1 0 0 0 0,0 0 0 0 0,0 0-1 0 0,0 0 1 0 0,0 0 0 0 0,0 0 0 0 0,0 0-1 0 0,0 0 1 0 0,0 0 0 0 0,0 1 0 0 0,-1-1 0 0 0,1 0-1 0 0,0 0 1 0 0,0 0 0 0 0,0 0 0 0 0,0 0 0 0 0,0 0-1 0 0,0 0 1 0 0,0 0 0 0 0,0 0 0 0 0,0 0 0 0 0,0 1-1 0 0,0-1 1 0 0,0 0 0 0 0,0 0 0 0 0,-2 10 569 0 0,3 10-227 0 0,26 143 111 0 0,2 15-66 0 0,-12 7-418 0 0,12 109 0 0 0,-18-227 0 0 0,2-1 0 0 0,30 89 0 0 0,-15-78 37 0 0,3 0 0 0 0,4-2-1 0 0,63 101 1 0 0,76 84-158 0 0,-122-191 159 0 0,96 101 0 0 0,-112-136 2 0 0,1-2 0 0 0,1-1 0 0 0,2-3 0 0 0,1-1 0 0 0,1-1 1 0 0,1-3-1 0 0,1-2 0 0 0,1-1 0 0 0,1-2 0 0 0,0-3 0 0 0,1-1 1 0 0,1-3-1 0 0,0-2 0 0 0,0-1 0 0 0,1-3 0 0 0,92-2 0 0 0,-101-7 120 0 0,0-1 0 0 0,71-19 0 0 0,76-36 194 0 0,-120 37-312 0 0,53-18 79 0 0,-1-5 0 0 0,-3-6 0 0 0,-1-5 0 0 0,114-77-1 0 0,-202 116-91 0 0,203-140 292 0 0,-172 114-168 0 0,95-95 0 0 0,-94 74-112 0 0,-3-2 0 0 0,-3-3-1 0 0,-3-3 1 0 0,-3-1 0 0 0,39-88-1 0 0,-22 21 61 0 0,-6-2 0 0 0,39-155 0 0 0,-90 275-81 0 0,91-350 834 0 0,-85 306-677 0 0,-3 0 0 0 0,-2 0 1 0 0,-3-113-1 0 0,-6 157-234 0 0,-1 1 0 0 0,-8-34 0 0 0,7 46 48 0 0,1 0 0 0 0,-1 1 1 0 0,-1 0-1 0 0,0 0 0 0 0,0 0 1 0 0,-1 0-1 0 0,0 0 0 0 0,-7-8 0 0 0,10 15-100 0 0,0 0 0 0 0,1 0 1 0 0,-1 0-1 0 0,0 0 0 0 0,0 1 0 0 0,0-1 0 0 0,0 0 0 0 0,0 1 0 0 0,0 0 0 0 0,0-1 0 0 0,-1 1 0 0 0,1 0 0 0 0,-1 0 0 0 0,1 0 1 0 0,-3 0-1 0 0,-7 0-4349 0 0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6:23.086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73 208 2047 0 0,'-15'-55'976'0'0,"-29"-89"3770"0"0,44 144-4674 0 0,0-1 0 0 0,-1 1 0 0 0,1-1 0 0 0,0 1 0 0 0,0-1 0 0 0,0 1 1 0 0,0-1-1 0 0,-1 1 0 0 0,1-1 0 0 0,0 1 0 0 0,-1 0 0 0 0,1-1 0 0 0,0 1 0 0 0,-1-1 1 0 0,1 1-1 0 0,-1 0 0 0 0,1-1 0 0 0,0 1 0 0 0,-1 0 0 0 0,0-1 0 0 0,1 1-23 0 0,-1 0 0 0 0,1 1 0 0 0,0-1 0 0 0,0 0 0 0 0,-1 0 0 0 0,1 0 0 0 0,0 1 0 0 0,0-1-1 0 0,-1 0 1 0 0,1 1 0 0 0,0-1 0 0 0,0 0 0 0 0,0 0 0 0 0,0 1 0 0 0,-1-1 0 0 0,1 0 0 0 0,0 1 0 0 0,0-1-1 0 0,0 0 1 0 0,0 1 0 0 0,0-1 0 0 0,0 1 0 0 0,-3 24 612 0 0,24 273 158 0 0,28-1-152 0 0,49 105-19 0 0,-30-119-531 0 0,-57-215-67 0 0,-2 1 1 0 0,-1 81-1 0 0,-8-119-50 0 0,-1-8 0 0 0,1 1 0 0 0,2-1 0 0 0,4 26 0 0 0,-2-34-900 0 0,4-3-3600 0 0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6:23.791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59 218 1375 0 0,'0'-19'681'0'0,"-1"-1"-1"0"0,-1 1 1 0 0,-1 0-1 0 0,0 0 0 0 0,-2 0 1 0 0,0 0-1 0 0,-1 1 1 0 0,-1 0-1 0 0,-12-24 0 0 0,19 42-635 0 0,0 0 0 0 0,0-1 0 0 0,0 1 0 0 0,0 0 0 0 0,0 0-1 0 0,0 0 1 0 0,0-1 0 0 0,0 1 0 0 0,0 0 0 0 0,0 0 0 0 0,0-1-1 0 0,-1 1 1 0 0,1 0 0 0 0,0 0 0 0 0,0 0 0 0 0,0-1 0 0 0,0 1 0 0 0,0 0-1 0 0,-1 0 1 0 0,1 0 0 0 0,0 0 0 0 0,0 0 0 0 0,0-1 0 0 0,-1 1-1 0 0,1 0 1 0 0,0 0 0 0 0,0 0 0 0 0,0 0 0 0 0,-1 0 0 0 0,1 0-1 0 0,0 0 1 0 0,0 0 0 0 0,-1 0 0 0 0,1 0 0 0 0,0 0 0 0 0,0 0 0 0 0,-1 0-1 0 0,-1 9 826 0 0,4 16-322 0 0,28 142 525 0 0,6 48-320 0 0,28 364 1174 0 0,-51-458-1841 0 0,23 228 133 0 0,-27 72 45 0 0,-21-319-94 0 0,7-70-148 0 0,5-32-38 0 0,0 1 0 0 0,0-1 0 0 0,0 1 0 0 0,0-1 0 0 0,0 0 0 0 0,0 1 0 0 0,0-1 0 0 0,0 1 0 0 0,0-1 0 0 0,0 1 0 0 0,0-1 0 0 0,0 0 0 0 0,0 1 0 0 0,1-1 0 0 0,-1 1 0 0 0,0-1 0 0 0,0 0 0 0 0,0 1 0 0 0,1-1 0 0 0,-1 0 0 0 0,0 1 0 0 0,0-1 0 0 0,1 0 0 0 0,-1 1 0 0 0,2-1-416 0 0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6:24.556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351 187 4143 0 0,'-8'-6'504'0'0,"0"-1"0"0"0,0-1 0 0 0,0 1-1 0 0,1-1 1 0 0,1-1 0 0 0,-1 1-1 0 0,1-1 1 0 0,-9-19 0 0 0,13 25-332 0 0,-4-8 501 0 0,0 0 0 0 0,0 1-1 0 0,-2 0 1 0 0,-15-19 0 0 0,20 27-622 0 0,1 0 1 0 0,0 0-1 0 0,-1 0 0 0 0,0 0 0 0 0,1 0 1 0 0,-1 1-1 0 0,0-1 0 0 0,0 1 0 0 0,0 0 1 0 0,0 0-1 0 0,0 0 0 0 0,0 0 0 0 0,0 0 1 0 0,0 1-1 0 0,0-1 0 0 0,-1 1 1 0 0,1 0-1 0 0,0 0 0 0 0,0 0 0 0 0,0 0 1 0 0,0 1-1 0 0,-1-1 0 0 0,1 1 0 0 0,0 0 1 0 0,-3 1-1 0 0,-3 2-28 0 0,1 0 0 0 0,-1 0 0 0 0,1 1 0 0 0,0 0 0 0 0,0 1-1 0 0,0 0 1 0 0,1 0 0 0 0,0 0 0 0 0,0 1 0 0 0,1 0 0 0 0,0 1 0 0 0,0-1 0 0 0,1 1 0 0 0,-7 11 0 0 0,7-10 14 0 0,1 1 0 0 0,0-1 1 0 0,0 1-1 0 0,0 0 0 0 0,1 0 1 0 0,1 0-1 0 0,0 0 1 0 0,0 0-1 0 0,1 1 0 0 0,0-1 1 0 0,1 1-1 0 0,2 20 0 0 0,-1-27-25 0 0,0 0 0 0 0,0 1 0 0 0,0-1 0 0 0,1 1-1 0 0,0-1 1 0 0,-1 0 0 0 0,2 0 0 0 0,-1 0 0 0 0,0 0-1 0 0,1-1 1 0 0,0 1 0 0 0,0 0 0 0 0,0-1 0 0 0,4 3 0 0 0,-2-1-8 0 0,0-1 0 0 0,1-1 0 0 0,0 1 1 0 0,-1-1-1 0 0,1 0 0 0 0,1 0 0 0 0,-1-1 0 0 0,0 1 1 0 0,7 0-1 0 0,-4-1 47 0 0,-1 0-1 0 0,1-1 1 0 0,0 0 0 0 0,-1 0 0 0 0,1-1 0 0 0,0-1-1 0 0,0 1 1 0 0,-1-1 0 0 0,1-1 0 0 0,-1 1-1 0 0,1-2 1 0 0,-1 1 0 0 0,1-1 0 0 0,-1 0-1 0 0,8-5 1 0 0,-11 5 3 0 0,-1-1-1 0 0,0 0 0 0 0,0 1 1 0 0,0-1-1 0 0,0 0 0 0 0,-1-1 1 0 0,1 1-1 0 0,-1-1 0 0 0,0 1 1 0 0,-1-1-1 0 0,1 0 1 0 0,-1 0-1 0 0,0 0 0 0 0,2-9 1 0 0,-2 7 27 0 0,0 1 0 0 0,-1-1 1 0 0,0 0-1 0 0,0 0 0 0 0,-1 0 0 0 0,0 0 1 0 0,0 0-1 0 0,-1 1 0 0 0,1-1 1 0 0,-1 0-1 0 0,-3-8 0 0 0,4 15-78 0 0,0 0-1 0 0,0 0 1 0 0,0 0-1 0 0,0 0 1 0 0,0 0-1 0 0,0 0 0 0 0,0 0 1 0 0,0 0-1 0 0,0 0 1 0 0,0 0-1 0 0,-1 0 1 0 0,1 0-1 0 0,0 0 1 0 0,0 0-1 0 0,0 0 1 0 0,0 0-1 0 0,0 0 0 0 0,0 0 1 0 0,0 0-1 0 0,0 0 1 0 0,0 0-1 0 0,0 0 1 0 0,0 0-1 0 0,0 0 1 0 0,0 0-1 0 0,0 0 1 0 0,0 0-1 0 0,0 0 0 0 0,0 0 1 0 0,-1 0-1 0 0,1 0 1 0 0,0 0-1 0 0,0 0 1 0 0,0 0-1 0 0,0 0 1 0 0,0 0-1 0 0,0 0 1 0 0,0 0-1 0 0,0 0 1 0 0,0 0-1 0 0,0 0 0 0 0,0 0 1 0 0,0 0-1 0 0,0 0 1 0 0,0 0-1 0 0,0-1 1 0 0,0 1-1 0 0,0 0 1 0 0,0 0-1 0 0,0 0 1 0 0,0 0-1 0 0,-2 10 180 0 0,1 15 52 0 0,1-1-191 0 0,2 0 0 0 0,0-1 0 0 0,2 1-1 0 0,6 24 1 0 0,-7-36-184 0 0,1-1 0 0 0,0 1 1 0 0,0-1-1 0 0,1 0 0 0 0,1-1 0 0 0,0 1 0 0 0,0-1 0 0 0,1 0 0 0 0,0-1 0 0 0,10 10 0 0 0,6 2-5739 0 0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6:25.182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41 1 7831 0 0,'1'0'94'0'0,"-1"0"-1"0"0,1 0 0 0 0,-1 0 0 0 0,1 0 1 0 0,-1 0-1 0 0,1 0 0 0 0,0 0 1 0 0,-1 0-1 0 0,1 0 0 0 0,-1 0 0 0 0,1 0 1 0 0,0 0-1 0 0,-1 0 0 0 0,1 0 0 0 0,-1 1 1 0 0,1-1-1 0 0,-1 0 0 0 0,1 0 1 0 0,0 1-1 0 0,-1-1 0 0 0,1 0 0 0 0,-1 1 1 0 0,0-1-1 0 0,1 0 0 0 0,-1 1 0 0 0,1-1 1 0 0,-1 1-1 0 0,0-1 0 0 0,1 1 1 0 0,-1-1-1 0 0,0 1 0 0 0,1-1 0 0 0,-1 1 1 0 0,0-1-1 0 0,0 1 0 0 0,1 0 0 0 0,-1-1 1 0 0,0 1-1 0 0,0-1 0 0 0,0 2 1 0 0,5 23 753 0 0,-5 2-179 0 0,-1 0 0 0 0,-10 48 1 0 0,0 5 62 0 0,9-54-622 0 0,-1 7 125 0 0,1 61-1 0 0,2-93-224 0 0,0-1-1 0 0,0 1 0 0 0,0 0 0 0 0,0 0 1 0 0,0 0-1 0 0,0-1 0 0 0,0 1 0 0 0,0 0 1 0 0,1 0-1 0 0,-1 0 0 0 0,0-1 1 0 0,0 1-1 0 0,1 0 0 0 0,-1 0 0 0 0,0-1 1 0 0,1 1-1 0 0,-1 0 0 0 0,1-1 0 0 0,-1 1 1 0 0,1 0-1 0 0,-1-1 0 0 0,1 1 1 0 0,0-1-1 0 0,-1 1 0 0 0,1-1 0 0 0,-1 1 1 0 0,2 0-1 0 0,-1-1 8 0 0,0-1 1 0 0,0 1-1 0 0,0 0 1 0 0,0-1-1 0 0,0 1 1 0 0,0-1-1 0 0,0 1 1 0 0,0-1-1 0 0,0 1 1 0 0,0-1-1 0 0,0 0 1 0 0,0 1-1 0 0,0-1 1 0 0,0 0-1 0 0,0 0 1 0 0,-1 0-1 0 0,1 1 1 0 0,0-1-1 0 0,0-2 1 0 0,32-41 658 0 0,-18 23-505 0 0,0 1 0 0 0,1 1 0 0 0,1 0 0 0 0,22-18 1 0 0,-34 33-122 0 0,0 0 1 0 0,0 0-1 0 0,1 0 0 0 0,-1 1 1 0 0,1 0-1 0 0,0 1 1 0 0,0-1-1 0 0,0 1 1 0 0,0 0-1 0 0,0 0 1 0 0,1 1-1 0 0,-1 0 1 0 0,1 0-1 0 0,-1 0 1 0 0,0 1-1 0 0,1 0 1 0 0,-1 0-1 0 0,1 1 1 0 0,-1 0-1 0 0,1 0 1 0 0,6 2-1 0 0,-8-1-32 0 0,0 0 1 0 0,0 0-1 0 0,0 0 0 0 0,0 0 0 0 0,-1 1 0 0 0,1 0 0 0 0,-1 0 1 0 0,0 0-1 0 0,0 0 0 0 0,0 1 0 0 0,0 0 0 0 0,0 0 1 0 0,-1 0-1 0 0,0 0 0 0 0,0 0 0 0 0,0 1 0 0 0,0-1 0 0 0,-1 1 1 0 0,0 0-1 0 0,0-1 0 0 0,3 11 0 0 0,-3-8-3 0 0,-1-1 0 0 0,0 1 1 0 0,0 0-1 0 0,-1-1 0 0 0,0 1 0 0 0,0 0 0 0 0,-1-1 0 0 0,1 1 0 0 0,-1-1 0 0 0,-1 1 0 0 0,1-1 1 0 0,-1 1-1 0 0,0-1 0 0 0,-1 0 0 0 0,0 0 0 0 0,0 0 0 0 0,-4 6 0 0 0,0-2-2 0 0,-1 0 0 0 0,-1-1 0 0 0,0 1 0 0 0,0-2 0 0 0,-1 1 0 0 0,0-1 0 0 0,0-1 0 0 0,-1 0 0 0 0,0-1 0 0 0,-23 11 0 0 0,2-5 32 0 0,0 0 0 0 0,-63 12 0 0 0,84-21-266 0 0,-1-1 0 0 0,0 0-1 0 0,0-1 1 0 0,0-1 0 0 0,0 1-1 0 0,-12-3 1 0 0,4-1-6350 0 0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6:25.928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16 558 919 0 0,'-14'-2'1393'0'0,"12"-1"346"0"0,7-1-303 0 0,-4 3-497 0 0,5 0-88 0 0,63-11 1680 0 0,103-3 1 0 0,-82 9-2010 0 0,280-29 1030 0 0,19 24-184 0 0,-150 11-1065 0 0,42-7-236 0 0,302-15 100 0 0,-448 13-173 0 0,244-24-48 0 0,576-71 42 0 0,21 12 149 0 0,-447 43-64 0 0,419-34 37 0 0,-232 16-110 0 0,-667 65-126 0 0,-46 3-196 0 0,-2 0-94 0 0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6:26.753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1 91 3223 0 0,'3'-11'702'0'0,"0"0"0"0"0,1-12-1 0 0,-1-22 6430 0 0,-4 106-3696 0 0,2 77-2438 0 0,1-117-931 0 0,1 0-1 0 0,1 0 1 0 0,8 26-1 0 0,-8-38-232 0 0,-1 0-1 0 0,1 0 1 0 0,0-1 0 0 0,1 1-1 0 0,0-1 1 0 0,0 0-1 0 0,1-1 1 0 0,0 1 0 0 0,11 10-1 0 0,-7-9-5400 0 0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6:27.398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5 68 2959 0 0,'1'-5'347'0'0,"0"-1"0"0"0,0 1 0 0 0,-1 0 0 0 0,0-1 0 0 0,-1 1 0 0 0,1-1 0 0 0,-1 1 0 0 0,0-1 0 0 0,0 1-1 0 0,-2-6 1 0 0,2 8 369 0 0,9 18 4613 0 0,14 15-3011 0 0,8 9-1458 0 0,-25-30-689 0 0,0 1 1 0 0,0 0-1 0 0,-1 0 1 0 0,-1 0-1 0 0,1 0 1 0 0,-2 1-1 0 0,3 16 1 0 0,-3-12-50 0 0,-2 0 1 0 0,0 1 0 0 0,-1-1 0 0 0,-4 27-1 0 0,4-35-98 0 0,-3 10 19 0 0,2-1 0 0 0,-1 30 0 0 0,3-42-43 0 0,0 0 1 0 0,1 0-1 0 0,-1 0 0 0 0,1-1 1 0 0,0 1-1 0 0,-1 0 1 0 0,2 0-1 0 0,-1-1 0 0 0,0 1 1 0 0,1-1-1 0 0,-1 1 0 0 0,1-1 1 0 0,0 0-1 0 0,0 0 1 0 0,1 0-1 0 0,-1 0 0 0 0,1 0 1 0 0,2 3-1 0 0,-2-5-110 0 0,-1 1-1 0 0,1-1 1 0 0,-1 0 0 0 0,1 0-1 0 0,0 0 1 0 0,0 0-1 0 0,0 0 1 0 0,0-1-1 0 0,-1 1 1 0 0,5-1 0 0 0,6 2-5964 0 0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6:27.875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14 92 455 0 0,'-2'-3'144'0'0,"1"0"0"0"0,-1 0 0 0 0,1 0 0 0 0,-1 0-1 0 0,1 0 1 0 0,0 0 0 0 0,0-1 0 0 0,-1-6-1 0 0,2 8-57 0 0,0 0-1 0 0,0 0 0 0 0,1 0 1 0 0,-1 0-1 0 0,0 0 0 0 0,1 0 1 0 0,0 0-1 0 0,-1 0 0 0 0,1 0 0 0 0,0 0 1 0 0,0 0-1 0 0,0 1 0 0 0,0-1 1 0 0,0 0-1 0 0,1 0 0 0 0,1-1 0 0 0,-1 0 148 0 0,1 1 0 0 0,-1-1 0 0 0,1 1 0 0 0,-1 0 0 0 0,1 0 0 0 0,0 0 0 0 0,5-3 0 0 0,-7 5-164 0 0,0 0 0 0 0,-1-1 0 0 0,1 1 0 0 0,-1 0 0 0 0,1 0 0 0 0,0 0 0 0 0,-1-1 0 0 0,1 1 0 0 0,0 0 0 0 0,-1 0 0 0 0,1 0 1 0 0,0 0-1 0 0,-1 0 0 0 0,1 0 0 0 0,0 1 0 0 0,-1-1 0 0 0,1 0 0 0 0,-1 0 0 0 0,1 0 0 0 0,0 1 0 0 0,-1-1 0 0 0,1 0 0 0 0,-1 0 0 0 0,1 1 0 0 0,0-1 1 0 0,-1 1-1 0 0,1-1 0 0 0,-1 0 0 0 0,0 1 0 0 0,1-1 0 0 0,-1 1 0 0 0,1-1 0 0 0,-1 1 0 0 0,0-1 0 0 0,1 1 0 0 0,-1 0 0 0 0,0-1 0 0 0,1 1 0 0 0,-1-1 0 0 0,0 1 1 0 0,0 0-1 0 0,0-1 0 0 0,1 1 0 0 0,-1 0 0 0 0,0-1 0 0 0,0 1 0 0 0,0 0 0 0 0,3 21 1408 0 0,1 40-1 0 0,-1-4-565 0 0,73 416-26 0 0,-50-335-642 0 0,-24-114-709 0 0,0 0 1 0 0,-1 0-1 0 0,-5 42 0 0 0,0-40-3722 0 0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6:28.623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5 10 455 0 0,'-4'-9'1213'0'0,"5"13"1480"0"0,5 12 1465 0 0,-3-11-3911 0 0,-2 1 1 0 0,1-1-1 0 0,-1 1 0 0 0,1 0 0 0 0,-2 0 0 0 0,1 0 0 0 0,-1 11 0 0 0,1-4 54 0 0,-3 222 1133 0 0,4-9-855 0 0,-1-214-430 0 0,0 0 0 0 0,5 22 1 0 0,-5-29-216 0 0,1-1 0 0 0,-1 1 1 0 0,1-1-1 0 0,0 0 1 0 0,0 1-1 0 0,1-1 1 0 0,-1 0-1 0 0,1-1 1 0 0,0 1-1 0 0,3 4 1 0 0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6:29.779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219 157 4607 0 0,'6'-9'130'0'0,"-1"1"0"0"0,0-1-1 0 0,0 0 1 0 0,-1-1-1 0 0,0 1 1 0 0,-1-1 0 0 0,0 1-1 0 0,-1-1 1 0 0,3-17-1 0 0,-5 25-66 0 0,1 0-1 0 0,-1 1 0 0 0,0-1 0 0 0,0 0 1 0 0,0 1-1 0 0,0-1 0 0 0,0 0 1 0 0,-1 1-1 0 0,1-1 0 0 0,0 0 0 0 0,-1 1 1 0 0,1-1-1 0 0,-1 0 0 0 0,0 1 0 0 0,1-1 1 0 0,-1 1-1 0 0,0-1 0 0 0,0 1 1 0 0,0 0-1 0 0,0-1 0 0 0,0 1 0 0 0,0 0 1 0 0,-1 0-1 0 0,-1-2 0 0 0,1 2 74 0 0,-1 0 0 0 0,1 0 0 0 0,0 0-1 0 0,-1 0 1 0 0,1 1 0 0 0,-1-1 0 0 0,1 1 0 0 0,-1 0-1 0 0,1-1 1 0 0,-1 1 0 0 0,1 0 0 0 0,-1 0 0 0 0,1 1-1 0 0,-1-1 1 0 0,1 1 0 0 0,-3 0 0 0 0,-9 3 157 0 0,1 1 0 0 0,0 0 0 0 0,0 1 0 0 0,0 1 0 0 0,1 0 0 0 0,0 1 0 0 0,1 0 0 0 0,-1 0 0 0 0,2 1 0 0 0,-1 1 0 0 0,1 0 0 0 0,0 0 1 0 0,1 1-1 0 0,-13 20 0 0 0,20-27-278 0 0,0 0 1 0 0,0 0-1 0 0,0 0 1 0 0,0 0 0 0 0,1 0-1 0 0,-1 0 1 0 0,1 1-1 0 0,0-1 1 0 0,0 1 0 0 0,1-1-1 0 0,-1 1 1 0 0,1-1-1 0 0,1 7 1 0 0,-1-9-3 0 0,1 1-1 0 0,-1 0 1 0 0,1-1-1 0 0,0 1 1 0 0,0-1-1 0 0,0 1 1 0 0,0-1 0 0 0,0 1-1 0 0,1-1 1 0 0,-1 0-1 0 0,1 1 1 0 0,0-1-1 0 0,-1 0 1 0 0,1 0-1 0 0,0 0 1 0 0,0 0 0 0 0,0-1-1 0 0,1 1 1 0 0,-1 0-1 0 0,0-1 1 0 0,1 0-1 0 0,-1 0 1 0 0,3 2 0 0 0,4 0 86 0 0,1 0 1 0 0,-1-1 0 0 0,0 0 0 0 0,1-1 0 0 0,0 1-1 0 0,-1-2 1 0 0,1 1 0 0 0,0-2 0 0 0,-1 1 0 0 0,1-1 0 0 0,-1-1-1 0 0,1 1 1 0 0,12-5 0 0 0,-15 4-29 0 0,0-1 0 0 0,0 1 0 0 0,0-1 0 0 0,-1 0 0 0 0,1 0 0 0 0,-1-1 1 0 0,0 0-1 0 0,0 0 0 0 0,0-1 0 0 0,0 0 0 0 0,-1 0 0 0 0,0 0 0 0 0,0 0 0 0 0,0-1 0 0 0,-1 0 0 0 0,1 0 0 0 0,-1 0 0 0 0,3-9 1 0 0,-5 11-20 0 0,-1 0 1 0 0,0-1-1 0 0,0 1 1 0 0,-1-1-1 0 0,1 1 1 0 0,-1-1-1 0 0,0 1 1 0 0,0-1-1 0 0,-1 1 1 0 0,0-1-1 0 0,1 1 1 0 0,-1-1-1 0 0,-1 1 1 0 0,1 0-1 0 0,-1-1 1 0 0,-3-7-1 0 0,3 9 12 0 0,0-1 0 0 0,0 1 0 0 0,0-1 0 0 0,0 1 0 0 0,-1 0 0 0 0,0 0 0 0 0,1 0 1 0 0,-1 0-1 0 0,0 0 0 0 0,0 1 0 0 0,0-1 0 0 0,-1 1 0 0 0,1 0 0 0 0,-1 0 0 0 0,1 0 0 0 0,-1 0 0 0 0,0 1 0 0 0,1 0 0 0 0,-7-2 0 0 0,7 3-47 0 0,1 0 1 0 0,-1 0-1 0 0,0 0 0 0 0,1 1 1 0 0,-1-1-1 0 0,1 1 0 0 0,-1 0 1 0 0,0-1-1 0 0,1 1 0 0 0,0 0 1 0 0,-1 1-1 0 0,1-1 0 0 0,-1 0 1 0 0,1 1-1 0 0,0-1 0 0 0,0 1 1 0 0,0 0-1 0 0,0-1 0 0 0,0 1 1 0 0,0 0-1 0 0,1 0 0 0 0,-1 1 1 0 0,0-1-1 0 0,-1 3 1 0 0,-3 5 47 0 0,1 0 1 0 0,-1 1-1 0 0,2-1 1 0 0,-5 14-1 0 0,6-15-115 0 0,1 0-1 0 0,0 0 0 0 0,1 0 1 0 0,0 0-1 0 0,0 0 0 0 0,1 0 1 0 0,0 0-1 0 0,1 0 0 0 0,-1 0 1 0 0,2 0-1 0 0,0 0 0 0 0,0 0 1 0 0,0-1-1 0 0,1 1 0 0 0,0 0 1 0 0,1-1-1 0 0,5 9 0 0 0,-2-3-4682 0 0,-2 0-1606 0 0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6:30.260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51 195 5527 0 0,'2'-31'1637'0'0,"-1"23"-854"0"0,0 0-1 0 0,-1 0 0 0 0,0 0 1 0 0,0 0-1 0 0,-1 0 1 0 0,0 0-1 0 0,-3-12 0 0 0,4 20-724 0 0,0 0-1 0 0,0 0 1 0 0,0-1-1 0 0,0 1 1 0 0,0 0-1 0 0,0 0 1 0 0,0-1-1 0 0,0 1 1 0 0,0 0-1 0 0,0 0 1 0 0,-1-1-1 0 0,1 1 1 0 0,0 0-1 0 0,0 0 1 0 0,0-1-1 0 0,0 1 0 0 0,-1 0 1 0 0,1 0-1 0 0,0 0 1 0 0,0-1-1 0 0,0 1 1 0 0,-1 0-1 0 0,1 0 1 0 0,0 0-1 0 0,0 0 1 0 0,-1 0-1 0 0,1 0 1 0 0,0-1-1 0 0,0 1 1 0 0,-1 0-1 0 0,1 0 1 0 0,0 0-1 0 0,-1 0 1 0 0,1 0-1 0 0,0 0 1 0 0,0 0-1 0 0,-1 0 1 0 0,-8 9 671 0 0,-3 17-307 0 0,10-20-406 0 0,0 0-1 0 0,1 0 0 0 0,-1 0 1 0 0,1 0-1 0 0,1 1 1 0 0,-1-1-1 0 0,1 0 1 0 0,0 0-1 0 0,2 10 0 0 0,-2-14-4 0 0,1 1 0 0 0,-1-1-1 0 0,1 1 1 0 0,0-1 0 0 0,0 0-1 0 0,0 1 1 0 0,0-1-1 0 0,1 0 1 0 0,-1 0 0 0 0,1 0-1 0 0,-1 0 1 0 0,1 0 0 0 0,0 0-1 0 0,0 0 1 0 0,0 0 0 0 0,0-1-1 0 0,0 1 1 0 0,0-1-1 0 0,0 1 1 0 0,0-1 0 0 0,0 0-1 0 0,1 0 1 0 0,-1 0 0 0 0,1 0-1 0 0,3 1 1 0 0,0-1 10 0 0,1 0 0 0 0,-1-1 0 0 0,0 1-1 0 0,0-1 1 0 0,0 0 0 0 0,0-1 0 0 0,0 1 0 0 0,0-1 0 0 0,0-1 0 0 0,0 1 0 0 0,0-1-1 0 0,0 0 1 0 0,-1 0 0 0 0,1 0 0 0 0,-1-1 0 0 0,1 0 0 0 0,-1 0 0 0 0,0-1 0 0 0,0 1-1 0 0,0-1 1 0 0,-1 0 0 0 0,1 0 0 0 0,5-8 0 0 0,-7 8 27 0 0,1 0 0 0 0,-2 0 0 0 0,1 0 1 0 0,0-1-1 0 0,-1 1 0 0 0,0-1 0 0 0,0 1 0 0 0,0-1 0 0 0,0 0 0 0 0,-1 1 1 0 0,0-1-1 0 0,0 0 0 0 0,0 0 0 0 0,-1 0 0 0 0,0 0 0 0 0,0 0 0 0 0,0 0 1 0 0,0 0-1 0 0,-1 0 0 0 0,0 0 0 0 0,0 0 0 0 0,0 0 0 0 0,0 0 0 0 0,-1 1 1 0 0,0-1-1 0 0,0 0 0 0 0,0 1 0 0 0,-6-9 0 0 0,6 10 11 0 0,-1 0 0 0 0,1 0 0 0 0,-1 0 0 0 0,1 0 1 0 0,-1 0-1 0 0,0 0 0 0 0,0 1 0 0 0,-1 0 0 0 0,1-1 0 0 0,0 1 0 0 0,-1 0 0 0 0,1 1 0 0 0,-1-1 0 0 0,0 1 0 0 0,1-1 0 0 0,-1 1 0 0 0,0 0 0 0 0,0 0 0 0 0,-6 0 0 0 0,5 1-28 0 0,0 1 0 0 0,0-1 0 0 0,0 1 0 0 0,0 0 0 0 0,0 0 0 0 0,0 1 0 0 0,0-1 0 0 0,0 1 0 0 0,1 0 0 0 0,-1 0 0 0 0,1 1 0 0 0,-1-1 0 0 0,1 1 0 0 0,0 0 0 0 0,-4 4 1 0 0,1-1-257 0 0,1 1 1 0 0,0-1 0 0 0,0 1 0 0 0,0 1 0 0 0,1-1-1 0 0,-4 9 1 0 0,-4 8-6652 0 0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6:30.761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57 87 2759 0 0,'1'0'-137'0'0,"2"-4"922"0"0,1 0 1 0 0,0 1 0 0 0,0 0 0 0 0,5-3 0 0 0,-9 5-666 0 0,1 1 0 0 0,0 0 0 0 0,-1-1 0 0 0,1 1 0 0 0,-1 0 0 0 0,1-1 0 0 0,0 1 0 0 0,-1 0 0 0 0,1 0 0 0 0,0-1 0 0 0,-1 1 0 0 0,1 0 0 0 0,0 0 0 0 0,-1 0 0 0 0,1 0 0 0 0,0 0 0 0 0,-1 0 0 0 0,1 0 0 0 0,0 0 0 0 0,-1 0 0 0 0,1 0 0 0 0,0 0 0 0 0,-1 1 0 0 0,1-1 0 0 0,0 0 0 0 0,-1 0 0 0 0,1 1 0 0 0,-1-1 0 0 0,1 0 0 0 0,0 1 0 0 0,-1-1 0 0 0,1 1 0 0 0,-1-1 0 0 0,1 1 0 0 0,-1-1 0 0 0,1 1 0 0 0,-1-1 0 0 0,1 1 0 0 0,-1-1 0 0 0,1 2 0 0 0,-2-2-65 0 0,1 0-1 0 0,-1 0 0 0 0,1 0 1 0 0,-1 0-1 0 0,1 1 1 0 0,-1-1-1 0 0,1 0 0 0 0,-1 0 1 0 0,1-1-1 0 0,-1 1 0 0 0,1 0 1 0 0,-1 0-1 0 0,1 0 0 0 0,-1 0 1 0 0,1 0-1 0 0,0 0 1 0 0,-1-1-1 0 0,1 1 0 0 0,-1 0 1 0 0,1 0-1 0 0,-1-1 0 0 0,1 1 1 0 0,0 0-1 0 0,-1-1 0 0 0,-18-12 1411 0 0,5-5-299 0 0,9 11-660 0 0,0 1-1 0 0,0 0 0 0 0,-1 0 0 0 0,-7-6 0 0 0,13 12-467 0 0,-1 0 0 0 0,1 0-1 0 0,-1 0 1 0 0,1 0 0 0 0,-1 0-1 0 0,1 0 1 0 0,0 0 0 0 0,-1 0-1 0 0,1 0 1 0 0,-1 1 0 0 0,1-1-1 0 0,-1 0 1 0 0,1 0 0 0 0,-1 0 0 0 0,1 1-1 0 0,0-1 1 0 0,-1 0 0 0 0,1 1-1 0 0,0-1 1 0 0,-1 0 0 0 0,1 1-1 0 0,0-1 1 0 0,-1 0 0 0 0,1 1-1 0 0,0-1 1 0 0,0 1 0 0 0,-1-1-1 0 0,1 0 1 0 0,0 1 0 0 0,0-1 0 0 0,0 1-1 0 0,0-1 1 0 0,-1 1 0 0 0,-7 19 232 0 0,8-20-259 0 0,-1 4 9 0 0,-1 1-1 0 0,1 0 1 0 0,0-1 0 0 0,0 1 0 0 0,0 0-1 0 0,1-1 1 0 0,0 1 0 0 0,0 0-1 0 0,0 0 1 0 0,0-1 0 0 0,1 1 0 0 0,2 9-1 0 0,-2-12-15 0 0,0 0-1 0 0,-1 0 1 0 0,1-1-1 0 0,1 1 0 0 0,-1 0 1 0 0,0 0-1 0 0,0 0 0 0 0,1-1 1 0 0,-1 1-1 0 0,1-1 1 0 0,-1 1-1 0 0,1-1 0 0 0,0 1 1 0 0,-1-1-1 0 0,1 0 0 0 0,0 0 1 0 0,0 0-1 0 0,0 0 1 0 0,0 0-1 0 0,0 0 0 0 0,0-1 1 0 0,0 1-1 0 0,0-1 1 0 0,0 1-1 0 0,0-1 0 0 0,1 0 1 0 0,-1 0-1 0 0,0 0 0 0 0,0 0 1 0 0,2 0-1 0 0,31-4-541 0 0,-12-3-4394 0 0,-3-1-1270 0 0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6:31.458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196 8 6447 0 0,'-1'0'120'0'0,"1"-1"-1"0"0,-1 0 0 0 0,0 1 0 0 0,1-1 0 0 0,-1 1 0 0 0,0-1 0 0 0,1 1 0 0 0,-1-1 1 0 0,0 1-1 0 0,0-1 0 0 0,1 1 0 0 0,-1 0 0 0 0,0-1 0 0 0,0 1 0 0 0,0 0 0 0 0,1 0 1 0 0,-1 0-1 0 0,0 0 0 0 0,-1 0 0 0 0,-22 2 1566 0 0,14 1-1014 0 0,-1 1 0 0 0,-14 6-1 0 0,17-5-427 0 0,0 0 0 0 0,0 0 0 0 0,0 0 0 0 0,1 1 0 0 0,-1 1 0 0 0,1-1 0 0 0,1 1 0 0 0,-11 13 0 0 0,13-15-177 0 0,1 0-1 0 0,-1 0 0 0 0,1 1 1 0 0,0 0-1 0 0,0-1 0 0 0,1 1 0 0 0,-1 0 1 0 0,1 0-1 0 0,1 1 0 0 0,-1-1 1 0 0,1 0-1 0 0,0 1 0 0 0,0 10 1 0 0,1-15-60 0 0,1-1 1 0 0,-1 1 0 0 0,0-1 0 0 0,0 1-1 0 0,1-1 1 0 0,-1 1 0 0 0,0-1 0 0 0,1 1-1 0 0,0-1 1 0 0,-1 0 0 0 0,1 1 0 0 0,0-1-1 0 0,-1 0 1 0 0,1 0 0 0 0,0 0 0 0 0,0 1-1 0 0,0-1 1 0 0,0 0 0 0 0,2 1 0 0 0,-1-1 6 0 0,0 0 1 0 0,0 0-1 0 0,0 0 1 0 0,0 0-1 0 0,0 0 1 0 0,1-1-1 0 0,-1 1 1 0 0,0-1-1 0 0,0 0 1 0 0,1 1 0 0 0,2-1-1 0 0,3-1 68 0 0,1 1-1 0 0,-1-1 0 0 0,0-1 1 0 0,0 0-1 0 0,15-5 1 0 0,-10 2 41 0 0,0-1 1 0 0,-1 0 0 0 0,0-1-1 0 0,0 0 1 0 0,18-15 0 0 0,-26 19-111 0 0,0 0 0 0 0,-1 0 0 0 0,1 0 0 0 0,-1-1 0 0 0,0 1 0 0 0,0-1 0 0 0,0 0 0 0 0,-1 0 0 0 0,1 0 0 0 0,-1 0 0 0 0,0-1 1 0 0,0 1-1 0 0,0-1 0 0 0,-1 1 0 0 0,0-1 0 0 0,0 0 0 0 0,0 1 0 0 0,0-1 0 0 0,0-8 0 0 0,-1 10 36 0 0,-1 1 0 0 0,1-1 0 0 0,-1 1 0 0 0,1-1-1 0 0,-1 1 1 0 0,0 0 0 0 0,0-1 0 0 0,0 1 0 0 0,0 0 0 0 0,0 0 0 0 0,0 0 0 0 0,0 0 0 0 0,-1 0 0 0 0,1 0 0 0 0,-1 0 0 0 0,0 0 0 0 0,0 0-1 0 0,1 1 1 0 0,-1-1 0 0 0,0 1 0 0 0,0-1 0 0 0,-1 1 0 0 0,1 0 0 0 0,0 0 0 0 0,0 0 0 0 0,-1 0 0 0 0,1 0 0 0 0,0 0 0 0 0,-1 1-1 0 0,1-1 1 0 0,-1 1 0 0 0,1 0 0 0 0,0 0 0 0 0,-1-1 0 0 0,1 2 0 0 0,-1-1 0 0 0,1 0 0 0 0,-1 0 0 0 0,1 1 0 0 0,-1-1 0 0 0,1 1-1 0 0,0 0 1 0 0,-1 0 0 0 0,1 0 0 0 0,0 0 0 0 0,0 0 0 0 0,0 0 0 0 0,0 1 0 0 0,-2 1 0 0 0,-1 1-25 0 0,0 0 0 0 0,1 1 0 0 0,0-1 0 0 0,0 1 0 0 0,1 0 0 0 0,-1 0 0 0 0,1 0 0 0 0,0 1 0 0 0,0-1 0 0 0,-3 10 0 0 0,5-13-17 0 0,1 0 0 0 0,-1 1 0 0 0,0-1 0 0 0,1 1 0 0 0,0-1 0 0 0,0 1 0 0 0,-1-1 0 0 0,1 1 0 0 0,1 0 0 0 0,-1-1 0 0 0,0 1 0 0 0,1-1 0 0 0,-1 1 0 0 0,1-1 0 0 0,0 0 0 0 0,-1 1 0 0 0,1-1 0 0 0,0 1 0 0 0,1-1 0 0 0,-1 0 0 0 0,0 0 0 0 0,1 0 0 0 0,-1 0 0 0 0,1 0 0 0 0,0 0 0 0 0,-1 0 0 0 0,5 2 0 0 0,19 12-11 0 0,-9-9-82 0 0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6:34.597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0 0 1663 0 0,'5'0'152'0'0,"1"0"-152"0"0,-3 0 0 0 0,-1 0 0 0 0,-1 0 0 0 0,4 2-64 0 0,2-2 64 0 0,3 2 0 0 0,-1 1-72 0 0,1 1 72 0 0,-3-1 0 0 0,0 2 0 0 0,0 2-64 0 0,-1 0 64 0 0,-2 0 0 0 0,-1-2 0 0 0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6:35.142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98 96 3223 0 0,'9'-12'118'0'0,"-7"10"204"0"0,0 0 0 0 0,0-1-1 0 0,0 1 1 0 0,0 0 0 0 0,0 0 0 0 0,3-2 0 0 0,4-2 434 0 0,1 0-1 0 0,0 0 1 0 0,0 1-1 0 0,0 0 1 0 0,22-6-1 0 0,-24 9-847 0 0,1 0 1 0 0,-1 0-1 0 0,1 1 0 0 0,-1 1 0 0 0,1-1 0 0 0,-1 1 0 0 0,1 1 1 0 0,13 1-1 0 0,-14 1-1230 0 0,-9 1 16 0 0,-1-4 1214 0 0,1 1 0 0 0,-1 0 0 0 0,0-1 0 0 0,1 0 0 0 0,-1 1 1 0 0,0-1-1 0 0,0 0 0 0 0,0 0 0 0 0,-2 0 0 0 0,-81-5-96 0 0,-12-2 645 0 0,76 8-428 0 0,16 0-199 0 0,-1-1-1 0 0,0 1 1 0 0,0-1 0 0 0,0-1 0 0 0,0 1-1 0 0,0-1 1 0 0,0 0 0 0 0,-10-4-1 0 0,11-1-582 0 0,4 5 712 0 0,1 1 0 0 0,0-1-1 0 0,0 0 1 0 0,-1 1 0 0 0,1-1-1 0 0,-1 1 1 0 0,1-1 0 0 0,-1 1-1 0 0,1-1 1 0 0,-1 1 0 0 0,1-1-1 0 0,-1 1 1 0 0,1-1 0 0 0,-1 1-1 0 0,1 0 1 0 0,-1-1-1 0 0,-1 1 1 0 0,2 0-30 0 0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6:35.298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4 0 919 0 0,'0'1'130'0'0,"-1"-1"0"0"0,1 1-1 0 0,0 0 1 0 0,-1-1 0 0 0,1 1-1 0 0,0-1 1 0 0,-1 1 0 0 0,1 0-1 0 0,0-1 1 0 0,0 1-1 0 0,0-1 1 0 0,0 1 0 0 0,0 0-1 0 0,0-1 1 0 0,0 1 0 0 0,0 0-1 0 0,0-1 1 0 0,0 1 0 0 0,0 0-1 0 0,0-1 1 0 0,0 2-1 0 0,4 26 2723 0 0,-3-21-2852 0 0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6:36.128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56 28 1231 0 0,'-2'-3'286'0'0,"0"1"-1"0"0,-1-1 0 0 0,0 1 0 0 0,0 0 0 0 0,1-1 0 0 0,-1 1 0 0 0,0 1 0 0 0,-1-1 0 0 0,1 0 0 0 0,0 1 0 0 0,0 0 0 0 0,-7-2 0 0 0,10 3-252 0 0,0 0 0 0 0,0 0 1 0 0,0 0-1 0 0,0 0 0 0 0,0 0 0 0 0,0 0 1 0 0,0 0-1 0 0,-1 0 0 0 0,1 0 0 0 0,0 0 1 0 0,0 0-1 0 0,0 0 0 0 0,0 0 1 0 0,0 0-1 0 0,0 0 0 0 0,0 1 0 0 0,0-1 1 0 0,0 0-1 0 0,-1 0 0 0 0,1 0 0 0 0,0 0 1 0 0,0 0-1 0 0,0 0 0 0 0,0 0 1 0 0,0 0-1 0 0,0 0 0 0 0,0 1 0 0 0,0-1 1 0 0,0 0-1 0 0,0 0 0 0 0,0 0 0 0 0,0 0 1 0 0,0 0-1 0 0,0 0 0 0 0,0 0 1 0 0,0 1-1 0 0,0-1 0 0 0,0 0 0 0 0,0 0 1 0 0,0 0-1 0 0,0 0 0 0 0,0 0 0 0 0,0 0 1 0 0,0 0-1 0 0,0 1 0 0 0,0-1 0 0 0,0 0 1 0 0,0 0-1 0 0,0 0 0 0 0,1 0 1 0 0,-1 0-1 0 0,0 0 0 0 0,0 0 0 0 0,0 0 1 0 0,0 0-1 0 0,0 1 0 0 0,0-1 0 0 0,0 0 1 0 0,0 0-1 0 0,0 0 0 0 0,1 0 1 0 0,-1 0-1 0 0,0 0 0 0 0,0 0 0 0 0,0 0 1 0 0,7 7 2163 0 0,-3-5-1698 0 0,91 55 719 0 0,-15-9-514 0 0,-74-44-728 0 0,0 0 0 0 0,0-1 0 0 0,1 1 0 0 0,-1-1 0 0 0,1 0 0 0 0,0-1 0 0 0,0 1-1 0 0,0-2 1 0 0,0 1 0 0 0,0-1 0 0 0,9 1 0 0 0,-15-2-17 0 0,-1 0 1 0 0,0 0-1 0 0,0 0 0 0 0,0 0 0 0 0,0 0 1 0 0,0 0-1 0 0,0 0 0 0 0,0 0 1 0 0,0 0-1 0 0,0 0 0 0 0,0 0 0 0 0,0 0 1 0 0,0 0-1 0 0,0 0 0 0 0,1 0 0 0 0,-1 0 1 0 0,0 0-1 0 0,0 0 0 0 0,0 0 1 0 0,0 0-1 0 0,0 0 0 0 0,0 0 0 0 0,0 0 1 0 0,0 0-1 0 0,0 0 0 0 0,0 0 1 0 0,0-1-1 0 0,0 1 0 0 0,0 0 0 0 0,0 0 1 0 0,0 0-1 0 0,0 0 0 0 0,0 0 0 0 0,0 0 1 0 0,0 0-1 0 0,0 0 0 0 0,0 0 1 0 0,0 0-1 0 0,0 0 0 0 0,0 0 0 0 0,0 0 1 0 0,0-1-1 0 0,0 1 0 0 0,0 0 1 0 0,0 0-1 0 0,0 0 0 0 0,0 0 0 0 0,0 0 1 0 0,0 0-1 0 0,0 0 0 0 0,0 0 1 0 0,0 0-1 0 0,0 0 0 0 0,0 0 0 0 0,0 0 1 0 0,0 0-1 0 0,0-1 0 0 0,0 1 0 0 0,0 0 1 0 0,0 0-1 0 0,-6-6-1292 0 0,-5-5-23 0 0,10 11 1149 0 0,-4-3 14 0 0,-15-5 452 0 0,-1 0 1 0 0,-22-6 0 0 0,33 12 87 0 0,0 0 0 0 0,0 0 0 0 0,-1 1-1 0 0,1 1 1 0 0,0 0 0 0 0,0 0 0 0 0,-14 2 0 0 0,-2 5-242 0 0,21-5-91 0 0,1 0 1 0 0,-1-1 0 0 0,0 0 0 0 0,1 0 0 0 0,-1 0 0 0 0,0-1 0 0 0,0 1 0 0 0,0-1 0 0 0,-6-1 0 0 0,11 1 4 0 0,0 0 0 0 0,-1 0 1 0 0,1 0-1 0 0,0 0 1 0 0,-1 0-1 0 0,1 0 0 0 0,0 0 1 0 0,0 0-1 0 0,-1 0 0 0 0,1 0 1 0 0,0 0-1 0 0,0 0 1 0 0,0-1-1 0 0,-1 1 0 0 0,1 0 1 0 0,0 0-1 0 0,0 0 1 0 0,-1 0-1 0 0,1-1 0 0 0,0 1 1 0 0,0 0-1 0 0,0 0 0 0 0,0 0 1 0 0,-1-1-1 0 0,1 1 1 0 0,0 0-1 0 0,0 0 0 0 0,0-1 1 0 0,0 1-1 0 0,0 0 1 0 0,0 0-1 0 0,0-1 0 0 0,0 1 1 0 0,0 0-1 0 0,0 0 0 0 0,0-1 1 0 0,0 1-1 0 0,0 0 1 0 0,0 0-1 0 0,0-1 0 0 0,0 1 1 0 0,0 0-1 0 0,0 0 0 0 0,0-1 1 0 0,0 1-1 0 0,8-10 1270 0 0,-4 8-1233 0 0,-1 1-45 0 0,-1 0-6 0 0,1 0 0 0 0,-1 0 1 0 0,0 0-1 0 0,1 1 0 0 0,-1-1 0 0 0,1 0 1 0 0,-1 1-1 0 0,0 0 0 0 0,1 0 1 0 0,-1 0-1 0 0,6 0 0 0 0,94 17 298 0 0,-85-13 130 0 0,-16-4-433 0 0,-1-2 11 0 0,0 2 209 0 0,-4-3-279 0 0,-31-19-55 0 0,31 19 119 0 0,0 1 0 0 0,-1 0 1 0 0,1 0-1 0 0,-1 1 0 0 0,1-1 0 0 0,-1 1 0 0 0,1 0 0 0 0,-7-1 0 0 0,11 2-7 0 0,0 0 0 0 0,0 0 0 0 0,0 0 0 0 0,-1 0 1 0 0,1 0-1 0 0,0 0 0 0 0,0 0 0 0 0,0 0 0 0 0,-1 0 0 0 0,1 0 0 0 0,0 0 0 0 0,0 0 0 0 0,0 0 0 0 0,-1 0 0 0 0,1 0 0 0 0,0 0 0 0 0,0 0 0 0 0,0 0 0 0 0,0 0 0 0 0,-1 0 0 0 0,1 1 0 0 0,0-1 0 0 0,0 0 0 0 0,0 0 0 0 0,0 0 0 0 0,0 0 1 0 0,-1 0-1 0 0,1 0 0 0 0,0 1 0 0 0,0-1 0 0 0,0 0 0 0 0,0 0 0 0 0,0 0 0 0 0,0 0 0 0 0,0 1 0 0 0,-1-1 0 0 0,1 0 0 0 0,0 0 0 0 0,0 0 0 0 0,0 0 0 0 0,0 1 0 0 0,0-1 0 0 0,0 0 0 0 0,0 0 0 0 0,0 0 0 0 0,0 1 0 0 0,0-1 0 0 0,0 0 1 0 0,0 0-1 0 0,0 0 0 0 0,0 0 0 0 0,0 1 0 0 0,0-1 0 0 0,1 0 0 0 0,-1 0 0 0 0,0 0 0 0 0,0 1 0 0 0,0-1 0 0 0,0 0 0 0 0,2 3-9 0 0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6:37.062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141 151 3223 0 0,'0'-2'174'0'0,"0"0"-1"0"0,0 0 0 0 0,0 0 0 0 0,0 0 0 0 0,0 0 0 0 0,-1 0 1 0 0,1 0-1 0 0,-1 1 0 0 0,1-1 0 0 0,-1 0 0 0 0,0 0 0 0 0,0 0 1 0 0,0 0-1 0 0,0 1 0 0 0,0-1 0 0 0,0 0 0 0 0,0 1 0 0 0,0-1 0 0 0,-1 1 1 0 0,1-1-1 0 0,-1 1 0 0 0,1 0 0 0 0,-1 0 0 0 0,1-1 0 0 0,-1 1 1 0 0,0 0-1 0 0,0 0 0 0 0,1 1 0 0 0,-1-1 0 0 0,-3-1 0 0 0,2 1 25 0 0,1 1-1 0 0,-1-1 0 0 0,0 0 0 0 0,0 1 0 0 0,1 0 0 0 0,-1-1 1 0 0,0 1-1 0 0,0 0 0 0 0,0 1 0 0 0,1-1 0 0 0,-1 0 0 0 0,0 1 1 0 0,0 0-1 0 0,1-1 0 0 0,-1 1 0 0 0,0 0 0 0 0,1 0 0 0 0,-5 3 1 0 0,4-2-95 0 0,0 1 0 0 0,1-1 0 0 0,-1 1 0 0 0,1-1 0 0 0,-1 1 0 0 0,1 0 1 0 0,0 0-1 0 0,0 0 0 0 0,0 0 0 0 0,0 0 0 0 0,1 1 0 0 0,-3 6 0 0 0,2-4 27 0 0,0 0-1 0 0,1 1 1 0 0,-1 0-1 0 0,2-1 1 0 0,-1 1-1 0 0,1 0 1 0 0,0-1-1 0 0,0 1 1 0 0,0 0-1 0 0,1-1 1 0 0,0 1-1 0 0,1-1 0 0 0,0 1 1 0 0,0-1-1 0 0,3 9 1 0 0,-4-13-70 0 0,1 0-1 0 0,-1 0 1 0 0,0 0-1 0 0,0 0 1 0 0,1-1 0 0 0,-1 1-1 0 0,1 0 1 0 0,-1-1-1 0 0,1 1 1 0 0,0-1 0 0 0,0 0-1 0 0,0 1 1 0 0,0-1 0 0 0,0 0-1 0 0,0 0 1 0 0,0 0-1 0 0,0-1 1 0 0,0 1 0 0 0,3 0-1 0 0,-2 0 12 0 0,1-1 0 0 0,0 0 0 0 0,-1 0 0 0 0,1 0 0 0 0,-1-1 0 0 0,1 1-1 0 0,-1-1 1 0 0,1 0 0 0 0,-1 0 0 0 0,0 0 0 0 0,5-2 0 0 0,-1 0-10 0 0,-1-1 0 0 0,1 1 0 0 0,-1-1 0 0 0,0-1 0 0 0,0 1 0 0 0,-1-1 0 0 0,1 0 0 0 0,-1 0 0 0 0,0-1 0 0 0,0 1 0 0 0,5-9 0 0 0,-8 8-49 0 0,1-1 1 0 0,-1 1-1 0 0,0 0 1 0 0,0-1-1 0 0,0 1 1 0 0,-1-1-1 0 0,0 0 1 0 0,-1 0-1 0 0,1 1 1 0 0,-1-1-1 0 0,-1 0 1 0 0,1 0-1 0 0,-2-6 1 0 0,-2-7 49 0 0,-1 0 0 0 0,0 1-1 0 0,-9-20 1 0 0,13 36-19 0 0,0 1 0 0 0,0 0 0 0 0,0 0-1 0 0,0 0 1 0 0,0 0 0 0 0,-1 0 0 0 0,1 0-1 0 0,-1 0 1 0 0,-1-2 0 0 0,2 4-31 0 0,1-1 1 0 0,-1 1-1 0 0,1 0 0 0 0,-1 0 1 0 0,1-1-1 0 0,-1 1 0 0 0,1 0 1 0 0,-1 0-1 0 0,1 0 0 0 0,-1 0 1 0 0,0 0-1 0 0,1 0 1 0 0,-1 0-1 0 0,1 0 0 0 0,-1 0 1 0 0,1 0-1 0 0,-1 0 0 0 0,0 0 1 0 0,1 0-1 0 0,-1 0 0 0 0,1 0 1 0 0,-1 1-1 0 0,1-1 0 0 0,-1 0 1 0 0,1 0-1 0 0,-1 1 0 0 0,1-1 1 0 0,-1 0-1 0 0,1 1 0 0 0,-1-1 1 0 0,1 1-1 0 0,0-1 0 0 0,-1 0 1 0 0,1 1-1 0 0,0-1 0 0 0,-1 1 1 0 0,1-1-1 0 0,0 1 0 0 0,-1-1 1 0 0,1 1-1 0 0,0-1 1 0 0,0 1-1 0 0,-14 21 4 0 0,2 0 0 0 0,0 0 0 0 0,1 1 0 0 0,2 0 0 0 0,0 1 0 0 0,2 0 0 0 0,0 0 0 0 0,-4 37 0 0 0,10-48 16 0 0,3-11-78 0 0,0-9 33 0 0,10-41 13 0 0,12-90 0 0 0,-24 137 0 0 0,0 1 0 0 0,0 0 0 0 0,0-1 0 0 0,0 1 0 0 0,0 0 0 0 0,0-1 0 0 0,1 1 0 0 0,-1-1 0 0 0,0 1 0 0 0,0 0 0 0 0,0-1 0 0 0,0 1 0 0 0,0 0 0 0 0,0-1 0 0 0,0 1 0 0 0,-1-1 0 0 0,1 1 0 0 0,0 0 0 0 0,0-1 0 0 0,0 1 0 0 0,0 0 0 0 0,0-1 0 0 0,-1 1 0 0 0,1 0 0 0 0,0-1 0 0 0,0 1 0 0 0,-1 0 0 0 0,1-1 0 0 0,0 1 0 0 0,0 0 0 0 0,-1-1 0 0 0,0 1 0 0 0,0 1 0 0 0,1-1 0 0 0,-1 0 0 0 0,0 1 0 0 0,1-1 0 0 0,-1 0 0 0 0,0 1 0 0 0,1-1 0 0 0,-1 1 0 0 0,0-1 0 0 0,1 1 0 0 0,-1-1 0 0 0,1 1 0 0 0,-1 0 0 0 0,-19 26 0 0 0,14-16-6 0 0,-1 0 0 0 0,2 1 0 0 0,-1 0 0 0 0,1 0 0 0 0,1 0 0 0 0,1 1 0 0 0,-1 0 0 0 0,2-1 0 0 0,0 1 0 0 0,0 0 0 0 0,1 24 0 0 0,1-35 8 0 0,0 0 0 0 0,0 0 0 0 0,1 0 0 0 0,-1-1 0 0 0,0 1 0 0 0,1 0 0 0 0,-1 0 0 0 0,1-1 0 0 0,0 1 0 0 0,-1-1 0 0 0,1 1 0 0 0,0 0-1 0 0,0-1 1 0 0,0 1 0 0 0,0-1 0 0 0,0 0 0 0 0,3 3 0 0 0,-3-3 3 0 0,0-1-1 0 0,1 1 1 0 0,-1 0-1 0 0,1-1 1 0 0,-1 1-1 0 0,1 0 1 0 0,-1-1-1 0 0,1 0 1 0 0,-1 1-1 0 0,1-1 1 0 0,-1 0 0 0 0,1 0-1 0 0,-1 0 1 0 0,1 0-1 0 0,0 0 1 0 0,1 0-1 0 0,1-1 4 0 0,1 0 0 0 0,-1-1 0 0 0,0 1 0 0 0,0-1 0 0 0,0 1 0 0 0,0-1 0 0 0,0-1 0 0 0,-1 1 0 0 0,1 0 0 0 0,0-1 0 0 0,-1 0 0 0 0,0 0 0 0 0,4-4 0 0 0,-3 2-12 0 0,0 0-1 0 0,-1 0 1 0 0,1 0 0 0 0,-1-1-1 0 0,0 0 1 0 0,-1 1-1 0 0,0-1 1 0 0,0 0 0 0 0,2-10-1 0 0,-3 13 3 0 0,0-1 0 0 0,-1 1-1 0 0,0-1 1 0 0,0 1 0 0 0,0-1-1 0 0,0 1 1 0 0,0-1 0 0 0,-1 1-1 0 0,1-1 1 0 0,-1 1 0 0 0,0-1-1 0 0,0 1 1 0 0,0 0 0 0 0,-1 0-1 0 0,1-1 1 0 0,-1 1 0 0 0,0 0 0 0 0,-3-5-1 0 0,4 8 3 0 0,1-1 0 0 0,-1 0 0 0 0,0 0 0 0 0,0 1 0 0 0,0-1 0 0 0,1 0 0 0 0,-1 1 0 0 0,0-1 0 0 0,0 1 0 0 0,0-1 0 0 0,0 1 0 0 0,0 0 0 0 0,0-1 0 0 0,0 1 0 0 0,0 0 0 0 0,0-1 0 0 0,0 1 0 0 0,0 0 0 0 0,0 0 0 0 0,0 0 0 0 0,-1 0 0 0 0,0 1 0 0 0,0-1 0 0 0,-1 1 0 0 0,2-1 0 0 0,-1 1 0 0 0,0 0 0 0 0,0 0 0 0 0,0 0 0 0 0,0 0 0 0 0,0 0 0 0 0,-1 1 0 0 0,-2 3 0 0 0,0-1 0 0 0,0 1 0 0 0,1-1 0 0 0,-1 1 0 0 0,-5 11 0 0 0,8-13-2 0 0,0 0 0 0 0,0 0 0 0 0,1 1 0 0 0,-1-1 0 0 0,1 0 0 0 0,0 1 0 0 0,0-1 0 0 0,0 1 0 0 0,1 0 0 0 0,-1-1 0 0 0,1 1 0 0 0,0 0 0 0 0,0-1 0 0 0,0 1 0 0 0,1 3 0 0 0,0-5 1 0 0,-1 0 0 0 0,1-1 0 0 0,-1 1 0 0 0,1 0 0 0 0,0-1 1 0 0,0 1-1 0 0,0-1 0 0 0,0 1 0 0 0,0-1 0 0 0,0 0 0 0 0,0 1 0 0 0,0-1 0 0 0,1 0 0 0 0,-1 0 0 0 0,0 0 0 0 0,1 0 0 0 0,-1 0 0 0 0,1 0 0 0 0,-1 0 0 0 0,1 0 0 0 0,-1-1 0 0 0,1 1 1 0 0,0-1-1 0 0,-1 1 0 0 0,1-1 0 0 0,0 1 0 0 0,-1-1 0 0 0,1 0 0 0 0,0 0 0 0 0,0 0 0 0 0,-1 0 0 0 0,1 0 0 0 0,2-1 0 0 0,3 0 4 0 0,0 0 0 0 0,0 0 0 0 0,0-1 0 0 0,0 0 0 0 0,0 0 0 0 0,0-1 0 0 0,-1 0-1 0 0,1 0 1 0 0,-1 0 0 0 0,7-6 0 0 0,-10 8-2 0 0,0-1 1 0 0,-1 0-1 0 0,1 0 0 0 0,-1 0 0 0 0,0 0 1 0 0,0 0-1 0 0,0-1 0 0 0,0 1 0 0 0,0-1 0 0 0,0 1 1 0 0,-1-1-1 0 0,1 0 0 0 0,-1 1 0 0 0,0-1 1 0 0,0 0-1 0 0,0 0 0 0 0,0 0 0 0 0,0 0 1 0 0,-1 0-1 0 0,1 0 0 0 0,-1 0 0 0 0,0 0 0 0 0,0-1 1 0 0,0 1-1 0 0,-1-5 0 0 0,1 7 8 0 0,0 0 0 0 0,0-1 0 0 0,-1 1 0 0 0,1 0 0 0 0,0 0 0 0 0,-1 0 0 0 0,1 0 0 0 0,-1-1 0 0 0,0 1 0 0 0,1 0 0 0 0,-1 0 0 0 0,0 0 0 0 0,1 0 0 0 0,-1 0 0 0 0,0 1 0 0 0,0-1-1 0 0,0 0 1 0 0,0 0 0 0 0,0 0 0 0 0,0 1 0 0 0,0-1 0 0 0,0 1 0 0 0,0-1 0 0 0,0 1 0 0 0,-1-1 0 0 0,1 1 0 0 0,0-1 0 0 0,0 1 0 0 0,0 0 0 0 0,-1 0 0 0 0,1 0 0 0 0,0 0 0 0 0,0 0 0 0 0,-1 0 0 0 0,1 0 0 0 0,0 0 0 0 0,-1 0 0 0 0,-2 1-101 0 0,0 0 1 0 0,0 0-1 0 0,0 1 1 0 0,0-1-1 0 0,1 1 1 0 0,-1 0 0 0 0,1 0-1 0 0,-1 0 1 0 0,1 0-1 0 0,-4 4 1 0 0,-10 11-4585 0 0,-2 4-1655 0 0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6:40.507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71 55 1575 0 0,'2'3'114'0'0,"-1"-3"-92"0"0,-2-1-22 0 0,-9-14-56 0 0,9 14 217 0 0,0 0-1 0 0,0 0 0 0 0,0 0 0 0 0,0 0 1 0 0,1-1-1 0 0,-1 1 0 0 0,0 0 0 0 0,1 0 1 0 0,-1-1-1 0 0,0 1 0 0 0,1-1 0 0 0,0 1 1 0 0,-1-1-1 0 0,1 1 0 0 0,0-3 0 0 0,0 3 267 0 0,-1-1-1 0 0,1 1 0 0 0,0-1 0 0 0,0 1 0 0 0,-1-1 0 0 0,1 1 0 0 0,-1-1 0 0 0,0 1 0 0 0,-1-3 1 0 0,2 4-371 0 0,0 0 1 0 0,0 0 0 0 0,0 0 0 0 0,0 0 0 0 0,0-1 0 0 0,0 1 0 0 0,0 0 0 0 0,-1 0 0 0 0,1 0-1 0 0,0 0 1 0 0,0 0 0 0 0,0 0 0 0 0,0 0 0 0 0,0 0 0 0 0,0 0 0 0 0,-1 0 0 0 0,1 0 0 0 0,0 0-1 0 0,0 0 1 0 0,0 0 0 0 0,0 0 0 0 0,0 0 0 0 0,-1 0 0 0 0,1 0 0 0 0,0 0 0 0 0,0 0 0 0 0,0 0-1 0 0,0 0 1 0 0,0 0 0 0 0,-1 0 0 0 0,1 0 0 0 0,0 0 0 0 0,0 0 0 0 0,0 0 0 0 0,0 0 0 0 0,0 0-1 0 0,0 0 1 0 0,-1 1 0 0 0,1-1 0 0 0,0 0 0 0 0,0 0 0 0 0,0 0 0 0 0,0 0 0 0 0,0 0 0 0 0,0 0-1 0 0,0 0 1 0 0,0 1 0 0 0,-8 19 774 0 0,-6 56-812 0 0,-4 82-1 0 0,17-151-26 0 0,1-1 0 0 0,-1 1 0 0 0,1-1 0 0 0,1 1 0 0 0,-1-1 0 0 0,1 1 0 0 0,3 11 0 0 0,-3-18 8 0 0,-1 0 0 0 0,0 0 0 0 0,0 0 0 0 0,0 0 0 0 0,1 0 0 0 0,-1 0 0 0 0,0 0 0 0 0,0 0 0 0 0,0 0 0 0 0,1 0 0 0 0,-1 0 0 0 0,0 1 0 0 0,0-1 0 0 0,1 0 0 0 0,-1 0 0 0 0,0-1 0 0 0,0 1 0 0 0,0 0 0 0 0,1 0 0 0 0,-1 0 0 0 0,0 0 0 0 0,0 0 0 0 0,0 0 0 0 0,1 0 0 0 0,-1 0 0 0 0,0 0 0 0 0,0 0 0 0 0,0 0 0 0 0,1-1 0 0 0,-1 1 0 0 0,0 0 0 0 0,0 0 0 0 0,0 0 0 0 0,0 0 0 0 0,0-1 0 0 0,1 1 0 0 0,-1 0 0 0 0,0 0 0 0 0,0 0 0 0 0,0-1 0 0 0,9-9 72 0 0,-7 7 8 0 0,11-11 51 0 0,-11 11-87 0 0,1-1-1 0 0,0 1 1 0 0,0 0 0 0 0,0 0 0 0 0,0 0-1 0 0,0 1 1 0 0,1-1 0 0 0,-1 1 0 0 0,6-3-1 0 0,-5 3-56 0 0,0 1 0 0 0,0 0 0 0 0,0 1 0 0 0,0-1 0 0 0,0 1-1 0 0,5-1 1 0 0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6:41.116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1 37 2759 0 0,'0'-1'155'0'0,"0"0"0"0"0,0 0 0 0 0,1 0 0 0 0,-1-1 0 0 0,0 1 0 0 0,1 0 0 0 0,-1 0 0 0 0,1 0 0 0 0,-1 0 0 0 0,1 0 0 0 0,0 0 0 0 0,0 0 0 0 0,-1 0 0 0 0,1 0 0 0 0,0 0 0 0 0,0 0 0 0 0,0 0 0 0 0,0 1 0 0 0,0-1 0 0 0,0 0 0 0 0,0 1 0 0 0,0-1 0 0 0,2 0 0 0 0,-1 0 58 0 0,0 0 0 0 0,0 0 0 0 0,0 0 1 0 0,0 1-1 0 0,0-1 0 0 0,0 1 0 0 0,0 0 0 0 0,0-1 0 0 0,0 1 1 0 0,0 0-1 0 0,0 0 0 0 0,4 1 0 0 0,1 0 123 0 0,1 0 1 0 0,-1-1-1 0 0,1 0 0 0 0,-1 0 1 0 0,1-1-1 0 0,0 0 0 0 0,7-1 1 0 0,29-3 465 0 0,-29 4-661 0 0,-11 1-124 0 0,0-1-1 0 0,0 1 1 0 0,0 0-1 0 0,0 1 0 0 0,0-1 1 0 0,8 2-1 0 0,-11-2-72 0 0,-1 0 46 0 0,0 1 0 0 0,0-1 0 0 0,0 0 0 0 0,0 0 0 0 0,-1 0-1 0 0,1 0 1 0 0,0 0 0 0 0,0 0 0 0 0,0 0 0 0 0,0 0 0 0 0,0 1-1 0 0,0-1 1 0 0,0 0 0 0 0,0 0 0 0 0,0 0 0 0 0,-1 0-1 0 0,1 0 1 0 0,0 1 0 0 0,0-1 0 0 0,0 0 0 0 0,0 0 0 0 0,0 0-1 0 0,0 0 1 0 0,0 0 0 0 0,0 1 0 0 0,0-1 0 0 0,0 0 0 0 0,0 0-1 0 0,0 0 1 0 0,0 0 0 0 0,0 1 0 0 0,0-1 0 0 0,0 0-1 0 0,1 0 1 0 0,-1 0 0 0 0,0 0 0 0 0,0 0 0 0 0,0 0 0 0 0,0 1-1 0 0,0-1 1 0 0,0 0 0 0 0,0 0 0 0 0,0 0 0 0 0,0 0 0 0 0,1 0-1 0 0,-1 0 1 0 0,0 0 0 0 0,0 1 0 0 0,0-1 0 0 0,0 0-1 0 0,0 0 1 0 0,1 0 0 0 0,-1 0 0 0 0,0 0 0 0 0,0 0 0 0 0,0 0-1 0 0,0 0 1 0 0,0 0 0 0 0,1 0 0 0 0,-1 0 0 0 0,0 0 0 0 0,0 0-1 0 0,0 0 1 0 0,1 0 0 0 0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6:41.742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31 180 3223 0 0,'-7'-3'311'0'0,"5"3"58"0"0,1 0 0 0 0,-1-1 0 0 0,1 1 1 0 0,-1-1-1 0 0,1 0 0 0 0,-1 1 0 0 0,1-1 0 0 0,0 0 0 0 0,-1 0 1 0 0,1 0-1 0 0,0 0 0 0 0,0 0 0 0 0,-1 0 0 0 0,1 0 1 0 0,-2-3-1 0 0,4 3-221 0 0,0 1 0 0 0,0 0 1 0 0,0-1-1 0 0,0 1 0 0 0,0 0 1 0 0,0 0-1 0 0,0-1 0 0 0,0 1 1 0 0,0 0-1 0 0,0 0 1 0 0,1 0-1 0 0,-1 0 0 0 0,0 1 1 0 0,0-1-1 0 0,0 0 0 0 0,0 0 1 0 0,1 1-1 0 0,8 0 420 0 0,83 6-134 0 0,163-11 0 0 0,99-35 1330 0 0,-116 11-894 0 0,114-19-221 0 0,177-4 448 0 0,-479 56-1097 0 0,-44-4-1386 0 0,-12-2-609 0 0,3 0 64 0 0,-3 0-2821 0 0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6:42.433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152 127 1839 0 0,'8'-25'579'0'0,"1"0"0"0"0,12-24 0 0 0,-13 31 247 0 0,-4 8 367 0 0,-6 11 363 0 0,-9 14 871 0 0,7-10-2366 0 0,4-4 354 0 0,-3 4-142 0 0,-30 70 554 0 0,-32 113 0 0 0,-1 3-410 0 0,62-181-516 0 0,1-5 34 0 0,1 0 1 0 0,0 0-1 0 0,1 0 1 0 0,-1 0-1 0 0,1 1 1 0 0,-1 5-1 0 0,2-8-431 0 0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6:42.709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127 86 6911 0 0,'6'-15'406'0'0,"0"2"-37"0"0,0 0 1 0 0,1 0-1 0 0,10-15 0 0 0,-13 24 1807 0 0,-3 6-786 0 0,-6 13-277 0 0,-10 22-723 0 0,-23 55-256 0 0,4 1-1 0 0,-24 113 0 0 0,50-181-169 0 0,-5 27 116 0 0,12-47-156 0 0,1 0-1 0 0,-1 1 1 0 0,1-1-1 0 0,0 1 0 0 0,0-1 1 0 0,2 11-1 0 0,-1-9-495 0 0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6:42.943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132 39 6911 0 0,'3'-9'203'0'0,"-2"6"-134"0"0,-1 0-1 0 0,1 0 0 0 0,0 0 0 0 0,0 1 1 0 0,0-1-1 0 0,1 0 0 0 0,-1 1 0 0 0,3-5 1 0 0,-4 7-41 0 0,1 0 0 0 0,-1 0 1 0 0,0 0-1 0 0,0 0 1 0 0,0 0-1 0 0,0 0 0 0 0,0 0 1 0 0,0 0-1 0 0,0 0 0 0 0,0 0 1 0 0,0 0-1 0 0,0 0 1 0 0,0 0-1 0 0,0 0 0 0 0,1 0 1 0 0,-1 0-1 0 0,0 0 0 0 0,0 0 1 0 0,0 0-1 0 0,0 0 1 0 0,0 0-1 0 0,0 0 0 0 0,0 0 1 0 0,0 0-1 0 0,0 0 0 0 0,0 0 1 0 0,1 0-1 0 0,-1 0 0 0 0,0 0 1 0 0,0 0-1 0 0,0 0 1 0 0,0 0-1 0 0,0 0 0 0 0,0 0 1 0 0,0 0-1 0 0,0 0 0 0 0,0 0 1 0 0,0 0-1 0 0,0 0 1 0 0,1 0-1 0 0,-1 0 0 0 0,0 0 1 0 0,0 0-1 0 0,0 0 0 0 0,0 0 1 0 0,0 1-1 0 0,0-1 1 0 0,0 0-1 0 0,0 0 0 0 0,0 0 1 0 0,0 0-1 0 0,0 0 0 0 0,0 0 1 0 0,0 0-1 0 0,0 0 1 0 0,0 0-1 0 0,0 0 0 0 0,0 1 1 0 0,0-1-1 0 0,0 0 0 0 0,0 0 1 0 0,0 0-1 0 0,0 0 0 0 0,0 0 1 0 0,0 0-1 0 0,0 0 1 0 0,0 0-1 0 0,0 0 0 0 0,0 1 1 0 0,0 5 589 0 0,-4 10 71 0 0,-1-1 1 0 0,0 0 0 0 0,-11 22 0 0 0,-25 41-313 0 0,32-63-167 0 0,-13 22 65 0 0,14-24-299 0 0,0-1-1 0 0,1 1 1 0 0,1 0-1 0 0,0 0 1 0 0,-6 22-1 0 0,11-33-13 0 0,1 0 1 0 0,0 0-1 0 0,-1 0 0 0 0,1-1 0 0 0,0 1 0 0 0,0 0 0 0 0,1 0 1 0 0,-1 0-1 0 0,0 0 0 0 0,0-1 0 0 0,1 1 0 0 0,1 3 0 0 0,2 1-502 0 0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6:43.196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153 36 7831 0 0,'6'-8'424'0'0,"-5"5"-363"0"0,1 1 0 0 0,0-1-1 0 0,0 1 1 0 0,0-1 0 0 0,0 1 0 0 0,0 0 0 0 0,0 0 0 0 0,1-1 0 0 0,-1 2 0 0 0,4-3 0 0 0,-6 4-13 0 0,1 0 1 0 0,-1 0-1 0 0,1 0 1 0 0,-1 0-1 0 0,0 1 1 0 0,1-1-1 0 0,-1 0 1 0 0,0 0-1 0 0,1 1 1 0 0,-1-1-1 0 0,0 0 1 0 0,1 0-1 0 0,-1 1 1 0 0,0-1-1 0 0,0 0 0 0 0,1 1 1 0 0,-1-1-1 0 0,0 0 1 0 0,0 1-1 0 0,0-1 1 0 0,1 0-1 0 0,-1 1 1 0 0,0-1-1 0 0,0 1 1 0 0,0-1-1 0 0,0 0 1 0 0,0 1-1 0 0,0-1 1 0 0,0 1-1 0 0,0-1 1 0 0,0 0-1 0 0,0 1 1 0 0,0 0-1 0 0,1 15 748 0 0,-1-9-620 0 0,-2 1 0 0 0,1-1 0 0 0,-1 0 0 0 0,0 0 0 0 0,-1-1 0 0 0,-4 11 0 0 0,-24 39 256 0 0,23-44-332 0 0,-22 38 120 0 0,6-11-60 0 0,1 1-1 0 0,-23 56 0 0 0,45-93-191 0 0,-10 30 172 0 0,11-31-171 0 0,0-1 1 0 0,-1 1-1 0 0,1-1 1 0 0,0 1-1 0 0,0-1 1 0 0,0 1 0 0 0,0-1-1 0 0,0 1 1 0 0,0-1-1 0 0,1 1 1 0 0,-1-1-1 0 0,0 1 1 0 0,1-1 0 0 0,-1 1-1 0 0,1-1 1 0 0,0 0-1 0 0,-1 1 1 0 0,1-1-1 0 0,2 3 1 0 0,1-1-621 0 0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6:43.413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169 38 6911 0 0,'1'-3'183'0'0,"0"1"0"0"0,0-1-1 0 0,0 1 1 0 0,1 0-1 0 0,0 0 1 0 0,-1-1 0 0 0,1 1-1 0 0,0 0 1 0 0,0 0-1 0 0,0 0 1 0 0,0 1 0 0 0,0-1-1 0 0,0 1 1 0 0,1-1-1 0 0,-1 1 1 0 0,0-1-1 0 0,1 1 1 0 0,4-1 0 0 0,-7 2-155 0 0,0 0 0 0 0,0 0 1 0 0,0 0-1 0 0,0 0 1 0 0,0 0-1 0 0,0 0 0 0 0,0 0 1 0 0,0 0-1 0 0,0 0 0 0 0,1 0 1 0 0,-1 0-1 0 0,0 0 1 0 0,0 0-1 0 0,0 0 0 0 0,0 0 1 0 0,0 0-1 0 0,0 0 0 0 0,0 0 1 0 0,0 0-1 0 0,0 0 1 0 0,0 0-1 0 0,0 0 0 0 0,0 0 1 0 0,0 0-1 0 0,0 0 0 0 0,0 0 1 0 0,1 0-1 0 0,-1 0 1 0 0,0 0-1 0 0,0 0 0 0 0,0 0 1 0 0,0 0-1 0 0,0 0 0 0 0,0 0 1 0 0,0 0-1 0 0,0 0 1 0 0,0 0-1 0 0,0 0 0 0 0,0 1 1 0 0,0-1-1 0 0,0 0 0 0 0,0 0 1 0 0,0 0-1 0 0,0 0 1 0 0,0 0-1 0 0,0 0 0 0 0,0 0 1 0 0,0 0-1 0 0,0 0 0 0 0,0 0 1 0 0,0 0-1 0 0,0 0 1 0 0,0 0-1 0 0,0 0 0 0 0,0 1 1 0 0,0-1-1 0 0,0 0 0 0 0,0 0 1 0 0,0 0-1 0 0,0 0 1 0 0,0 0-1 0 0,0 0 0 0 0,-4 7 650 0 0,-5 6-279 0 0,-61 67 418 0 0,3-4-1272 0 0,25-23-3077 0 0,23-26-792 0 0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6:45.046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3 153 2303 0 0,'1'-20'243'0'0,"1"0"0"0"0,7-33 0 0 0,-1 14 2270 0 0,-8 37-2274 0 0,0 1 1 0 0,0-1-1 0 0,0 1 1 0 0,0 0-1 0 0,0-1 1 0 0,0 1-1 0 0,-1-1 1 0 0,1 1-1 0 0,0 0 1 0 0,-1-2-1 0 0,-4 0 1612 0 0,-1 9-340 0 0,2 5 90 0 0,2 2-1477 0 0,0-1-1 0 0,1 1 1 0 0,0-1-1 0 0,1 1 1 0 0,1 0 0 0 0,2 17-1 0 0,9 32 135 0 0,-3-1 0 0 0,1 102 0 0 0,-2 16-247 0 0,-1-1-12 0 0,-8-163 1 0 0,1-11 0 0 0,-1-1 0 0 0,1 1 0 0 0,0-1 0 0 0,0 0 0 0 0,0 1 0 0 0,2 6 0 0 0,0-8 0 0 0,-1-6 0 0 0,1 0 64 0 0,2 1-10 0 0,11-7-44 0 0,-13 9-10 0 0,-1 1 0 0 0,1-1 0 0 0,0 1 0 0 0,-1 0 0 0 0,1-1 0 0 0,0 1 0 0 0,-1 0 0 0 0,1 0 0 0 0,0 0 0 0 0,-1 0 0 0 0,1 1 0 0 0,0-1 0 0 0,-1 0 0 0 0,4 2 0 0 0,1-1 0 0 0,238 17 0 0 0,-191-16 37 0 0,95-8 0 0 0,53-21 117 0 0,-61 7-54 0 0,65-8 632 0 0,258-22 856 0 0,-78 11-1712 0 0,-370 37-390 0 0,-1 0 0 0 0,1 1 0 0 0,0 0 0 0 0,0 1 0 0 0,26 4 0 0 0,-27 0-4750 0 0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6:45.632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203 63 4487 0 0,'2'-1'82'0'0,"1"-2"0"0"0,-1 1 0 0 0,1 0-1 0 0,-1 0 1 0 0,0-1 0 0 0,0 1-1 0 0,0-1 1 0 0,3-4 0 0 0,11-14 1200 0 0,-13 19-1008 0 0,-2 1-210 0 0,0-1 0 0 0,0 1 0 0 0,0 0 0 0 0,0 0 1 0 0,0 0-1 0 0,0 0 0 0 0,1 0 0 0 0,-1 0 1 0 0,0 1-1 0 0,1-1 0 0 0,-1 0 0 0 0,0 1 0 0 0,1-1 1 0 0,-1 1-1 0 0,3-1 0 0 0,-4 2-42 0 0,0 0 0 0 0,0 0 0 0 0,0 0 0 0 0,0 1 0 0 0,0-1 1 0 0,0 0-1 0 0,0 0 0 0 0,0 0 0 0 0,-1 0 0 0 0,1 0 0 0 0,0 1 0 0 0,-1-1 0 0 0,1 0 0 0 0,-2 1 0 0 0,1 2 135 0 0,-1 5 346 0 0,0 0 1 0 0,0 1-1 0 0,1-1 1 0 0,0 0-1 0 0,1 1 0 0 0,0-1 1 0 0,0 1-1 0 0,3 13 0 0 0,0-9 69 0 0,1 1 0 0 0,0-1 1 0 0,1 0-1 0 0,12 23 0 0 0,0-2 192 0 0,16 48 0 0 0,-26-61-452 0 0,-1-1 1 0 0,-1 1 0 0 0,3 40-1 0 0,-7-47-192 0 0,-1-7-8 0 0,0 0 0 0 0,2 14 0 0 0,-1-21-108 0 0,-1 1 1 0 0,0-1 0 0 0,1 1-1 0 0,-1-1 1 0 0,1 1-1 0 0,-1-1 1 0 0,1 0-1 0 0,0 1 1 0 0,-1-1 0 0 0,1 0-1 0 0,0 0 1 0 0,0 1-1 0 0,0-1 1 0 0,0 0 0 0 0,0 0-1 0 0,0 0 1 0 0,0 0-1 0 0,0 0 1 0 0,1 0 0 0 0,1 1-1 0 0,-1-2 0 0 0,1 0-1 0 0,-1 0 1 0 0,0 0-1 0 0,0 0 1 0 0,0 0-1 0 0,0 0 1 0 0,0 0-1 0 0,0-1 1 0 0,1 1-1 0 0,-1-1 0 0 0,0 0 1 0 0,0 1-1 0 0,0-1 1 0 0,0 0-1 0 0,-1 0 1 0 0,1 0-1 0 0,0-1 1 0 0,0 1-1 0 0,2-3 1 0 0,-3 4-4 0 0,1-1-1 0 0,-1 0 1 0 0,0 0 0 0 0,0 0 0 0 0,0 0 0 0 0,0 0-1 0 0,0 0 1 0 0,0-1 0 0 0,0 1 0 0 0,0 0 0 0 0,0 0 0 0 0,0-1-1 0 0,-1 1 1 0 0,1 0 0 0 0,-1-1 0 0 0,1 1 0 0 0,-1-1-1 0 0,1 1 1 0 0,-1-1 0 0 0,0 1 0 0 0,0-1 0 0 0,0 1-1 0 0,1-1 1 0 0,-2 1 0 0 0,1-1 0 0 0,0 1 0 0 0,0-1-1 0 0,-1-1 1 0 0,-1 0 0 0 0,0 0 0 0 0,0 0 0 0 0,0 1 0 0 0,-1-1 0 0 0,0 0 0 0 0,1 1 0 0 0,-1 0 0 0 0,0 0 0 0 0,0 0 0 0 0,0 0 0 0 0,0 0 0 0 0,0 1 0 0 0,-1-1 0 0 0,1 1 0 0 0,-5-2 0 0 0,-7-1 0 0 0,1 1 0 0 0,-20-3 0 0 0,-14 0-420 0 0,0 2 0 0 0,0 2 0 0 0,-1 2 0 0 0,-56 8 0 0 0,68-3-5712 0 0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6:46.515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270 250 6447 0 0,'7'-14'1432'0'0,"0"2"-277"0"0,-1-1-1 0 0,0-1 1 0 0,-1 1 0 0 0,4-17-1 0 0,-8 26-979 0 0,0-1-1 0 0,-1 1 1 0 0,1-1-1 0 0,-1 1 0 0 0,0 0 1 0 0,0-1-1 0 0,-1 1 1 0 0,0-1-1 0 0,1 1 0 0 0,-1 0 1 0 0,-1-1-1 0 0,1 1 1 0 0,-1 0-1 0 0,1 0 0 0 0,-1 0 1 0 0,0 0-1 0 0,-1 0 1 0 0,-2-3-1 0 0,1 1-56 0 0,-1 0 0 0 0,0 0 0 0 0,-1 1 0 0 0,1 0 0 0 0,-1 0 1 0 0,0 1-1 0 0,0-1 0 0 0,-1 1 0 0 0,1 1 0 0 0,-1-1 0 0 0,0 1 0 0 0,0 0 0 0 0,0 1 0 0 0,-11-3 1 0 0,13 4-109 0 0,-1 0 1 0 0,1 0 0 0 0,0 1 0 0 0,0-1 0 0 0,-1 1-1 0 0,1 1 1 0 0,0-1 0 0 0,-1 1 0 0 0,1 0 0 0 0,0 0-1 0 0,0 1 1 0 0,0-1 0 0 0,0 1 0 0 0,0 0 0 0 0,0 0-1 0 0,1 1 1 0 0,-1 0 0 0 0,1 0 0 0 0,-1 0 0 0 0,1 0-1 0 0,-5 5 1 0 0,1 1-11 0 0,0 0 0 0 0,1 0 0 0 0,0 1 0 0 0,0 1 0 0 0,1-1 0 0 0,0 1 0 0 0,1 0 0 0 0,-7 23 0 0 0,10-28 0 0 0,0 0 0 0 0,0 0 0 0 0,1 1 0 0 0,0-1 0 0 0,0 0 0 0 0,1 1 0 0 0,0-1 0 0 0,0 1 0 0 0,0-1 0 0 0,1 0 0 0 0,0 1 0 0 0,0-1 0 0 0,1 0 0 0 0,0 1 0 0 0,0-1 0 0 0,0 0 0 0 0,1 0 0 0 0,4 7 0 0 0,-4-9 22 0 0,0-1-1 0 0,0 0 0 0 0,0 0 1 0 0,0 0-1 0 0,1 0 0 0 0,-1 0 1 0 0,1-1-1 0 0,0 1 0 0 0,-1-1 1 0 0,1 0-1 0 0,0 0 1 0 0,0-1-1 0 0,1 1 0 0 0,-1-1 1 0 0,0 0-1 0 0,0 0 0 0 0,1 0 1 0 0,-1-1-1 0 0,0 1 0 0 0,1-1 1 0 0,-1 0-1 0 0,1-1 1 0 0,-1 1-1 0 0,7-2 0 0 0,-2 1 57 0 0,0-1-1 0 0,-1-1 0 0 0,1 0 0 0 0,0 0 1 0 0,-1 0-1 0 0,0-1 0 0 0,0 0 0 0 0,0-1 1 0 0,0 0-1 0 0,13-11 0 0 0,-13 7-22 0 0,-1 1 0 0 0,0-1 0 0 0,0 0 0 0 0,-1 0-1 0 0,0-1 1 0 0,8-17 0 0 0,-14 27-36 0 0,0 0 1 0 0,0-1-1 0 0,0 1 0 0 0,0 0 0 0 0,0 0 0 0 0,0 0 1 0 0,0 0-1 0 0,0 0 0 0 0,0 0 0 0 0,0-1 1 0 0,0 1-1 0 0,0 0 0 0 0,0 0 0 0 0,0 0 0 0 0,0 0 1 0 0,0 0-1 0 0,0 0 0 0 0,1 0 0 0 0,-1-1 1 0 0,0 1-1 0 0,0 0 0 0 0,0 0 0 0 0,0 0 0 0 0,0 0 1 0 0,0 0-1 0 0,0 0 0 0 0,0 0 0 0 0,1 0 0 0 0,-1 0 1 0 0,0 0-1 0 0,0 0 0 0 0,0 0 0 0 0,0 0 1 0 0,0 0-1 0 0,0-1 0 0 0,1 1 0 0 0,-1 0 0 0 0,0 0 1 0 0,0 0-1 0 0,0 0 0 0 0,0 0 0 0 0,0 1 0 0 0,0-1 1 0 0,1 0-1 0 0,-1 0 0 0 0,0 0 0 0 0,0 0 1 0 0,0 0-1 0 0,0 0 0 0 0,0 0 0 0 0,0 0 0 0 0,1 0 1 0 0,-1 0-1 0 0,0 0 0 0 0,0 0 0 0 0,4 11 344 0 0,0 20-384 0 0,-4-28 75 0 0,2 10-32 0 0,0 0-1 0 0,0 0 1 0 0,2 0 0 0 0,-1 0-1 0 0,10 20 1 0 0,-10-26-168 0 0,1 0-1 0 0,0 0 1 0 0,0-1 0 0 0,1 1-1 0 0,0-1 1 0 0,0 0 0 0 0,0 0-1 0 0,1-1 1 0 0,0 0 0 0 0,12 9-1 0 0,5-1-7253 0 0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6:47.129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1 78 7831 0 0,'0'-1'54'0'0,"0"-1"-1"0"0,0 1 0 0 0,0 0 0 0 0,1 0 0 0 0,-1 0 1 0 0,0 0-1 0 0,1 0 0 0 0,-1 0 0 0 0,0 0 0 0 0,1 0 1 0 0,0 0-1 0 0,-1 0 0 0 0,1 0 0 0 0,0-1 0 0 0,5-8 92 0 0,-5 5 728 0 0,2 1 0 0 0,-1-1 0 0 0,0 1-1 0 0,1 0 1 0 0,0 0 0 0 0,0 0 0 0 0,0 0 0 0 0,0 0 0 0 0,1 1-1 0 0,6-6 1 0 0,-10 9-829 0 0,0 0-1 0 0,1 0 0 0 0,-1 0 1 0 0,0 0-1 0 0,0 0 0 0 0,1 0 1 0 0,-1 0-1 0 0,0 0 0 0 0,0 0 1 0 0,1 0-1 0 0,-1 0 1 0 0,0 0-1 0 0,0 0 0 0 0,0 1 1 0 0,1-1-1 0 0,-1 0 0 0 0,0 0 1 0 0,0 0-1 0 0,0 0 0 0 0,1 0 1 0 0,-1 0-1 0 0,0 1 0 0 0,0-1 1 0 0,0 0-1 0 0,0 0 1 0 0,1 0-1 0 0,-1 1 0 0 0,0-1 1 0 0,0 0-1 0 0,0 0 0 0 0,0 0 1 0 0,0 1-1 0 0,0-1 0 0 0,0 0 1 0 0,0 0-1 0 0,0 0 0 0 0,0 1 1 0 0,0-1-1 0 0,0 0 1 0 0,0 0-1 0 0,0 1 0 0 0,0-1 1 0 0,0 0-1 0 0,0 0 0 0 0,0 1 1 0 0,0-1-1 0 0,1 14 438 0 0,-3 51-254 0 0,0-28 77 0 0,3 45 0 0 0,0-72-266 0 0,0 0 0 0 0,1 1 0 0 0,0-1 0 0 0,1 0 0 0 0,0 0 0 0 0,0 0 0 0 0,1-1 0 0 0,10 19 0 0 0,-13-27-38 0 0,0 1 0 0 0,0-1 0 0 0,0 0 0 0 0,0 1 0 0 0,0-1 0 0 0,0 0 0 0 0,0 0 0 0 0,1 0 0 0 0,-1 0 0 0 0,0 0 0 0 0,0 0 0 0 0,1 0 0 0 0,-1 0 0 0 0,1 0 0 0 0,-1-1 0 0 0,1 1 0 0 0,-1 0 0 0 0,1-1 0 0 0,-1 0 0 0 0,1 1 0 0 0,0-1 0 0 0,-1 0 0 0 0,1 0 0 0 0,0 0 0 0 0,-1 0 0 0 0,1 0 0 0 0,-1 0 0 0 0,1 0 0 0 0,0 0 0 0 0,-1-1 0 0 0,1 1 0 0 0,-1-1 0 0 0,1 1 0 0 0,1-2 0 0 0,6-2 0 0 0,-1-1 0 0 0,0 0 0 0 0,0 0 0 0 0,14-14 0 0 0,-1 2 0 0 0,-10 9 57 0 0,1 0-1 0 0,1 0 1 0 0,-1 2-1 0 0,1-1 1 0 0,24-7-1 0 0,-33 13-42 0 0,-1 0 0 0 0,1 0 0 0 0,-1 0-1 0 0,1 1 1 0 0,0-1 0 0 0,-1 1 0 0 0,1 0 0 0 0,-1 0 0 0 0,1 0-1 0 0,0 1 1 0 0,-1-1 0 0 0,1 1 0 0 0,-1 0 0 0 0,1 0 0 0 0,-1 0-1 0 0,1 0 1 0 0,-1 1 0 0 0,0-1 0 0 0,0 1 0 0 0,0 0 0 0 0,0 0-1 0 0,0 0 1 0 0,0 0 0 0 0,0 1 0 0 0,-1-1 0 0 0,1 1 0 0 0,-1 0-1 0 0,3 3 1 0 0,-2-2-7 0 0,0 1 0 0 0,-1-1 0 0 0,1 1 0 0 0,-1 0 0 0 0,0 0 0 0 0,0 0 0 0 0,-1 0 0 0 0,0 0 0 0 0,1 1 0 0 0,-2-1 0 0 0,1 0 0 0 0,-1 1 0 0 0,1-1 0 0 0,-1 1 0 0 0,-1-1 0 0 0,1 0 0 0 0,-1 1 0 0 0,0-1 0 0 0,0 0 0 0 0,-4 10 0 0 0,2-9 4 0 0,1-1-1 0 0,-1 1 1 0 0,0-1-1 0 0,0 0 1 0 0,-1 0 0 0 0,1 0-1 0 0,-1 0 1 0 0,0 0-1 0 0,-1-1 1 0 0,1 0 0 0 0,-1 0-1 0 0,0 0 1 0 0,0-1-1 0 0,0 1 1 0 0,0-1-1 0 0,0 0 1 0 0,-1-1 0 0 0,-6 3-1 0 0,-10 1 46 0 0,0 0-1 0 0,-1-2 1 0 0,0-1 0 0 0,1 0-1 0 0,-1-2 1 0 0,0-1 0 0 0,-27-3-1 0 0,21 0-148 0 0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7:08.71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0 184 7367 0 0,'1'-3'699'0'0,"0"-1"0"0"0,0 0 0 0 0,0 1 0 0 0,1-1-1 0 0,-1 1 1 0 0,1 0 0 0 0,-1-1 0 0 0,1 1-1 0 0,4-5 1 0 0,-3 3-47 0 0,7-9 428 0 0,0 0 0 0 0,1 0 0 0 0,0 1 0 0 0,24-21 0 0 0,-28 28-959 0 0,0 0 0 0 0,0 1 0 0 0,1 0 0 0 0,0 1 0 0 0,0 0 1 0 0,0 0-1 0 0,0 0 0 0 0,0 1 0 0 0,1 1 0 0 0,-1-1 0 0 0,12-1 1 0 0,-17 4-104 0 0,0 0 0 0 0,0-1 0 0 0,0 1 0 0 0,0 0 0 0 0,-1 1 1 0 0,1-1-1 0 0,0 0 0 0 0,0 1 0 0 0,0 0 0 0 0,-1-1 1 0 0,1 1-1 0 0,0 0 0 0 0,-1 1 0 0 0,1-1 0 0 0,0 0 0 0 0,-1 1 1 0 0,5 3-1 0 0,-5-3-13 0 0,0 1 0 0 0,1-1 0 0 0,-1 1 0 0 0,-1 0 0 0 0,1 0 0 0 0,0-1 0 0 0,-1 1 0 0 0,1 0 0 0 0,-1 1 0 0 0,0-1 0 0 0,0 0 0 0 0,0 0 0 0 0,-1 0 0 0 0,1 1 0 0 0,0 3 1 0 0,-1 4-5 0 0,0 0 0 0 0,-1 0 1 0 0,0 0-1 0 0,0 0 1 0 0,-1 0-1 0 0,-1-1 1 0 0,-6 20-1 0 0,-36 70-3 0 0,16-39 3 0 0,28-59-1 0 0,-1 0 0 0 0,1 0 0 0 0,0 0 0 0 0,0 1 0 0 0,1-1 0 0 0,-1 0 0 0 0,0 0 0 0 0,1 1 0 0 0,0-1 0 0 0,-1 1 0 0 0,1-1 0 0 0,0 3 0 0 0,0-5 0 0 0,1 1 0 0 0,-1-1 0 0 0,0 0 0 0 0,1 0 0 0 0,-1 1 0 0 0,0-1 0 0 0,1 0 0 0 0,-1 0 0 0 0,0 0 0 0 0,1 1 0 0 0,-1-1 0 0 0,0 0 0 0 0,1 0 0 0 0,-1 0 0 0 0,0 0 0 0 0,1 0 0 0 0,-1 0 0 0 0,1 0 0 0 0,-1 0 0 0 0,0 0 0 0 0,1 0 0 0 0,-1 0 0 0 0,1 0 0 0 0,-1 0 0 0 0,0 0 0 0 0,1-1 0 0 0,-1 1 0 0 0,0 0 0 0 0,1 0 0 0 0,14-6 0 0 0,-12 5 0 0 0,11-4 10 0 0,0 0 0 0 0,0 0 0 0 0,1 2 0 0 0,-1-1 0 0 0,1 2 0 0 0,20-1 0 0 0,-31 3-11 0 0,1 0-1 0 0,-1 0 1 0 0,0 0-1 0 0,0 1 0 0 0,0 0 1 0 0,0 0-1 0 0,0 0 0 0 0,0 0 1 0 0,0 0-1 0 0,0 1 0 0 0,0 0 1 0 0,0 0-1 0 0,-1 0 0 0 0,1 0 1 0 0,-1 1-1 0 0,0-1 0 0 0,1 1 1 0 0,-1 0-1 0 0,0 0 0 0 0,-1 0 1 0 0,1 0-1 0 0,0 1 0 0 0,-1-1 1 0 0,0 1-1 0 0,0-1 0 0 0,0 1 1 0 0,2 6-1 0 0,-1-1 4 0 0,0 1 1 0 0,-1-1-1 0 0,0 1 0 0 0,0 0 0 0 0,-1 0 0 0 0,0 0 1 0 0,-1 0-1 0 0,-1 0 0 0 0,1 0 0 0 0,-1 0 0 0 0,-1 0 1 0 0,0 0-1 0 0,0-1 0 0 0,-5 13 0 0 0,4-15 11 0 0,0 1 1 0 0,0-1-1 0 0,-1 0 1 0 0,0-1-1 0 0,0 1 0 0 0,0-1 1 0 0,-1 0-1 0 0,0 0 0 0 0,0 0 1 0 0,-1 0-1 0 0,1-1 0 0 0,-1 0 1 0 0,0 0-1 0 0,-1-1 0 0 0,1 0 1 0 0,-1 0-1 0 0,0 0 0 0 0,0-1 1 0 0,-7 3-1 0 0,8-4 10 0 0,1-1-1 0 0,0 0 1 0 0,-1 0 0 0 0,1 0-1 0 0,-1-1 1 0 0,1 1 0 0 0,-1-1-1 0 0,1-1 1 0 0,0 1 0 0 0,-1-1-1 0 0,1 0 1 0 0,-1 0 0 0 0,1 0-1 0 0,0-1 1 0 0,0 0 0 0 0,0 0-1 0 0,0 0 1 0 0,0-1 0 0 0,0 0-1 0 0,0 0 1 0 0,1 0 0 0 0,0 0-1 0 0,-1-1 1 0 0,1 1 0 0 0,0-1-1 0 0,1 0 1 0 0,-1 0 0 0 0,-3-6-1 0 0,1 3-17 0 0,4 5-15 0 0,1 0 0 0 0,-1-1 1 0 0,0 1-1 0 0,0 0 0 0 0,1 0 1 0 0,0-1-1 0 0,-1 1 0 0 0,-1-6 1 0 0,8 11-1335 0 0,0 1 5 0 0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7:09.906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0 367 5983 0 0,'1'-18'1244'0'0,"0"-1"-1"0"0,0 0 1 0 0,2 1 0 0 0,0-1-1 0 0,2 1 1 0 0,0 0-1 0 0,0 0 1 0 0,17-33-1 0 0,-21 50-1175 0 0,-1 0-1 0 0,1-1 0 0 0,-1 1 0 0 0,1 0 1 0 0,0 0-1 0 0,0 0 0 0 0,-1 0 1 0 0,1 0-1 0 0,0 0 0 0 0,0 0 0 0 0,0 1 1 0 0,0-1-1 0 0,0 0 0 0 0,0 0 1 0 0,0 1-1 0 0,0-1 0 0 0,0 1 0 0 0,0-1 1 0 0,0 1-1 0 0,1-1 0 0 0,-1 1 1 0 0,0 0-1 0 0,0-1 0 0 0,2 1 0 0 0,-1 0-46 0 0,-1 1-1 0 0,0-1 1 0 0,1 1-1 0 0,-1 0 1 0 0,0-1-1 0 0,0 1 1 0 0,1 0-1 0 0,-1 0 0 0 0,0-1 1 0 0,0 1-1 0 0,0 0 1 0 0,0 0-1 0 0,0 1 1 0 0,0-1-1 0 0,-1 0 1 0 0,1 0-1 0 0,0 0 0 0 0,0 0 1 0 0,-1 1-1 0 0,1-1 1 0 0,0 2-1 0 0,3 8-13 0 0,0 1 0 0 0,-1-1 0 0 0,-1 1-1 0 0,1 0 1 0 0,-2 0 0 0 0,1 16 0 0 0,4 32 5 0 0,-5-59-12 0 0,-1 0 0 0 0,0 0 0 0 0,0 0 0 0 0,0 1 0 0 0,1-1 0 0 0,-1 0 0 0 0,1 0 0 0 0,-1 0 0 0 0,1 0 0 0 0,-1 0 0 0 0,1 0 0 0 0,-1 0 0 0 0,1 0 0 0 0,0-1 0 0 0,0 1 0 0 0,-1 0 0 0 0,1 0 0 0 0,0 0 0 0 0,0-1 0 0 0,0 1 0 0 0,0 0 0 0 0,0-1 0 0 0,1 1 0 0 0,0 0 0 0 0,-1-1 0 0 0,1 0 0 0 0,0 0 0 0 0,-1 0 0 0 0,1 0 0 0 0,0 0 0 0 0,-1 0 0 0 0,1 0 0 0 0,-1-1 0 0 0,1 1 0 0 0,-1-1 0 0 0,1 1 0 0 0,-1-1 0 0 0,3-1 0 0 0,2-1 0 0 0,0 0 0 0 0,-1-1 0 0 0,0 1 0 0 0,0-1 0 0 0,0-1 0 0 0,0 1 0 0 0,5-7 0 0 0,-6 6 22 0 0,0-1-1 0 0,-1 0 0 0 0,0 0 1 0 0,0 0-1 0 0,0 0 0 0 0,-1 0 1 0 0,0 0-1 0 0,0-1 1 0 0,-1 1-1 0 0,1-1 0 0 0,-1 0 1 0 0,-1 1-1 0 0,1-1 0 0 0,-1 0 1 0 0,-2-11-1 0 0,1 8 19 0 0,0 0 1 0 0,-2 0-1 0 0,1 1 0 0 0,-1-1 0 0 0,0 1 0 0 0,-1-1 0 0 0,0 1 1 0 0,-1 1-1 0 0,0-1 0 0 0,-7-9 0 0 0,10 15 7 0 0,0 0 0 0 0,0 1 0 0 0,0 0 0 0 0,-1-1 0 0 0,1 1 1 0 0,-1 0-1 0 0,1 0 0 0 0,-1 0 0 0 0,0 0 0 0 0,0 1 0 0 0,1-1 0 0 0,-1 1 0 0 0,0 0 0 0 0,-1 0 0 0 0,1 0 0 0 0,0 0 0 0 0,0 0 0 0 0,0 1 0 0 0,-1-1 0 0 0,1 1 0 0 0,0 0 1 0 0,0 0-1 0 0,-1 0 0 0 0,-3 1 0 0 0,3 0-39 0 0,0 0 0 0 0,0 0 0 0 0,0 1 0 0 0,0 0 0 0 0,0-1 0 0 0,0 1 0 0 0,1 1 0 0 0,-1-1-1 0 0,0 0 1 0 0,1 1 0 0 0,0 0 0 0 0,0 0 0 0 0,0 0 0 0 0,0 0 0 0 0,0 0 0 0 0,1 1 0 0 0,-1-1 0 0 0,-2 6 0 0 0,0 0 1 0 0,1 0-1 0 0,0 1 1 0 0,0-1-1 0 0,1 1 1 0 0,1 0-1 0 0,0 0 1 0 0,0 0-1 0 0,0 0 1 0 0,1 0-1 0 0,1 0 1 0 0,0 0 0 0 0,0 0-1 0 0,1 1 1 0 0,2 9-1 0 0,-1-12-3 0 0,0-1 0 0 0,0 1 0 0 0,1-1-1 0 0,0 0 1 0 0,0 0 0 0 0,1 0 0 0 0,0 0 0 0 0,0-1-1 0 0,0 1 1 0 0,1-1 0 0 0,0 0 0 0 0,0 0 0 0 0,1-1-1 0 0,-1 0 1 0 0,1 0 0 0 0,0 0 0 0 0,1 0 0 0 0,-1-1-1 0 0,8 3 1 0 0,-3-2-5 0 0,1 0 0 0 0,0-1 0 0 0,0 0 0 0 0,0-1 0 0 0,0-1 0 0 0,0 0 0 0 0,1-1 0 0 0,20 1 0 0 0,-24-2 0 0 0,-1-1 0 0 0,1 0 0 0 0,-1 0 0 0 0,1 0 0 0 0,-1-1 0 0 0,0 0 0 0 0,0-1 0 0 0,0 0 0 0 0,0 0 0 0 0,0-1 0 0 0,-1 1 0 0 0,1-2 0 0 0,10-7 0 0 0,-13 7 0 0 0,0 0 0 0 0,0 0 0 0 0,-1 0 0 0 0,0 0 0 0 0,0-1 0 0 0,0 0 0 0 0,-1 1 0 0 0,0-1 0 0 0,0-1 0 0 0,0 1 0 0 0,-1 0 0 0 0,4-13 0 0 0,-3 0 0 0 0,-1-1 0 0 0,1-39 0 0 0,-3 38 0 0 0,1 0 0 0 0,6-33 0 0 0,-7 50 34 0 0,1 1 0 0 0,0 0 1 0 0,1 0-1 0 0,-1 0 0 0 0,0 0 0 0 0,1 0 0 0 0,-1 0 0 0 0,1 0 0 0 0,0 0 0 0 0,0 0 1 0 0,0 1-1 0 0,1-1 0 0 0,-1 1 0 0 0,1 0 0 0 0,4-4 0 0 0,-6 5-14 0 0,1 1 1 0 0,-1-1-1 0 0,1 0 0 0 0,0 0 1 0 0,-1 1-1 0 0,1-1 0 0 0,0 1 1 0 0,0-1-1 0 0,0 1 0 0 0,-1 0 1 0 0,1 0-1 0 0,0 0 0 0 0,0 0 1 0 0,0 0-1 0 0,-1 0 0 0 0,1 1 1 0 0,0-1-1 0 0,0 0 0 0 0,0 1 1 0 0,-1-1-1 0 0,1 1 0 0 0,0 0 1 0 0,-1 0-1 0 0,1 0 0 0 0,-1-1 1 0 0,1 1-1 0 0,-1 1 0 0 0,1-1 0 0 0,-1 0 1 0 0,2 2-1 0 0,2 2-1 0 0,1 1-1 0 0,-1 1 0 0 0,0-1 1 0 0,-1 1-1 0 0,0-1 0 0 0,0 1 1 0 0,0 1-1 0 0,3 8 1 0 0,18 67 126 0 0,-14-42-120 0 0,-11-39-25 0 0,5 13 13 0 0,-1 0 0 0 0,2 0 0 0 0,0 0 0 0 0,13 22 0 0 0,-17-34-9 0 0,0 0 0 0 0,1 0-1 0 0,-1 0 1 0 0,0-1-1 0 0,1 1 1 0 0,0-1 0 0 0,0 1-1 0 0,0-1 1 0 0,0 0-1 0 0,0 0 1 0 0,4 2 0 0 0,-4-3-3 0 0,-1 0 0 0 0,1-1 0 0 0,0 1 0 0 0,-1-1 0 0 0,1 1 0 0 0,0-1 0 0 0,-1 0 0 0 0,1 0 0 0 0,0 0 0 0 0,-1 0 1 0 0,1-1-1 0 0,0 1 0 0 0,-1-1 0 0 0,1 1 0 0 0,-1-1 0 0 0,1 0 0 0 0,3-2 0 0 0,-3 1 2 0 0,0 0 0 0 0,0 1 0 0 0,-1-2 0 0 0,1 1 0 0 0,-1 0 0 0 0,1 0 0 0 0,-1-1 0 0 0,0 0 0 0 0,0 1 0 0 0,0-1 0 0 0,0 0 0 0 0,-1 0 0 0 0,1 0 0 0 0,-1 0 0 0 0,1 0 0 0 0,-1 0 0 0 0,0 0 0 0 0,0-1 0 0 0,0-4 0 0 0,2-8 20 0 0,-2 0-1 0 0,1-28 1 0 0,-2 39-23 0 0,-8-98 0 0 0,0-1 0 0 0,8 103 0 0 0,0 0-1 0 0,0-1 0 0 0,0 1 1 0 0,0 0-1 0 0,0 0 1 0 0,0 0-1 0 0,0 0 1 0 0,0 0-1 0 0,1 0 1 0 0,-1 0-1 0 0,0 0 1 0 0,1 0-1 0 0,-1-1 0 0 0,1 1 1 0 0,-1 0-1 0 0,1 1 1 0 0,0-1-1 0 0,-1 0 1 0 0,1 0-1 0 0,0 0 1 0 0,-1 0-1 0 0,1 0 0 0 0,0 1 1 0 0,0-1-1 0 0,0 0 1 0 0,0 1-1 0 0,0-1 1 0 0,1 0-1 0 0,0 1-2 0 0,0-1 1 0 0,-1 1-1 0 0,1 0 0 0 0,0 0 1 0 0,0 0-1 0 0,0 0 0 0 0,-1 1 1 0 0,1-1-1 0 0,0 0 0 0 0,0 1 1 0 0,-1-1-1 0 0,1 1 0 0 0,0 0 1 0 0,-1-1-1 0 0,1 1 0 0 0,-1 0 1 0 0,3 2-1 0 0,19 13-1579 0 0,26 24 0 0 0,17 12-5078 0 0,-46-40 1452 0 0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7:10.27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195 129 3655 0 0,'4'-3'78'0'0,"-1"-1"-1"0"0,0 0 0 0 0,0 0 1 0 0,0-1-1 0 0,0 1 0 0 0,-1-1 1 0 0,3-6-1 0 0,-2 4 1258 0 0,-1-1 0 0 0,0 0-1 0 0,2-15 1 0 0,-4 21-1093 0 0,1 1 1 0 0,-1-1-1 0 0,0 1 0 0 0,0-1 0 0 0,0 0 0 0 0,0 1 1 0 0,0-1-1 0 0,-1 0 0 0 0,1 1 0 0 0,0-1 0 0 0,-1 0 1 0 0,1 1-1 0 0,-1-1 0 0 0,1 1 0 0 0,-1-1 0 0 0,0 1 1 0 0,0-1-1 0 0,1 1 0 0 0,-1 0 0 0 0,0-1 0 0 0,-1 1 1 0 0,1 0-1 0 0,0 0 0 0 0,0 0 0 0 0,0 0 0 0 0,-3-2 1 0 0,2 3-122 0 0,0-1 1 0 0,1 1-1 0 0,-1 0 1 0 0,0-1-1 0 0,0 1 0 0 0,0 0 1 0 0,0 0-1 0 0,0 0 1 0 0,0 1-1 0 0,0-1 1 0 0,0 0-1 0 0,0 1 1 0 0,0-1-1 0 0,1 1 1 0 0,-5 1-1 0 0,-24 15 474 0 0,16-6-372 0 0,0 1-1 0 0,1 0 1 0 0,0 1-1 0 0,1 0 1 0 0,0 1 0 0 0,2 0-1 0 0,-1 1 1 0 0,2 0-1 0 0,0 1 1 0 0,0 0-1 0 0,-11 32 1 0 0,19-46-180 0 0,0 0 0 0 0,1 1 0 0 0,-1-1 1 0 0,1 0-1 0 0,-1 0 0 0 0,1 1 0 0 0,0-1 0 0 0,0 0 1 0 0,0 0-1 0 0,0 1 0 0 0,0-1 0 0 0,0 0 1 0 0,1 1-1 0 0,-1-1 0 0 0,1 0 0 0 0,-1 0 0 0 0,1 0 1 0 0,0 0-1 0 0,0 1 0 0 0,0-1 0 0 0,0 0 0 0 0,0-1 1 0 0,1 1-1 0 0,-1 0 0 0 0,1 0 0 0 0,-1 0 0 0 0,4 2 1 0 0,-2-2-23 0 0,0 0 1 0 0,-1-1 0 0 0,1 1-1 0 0,0-1 1 0 0,0 0-1 0 0,0 0 1 0 0,1 0 0 0 0,-1 0-1 0 0,0-1 1 0 0,0 1 0 0 0,0-1-1 0 0,1 0 1 0 0,-1 0 0 0 0,0 0-1 0 0,1 0 1 0 0,-1 0 0 0 0,0-1-1 0 0,0 0 1 0 0,5-1-1 0 0,1-1 0 0 0,-1 0 0 0 0,1-1 0 0 0,0-1 0 0 0,-1 1 0 0 0,0-1-1 0 0,0-1 1 0 0,0 1 0 0 0,-1-1 0 0 0,0-1 0 0 0,0 1-1 0 0,0-1 1 0 0,8-13 0 0 0,-8 11-15 0 0,0-1 0 0 0,-1-1 0 0 0,-1 1 1 0 0,1-1-1 0 0,-2 0 0 0 0,1 0 0 0 0,-2 0 0 0 0,1-1 0 0 0,2-19 0 0 0,-6 31-6 0 0,0-1-1 0 0,0 1 1 0 0,0 0-1 0 0,0 0 0 0 0,1-1 1 0 0,-1 1-1 0 0,0 0 1 0 0,0-1-1 0 0,0 1 0 0 0,0 0 1 0 0,0-1-1 0 0,0 1 0 0 0,0 0 1 0 0,0 0-1 0 0,0-1 1 0 0,0 1-1 0 0,0 0 0 0 0,-1-1 1 0 0,1 1-1 0 0,0 0 0 0 0,0 0 1 0 0,0-1-1 0 0,0 1 1 0 0,0 0-1 0 0,0 0 0 0 0,-1-1 1 0 0,1 1-1 0 0,-5 6-3 0 0,-5 14 8 0 0,7-9-4 0 0,0 0 0 0 0,0 0 0 0 0,2 1 0 0 0,-1-1 0 0 0,1 1 0 0 0,1-1 0 0 0,0 1 0 0 0,1-1 0 0 0,4 23 0 0 0,-4-30 0 0 0,0 1 0 0 0,0 0 0 0 0,1 0 0 0 0,0-1 0 0 0,0 1 0 0 0,0-1 0 0 0,0 0 0 0 0,1 1 0 0 0,0-1 0 0 0,0 0 0 0 0,0-1 0 0 0,0 1 0 0 0,1 0 0 0 0,-1-1 0 0 0,1 0 0 0 0,0 0 0 0 0,0 0 0 0 0,0 0 0 0 0,0-1 0 0 0,1 1 0 0 0,-1-1 0 0 0,1 0 0 0 0,-1 0 0 0 0,1-1 0 0 0,6 2 0 0 0,-2-2-14 0 0,0 0 0 0 0,0 0 0 0 0,0-1 0 0 0,0 0 0 0 0,-1 0 0 0 0,14-3 0 0 0,-17 2 2 0 0,0 0 0 0 0,0 0 0 0 0,0 0 0 0 0,-1-1 0 0 0,1 0 0 0 0,0 0 0 0 0,-1 0 0 0 0,1-1 0 0 0,-1 1 0 0 0,0-1 0 0 0,0 0-1 0 0,7-6 1 0 0,-7 2-1614 0 0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7:12.10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50 530 4143 0 0,'2'-7'859'0'0,"0"1"-1"0"0,1 0 0 0 0,-1-1 0 0 0,7-9 0 0 0,50-82 6773 0 0,-47 75-6504 0 0,-1-1-1 0 0,12-40 1 0 0,-19 50-961 0 0,-1 0 0 0 0,0 0 0 0 0,-1-1-1 0 0,-1 1 1 0 0,0-1 0 0 0,-1-15 0 0 0,-1 21-68 0 0,-1-1 0 0 0,1 0-1 0 0,-1 1 1 0 0,-1-1 0 0 0,0 1-1 0 0,0 0 1 0 0,-1 0 0 0 0,0 0-1 0 0,-11-16 1 0 0,12 20-80 0 0,-1 0 0 0 0,1 1 1 0 0,-1-1-1 0 0,-1 1 0 0 0,1 0 0 0 0,-1 0 0 0 0,1 0 0 0 0,-1 0 0 0 0,0 1 0 0 0,-6-3 1 0 0,9 5-19 0 0,0 0 0 0 0,0 0 0 0 0,0 1 0 0 0,0-1 0 0 0,0 1 0 0 0,0-1 0 0 0,0 1 0 0 0,0 0 0 0 0,0-1 0 0 0,0 1 0 0 0,0 0 0 0 0,0 0 0 0 0,-1 1 0 0 0,1-1 0 0 0,0 0 0 0 0,0 1 0 0 0,0-1 0 0 0,0 1 0 0 0,0 0 0 0 0,0 0 0 0 0,0-1 0 0 0,0 1 0 0 0,1 1 0 0 0,-1-1 0 0 0,0 0 0 0 0,0 0 0 0 0,1 1 0 0 0,-1-1 0 0 0,1 1 0 0 0,-1-1 0 0 0,-1 4 0 0 0,-2 1 0 0 0,1 1 0 0 0,1 0 0 0 0,-1 0 0 0 0,1 0 1 0 0,1 0-1 0 0,-1 0 0 0 0,1 1 0 0 0,0-1 0 0 0,1 1 0 0 0,0-1 0 0 0,-1 12 0 0 0,2 4-4 0 0,0-1 0 0 0,7 38 1 0 0,1-15-6 0 0,2 0 0 0 0,2-1 0 0 0,2-1 0 0 0,2 0 0 0 0,23 44 0 0 0,-34-79 9 0 0,-1 1 0 0 0,1-1 0 0 0,1 0-1 0 0,-1-1 1 0 0,1 1 0 0 0,1-1 0 0 0,0 0 0 0 0,10 8 0 0 0,-14-12 0 0 0,0-1 1 0 0,1 0 0 0 0,-1 0 0 0 0,0 0 0 0 0,1 0-1 0 0,-1-1 1 0 0,1 0 0 0 0,0 1 0 0 0,-1-1 0 0 0,1 0-1 0 0,0-1 1 0 0,0 1 0 0 0,0-1 0 0 0,0 1-1 0 0,0-1 1 0 0,-1-1 0 0 0,1 1 0 0 0,0 0 0 0 0,0-1-1 0 0,0 0 1 0 0,0 0 0 0 0,-1 0 0 0 0,6-2 0 0 0,-1-1 30 0 0,0-1 0 0 0,0 0 0 0 0,-1 0 0 0 0,0 0 0 0 0,0-1 0 0 0,-1 0 1 0 0,1-1-1 0 0,-1 1 0 0 0,0-1 0 0 0,-1 0 0 0 0,0-1 0 0 0,0 1 0 0 0,-1-1 1 0 0,1 0-1 0 0,-2 0 0 0 0,4-11 0 0 0,-1 3 5 0 0,-2 0-1 0 0,0 0 1 0 0,0 0 0 0 0,-2-1-1 0 0,0 0 1 0 0,-1 1 0 0 0,-2-32-1 0 0,1 47-31 0 0,0 1 1 0 0,0-1-1 0 0,0 0 0 0 0,0 1 1 0 0,0-1-1 0 0,0 0 0 0 0,0 1 0 0 0,0-1 1 0 0,0 0-1 0 0,-1 1 0 0 0,1-1 1 0 0,0 0-1 0 0,0 1 0 0 0,-1-1 0 0 0,1 1 1 0 0,0-1-1 0 0,-1 0 0 0 0,1 1 1 0 0,-1-1-1 0 0,0 0 0 0 0,1 1 3 0 0,0 1 0 0 0,-1-1 0 0 0,1 0 0 0 0,-1 0 0 0 0,1 0 0 0 0,0 1 0 0 0,-1-1 0 0 0,1 0 0 0 0,-1 1 0 0 0,1-1 0 0 0,0 0 0 0 0,0 1 0 0 0,-1-1 0 0 0,1 0-1 0 0,0 1 1 0 0,0-1 0 0 0,-1 1 0 0 0,1-1 0 0 0,0 0 0 0 0,0 2 0 0 0,-11 28 189 0 0,10-18-196 0 0,0 1 0 0 0,1-1 0 0 0,0 1 0 0 0,1 0 0 0 0,1-1 0 0 0,0 0 0 0 0,0 1 0 0 0,1-1 0 0 0,8 20 0 0 0,-7-23 0 0 0,0 1 0 0 0,0-1 0 0 0,1 0 0 0 0,1 0 0 0 0,-1-1 0 0 0,1 1 0 0 0,1-1 0 0 0,0-1 0 0 0,0 1 0 0 0,0-1 0 0 0,1 0 0 0 0,10 6 0 0 0,-15-10 7 0 0,1-1-1 0 0,0 0 1 0 0,-1-1-1 0 0,1 1 1 0 0,0-1-1 0 0,0 1 1 0 0,0-1 0 0 0,0 0-1 0 0,0 0 1 0 0,0-1-1 0 0,0 0 1 0 0,0 1-1 0 0,0-1 1 0 0,0 0-1 0 0,0-1 1 0 0,1 1 0 0 0,-1-1-1 0 0,0 0 1 0 0,5-2-1 0 0,-4 1 2 0 0,0 0-1 0 0,0 0 1 0 0,-1-1-1 0 0,1 0 1 0 0,-1 0-1 0 0,0 0 1 0 0,0 0-1 0 0,0-1 1 0 0,-1 0-1 0 0,1 0 1 0 0,-1 0 0 0 0,0 0-1 0 0,0 0 1 0 0,5-9-1 0 0,2-10 8 0 0,-1 0 1 0 0,-1-1-1 0 0,-2 0 0 0 0,9-48 0 0 0,-14 65 28 0 0,0 4-2 0 0,-1 1 1 0 0,1-1 0 0 0,-1 0 0 0 0,1 1 0 0 0,-1-1-1 0 0,0 0 1 0 0,0 1 0 0 0,0-1 0 0 0,0 0 0 0 0,-1 1-1 0 0,0-6 1 0 0,0 8-39 0 0,1 0 1 0 0,-1 0-1 0 0,1 0 0 0 0,0 0 1 0 0,-1 0-1 0 0,1 0 0 0 0,0 0 0 0 0,-1 0 1 0 0,1 0-1 0 0,0 0 0 0 0,-1 1 0 0 0,1-1 1 0 0,-1 0-1 0 0,1 0 0 0 0,0 0 1 0 0,0 1-1 0 0,-1-1 0 0 0,1 0 0 0 0,0 1 1 0 0,-1-1-1 0 0,1 0 0 0 0,0 0 0 0 0,0 1 1 0 0,0-1-1 0 0,-1 0 0 0 0,1 1 1 0 0,0-1-1 0 0,0 0 0 0 0,0 1 0 0 0,0-1 1 0 0,0 1-1 0 0,-1-1 0 0 0,-7 15 33 0 0,3-4-135 0 0,1 0 0 0 0,0 0-1 0 0,1 0 1 0 0,0 1 0 0 0,1-1-1 0 0,0 1 1 0 0,0-1 0 0 0,2 1-1 0 0,0 18 1 0 0,0-25 31 0 0,0 0 1 0 0,1 0-1 0 0,0 0 0 0 0,0 0 0 0 0,1 0 0 0 0,-1 0 1 0 0,1 0-1 0 0,0 0 0 0 0,0 0 0 0 0,1-1 0 0 0,-1 1 1 0 0,1-1-1 0 0,0 1 0 0 0,0-1 0 0 0,1 0 0 0 0,-1-1 1 0 0,1 1-1 0 0,0 0 0 0 0,0-1 0 0 0,0 0 1 0 0,0 0-1 0 0,1 0 0 0 0,8 3 0 0 0,10 3-1256 0 0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7:12.806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152 579 5983 0 0,'0'-3'480'0'0,"0"-1"0"0"0,-1 1 0 0 0,1 0 1 0 0,-1-1-1 0 0,0 1 0 0 0,0 0 0 0 0,0-1 0 0 0,0 1 0 0 0,0 0 0 0 0,-1 0 0 0 0,1 0 0 0 0,-1 0 0 0 0,0 0 0 0 0,-3-3 0 0 0,4 5-272 0 0,0 0-1 0 0,0-1 1 0 0,-1 1 0 0 0,1 0 0 0 0,-1 0-1 0 0,1 0 1 0 0,-1 0 0 0 0,1 0 0 0 0,-1 1-1 0 0,1-1 1 0 0,-1 0 0 0 0,0 1 0 0 0,1-1-1 0 0,-1 1 1 0 0,0-1 0 0 0,0 1 0 0 0,1 0-1 0 0,-1 0 1 0 0,0 0 0 0 0,0 0 0 0 0,1 0-1 0 0,-1 0 1 0 0,0 0 0 0 0,0 1 0 0 0,1-1-1 0 0,-1 1 1 0 0,0-1 0 0 0,-2 2 0 0 0,-2 1-34 0 0,0 0 0 0 0,0 1 0 0 0,1 0 0 0 0,-1 0 0 0 0,1 0 0 0 0,0 0 0 0 0,0 1-1 0 0,1 0 1 0 0,-7 7 0 0 0,8-8-121 0 0,1 0-1 0 0,-1 0 0 0 0,1 0 0 0 0,-1 0 0 0 0,1 1 1 0 0,0-1-1 0 0,1 0 0 0 0,-1 1 0 0 0,1 0 0 0 0,0-1 1 0 0,0 1-1 0 0,0 0 0 0 0,1 9 0 0 0,0-12-45 0 0,1 0-1 0 0,-1 1 1 0 0,1-1-1 0 0,-1 0 1 0 0,1 1 0 0 0,0-1-1 0 0,0 0 1 0 0,0 0-1 0 0,1 0 1 0 0,-1 0-1 0 0,0 0 1 0 0,1 0 0 0 0,-1 0-1 0 0,1-1 1 0 0,0 1-1 0 0,-1 0 1 0 0,1-1-1 0 0,0 1 1 0 0,0-1 0 0 0,0 0-1 0 0,0 1 1 0 0,0-1-1 0 0,0 0 1 0 0,1 0-1 0 0,-1-1 1 0 0,0 1 0 0 0,5 0-1 0 0,-1 1 8 0 0,1-1 1 0 0,-1 0-1 0 0,1 0 0 0 0,-1-1 0 0 0,1 0 0 0 0,0 0 1 0 0,-1 0-1 0 0,13-3 0 0 0,-13 2-9 0 0,0-1-1 0 0,-1 0 1 0 0,1 0-1 0 0,0-1 1 0 0,-1 1 0 0 0,1-1-1 0 0,-1 0 1 0 0,0-1-1 0 0,0 1 1 0 0,0-1-1 0 0,0 0 1 0 0,-1 0 0 0 0,6-6-1 0 0,-5 3 6 0 0,-1 0-1 0 0,1 0 1 0 0,-1 0 0 0 0,-1-1-1 0 0,1 1 1 0 0,-1-1-1 0 0,-1 0 1 0 0,1 0 0 0 0,1-10-1 0 0,-3 35-31 0 0,2 0 0 0 0,0 1 0 0 0,7 21 0 0 0,-9-33 13 0 0,1 0 1 0 0,1-1-1 0 0,-1 1 0 0 0,1-1 1 0 0,-1 0-1 0 0,2 0 0 0 0,3 6 1 0 0,-5-9 8 0 0,-1 0 0 0 0,1-1 0 0 0,-1 0 0 0 0,1 1 1 0 0,0-1-1 0 0,0 0 0 0 0,-1 1 0 0 0,1-1 1 0 0,0 0-1 0 0,0-1 0 0 0,0 1 0 0 0,0 0 1 0 0,0 0-1 0 0,0-1 0 0 0,1 1 0 0 0,-1-1 1 0 0,0 0-1 0 0,0 0 0 0 0,0 1 0 0 0,0-1 0 0 0,0-1 1 0 0,1 1-1 0 0,1-1 0 0 0,1 1-73 0 0,1-2-1 0 0,-1 1 1 0 0,0-1-1 0 0,0 0 1 0 0,0 0-1 0 0,0 0 1 0 0,0-1-1 0 0,-1 0 1 0 0,1 1-1 0 0,-1-2 1 0 0,1 1-1 0 0,6-8 1 0 0,-6 5-518 0 0,0 0 1 0 0,0-1 0 0 0,0 1 0 0 0,-1-1-1 0 0,0 0 1 0 0,-1-1 0 0 0,6-14 0 0 0,-4 1-797 0 0,0 0 1 0 0,-1 0-1 0 0,-2 0 0 0 0,0 0 1 0 0,-1-37-1 0 0,8-246 1153 0 0,-6 253 1063 0 0,-3 33-309 0 0,0 11 81 0 0,0 1 1 0 0,0-1-1 0 0,1 1 0 0 0,0-1 1 0 0,0 1-1 0 0,0 0 0 0 0,1 0 0 0 0,4-10 1 0 0,-6 15-539 0 0,0 1 1 0 0,0 0-1 0 0,0 0 0 0 0,0 0 1 0 0,1 0-1 0 0,-1 0 1 0 0,0 0-1 0 0,0 0 1 0 0,1 0-1 0 0,-1 0 1 0 0,0 0-1 0 0,0 0 1 0 0,0 0-1 0 0,1 0 1 0 0,-1 0-1 0 0,0 0 0 0 0,0 0 1 0 0,1 0-1 0 0,-1 0 1 0 0,0 0-1 0 0,0 0 1 0 0,0 0-1 0 0,1 0 1 0 0,-1 0-1 0 0,0 0 1 0 0,0 0-1 0 0,0 1 1 0 0,0-1-1 0 0,1 0 0 0 0,-1 0 1 0 0,0 0-1 0 0,0 0 1 0 0,0 0-1 0 0,0 1 1 0 0,1-1-1 0 0,-1 0 1 0 0,0 0-1 0 0,0 0 1 0 0,0 1-1 0 0,0-1 1 0 0,0 0-1 0 0,0 0 0 0 0,0 0 1 0 0,0 1-1 0 0,0-1 1 0 0,0 0-1 0 0,0 0 1 0 0,0 0-1 0 0,0 1 1 0 0,6 12 608 0 0,4 22-321 0 0,-2 2-1 0 0,5 58 1 0 0,-10-66-254 0 0,4 29 29 0 0,24 309 3080 0 0,-31-361-3166 0 0,2-6 14 0 0,3-10 74 0 0,3-16 34 0 0,-2 2-160 0 0,0-4 13 0 0,2 1-1 0 0,14-34 1 0 0,-19 54-13 0 0,0-1 1 0 0,1 1 0 0 0,0 0-1 0 0,1 0 1 0 0,0 1 0 0 0,0-1-1 0 0,0 1 1 0 0,1 0 0 0 0,-1 0-1 0 0,1 1 1 0 0,1 0 0 0 0,11-7-1 0 0,-16 10-2 0 0,1 1 0 0 0,-1-1 0 0 0,1 1 0 0 0,0 0 0 0 0,-1 0 0 0 0,1 1 0 0 0,0-1 0 0 0,0 0 0 0 0,0 1 0 0 0,0 0 0 0 0,0-1 0 0 0,0 1 0 0 0,0 0 0 0 0,-1 1 0 0 0,1-1 0 0 0,0 0 0 0 0,0 1 0 0 0,0 0 0 0 0,0 0 0 0 0,0 0 0 0 0,-1 0 0 0 0,1 0 0 0 0,0 0 0 0 0,-1 1 0 0 0,1-1 0 0 0,-1 1 0 0 0,0-1 0 0 0,1 1 0 0 0,-1 0 0 0 0,0 0 0 0 0,0 0 0 0 0,3 5 0 0 0,1 1 0 0 0,0 0 0 0 0,-1 0 0 0 0,0 0 0 0 0,-1 1 0 0 0,0-1 0 0 0,0 1 0 0 0,-1 0 0 0 0,4 17 0 0 0,-5-15-174 0 0,-1-5-469 0 0,0-1 1 0 0,0 0-1 0 0,0 1 0 0 0,1-1 0 0 0,0 0 0 0 0,0 0 0 0 0,0 0 0 0 0,0-1 0 0 0,5 7 1 0 0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7:13.60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4 4 10135 0 0,'-2'-4'154'0'0,"0"5"65"0"0,3 7 308 0 0,2 14 149 0 0,1-10-929 0 0,0-1 0 0 0,1-1-1 0 0,0 1 1 0 0,0-1-1 0 0,1 0 1 0 0,1 0 0 0 0,0 0-1 0 0,9 10 1 0 0,-8-11-2 0 0,0 0 1 0 0,-1 1-1 0 0,-1 0 1 0 0,1 0 0 0 0,-2 0-1 0 0,1 1 1 0 0,-2 0-1 0 0,5 13 1 0 0,-7-12 1249 0 0,-1 0 0 0 0,0-1 0 0 0,-1 22 0 0 0,0-21 139 0 0,0 0-1 0 0,1 0 1 0 0,3 19-1 0 0,-4-29-992 0 0,0 0 0 0 0,1-1 0 0 0,-1 1 0 0 0,1-1 0 0 0,-1 1 0 0 0,1-1-1 0 0,-1 1 1 0 0,1-1 0 0 0,0 0 0 0 0,0 1 0 0 0,0-1 0 0 0,0 0 0 0 0,0 1 0 0 0,0-1 0 0 0,0 0-1 0 0,0 0 1 0 0,0 0 0 0 0,1 0 0 0 0,-1 0 0 0 0,0 0 0 0 0,1 0 0 0 0,-1-1 0 0 0,1 1 0 0 0,-1 0-1 0 0,1-1 1 0 0,-1 1 0 0 0,1-1 0 0 0,-1 0 0 0 0,1 1 0 0 0,-1-1 0 0 0,1 0 0 0 0,0 0 0 0 0,-1 0-1 0 0,1 0 1 0 0,-1 0 0 0 0,1 0 0 0 0,0-1 0 0 0,-1 1 0 0 0,1 0 0 0 0,2-2 0 0 0,0 1-59 0 0,-1-1 1 0 0,1 1 0 0 0,-1-1 0 0 0,0 0 0 0 0,1 0-1 0 0,-1 0 1 0 0,0 0 0 0 0,0 0 0 0 0,0-1 0 0 0,0 1-1 0 0,-1-1 1 0 0,1 0 0 0 0,-1 0 0 0 0,0 0 0 0 0,0 0-1 0 0,3-6 1 0 0,-3 3-66 0 0,0 0 0 0 0,-1 1-1 0 0,0-1 1 0 0,-1 0 0 0 0,1 0-1 0 0,-1 0 1 0 0,0-1 0 0 0,0 1 0 0 0,-1 0-1 0 0,0 0 1 0 0,0 0 0 0 0,-3-8-1 0 0,-3-9 74 0 0,-17-38 0 0 0,20 52-87 0 0,-17-36 28 0 0,-21-53 87 0 0,42 98-117 0 0,0 0-1 0 0,0 0 0 0 0,0 0 0 0 0,0 0 0 0 0,0 0 0 0 0,0 0 0 0 0,1 0 0 0 0,-1 0 0 0 0,0 0 0 0 0,0 0 0 0 0,0 0 0 0 0,0 0 0 0 0,0 0 0 0 0,0 0 0 0 0,0 0 0 0 0,0 0 0 0 0,0 0 0 0 0,0 0 0 0 0,0 0 0 0 0,1 0 0 0 0,-1 0 0 0 0,0 0 0 0 0,0 0 0 0 0,0-1 1 0 0,0 1-1 0 0,0 0 0 0 0,0 0 0 0 0,0 0 0 0 0,0 0 0 0 0,0 0 0 0 0,0 0 0 0 0,0 0 0 0 0,0 0 0 0 0,0 0 0 0 0,0 0 0 0 0,0 0 0 0 0,0 0 0 0 0,0 0 0 0 0,0-1 0 0 0,0 1 0 0 0,1 0 0 0 0,-1 0 0 0 0,0 0 0 0 0,0 0 0 0 0,0 0 0 0 0,0 0 0 0 0,0 0 0 0 0,0 0 0 0 0,-1 0 1 0 0,1 0-1 0 0,0-1 0 0 0,0 1 0 0 0,0 0 0 0 0,0 0 0 0 0,0 0 0 0 0,0 0 0 0 0,0 0 0 0 0,0 0 0 0 0,0 0 0 0 0,11 8-20 0 0,15 17-23 0 0,-24-23 42 0 0,48 45 19 0 0,-18-17 25 0 0,33 39 0 0 0,-57-59-36 0 0,0 0-1 0 0,0 1 0 0 0,-2 0 0 0 0,1 0 0 0 0,-1 0 1 0 0,-1 1-1 0 0,0 0 0 0 0,5 19 0 0 0,-7-4-60 0 0,-3-25 53 0 0,0 0 0 0 0,0-1 0 0 0,0 1-1 0 0,0 0 1 0 0,0-1 0 0 0,0 1-1 0 0,-1-1 1 0 0,1 1 0 0 0,-1 0-1 0 0,1-1 1 0 0,-1 1 0 0 0,1-1-1 0 0,-3 3 1 0 0,3-4 2 0 0,0 1-1 0 0,0-1 1 0 0,0 0 0 0 0,0 0-1 0 0,0 0 1 0 0,0 0-1 0 0,0 0 1 0 0,0 0 0 0 0,-1 0-1 0 0,1 0 1 0 0,0 0 0 0 0,0 0-1 0 0,0 1 1 0 0,0-1-1 0 0,0 0 1 0 0,0 0 0 0 0,0 0-1 0 0,-1 0 1 0 0,1 0-1 0 0,0 0 1 0 0,0 0 0 0 0,0 0-1 0 0,0 0 1 0 0,0 0-1 0 0,0 0 1 0 0,-1 0 0 0 0,1 0-1 0 0,0 0 1 0 0,0 0 0 0 0,0 0-1 0 0,0 0 1 0 0,0 0-1 0 0,0 0 1 0 0,0 0 0 0 0,-1 0-1 0 0,1-1 1 0 0,0 1-1 0 0,0 0 1 0 0,0 0 0 0 0,0 0-1 0 0,0 0 1 0 0,0 0 0 0 0,0 0-1 0 0,0 0 1 0 0,-1 0-1 0 0,1 0 1 0 0,0-1 0 0 0,-2-7 53 0 0,1-11 70 0 0,3 1-110 0 0,0 0 1 0 0,2 1-1 0 0,0-1 0 0 0,1 1 0 0 0,1-1 0 0 0,1 2 1 0 0,0-1-1 0 0,12-19 0 0 0,-18 34-14 0 0,0 0 0 0 0,0 0 0 0 0,1 0 0 0 0,0 0 0 0 0,-1 1 0 0 0,1-1 0 0 0,0 0 0 0 0,-1 1 0 0 0,1-1 0 0 0,4-2 0 0 0,-5 4 0 0 0,-1 0 0 0 0,1 0 0 0 0,0-1 0 0 0,-1 1 0 0 0,1 0 0 0 0,-1 0 0 0 0,1 0 0 0 0,-1 0 0 0 0,1 0 0 0 0,-1 0 0 0 0,1 0 0 0 0,0 0 0 0 0,-1 0 0 0 0,1 0 0 0 0,-1 0 0 0 0,1 0 0 0 0,-1 1 0 0 0,1-1 0 0 0,0 0 0 0 0,0 1 0 0 0,0 0 0 0 0,0 0 0 0 0,0-1 0 0 0,0 1 0 0 0,-1 0 0 0 0,1 0 0 0 0,0 0 0 0 0,-1 0 0 0 0,1 0 0 0 0,0 0 0 0 0,-1 0 0 0 0,1 0 0 0 0,0 1 0 0 0,3 10-13 0 0,0 1 0 0 0,3 24 0 0 0,3 10-12 0 0,-8-41 25 0 0,0 0 0 0 0,1 0 0 0 0,-1 0 0 0 0,1 0 0 0 0,0 0 0 0 0,1 0 0 0 0,-1-1 0 0 0,1 0 0 0 0,0 0 0 0 0,1 0 0 0 0,5 5 0 0 0,-8-8 0 0 0,1 0 0 0 0,-1 0 0 0 0,1-1 0 0 0,-1 1 0 0 0,1-1 0 0 0,0 1 0 0 0,0-1 0 0 0,0 0 0 0 0,0 0 0 0 0,0-1 0 0 0,0 1 0 0 0,0 0 0 0 0,0-1 0 0 0,0 0 0 0 0,0 0 0 0 0,0 0 0 0 0,0 0 0 0 0,0 0 0 0 0,0-1 0 0 0,0 1 0 0 0,0-1 0 0 0,0 0 0 0 0,0 0 0 0 0,0 0 0 0 0,4-2 0 0 0,0 0 7 0 0,-1-1-1 0 0,0 0 1 0 0,0 0 0 0 0,0 0-1 0 0,-1-1 1 0 0,0 0-1 0 0,8-8 1 0 0,2-5 55 0 0,11-21 0 0 0,-15 24-6 0 0,-1 0 1 0 0,21-22 0 0 0,-27 33-49 0 0,1 0-1 0 0,-1 0 1 0 0,1 1 0 0 0,0-1 0 0 0,0 1 0 0 0,0 0-1 0 0,1 0 1 0 0,-1 1 0 0 0,1-1 0 0 0,-1 1 0 0 0,1 1-1 0 0,6-2 1 0 0,-9 2 15 0 0,-1 1 1 0 0,1-1-1 0 0,0 1 0 0 0,0 0 0 0 0,0 0 1 0 0,-1 1-1 0 0,1-1 0 0 0,0 0 0 0 0,0 1 1 0 0,-1 0-1 0 0,1-1 0 0 0,0 1 0 0 0,-1 0 1 0 0,1 0-1 0 0,-1 1 0 0 0,5 2 0 0 0,-3-1-1 0 0,-1 0 0 0 0,0 0-1 0 0,0 0 1 0 0,0 0 0 0 0,0 0-1 0 0,-1 1 1 0 0,1 0 0 0 0,-1-1-1 0 0,0 1 1 0 0,2 5 0 0 0,-1-3-16 0 0,-1 1 0 0 0,1 0 0 0 0,-1 0 0 0 0,-1 0 1 0 0,0 0-1 0 0,0 0 0 0 0,0 0 0 0 0,-1 0 0 0 0,0 0 0 0 0,0 0 1 0 0,0 0-1 0 0,-1 0 0 0 0,-2 9 0 0 0,0-10 13 0 0,0 1-1 0 0,0-1 1 0 0,0 0 0 0 0,-1 0-1 0 0,0 0 1 0 0,0 0 0 0 0,-1 0 0 0 0,1-1-1 0 0,-1 0 1 0 0,0 0 0 0 0,-1 0-1 0 0,1-1 1 0 0,-1 0 0 0 0,0 0-1 0 0,-11 6 1 0 0,10-6-147 0 0,-1-1 0 0 0,1 0 0 0 0,-1 0 0 0 0,0-1 0 0 0,0 0 0 0 0,0 0 1 0 0,0-1-1 0 0,0 0 0 0 0,0 0 0 0 0,0-1 0 0 0,0 0 0 0 0,0 0 0 0 0,-13-3 0 0 0,6 0-8212 0 0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7:05.344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0 392 919 0 0,'16'-25'8947'0'0,"16"-13"-3826"0"0,-4 4-2885 0 0,-6 4-1428 0 0,-2-2 0 0 0,-2 0 0 0 0,-1-1 0 0 0,-1-1 0 0 0,21-66 0 0 0,-25 68-680 0 0,-12 32-128 0 0,0 0 0 0 0,0-1 0 0 0,0 1 0 0 0,0 0 0 0 0,0 0 0 0 0,0 0 0 0 0,0 0 0 0 0,0 0 0 0 0,0 0 0 0 0,0 0 0 0 0,0 0 0 0 0,0 0 0 0 0,0 0 0 0 0,0 0 0 0 0,1 0 0 0 0,-1 0 0 0 0,0 0 0 0 0,0 0 0 0 0,0 0 0 0 0,0 0 0 0 0,0 0 0 0 0,0-1 0 0 0,0 1 0 0 0,0 0 0 0 0,0 0 0 0 0,0 0 0 0 0,0 0 0 0 0,0 0 0 0 0,0 0 0 0 0,0 0 0 0 0,0 0 0 0 0,1 0 0 0 0,-1 0 0 0 0,0 0 0 0 0,0 0 0 0 0,0 0 0 0 0,0 0 0 0 0,0 0 0 0 0,0 0 0 0 0,0 0 0 0 0,0 1 0 0 0,0-1 0 0 0,0 0 0 0 0,0 0 0 0 0,0 0 0 0 0,0 0 0 0 0,0 0 0 0 0,1 0 0 0 0,-1 0 0 0 0,0 0 0 0 0,0 0 0 0 0,0 0 0 0 0,0 0 0 0 0,0 0 0 0 0,0 0 0 0 0,0 0 0 0 0,0 0 0 0 0,0 0 0 0 0,0 0 0 0 0,3 7 0 0 0,1 8 0 0 0,2 264 247 0 0,-6-209-94 0 0,5 37 59 0 0,1-61-6549 0 0,-1-24-738 0 0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7:06.09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138 87 455 0 0,'-14'-6'-197'0'0,"8"3"873"0"0,0 1 0 0 0,0-1 0 0 0,1 0 0 0 0,-1 0 0 0 0,1-1 1 0 0,0 0-1 0 0,0 1 0 0 0,0-2 0 0 0,0 1 0 0 0,-5-7 0 0 0,9 10-491 0 0,1 1 0 0 0,0-1 0 0 0,-1 1-1 0 0,1-1 1 0 0,0 1 0 0 0,0-1 0 0 0,-1 0 0 0 0,1 1-1 0 0,0-1 1 0 0,0 1 0 0 0,0-1 0 0 0,0 0-1 0 0,0 1 1 0 0,0-1 0 0 0,0 0 0 0 0,0 1-1 0 0,0-1 1 0 0,0 1 0 0 0,0-1 0 0 0,0 0-1 0 0,0 1 1 0 0,0-1 0 0 0,1 1 0 0 0,-1-2 0 0 0,1 1-9 0 0,0 0 1 0 0,0 1 0 0 0,-1-1 0 0 0,1 0 0 0 0,0 0 0 0 0,0 1-1 0 0,0-1 1 0 0,0 1 0 0 0,0-1 0 0 0,0 0 0 0 0,0 1 0 0 0,0 0 0 0 0,1-1-1 0 0,5-1 301 0 0,1 0-1 0 0,-1 1 0 0 0,11-1 1 0 0,-11 2-24 0 0,-6 0-414 0 0,19-2 690 0 0,-1 0 0 0 0,21 2-1 0 0,-35 0-650 0 0,-1 1 0 0 0,1-1-1 0 0,-1 1 1 0 0,1 0-1 0 0,-1 0 1 0 0,1 0-1 0 0,-1 1 1 0 0,0-1-1 0 0,0 1 1 0 0,0 0-1 0 0,0 0 1 0 0,0 0 0 0 0,0 1-1 0 0,-1 0 1 0 0,5 3-1 0 0,-7-4-67 0 0,1-1-1 0 0,-1 1 1 0 0,0 0 0 0 0,0 0-1 0 0,0 0 1 0 0,0 0-1 0 0,0 0 1 0 0,-1 0 0 0 0,1 0-1 0 0,-1 0 1 0 0,1 0-1 0 0,-1 1 1 0 0,0-1 0 0 0,1 0-1 0 0,-1 0 1 0 0,-1 0 0 0 0,1 1-1 0 0,0-1 1 0 0,0 0-1 0 0,-1 0 1 0 0,1 0 0 0 0,-1 0-1 0 0,0 0 1 0 0,1 0-1 0 0,-1 0 1 0 0,0 0 0 0 0,0 0-1 0 0,-3 3 1 0 0,-3 6 60 0 0,0-1 1 0 0,-1 1 0 0 0,-16 14 0 0 0,15-15-57 0 0,-71 67 461 0 0,49-49-81 0 0,-41 47 1 0 0,72-75-394 0 0,-24 33 266 0 0,23-31-242 0 0,0 0-1 0 0,0 0 1 0 0,0 0-1 0 0,0-1 1 0 0,1 1-1 0 0,-1 0 1 0 0,0 0-1 0 0,1 0 1 0 0,0 0-1 0 0,-1 0 1 0 0,1 0-1 0 0,0 1 1 0 0,0-1-1 0 0,0 0 1 0 0,0 0-1 0 0,0 0 1 0 0,1 2-1 0 0,0-3-9 0 0,-1 0 0 0 0,1 0 0 0 0,0 0 0 0 0,-1 0 0 0 0,1 0-1 0 0,0 0 1 0 0,0-1 0 0 0,0 1 0 0 0,0 0 0 0 0,0-1-1 0 0,0 1 1 0 0,0 0 0 0 0,0-1 0 0 0,0 1 0 0 0,0-1 0 0 0,0 0-1 0 0,0 1 1 0 0,0-1 0 0 0,1 0 0 0 0,-1 1 0 0 0,0-1-1 0 0,0 0 1 0 0,0 0 0 0 0,0 0 0 0 0,1 0 0 0 0,0-1 0 0 0,34-3 260 0 0,-30 2-228 0 0,126-28 314 0 0,-108 26-434 0 0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7:19.02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146 9 3223 0 0,'5'-7'-1274'0'0,"-4"7"1268"0"0,-1 0-1 0 0,0 0 1 0 0,0 0-1 0 0,0 0 1 0 0,0 0-1 0 0,0 0 0 0 0,0-1 1 0 0,0 1-1 0 0,0 0 1 0 0,1 0-1 0 0,-1 0 0 0 0,0 0 1 0 0,0 0-1 0 0,0 0 1 0 0,0 0-1 0 0,0 0 1 0 0,0 0-1 0 0,1 0 0 0 0,-1 0 1 0 0,0-1-1 0 0,0 1 1 0 0,0 0-1 0 0,0 0 1 0 0,1 0-1 0 0,-1 0 0 0 0,0 0 1 0 0,0 0-1 0 0,0 0 1 0 0,0 0-1 0 0,0 0 1 0 0,1 0-1 0 0,-1 1 0 0 0,0-1 1 0 0,0 0-1 0 0,0 0 1 0 0,0 0-1 0 0,0 0 1 0 0,1 0-1 0 0,-1 0 0 0 0,0 0 1 0 0,0 0-1 0 0,0 0 1 0 0,0 0-1 0 0,0 1 1 0 0,0-1-1 0 0,0 0 0 0 0,1 0 1 0 0,-1 0-1 0 0,0 0 1 0 0,0 0-1 0 0,0 1 0 0 0,3 21 50 0 0,0 0 0 0 0,-2 35-1 0 0,-1-38-42 0 0,1-5 0 0 0,-3 23 0 0 0,1-33 0 0 0,1 0 0 0 0,-1 1 0 0 0,-1-1 0 0 0,1 0 0 0 0,0 1 0 0 0,-1-1 0 0 0,0 0 0 0 0,0 0 0 0 0,-4 4 0 0 0,-3 4 0 0 0,-1 0 0 0 0,-21 17 0 0 0,23-22 0 0 0,1 0 0 0 0,-1 0 0 0 0,1 1 0 0 0,0 0 0 0 0,1 0 0 0 0,0 0 0 0 0,0 1 0 0 0,-4 10 0 0 0,4-6 6 0 0,1-3-25 0 0,1 1-1 0 0,0 0 0 0 0,0 0 0 0 0,-3 18 1 0 0,7-27 17 0 0,0 0 0 0 0,-1 0 0 0 0,1 0 0 0 0,0 1 0 0 0,0-1 0 0 0,0 0 1 0 0,1 0-1 0 0,-1 0 0 0 0,0 0 0 0 0,1 0 0 0 0,-1 0 0 0 0,1 0 1 0 0,0 0-1 0 0,0 0 0 0 0,0 0 0 0 0,0 0 0 0 0,0 0 0 0 0,0 0 0 0 0,0-1 1 0 0,0 1-1 0 0,1 0 0 0 0,-1-1 0 0 0,1 1 0 0 0,-1-1 0 0 0,1 1 1 0 0,0-1-1 0 0,-1 0 0 0 0,1 0 0 0 0,0 0 0 0 0,0 0 0 0 0,2 1 0 0 0,13 3 29 0 0,-1-1 0 0 0,0-1 0 0 0,1 0-1 0 0,0-1 1 0 0,23-1 0 0 0,-2 1-36 0 0,253 4-119 0 0,-64-3 40 0 0,86-4 88 0 0,-14-1 0 0 0,-173 7 0 0 0,157 4 0 0 0,48-2-112 0 0,59 0-32 0 0,-15-8 177 0 0,59-1 438 0 0,-141 3 3 0 0,-29 0 44 0 0,146 6-142 0 0,-149-1-282 0 0,100 8-43 0 0,-72-1-28 0 0,4-1 5 0 0,164 2 24 0 0,-334-12-48 0 0,373-14 3 0 0,-428 5-15 0 0,125-14 3 0 0,-130 11 6 0 0,63-18 0 0 0,-83 17 11 0 0,-30 9-5 0 0,1-1 1 0 0,0-1-1 0 0,-1 0 1 0 0,0-1-1 0 0,0-1 1 0 0,21-11-1 0 0,-33 16-7 0 0,1 0 0 0 0,-1 0 0 0 0,1 0 0 0 0,-1-1 0 0 0,0 1 0 0 0,1 0 0 0 0,-1-1 0 0 0,0 1 0 0 0,0-1 0 0 0,0 1 0 0 0,0-1 0 0 0,0 0 0 0 0,0 0 0 0 0,0 1 0 0 0,-1-1 0 0 0,1 0 0 0 0,-1 0 0 0 0,1 0 0 0 0,-1 0 0 0 0,0 1 0 0 0,1-1 0 0 0,-1 0 0 0 0,0 0 0 0 0,0 0 0 0 0,-1 0 0 0 0,1 0 0 0 0,-1-2 0 0 0,-1-4 0 0 0,-1 0 0 0 0,0 0 0 0 0,-1 1 0 0 0,1 0 0 0 0,-7-9 0 0 0,-3-6 0 0 0,-10-28-124 0 0,-26-47 2463 0 0,48 96-2377 0 0,1 1 0 0 0,0-1 1 0 0,0 1-1 0 0,-1 0 0 0 0,1-1 0 0 0,0 1 0 0 0,-1-1 0 0 0,1 1 1 0 0,0 0-1 0 0,-1-1 0 0 0,1 1 0 0 0,-1 0 0 0 0,1-1 0 0 0,-1 1 0 0 0,1 0 1 0 0,0 0-1 0 0,-1-1 0 0 0,1 1 0 0 0,-1 0 0 0 0,1 0 0 0 0,-1 0 1 0 0,1 0-1 0 0,-1 0 0 0 0,1 0 0 0 0,-1 0 0 0 0,0 0 0 0 0,1 0 1 0 0,-1 0-1 0 0,1 0 0 0 0,-1 0 0 0 0,1 0 0 0 0,-1 0 0 0 0,1 0 1 0 0,-1 0-1 0 0,1 1 0 0 0,-1-1 0 0 0,1 0 0 0 0,0 0 0 0 0,-1 1 0 0 0,1-1 1 0 0,-1 0-1 0 0,1 0 0 0 0,0 1 0 0 0,-1-1 0 0 0,1 1 0 0 0,-1-1 1 0 0,1 0-1 0 0,-1 1 0 0 0,-2 4-42 0 0,-1-1 0 0 0,1 1 0 0 0,-5 8 0 0 0,2-4-9 0 0,-3 0 89 0 0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7:20.29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47 91 3223 0 0,'3'-3'272'0'0,"-1"1"-312"0"0,0 0-1 0 0,0 0 0 0 0,0 0 1 0 0,0 1-1 0 0,0-1 0 0 0,0 0 1 0 0,1 1-1 0 0,-1 0 0 0 0,4-2 1 0 0,-5 3 54 0 0,-1 0 0 0 0,0 0 0 0 0,0 0 1 0 0,0 0-1 0 0,0 1 0 0 0,0-1 0 0 0,1 0 0 0 0,-1 0 1 0 0,0 0-1 0 0,0 1 0 0 0,0-1 0 0 0,0 0 0 0 0,0 0 0 0 0,0 1 1 0 0,0-1-1 0 0,0 0 0 0 0,0 0 0 0 0,0 1 0 0 0,0-1 1 0 0,0 0-1 0 0,0 0 0 0 0,0 0 0 0 0,0 1 0 0 0,0-1 1 0 0,0 0-1 0 0,0 0 0 0 0,0 1 0 0 0,0-1 0 0 0,0 0 1 0 0,0 0-1 0 0,0 1 0 0 0,0-1 0 0 0,-1 0 0 0 0,1 0 1 0 0,0 0-1 0 0,0 1 0 0 0,0-1 0 0 0,-5 12 81 0 0,5-12-76 0 0,-8 19 116 0 0,-8 16-30 0 0,2 0 0 0 0,-16 63-1 0 0,29-81-113 0 0,-1 0 0 0 0,2 1 0 0 0,1-1 0 0 0,0 0-1 0 0,1 0 1 0 0,5 20 0 0 0,-5-22 9 0 0,-1-8 0 0 0,1 1 0 0 0,-1 0 0 0 0,2 0 0 0 0,-1-1 0 0 0,1 1 0 0 0,0-1 0 0 0,1 0 0 0 0,-1 0 0 0 0,8 9 0 0 0,-8-12 0 0 0,0-1 0 0 0,1 1 0 0 0,-1-1 0 0 0,1 0 0 0 0,-1 0 0 0 0,1 0 0 0 0,0-1 0 0 0,0 1 0 0 0,0-1 0 0 0,1 0 0 0 0,-1 0 0 0 0,0-1 0 0 0,1 1 0 0 0,-1-1 0 0 0,1 0 0 0 0,0 0 0 0 0,5 0 0 0 0,1-1 14 0 0,1 1 0 0 0,0-2-1 0 0,0 0 1 0 0,23-4 0 0 0,47-17-20 0 0,-11 2 7 0 0,-15 9 164 0 0,109-5 0 0 0,59 13 391 0 0,-74 3-578 0 0,-20 2 112 0 0,146 21-1 0 0,330 28-244 0 0,-586-49 155 0 0,39 0 0 0 0,-53-2 0 0 0,0 0 0 0 0,0-1 0 0 0,-1 0 0 0 0,1 0 0 0 0,0 0 0 0 0,-1-1 0 0 0,10-3 0 0 0,-13 3 7 0 0,1 1 0 0 0,-1-1-1 0 0,0 0 1 0 0,1 1-1 0 0,-1-1 1 0 0,0 0-1 0 0,0 0 1 0 0,0-1-1 0 0,0 1 1 0 0,-1 0 0 0 0,4-5-1 0 0,11-32 78 0 0,-2 3-215 0 0,-3 19 176 0 0,0 2 0 0 0,1-1-1 0 0,24-22 1 0 0,-19 20-60 0 0,23-30 0 0 0,-35 41 2 0 0,-1 0 0 0 0,0 0 0 0 0,0 0 0 0 0,-1 0 0 0 0,0 0 0 0 0,0-1 0 0 0,-1 1 0 0 0,3-16 0 0 0,-3 8 15 0 0,0 1 0 0 0,-1-1 0 0 0,-1 0 0 0 0,0 0 0 0 0,-1 0 0 0 0,-3-15 0 0 0,1 2 39 0 0,3 24-34 0 0,0 0 0 0 0,0-1 0 0 0,-1 1 0 0 0,1 0 0 0 0,-1 0 0 0 0,0-1 0 0 0,0 1 0 0 0,-1 0 0 0 0,1 0 0 0 0,-1 0 0 0 0,0 0 0 0 0,0 1-1 0 0,-4-7 1 0 0,6 10-7 0 0,0 0 0 0 0,0-1 0 0 0,0 1 0 0 0,0 0 0 0 0,0 0 0 0 0,-1 0 0 0 0,1 0 0 0 0,0 0 0 0 0,0 0 0 0 0,0 0 0 0 0,0 0 0 0 0,0 0 0 0 0,0 0 0 0 0,0-1 0 0 0,0 1 0 0 0,-1 0 0 0 0,1 0 0 0 0,0 0 0 0 0,0 0 0 0 0,0 0 0 0 0,0 0 0 0 0,0 0 0 0 0,0 0 0 0 0,-1 0 0 0 0,1 0 0 0 0,0 0 0 0 0,0 0 0 0 0,0 0 0 0 0,0 0 0 0 0,0 0 0 0 0,0 0 0 0 0,-1 0 0 0 0,1 0 0 0 0,0 0 0 0 0,0 1 0 0 0,0-1 0 0 0,0 0 0 0 0,0 0 0 0 0,0 0 0 0 0,0 0 0 0 0,-1 0 0 0 0,1 0 0 0 0,0 0 0 0 0,0 0 0 0 0,0 0 0 0 0,0 1 0 0 0,-3 7 0 0 0,3 11 0 0 0,0-16 0 0 0,1 0 0 0 0,-1 0 0 0 0,1 0 0 0 0,-1 0 0 0 0,1 0 0 0 0,0 0 0 0 0,0 0 0 0 0,1 0 0 0 0,-1 0 0 0 0,0-1 0 0 0,1 1 0 0 0,0 0 0 0 0,0-1 0 0 0,-1 1 0 0 0,1-1 0 0 0,1 0 0 0 0,-1 0 0 0 0,0 0 0 0 0,3 2 0 0 0,22 5 0 0 0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7:24.83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28 129 3223 0 0,'-3'-16'-136'0'0,"3"14"391"0"0,-1 1 0 0 0,1-1-1 0 0,0 1 1 0 0,0-1 0 0 0,-1 1-1 0 0,1-1 1 0 0,0 1 0 0 0,0-1-1 0 0,0 1 1 0 0,1-1 0 0 0,-1 1-1 0 0,1-3 1 0 0,-1 4-164 0 0,1 0-1 0 0,-1-1 1 0 0,1 1 0 0 0,-1 0-1 0 0,1 0 1 0 0,-1 0 0 0 0,1 0-1 0 0,-1 0 1 0 0,1 0-1 0 0,0-1 1 0 0,-1 1 0 0 0,1 0-1 0 0,-1 1 1 0 0,1-1 0 0 0,-1 0-1 0 0,1 0 1 0 0,0 0 0 0 0,-1 0-1 0 0,1 0 1 0 0,0 1 0 0 0,15 4 555 0 0,-14-4-487 0 0,146 44 2699 0 0,-141-43-2842 0 0,1 0 1 0 0,0 0-1 0 0,0-1 1 0 0,0 0-1 0 0,0-1 1 0 0,0 0-1 0 0,0 0 1 0 0,0-1-1 0 0,0 0 1 0 0,0 0-1 0 0,0 0 1 0 0,0-1-1 0 0,-1-1 1 0 0,1 1-1 0 0,11-7 0 0 0,-9 4-15 0 0,0 0 0 0 0,-1-1 0 0 0,0 0 0 0 0,0-1 0 0 0,0 0 0 0 0,-1 0 0 0 0,0-1 0 0 0,0 0 0 0 0,-1-1 0 0 0,10-14 0 0 0,-14 18 10 0 0,7-12 37 0 0,-9 16-47 0 0,-1 1-1 0 0,0-1 0 0 0,1 1 0 0 0,-1-1 0 0 0,0 1 0 0 0,0-1 1 0 0,0 0-1 0 0,0 1 0 0 0,0-1 0 0 0,0 1 0 0 0,0-1 1 0 0,0 0-1 0 0,0 1 0 0 0,0-1 0 0 0,0 1 0 0 0,0-1 1 0 0,0 0-1 0 0,0 1 0 0 0,0-1 0 0 0,0 1 0 0 0,-1-1 1 0 0,1 0-1 0 0,0 1 0 0 0,-1-1 0 0 0,0 0 0 0 0,1 1 0 0 0,-1 0 0 0 0,1 0 0 0 0,-1 0 0 0 0,0 0 0 0 0,1 0 0 0 0,-1 0 0 0 0,1 0 0 0 0,-1 0 0 0 0,0 0 0 0 0,1 0 0 0 0,-1 0 0 0 0,1 1 0 0 0,-1-1 0 0 0,1 0 0 0 0,-1 0 0 0 0,1 1 0 0 0,-1-1 0 0 0,1 0 0 0 0,-1 1 0 0 0,1-1 0 0 0,-1 1 0 0 0,-12 9 0 0 0,8-4-3 0 0,0 0-1 0 0,0 0 1 0 0,1 1-1 0 0,0 0 1 0 0,1-1-1 0 0,-1 2 1 0 0,1-1-1 0 0,0 0 1 0 0,-2 11-1 0 0,1-7-25 0 0,2-4 30 0 0,-1-2-1 0 0,0 1 0 0 0,-1 0 0 0 0,1-1 1 0 0,-1 1-1 0 0,0-1 0 0 0,-1 0 1 0 0,1 0-1 0 0,-1-1 0 0 0,0 1 0 0 0,0-1 1 0 0,0 0-1 0 0,-1-1 0 0 0,1 1 1 0 0,-1-1-1 0 0,-8 4 0 0 0,-2-1 10 0 0,1 0 0 0 0,-1 0 0 0 0,0-2 0 0 0,-1 0-1 0 0,-21 2 1 0 0,19-4 17 0 0,1 0-1 0 0,-36-3 0 0 0,48 0-9 0 0,0 1 0 0 0,1-1-1 0 0,-1 0 1 0 0,1-1 0 0 0,-1 1-1 0 0,1-1 1 0 0,-1 0 0 0 0,1-1-1 0 0,0 1 1 0 0,0-1-1 0 0,0 0 1 0 0,0 0 0 0 0,-7-6-1 0 0,11 8-11 0 0,0 0 1 0 0,0 0-1 0 0,0 0 0 0 0,0-1 0 0 0,0 1 0 0 0,1 0 0 0 0,-1 0 0 0 0,0-1 0 0 0,1 1 0 0 0,-1-1 0 0 0,0 1 1 0 0,1 0-1 0 0,0-1 0 0 0,-1 1 0 0 0,1-1 0 0 0,0 1 0 0 0,0-1 0 0 0,0 1 0 0 0,0-1 0 0 0,0 1 0 0 0,0-1 0 0 0,0 1 1 0 0,0-1-1 0 0,1 1 0 0 0,-1-1 0 0 0,0 1 0 0 0,1-1 0 0 0,0-1 0 0 0,2-2-22 0 0,0 0 0 0 0,1 0 0 0 0,-1 1 0 0 0,1-1 1 0 0,0 1-1 0 0,4-4 0 0 0,-8 12 26 0 0,1-1 0 0 0,0 1 1 0 0,-1 0-1 0 0,1 0 0 0 0,1 0 1 0 0,-1-1-1 0 0,3 5 0 0 0,-4-8-9 0 0,2 4 0 0 0,0 0 0 0 0,0 0 0 0 0,1 0 0 0 0,-1-1 0 0 0,1 1 0 0 0,0-1 0 0 0,0 1 0 0 0,1-1 0 0 0,-1 0 0 0 0,1 0 0 0 0,-1-1 0 0 0,1 1 0 0 0,0-1 0 0 0,8 4 0 0 0,-1-1 0 0 0,1-1 0 0 0,0 0 0 0 0,23 4 0 0 0,-20-6 64 0 0,0 0 0 0 0,-1-1-1 0 0,1-1 1 0 0,0 0-1 0 0,0-1 1 0 0,0-1 0 0 0,-1 0-1 0 0,1-1 1 0 0,-1 0 0 0 0,19-7-1 0 0,-12 1 42 0 0,-1 0-1 0 0,0-1 1 0 0,-1-1 0 0 0,0-1-1 0 0,-1-1 1 0 0,20-18-1 0 0,-34 28-76 0 0,0 0 4 0 0,1-1-1 0 0,-1 1 0 0 0,-1-1 1 0 0,1 0-1 0 0,0 0 0 0 0,-1 0 1 0 0,0 0-1 0 0,0-1 0 0 0,4-7 1 0 0,-7 11-28 0 0,0 1 0 0 0,0 0 0 0 0,1 0 0 0 0,-1-1 0 0 0,0 1 0 0 0,0 0 0 0 0,0 0 0 0 0,0-1 0 0 0,0 1 0 0 0,0 0 0 0 0,0-1 0 0 0,0 1 0 0 0,0 0 0 0 0,0-1 0 0 0,0 1 1 0 0,0 0-1 0 0,0 0 0 0 0,0-1 0 0 0,0 1 0 0 0,0 0 0 0 0,0-1 0 0 0,-1 1 0 0 0,1 0 0 0 0,0 0 0 0 0,0-1 0 0 0,0 1 0 0 0,0 0 0 0 0,0 0 0 0 0,-1-1 0 0 0,1 1 0 0 0,0 0 0 0 0,0 0 1 0 0,-1 0-1 0 0,1-1 0 0 0,0 1 0 0 0,0 0 0 0 0,-1 0 0 0 0,1 0 0 0 0,-16 0 22 0 0,-14 9-40 0 0,14-1 14 0 0,1 1 0 0 0,0 1 0 0 0,0 0 0 0 0,-19 18 0 0 0,17-15 0 0 0,0 0 0 0 0,-31 19 0 0 0,27-22 5 0 0,0 0 0 0 0,0-2-1 0 0,-27 8 1 0 0,39-14-2 0 0,1 0 0 0 0,-1 0 0 0 0,0-1 0 0 0,1 0-1 0 0,-1 0 1 0 0,0-1 0 0 0,1 0 0 0 0,-1-1 0 0 0,0 0 0 0 0,1-1 0 0 0,-15-3 0 0 0,19 3-1 0 0,1 1 0 0 0,-1-1 1 0 0,1 0-1 0 0,0 0 1 0 0,-1-1-1 0 0,1 1 0 0 0,0-1 1 0 0,1 1-1 0 0,-1-1 0 0 0,0 0 1 0 0,1 0-1 0 0,0 0 1 0 0,-1-1-1 0 0,1 1 0 0 0,0 0 1 0 0,1-1-1 0 0,-1 1 1 0 0,-1-8-1 0 0,1 6 0 0 0,0-1 0 0 0,1 1 1 0 0,0-1-1 0 0,1 0 0 0 0,-1 1 0 0 0,1-1 1 0 0,0 0-1 0 0,0 0 0 0 0,1 1 1 0 0,0-1-1 0 0,0 0 0 0 0,2-6 0 0 0,-2 11-2 0 0,0 3 0 0 0,1 18 0 0 0,-2-14-4 0 0,1 0-1 0 0,0 0 1 0 0,0 0-1 0 0,1 0 1 0 0,-1 0-1 0 0,1-1 1 0 0,1 1-1 0 0,-1 0 1 0 0,1-1-1 0 0,0 1 1 0 0,0-1-1 0 0,0 0 1 0 0,1 0-1 0 0,0 0 1 0 0,6 5-1 0 0,-4-4 5 0 0,1-2 0 0 0,0 1 0 0 0,0-1 0 0 0,0 0 0 0 0,1 0 0 0 0,-1-1 0 0 0,1 0 0 0 0,0 0 0 0 0,0-1 0 0 0,0 0 0 0 0,16 2 0 0 0,1-3 0 0 0,1 0 0 0 0,38-5 0 0 0,-59 3 0 0 0,3 1-985 0 0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7:28.31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33 0 1551 0 0,'-5'14'136'0'0,"0"-2"-136"0"0,1-5 0 0 0,3-4 0 0 0,1 0 0 0 0,-4 4 0 0 0,-1 7 0 0 0,-3 6 0 0 0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7:40.46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5 16 1607 0 0,'-2'-7'152'0'0,"2"7"-149"0"0,0 0-1 0 0,0-1 1 0 0,0 1-1 0 0,0-1 1 0 0,0 1-1 0 0,0 0 1 0 0,0-1-1 0 0,0 1 1 0 0,0 0-1 0 0,0-1 1 0 0,0 1-1 0 0,0 0 1 0 0,0-1-1 0 0,-1 1 1 0 0,1 0-1 0 0,0-1 1 0 0,0 1-1 0 0,0 0 1 0 0,0-1-1 0 0,-1 1 1 0 0,1 0-1 0 0,-1-1 1 0 0,1 1 42 0 0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7:47.08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51 3 2191 0 0,'0'0'4'0'0,"-1"0"-1"0"0,0-1 0 0 0,1 1 0 0 0,-1 0 1 0 0,1-1-1 0 0,-1 1 0 0 0,0 0 0 0 0,1 0 1 0 0,-1 0-1 0 0,0-1 0 0 0,1 1 0 0 0,-1 0 0 0 0,0 0 1 0 0,1 0-1 0 0,-1 0 0 0 0,0 0 0 0 0,1 0 1 0 0,-1 1-1 0 0,0-1 0 0 0,1 0 0 0 0,-1 0 1 0 0,0 0-1 0 0,1 1 0 0 0,-1-1 0 0 0,0 1 0 0 0,-1 0 3 0 0,0 0 0 0 0,1 0 0 0 0,-1 1 0 0 0,1-1 0 0 0,0 1 0 0 0,-1-1 0 0 0,1 1 0 0 0,0-1 0 0 0,-1 3 0 0 0,-1 1 1 0 0,1-1 0 0 0,0 1 0 0 0,0 0 0 0 0,0 0 0 0 0,1 1 0 0 0,-2 6-1 0 0,2-3-6 0 0,0-4 0 0 0,0 0 0 0 0,1 1 0 0 0,-1-1 0 0 0,1 0 0 0 0,1 1 0 0 0,-1-1 0 0 0,3 10 0 0 0,0-6 0 0 0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7:48.06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1 1783 0 0,'10'6'11719'0'0,"4"0"-6251"0"0,4 2-986 0 0,0 2-1410 0 0,-3-1-4295 0 0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7:48.22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109 1 1663 0 0,'-13'8'152'0'0,"6"-5"-152"0"0,2 1 0 0 0,1-1 0 0 0,1 1 0 0 0,-1-3 0 0 0,3 1 0 0 0,-6 1 0 0 0,-3 4 0 0 0,-6 2 0 0 0,-4-1 64 0 0,1 1-64 0 0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7:50.469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6 0 10983 0 0,'-4'21'12546'0'0,"2"1"-6146"0"0,3 9-4557 0 0,1-17-3086 0 0,1 0 0 0 0,8 27 0 0 0,-8-54-6610 0 0,-2 1 5459 0 0,-1 6 3304 0 0,-2-12 3422 0 0,2 6-476 0 0,4 2-4650 0 0,0 5-1384 0 0,0-5 4161 0 0,-3 5-2969 0 0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7:50.73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3 2903 0 0,'20'-2'162'0'0,"-17"2"-127"0"0,1 0 1 0 0,-1-1-1 0 0,1 1 0 0 0,-1 0 1 0 0,1 1-1 0 0,-1-1 1 0 0,1 1-1 0 0,4 1 0 0 0,7-2 4081 0 0,-8-1-1840 0 0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7:51.043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74 191 3807 0 0,'-1'-15'589'0'0,"-4"-27"-1"0"0,3 28 61 0 0,-2-25-1 0 0,4 30-487 0 0,-1-29 965 0 0,1 36-1069 0 0,0-1 0 0 0,0 1 1 0 0,-1 0-1 0 0,1-1 0 0 0,-1 1 0 0 0,0 0 0 0 0,0 0 1 0 0,1-1-1 0 0,-1 1 0 0 0,-1 0 0 0 0,1 0 0 0 0,-2-2 0 0 0,3 3-57 0 0,0 1 0 0 0,-1 0-1 0 0,1 0 1 0 0,0-1 0 0 0,0 1-1 0 0,-1 0 1 0 0,1 0 0 0 0,0 0-1 0 0,-1 0 1 0 0,1-1 0 0 0,0 1 0 0 0,0 0-1 0 0,-1 0 1 0 0,1 0 0 0 0,0 0-1 0 0,-1 0 1 0 0,1 0 0 0 0,0 0-1 0 0,-1 0 1 0 0,1 0 0 0 0,0 0-1 0 0,-1 0 1 0 0,1 0 0 0 0,0 0-1 0 0,-1 0 1 0 0,1 0 0 0 0,0 1-1 0 0,-1-1 1 0 0,1 0 0 0 0,-1 0-1 0 0,-8 10-21 0 0,-4 14-10 0 0,10-16-393 0 0,1 0 0 0 0,-4 16-1 0 0,3-11-602 0 0,0 3-1532 0 0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7:54.296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1 132 1583 0 0,'2'-6'378'0'0,"1"-1"0"0"0,1 1 0 0 0,-1 0 0 0 0,1 0 0 0 0,0 0 0 0 0,7-7 0 0 0,-7 9 169 0 0,0-1 1 0 0,-1 0 0 0 0,1 0-1 0 0,-1-1 1 0 0,0 1 0 0 0,0-1 0 0 0,0 1-1 0 0,1-8 1 0 0,-4-4 2152 0 0,-1 9-1211 0 0,1 8-1460 0 0,0 0 1 0 0,0 0-1 0 0,0 0 0 0 0,0-1 1 0 0,0 1-1 0 0,0 0 1 0 0,0 0-1 0 0,0 0 1 0 0,0 0-1 0 0,0 0 1 0 0,0 0-1 0 0,0 0 0 0 0,0 0 1 0 0,-1 0-1 0 0,1 0 1 0 0,0 0-1 0 0,0 0 1 0 0,0-1-1 0 0,0 1 0 0 0,0 0 1 0 0,0 0-1 0 0,0 0 1 0 0,0 0-1 0 0,0 0 1 0 0,0 0-1 0 0,0 0 1 0 0,0 0-1 0 0,0 0 0 0 0,0 0 1 0 0,0 0-1 0 0,-1 0 1 0 0,1 0-1 0 0,0 0 1 0 0,0 0-1 0 0,0 0 1 0 0,0 0-1 0 0,0 0 0 0 0,0 0 1 0 0,0 0-1 0 0,0 0 1 0 0,0 0-1 0 0,0 0 1 0 0,0 0-1 0 0,-1 0 0 0 0,1 0 1 0 0,0 0-1 0 0,0 0 1 0 0,0 0-1 0 0,0 0 1 0 0,0 0-1 0 0,0 0 1 0 0,0 0-1 0 0,0 0 0 0 0,0 0 1 0 0,0 0-1 0 0,-1 2 30 0 0,0 0 0 0 0,0 0 1 0 0,0 0-1 0 0,1 0 0 0 0,-1 1 0 0 0,1-1 0 0 0,0 0 0 0 0,-1 0 0 0 0,1 0 0 0 0,0 0 0 0 0,0 0 0 0 0,1 0 0 0 0,-1 1 0 0 0,0-1 1 0 0,1 3-1 0 0,1 8 119 0 0,-1 2-149 0 0,1 1-1 0 0,1 0 1 0 0,1 0 0 0 0,0-1-1 0 0,1 0 1 0 0,11 24-1 0 0,3 12 34 0 0,-16-43-53 0 0,-3-6-9 0 0,0 0 0 0 0,1 0 1 0 0,0 0-1 0 0,-1 0 0 0 0,1 0 0 0 0,0 0 0 0 0,0 0 0 0 0,0 0 0 0 0,0-1 0 0 0,0 1 0 0 0,0 0 0 0 0,2 1 0 0 0,-26-59 64 0 0,16 34-37 0 0,-7-38 0 0 0,10 41 486 0 0,0-1 0 0 0,-13-34-1 0 0,10 29 291 0 0,7 25-734 0 0,2 14-77 0 0,2 26 8 0 0,-2-20 0 0 0,0 0 0 0 0,1 0 0 0 0,1-1 0 0 0,9 28 0 0 0,8 11-1862 0 0,-18-43-4276 0 0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7:55.676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41 455 0 0,'1'-41'5374'0'0,"-1"41"-5244"0"0,1 0-228 0 0,-1 0 42 0 0,1 0 0 0 0,-1 0 0 0 0,0 0 0 0 0,0 0 0 0 0,1 1-1 0 0,-1-1 1 0 0,0 0 0 0 0,0 0 0 0 0,1 0 0 0 0,-1 0 0 0 0,0 0 0 0 0,1 1 0 0 0,-1-1-1 0 0,0 0 1 0 0,0 0 0 0 0,0 0 0 0 0,1 1 0 0 0,-1-1 0 0 0,0 0 0 0 0,0 0 0 0 0,0 1 0 0 0,0-1-1 0 0,1 0 1 0 0,-1 0 0 0 0,0 1 0 0 0,0-1 0 0 0,0 0 0 0 0,0 1 0 0 0,0-1 0 0 0,0 0-1 0 0,0 1 1 0 0,0-1 0 0 0,0 0 0 0 0,0 0 0 0 0,0 1 0 0 0,0-1 0 0 0,10 38 194 0 0,-2 1 0 0 0,5 58 1 0 0,-10-76-156 0 0,8 98 12 0 0,-8-62 876 0 0,4 0 0 0 0,18 77 0 0 0,-24-125-540 0 0,1-1 0 0 0,-1 0 0 0 0,0 18 0 0 0,-4-31 687 0 0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7:57.98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2 2879 0 0,'24'-1'799'0'0,"-19"1"-729"0"0,0-1 0 0 0,0 1 1 0 0,0 0-1 0 0,-1 1 0 0 0,9 0 0 0 0,-12 0-90 0 0,-1-1 0 0 0,1 1-1 0 0,0-1 1 0 0,-1 0-1 0 0,1 1 1 0 0,-1-1 0 0 0,1 1-1 0 0,-1 0 1 0 0,0-1-1 0 0,1 1 1 0 0,-1-1 0 0 0,0 1-1 0 0,1-1 1 0 0,-1 1-1 0 0,0 0 1 0 0,0-1 0 0 0,1 1-1 0 0,-1 0 1 0 0,0-1 0 0 0,0 1-1 0 0,0 0 1 0 0,0-1-1 0 0,0 1 1 0 0,0 0 0 0 0,0 0-1 0 0,0 0 79 0 0,0 0 0 0 0,0-1 0 0 0,0 1 0 0 0,0 0 0 0 0,0-1 0 0 0,0 1 0 0 0,0-1 0 0 0,0 1 0 0 0,0 0 0 0 0,0-1 0 0 0,1 1 0 0 0,-1 0 0 0 0,0-1-1 0 0,0 1 1 0 0,1-1 0 0 0,-1 1 0 0 0,0 0 0 0 0,1-1 0 0 0,-1 1 0 0 0,0-1 0 0 0,1 1 0 0 0,-1-1 0 0 0,1 1 0 0 0,-1-1 0 0 0,1 0 0 0 0,-1 1 0 0 0,1-1 0 0 0,-1 0 0 0 0,1 1 0 0 0,0-1 0 0 0,-1 0 0 0 0,1 1 0 0 0,0-1 0 0 0,-1 0-1 0 0,2 0 1 0 0,-7 2 49 0 0,-12 3-86 0 0,17-5 5 0 0,0 0-1 0 0,-1 0 1 0 0,1 1-1 0 0,0-1 1 0 0,-1 0-1 0 0,1 0 0 0 0,0 0 1 0 0,-1 0-1 0 0,1 0 1 0 0,0 0-1 0 0,-1 0 1 0 0,1 0-1 0 0,0 0 0 0 0,-1 0 1 0 0,1 0-1 0 0,0 0 1 0 0,-1 0-1 0 0,1 0 1 0 0,0 0-1 0 0,0 0 0 0 0,-1-1 1 0 0,1 1-1 0 0,0 0 1 0 0,-1 0-1 0 0,1 0 1 0 0,0 0-1 0 0,0-1 0 0 0,-1 1 1 0 0,1 0-1 0 0,0 0 1 0 0,0 0-1 0 0,-1-1 1 0 0,1 1-1 0 0,0-1 0 0 0,-4-1 2145 0 0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7:58.509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36 1 455 0 0,'0'-1'64'0'0,"-8"3"528"0"0,3 0-557 0 0,3-1-17 0 0,0-1-1 0 0,-1 1 1 0 0,1 0-1 0 0,0 0 1 0 0,0 0-1 0 0,0 1 1 0 0,-2 1-1 0 0,0-1 48 0 0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7:59.84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56 35 1375 0 0,'-10'-5'12042'0'0,"11"1"-11858"0"0,-1 3-122 0 0,1-1 1 0 0,-1 1-1 0 0,1-1 0 0 0,-1 1 1 0 0,1-1-1 0 0,-1 1 0 0 0,1-1 0 0 0,0 1 1 0 0,0 0-1 0 0,0 0 0 0 0,0-1 0 0 0,0 1 1 0 0,0 0-1 0 0,1-1 0 0 0,7-2 1523 0 0,-6 7-35 0 0,-3 12-91 0 0,0-12-1861 0 0,0-1 422 0 0,-1-1-1 0 0,1 1 1 0 0,-1 0 0 0 0,1-1-1 0 0,-1 1 1 0 0,1 0-1 0 0,-1-1 1 0 0,0 1 0 0 0,0-1-1 0 0,0 0 1 0 0,0 1-1 0 0,0-1 1 0 0,0 1 0 0 0,-2 0-1 0 0,-3 6 7 0 0,3-4-17 0 0,0 0-1 0 0,0 0 1 0 0,-1-1 0 0 0,-6 7-1 0 0,7-8-6 0 0,0 0 0 0 0,0 1 0 0 0,1-1 1 0 0,-1 1-1 0 0,1 0 0 0 0,-1 0 0 0 0,1 0 0 0 0,0 0 0 0 0,-2 5 0 0 0,3-7-2 0 0,1 2 0 0 0,0-3 0 0 0,1 1 0 0 0,-1-1 0 0 0,1 0 0 0 0,-1 0 0 0 0,1 0 0 0 0,-1 0 0 0 0,1 0 0 0 0,-1 0 0 0 0,1 0 0 0 0,-1 1 0 0 0,1-1 0 0 0,-1-1 0 0 0,1 1 0 0 0,-1 0 0 0 0,1 0 0 0 0,-1 0 0 0 0,0 0 0 0 0,1 0 0 0 0,-1 0 0 0 0,2-1 0 0 0,152-45 75 0 0,139-13 2106 0 0,-282 57-2171 0 0,1 0 0 0 0,0 1 0 0 0,-1 0 0 0 0,1 1 0 0 0,0 1 0 0 0,-1 0 0 0 0,15 3 0 0 0,-26-4-11 0 0,0 0 0 0 0,0 0 0 0 0,0 0 0 0 0,0 0-1 0 0,0 0 1 0 0,0 0 0 0 0,0 0 0 0 0,0 0 0 0 0,0 0 0 0 0,0 0 0 0 0,0 0-1 0 0,0 0 1 0 0,0 0 0 0 0,0 0 0 0 0,0 1 0 0 0,0-1 0 0 0,0 0 0 0 0,0 0-1 0 0,0 0 1 0 0,0 0 0 0 0,0 0 0 0 0,0 0 0 0 0,0 0 0 0 0,0 0 0 0 0,0 0-1 0 0,0 0 1 0 0,0 0 0 0 0,0 0 0 0 0,0 0 0 0 0,0 0 0 0 0,0 0 0 0 0,0 1-1 0 0,0-1 1 0 0,0 0 0 0 0,0 0 0 0 0,0 0 0 0 0,0 0 0 0 0,0 0 0 0 0,0 0-1 0 0,0 0 1 0 0,0 0 0 0 0,0 0 0 0 0,0 0 0 0 0,0 0 0 0 0,0 0 0 0 0,0 0-1 0 0,0 0 1 0 0,0 0 0 0 0,0 0 0 0 0,1 0 0 0 0,-1 0 0 0 0,0 0 0 0 0,0 0-1 0 0,0 0 1 0 0,0 0 0 0 0,0 0 0 0 0,0 0 0 0 0,0 0 0 0 0,0 0 0 0 0,0 0-1 0 0,0 0 1 0 0,0 0 0 0 0,0 0 0 0 0,0 0 0 0 0,0 0 0 0 0,0 0-1 0 0,1 0 1 0 0,-1 0 0 0 0,-7 2 119 0 0,-7-1-1997 0 0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8:00.18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22 30 2303 0 0,'-4'-3'-245'0'0,"-12"-13"5262"0"0,16 16-4706 0 0,0 0 0 0 0,0-1-1 0 0,0 1 1 0 0,-1-1 0 0 0,1 1 0 0 0,0 0-1 0 0,0-1 1 0 0,0 1 0 0 0,0-1 0 0 0,0 1-1 0 0,0 0 1 0 0,0-1 0 0 0,0 1 0 0 0,0-1-1 0 0,0 1 1 0 0,0-1 0 0 0,0 0 0 0 0,10-2 4440 0 0,11 5-3038 0 0,-14-1-921 0 0,21 2-280 0 0,68 8 489 0 0,-85-8-935 0 0,1 0-1 0 0,0 0 1 0 0,0 1-1 0 0,-1 1 1 0 0,21 11-1 0 0,-27-14-19 0 0,-1 1-1 0 0,0 0 0 0 0,0-1 1 0 0,0 2-1 0 0,0-1 0 0 0,4 5 1 0 0,-7-7-44 0 0,0 0 0 0 0,-1 0 0 0 0,1 0 0 0 0,-1 1 0 0 0,1-1 0 0 0,-1 0 0 0 0,1 0 0 0 0,-1 0 0 0 0,0 0 1 0 0,1 1-1 0 0,-1-1 0 0 0,0 0 0 0 0,0 0 0 0 0,0 1 0 0 0,0-1 0 0 0,0 0 0 0 0,0 0 0 0 0,0 0 0 0 0,0 1 0 0 0,-1-1 0 0 0,1 0 0 0 0,-1 0 1 0 0,1 0-1 0 0,0 1 0 0 0,-1-1 0 0 0,0 0 0 0 0,1 0 0 0 0,-1 0 0 0 0,0 0 0 0 0,1 0 0 0 0,-2 1 0 0 0,-5 6-22 0 0,0-1 0 0 0,0 0 1 0 0,0 0-1 0 0,-1-1 0 0 0,-13 9 0 0 0,-47 23 615 0 0,44-26-3892 0 0,-29 20 0 0 0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8:00.64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118 75 455 0 0,'10'-21'739'0'0,"-1"8"3482"0"0,-7 9-3209 0 0,0 1-1 0 0,-1 0 1 0 0,1-1 0 0 0,-1 1-1 0 0,0-1 1 0 0,0 1-1 0 0,0-1 1 0 0,1-5-1 0 0,-2 9-954 0 0,0 0 0 0 0,0 0 0 0 0,0-1 0 0 0,0 1-1 0 0,0 0 1 0 0,0 0 0 0 0,0 0 0 0 0,0 0 0 0 0,0 0 0 0 0,0 0-1 0 0,0-1 1 0 0,0 1 0 0 0,-1 0 0 0 0,1 0 0 0 0,0 0 0 0 0,0 0-1 0 0,0 0 1 0 0,0 0 0 0 0,0 0 0 0 0,0-1 0 0 0,0 1 0 0 0,0 0-1 0 0,0 0 1 0 0,0 0 0 0 0,-1 0 0 0 0,1 0 0 0 0,0 0-1 0 0,0 0 1 0 0,0 0 0 0 0,0 0 0 0 0,0 0 0 0 0,0 0 0 0 0,-1 0-1 0 0,1 0 1 0 0,0 0 0 0 0,0 0 0 0 0,0 0 0 0 0,0 0 0 0 0,0 0-1 0 0,-1 0 1 0 0,-7 2 1079 0 0,-5 6-327 0 0,8-4-670 0 0,-7 6-18 0 0,0 0 0 0 0,1 1 0 0 0,0 1 0 0 0,1 0 0 0 0,-13 19 0 0 0,16-20-3 0 0,1 0-1 0 0,0 1 1 0 0,1 0 0 0 0,-6 22-1 0 0,9-30 4 0 0,1-1-1 0 0,1 1 1 0 0,-1 0-1 0 0,0 0 1 0 0,1 0-1 0 0,0 0 1 0 0,0 0-1 0 0,0 0 1 0 0,0 0-1 0 0,1 0 1 0 0,-1 0 0 0 0,1 0-1 0 0,0 0 1 0 0,0 0-1 0 0,1-1 1 0 0,-1 1-1 0 0,1 0 1 0 0,0-1-1 0 0,4 7 1 0 0,-4-8-89 0 0,0 0 0 0 0,0-1 0 0 0,0 1 0 0 0,0 0-1 0 0,0-1 1 0 0,1 0 0 0 0,-1 1 0 0 0,1-1 0 0 0,-1 0 0 0 0,1 0 0 0 0,-1-1 0 0 0,5 2 0 0 0,36 3 503 0 0,-20-3-408 0 0,-19-1-136 0 0,-1-1 1 0 0,1 1-1 0 0,-1 0 0 0 0,1 0 1 0 0,5 3-1 0 0,-8-4 6 0 0,0 1 0 0 0,-1-1 0 0 0,1 1 0 0 0,0-1 0 0 0,0 1-1 0 0,0-1 1 0 0,-1 1 0 0 0,1 0 0 0 0,0 0 0 0 0,-1-1 0 0 0,1 1 0 0 0,-1 0 0 0 0,1 0 0 0 0,-1 0-1 0 0,1 0 1 0 0,-1 0 0 0 0,0 0 0 0 0,1-1 0 0 0,-1 1 0 0 0,0 0 0 0 0,0 0 0 0 0,0 0 0 0 0,1 0-1 0 0,-1 0 1 0 0,0 0 0 0 0,0 2 0 0 0,-4 14-61 0 0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8:02.01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1 131 3223 0 0,'0'0'240'0'0,"1"-2"283"0"0,0 1 0 0 0,0-1-1 0 0,0 1 1 0 0,0 0 0 0 0,1 0-1 0 0,-1 0 1 0 0,0 0 0 0 0,1 0-1 0 0,-1 0 1 0 0,1 0 0 0 0,2-1-1 0 0,-3 1 32 0 0,3-1 441 0 0,1 0 0 0 0,0 0 0 0 0,1 0 0 0 0,5-2 0 0 0,43-4 1502 0 0,-27 5-1901 0 0,321-65 851 0 0,-285 54-1156 0 0,-52 11-245 0 0,0 1-1 0 0,1 0 0 0 0,-1 1 1 0 0,0 0-1 0 0,1 1 0 0 0,11 1 1 0 0,-23-1-47 0 0,0 0 1 0 0,0 0 0 0 0,0 0 0 0 0,0 0-1 0 0,1 0 1 0 0,-1 0 0 0 0,0 0 0 0 0,0 0-1 0 0,0 0 1 0 0,0 0 0 0 0,1 0 0 0 0,-1 0-1 0 0,0 0 1 0 0,0 0 0 0 0,0 0 0 0 0,0 0-1 0 0,0 1 1 0 0,1-1 0 0 0,-1 0 0 0 0,0 0-1 0 0,0 0 1 0 0,0 0 0 0 0,0 0 0 0 0,0 0-1 0 0,0 1 1 0 0,1-1 0 0 0,-1 0 0 0 0,0 0-1 0 0,0 0 1 0 0,0 0 0 0 0,0 0 0 0 0,0 1-1 0 0,0-1 1 0 0,0 0 0 0 0,0 0 0 0 0,0 0-1 0 0,0 1 1 0 0,-4 5-62 0 0,-11 6-670 0 0,-4-2-699 0 0,-1 0 1 0 0,0-1 0 0 0,-36 11 0 0 0,-66 12-2287 0 0,120-32 3689 0 0,-44 10-907 0 0,0-3-1 0 0,-1-1 0 0 0,-48-1 1 0 0,92-5 950 0 0,-4 0 141 0 0,0 0-1 0 0,0 0 1 0 0,0-1 0 0 0,1 0-1 0 0,-1 0 1 0 0,0 0-1 0 0,-10-4 1 0 0,17 5-52 0 0,-1 0 1 0 0,1-1-1 0 0,0 1 1 0 0,-1 0 0 0 0,1 0-1 0 0,0 0 1 0 0,0 0-1 0 0,-1 0 1 0 0,1 0-1 0 0,0-1 1 0 0,0 1 0 0 0,-1 0-1 0 0,1 0 1 0 0,0 0-1 0 0,0-1 1 0 0,0 1-1 0 0,-1 0 1 0 0,1 0 0 0 0,0-1-1 0 0,0 1 1 0 0,0 0-1 0 0,0-1 1 0 0,0 1-1 0 0,0 0 1 0 0,-1 0 0 0 0,1-1-1 0 0,0 1 1 0 0,0 0-1 0 0,0-1 1 0 0,0 1 0 0 0,0 0-1 0 0,0 0 1 0 0,0-1-1 0 0,0 1 1 0 0,0-1-1 0 0,10-8 2712 0 0,14-2-283 0 0,15 2-1824 0 0,0 1 0 0 0,1 2 0 0 0,54-1 0 0 0,-17 2-402 0 0,-58 3-226 0 0,24-3 311 0 0,77 3 0 0 0,-118 2-380 0 0,0 0 0 0 0,0 1 0 0 0,-1-1 0 0 0,1 0 0 0 0,0 1 0 0 0,0 0 0 0 0,0-1 0 0 0,2 2 0 0 0,-4-2-9 0 0,1 1 0 0 0,-1-1 0 0 0,0 0 0 0 0,0 0 0 0 0,1 0 0 0 0,-1 1 0 0 0,0-1 0 0 0,0 0 0 0 0,0 0 0 0 0,1 0 0 0 0,-1 1 0 0 0,0-1 0 0 0,0 0 0 0 0,0 0 0 0 0,0 1 0 0 0,0-1 0 0 0,0 0 0 0 0,1 1 0 0 0,-1-1 0 0 0,0 0 0 0 0,0 0 0 0 0,0 1 0 0 0,0-1 0 0 0,0 1-2 0 0,-1 0-1 0 0,1-1 0 0 0,0 1 1 0 0,0 0-1 0 0,-1-1 0 0 0,1 1 1 0 0,0-1-1 0 0,-1 1 0 0 0,1 0 1 0 0,0-1-1 0 0,-1 1 0 0 0,1-1 1 0 0,-1 1-1 0 0,0 0 0 0 0,-10 7-1396 0 0,-3 2-5584 0 0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8:09.04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603 145 3223 0 0,'1'-5'29'0'0,"42"-134"1726"0"0,-82 186-1709 0 0,13-16-28 0 0,-32 42-14 0 0,13-16 52 0 0,-63 63-1 0 0,52-67 3 0 0,-80 79 148 0 0,106-98-167 0 0,0 0 0 0 0,-28 45 0 0 0,49-65-39 0 0,1 1 0 0 0,0 0 0 0 0,1 1 0 0 0,0 0 0 0 0,-7 31 0 0 0,11-37 0 0 0,1 0 0 0 0,1 1 0 0 0,0-1 0 0 0,0 1 0 0 0,1-1 0 0 0,1 0 0 0 0,-1 1 0 0 0,2-1 0 0 0,-1 1 0 0 0,6 16 0 0 0,-3-18 0 0 0,0-1 0 0 0,7 13 0 0 0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8:09.43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943 133 2303 0 0,'-2'-9'50'0'0,"-12"-32"136"0"0,13 38-215 0 0,0 1-1 0 0,0-1 1 0 0,-1 0 0 0 0,1 1 0 0 0,-1 0 0 0 0,0-1 0 0 0,0 1-1 0 0,0 0 1 0 0,0 0 0 0 0,0 0 0 0 0,-1 0 0 0 0,-3-2-1 0 0,-9-5 286 0 0,0 2-1 0 0,0 0 0 0 0,-1 1 1 0 0,0 0-1 0 0,0 2 0 0 0,-24-5 0 0 0,28 8-178 0 0,1 0 0 0 0,-1 0 0 0 0,0 1 0 0 0,1 1-1 0 0,-1 0 1 0 0,1 1 0 0 0,-1 0 0 0 0,1 1 0 0 0,0 0 0 0 0,-15 6-1 0 0,16-4-52 0 0,0 0-1 0 0,0 1 1 0 0,0 0-1 0 0,0 1 1 0 0,1 0-1 0 0,0 1 1 0 0,0 0-1 0 0,-9 11 1 0 0,-8 12 104 0 0,-22 37 0 0 0,6-9-68 0 0,-84 95-60 0 0,-55 76 0 0 0,163-202 0 0 0,2 1 0 0 0,0 1 0 0 0,-14 38 0 0 0,24-52 0 0 0,0 1 0 0 0,2 0 0 0 0,0 0 0 0 0,1 1 0 0 0,0-1 0 0 0,2 1 0 0 0,0 31 0 0 0,8-5 0 0 0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8:09.79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1132 57 919 0 0,'0'-1'51'0'0,"1"0"0"0"0,0 0-1 0 0,0 0 1 0 0,-1 0 0 0 0,1-1-1 0 0,-1 1 1 0 0,1 0-1 0 0,-1 0 1 0 0,0-1 0 0 0,1 1-1 0 0,-1 0 1 0 0,0-1-1 0 0,0 1 1 0 0,0 0 0 0 0,0-1-1 0 0,0 1 1 0 0,0 0 0 0 0,0-1-1 0 0,0 1 1 0 0,0 0-1 0 0,-1 0 1 0 0,1-1 0 0 0,-1 1-1 0 0,1 0 1 0 0,-1 0-1 0 0,1-1 1 0 0,-1 1 0 0 0,0 0-1 0 0,1 0 1 0 0,-1 0 0 0 0,0 0-1 0 0,0 0 1 0 0,0 0-1 0 0,0 0 1 0 0,0 0 0 0 0,0 0-1 0 0,0 1 1 0 0,0-1 0 0 0,-1 0-1 0 0,-2-1 109 0 0,1 0 0 0 0,0 1 1 0 0,-1 0-1 0 0,1 0 0 0 0,0 0 0 0 0,-1 0 0 0 0,1 0 1 0 0,-1 1-1 0 0,0 0 0 0 0,1-1 0 0 0,-1 1 0 0 0,1 1 1 0 0,-7 0-1 0 0,0 2-95 0 0,0 0 1 0 0,0 0-1 0 0,1 1 0 0 0,-1 1 1 0 0,1 0-1 0 0,0 0 1 0 0,0 1-1 0 0,-8 6 0 0 0,-62 60 433 0 0,63-57-475 0 0,-87 87-22 0 0,-64 60 0 0 0,43-53-193 0 0,-88 81-692 0 0,12 11 26 0 0,127-119 124 0 0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7:32.83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21 20 1351 0 0,'0'-4'74'0'0,"0"3"-71"0"0,0 0-1 0 0,0 1 0 0 0,0-1 1 0 0,0 0-1 0 0,0 0 1 0 0,0 0-1 0 0,0 0 1 0 0,0 1-1 0 0,0-1 1 0 0,0 0-1 0 0,1 0 0 0 0,-1 0 1 0 0,0 1-1 0 0,1-1 1 0 0,-1 0-1 0 0,0 0 1 0 0,1 1-1 0 0,0-2 0 0 0,-2 7-2 0 0,-1-1 0 0 0,0 0 0 0 0,0 0 0 0 0,0 0 0 0 0,-1 0 0 0 0,1 0 0 0 0,-6 6 0 0 0,6-8 0 0 0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7:33.28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37 1791 0 0,'3'-4'0'0'0,"-1"1"0"0"0,0 1 0 0 0,-1 2 0 0 0,-1-2 0 0 0,2 1 0 0 0,2-4 0 0 0,1-1 0 0 0,-4 1 0 0 0,3 2 0 0 0,-6 0 0 0 0,0 1 0 0 0,-1 2 0 0 0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7:33.563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 8 1463 0 0,'-2'-5'128'0'0,"2"3"-128"0"0,2 4 0 0 0,0-2 0 0 0,-2 1 0 0 0,1-1 0 0 0,1 2 0 0 0,0 1 0 0 0,-1 3 0 0 0,-9 19 64 0 0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7:33.766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85 11 2303 0 0,'-1'-5'200'0'0,"1"2"-200"0"0,0 1 0 0 0,-2 2 0 0 0,0 2 160 0 0,1-2-16 0 0,-3 0 0 0 0,-4 1 0 0 0,-6 1-144 0 0,-1 5 0 0 0,-4 1 0 0 0,0-3 0 0 0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7:41.94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132 120 27935 0 0,'-19'-39'1445'0'0,"-2"-5"-2552"0"0,19 41 984 0 0,0-1 0 0 0,0 1-1 0 0,-1 0 1 0 0,1 0 0 0 0,-1 0-1 0 0,0 1 1 0 0,0-1 0 0 0,1 1 0 0 0,-8-5-1 0 0,9 7 152 0 0,1-1 0 0 0,-1 1 0 0 0,0 0-1 0 0,0-1 1 0 0,0 1 0 0 0,0 0 0 0 0,0-1-1 0 0,0 1 1 0 0,0 0 0 0 0,0 0-1 0 0,0 0 1 0 0,0 0 0 0 0,0 0 0 0 0,0 0-1 0 0,0 0 1 0 0,0 0 0 0 0,0 1-1 0 0,0-1 1 0 0,0 0 0 0 0,0 0 0 0 0,-1 1-1 0 0,0 0 25 0 0,0 1 0 0 0,1-1 0 0 0,-1 0 0 0 0,0 0 0 0 0,1 1 0 0 0,-1-1 0 0 0,1 1 0 0 0,0 0 0 0 0,-3 3 0 0 0,2-1-27 0 0,-1 1 0 0 0,1-1 0 0 0,0 1 0 0 0,0 0 0 0 0,0 0 0 0 0,0 0 0 0 0,0 8 0 0 0,0 7-397 0 0,2 0 1 0 0,0 0 0 0 0,1 0-1 0 0,1 0 1 0 0,9 36 0 0 0,16 35-2850 0 0,-6-32-3017 0 0,-14-40-934 0 0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7:42.259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240 2 2191 0 0,'-24'-1'112'0'0,"20"0"1373"0"0,-1 2 1 0 0,1-1-1 0 0,-1 0 0 0 0,1 1 1 0 0,-1 0-1 0 0,1 0 0 0 0,-1 0 1 0 0,1 1-1 0 0,0-1 1 0 0,0 1-1 0 0,-4 3 0 0 0,-9 6 761 0 0,-23 18-1 0 0,29-20-1975 0 0,1 1-1 0 0,-1 1 1 0 0,1-1-1 0 0,1 2 1 0 0,0-1-1 0 0,1 1 1 0 0,0 1 0 0 0,1-1-1 0 0,-6 15 1 0 0,6-12-105 0 0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7:42.639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4 4 455 0 0,'-4'-3'1768'0'0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7:43.959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810 505 2759 0 0,'6'-13'-35'0'0,"-1"1"1"0"0,0-1-1 0 0,5-21 0 0 0,-9 27 219 0 0,1 0 0 0 0,-1-1 1 0 0,-1 1-1 0 0,1 0 1 0 0,-1-1-1 0 0,-1 1 1 0 0,1 0-1 0 0,-3-11 0 0 0,1 7-89 0 0,1 0 0 0 0,0 0 0 0 0,0 0-1 0 0,1 0 1 0 0,2-12 0 0 0,-1 11-71 0 0,-1 0 0 0 0,0 0-1 0 0,0 0 1 0 0,-3-13 0 0 0,1 16-28 0 0,0 1 0 0 0,-1 0 0 0 0,0 0-1 0 0,0 0 1 0 0,-1 1 0 0 0,0-1 0 0 0,0 1-1 0 0,0 0 1 0 0,-1 0 0 0 0,-8-9 0 0 0,5 9-4 0 0,1-1 0 0 0,-2 1 0 0 0,1 1 0 0 0,-1 0 1 0 0,0 0-1 0 0,0 0 0 0 0,-18-7 0 0 0,24 12 7 0 0,-103-39-9 0 0,94 36 10 0 0,-1 1 0 0 0,1 1 0 0 0,-1 0 0 0 0,1 1 0 0 0,-1 0 0 0 0,-23 2 0 0 0,19 2 17 0 0,0 0-1 0 0,1 1 0 0 0,-1 0 1 0 0,1 2-1 0 0,0 0 1 0 0,1 0-1 0 0,-1 1 0 0 0,1 1 1 0 0,1 1-1 0 0,-1 0 0 0 0,2 1 1 0 0,-1 1-1 0 0,1 0 0 0 0,1 0 1 0 0,0 1-1 0 0,1 1 0 0 0,0 0 1 0 0,-14 22-1 0 0,12-10-1 0 0,1 0 1 0 0,-16 51-1 0 0,25-66-21 0 0,-53 178-78 0 0,32-104 81 0 0,7-28 6 0 0,5-20 16 0 0,2 0 0 0 0,-7 47-1 0 0,16-74-18 0 0,0 0 0 0 0,1 1 0 0 0,1-1 1 0 0,-1 1-1 0 0,1-1 0 0 0,1 0 0 0 0,0 0 0 0 0,0 1 0 0 0,0-1 0 0 0,8 15 0 0 0,-5-13-4 0 0,1-1 0 0 0,0 0 0 0 0,1 0-1 0 0,0-1 1 0 0,1 1 0 0 0,-1-2 0 0 0,18 16 0 0 0,-9-12 2 0 0,1 0 0 0 0,1-1 0 0 0,-1 0 0 0 0,2-1 0 0 0,-1-2 1 0 0,1 0-1 0 0,1 0 0 0 0,-1-2 0 0 0,34 6 0 0 0,-34-9 22 0 0,1-1 0 0 0,0-1 0 0 0,0-1 0 0 0,-1-1 0 0 0,1-1 0 0 0,0 0-1 0 0,-1-2 1 0 0,1 0 0 0 0,-1-1 0 0 0,24-10 0 0 0,-13 3 202 0 0,-1-2 0 0 0,0 0 1 0 0,-1-2-1 0 0,0-2 0 0 0,36-29 0 0 0,-38 26 90 0 0,-2-2 0 0 0,-1 0 0 0 0,0-1 0 0 0,28-43 0 0 0,-40 50-150 0 0,-1 0 0 0 0,0-1 0 0 0,-2 0-1 0 0,0-1 1 0 0,8-27 0 0 0,-7 7 253 0 0,8-69-1 0 0,-11 57-333 0 0,1 0 83 0 0,0-95-1 0 0,-7 138-157 0 0,-1 0-1 0 0,0-1 1 0 0,-1 1-1 0 0,0 0 1 0 0,0 0-1 0 0,-1 0 1 0 0,0 1-1 0 0,0-1 1 0 0,0 1-1 0 0,-1-1 1 0 0,-1 1-1 0 0,1 0 1 0 0,-1 0-1 0 0,0 1 1 0 0,-8-8-1 0 0,4 6 4 0 0,0 0 0 0 0,-1 0 0 0 0,0 1 0 0 0,-1 0-1 0 0,1 1 1 0 0,-1 0 0 0 0,-1 1 0 0 0,1 0 0 0 0,-18-5-1 0 0,9 4 89 0 0,0 1-1 0 0,-34-4 0 0 0,46 8-382 0 0,1 1-1 0 0,-1 0 1 0 0,0 1-1 0 0,0-1 0 0 0,1 1 1 0 0,-1 1-1 0 0,1-1 0 0 0,-1 1 1 0 0,1 1-1 0 0,-10 4 0 0 0,1 1-3041 0 0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8:14.84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2458 963 2447 0 0,'7'-28'-189'0'0,"-1"0"0"0"0,-1 0-1 0 0,-2-1 1 0 0,0 0 0 0 0,-3-34-1 0 0,-1 49 227 0 0,0 1 0 0 0,-1 0 0 0 0,-1-1-1 0 0,0 1 1 0 0,-1 0 0 0 0,-1 0-1 0 0,0 1 1 0 0,0-1 0 0 0,-1 1 0 0 0,-1 1-1 0 0,0-1 1 0 0,-16-18 0 0 0,-8-7 26 0 0,-2 3 1 0 0,-48-41 0 0 0,33 32-2 0 0,-22-21 0 0 0,-84-58 1 0 0,120 98-50 0 0,0 3 1 0 0,-2 0-1 0 0,0 3 1 0 0,-1 1-1 0 0,-46-15 0 0 0,19 14 30 0 0,1 2 0 0 0,-74-9-1 0 0,102 21-20 0 0,-1 1-1 0 0,0 3 0 0 0,1 0 1 0 0,-1 2-1 0 0,-54 11 0 0 0,55-6 49 0 0,1 2 0 0 0,0 1-1 0 0,1 2 1 0 0,1 1 0 0 0,0 2-1 0 0,0 0 1 0 0,-29 22 0 0 0,-14 16-61 0 0,3 4 0 0 0,2 4 0 0 0,-112 123 0 0 0,82-64-26 0 0,-121 189 0 0 0,197-269-12 0 0,1 1-1 0 0,2 1 1 0 0,-29 82-1 0 0,33-68 24 0 0,2 0 0 0 0,-11 98 0 0 0,20-105 6 0 0,2 0 0 0 0,3 0 0 0 0,1 0 0 0 0,11 75 0 0 0,-2-74-43 0 0,2 0-1 0 0,24 64 0 0 0,-22-81 45 0 0,1-1-1 0 0,1-1 1 0 0,1-1 0 0 0,29 40-1 0 0,-9-22 0 0 0,44 46 0 0 0,-67-81 0 0 0,0-1 0 0 0,1-1 0 0 0,1-1 0 0 0,18 11 0 0 0,65 30 0 0 0,-79-42 0 0 0,328 140-1 0 0,-255-118 10 0 0,180 38 1 0 0,-203-58 44 0 0,1-3-1 0 0,1-3 1 0 0,-1-4 0 0 0,0-2 0 0 0,0-3-1 0 0,0-4 1 0 0,0-2 0 0 0,83-24 0 0 0,-106 19-18 0 0,0-3 1 0 0,53-27-1 0 0,83-58 57 0 0,-160 88-73 0 0,-1 0 0 0 0,0-2 0 0 0,-1-1 0 0 0,19-22 0 0 0,65-87 144 0 0,10-50 298 0 0,-16-11 501 0 0,-91 173-849 0 0,22-47 141 0 0,-3-1 0 0 0,-2-2 0 0 0,-4 0 0 0 0,-2-2 0 0 0,-3 0 0 0 0,-4-1 0 0 0,-2 0 0 0 0,-3 0-1 0 0,-3-102 1 0 0,-6 120-203 0 0,-2 0-1 0 0,-2 1 1 0 0,-3-1-1 0 0,-15-51 0 0 0,15 73-48 0 0,-1 0-1 0 0,-1 1 1 0 0,-1 0 0 0 0,-1 1-1 0 0,-2 0 1 0 0,-1 1-1 0 0,0 1 1 0 0,-28-31-1 0 0,28 39 2 0 0,-1 1 0 0 0,-1 0 0 0 0,0 1 0 0 0,-1 1 0 0 0,-1 0-1 0 0,-28-12 1 0 0,-1 3 109 0 0,-84-26 1 0 0,41 21 9 0 0,-105-16 0 0 0,146 35-376 0 0,0 2 0 0 0,0 3-1 0 0,-92 5 1 0 0,82 5-2506 0 0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8:32.593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0 2311 0 0,'0'4'0'0'0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8:33.12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10 1 919 0 0,'-5'37'1959'0'0,"4"-30"-1567"0"0,0-1 0 0 0,0 1 1 0 0,0-1-1 0 0,1 1 0 0 0,0 0 0 0 0,0 8 0 0 0,2 4 492 0 0,-2-16-859 0 0,0-1 0 0 0,0 1 0 0 0,0-1 0 0 0,1 1-1 0 0,-1-1 1 0 0,1 1 0 0 0,-1-1 0 0 0,1 1 0 0 0,0-1-1 0 0,0 1 1 0 0,0-1 0 0 0,0 0 0 0 0,1 1 0 0 0,1 2-1 0 0,1-1-24 0 0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8:35.969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43 1519 0 0,'2'-19'136'0'0,"-2"11"-136"0"0,0-1 0 0 0,0 2 0 0 0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8:36.219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11 56 1695 0 0,'1'-4'0'0'0,"0"1"0"0"0,0 0 0 0 0,0-1 0 0 0,0 0 0 0 0,-1 1 0 0 0,1-1 0 0 0,-1 1 0 0 0,0-1 0 0 0,0 0 0 0 0,0 1 0 0 0,-1-1 0 0 0,1 1 0 0 0,-2-6 0 0 0,1 9 0 0 0,0 3 0 0 0,1-3 0 0 0,0 1 0 0 0,0-1 0 0 0,0 0 0 0 0,0 0 0 0 0,0 1 0 0 0,0-1 0 0 0,0 0 0 0 0,0 1 0 0 0,0-1 0 0 0,0 0 0 0 0,0 1 0 0 0,0-1 0 0 0,0 0 0 0 0,-1 0 0 0 0,1 1 0 0 0,0-1 0 0 0,0 0 0 0 0,0 1 0 0 0,0-1 0 0 0,-1 0 0 0 0,1 0 0 0 0,0 1 0 0 0,0-1 0 0 0,0 0 0 0 0,-1 0 0 0 0,1 0 0 0 0,0 1 0 0 0,0-1 0 0 0,-1 0 0 0 0,1 0 0 0 0,0 0 0 0 0,0 0 0 0 0,-1 0 0 0 0,1 0 0 0 0,0 1 0 0 0,-1-1 0 0 0,1 0 0 0 0,-1 0 0 0 0,-4-3 0 0 0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8:36.61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88 1727 0 0,'2'-4'0'0'0,"-1"1"0"0"0,1-1 0 0 0,0 0 0 0 0,-1 0 0 0 0,0 0 0 0 0,0 0 0 0 0,0 0 0 0 0,-1-1 0 0 0,1 1 0 0 0,-1 0 0 0 0,0 0 0 0 0,0 0 0 0 0,0-1 0 0 0,-2-6 0 0 0,2 1 453 0 0,1 1 79 0 0,-1 9-525 0 0,0 0-1 0 0,0 0 1 0 0,0 0 0 0 0,0 0 0 0 0,0 0 0 0 0,-1 0-1 0 0,1 0 1 0 0,0 0 0 0 0,0 0 0 0 0,0 0 0 0 0,0 0 0 0 0,0 0-1 0 0,0 0 1 0 0,0 0 0 0 0,0 0 0 0 0,0 0 0 0 0,0 0-1 0 0,0 0 1 0 0,0 0 0 0 0,0 0 0 0 0,0 0 0 0 0,0 0-1 0 0,0 0 1 0 0,0 0 0 0 0,0 0 0 0 0,0 0 0 0 0,0 0 0 0 0,0 0-1 0 0,0 0 1 0 0,0 0 0 0 0,0 0 0 0 0,0 0 0 0 0,0-1-1 0 0,-9 23-38 0 0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8:36.83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3 33 1375 0 0,'0'-2'64'0'0,"0"0"8"0"0,0 1-72 0 0,-2 1 0 0 0,2-2 304 0 0,0 0 48 0 0,0-1 0 0 0,0-2 8 0 0,2 0-40 0 0,-1-1 0 0 0,1 3-8 0 0,0 1 0 0 0,-1 6-312 0 0,-1-1 0 0 0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8:26.17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3 1 2567 0 0,'-2'0'224'0'0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8:26.62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8 1 2279 0 0,'-2'0'-66'0'0,"2"0"78"0"0,0 0 0 0 0,0 0 1 0 0,-1 0-1 0 0,1 0 0 0 0,0 0 1 0 0,0 0-1 0 0,-1 0 0 0 0,1 0 1 0 0,0 0-1 0 0,0 0 0 0 0,0 0 0 0 0,-1 0 1 0 0,1 1-1 0 0,0-1 0 0 0,0 0 1 0 0,0 0-1 0 0,-1 0 0 0 0,1 0 1 0 0,0 0-1 0 0,0 1 0 0 0,0-1 1 0 0,0 0-1 0 0,-1 0 0 0 0,1 0 0 0 0,0 0 1 0 0,0 1-1 0 0,0-1 0 0 0,0 0 1 0 0,0 0-1 0 0,0 1 0 0 0,0-1 1 0 0,-1 0-1 0 0,1 0 0 0 0,0 0 1 0 0,0 1-1 0 0,0-1 0 0 0,0 0 0 0 0,0 0 1 0 0,0 1-1 0 0,0-1 0 0 0,0 0 1 0 0,0 0-1 0 0,0 1 0 0 0,1-1 1 0 0,-1 0-1 0 0,0 0 0 0 0,0 0 1 0 0,0 1-1 0 0,6 12-149 0 0,-5-10 180 0 0,0-2-46 0 0,-1 1-1 0 0,1-1 1 0 0,0 1-1 0 0,-1-1 1 0 0,0 1 0 0 0,1-1-1 0 0,-1 1 1 0 0,0 0-1 0 0,0-1 1 0 0,0 1 0 0 0,0-1-1 0 0,0 1 1 0 0,0 2-1 0 0,-1-1-25 0 0,0 4 15 0 0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8:27.143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23 98 1895 0 0,'0'-14'81'0'0,"-1"2"649"0"0,1 0 0 0 0,1 1-1 0 0,0-1 1 0 0,5-22 0 0 0,-4 31 849 0 0,-1 8-1004 0 0,-1 14-144 0 0,-6 73-183 0 0,-3 29-24 0 0,-7 7 132 0 0,15-101-611 0 0,0 0-1 0 0,7 47 0 0 0,-4-63-2704 0 0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8:29.443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24 0 455 0 0,'0'1'16'0'0,"-1"1"0"0"0,0-1-1 0 0,0 0 1 0 0,0 0-1 0 0,1 1 1 0 0,-1-1-1 0 0,1 1 1 0 0,-1-1-1 0 0,1 0 1 0 0,-1 1-1 0 0,1-1 1 0 0,0 4-1 0 0,-1-1 2 0 0,-5 21 104 0 0,2 0 1 0 0,1 1-1 0 0,1 43 0 0 0,2-53-121 0 0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8:38.52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26 0 455 0 0,'-1'0'16'0'0,"-8"78"1054"0"0,-1-11-1004 0 0,5-41-66 0 0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8:27.37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16 1 1527 0 0,'1'13'401'0'0,"-1"0"0"0"0,0 1 0 0 0,-1-1 0 0 0,0 0 0 0 0,-5 22-1 0 0,2-16 1079 0 0,-1 35 0 0 0,6-42-1169 0 0,0-1 0 0 0,4 19 0 0 0,-3-19-1897 0 0,0 0-1 0 0,1 19 1 0 0,-3-25 1263 0 0,1 0 0 0 0,0 0 0 0 0,0 0-1 0 0,2 6 1 0 0,-1-2 310 0 0,0 2 14 0 0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8:27.529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3 1 1175 0 0,'-1'14'644'0'0,"0"0"0"0"0,0 0-1 0 0,2 0 1 0 0,-1 0 0 0 0,4 15-1 0 0,-1-10 674 0 0,-1 38-1 0 0,-5 45-1576 0 0,3-94-2407 0 0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8:29.719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50 1 455 0 0,'-9'20'80'0'0,"0"1"0"0"0,2 0 0 0 0,-10 44 0 0 0,13-42-3 0 0,2 1 0 0 0,1-1 0 0 0,0 1 0 0 0,5 35-1 0 0,-1-37-76 0 0,-1-12 0 0 0,-1 0 0 0 0,0 0 0 0 0,-1 13 0 0 0,0-11 0 0 0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8:27.70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16 0 6447 0 0,'-5'12'288'0'0,"3"-7"56"0"0,0 2-280 0 0,1-2-64 0 0,-1-2 0 0 0,2 1 0 0 0,-2 1 608 0 0,2 3 96 0 0,-1 6 32 0 0,1 3 0 0 0,0 2 344 0 0,0 1 72 0 0,1 1 8 0 0,4 4 120 0 0,0 1-920 0 0,1-3-176 0 0,-1 0-6232 0 0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8:30.09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1 2263 0 0,'9'41'202'0'0,"9"59"-193"0"0,-16-76 8 0 0,-2-19-15 0 0,0-1 1 0 0,0 1 0 0 0,0 0-1 0 0,1 0 1 0 0,0 0 0 0 0,0 0-1 0 0,0 0 1 0 0,1-1-1 0 0,-1 1 1 0 0,1 0 0 0 0,0-1-1 0 0,1 0 1 0 0,2 5-1 0 0,-3-5-2 0 0,0 1 0 0 0,0-1 0 0 0,-1 1 0 0 0,0-1 0 0 0,1 1 0 0 0,-2 0 0 0 0,1 0 0 0 0,0 9 0 0 0,0-2 0 0 0,-1-6 107 0 0,0 1-1 0 0,-1-1 1 0 0,1 1-1 0 0,-1-1 0 0 0,-1 0 1 0 0,1 1-1 0 0,-1-1 0 0 0,-1 0 1 0 0,-4 11-1 0 0,3-9 97 0 0,1 1-1 0 0,0 0 0 0 0,-3 15 1 0 0,8-9 533 0 0,-2-14-735 0 0,0-1 0 0 0,0 0 1 0 0,0 1-1 0 0,0-1 1 0 0,0 0-1 0 0,0 1 0 0 0,0-1 1 0 0,0 0-1 0 0,1 0 1 0 0,-1 1-1 0 0,0-1 0 0 0,0 0 1 0 0,0 0-1 0 0,1 1 0 0 0,-1-1 1 0 0,0 0-1 0 0,0 0 1 0 0,0 1-1 0 0,1-1 0 0 0,-1 0 1 0 0,0 0-1 0 0,1 0 1 0 0,-1 0-1 0 0,0 1 0 0 0,0-1 1 0 0,1 0-1 0 0,-1 0 1 0 0,0 0-1 0 0,1 0 0 0 0,-1 0 1 0 0,0 0-1 0 0,1 0 1 0 0,-1 0-1 0 0,0 0 0 0 0,1 0 1 0 0,-1 0-1 0 0,0 0 1 0 0,0 0-1 0 0,1 0 0 0 0,-1 0 1 0 0,0 0-1 0 0,1 0 1 0 0,-1-1-1 0 0,1 1 0 0 0,2-4-1 0 0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8:37.77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 20 1535 0 0,'0'-3'115'0'0,"-1"2"-114"0"0,1 0 1 0 0,0 0-1 0 0,0 0 1 0 0,0 1-1 0 0,0-1 0 0 0,0 0 1 0 0,0 0-1 0 0,0 0 1 0 0,0 0-1 0 0,0 0 1 0 0,0 1-1 0 0,1-1 0 0 0,-1 0 1 0 0,0 0-1 0 0,0 0 1 0 0,2-1 292 0 0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8:38.944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4 1 1047 0 0,'0'4'42'0'0,"1"1"0"0"0,0-1-1 0 0,0 1 1 0 0,0-1-1 0 0,1 0 1 0 0,2 7-1 0 0,-2-8-41 0 0,-1 1 0 0 0,1 0-1 0 0,-1 0 1 0 0,0 1 0 0 0,0-1 0 0 0,0 0-1 0 0,0 0 1 0 0,-1 0 0 0 0,0 8-1 0 0,-3 8 75 0 0,1-6 873 0 0,0 22 1 0 0,2-31-714 0 0,0 0 1 0 0,0-1-1 0 0,1 1 1 0 0,0 0-1 0 0,0-1 1 0 0,0 1-1 0 0,1 0 1 0 0,3 6-1 0 0,-5-10-170 0 0,1 0 1 0 0,0 0-1 0 0,-1 1 0 0 0,1-1 1 0 0,-1 0-1 0 0,1 0 0 0 0,-1 1 1 0 0,0-1-1 0 0,1 0 0 0 0,-1 0 0 0 0,0 1 1 0 0,0-1-1 0 0,0 0 0 0 0,0 1 1 0 0,0-1-1 0 0,0 0 0 0 0,0 1 1 0 0,-1-1-1 0 0,0 3 0 0 0,0-2 213 0 0,-1 0 0 0 0,0 0 0 0 0,0 0 0 0 0,0 0 0 0 0,0 0 0 0 0,0 0 0 0 0,0 0 0 0 0,-3 1 0 0 0,3-1-155 0 0,-6 5 1820 0 0,8-4-918 0 0,5-2-551 0 0,0-1-532 0 0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8:40.886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7 1063 0 0,'8'-5'96'0'0,"-4"3"-96"0"0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8:41.294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144 150 919 0 0,'7'-8'835'0'0,"0"-1"0"0"0,-1 0 0 0 0,0 0 0 0 0,-1 0 0 0 0,1-1 0 0 0,3-11 0 0 0,15-25 2924 0 0,-23 44-3581 0 0,1 0 183 0 0,-1-1 1 0 0,1 0 0 0 0,0 0 0 0 0,-1 0-1 0 0,0 0 1 0 0,2-7 438 0 0,-5 15 63 0 0,-1 2 149 0 0,-8 20-622 0 0,-1-1-1 0 0,-24 38 1 0 0,-10 21-191 0 0,45-84-198 0 0,-39 78 181 0 0,34-69-168 0 0,0 0-1 0 0,-1 0 1 0 0,0-1-1 0 0,-1 0 0 0 0,-12 12 1 0 0,0 1 39 0 0,20-22-53 0 0,0 0-1 0 0,0 0 1 0 0,-1 0-1 0 0,1 0 1 0 0,0 0-1 0 0,0 0 0 0 0,0 0 1 0 0,0 0-1 0 0,0 0 1 0 0,0 0-1 0 0,0 1 1 0 0,0-1-1 0 0,0 0 1 0 0,0 0-1 0 0,0 0 0 0 0,0 0 1 0 0,0 0-1 0 0,0 0 1 0 0,0 0-1 0 0,0 0 1 0 0,0 0-1 0 0,0 0 1 0 0,0 1-1 0 0,-1-1 1 0 0,1 0-1 0 0,0 0 0 0 0,0 0 1 0 0,0 0-1 0 0,0 0 1 0 0,0 0-1 0 0,1 0 1 0 0,-1 0-1 0 0,0 0 1 0 0,0 0-1 0 0,0 1 1 0 0,0-1-1 0 0,0 0 0 0 0,0 0 1 0 0,0 0-1 0 0,0 0 1 0 0,0 0-1 0 0,0 0 1 0 0,0 0-1 0 0,0 0 1 0 0,0 0-1 0 0,0 0 1 0 0,0 0-1 0 0,0 0 0 0 0,0 1 1 0 0,0-1-1 0 0,1 0 1 0 0,-1 0-1 0 0,0 0 1 0 0,0 0-1 0 0,0 0 1 0 0,0 0-1 0 0,0 0 1 0 0,0 0-1 0 0,0 0 0 0 0,0 0 1 0 0,0 0-1 0 0,1 0 1 0 0,5-1-108 0 0,-6 1 5 0 0,9-7-1498 0 0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8:41.593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20 104 2039 0 0,'-20'-104'15263'0'0,"24"118"-12783"0"0,8 12-2368 0 0,-3-8 71 0 0,8 24 1 0 0,-15-36-92 0 0,-1 0 0 0 0,1 0 0 0 0,-1 0 0 0 0,0 1 0 0 0,-1-1 0 0 0,1 1 0 0 0,-1-1 0 0 0,-1 9 0 0 0,1-14-57 0 0,0 0 1 0 0,0 0 0 0 0,0-1 0 0 0,-1 1 0 0 0,1 0 0 0 0,0-1 0 0 0,0 1 0 0 0,-1 0 0 0 0,1-1 0 0 0,0 1 0 0 0,-1 0 0 0 0,1-1 0 0 0,0 1 0 0 0,-1 0 0 0 0,1-1 0 0 0,-1 1 0 0 0,1-1 0 0 0,-1 1 0 0 0,1-1-1 0 0,-1 1 1 0 0,0-1 0 0 0,1 0 0 0 0,-1 1 0 0 0,1-1 0 0 0,-2 1 0 0 0,1-1 85 0 0,2-1-79 0 0,-1-1-1 0 0,1 1 0 0 0,0-1 1 0 0,0 1-1 0 0,-1 0 0 0 0,1 0 1 0 0,0 0-1 0 0,0-1 0 0 0,0 1 1 0 0,0 0-1 0 0,0 0 0 0 0,1 0 0 0 0,-1 0 1 0 0,0 1-1 0 0,2-2 0 0 0,-1 1 17 0 0,25-18 28 0 0,1 1 0 0 0,1 1 0 0 0,43-17 0 0 0,-45 23-1634 0 0,-4 4-6192 0 0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8:56.406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0 1063 0 0,'4'5'96'0'0,"-4"-1"-96"0"0,0-3 0 0 0,2 1 0 0 0,-2 0 0 0 0,-2-2 0 0 0,0 1 0 0 0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9:03.47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41 45 1439 0 0,'-7'-44'2624'0'0,"7"44"-2498"0"0,-6 11 878 0 0,2-4-891 0 0,0 1 1 0 0,0-1-1 0 0,1 1 1 0 0,0 0-1 0 0,1 1 1 0 0,-1-1-1 0 0,2 0 1 0 0,-2 11-1 0 0,3 8-66 0 0,1 0 0 0 0,2 0-1 0 0,7 34 1 0 0,2 25-279 0 0,-7 154 4 0 0,-5-157 206 0 0,3 1 1 0 0,4-1 0 0 0,28 128-1 0 0,-31-183 36 0 0,-1 0 0 0 0,-1 0 0 0 0,-3 38-1 0 0,3 43 297 0 0,-1-96-265 0 0,1-1 0 0 0,0 0 0 0 0,1 1 0 0 0,1-1 0 0 0,-1 0 0 0 0,9 17 0 0 0,32 38-45 0 0,-44-67 3 0 0,1 0-1 0 0,-1 0 0 0 0,0 0 1 0 0,0 1-1 0 0,0-1 0 0 0,0 0 1 0 0,0 0-1 0 0,0 1 0 0 0,0-1 1 0 0,0 0-1 0 0,0 0 0 0 0,0 1 0 0 0,0-1 1 0 0,0 0-1 0 0,0 0 0 0 0,0 0 1 0 0,0 1-1 0 0,0-1 0 0 0,0 0 1 0 0,0 0-1 0 0,0 1 0 0 0,0-1 1 0 0,0 0-1 0 0,0 0 0 0 0,0 0 0 0 0,0 1 1 0 0,0-1-1 0 0,-1 0 0 0 0,1 0 1 0 0,0 0-1 0 0,0 1 0 0 0,0-1 1 0 0,0 0-1 0 0,-1 0 0 0 0,1 0 1 0 0,-16 8 223 0 0,13-7-191 0 0,-2 1-55 0 0,-1 0 0 0 0,1 0 0 0 0,0 1 0 0 0,-5 3 0 0 0,9-6 14 0 0,0 0 1 0 0,1 0-1 0 0,-1 1 1 0 0,0-1-1 0 0,1 0 1 0 0,-1 1-1 0 0,1-1 1 0 0,-1 1-1 0 0,1-1 1 0 0,-1 1-1 0 0,1-1 1 0 0,-1 1-1 0 0,1-1 1 0 0,0 1 0 0 0,-1-1-1 0 0,1 1 1 0 0,0 0-1 0 0,-1-1 1 0 0,1 1-1 0 0,0-1 1 0 0,0 1-1 0 0,-1 0 1 0 0,1-1-1 0 0,0 1 1 0 0,0 0-1 0 0,0-1 1 0 0,0 1-1 0 0,0 0 1 0 0,0 0-1 0 0,0-1 1 0 0,0 1-1 0 0,0 0 1 0 0,1-1 0 0 0,-1 1-1 0 0,0 0 1 0 0,0-1-1 0 0,0 1 1 0 0,1-1-1 0 0,-1 1 1 0 0,0 0-1 0 0,1-1 1 0 0,-1 1-1 0 0,1-1 1 0 0,-1 1-1 0 0,1-1 1 0 0,-1 1-1 0 0,1-1 1 0 0,0 1-1 0 0,7 4 6 0 0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9:16.22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112 4533 1375 0 0,'-20'22'497'0'0,"14"-15"-102"0"0,0 0 0 0 0,-1 0 0 0 0,0-1 0 0 0,-16 12 0 0 0,22-17-156 0 0,-1-1 0 0 0,1 1 0 0 0,0 0 0 0 0,-1 0 0 0 0,1 0 0 0 0,0 1 0 0 0,0-1 0 0 0,0 0 0 0 0,0 0 0 0 0,0 1 0 0 0,0-1-1 0 0,1 0 1 0 0,-1 1 0 0 0,0-1 0 0 0,0 3 0 0 0,-6 10 208 0 0,6-13-293 0 0,1 0 1 0 0,-1 0 0 0 0,0 0-1 0 0,0 1 1 0 0,0-1 0 0 0,1-1-1 0 0,-1 1 1 0 0,0 0 0 0 0,0 0-1 0 0,0 0 1 0 0,0 0 0 0 0,-1-1-1 0 0,1 1 1 0 0,0 0 0 0 0,0-1-1 0 0,-3 2 1 0 0,7-8 1798 0 0,26-24-1701 0 0,-27 28-218 0 0,-1-1 0 0 0,1 1-1 0 0,-1 0 1 0 0,0 0-1 0 0,0 0 1 0 0,0-1 0 0 0,0 1-1 0 0,0-1 1 0 0,0-3-1 0 0,-5 9 794 0 0,-6 12-838 0 0,9-15 11 0 0,1 1 0 0 0,0-1 0 0 0,-1 1 0 0 0,1-1 0 0 0,0 0 0 0 0,-1 1 0 0 0,1-1 0 0 0,-1 0 0 0 0,1 0 0 0 0,-1 1 0 0 0,1-1 0 0 0,0 0 0 0 0,-1 0 0 0 0,1 1 0 0 0,-1-1 0 0 0,1 0 0 0 0,-1 0 0 0 0,1 0 0 0 0,-1 0 0 0 0,1 0 0 0 0,-1 0 0 0 0,1 0 0 0 0,-1 0 0 0 0,1 0 0 0 0,-1 0 0 0 0,1 0 0 0 0,-1 0 0 0 0,1 0 0 0 0,-1-1 0 0 0,1 1 0 0 0,-1 0 0 0 0,0-1 0 0 0,12-9 0 0 0,1 0 0 0 0,0 0 0 0 0,1 1 0 0 0,15-9 0 0 0,-1 1 0 0 0,-21 13 0 0 0,142-86 8 0 0,148-78-73 0 0,-94 50 13 0 0,-21 14 40 0 0,47-27 13 0 0,-2 7-1 0 0,138-71 0 0 0,-55 54 0 0 0,14-9 0 0 0,-88 37 0 0 0,61-25-5 0 0,-1 0 294 0 0,-115 60-269 0 0,95-44 324 0 0,167-64 314 0 0,52-16 202 0 0,-295 116-778 0 0,201-89-82 0 0,-149 71 55 0 0,86-39 305 0 0,-117 39 183 0 0,415-199 275 0 0,-374 183-606 0 0,-17 7 72 0 0,247-126 132 0 0,-320 160-417 0 0,26-14 13 0 0,37-11 46 0 0,-10 5-63 0 0,-19 2 20 0 0,227-122 98 0 0,-391 194-113 0 0,81-52 0 0 0,-93 57 0 0 0,-2-2 0 0 0,30-28 0 0 0,-53 46 0 0 0,3-3 0 0 0,1-1 0 0 0,-1 1 0 0 0,-1-1 0 0 0,0 0 0 0 0,6-10 0 0 0,-12 17-285 0 0,-3 6-1579 0 0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9:16.72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38 130 1879 0 0,'-4'-3'537'0'0,"1"1"0"0"0,0-1 0 0 0,0 0 0 0 0,0 0 0 0 0,0 0-1 0 0,0 0 1 0 0,1 0 0 0 0,-1-1 0 0 0,1 1 0 0 0,0-1-1 0 0,0 1 1 0 0,-3-8 0 0 0,5 11-442 0 0,0-1 0 0 0,0 1 0 0 0,0 0 0 0 0,0-1 0 0 0,0 1 0 0 0,1 0 0 0 0,-1 0 0 0 0,0-1 0 0 0,0 1 0 0 0,0 0 0 0 0,0-1 0 0 0,0 1 0 0 0,0 0 0 0 0,0 0 0 0 0,0-1 0 0 0,1 1 0 0 0,-1 0 0 0 0,0 0 0 0 0,0-1 0 0 0,0 1 0 0 0,1 0 0 0 0,-1 0 0 0 0,0 0 0 0 0,0 0 0 0 0,0-1 0 0 0,1 1 0 0 0,-1 0 0 0 0,0 0 0 0 0,1 0 0 0 0,-1 0 0 0 0,0 0 0 0 0,0 0 0 0 0,1 0 0 0 0,-1-1 0 0 0,0 1 0 0 0,0 0 0 0 0,1 0 0 0 0,0 0 0 0 0,15-2 1539 0 0,-11 2-1196 0 0,19-5 55 0 0,-1 2 0 0 0,0 0 0 0 0,1 1-1 0 0,0 2 1 0 0,-1 0 0 0 0,47 7 0 0 0,-57-4-423 0 0,1-1 1 0 0,-1-1-1 0 0,1-1 1 0 0,-1 1-1 0 0,1-2 1 0 0,-1 0-1 0 0,18-4 1 0 0,8-4 237 0 0,42-16 1 0 0,-3 0 471 0 0,-53 18-520 0 0,-24 7-208 0 0,-1 2 21 0 0,-12 11-81 0 0,-119 112 197 0 0,20-21-50 0 0,98-91-93 0 0,-10 10-519 0 0,1 0-1 0 0,-32 44 1 0 0,40-47-6465 0 0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9:30.27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36 146 2759 0 0,'-19'-24'2872'0'0,"16"21"-2236"0"0,2 1-191 0 0,-1 1 0 0 0,1-1 0 0 0,0 0 0 0 0,-1 0 0 0 0,1 0 0 0 0,0 0 0 0 0,0 0 0 0 0,0-1 0 0 0,0 1 0 0 0,1 0 0 0 0,-2-5 0 0 0,28 7 2369 0 0,0 2-2707 0 0,0-3 0 0 0,52-6-1 0 0,8 0 238 0 0,-25 8 284 0 0,99 15 0 0 0,29 2-198 0 0,-166-18-396 0 0,0 0 1 0 0,1-2-1 0 0,-1-1 0 0 0,0-1 1 0 0,0 0-1 0 0,24-10 0 0 0,-18 5 395 0 0,0-2 0 0 0,-1-2 0 0 0,33-19 0 0 0,-59 31-366 0 0,1-1 34 0 0,0 0 1 0 0,0 0-1 0 0,-1 1 0 0 0,1-2 1 0 0,-1 1-1 0 0,4-3 0 0 0,-7 4-86 0 0,1 1 1 0 0,-1 0-1 0 0,1 0 0 0 0,-1 0 1 0 0,1 0-1 0 0,-1 0 0 0 0,1 0 0 0 0,0 0 1 0 0,-1-1-1 0 0,1 1 0 0 0,-1 0 0 0 0,1 1 1 0 0,-1-1-1 0 0,1 0 0 0 0,-1 0 1 0 0,1 0-1 0 0,-1 0 0 0 0,1 0 0 0 0,-1 0 1 0 0,1 1-1 0 0,-1-1 0 0 0,-12 10-1329 0 0,5-3-5276 0 0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9:06.504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11 1855 0 0,'0'-11'961'0'0,"-1"16"418"0"0,1 15-733 0 0,3 15-554 0 0,-3 54 0 0 0,0-16-26 0 0,3 19 32 0 0,16 94 0 0 0,-17-171-98 0 0,1 0 0 0 0,0 0 0 0 0,1-1 0 0 0,1 1 0 0 0,0-1 0 0 0,1 0 0 0 0,8 14 0 0 0,-14-28 1 0 0,0 0 0 0 0,0 0 0 0 0,0 0-1 0 0,0 0 1 0 0,0 0 0 0 0,0 0 0 0 0,1 1-1 0 0,-1-1 1 0 0,0 0 0 0 0,0 0-1 0 0,0 0 1 0 0,0 0 0 0 0,0 0 0 0 0,0 0-1 0 0,0 0 1 0 0,0 0 0 0 0,1 0 0 0 0,-1 0-1 0 0,0 1 1 0 0,0-1 0 0 0,0 0-1 0 0,0 0 1 0 0,0 0 0 0 0,0 0 0 0 0,0 0-1 0 0,1 0 1 0 0,-1 0 0 0 0,0 0 0 0 0,0 0-1 0 0,0 0 1 0 0,0 0 0 0 0,0 0-1 0 0,1 0 1 0 0,-1 0 0 0 0,0 0 0 0 0,0 0-1 0 0,0 0 1 0 0,0 0 0 0 0,0-1 0 0 0,0 1-1 0 0,0 0 1 0 0,1 0 0 0 0,-1 0-1 0 0,0 0 1 0 0,0 0 0 0 0,0 0 0 0 0,0 0-1 0 0,5-9 77 0 0,-1-9 35 0 0,-4 16-134 0 0,-1 0 0 0 0,1 0 0 0 0,0 0-1 0 0,-1-1 1 0 0,0 1 0 0 0,1 0-1 0 0,-1 0 1 0 0,0 0 0 0 0,0 0 0 0 0,-1-2-1 0 0,1 3-21 0 0,1 0 0 0 0,-1 0-1 0 0,1 1 1 0 0,-1-1 0 0 0,1 0-1 0 0,-1 0 1 0 0,0 1 0 0 0,1-1-1 0 0,-1 0 1 0 0,0 1 0 0 0,0-1 0 0 0,1 1-1 0 0,-1-1 1 0 0,0 1 0 0 0,0 0-1 0 0,0-1 1 0 0,0 1 0 0 0,0 0-1 0 0,0-1 1 0 0,1 1 0 0 0,-1 0-1 0 0,0 0 1 0 0,0 0 0 0 0,0 0-1 0 0,-1 0 1 0 0,-8-2 33 0 0,3 1 11 0 0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9:08.92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878 386 455 0 0,'2'-32'1818'0'0,"-1"21"-1178"0"0,0 0 1 0 0,-1-11-1 0 0,-1 7 31 0 0,-1 0 0 0 0,-1 1 0 0 0,0 0 0 0 0,-1 0-1 0 0,0 0 1 0 0,-11-24 0 0 0,10 28-433 0 0,-1 0 0 0 0,-1 0 0 0 0,1 1 1 0 0,-1-1-1 0 0,-1 1 0 0 0,0 1 0 0 0,0 0 0 0 0,0 0 0 0 0,-12-8 0 0 0,3 4-117 0 0,0 1 0 0 0,-1 1 0 0 0,0 0 0 0 0,-1 1 0 0 0,0 1 0 0 0,-26-7 0 0 0,33 12-112 0 0,0 0 1 0 0,0 1-1 0 0,-1 0 1 0 0,1 1-1 0 0,-1 0 1 0 0,1 1-1 0 0,0 0 1 0 0,-1 1-1 0 0,1 1 0 0 0,-1 0 1 0 0,-19 6-1 0 0,3 3-12 0 0,0 1-1 0 0,0 2 0 0 0,1 1 0 0 0,1 1 1 0 0,-27 21-1 0 0,34-22-2 0 0,0 2-1 0 0,1 0 1 0 0,1 1 0 0 0,1 1-1 0 0,1 0 1 0 0,-25 38 0 0 0,26-28-9 0 0,0 1 0 0 0,2 1 0 0 0,1 0 0 0 0,2 0 0 0 0,1 1 0 0 0,1 1 0 0 0,2-1 0 0 0,1 1 0 0 0,-1 65 0 0 0,7-66 7 0 0,2 1 0 0 0,1 0 0 0 0,14 53 0 0 0,-4-35-8 0 0,33 75 0 0 0,-41-111 13 0 0,1-1 0 0 0,0-1 0 0 0,1 1 0 0 0,0-1 0 0 0,1-1 0 0 0,1 1 0 0 0,0-2 0 0 0,0 1 0 0 0,1-1 0 0 0,1-1 0 0 0,0 0 0 0 0,0-1 0 0 0,1 0 0 0 0,0-1 0 0 0,0 0 0 0 0,1-1 0 0 0,0 0-1 0 0,1-1 1 0 0,-1-1 0 0 0,22 5 0 0 0,-17-7 9 0 0,0-1 0 0 0,0 0 1 0 0,0-1-1 0 0,1-2 0 0 0,-1 1 0 0 0,0-2 0 0 0,0-1 0 0 0,34-9 0 0 0,-28 5-5 0 0,-1-2 1 0 0,0 0-1 0 0,0-2 0 0 0,-1 0 1 0 0,0-2-1 0 0,22-16 0 0 0,-31 17 7 0 0,0 0 0 0 0,0-1-1 0 0,-1 0 1 0 0,0-1 0 0 0,12-19-1 0 0,47-81 65 0 0,-45 64-33 0 0,40-102 1 0 0,-55 118-23 0 0,-2 1 0 0 0,-1-1-1 0 0,-2-1 1 0 0,4-45-1 0 0,-10 69-4 0 0,-1-1 0 0 0,0 0 1 0 0,-1 0-1 0 0,0 0 0 0 0,-1 1 0 0 0,0-1 0 0 0,-1 0 0 0 0,0 1 0 0 0,-1 0 0 0 0,-5-11 0 0 0,4 12-3 0 0,0 1-1 0 0,-1 1 0 0 0,0-1 0 0 0,0 1 1 0 0,-1 0-1 0 0,1 1 0 0 0,-2 0 0 0 0,1 0 1 0 0,-1 0-1 0 0,0 1 0 0 0,-17-10 0 0 0,12 9-5 0 0,-1 0-1 0 0,1 1 0 0 0,-17-5 0 0 0,23 9-14 0 0,0 0 0 0 0,-1 0 0 0 0,1 1 0 0 0,-1 0 0 0 0,1 0 0 0 0,-1 1-1 0 0,1 0 1 0 0,-10 1 0 0 0,7 2-880 0 0,1 2-3228 0 0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9:39.076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15 0 2759 0 0,'-1'0'248'0'0,"-1"0"-248"0"0,2 2 136 0 0,-2-2 96 0 0,1 2-120 0 0,1 1-112 0 0,-4 0 0 0 0,1 2 64 0 0,1 2-64 0 0,4 2 0 0 0,-4-6 72 0 0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9:41.239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64 57 919 0 0,'0'2'67'0'0,"2"-4"284"0"0,-3 2-24 0 0,1-1 0 0 0,-1 1 0 0 0,0-1 0 0 0,1 1 0 0 0,-1 0 0 0 0,0-1 0 0 0,0 1 0 0 0,1 0 0 0 0,-1 0 0 0 0,0-1 0 0 0,0 1 0 0 0,0 0 0 0 0,1 0 0 0 0,-1 0 0 0 0,0 0 0 0 0,0 0 0 0 0,-1 0 0 0 0,0 0-239 0 0,-27 5 1489 0 0,28-5-1420 0 0,0 0-1 0 0,0 0 0 0 0,0 1 0 0 0,0-1 0 0 0,0 0 1 0 0,0 1-1 0 0,1-1 0 0 0,-1 1 0 0 0,0-1 0 0 0,0 1 1 0 0,0-1-1 0 0,0 1 0 0 0,1-1 0 0 0,-1 1 0 0 0,0 0 1 0 0,0 0-1 0 0,1-1 0 0 0,-1 1 0 0 0,1 0 0 0 0,-1 0 1 0 0,1 0-1 0 0,-1 0 0 0 0,1-1 0 0 0,-1 1 0 0 0,1 0 1 0 0,0 0-1 0 0,-1 1 0 0 0,1-1-95 0 0,1 0 1 0 0,-1-1-1 0 0,0 1 0 0 0,1 0 1 0 0,-1-1-1 0 0,1 1 0 0 0,-1-1 1 0 0,0 1-1 0 0,1-1 0 0 0,-1 1 1 0 0,1-1-1 0 0,0 1 0 0 0,-1-1 1 0 0,1 1-1 0 0,-1-1 0 0 0,1 0 1 0 0,0 1-1 0 0,-1-1 0 0 0,1 0 1 0 0,0 0-1 0 0,-1 1 0 0 0,1-1 1 0 0,0 0-1 0 0,-1 0 0 0 0,1 0 1 0 0,0 0-1 0 0,-1 0 1 0 0,2 0-1 0 0,22 1 352 0 0,43-8 312 0 0,0-3 0 0 0,79-21 0 0 0,-40 6 49 0 0,-78 20-506 0 0,0 1 0 0 0,46-2 0 0 0,-52 9-622 0 0,-15 0-76 0 0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9:41.459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9 121 10591 0 0,'-1'-1'194'0'0,"1"0"1"0"0,-1 0-1 0 0,0 0 0 0 0,0 0 0 0 0,1 0 0 0 0,-1 0 0 0 0,1 0 0 0 0,-1 0 0 0 0,1-1 0 0 0,-1 1 0 0 0,1 0 0 0 0,0 0 1 0 0,-1 0-1 0 0,1-1 0 0 0,0 1 0 0 0,0 0 0 0 0,0 0 0 0 0,0-1 0 0 0,0 1 0 0 0,0 0 0 0 0,0 0 0 0 0,1-1 0 0 0,-1 0 1 0 0,1-1 189 0 0,-1 0 0 0 0,1 0 0 0 0,0 0 0 0 0,0 0 0 0 0,0 0 0 0 0,0 0 0 0 0,0 0 0 0 0,0 1 0 0 0,4-6 0 0 0,0 3-166 0 0,1 1 0 0 0,-1-1 0 0 0,1 1 0 0 0,0 0 0 0 0,0 1 0 0 0,0-1 0 0 0,1 1 1 0 0,-1 0-1 0 0,1 1 0 0 0,-1 0 0 0 0,10-2 0 0 0,8-1-39 0 0,46-3 1 0 0,-47 7-144 0 0,0 0 1 0 0,27 4-1 0 0,-10 4-6180 0 0,-23-3-744 0 0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9:52.74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621 463 919 0 0,'43'-37'1772'0'0,"5"-5"13"0"0,-44 38-1439 0 0,1-2-1 0 0,-1 1 1 0 0,0 0 0 0 0,0-1-1 0 0,0 0 1 0 0,-1 0-1 0 0,3-6 1 0 0,-5 9-104 0 0,0 0 0 0 0,0 0 0 0 0,-1 0 0 0 0,0-1 0 0 0,1 1 0 0 0,-1 0 0 0 0,0 0 0 0 0,0 0 0 0 0,-1 0 0 0 0,1 0 0 0 0,-1 0-1 0 0,1 0 1 0 0,-2-4 0 0 0,-3-6 849 0 0,-10-21-1 0 0,6 15-268 0 0,4 8-510 0 0,-2-1-1 0 0,0 1 0 0 0,0 0 1 0 0,-1 1-1 0 0,0 0 0 0 0,-1 0 1 0 0,0 1-1 0 0,0 0 1 0 0,-1 0-1 0 0,-19-12 0 0 0,14 11-169 0 0,-1 1-1 0 0,0 0 0 0 0,-1 1 1 0 0,0 1-1 0 0,0 0 0 0 0,0 1 1 0 0,-19-3-1 0 0,24 7-138 0 0,0 0 0 0 0,1 1 1 0 0,-1 1-1 0 0,0-1 0 0 0,1 2 0 0 0,-23 3 0 0 0,26-3-3 0 0,1 1 0 0 0,-1 1 0 0 0,1-1-1 0 0,0 1 1 0 0,0 0 0 0 0,0 0 0 0 0,0 1 0 0 0,1 0 0 0 0,-1 0 0 0 0,1 1-1 0 0,-9 8 1 0 0,-5 9-8 0 0,1 1 1 0 0,0 1-1 0 0,2 1 0 0 0,1 0 0 0 0,1 1 1 0 0,2 1-1 0 0,0 0 0 0 0,-14 48 0 0 0,-1 21 13 0 0,-17 122 0 0 0,37-177-9 0 0,-1 10-12 0 0,-3 97 0 0 0,12-118 10 0 0,1 1-1 0 0,2 0 1 0 0,0-1 0 0 0,13 45-1 0 0,-14-67 7 0 0,1 0 0 0 0,-1-1 0 0 0,2 1 0 0 0,-1-1 0 0 0,1 0 0 0 0,0 0 0 0 0,1 0 0 0 0,0 0 0 0 0,0-1 0 0 0,0 0 0 0 0,0 0 0 0 0,1 0 0 0 0,9 6 0 0 0,-7-6 0 0 0,1 0 0 0 0,1-1 0 0 0,-1 0 0 0 0,1-1 0 0 0,-1 0 0 0 0,1 0 0 0 0,0-1 0 0 0,1-1 0 0 0,18 3 0 0 0,-16-4 65 0 0,0 0 0 0 0,-1-1 0 0 0,1-1 0 0 0,0 0 0 0 0,-1-1 0 0 0,1 0 0 0 0,-1-1 0 0 0,0 0 0 0 0,0-1 0 0 0,0 0-1 0 0,0-1 1 0 0,-1-1 0 0 0,18-10 0 0 0,-16 7 26 0 0,0 0 0 0 0,0-1 0 0 0,-1 0-1 0 0,0-1 1 0 0,0-1 0 0 0,-1 0 0 0 0,-1 0 0 0 0,0-1 0 0 0,-1 0-1 0 0,9-18 1 0 0,5-17 276 0 0,-3 0 0 0 0,26-93 0 0 0,10-106 320 0 0,-42 171-427 0 0,-2 0 0 0 0,2-151 0 0 0,-14 204-243 0 0,-2 1 0 0 0,-4-26 0 0 0,4 41-14 0 0,1 0 0 0 0,-1 1-1 0 0,0-1 1 0 0,-1 0 0 0 0,0 1 0 0 0,0 0-1 0 0,0-1 1 0 0,0 1 0 0 0,-1 0 0 0 0,0 1-1 0 0,-6-7 1 0 0,7 9-3 0 0,-1 1-1 0 0,1-1 1 0 0,-1 1 0 0 0,0 0-1 0 0,0-1 1 0 0,0 2-1 0 0,0-1 1 0 0,0 0 0 0 0,0 1-1 0 0,0 0 1 0 0,-1 0-1 0 0,1 0 1 0 0,0 1-1 0 0,-1-1 1 0 0,1 1 0 0 0,-1 0-1 0 0,1 0 1 0 0,-8 2-1 0 0,-2 0-16 0 0,1 1-1 0 0,-1 0 0 0 0,1 1 0 0 0,-23 10 0 0 0,20-6-458 0 0,-26 15 1 0 0,6 4-5053 0 0,6-1-1376 0 0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9:36.926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107 114 1375 0 0,'-1'-2'107'0'0,"-1"2"-38"0"0,-26-5 2921 0 0,7 0-674 0 0,15 4-1301 0 0,0-1 0 0 0,0 1 0 0 0,1-1 0 0 0,-7-2 1 0 0,9 3-135 0 0,1 0 0 0 0,-1 0 0 0 0,1-1 0 0 0,0 1 0 0 0,-1-1 0 0 0,-2-2 1635 0 0,11 3-2462 0 0,29-7 55 0 0,-3 0 458 0 0,62-6-1 0 0,-19 11-370 0 0,134-13 536 0 0,-181 11-732 0 0,-15 3 0 0 0,-1 0 0 0 0,20-1 0 0 0,23 7 0 0 0,-43-2 0 0 0,0-1 0 0 0,0 0 0 0 0,0-1 0 0 0,0 0 0 0 0,0-1 0 0 0,21-4 0 0 0,34-15-101 0 0,-68 21-1070 0 0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9:37.31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64 159 5527 0 0,'-8'-5'486'0'0,"0"1"0"0"0,-14-6 0 0 0,-4-1 9884 0 0,51 10-9106 0 0,5 1-682 0 0,-1-1 0 0 0,39-6 0 0 0,-30 3-244 0 0,57-9 370 0 0,136-37 0 0 0,-35 1 209 0 0,-193 48-916 0 0,8-1 96 0 0,-11 4-60 0 0,-6 3-62 0 0,0 1-2004 0 0,-10 13-5553 0 0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9:53.79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710 322 3223 0 0,'3'-13'1064'0'0,"-1"0"-1"0"0,0-1 0 0 0,0 1 0 0 0,-2-23 0 0 0,1 10 299 0 0,0 15-863 0 0,-1 0 1 0 0,0 0 0 0 0,-1 0 0 0 0,-1 0 0 0 0,1 0 0 0 0,-2 0-1 0 0,1 0 1 0 0,-5-10 0 0 0,4 16-367 0 0,1-1 0 0 0,-1 1 0 0 0,0 0 0 0 0,0 0 0 0 0,-1 0 0 0 0,0 1 0 0 0,0-1 0 0 0,0 1 0 0 0,0 0 0 0 0,0 0 0 0 0,-1 0-1 0 0,0 1 1 0 0,0-1 0 0 0,0 1 0 0 0,0 0 0 0 0,-10-3 0 0 0,1 1-9 0 0,0 0-1 0 0,-1 1 1 0 0,0 1-1 0 0,0 0 1 0 0,0 2 0 0 0,0-1-1 0 0,-25 2 1 0 0,22 1-91 0 0,-1 1 0 0 0,1 1 0 0 0,0 0 1 0 0,0 1-1 0 0,-34 13 0 0 0,40-11-32 0 0,0-1 0 0 0,1 2 1 0 0,0-1-1 0 0,1 2 0 0 0,-1-1 0 0 0,1 2 0 0 0,1-1 0 0 0,-10 11 0 0 0,6-4 4 0 0,1 1-1 0 0,0 0 0 0 0,1 1 1 0 0,-14 28-1 0 0,5 1 4 0 0,2 2 0 0 0,3 0 0 0 0,-13 59 0 0 0,27-102-8 0 0,-76 380 118 0 0,75-372-110 0 0,1 1 0 0 0,0 0 1 0 0,1-1-1 0 0,0 1 1 0 0,1-1-1 0 0,1 1 0 0 0,0-1 1 0 0,6 20-1 0 0,-6-28 12 0 0,0 0 1 0 0,0 1-1 0 0,1-1 1 0 0,-1 0-1 0 0,1 0 0 0 0,0 0 1 0 0,1 0-1 0 0,-1-1 0 0 0,1 0 1 0 0,0 1-1 0 0,0-1 1 0 0,0 0-1 0 0,1-1 0 0 0,0 1 1 0 0,-1-1-1 0 0,1 0 0 0 0,0 0 1 0 0,0-1-1 0 0,1 1 0 0 0,-1-1 1 0 0,0 0-1 0 0,8 1 1 0 0,-1 0 82 0 0,0-2 1 0 0,1 1-1 0 0,-1-2 1 0 0,0 0 0 0 0,0 0-1 0 0,1-1 1 0 0,-1 0 0 0 0,0-1-1 0 0,0-1 1 0 0,0 0 0 0 0,0-1-1 0 0,-1 0 1 0 0,1 0 0 0 0,11-7-1 0 0,-16 6 0 0 0,-1 0 0 0 0,1 0-1 0 0,-1-1 1 0 0,0 1 0 0 0,8-10-1 0 0,23-35 362 0 0,-10 8-159 0 0,28-57 0 0 0,14-49 32 0 0,-60 129-252 0 0,2-5-71 0 0,21-47 233 0 0,41-132 0 0 0,-66 175-178 0 0,-2 1 0 0 0,0-1 0 0 0,0-33 0 0 0,-5 42-49 0 0,0 0 0 0 0,-2 0 0 0 0,0 0 0 0 0,-1 1 0 0 0,-9-31 0 0 0,11 46-19 0 0,0 0-1 0 0,0 0 1 0 0,0 0 0 0 0,0 0-1 0 0,-1 1 1 0 0,1-1-1 0 0,-1 0 1 0 0,1 1 0 0 0,-1-1-1 0 0,0 1 1 0 0,0 0-1 0 0,-1 0 1 0 0,1-1 0 0 0,0 1-1 0 0,-5-2 1 0 0,5 3-3 0 0,-1 0 0 0 0,1 0 0 0 0,-1 0 0 0 0,1 0 0 0 0,-1 1 0 0 0,1-1 0 0 0,-1 1 0 0 0,1 0 0 0 0,-1 0 0 0 0,1 0 0 0 0,-1 0 0 0 0,1 0 0 0 0,-1 1 0 0 0,1-1 0 0 0,-1 1 0 0 0,1-1 0 0 0,-1 1 0 0 0,1 0 0 0 0,-3 1-1 0 0,-5 3-272 0 0,1 1 0 0 0,0-1 1 0 0,-16 13-1 0 0,7-3-747 0 0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9:40.396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32 213 6447 0 0,'-2'0'286'0'0,"-1"-2"620"0"0,-1 0 0 0 0,1 0 0 0 0,-1 0-1 0 0,1 0 1 0 0,-6-5 0 0 0,9 6-787 0 0,-1 1-1 0 0,1 0 1 0 0,0-1 0 0 0,-1 1-1 0 0,1-1 1 0 0,0 1 0 0 0,0-1-1 0 0,-1 1 1 0 0,1 0 0 0 0,0-1-1 0 0,0 1 1 0 0,0-1 0 0 0,0 1-1 0 0,0-1 1 0 0,0 1 0 0 0,-1-1-1 0 0,1 1 1 0 0,0-1 0 0 0,0 1-1 0 0,1-1 1 0 0,-1 1 0 0 0,0-1 0 0 0,0 0-8 0 0,1 0 1 0 0,-1 0 0 0 0,1 0 0 0 0,0 0 0 0 0,-1 1 0 0 0,1-1 0 0 0,0 0-1 0 0,-1 0 1 0 0,1 1 0 0 0,0-1 0 0 0,0 0 0 0 0,0 1 0 0 0,0-1 0 0 0,0 1-1 0 0,1-1 1 0 0,13-5 309 0 0,-1 1 1 0 0,1 1-1 0 0,1 0 0 0 0,16-1 0 0 0,-22 3-299 0 0,472-76 1154 0 0,-337 48-1158 0 0,40-5-36 0 0,-181 35-354 0 0,12-2 676 0 0,22 1 0 0 0,-11 5-1403 0 0,-25-3 474 0 0,0-1 0 0 0,0 1 0 0 0,0 0 0 0 0,0 0 0 0 0,0 0 0 0 0,-1 0 0 0 0,1 0 0 0 0,0 0 0 0 0,2 2 0 0 0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9:40.646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33 137 7831 0 0,'-4'-1'84'0'0,"2"1"14"0"0,-1-1 1 0 0,0 1-1 0 0,0-1 1 0 0,1 1-1 0 0,-1-1 0 0 0,0 0 1 0 0,1 0-1 0 0,-6-3 1 0 0,9 2 342 0 0,0 1 0 0 0,0 0 1 0 0,0 0-1 0 0,1-1 0 0 0,-1 1 1 0 0,0 0-1 0 0,0 0 0 0 0,1 0 0 0 0,-1 0 1 0 0,1 0-1 0 0,1 0 0 0 0,-1-1 369 0 0,7-3 152 0 0,0 0 1 0 0,0 1-1 0 0,0 0 1 0 0,0 0-1 0 0,13-2 1 0 0,51-10 218 0 0,-27 8-743 0 0,47-14-240 0 0,159-14-1 0 0,-252 36-197 0 0,58-1-133 0 0,-52 2-166 0 0,0-1 1 0 0,1 1-1 0 0,-1 0 1 0 0,0 1-1 0 0,0-1 1 0 0,0 1-1 0 0,6 3 1 0 0,1 3-6989 0 0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9:54.789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763 297 3223 0 0,'3'-7'280'0'0,"-1"0"0"0"0,0 0-1 0 0,0 0 1 0 0,0-1 0 0 0,-1 1 0 0 0,0 0-1 0 0,-1 0 1 0 0,0-1 0 0 0,0 1-1 0 0,0-1 1 0 0,-1 1 0 0 0,0 0-1 0 0,-1 0 1 0 0,0-1 0 0 0,0 1-1 0 0,-5-11 1 0 0,2 7 156 0 0,0 0-1 0 0,-1 1 1 0 0,0 0-1 0 0,-1 0 1 0 0,0 1-1 0 0,-1-1 1 0 0,0 2-1 0 0,0-1 1 0 0,-1 1-1 0 0,0 0 1 0 0,0 1-1 0 0,-11-6 1 0 0,12 8-310 0 0,0 0 1 0 0,-1 0-1 0 0,1 1 0 0 0,-1 0 1 0 0,0 1-1 0 0,0 0 1 0 0,0 0-1 0 0,0 1 0 0 0,0 0 1 0 0,-1 1-1 0 0,1 0 0 0 0,0 0 1 0 0,-1 1-1 0 0,1 1 1 0 0,-15 1-1 0 0,7 3-103 0 0,1 0 0 0 0,0 1 0 0 0,0 0-1 0 0,0 2 1 0 0,1 0 0 0 0,0 0 0 0 0,0 2 0 0 0,1 0 0 0 0,0 0 0 0 0,1 1 0 0 0,0 1-1 0 0,-16 19 1 0 0,4-1 22 0 0,1 2 0 0 0,2 1 0 0 0,1 0-1 0 0,-23 49 1 0 0,16-23 117 0 0,3 1 0 0 0,3 2 0 0 0,2 0-1 0 0,3 1 1 0 0,-17 125 0 0 0,31-167-95 0 0,2-1 0 0 0,0 1 0 0 0,1-1 1 0 0,2 1-1 0 0,6 36 0 0 0,-7-51-50 0 0,0-1 1 0 0,1 1 0 0 0,0 0-1 0 0,0-1 1 0 0,1 1 0 0 0,-1-1-1 0 0,1 0 1 0 0,0 0 0 0 0,1 0-1 0 0,-1 0 1 0 0,1 0 0 0 0,0-1-1 0 0,0 0 1 0 0,1 0-1 0 0,-1 0 1 0 0,1 0 0 0 0,0-1-1 0 0,0 1 1 0 0,0-1 0 0 0,0 0-1 0 0,0-1 1 0 0,1 0 0 0 0,-1 1-1 0 0,9 1 1 0 0,-3-2 84 0 0,0 0-1 0 0,0 0 1 0 0,0-1 0 0 0,1-1 0 0 0,-1 0-1 0 0,0 0 1 0 0,0-1 0 0 0,1 0 0 0 0,-1-1-1 0 0,16-5 1 0 0,-12 2 24 0 0,0-1 0 0 0,0 0 0 0 0,-1-1 0 0 0,0-1 0 0 0,-1 0 0 0 0,23-18-1 0 0,-10 2 122 0 0,0-1 0 0 0,-2-1 0 0 0,-1-1 0 0 0,-1 0-1 0 0,36-62 1 0 0,-26 30-68 0 0,-3-1 0 0 0,-2-1-1 0 0,-4-1 1 0 0,-1-1-1 0 0,24-131 1 0 0,-30 73-127 0 0,-15 101-46 0 0,0 0-1 0 0,-2 0 1 0 0,0 0 0 0 0,-5-23-1 0 0,5 40-5 0 0,0-1 0 0 0,0 0 0 0 0,0 1 0 0 0,0-1 0 0 0,-1 0 0 0 0,1 1 0 0 0,-1 0 0 0 0,0-1 0 0 0,0 1 0 0 0,-1 0 0 0 0,-3-5 0 0 0,4 7 0 0 0,0-1 0 0 0,0 0 0 0 0,0 1 0 0 0,0 0 0 0 0,0-1 0 0 0,-1 1 0 0 0,1 0 0 0 0,0 0 0 0 0,-1 0 0 0 0,1 1 0 0 0,-1-1 0 0 0,1 1 0 0 0,-1-1 0 0 0,1 1 0 0 0,-1 0 0 0 0,1 0 0 0 0,-1 0 0 0 0,-4 0 0 0 0,-2 2-543 0 0,0 0-1 0 0,1 0 1 0 0,-1 0-1 0 0,0 2 0 0 0,1-1 1 0 0,-1 1-1 0 0,1 0 1 0 0,0 0-1 0 0,0 1 1 0 0,1 0-1 0 0,-12 11 1 0 0,0 0-6383 0 0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9:55.84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766 163 5063 0 0,'-6'-11'382'0'0,"0"0"0"0"0,0 1 0 0 0,-2 0 0 0 0,1 0 0 0 0,-1 1 0 0 0,0 0 0 0 0,-1 0 0 0 0,0 1 0 0 0,-1 0 0 0 0,-13-9 0 0 0,18 13-228 0 0,0 1 1 0 0,-1 0 0 0 0,1 0 0 0 0,0 1-1 0 0,-1 0 1 0 0,0 0 0 0 0,1 0-1 0 0,-1 0 1 0 0,0 1 0 0 0,0 0 0 0 0,0 0-1 0 0,0 1 1 0 0,0-1 0 0 0,0 1 0 0 0,0 1-1 0 0,0-1 1 0 0,0 1 0 0 0,0 0-1 0 0,0 0 1 0 0,0 1 0 0 0,0 0 0 0 0,-7 3-1 0 0,-7 4 21 0 0,1 0 1 0 0,1 1-1 0 0,-1 1 0 0 0,2 1 0 0 0,-26 21 0 0 0,-71 78 116 0 0,75-66 90 0 0,1 1 0 0 0,-48 76 0 0 0,69-94-167 0 0,2 1 0 0 0,0 0 1 0 0,2 1-1 0 0,1 1 1 0 0,2 0-1 0 0,-8 38 1 0 0,13-41-77 0 0,2-1 1 0 0,0 2-1 0 0,2-1 1 0 0,1 0-1 0 0,1 0 1 0 0,2 0-1 0 0,1 0 1 0 0,14 54-1 0 0,-15-71-109 0 0,2-1 0 0 0,-1 1 0 0 0,1-1 0 0 0,1 1 0 0 0,0-2-1 0 0,0 1 1 0 0,1-1 0 0 0,14 15 0 0 0,-15-18 29 0 0,0 0 0 0 0,1-1 1 0 0,-1 0-1 0 0,1 0 0 0 0,0-1 0 0 0,0 1 0 0 0,1-2 0 0 0,-1 1 1 0 0,1-1-1 0 0,0 0 0 0 0,0-1 0 0 0,15 3 0 0 0,-11-3 109 0 0,1-1-1 0 0,-1-1 1 0 0,1 0 0 0 0,-1-1-1 0 0,0 0 1 0 0,0-1 0 0 0,1 0-1 0 0,-1-1 1 0 0,13-5-1 0 0,-8 2 21 0 0,-1-2 0 0 0,1 0-1 0 0,-1-1 1 0 0,-1 0 0 0 0,23-19 0 0 0,-5 0-65 0 0,-2-3 1 0 0,-1 0 0 0 0,-2-2-1 0 0,35-51 1 0 0,-2-11-46 0 0,60-127 1 0 0,-34 37-44 0 0,-72 145-27 0 0,-1 0-1 0 0,15-75 0 0 0,-27 106-6 0 0,-1-1 0 0 0,0 0 0 0 0,0 0 0 0 0,-1 0 0 0 0,0 1 0 0 0,-1-1 0 0 0,-3-18 0 0 0,3 25 0 0 0,-1-1 0 0 0,1 0 0 0 0,0 0 0 0 0,-1 0 0 0 0,0 1 0 0 0,0-1 0 0 0,0 1 0 0 0,-1 0 0 0 0,1 0 0 0 0,-1-1 0 0 0,1 1 0 0 0,-1 1 0 0 0,0-1 0 0 0,0 0 0 0 0,-1 1 0 0 0,1 0 0 0 0,0-1 0 0 0,-1 1 0 0 0,1 0 0 0 0,-1 1 0 0 0,-5-3 0 0 0,-1 1-41 0 0,0 1 0 0 0,0 0 0 0 0,1 0-1 0 0,-1 1 1 0 0,0 1 0 0 0,0-1 0 0 0,0 2 0 0 0,0-1 0 0 0,0 1-1 0 0,-17 4 1 0 0,10 0-412 0 0,0 0 0 0 0,0 1 0 0 0,1 0 0 0 0,0 2-1 0 0,-19 10 1 0 0,18-7-6647 0 0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9:58.27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5 564 3679 0 0,'-1'-1'235'0'0,"1"1"-1"0"0,-1-1 0 0 0,1 1 0 0 0,0-1 0 0 0,-1 0 0 0 0,1 1 0 0 0,0-1 0 0 0,-1 1 0 0 0,1-1 0 0 0,0 0 0 0 0,0 1 1 0 0,0-1-1 0 0,0 0 0 0 0,0 0 0 0 0,0 1 0 0 0,0-1 0 0 0,0 0 0 0 0,0 0 0 0 0,-1-15 2993 0 0,1 16-3195 0 0,1-14 2849 0 0,3-26-1 0 0,8-14-640 0 0,-2 7-1469 0 0,5-32-380 0 0,-4-1-1 0 0,2-94 1 0 0,-13 165-357 0 0,-1 5-1 0 0,1 0 0 0 0,0 0 0 0 0,0-1 0 0 0,1 1 0 0 0,-1 0 0 0 0,1 0 0 0 0,1-4 1 0 0,-3 13-32 0 0,1 0 0 0 0,-1 1 0 0 0,1-1 0 0 0,1 11 0 0 0,0 1-2 0 0,19 218 35 0 0,-1-29-6 0 0,-18-168-12 0 0,-3 359 798 0 0,1-376-666 0 0,2-13-108 0 0,2-12-123 0 0,-1 0-1482 0 0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9:10.603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2458 517 1839 0 0,'1'-2'146'0'0,"0"1"-1"0"0,-1-1 0 0 0,1 1 1 0 0,-1-1-1 0 0,0 0 0 0 0,1 1 0 0 0,-1-1 1 0 0,0 0-1 0 0,0 0 0 0 0,-1-3 1 0 0,2-1 423 0 0,0-9 481 0 0,1-1-266 0 0,0 0 0 0 0,5-18 0 0 0,-6 31-731 0 0,-1 0 1 0 0,1 0-1 0 0,-1 0 1 0 0,1 0-1 0 0,-1 0 1 0 0,0 0-1 0 0,0 0 0 0 0,-1 0 1 0 0,1 0-1 0 0,0 0 1 0 0,-1 0-1 0 0,0 0 1 0 0,0 0-1 0 0,0 0 1 0 0,0 0-1 0 0,0 0 1 0 0,-1 0-1 0 0,1 1 1 0 0,-1-1-1 0 0,0 0 1 0 0,1 1-1 0 0,-1-1 1 0 0,0 1-1 0 0,-5-4 1 0 0,-4-3 184 0 0,0 1 0 0 0,0 0 0 0 0,-1 1 1 0 0,-18-8-1 0 0,0-1-121 0 0,-50-36 119 0 0,48 30-55 0 0,-1 1-1 0 0,-45-20 0 0 0,43 27 185 0 0,-1 2-1 0 0,-56-12 1 0 0,-77-5 251 0 0,68 13-563 0 0,-105-15 222 0 0,157 26-232 0 0,-1 2 1 0 0,-57 5-1 0 0,34 4 94 0 0,0 3-1 0 0,1 3 1 0 0,0 3-1 0 0,-95 34 1 0 0,139-38 135 0 0,2 1 0 0 0,-37 23 0 0 0,-46 37-22 0 0,50-32-143 0 0,-166 114 421 0 0,187-128-349 0 0,-69 60 0 0 0,90-70-167 0 0,1 2 1 0 0,0 0-1 0 0,1 0 0 0 0,1 2 1 0 0,-19 35-1 0 0,24-37 16 0 0,1 0-1 0 0,1 0 0 0 0,0 1 0 0 0,2 0 1 0 0,0 1-1 0 0,1-1 0 0 0,1 1 0 0 0,-1 26 1 0 0,2-6-24 0 0,2 1 0 0 0,6 55 1 0 0,-4-83-5 0 0,0 0-1 0 0,1 0 1 0 0,1 0 0 0 0,0-1 0 0 0,1 1 0 0 0,0-1-1 0 0,1 0 1 0 0,0-1 0 0 0,1 1 0 0 0,0-1-1 0 0,12 14 1 0 0,-4-10 19 0 0,0 0-1 0 0,1-2 0 0 0,0 1 0 0 0,1-2 1 0 0,1 0-1 0 0,20 10 0 0 0,7 0 46 0 0,67 24 0 0 0,-60-29 6 0 0,0-2-1 0 0,87 13 0 0 0,110-9 139 0 0,-172-17-203 0 0,112 1 30 0 0,-136-5-23 0 0,82-13 0 0 0,232-67 152 0 0,-304 63-174 0 0,-2-2 0 0 0,0-3 0 0 0,-2-2 0 0 0,-1-3 0 0 0,59-39 0 0 0,-92 50 41 0 0,-1 0 0 0 0,0-2-1 0 0,-1-1 1 0 0,-1-1 0 0 0,23-30-1 0 0,-32 35-30 0 0,-1 1 0 0 0,-1-2 0 0 0,-1 1 0 0 0,-1-2 0 0 0,0 1 0 0 0,-1-1 0 0 0,-1 0 0 0 0,-1-1 0 0 0,-1 1 0 0 0,4-29 0 0 0,-2-5 7 0 0,7-116 68 0 0,-14 147-66 0 0,-1 1 0 0 0,-1 0 0 0 0,-1 0 0 0 0,-1 0 0 0 0,-12-41 0 0 0,-18-45 55 0 0,34 107-65 0 0,0 0 0 0 0,0-1 0 0 0,0 1 0 0 0,0 0-1 0 0,0-1 1 0 0,0 1 0 0 0,0 0 0 0 0,-1-1 0 0 0,1 1-1 0 0,0 0 1 0 0,0 0 0 0 0,0-1 0 0 0,0 1 0 0 0,0 0 0 0 0,-1 0-1 0 0,1-1 1 0 0,0 1 0 0 0,0 0 0 0 0,-1 0 0 0 0,1-1-1 0 0,0 1 1 0 0,0 0 0 0 0,-1 0 0 0 0,1 0 0 0 0,0 0 0 0 0,0 0-1 0 0,-1-1 1 0 0,1 1 0 0 0,0 0 0 0 0,-1 0 0 0 0,1 0-1 0 0,0 0 1 0 0,0 0 0 0 0,-1 0 0 0 0,-9 7-135 0 0,9-7 123 0 0,-8 9-205 0 0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9:11.36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72 54 3679 0 0,'-1'-12'2134'0'0,"-5"-24"-1"0"0,6 35-1944 0 0,0 1-141 0 0,0 0-1 0 0,0 0 1 0 0,0-1-1 0 0,0 1 0 0 0,0 0 1 0 0,0 0-1 0 0,0 0 1 0 0,0 0-1 0 0,0 0 0 0 0,0 0 1 0 0,0-1-1 0 0,0 1 1 0 0,0 0-1 0 0,0 0 0 0 0,0 0 1 0 0,0 0-1 0 0,0 0 1 0 0,0 0-1 0 0,0-1 0 0 0,0 1 1 0 0,0 0-1 0 0,0 0 1 0 0,0 0-1 0 0,0 0 0 0 0,0 0 1 0 0,-1 0-1 0 0,1 0 1 0 0,0-1-1 0 0,0 1 0 0 0,0 0 1 0 0,0 0-1 0 0,0 0 1 0 0,0 0-1 0 0,0 0 0 0 0,-1 0 1 0 0,1 0-1 0 0,0 0 1 0 0,0 0-1 0 0,0 0 0 0 0,0 0 1 0 0,0 0-1 0 0,0 0 1 0 0,-1 0-1 0 0,1 0 0 0 0,0 0 1 0 0,0 0-1 0 0,0 0 1 0 0,0 0-1 0 0,0 0 0 0 0,-1 0 1 0 0,1 0-1 0 0,0 0 1 0 0,0 0-1 0 0,0 0 0 0 0,0 0 1 0 0,0 0-1 0 0,0 0 1 0 0,-1 0-1 0 0,1 0 0 0 0,0 0 1 0 0,0 0-1 0 0,0 1 1 0 0,0-1-1 0 0,-8 12 1020 0 0,-4 20-757 0 0,8-18-307 0 0,1 1-1 0 0,0 0 1 0 0,2 0 0 0 0,0 0-1 0 0,0 0 1 0 0,1 1 0 0 0,4 27-1 0 0,-2-23 83 0 0,0 1 0 0 0,-2-1 0 0 0,0 1 0 0 0,-4 22-1 0 0,-20 81 340 0 0,20-101-274 0 0,3-22-86 0 0,0-11 2 0 0,1 5-983 0 0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9:11.70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10 42 3223 0 0,'0'-2'288'0'0,"0"0"-288"0"0,0 1 0 0 0,0-1 0 0 0,0 0-80 0 0,2 0-72 0 0,-2-1-8 0 0,2-2-8 0 0,1 0 360 0 0,-1-2 80 0 0,0 2 16 0 0,-2 2 0 0 0,0 1-288 0 0,-4 4 0 0 0,-3 4 0 0 0,-3 5 0 0 0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9:31.014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65 5 4607 0 0,'-52'8'6330'0'0,"40"-6"-3017"0"0,19-2-1261 0 0,19-2-1283 0 0,13-3-385 0 0,-1 2-1 0 0,54 1 1 0 0,48 12-368 0 0,43 1 49 0 0,-156-10-45 0 0,1-2-1 0 0,-1-1 0 0 0,35-7 1 0 0,-51 7 59 0 0,-10 2-35 0 0,1 0-1 0 0,-1 0 0 0 0,1 0 0 0 0,-1-1 0 0 0,1 1 0 0 0,-1 0 1 0 0,1-1-1 0 0,-1 1 0 0 0,0-1 0 0 0,1 1 0 0 0,-1-1 0 0 0,0 0 0 0 0,2-1 1 0 0,-18-2-62 0 0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9:33.006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9 6 2759 0 0,'-1'0'248'0'0,"-1"0"-248"0"0,0 0 160 0 0,2 2-160 0 0,-2-2 96 0 0,1 0-96 0 0,1-2 0 0 0,1 2 0 0 0,33-5-1264 0 0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9:57.69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1 676 2119 0 0,'0'-2'171'0'0,"0"0"1"0"0,1 0 0 0 0,0 0 0 0 0,0 0 1 0 0,1 0-1 0 0,-1 0 0 0 0,0 1 0 0 0,1-1 0 0 0,1-2 0 0 0,3-4 355 0 0,10-19 623 0 0,-2-1 0 0 0,-1 0 0 0 0,-2 0 0 0 0,0-2 1 0 0,-2 1-1 0 0,-1-1 0 0 0,-2 0 0 0 0,-1-1 0 0 0,-1 1 0 0 0,-1-1 0 0 0,-3-41 0 0 0,-4-28 97 0 0,-1-52-846 0 0,15 318-486 0 0,0 54 1405 0 0,-13-195-916 0 0,-9 47 0 0 0,-2 6-332 0 0,14-50-683 0 0,0-17 371 0 0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9:59.226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24 4607 0 0,'2'-10'200'0'0,"-2"5"48"0"0,2 0-248 0 0,-2 3 0 0 0,1 0 0 0 0,1 2 224 0 0,0 2-8 0 0,1 1 0 0 0,0 1 0 0 0,1 1 1160 0 0,18 24-1376 0 0,-15-19 0 0 0,0 5 0 0 0,1-3-88 0 0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0:00.289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50 29 2303 0 0,'0'0'167'0'0,"-1"-1"227"0"0,1 0 1 0 0,-1 0-1 0 0,0 0 0 0 0,1-1 1 0 0,-1 1-1 0 0,0 0 0 0 0,0 0 1 0 0,0 1-1 0 0,0-1 0 0 0,0 0 1 0 0,0 0-1 0 0,0 0 0 0 0,0 1 1 0 0,-1-1-1 0 0,0 0 0 0 0,-14-7 858 0 0,15 7-1314 0 0,1 1 1 0 0,-1-1-1 0 0,0 1 0 0 0,0-1 0 0 0,0 1 0 0 0,1-1 0 0 0,-1 1 0 0 0,0 0 0 0 0,0-1 0 0 0,0 1 0 0 0,0 0 1 0 0,0 0-1 0 0,0 0 0 0 0,0-1 0 0 0,-1 1 0 0 0,0 0-1841 0 0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0:15.73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56 14 5063 0 0,'1'-1'246'0'0,"-1"1"-1"0"0,1-1 0 0 0,0 0 0 0 0,-1 1 0 0 0,1-1 1 0 0,-1 0-1 0 0,1 1 0 0 0,-1-1 0 0 0,1 0 0 0 0,-1 1 0 0 0,1-1 1 0 0,-1 0-1 0 0,0 0 0 0 0,0-2 867 0 0,0 3-968 0 0,0 0 1 0 0,-1 0-1 0 0,1 0 0 0 0,0 0 1 0 0,0-1-1 0 0,0 1 1 0 0,0 0-1 0 0,-1 0 0 0 0,1 0 1 0 0,0 0-1 0 0,0 0 1 0 0,-1 0-1 0 0,1 0 1 0 0,0 0-1 0 0,0 0 0 0 0,0 0 1 0 0,-1 0-1 0 0,1 0 1 0 0,0 0-1 0 0,0 0 0 0 0,0 0 1 0 0,-1 0-1 0 0,1 0 1 0 0,0 0-1 0 0,0 1 1 0 0,0-1-1 0 0,0 0 0 0 0,-1 0 1 0 0,-14 9 3669 0 0,9 0-4947 0 0,5-4 1278 0 0,0 0 1 0 0,0-1 0 0 0,0 1 0 0 0,1 0 0 0 0,0 0-1 0 0,0 0 1 0 0,0 0 0 0 0,2 8 0 0 0,11 42 519 0 0,-5-30-245 0 0,-4-7-234 0 0,-1 1 0 0 0,0-1 0 0 0,-2 0 0 0 0,0 1 0 0 0,-1-1 0 0 0,-2 20 0 0 0,-2-11 82 0 0,-1 0 0 0 0,-1 0 0 0 0,-14 37 1 0 0,17-54-141 0 0,-3 4 82 0 0,1 0 0 0 0,1 1 1 0 0,0-1-1 0 0,1 1 1 0 0,-2 24-1 0 0,10-24-537 0 0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0:17.97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22 10591 0 0,'9'-10'458'0'0,"-9"9"-390"0"0,1 0-1 0 0,-1 0 1 0 0,1 0 0 0 0,0 0 0 0 0,0 1 0 0 0,0-1-1 0 0,-1 0 1 0 0,1 0 0 0 0,0 1 0 0 0,0-1-1 0 0,0 0 1 0 0,2 0 0 0 0,-2 1-28 0 0,0 0 0 0 0,0 0 0 0 0,0 1 0 0 0,-1-1 0 0 0,1 0 0 0 0,0 0 0 0 0,0 1-1 0 0,0-1 1 0 0,-1 0 0 0 0,1 1 0 0 0,0-1 0 0 0,0 1 0 0 0,-1-1 0 0 0,1 1 0 0 0,0 0 0 0 0,-1-1 0 0 0,1 1 0 0 0,-1 0 0 0 0,1-1 0 0 0,-1 1 0 0 0,1 0 0 0 0,0 1 0 0 0,5 7 322 0 0,0 0 0 0 0,-1 1 1 0 0,0 0-1 0 0,0 0 1 0 0,-1 1-1 0 0,0-1 0 0 0,-1 1 1 0 0,0 0-1 0 0,2 19 1 0 0,-1 9 466 0 0,-2 54 1 0 0,-2-83-773 0 0,-15 186 825 0 0,7-127-2112 0 0,4-27-5124 0 0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0:19.02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73 0 2303 0 0,'-14'5'-228'0'0,"12"-4"905"0"0,0 0 0 0 0,0 1-1 0 0,-1-1 1 0 0,1 0-1 0 0,0 1 1 0 0,0-1 0 0 0,0 1-1 0 0,0-1 1 0 0,1 1-1 0 0,-1 0 1 0 0,-2 3 0 0 0,-5 11-87 0 0,4-6-34 0 0,1 0 1 0 0,1 0 0 0 0,0 1 0 0 0,0 0-1 0 0,1-1 1 0 0,0 1 0 0 0,1 0-1 0 0,0 14 1 0 0,2 13 1586 0 0,6 39-1 0 0,0-9-1073 0 0,-1 245 218 0 0,-5-152-3034 0 0,-1-108-5663 0 0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0:19.353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13 47 6911 0 0,'0'-36'867'0'0,"0"26"463"0"0,0 27 705 0 0,-6 175 3585 0 0,-1 29-6109 0 0,9-166-5314 0 0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8:58.454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12 1679 0 0,'0'-1'0'0'0,"0"-1"0"0"0,0 0 0 0 0,0 0 0 0 0,0-1 0 0 0,0 1 0 0 0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8:58.99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47 6 1695 0 0,'4'-6'494'0'0,"-3"7"-128"0"0,-3 7-146 0 0,-14 36 67 0 0,6-20 41 0 0,-7 28 0 0 0,15-44-287 0 0,1 1-1 0 0,-1-1 0 0 0,1 1 0 0 0,1 0 0 0 0,0-1 0 0 0,0 1 0 0 0,2 12 0 0 0,16 59-11 0 0,3 16 81 0 0,-16-37-56 0 0,-6 109-1 0 0,-1-104-12 0 0,6 85 0 0 0,30 61-6 0 0,-3-25-6 0 0,-27-155-32 0 0,2 10-17 0 0,-2 0 0 0 0,-3 78-1 0 0,-8-53 36 0 0,3-32 5 0 0,0-1 0 0 0,3 36 0 0 0,1-62 19 0 0,1-1 0 0 0,0 1 0 0 0,0 0 0 0 0,0-1 0 0 0,1 1 0 0 0,0-1 0 0 0,0 0 0 0 0,5 9-1 0 0,-6-12-29 0 0,-1-1 0 0 0,1 0 0 0 0,0 0 0 0 0,0 0 0 0 0,0 0 0 0 0,0 1 0 0 0,0-1 0 0 0,0-1 0 0 0,0 1 0 0 0,0 0 0 0 0,0 0 0 0 0,0 0 0 0 0,0 0 0 0 0,1-1 0 0 0,-1 1 0 0 0,0-1 0 0 0,1 1 0 0 0,-1-1 0 0 0,0 1-1 0 0,1-1 1 0 0,-1 0 0 0 0,0 0 0 0 0,1 1 0 0 0,-1-1 0 0 0,1 0 0 0 0,-1 0 0 0 0,0 0 0 0 0,1-1 0 0 0,-1 1 0 0 0,1 0 0 0 0,-1 0 0 0 0,0-1 0 0 0,1 1 0 0 0,-1-1 0 0 0,0 1 0 0 0,0-1 0 0 0,1 0 0 0 0,-1 0 0 0 0,0 1-1 0 0,1-2 1 0 0,-1 1-12 0 0,0 1-1 0 0,0 0 0 0 0,-1-1 0 0 0,1 1 0 0 0,0-1 0 0 0,-1 1 0 0 0,1-1 1 0 0,-1 1-1 0 0,1-1 0 0 0,0 1 0 0 0,-1-1 0 0 0,1 1 0 0 0,-1-1 0 0 0,0 0 1 0 0,1 1-1 0 0,-1-1 0 0 0,0 0 0 0 0,1 0 0 0 0,-1 1 0 0 0,0-1 0 0 0,0 0 1 0 0,1 0-1 0 0,-1 1 0 0 0,0-1 0 0 0,0 0 0 0 0,0 0 0 0 0,0 0 0 0 0,0 1 0 0 0,0-1 1 0 0,0 0-1 0 0,0 0 0 0 0,-1 0 0 0 0,1 1 0 0 0,0-1 0 0 0,0 0 0 0 0,-1 0 1 0 0,1 1-1 0 0,0-1 0 0 0,-1 0 0 0 0,1 1 0 0 0,-1-1 0 0 0,1 0 0 0 0,-1 1 1 0 0,0-1-1 0 0,-1-1-106 0 0,1 0 0 0 0,-1 0 1 0 0,0 1-1 0 0,-1-1 0 0 0,1 1 0 0 0,0 0 1 0 0,0 0-1 0 0,0 0 0 0 0,-1 0 1 0 0,1 0-1 0 0,-1 0 0 0 0,-4-1 0 0 0,-8 2 121 0 0,5 0 42 0 0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0:19.69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73 98 2303 0 0,'-6'-11'89'0'0,"0"0"-1"0"0,1 0 1 0 0,-7-20-1 0 0,9 17 3285 0 0,2-1 3458 0 0,2 11-6788 0 0,1 8-89 0 0,3 8-25 0 0,-1 13 187 0 0,-1 0 0 0 0,-2 0 0 0 0,-1 35 0 0 0,-12 76 434 0 0,10-119-480 0 0,-30 241-768 0 0,22-191-3996 0 0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0:19.986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152 24 6911 0 0,'-4'-3'209'0'0,"2"0"-144"0"0,0 1 1 0 0,0 0 0 0 0,0 0-1 0 0,-1 0 1 0 0,1 0 0 0 0,-1 0 0 0 0,1 1-1 0 0,-1-1 1 0 0,-2 0 0 0 0,4 2 22 0 0,1 0 0 0 0,-1 0 0 0 0,1 0 0 0 0,0 0 0 0 0,0 0 0 0 0,-1 1 0 0 0,1-1 0 0 0,0 0 0 0 0,-1 0 0 0 0,1 0 0 0 0,0 1 0 0 0,0-1 0 0 0,-1 0 0 0 0,1 0 0 0 0,0 1 1 0 0,0-1-1 0 0,-1 0 0 0 0,1 1 0 0 0,0-1 0 0 0,0 0 0 0 0,0 1 0 0 0,0-1 0 0 0,0 0 0 0 0,-1 1 0 0 0,1 0 0 0 0,-4 12 677 0 0,3-10-497 0 0,-21 82 308 0 0,-16 112 1 0 0,24-111-188 0 0,-11 71-568 0 0,18-89-3030 0 0,3-18-765 0 0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0:20.29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174 59 12439 0 0,'-3'-24'544'0'0,"0"12"128"0"0,-1 0-544 0 0,1 5-128 0 0,1 4 0 0 0,0 3 0 0 0,1 3 128 0 0,-4 4-8 0 0,-1 7 0 0 0,-2 8 0 0 0,-2 15-120 0 0,-4 11 0 0 0,-1 8 0 0 0,-4 7 0 0 0,2 8-328 0 0,-3 9-40 0 0,-1 15-8 0 0,1 14 0 0 0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0:34.23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17 58 5983 0 0,'-5'-5'536'0'0,"2"2"-432"0"0,1 1 88 0 0,0-1 8 0 0,0-1 8 0 0,1-1 0 0 0,-1 0 528 0 0,4-2 112 0 0,-1 1 16 0 0,5-1 8 0 0,2 3-544 0 0,4 1-104 0 0,2 1-32 0 0,1 1 0 0 0,4 1-192 0 0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9:42.91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14 118 6911 0 0,'-14'-17'7480'0'0,"18"14"-6418"0"0,4 0-737 0 0,0 0 1 0 0,0 0 0 0 0,0 1 0 0 0,0 0-1 0 0,1 0 1 0 0,11 0 0 0 0,-15 1-300 0 0,175-29 499 0 0,52-6-369 0 0,-166 28-93 0 0,100 3 1 0 0,-163 5-67 0 0,7 0-63 0 0,1 0 1 0 0,-1 1-1 0 0,1 0 1 0 0,16 5 0 0 0,-11 1-309 0 0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9:43.089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27 138 10135 0 0,'-8'-3'565'0'0,"-11"-6"41"0"0,34-10 5265 0 0,-6 10-5249 0 0,0 0 1 0 0,1 1-1 0 0,0 0 1 0 0,1 1-1 0 0,0 0 1 0 0,0 0-1 0 0,0 1 1 0 0,1 1-1 0 0,0 0 1 0 0,18-5-1 0 0,-8 4-1218 0 0,36-6 0 0 0,20 5-5274 0 0,-35 6-1413 0 0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0:29.553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62 262 2759 0 0,'-5'-1'534'0'0,"0"-1"-1"0"0,0 1 0 0 0,1-1 0 0 0,-1 0 0 0 0,0 0 1 0 0,1 0-1 0 0,0-1 0 0 0,-1 1 0 0 0,-6-7 0 0 0,10 9-367 0 0,1-1 0 0 0,-1 1 0 0 0,0-1 0 0 0,1 1 0 0 0,-1-1 0 0 0,1 1 0 0 0,-1-1 0 0 0,1 0 0 0 0,-1 1 0 0 0,1-1 0 0 0,-1 0 0 0 0,1 1 0 0 0,0-1 0 0 0,-1 0 0 0 0,1 1 0 0 0,0-1 0 0 0,0 0 0 0 0,-1 0 0 0 0,1 1 0 0 0,0-2 0 0 0,0 1-51 0 0,0 0 0 0 0,1 1 0 0 0,-1-1 0 0 0,0 1 0 0 0,1-1 0 0 0,-1 1 0 0 0,0-1 0 0 0,1 1 0 0 0,-1-1 0 0 0,0 1 0 0 0,1-1 0 0 0,-1 1 0 0 0,1 0 0 0 0,-1-1 0 0 0,1 1 0 0 0,-1 0 0 0 0,1-1 0 0 0,-1 1 0 0 0,1 0 0 0 0,0-1 0 0 0,6-1 463 0 0,0 0 0 0 0,0 1-1 0 0,13-2 1 0 0,-8 1-348 0 0,43-9 678 0 0,55-13-262 0 0,158-31 230 0 0,3 19-184 0 0,-208 27-692 0 0,-1-4 0 0 0,100-32 0 0 0,-160 44-73 0 0,14-5 238 0 0,-13 4-358 0 0,-10 2-655 0 0,-1 2-187 0 0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0:29.88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18 118 5527 0 0,'-1'-1'239'0'0,"-1"1"0"0"0,1-1-1 0 0,0 0 1 0 0,0 0 0 0 0,-1 1-1 0 0,1-1 1 0 0,0 0 0 0 0,0 0-1 0 0,0 0 1 0 0,0 0 0 0 0,0-1-1 0 0,0 1 1 0 0,-1-2 0 0 0,2 2-99 0 0,0 1 0 0 0,0 0 0 0 0,0 0 0 0 0,0-1 1 0 0,0 1-1 0 0,0 0 0 0 0,0 0 0 0 0,0-1 0 0 0,0 1 0 0 0,0 0 1 0 0,0-1-1 0 0,0 1 0 0 0,0 0 0 0 0,0 0 0 0 0,0-1 0 0 0,0 1 0 0 0,0 0 1 0 0,0 0-1 0 0,1-1 0 0 0,-1 1 0 0 0,0 0 0 0 0,0 0 0 0 0,0-1 0 0 0,0 1 1 0 0,0 0-1 0 0,1 0 0 0 0,-1-1 0 0 0,14-3 2396 0 0,-2 4-1660 0 0,0 0 1 0 0,1 0 0 0 0,16 4 0 0 0,12 0-42 0 0,149-9 1139 0 0,-1-17-1100 0 0,-135 15-716 0 0,75-20 0 0 0,-123 25-147 0 0,-1 0 1 0 0,0 0-1 0 0,0-1 0 0 0,7-4 0 0 0,10-6 46 0 0,-15 8-40 0 0,-9 2-43 0 0,-15 3-114 0 0,5 2-1454 0 0,-3 2-5996 0 0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0:34.93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214 142 455 0 0,'-180'15'4109'0'0,"162"-13"-3047"0"0,2 1 3881 0 0,23-3-3505 0 0,340-21 4107 0 0,14-2-4522 0 0,82-30 311 0 0,-122-11-1222 0 0,-316 64-544 0 0,-10 1-1230 0 0,-4 3-4802 0 0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0:35.24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47 152 2759 0 0,'-41'-4'938'0'0,"41"4"-852"0"0,0 0 0 0 0,0 1 0 0 0,0-1 0 0 0,0 0 1 0 0,0 0-1 0 0,-1 0 0 0 0,1 0 0 0 0,0 0 0 0 0,0 0 0 0 0,0 0 0 0 0,0 0 1 0 0,-1 0-1 0 0,1 0 0 0 0,0 0 0 0 0,0 0 0 0 0,0 0 0 0 0,0 0 0 0 0,0 0 1 0 0,-1 0-1 0 0,1 0 0 0 0,0 0 0 0 0,0 0 0 0 0,0 0 0 0 0,0 0 0 0 0,-1-1 1 0 0,1 1-1 0 0,0 0 0 0 0,0 0 0 0 0,0 0 0 0 0,0 0 0 0 0,0 0 1 0 0,0 0-1 0 0,0 0 0 0 0,-1 0 0 0 0,1-1 0 0 0,0 1 0 0 0,0 0 0 0 0,0 0 1 0 0,0 0-1 0 0,0 0 0 0 0,0 0 0 0 0,0-1 0 0 0,6-3 2249 0 0,13-3-225 0 0,29-2-73 0 0,1 2 0 0 0,88-2 1 0 0,-16 3-1007 0 0,119-21 419 0 0,110-7-139 0 0,-258 26-1022 0 0,110-23 0 0 0,-199 30-419 0 0,1 0-135 0 0,0 1 0 0 0,-1-1 0 0 0,1 1 0 0 0,0-1-1 0 0,4 2 1 0 0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0:22.184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8 368 2303 0 0,'-2'-5'420'0'0,"1"1"-1"0"0,0-1 0 0 0,0 0 1 0 0,0 0-1 0 0,0 1 0 0 0,1-1 1 0 0,0 0-1 0 0,0 0 0 0 0,0 0 1 0 0,1 0-1 0 0,-1 1 0 0 0,1-1 1 0 0,1 0-1 0 0,-1 0 0 0 0,0 1 1 0 0,1-1-1 0 0,4-8 0 0 0,2 2 364 0 0,-1 1 1 0 0,1-1-1 0 0,1 1 0 0 0,0 1 0 0 0,11-10 0 0 0,6-8-339 0 0,-18 18-403 0 0,0 1 0 0 0,1 0 0 0 0,0 0 0 0 0,0 0-1 0 0,17-10 1 0 0,-24 18-40 0 0,0-1 0 0 0,0 0 0 0 0,0 1 1 0 0,0-1-1 0 0,0 1 0 0 0,0 0 0 0 0,0 0 0 0 0,0 0 0 0 0,0 0 0 0 0,0 0 0 0 0,0 0 0 0 0,0 0 0 0 0,0 0 0 0 0,0 1 0 0 0,0-1 0 0 0,0 1 0 0 0,0 0 0 0 0,2 1 0 0 0,5 2 11 0 0,0 1-1 0 0,12 10 0 0 0,3 0-1 0 0,-15-11 4 0 0,0 0 0 0 0,0-1 0 0 0,1 0-1 0 0,-1 0 1 0 0,1-1 0 0 0,0 0 0 0 0,-1-1-1 0 0,12 1 1 0 0,-7-2 11 0 0,-1-1 0 0 0,0 1-1 0 0,0-2 1 0 0,1 0 0 0 0,20-6-1 0 0,-29 6 2 0 0,-1 0 0 0 0,1 0 0 0 0,-1 0-1 0 0,1 0 1 0 0,-1-1 0 0 0,0 0 0 0 0,0 0-1 0 0,0 0 1 0 0,0-1 0 0 0,-1 1 0 0 0,1-1 0 0 0,-1 0-1 0 0,6-8 1 0 0,0-3 180 0 0,-1-1-1 0 0,11-27 0 0 0,0 0 29 0 0,-19 43-228 0 0,0 0 1 0 0,0 0-1 0 0,0 0 1 0 0,0 0-1 0 0,0-1 0 0 0,0 1 1 0 0,0 0-1 0 0,0 0 1 0 0,0 0-1 0 0,0 0 0 0 0,0-1 1 0 0,0 1-1 0 0,1 0 1 0 0,-1 0-1 0 0,0 0 0 0 0,0 0 1 0 0,0 0-1 0 0,0 0 1 0 0,0 0-1 0 0,1-1 0 0 0,-1 1 1 0 0,0 0-1 0 0,0 0 1 0 0,0 0-1 0 0,0 0 0 0 0,0 0 1 0 0,1 0-1 0 0,-1 0 1 0 0,0 0-1 0 0,0 0 0 0 0,0 0 1 0 0,0 0-1 0 0,1 0 1 0 0,-1 0-1 0 0,0 0 0 0 0,0 0 1 0 0,0 0-1 0 0,0 0 1 0 0,1 0-1 0 0,-1 0 0 0 0,0 0 1 0 0,0 0-1 0 0,0 0 1 0 0,1 0-1 0 0,5 9 103 0 0,3 19-46 0 0,-8-23-6 0 0,2 2-23 0 0,-1 0-1 0 0,2 1 1 0 0,-1-1-1 0 0,1-1 1 0 0,0 1-1 0 0,0 0 1 0 0,1-1-1 0 0,0 0 1 0 0,0 0-1 0 0,0 0 1 0 0,13 9-1 0 0,-6-6 16 0 0,1 0-1 0 0,1-1 1 0 0,-1-1 0 0 0,30 12 0 0 0,-37-17-38 0 0,0 1 0 0 0,1 0 1 0 0,-1 0-1 0 0,0 0 1 0 0,0 1-1 0 0,-1 0 1 0 0,6 5-1 0 0,-8-6-3 0 0,0 0 0 0 0,0 0-1 0 0,-1 1 1 0 0,1-1 0 0 0,-1 1-1 0 0,0 0 1 0 0,0 0 0 0 0,0 0 0 0 0,-1 0-1 0 0,1 0 1 0 0,-1 0 0 0 0,1 5 0 0 0,0 4 4 0 0,-1-1 1 0 0,-1 0-1 0 0,0 0 1 0 0,0 0 0 0 0,-3 17-1 0 0,-1 24-13 0 0,4-51-172 0 0,0 1-1 0 0,0 0 1 0 0,1-1-1 0 0,-1 1 1 0 0,1-1-1 0 0,1 5 1 0 0,2 0-5901 0 0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0:22.519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67 39 3679 0 0,'-1'-4'70'0'0,"0"2"332"0"0,1-1 1 0 0,-1 1-1 0 0,0 0 0 0 0,0 0 1 0 0,1 0-1 0 0,-1-1 1 0 0,-1 1-1 0 0,1 0 0 0 0,0 0 1 0 0,0 0-1 0 0,-1 1 1 0 0,1-1-1 0 0,-1 0 1 0 0,0 1-1 0 0,-2-3 0 0 0,3 4-274 0 0,1 0-1 0 0,-1 0 0 0 0,1 0 1 0 0,-1 0-1 0 0,0 0 0 0 0,1 0 1 0 0,-1 0-1 0 0,1 0 1 0 0,-1 1-1 0 0,1-1 0 0 0,-1 0 1 0 0,1 0-1 0 0,-1 1 0 0 0,1-1 1 0 0,0 0-1 0 0,-1 1 0 0 0,1-1 1 0 0,-1 0-1 0 0,1 1 0 0 0,0-1 1 0 0,-1 0-1 0 0,1 1 0 0 0,0-1 1 0 0,-1 1-1 0 0,1-1 1 0 0,0 1-1 0 0,0-1 0 0 0,0 1 1 0 0,-1 0-1 0 0,-6 18 1199 0 0,6-17-1103 0 0,-5 19 613 0 0,1 1 1 0 0,0 0-1 0 0,2 1 1 0 0,-1 33-1 0 0,9 92 392 0 0,0-103-1138 0 0,-4-41-101 0 0,0 0 0 0 0,0 0 0 0 0,1 0-1 0 0,-1 0 1 0 0,1 0 0 0 0,0 0 0 0 0,0-1 0 0 0,4 7 0 0 0,-2-7-463 0 0,-1-2-170 0 0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0:22.68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6 60 11055 0 0,'-5'-29'1700'0'0,"4"27"-1218"0"0,1 0 0 0 0,0 0 0 0 0,0 0 0 0 0,0 0 0 0 0,0 0 0 0 0,1 0 0 0 0,-1 0 0 0 0,1 0 1 0 0,-1 0-1 0 0,1 0 0 0 0,-1 1 0 0 0,3-4 0 0 0,-3 5-434 0 0,0-1 0 0 0,0 1 1 0 0,0 0-1 0 0,0 0 0 0 0,0 0 0 0 0,1 0 1 0 0,-1 0-1 0 0,0-1 0 0 0,0 1 0 0 0,0 0 1 0 0,0 0-1 0 0,0 0 0 0 0,1 0 0 0 0,-1 0 1 0 0,0 0-1 0 0,0 0 0 0 0,0-1 0 0 0,1 1 1 0 0,-1 0-1 0 0,0 0 0 0 0,0 0 0 0 0,0 0 1 0 0,1 0-1 0 0,-1 0 0 0 0,0 0 0 0 0,0 0 1 0 0,0 0-1 0 0,1 0 0 0 0,-1 0 0 0 0,0 0 1 0 0,0 0-1 0 0,0 0 0 0 0,1 0 0 0 0,-1 1 1 0 0,7 5 660 0 0,2 11-6682 0 0,-4-6-651 0 0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0:23.089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8 0 6911 0 0,'-7'8'14474'0'0,"18"-4"-15965"0"0,-1 2 1822 0 0,0-1 0 0 0,0 2-1 0 0,0-1 1 0 0,-1 1 0 0 0,0 1 0 0 0,16 15 0 0 0,-3 3-329 0 0,18 27 1 0 0,-35-46-2 0 0,-1 0-1 0 0,0 0 1 0 0,0 0 0 0 0,0 0-1 0 0,-1 1 1 0 0,0-1-1 0 0,-1 1 1 0 0,0 0-1 0 0,0 0 1 0 0,-1 0 0 0 0,1 14-1 0 0,-1-18 25 0 0,-2 1 0 0 0,1 0 0 0 0,0-1 1 0 0,-1 1-1 0 0,0-1 0 0 0,0 1 0 0 0,0-1 0 0 0,-1 0 0 0 0,1 0 0 0 0,-1 1 0 0 0,0-1 0 0 0,0 0 0 0 0,-1 0 0 0 0,1-1 0 0 0,-1 1 1 0 0,0 0-1 0 0,0-1 0 0 0,0 0 0 0 0,0 0 0 0 0,-1 0 0 0 0,1 0 0 0 0,-6 3 0 0 0,8-5-7 0 0,-1 0 1 0 0,0 1-1 0 0,1-2 1 0 0,-1 1-1 0 0,0 0 0 0 0,0 0 1 0 0,1 0-1 0 0,-1-1 0 0 0,0 1 1 0 0,0-1-1 0 0,0 0 0 0 0,0 1 1 0 0,0-1-1 0 0,0 0 0 0 0,0 0 1 0 0,0 0-1 0 0,0 0 0 0 0,0-1 1 0 0,1 1-1 0 0,-1 0 0 0 0,0-1 1 0 0,0 1-1 0 0,0-1 0 0 0,0 0 1 0 0,1 0-1 0 0,-1 0 0 0 0,0 1 1 0 0,0-2-1 0 0,1 1 0 0 0,-1 0 1 0 0,1 0-1 0 0,-1 0 0 0 0,1-1 1 0 0,0 1-1 0 0,-1-1 0 0 0,0-1 1 0 0,-3-5-308 0 0,0 0 1 0 0,0 0-1 0 0,1 0 1 0 0,0-1-1 0 0,1 1 0 0 0,-3-11 1 0 0,1 2-7411 0 0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0:23.23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4 245 8287 0 0,'0'-2'231'0'0,"-1"0"0"0"0,0 0 0 0 0,1 0 0 0 0,-1 0 0 0 0,1-1 0 0 0,0 1 0 0 0,0 0 0 0 0,0 0 0 0 0,0 0-1 0 0,0 0 1 0 0,0-1 0 0 0,0 1 0 0 0,1 0 0 0 0,-1 0 0 0 0,1 0 0 0 0,0 0 0 0 0,0 0 0 0 0,-1 0 0 0 0,1 0-1 0 0,0 0 1 0 0,2-2 0 0 0,15-25 4024 0 0,34-43-1 0 0,-40 59-3892 0 0,0 0-1 0 0,0 1 0 0 0,1 0 1 0 0,29-20-1 0 0,-23 22-1474 0 0,-6 7-4184 0 0,1 2-2113 0 0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0:46.35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82 243 919 0 0,'-5'-5'-144'0'0,"1"1"506"0"0,0 0 0 0 0,0-1 0 0 0,0 1 0 0 0,0-1-1 0 0,-5-10 1 0 0,8 14-213 0 0,1 0-1 0 0,-1 0 0 0 0,1 0 1 0 0,-1-1-1 0 0,1 1 0 0 0,0 0 1 0 0,0 0-1 0 0,-1-1 0 0 0,1 1 1 0 0,0 0-1 0 0,0-1 0 0 0,0 1 1 0 0,1 0-1 0 0,-1-1 0 0 0,0 1 1 0 0,0 0-1 0 0,1 0 0 0 0,-1-1 1 0 0,1 1-1 0 0,-1 0 1 0 0,1 0-1 0 0,-1 0 0 0 0,1 0 1 0 0,0 0-1 0 0,-1 0 0 0 0,1 0 1 0 0,0 0-1 0 0,0 0 0 0 0,0 0 1 0 0,0 0-1 0 0,0 0 0 0 0,0 0 1 0 0,2-1-1 0 0,2 0 348 0 0,-1-1-1 0 0,1 1 1 0 0,-1 0 0 0 0,1 0-1 0 0,0 0 1 0 0,-1 1 0 0 0,1-1-1 0 0,0 1 1 0 0,9 0-1 0 0,6-1 790 0 0,23 3 0 0 0,-2-1-307 0 0,-23-1-866 0 0,1-1 1 0 0,-1 0-1 0 0,1-2 1 0 0,-1 0-1 0 0,0-1 1 0 0,-1-1-1 0 0,33-14 1 0 0,-49 19-92 0 0,1 0 0 0 0,0 0 0 0 0,0 0 0 0 0,0 0 0 0 0,-1-1 0 0 0,1 1 0 0 0,0 0 0 0 0,-1-1 0 0 0,1 1-1 0 0,-1-1 1 0 0,0 0 0 0 0,1 1 0 0 0,-1-1 0 0 0,0 0 0 0 0,0 0 0 0 0,0 0 0 0 0,0 0 0 0 0,-1 0 0 0 0,1 0 0 0 0,-1 0 0 0 0,1 0 0 0 0,-1 0 0 0 0,1 0 0 0 0,-1 0 0 0 0,0 0 0 0 0,0 0 0 0 0,0 0 0 0 0,0 0 0 0 0,0-1 0 0 0,-1 1 0 0 0,1 0 0 0 0,-1 0-1 0 0,1 0 1 0 0,-1 0 0 0 0,0 0 0 0 0,0 0 0 0 0,0 1 0 0 0,0-1 0 0 0,0 0 0 0 0,0 0 0 0 0,0 0 0 0 0,-1 1 0 0 0,1-1 0 0 0,0 1 0 0 0,-1-1 0 0 0,0 1 0 0 0,1 0 0 0 0,-1-1 0 0 0,0 1 0 0 0,0 0 0 0 0,1 0 0 0 0,-4-1 0 0 0,3 1 12 0 0,0 0 0 0 0,0 0-1 0 0,-1 0 1 0 0,1 0 0 0 0,-1 1 0 0 0,1-1 0 0 0,-1 1 0 0 0,1-1 0 0 0,-1 1 0 0 0,1 0 0 0 0,-1 0 0 0 0,1 0 0 0 0,-1 0 0 0 0,1 1 0 0 0,-1-1 0 0 0,1 1 0 0 0,-1-1 0 0 0,1 1 0 0 0,-1 0 0 0 0,-3 2 0 0 0,3-1-9 0 0,0 0-1 0 0,1 0 1 0 0,-1 1 0 0 0,0-1-1 0 0,1 1 1 0 0,0 0-1 0 0,0-1 1 0 0,0 1 0 0 0,0 0-1 0 0,0 0 1 0 0,0 1-1 0 0,1-1 1 0 0,0 0 0 0 0,-2 5-1 0 0,-2 10 69 0 0,0 0 0 0 0,2 0 1 0 0,-3 28-1 0 0,3 57 389 0 0,3-49-275 0 0,-1 2 51 0 0,2 0 0 0 0,3 0 1 0 0,3 0-1 0 0,1 0 0 0 0,3-1 0 0 0,27 76 0 0 0,-23-83-77 0 0,-8-24-112 0 0,1-1 0 0 0,19 38 0 0 0,-15-40-33 0 0,43 85-7 0 0,-49-92-19 0 0,0 0 0 0 0,-1 0 0 0 0,-1 1 0 0 0,0 0 0 0 0,3 24 0 0 0,-7-33-7 0 0,0-1 0 0 0,0 1 0 0 0,-1-1 0 0 0,1 1 0 0 0,-1-1 0 0 0,-1 1 0 0 0,1-1 0 0 0,-1 1-1 0 0,1-1 1 0 0,-5 7 0 0 0,2-4 2 0 0,-1 0 0 0 0,0 0 0 0 0,-1-1 1 0 0,1 1-1 0 0,-12 10 0 0 0,2-4 2 0 0,-1-1 0 0 0,-1-1-1 0 0,1-1 1 0 0,-37 19 0 0 0,46-26 31 0 0,1-1-1 0 0,-1-1 1 0 0,0 1-1 0 0,1-1 1 0 0,-15 3-1 0 0,16-5-12 0 0,1 0 0 0 0,0 0 0 0 0,-1 0 0 0 0,1 0 0 0 0,-1-1 0 0 0,1 0 0 0 0,0 0 0 0 0,-1 0 0 0 0,1 0 0 0 0,-8-4 0 0 0,-4-4 237 0 0,-31-21 0 0 0,30 18-130 0 0,-34-18 0 0 0,46 28-309 0 0,-1 0 0 0 0,1 0 0 0 0,-1 0 0 0 0,1 0 0 0 0,-1 1 0 0 0,0 0 1 0 0,0 0-1 0 0,1 0 0 0 0,-1 1 0 0 0,0 0 0 0 0,-6 1 0 0 0,-9 3-7754 0 0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0:14.699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109 164 1375 0 0,'0'-7'342'0'0,"0"-16"1287"0"0,-3-31 1 0 0,2 48-1169 0 0,0 1 1 0 0,0-1-1 0 0,-1 0 1 0 0,1 1-1 0 0,-1-1 0 0 0,0 1 1 0 0,-1-1-1 0 0,1 1 1 0 0,-1 0-1 0 0,-6-8 0 0 0,8 12-320 0 0,0 0-1 0 0,0 0 0 0 0,0 0 1 0 0,0 0-1 0 0,1 0 0 0 0,-1 0 1 0 0,0 1-1 0 0,-1-1 0 0 0,1 0 1 0 0,0 1-1 0 0,0-1 0 0 0,0 1 1 0 0,-2-1-1 0 0,3 1-47 0 0,-1-1 0 0 0,1 1-1 0 0,-1 0 1 0 0,1 0 0 0 0,-1 0 0 0 0,0 1-1 0 0,1-1 1 0 0,-1 0 0 0 0,1 0 0 0 0,-1 0-1 0 0,1 0 1 0 0,-1 0 0 0 0,1 1 0 0 0,-1-1-1 0 0,1 0 1 0 0,-1 0 0 0 0,1 1 0 0 0,0-1-1 0 0,-1 0 1 0 0,1 1 0 0 0,-1 0-1 0 0,-1 1 55 0 0,1 0-1 0 0,0 0 1 0 0,0 0-1 0 0,0 0 0 0 0,0 0 1 0 0,0 0-1 0 0,0 0 0 0 0,1 1 1 0 0,-1-1-1 0 0,1 0 1 0 0,-1 0-1 0 0,1 3 0 0 0,-2 47 224 0 0,6 54 1 0 0,-1-56-324 0 0,-5 65 1 0 0,-30 170 1991 0 0,22-211-1538 0 0,9-64-452 0 0,0 0 0 0 0,1 0 0 0 0,1 13-1 0 0,4-1-5411 0 0,-2-13-717 0 0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0:17.399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79 1839 0 0,'13'-23'3232'0'0,"20"-26"0"0"0,-33 48-3075 0 0,0 1-1 0 0,0-1 0 0 0,1 1 0 0 0,-1 0 0 0 0,0-1 0 0 0,0 1 0 0 0,1 0 0 0 0,-1-1 1 0 0,0 1-1 0 0,1 0 0 0 0,-1 0 0 0 0,0-1 0 0 0,1 1 0 0 0,-1 0 0 0 0,0 0 1 0 0,1-1-1 0 0,-1 1 0 0 0,1 0 0 0 0,-1 0 0 0 0,0 0 0 0 0,1 0 0 0 0,-1 0 1 0 0,1 0-1 0 0,0 0 0 0 0,-1 0-31 0 0,0 0 0 0 0,1 0 1 0 0,-1 0-1 0 0,1 1 0 0 0,-1-1 0 0 0,0 0 1 0 0,1 1-1 0 0,-1-1 0 0 0,0 0 0 0 0,0 1 1 0 0,1-1-1 0 0,-1 0 0 0 0,0 1 0 0 0,0-1 1 0 0,1 1-1 0 0,-1-1 0 0 0,0 0 0 0 0,0 1 1 0 0,0 0-1 0 0,5 24 2073 0 0,-5-22-2062 0 0,11 138 1843 0 0,5 45-1893 0 0,-1-36-264 0 0,-10-94-581 0 0,-3-27-72 0 0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0:17.696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63 8031 0 0,'5'-15'289'0'0,"-4"9"-101"0"0,1 1-1 0 0,0-1 0 0 0,5-8 0 0 0,-7 13-90 0 0,1 0 0 0 0,0 0 0 0 0,0 0 0 0 0,-1 0 0 0 0,1 0 0 0 0,0 0-1 0 0,0 0 1 0 0,0 0 0 0 0,0 0 0 0 0,0 0 0 0 0,1 0 0 0 0,-1 1 0 0 0,0-1-1 0 0,0 0 1 0 0,1 1 0 0 0,-1-1 0 0 0,0 1 0 0 0,0-1 0 0 0,1 1-1 0 0,1-1 1 0 0,-2 2-13 0 0,0-1 0 0 0,1 0 0 0 0,-1 0 0 0 0,0 0 0 0 0,0 1-1 0 0,1-1 1 0 0,-1 0 0 0 0,0 1 0 0 0,0 0 0 0 0,0-1 0 0 0,0 1 0 0 0,0-1 0 0 0,0 1-1 0 0,0 0 1 0 0,0 0 0 0 0,0 0 0 0 0,0 0 0 0 0,0-1 0 0 0,0 1 0 0 0,0 0-1 0 0,-1 1 1 0 0,1-1 0 0 0,0 0 0 0 0,-1 0 0 0 0,1 0 0 0 0,-1 0 0 0 0,1 0-1 0 0,0 2 1 0 0,1 5 162 0 0,0-1-1 0 0,0 1 1 0 0,1 8-1 0 0,-2-15-225 0 0,1 15 268 0 0,-1 0 0 0 0,0 1 0 0 0,-4 31 1 0 0,-12 51 157 0 0,8-57-343 0 0,-6 31-97 0 0,-8 58-2200 0 0,18-101-2914 0 0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0:36.90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45 0 3223 0 0,'-4'1'567'0'0,"1"0"0"0"0,-1 1 1 0 0,0-1-1 0 0,1 1 0 0 0,-1 0 0 0 0,1 0 0 0 0,0 0 0 0 0,0 0 0 0 0,0 0 0 0 0,-5 5 0 0 0,7-6-431 0 0,1-1 0 0 0,0 1 0 0 0,0 0 0 0 0,-1-1 0 0 0,1 1 0 0 0,0-1 0 0 0,0 1 0 0 0,0 0 0 0 0,0-1 0 0 0,0 1 0 0 0,0 0 0 0 0,0-1 0 0 0,0 1 0 0 0,0 0 0 0 0,0-1 0 0 0,0 1 0 0 0,0 0 0 0 0,0-1 0 0 0,0 1 0 0 0,1 0 0 0 0,-1-1 0 0 0,0 1 0 0 0,0-1 0 0 0,1 1 0 0 0,-1 0 0 0 0,0-1 0 0 0,1 1 0 0 0,-1-1 0 0 0,1 1 0 0 0,-1-1 0 0 0,1 1 0 0 0,-1-1 0 0 0,2 1 0 0 0,21 16 1365 0 0,-17-14-1016 0 0,34 25 471 0 0,2-2 0 0 0,1-2 0 0 0,55 22 0 0 0,-78-40-855 0 0,1 0 1 0 0,0-1-1 0 0,1-1 0 0 0,-1-1 0 0 0,1-1 1 0 0,24 0-1 0 0,132-16 536 0 0,-104 7-507 0 0,-41 4-115 0 0,-1-2 1 0 0,1 0-1 0 0,-1-3 0 0 0,31-10 0 0 0,-57 15-140 0 0,0 0 0 0 0,0 0 0 0 0,0 0 0 0 0,7-5-1 0 0,6-11-3469 0 0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0:37.129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10 27 6911 0 0,'-2'-2'154'0'0,"1"1"-98"0"0,0 0 0 0 0,1 0 0 0 0,-1 0 0 0 0,0 0 1 0 0,0 0-1 0 0,1-1 0 0 0,-1 1 0 0 0,1 0 1 0 0,-1 0-1 0 0,0-2 0 0 0,2 2-1 0 0,-1 1 0 0 0,0-1 0 0 0,0 1 0 0 0,0-1 0 0 0,1 1-1 0 0,-1-1 1 0 0,0 1 0 0 0,1 0 0 0 0,-1-1 0 0 0,0 1 0 0 0,1-1 0 0 0,-1 1 0 0 0,0 0 0 0 0,1-1-1 0 0,-1 1 1 0 0,1 0 0 0 0,-1-1 0 0 0,1 1 0 0 0,-1 0 0 0 0,1 0 0 0 0,-1-1 0 0 0,1 1 0 0 0,-1 0-1 0 0,1 0 1 0 0,-1 0 0 0 0,1 0 0 0 0,-1 0 0 0 0,1 0 0 0 0,0 0 0 0 0,0 0 0 0 0,7-1 708 0 0,0 0 0 0 0,0 1 0 0 0,1 0 0 0 0,-1 1 0 0 0,0 0 1 0 0,0 0-1 0 0,10 3 0 0 0,18 2 533 0 0,74 3 286 0 0,90 13 424 0 0,-197-21-1945 0 0,1 0-1 0 0,0 0 1 0 0,0 0-1 0 0,-1 0 1 0 0,1 1 0 0 0,-1 0-1 0 0,1-1 1 0 0,3 4 0 0 0,-6-4-50 0 0,-1-1 0 0 0,1 1-1 0 0,0 0 1 0 0,-1-1 0 0 0,1 1 0 0 0,0 0 0 0 0,-1-1 0 0 0,1 1 0 0 0,-1 0 0 0 0,0 0 0 0 0,1-1 0 0 0,-1 1 0 0 0,1 0 0 0 0,-1 0-1 0 0,0 0 1 0 0,0 0 0 0 0,0 0 0 0 0,1-1 0 0 0,-1 1 0 0 0,0 0 0 0 0,0 0 0 0 0,0 0 0 0 0,0 0 0 0 0,0 0 0 0 0,-1 0-1 0 0,1 0 1 0 0,0-1 0 0 0,0 1 0 0 0,-1 0 0 0 0,1 0 0 0 0,0 0 0 0 0,-1 0 0 0 0,1-1 0 0 0,-1 1 0 0 0,1 0 0 0 0,-1 0 0 0 0,1-1-1 0 0,-1 1 1 0 0,1 0 0 0 0,-2 0 0 0 0,-8 9 25 0 0,-1 0-1 0 0,0-1 1 0 0,0-1 0 0 0,-21 13-1 0 0,5-4 14 0 0,-2 3-169 0 0,-31 20-362 0 0,23-12-4829 0 0,7-2-1411 0 0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0:43.406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0 0 3295 0 0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0:44.47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9 455 0 0,'3'-3'321'0'0,"-3"3"-270"0"0,0-1-1 0 0,1 1 0 0 0,-1 0 0 0 0,0-1 0 0 0,1 1 1 0 0,-1 0-1 0 0,0-1 0 0 0,1 1 0 0 0,-1 0 1 0 0,1-1-1 0 0,-1 1 0 0 0,0 0 0 0 0,1 0 1 0 0,-1-1-1 0 0,1 1 0 0 0,-1 0 0 0 0,1 0 1 0 0,-1 0-1 0 0,1 0 0 0 0,-1 0 0 0 0,1 0 0 0 0,-1 0 1 0 0,1 0-1 0 0,-1 0 0 0 0,1 0 0 0 0,-1 0 1 0 0,1 0-1 0 0,-1 0 0 0 0,1 0 0 0 0,-1 0 1 0 0,0 0-1 0 0,1 0 0 0 0,-1 1 0 0 0,1-1 1 0 0,0 0-1 0 0,42 8-124 0 0,-16 4 10 0 0,-17-8 64 0 0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0:48.90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35 919 0 0,'0'-1'47'0'0,"1"-1"0"0"0,-1 1 0 0 0,0-1 0 0 0,0 1 0 0 0,1-1 0 0 0,-1 1-1 0 0,1-1 1 0 0,0 1 0 0 0,-1 0 0 0 0,1-1 0 0 0,0 1 0 0 0,0 0 0 0 0,0-1-1 0 0,0 1 1 0 0,0 0 0 0 0,0 0 0 0 0,0 0 0 0 0,0 0 0 0 0,0 0 0 0 0,1 0-1 0 0,-1 0 1 0 0,0 0 0 0 0,1 1 0 0 0,-1-1 0 0 0,0 0 0 0 0,1 1 0 0 0,-1-1-1 0 0,1 1 1 0 0,-1-1 0 0 0,1 1 0 0 0,-1 0 0 0 0,1 0 0 0 0,1 0 0 0 0,3-1 59 0 0,0 0 1 0 0,0 1 0 0 0,0 0 0 0 0,0 1 0 0 0,0-1 0 0 0,0 1 0 0 0,6 2-1 0 0,26 16-994 0 0,-28-16 536 0 0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0:51.41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23 44 919 0 0,'0'-1'67'0'0,"0"0"-18"0"0,0-2 535 0 0,0 0 0 0 0,-1 1 0 0 0,1-1 0 0 0,-1 0-1 0 0,1 0 1 0 0,-1 0 0 0 0,0 1 0 0 0,0-1 0 0 0,-1 0-1 0 0,1 1 1 0 0,-1-1 0 0 0,1 1 0 0 0,-3-4 0 0 0,3 6 125 0 0,-5 0-303 0 0,6 0-350 0 0,0 0 1 0 0,0 0-1 0 0,0 0 0 0 0,0 0 1 0 0,0 0-1 0 0,0 1 0 0 0,-1-1 1 0 0,1 0-1 0 0,0 0 1 0 0,0 0-1 0 0,0 0 0 0 0,0 0 1 0 0,0 0-1 0 0,0 1 0 0 0,0-1 1 0 0,0 0-1 0 0,0 0 1 0 0,0 0-1 0 0,0 0 0 0 0,0 0 1 0 0,0 1-1 0 0,0-1 0 0 0,0 0 1 0 0,0 0-1 0 0,0 0 0 0 0,0 0 1 0 0,0 0-1 0 0,0 1 1 0 0,0-1-1 0 0,0 0 0 0 0,1 0 1 0 0,-1 0-1 0 0,0 0 0 0 0,0 0 1 0 0,0 0-1 0 0,0 0 1 0 0,0 1-1 0 0,0-1 0 0 0,0 0 1 0 0,0 0-1 0 0,0 0 0 0 0,1 0 1 0 0,-1 0-1 0 0,0 0 0 0 0,0 0 1 0 0,0 0-1 0 0,0 0 1 0 0,1 0-1 0 0,26 42 615 0 0,-21-34-665 0 0,0 0 0 0 0,1-1 1 0 0,0 0-1 0 0,0 0 1 0 0,0-1-1 0 0,1 1 1 0 0,0-2-1 0 0,13 8 1 0 0,-10-6 89 0 0,0 1 0 0 0,-1-1 0 0 0,19 19 0 0 0,-22-18-79 0 0,0-1 0 0 0,1-1 0 0 0,-1 1 0 0 0,1-2 0 0 0,0 1 0 0 0,1-1-1 0 0,-1 0 1 0 0,1 0 0 0 0,12 3 0 0 0,1-1-11 0 0,0-1 0 0 0,43 6 0 0 0,33 10 177 0 0,-72-15-7 0 0,-1-1 0 0 0,1-1-1 0 0,1-2 1 0 0,43 1-1 0 0,-49-6-30 0 0,1-2-1 0 0,-1-1 0 0 0,0 0 1 0 0,35-15-1 0 0,-16 6 4 0 0,113-47 400 0 0,-30 11-454 0 0,-109 44-74 0 0,0 0-1 0 0,0-1 1 0 0,-1-1-1 0 0,0-1 0 0 0,0 1 1 0 0,13-14-1 0 0,-24 21-19 0 0,0-1 0 0 0,0 0 0 0 0,0 0 0 0 0,0 0 0 0 0,0 0 0 0 0,0 0 0 0 0,0 0 0 0 0,-1-1 0 0 0,1 1 0 0 0,1-5 0 0 0,-5 6 0 0 0,-14 11 0 0 0,1 2 0 0 0,1 0 0 0 0,0 0 0 0 0,-18 23 0 0 0,-58 74 70 0 0,71-89-72 0 0,-1-2 1 0 0,-1 0 0 0 0,-26 18-1 0 0,36-29 47 0 0,1-2 1 0 0,-1 1-1 0 0,0-2 0 0 0,0 1 0 0 0,-1-2 1 0 0,1 1-1 0 0,-1-2 0 0 0,0 1 0 0 0,-14 0 1 0 0,-14-1 323 0 0,-56-3 0 0 0,69 0-242 0 0,-2-1-120 0 0,-141-7 88 0 0,129 5-72 0 0,1-3 0 0 0,-47-12-1 0 0,55 9-22 0 0,0-2 0 0 0,-40-20 0 0 0,67 29 0 0 0,-1 0 0 0 0,1 0 0 0 0,0 0 0 0 0,0-1 0 0 0,1 0 0 0 0,-1 0 0 0 0,1 0 0 0 0,-1 0 0 0 0,1-1 0 0 0,1 1 0 0 0,-1-1 0 0 0,1 0 0 0 0,-1 0 0 0 0,-3-11 0 0 0,4 10 0 0 0,1 2 0 0 0,0 0 0 0 0,0 0 0 0 0,0 0 0 0 0,0 0 0 0 0,-1 0 0 0 0,0 0 0 0 0,0 1 0 0 0,0-1 0 0 0,-5-4 0 0 0,8 8 0 0 0,-3-1 0 0 0,6 7 0 0 0,11 12 0 0 0,2-1 0 0 0,0 0 0 0 0,0-1 0 0 0,2-1 0 0 0,0-1 0 0 0,0 0 0 0 0,2-2 0 0 0,-1 0 0 0 0,35 15 0 0 0,-38-20 0 0 0,1-1 0 0 0,-1-1 0 0 0,1 0 0 0 0,0-1 0 0 0,0-1 0 0 0,0 0 0 0 0,1-2 0 0 0,-1 0 0 0 0,0 0 0 0 0,1-2 0 0 0,-1 0 0 0 0,0-1 0 0 0,21-5 0 0 0,31-12 162 0 0,-1-2 0 0 0,108-50 0 0 0,-149 59-66 0 0,35-15 320 0 0,80-48 0 0 0,-130 67-389 0 0,-1 0 0 0 0,13-12 0 0 0,-19 16-28 0 0,-1 0 0 0 0,0-1 0 0 0,0 1 0 0 0,-1-1 1 0 0,1 0-1 0 0,-1 0 0 0 0,5-10 0 0 0,-8 15 1 0 0,0 0 0 0 0,1-1 0 0 0,-1 1 0 0 0,0 0 0 0 0,0-1 0 0 0,1 1 0 0 0,-1 0 0 0 0,0-1 0 0 0,0 1 0 0 0,0-1 0 0 0,0 1 0 0 0,0-1 0 0 0,0 1 0 0 0,1 0 0 0 0,-1-1 0 0 0,0 1 0 0 0,0-1 0 0 0,0 1 0 0 0,0-1 0 0 0,-1 1 0 0 0,1 0 0 0 0,0-1 0 0 0,0 1 0 0 0,0-1 0 0 0,0 1 0 0 0,0 0 0 0 0,0-1 0 0 0,-1 1 0 0 0,1-1 0 0 0,0 1 0 0 0,0 0 0 0 0,-1-1 0 0 0,1 1 0 0 0,0 0 0 0 0,0-1 0 0 0,-1 1 0 0 0,1 0 0 0 0,0 0 0 0 0,-1-1 0 0 0,1 1 0 0 0,0 0 0 0 0,-1 0 0 0 0,1 0 0 0 0,-1-1 0 0 0,1 1 0 0 0,0 0 0 0 0,-1 0 0 0 0,1 0 0 0 0,-1 0 0 0 0,1 0 0 0 0,-1 0 0 0 0,1 0 0 0 0,0 0 0 0 0,-1 0 0 0 0,1 0 0 0 0,-1 0 0 0 0,1 0 0 0 0,-1 0 0 0 0,1 0 0 0 0,0 0 0 0 0,-1 1 0 0 0,-3-1 0 0 0,1 1 0 0 0,0 0 0 0 0,-1 0 0 0 0,1 0 0 0 0,-6 4 0 0 0,-3 6-284 0 0,10-7-776 0 0,-5 4-5660 0 0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9:42.13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 77 6447 0 0,'0'-2'2572'0'0,"0"2"-2520"0"0,0 0 1 0 0,0 0-1 0 0,0 0 1 0 0,0 0-1 0 0,0 0 1 0 0,0 0-1 0 0,0 0 0 0 0,0 0 1 0 0,0 0-1 0 0,0 0 1 0 0,-1 0-1 0 0,1 0 1 0 0,0 0-1 0 0,0 0 1 0 0,0 0-1 0 0,0 0 1 0 0,0 0-1 0 0,0 0 1 0 0,0 0-1 0 0,0 0 1 0 0,9-7 4845 0 0,9-2-4055 0 0,0 1 0 0 0,1 0 0 0 0,0 2 1 0 0,22-6-1 0 0,86-10-405 0 0,-115 21-398 0 0,1 0 1 0 0,17 1 0 0 0,-25 0-253 0 0,0 1 0 0 0,-1-1 0 0 0,1 1 0 0 0,-1 0 1 0 0,1 1-1 0 0,-1-1 0 0 0,0 1 0 0 0,1-1 0 0 0,6 6 1 0 0,-4-1-6155 0 0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9:42.29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33 57 6447 0 0,'-32'3'5400'0'0,"95"-22"1683"0"0,6-1-5583 0 0,-39 13-1769 0 0,0 2 0 0 0,42-3 0 0 0,-34 8-6731 0 0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0:37.98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674 62 4143 0 0,'9'-11'312'0'0,"-8"8"-78"0"0,1 1-1 0 0,-1-1 1 0 0,1 1-1 0 0,0 0 1 0 0,0 0-1 0 0,0 0 1 0 0,0 0-1 0 0,5-3 1 0 0,2-1 1406 0 0,18-11 1501 0 0,-26 16-2946 0 0,0 0 0 0 0,0 1-1 0 0,0-1 1 0 0,0 1 0 0 0,0 0-1 0 0,0-1 1 0 0,0 1 0 0 0,0 0 0 0 0,0 0-1 0 0,0-1 1 0 0,0 1 0 0 0,0 0-1 0 0,1 0 1 0 0,-1 0 0 0 0,0 0 0 0 0,0 1-1 0 0,0-1 1 0 0,0 0 0 0 0,0 0-1 0 0,0 1 1 0 0,0-1 0 0 0,2 1 0 0 0,-2 0-118 0 0,-1 0 0 0 0,1 0-1 0 0,0 0 1 0 0,-1 0 0 0 0,1 0 0 0 0,-1 0 0 0 0,0 0 0 0 0,1 0 0 0 0,-1 0 0 0 0,0 0 0 0 0,1 0 0 0 0,-1 0 0 0 0,0 0 0 0 0,0 0 0 0 0,0 0 0 0 0,0 0 0 0 0,0 0 0 0 0,0 0 0 0 0,0 0 0 0 0,0 1 0 0 0,0-1 0 0 0,-1 0 0 0 0,1 0 0 0 0,0 0 0 0 0,-1 0 0 0 0,1 0 0 0 0,-1 0 0 0 0,1 0 0 0 0,-1 0 0 0 0,0-1 0 0 0,0 2 0 0 0,-1 2-62 0 0,-1 0 1 0 0,0 0 0 0 0,0 0 0 0 0,0 0 0 0 0,0-1 0 0 0,-4 4 0 0 0,-8 3 8 0 0,0 0 0 0 0,-1-1 0 0 0,0-1 0 0 0,-1 0 0 0 0,0-1 1 0 0,0-1-1 0 0,-28 6 0 0 0,-129 15-48 0 0,161-26 31 0 0,-42 6-6 0 0,-179 14 9 0 0,219-21 105 0 0,-25-2-1 0 0,34 1-376 0 0,0 0 0 0 0,1 0 0 0 0,-1-1 0 0 0,1 1 0 0 0,-1-1 0 0 0,1 0 0 0 0,-9-5 0 0 0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0:38.30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302 68 3223 0 0,'12'-23'1099'0'0,"-9"18"341"0"0,-1-1 0 0 0,0 1-1 0 0,-1-1 1 0 0,3-8 0 0 0,-4 13-1325 0 0,0 1-1 0 0,0 0 1 0 0,0 0 0 0 0,0-1 0 0 0,0 1 0 0 0,0 0 0 0 0,0 0 0 0 0,0-1 0 0 0,0 1 0 0 0,0 0-1 0 0,0-1 1 0 0,-1 1 0 0 0,1 0 0 0 0,0 0 0 0 0,0-1 0 0 0,0 1 0 0 0,0 0 0 0 0,0 0-1 0 0,0-1 1 0 0,-1 1 0 0 0,1 0 0 0 0,0 0 0 0 0,0 0 0 0 0,0-1 0 0 0,-1 1 0 0 0,1 0 0 0 0,0 0-1 0 0,0 0 1 0 0,-1 0 0 0 0,1-1 0 0 0,0 1 0 0 0,-1 0 0 0 0,-12-1 1827 0 0,-13 8-506 0 0,25-7-1357 0 0,-33 10 675 0 0,6-2-331 0 0,1 1 0 0 0,-1 1 1 0 0,1 1-1 0 0,-41 24 0 0 0,61-30-290 0 0,-1 1 0 0 0,1 0 0 0 0,1 0 0 0 0,-1 1 0 0 0,-6 8 0 0 0,11-12-93 0 0,0 0-1 0 0,0-1 0 0 0,0 1 1 0 0,0 0-1 0 0,0 0 1 0 0,1 0-1 0 0,-1 1 1 0 0,1-1-1 0 0,0 0 0 0 0,0 0 1 0 0,0 1-1 0 0,1-1 1 0 0,-1 0-1 0 0,1 1 0 0 0,0-1 1 0 0,0 8-1 0 0,0-9-17 0 0,1 0 0 0 0,0 1 0 0 0,0-1 0 0 0,-1 0 0 0 0,1 0 0 0 0,1 0 1 0 0,-1 0-1 0 0,0 0 0 0 0,0 0 0 0 0,1 0 0 0 0,-1 0 0 0 0,1 0 0 0 0,0 0 0 0 0,3 2 0 0 0,-1-1 19 0 0,-1-1 0 0 0,1 0 0 0 0,0 0 0 0 0,0 0 0 0 0,1 0 0 0 0,-1-1 0 0 0,6 2 0 0 0,6 0 59 0 0,-1-1 0 0 0,1 0 1 0 0,22-2-1 0 0,-36 0-97 0 0,9 0-60 0 0,-6 0-76 0 0,0 0 0 0 0,0 0 1 0 0,0 0-1 0 0,0 1 1 0 0,0-1-1 0 0,6 3 0 0 0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0:52.716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69 12 6447 0 0,'-1'-1'147'0'0,"-1"-1"-1"0"0,1 1 1 0 0,0 0-1 0 0,-1 0 1 0 0,1 0-1 0 0,-1 1 0 0 0,1-1 1 0 0,-1 0-1 0 0,0 0 1 0 0,1 1-1 0 0,-1-1 1 0 0,0 1-1 0 0,1 0 0 0 0,-1-1 1 0 0,0 1-1 0 0,1 0 1 0 0,-1 0-1 0 0,0 0 1 0 0,0 0-1 0 0,1 0 0 0 0,-1 1 1 0 0,0-1-1 0 0,0 0 1 0 0,1 1-1 0 0,-1-1 0 0 0,1 1 1 0 0,-1 0-1 0 0,0 0 1 0 0,1-1-1 0 0,-1 1 1 0 0,1 0-1 0 0,-1 0 0 0 0,1 0 1 0 0,0 0-1 0 0,0 1 1 0 0,-1-1-1 0 0,1 0 1 0 0,0 1-1 0 0,0-1 0 0 0,0 0 1 0 0,0 1-1 0 0,0-1 1 0 0,1 1-1 0 0,-1 0 1 0 0,0-1-1 0 0,1 1 0 0 0,-1 0 1 0 0,1-1-1 0 0,-1 1 1 0 0,1 0-1 0 0,0-1 1 0 0,0 1-1 0 0,0 0 0 0 0,0 0 1 0 0,0 2-1 0 0,1 1-12 0 0,0-1-1 0 0,0 1 1 0 0,0-1-1 0 0,1 0 0 0 0,-1 1 1 0 0,1-1-1 0 0,0 0 1 0 0,1 0-1 0 0,-1 0 0 0 0,1 0 1 0 0,-1-1-1 0 0,1 1 1 0 0,0-1-1 0 0,1 1 1 0 0,-1-1-1 0 0,0 0 0 0 0,1 0 1 0 0,7 4-1 0 0,6 4 401 0 0,0-1-1 0 0,36 13 1 0 0,-52-22-510 0 0,363 135 2128 0 0,-344-129-2129 0 0,1-1 0 0 0,0-1 1 0 0,0-1-1 0 0,0 0 0 0 0,1-2 0 0 0,-1-1 0 0 0,1 0 0 0 0,-1-2 0 0 0,1 0 1 0 0,-1-1-1 0 0,1-2 0 0 0,-1 0 0 0 0,41-14 0 0 0,-10-3-1 0 0,80-47 1 0 0,41-41 8 0 0,-154 97-31 0 0,-8 4 2 0 0,90-53 60 0 0,-166 92-62 0 0,-123 41 0 0 0,90-47 72 0 0,-2-5 0 0 0,-197 16 0 0 0,248-35-46 0 0,0-2-1 0 0,1-1 1 0 0,-1-4 0 0 0,-53-11-1 0 0,86 14-1481 0 0,0 1-5824 0 0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4:23.33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 7 1612 0 0,'-11'-6'10037'0'0,"41"39"-2813"0"0,-17-20-6961 0 0,0 0-1 0 0,20 15 0 0 0,-14-16-262 0 0,0-1 0 0 0,0-1 0 0 0,25 9 0 0 0,62 16 0 0 0,-58-20 0 0 0,-18-7-661 0 0,2-2-1 0 0,-1-1 1 0 0,1-1-1 0 0,-1-2 1 0 0,57-3-1 0 0,-36-3-2223 0 0,87-18 0 0 0,47-25 930 0 0,-134 33 2190 0 0,0-3-1 0 0,-2-3 1 0 0,60-31 0 0 0,-109 51-110 0 0,-1 0 0 0 0,1-1 0 0 0,0 1-1 0 0,-1 0 1 0 0,1-1 0 0 0,0 1 0 0 0,-1-1 0 0 0,1 1 0 0 0,-1-1 0 0 0,1 1 0 0 0,0-1 0 0 0,-1 1 0 0 0,0-1 0 0 0,1 0 0 0 0,-3-3 1713 0 0,2 4-1743 0 0,0-1 0 0 0,-1 1 0 0 0,1 0 0 0 0,0 0 0 0 0,0 0 1 0 0,-1 0-1 0 0,1 0 0 0 0,0 0 0 0 0,0 0 0 0 0,-1 0 0 0 0,1 0 0 0 0,-30 0 4456 0 0,22 0-4420 0 0,-26 2 545 0 0,16 1-1268 0 0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4:23.68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113 23 460 0 0,'-16'1'188'0'0,"4"0"2528"0"0,1 0 0 0 0,-1 1 0 0 0,1 0 0 0 0,-1 0 0 0 0,1 1 0 0 0,-13 6 0 0 0,24-9-2716 0 0,0 0 0 0 0,0 0 0 0 0,0 0 0 0 0,-1 0 0 0 0,1 0 0 0 0,0 0 0 0 0,0 0 0 0 0,0 0 0 0 0,0 0 0 0 0,-1 0 0 0 0,1 0 0 0 0,0 0 0 0 0,0 1 0 0 0,0-1 0 0 0,0 0 0 0 0,0 0 0 0 0,0 0 0 0 0,-1 0 0 0 0,1 0 0 0 0,0 0 0 0 0,0 1 0 0 0,0-1 0 0 0,0 0 0 0 0,0 0 0 0 0,0 0 0 0 0,0 0 0 0 0,0 1 0 0 0,0-1 0 0 0,0 0 0 0 0,0 0 0 0 0,0 0 0 0 0,0 0 0 0 0,0 1 0 0 0,0-1 0 0 0,0 0 0 0 0,0 0 0 0 0,0 0 0 0 0,0 0 0 0 0,0 1 0 0 0,0-1 0 0 0,0 0 0 0 0,0 0 0 0 0,0 0 0 0 0,0 0 0 0 0,0 1 0 0 0,0-1 0 0 0,11 6 0 0 0,19 3 0 0 0,-27-8 0 0 0,37 8 4 0 0,0-2-1 0 0,75 4 0 0 0,83-11-105 0 0,-178-1 67 0 0,100-6-4314 0 0,182-35 1 0 0,-200 19 7755 0 0,-34 6 2010 0 0,-67 16-5425 0 0,0 1-3 0 0,1 0 0 0 0,-1-1 0 0 0,0 1 0 0 0,0 0 1 0 0,1-1-1 0 0,-1 1 0 0 0,0 0 0 0 0,0 0 0 0 0,1 0 0 0 0,-1 0 1 0 0,0 1-1 0 0,1-1 0 0 0,-1 0 0 0 0,0 0 0 0 0,0 1 0 0 0,2 0 1 0 0,-1 2-202 0 0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4:24.65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 62 688 0 0,'-17'-18'17076'0'0,"21"22"-16598"0"0,6 6-124 0 0,1-1 1 0 0,1 1 0 0 0,22 13-1 0 0,-3-8-354 0 0,0-2 0 0 0,1-1 0 0 0,35 8 0 0 0,100 15 0 0 0,-128-30-592 0 0,1-1 0 0 0,71-2-1 0 0,-70-5-1125 0 0,0-2 1 0 0,63-15-1 0 0,34-22-2161 0 0,64-38 3843 0 0,-180 71-41 0 0,20-11 109 0 0,-29 13 252 0 0,0 1 1 0 0,0 0-1 0 0,1 1 1 0 0,31 2 7324 0 0,-44 4-7327 0 0,-1 0-213 0 0,0 0 1 0 0,0-1-1 0 0,1 1 1 0 0,-1-1 0 0 0,0 1-1 0 0,0-1 1 0 0,0 1-1 0 0,0 0 1 0 0,0-1-1 0 0,0 1 1 0 0,0-1-1 0 0,0 1 1 0 0,0-1-1 0 0,0 1 1 0 0,0 0-1 0 0,0-1 1 0 0,-1 1-1 0 0,1-1 1 0 0,0 1-1 0 0,0-1 1 0 0,-1 1-1 0 0,1-1 1 0 0,-1 1 0 0 0,-5 7-290 0 0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4:25.06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109 121 1152 0 0,'-33'4'8075'0'0,"-18"13"-1694"0"0,32-11-2329 0 0,19-6-4052 0 0,0 0 0 0 0,-1 0 0 0 0,1 0 0 0 0,0 0 0 0 0,0 0 0 0 0,0 0 0 0 0,-1 0 0 0 0,1 0 0 0 0,0 0 0 0 0,0 0 0 0 0,-1 1 0 0 0,1-1 0 0 0,0 0 0 0 0,0 0 0 0 0,0 0 0 0 0,-1 0 0 0 0,1 0 0 0 0,0 0 0 0 0,0 1 0 0 0,0-1 0 0 0,0 0 0 0 0,-1 0 0 0 0,1 0 0 0 0,0 0 0 0 0,0 1 0 0 0,0-1 0 0 0,0 0 0 0 0,0 0 0 0 0,0 0 0 0 0,0 1 0 0 0,-1-1 0 0 0,1 0 0 0 0,0 0 0 0 0,0 1 0 0 0,8 3 0 0 0,16 1 0 0 0,-23-5 0 0 0,27 3-926 0 0,1-1-1 0 0,-1-2 1 0 0,1 0-1 0 0,-1-2 1 0 0,48-9 0 0 0,140-45-5283 0 0,-142 34 7391 0 0,103-35-130 0 0,-172 55-395 0 0,24-15 6145 0 0,-29 17-6808 0 0,0 0 0 0 0,0 0 0 0 0,1 0 0 0 0,-1 0 0 0 0,0 0 0 0 0,0 0 0 0 0,0 0 0 0 0,0 0 0 0 0,0 0 0 0 0,1 0 0 0 0,-1 0 0 0 0,0 0 0 0 0,0 0 0 0 0,0 0 0 0 0,0 0 0 0 0,0 0 0 0 0,0 0 0 0 0,0 1 0 0 0,1-1 0 0 0,-1 0 0 0 0,0 0 0 0 0,0 0 0 0 0,0 0 0 0 0,0 0 1 0 0,0 0-1 0 0,0 0 0 0 0,0 0 0 0 0,0 1 0 0 0,0-1 0 0 0,1 0 0 0 0,-1 0 0 0 0,0 0 0 0 0,0 0 0 0 0,0 0 0 0 0,0 0 0 0 0,0 0 0 0 0,0 1 0 0 0,0-1 0 0 0,0 0 0 0 0,0 0 0 0 0,0 0 0 0 0,0 0 0 0 0,0 1 0 0 0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2:10.15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33 48 1375 0 0,'-17'0'18450'0'0,"4"14"-18186"0"0,13-14-248 0 0,-1 0 0 0 0,1 0 0 0 0,0 0 0 0 0,0 1 0 0 0,0-1 0 0 0,0 0 0 0 0,0 0 0 0 0,-1 0 0 0 0,1 1 0 0 0,0-1 0 0 0,0 0 0 0 0,0 0 0 0 0,0 0 0 0 0,0 1 0 0 0,0-1 0 0 0,0 0 0 0 0,0 0 0 0 0,0 1 0 0 0,0-1 0 0 0,0 0 0 0 0,0 0 0 0 0,0 0 0 0 0,0 1 0 0 0,0-1 0 0 0,0 0 0 0 0,0 0 0 0 0,0 1 0 0 0,0-1 0 0 0,0 0 0 0 0,0 0 0 0 0,0 0 0 0 0,1 1 0 0 0,-1-1 0 0 0,0 0 0 0 0,0 0 0 0 0,0 0 0 0 0,0 0 0 0 0,0 1 0 0 0,1-1 0 0 0,-1 0 0 0 0,0 0 0 0 0,0 0 0 0 0,0 0 0 0 0,1 0 0 0 0,-1 0 0 0 0,0 1 0 0 0,0-1 0 0 0,0 0 0 0 0,1 0 0 0 0,-1 0 0 0 0,0 0 0 0 0,0 0 0 0 0,1 0 0 0 0,9 2 353 0 0,-4-3-198 0 0,0 0-1 0 0,0 0 1 0 0,0 0 0 0 0,0-1-1 0 0,6-2 1 0 0,10-3 135 0 0,-3 3-159 0 0,0 0 0 0 0,0 2-1 0 0,28-1 1 0 0,-24 2-113 0 0,-1-2 0 0 0,0 0-1 0 0,0-1 1 0 0,0-1 0 0 0,31-12 0 0 0,-48 16-8 0 0,0-1 28 0 0,0 0 1 0 0,0 1-1 0 0,0-1 1 0 0,9 0-1 0 0,-14 2-53 0 0,0 0-1 0 0,0 0 0 0 0,1 0 1 0 0,-1 0-1 0 0,0 0 0 0 0,0 0 0 0 0,0 0 1 0 0,0 0-1 0 0,0 0 0 0 0,0 0 0 0 0,0 0 1 0 0,0 0-1 0 0,0 0 0 0 0,1 0 1 0 0,-1 0-1 0 0,0 0 0 0 0,0 0 0 0 0,0 0 1 0 0,0 0-1 0 0,0 0 0 0 0,0 0 0 0 0,0 0 1 0 0,0 1-1 0 0,0-1 0 0 0,1 0 0 0 0,-1 0 1 0 0,0 0-1 0 0,0 0 0 0 0,0 0 1 0 0,0 0-1 0 0,0 0 0 0 0,0 0 0 0 0,0 0 1 0 0,0 0-1 0 0,0 0 0 0 0,0 1 0 0 0,0-1 1 0 0,0 0-1 0 0,0 0 0 0 0,0 0 1 0 0,0 0-1 0 0,0 0 0 0 0,0 0 0 0 0,0 0 1 0 0,0 0-1 0 0,0 0 0 0 0,0 1 0 0 0,0-1 1 0 0,0 0-1 0 0,0 0 0 0 0,0 0 0 0 0,0 0 1 0 0,0 0-1 0 0,0 0 0 0 0,0 0 1 0 0,0 0-1 0 0,0 0 0 0 0,0 1 0 0 0,0-1 1 0 0,0 0-1 0 0,-7 8 5 0 0,1 0-1071 0 0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2:11.41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46 6 1375 0 0,'-3'-2'1742'0'0,"-5"-1"-43"0"0,-1 6 3367 0 0,5-1-4864 0 0,2-2-123 0 0,1 1-1 0 0,-1 0 1 0 0,1 0-1 0 0,0-1 0 0 0,-1 1 1 0 0,1 0-1 0 0,-1 0 0 0 0,1 0 1 0 0,0 1-1 0 0,0-1 1 0 0,0 0-1 0 0,-2 2 0 0 0,3-3 26 0 0,0 1-1 0 0,-1-1 0 0 0,1 1 1 0 0,0-1-1 0 0,0 1 0 0 0,-1-1 1 0 0,1 1-1 0 0,0-1 0 0 0,0 1 1 0 0,0-1-1 0 0,0 1 1 0 0,-1-1-1 0 0,1 1 0 0 0,0 0 1 0 0,0-1-1 0 0,0 1 0 0 0,0-1 1 0 0,0 1-1 0 0,0-1 0 0 0,1 1 1 0 0,-1-1-1 0 0,0 1 0 0 0,0 0 1 0 0,0-1-1 0 0,0 1 0 0 0,1-1 1 0 0,-1 1-1 0 0,0-1 0 0 0,0 1 1 0 0,1-1-1 0 0,1 2 1981 0 0,2 2-1834 0 0,-4-4-262 0 0,2 3 140 0 0,1-1-1 0 0,-1 0 1 0 0,1 1 0 0 0,-1-1-1 0 0,1 0 1 0 0,0 0 0 0 0,0-1-1 0 0,0 1 1 0 0,0-1 0 0 0,0 1 0 0 0,0-1-1 0 0,0 0 1 0 0,0 0 0 0 0,1 0-1 0 0,-1-1 1 0 0,0 1 0 0 0,1-1 0 0 0,6 0-1 0 0,7-2 80 0 0,0 1 0 0 0,0 0 0 0 0,1 1 0 0 0,-1 1 0 0 0,0 0 0 0 0,1 1 0 0 0,27 8 0 0 0,-32-6-140 0 0,-1-2 0 0 0,1 1 0 0 0,0-2 0 0 0,18 1 0 0 0,52-5 108 0 0,-61 0-147 0 0,0 2 0 0 0,0 1 1 0 0,1 1-1 0 0,33 5 0 0 0,-31-1-9 0 0,0-2 1 0 0,0 0 0 0 0,0-1-1 0 0,1-2 1 0 0,42-4-1 0 0,-28 1 24 0 0,0 3 0 0 0,62 6-1 0 0,-91-6 21 0 0,-1-1 0 0 0,1 0-1 0 0,0 0 1 0 0,0-1 0 0 0,-1 0 0 0 0,1-1 0 0 0,16-7-1 0 0,-12 5-5 0 0,0 0 0 0 0,26-4-1 0 0,-39 9-43 0 0,0 0 0 0 0,0 0-1 0 0,0 0 1 0 0,0 0 0 0 0,-1 0-1 0 0,1 0 1 0 0,0 1 0 0 0,0-1-1 0 0,2 1 1 0 0,-4-1-10 0 0,0 0-1 0 0,0 0 1 0 0,0 0 0 0 0,1 1-1 0 0,-1-1 1 0 0,0 0 0 0 0,0 0-1 0 0,0 0 1 0 0,1 0 0 0 0,-1 0-1 0 0,0 1 1 0 0,0-1 0 0 0,0 0-1 0 0,0 0 1 0 0,1 0 0 0 0,-1 0-1 0 0,0 1 1 0 0,0-1 0 0 0,0 0-1 0 0,0 0 1 0 0,0 1 0 0 0,0-1-1 0 0,0 0 1 0 0,0 0-1 0 0,0 0 1 0 0,0 1 0 0 0,0-1-1 0 0,0 1 1 0 0,0-1 0 0 0,0 1-1 0 0,0 0 1 0 0,-1-1-1 0 0,1 1 1 0 0,-1 0-1 0 0,1-1 1 0 0,0 1-1 0 0,-1-1 1 0 0,1 1-1 0 0,-1 0 1 0 0,0-1-1 0 0,1 1 1 0 0,-1-1-1 0 0,0 1 0 0 0,-4 2-55 0 0,0 1-39 0 0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2:12.76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30 43 2759 0 0,'-18'-3'1564'0'0,"17"3"-1348"0"0,1 0-1 0 0,-1 0 0 0 0,1 0 0 0 0,-1-1 1 0 0,1 1-1 0 0,-1 0 0 0 0,1 0 0 0 0,-1 0 1 0 0,1-1-1 0 0,-1 1 0 0 0,1 0 0 0 0,-1-1 1 0 0,1 1-1 0 0,-1-1 0 0 0,1 1 0 0 0,-1 0 1 0 0,1-1-1 0 0,0 1 0 0 0,-1-1 1 0 0,1 1-1 0 0,0-1 0 0 0,0 1 0 0 0,-1-1 1 0 0,1 0-1 0 0,0 1 0 0 0,0-1 0 0 0,0 0-106 0 0,0 1-1 0 0,0 0 1 0 0,0 0-1 0 0,0 0 0 0 0,1-1 1 0 0,-1 1-1 0 0,0 0 0 0 0,0 0 1 0 0,1 0-1 0 0,-1 0 1 0 0,0-1-1 0 0,0 1 0 0 0,1 0 1 0 0,-1 0-1 0 0,0 0 1 0 0,0 0-1 0 0,1 0 0 0 0,-1 0 1 0 0,0 0-1 0 0,1 0 1 0 0,-1 0-1 0 0,0 0 0 0 0,0 0 1 0 0,1 0-1 0 0,-1 0 1 0 0,0 0-1 0 0,0 0 0 0 0,1 0 1 0 0,-1 0-1 0 0,0 0 0 0 0,1 0 1 0 0,-1 1-1 0 0,0-1 1 0 0,0 0-1 0 0,0 0 0 0 0,1 0 1 0 0,8 2 3150 0 0,3-3-2976 0 0,0 0 1 0 0,0-1 0 0 0,-1 0-1 0 0,24-8 1 0 0,-28 8-138 0 0,0 0 0 0 0,0 0-1 0 0,1 1 1 0 0,-1 0 0 0 0,1 0 0 0 0,-1 1-1 0 0,0 0 1 0 0,1 0 0 0 0,-1 1 0 0 0,1 0-1 0 0,-1 0 1 0 0,8 3 0 0 0,-10-3-91 0 0,-1 0 0 0 0,0 0 0 0 0,0-1 0 0 0,0 0 1 0 0,1 0-1 0 0,-1 0 0 0 0,0 0 0 0 0,0-1 0 0 0,0 1 0 0 0,1-1 0 0 0,-1 0 0 0 0,0-1 1 0 0,0 1-1 0 0,0-1 0 0 0,0 1 0 0 0,5-4 0 0 0,-9 5-67 0 0,0 0-1 0 0,0 0 1 0 0,0 0 0 0 0,0 0-1 0 0,0 0 1 0 0,0 0 0 0 0,0 0-1 0 0,0 0 1 0 0,0 0 0 0 0,1 0-1 0 0,-1 0 1 0 0,0 0-1 0 0,0 0 1 0 0,0 0 0 0 0,0 0-1 0 0,0 1 1 0 0,0-1 0 0 0,0 0-1 0 0,0 0 1 0 0,0 0 0 0 0,0 0-1 0 0,0 0 1 0 0,0 0-1 0 0,0 0 1 0 0,0 0 0 0 0,0 0-1 0 0,0 0 1 0 0,0 1 0 0 0,0-1-1 0 0,0 0 1 0 0,0 0-1 0 0,0 0 1 0 0,0 0 0 0 0,0 0-1 0 0,0 0 1 0 0,0 0 0 0 0,0 0-1 0 0,0 1 1 0 0,0-1 0 0 0,0 0-1 0 0,0 0 1 0 0,0 0-1 0 0,0 0 1 0 0,0 0 0 0 0,0 0-1 0 0,0 0 1 0 0,0 0 0 0 0,0 0-1 0 0,0 0 1 0 0,0 1 0 0 0,0-1-1 0 0,0 0 1 0 0,0 0-1 0 0,-1 0 1 0 0,1 0 0 0 0,0 0-1 0 0,0 0 1 0 0,0 0 0 0 0,0 1-883 0 0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2:15.876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9 84 1375 0 0,'0'-1'86'0'0,"-1"1"0"0"0,1 0-1 0 0,-8-19 15729 0 0,10 16-15802 0 0,-2 2-6 0 0,0 0 1 0 0,1 0-1 0 0,-1 0 0 0 0,0 0 1 0 0,1 0-1 0 0,-1 0 0 0 0,1 1 1 0 0,-1-1-1 0 0,1 0 0 0 0,0 0 1 0 0,-1 0-1 0 0,1 1 0 0 0,0-1 1 0 0,0 0-1 0 0,-1 0 0 0 0,1 1 1 0 0,0-1-1 0 0,0 1 0 0 0,0-1 1 0 0,0 1-1 0 0,0-1 0 0 0,0 1 1 0 0,0 0-1 0 0,0-1 0 0 0,0 1 1 0 0,0 0-1 0 0,0 0 0 0 0,0 0 1 0 0,0 0-1 0 0,0 0 0 0 0,2 0 1 0 0,13 2 135 0 0,0 1 0 0 0,0 1 0 0 0,24 9 1 0 0,-25-7 36 0 0,0-1 0 0 0,0-1 0 0 0,0-1 1 0 0,24 3-1 0 0,-29-6-116 0 0,0 0 0 0 0,0-1 0 0 0,1 0 0 0 0,-1 0 0 0 0,0-1 0 0 0,17-6 0 0 0,54-27 636 0 0,-8 2-382 0 0,-69 32-315 0 0,0 0-1 0 0,-1 0 0 0 0,1 0 1 0 0,0 1-1 0 0,0-1 1 0 0,0 1-1 0 0,-1 0 1 0 0,1 1-1 0 0,0-1 0 0 0,4 1 1 0 0,37 12 28 0 0,-34-9-24 0 0,-1-1 0 0 0,18 3 0 0 0,-10-5 29 0 0,1-1 1 0 0,-1-1-1 0 0,1-1 0 0 0,-1 0 0 0 0,30-8 0 0 0,-22 4 79 0 0,39-3 0 0 0,-56 8-97 0 0,1 1 0 0 0,-1 0 1 0 0,1 1-1 0 0,-1 0 0 0 0,1 0 0 0 0,-1 1 0 0 0,17 6 0 0 0,-3 0 109 0 0,0-2 0 0 0,0 0 0 0 0,0-1 1 0 0,0-2-1 0 0,29 2 0 0 0,-1-5 111 0 0,68-7 1 0 0,-96 4-163 0 0,7 0 8 0 0,-1 1-1 0 0,32 1 1 0 0,-51 2-7 0 0,0 1 1 0 0,-1 0 0 0 0,18 5-1 0 0,-18-5-48 0 0,0 0 0 0 0,0-1 0 0 0,-1 0-1 0 0,1-1 1 0 0,0 1 0 0 0,0-2 0 0 0,15-1-1 0 0,-11 0 12 0 0,0 1 0 0 0,21 2 0 0 0,-31-1-39 0 0,-1 0 0 0 0,0 1 0 0 0,0-1 0 0 0,1 1 0 0 0,-1-1 0 0 0,0 1 0 0 0,0 0 0 0 0,0 0 0 0 0,0 0 0 0 0,0 0 0 0 0,0 0 0 0 0,0 0 0 0 0,0 1 0 0 0,0-1 0 0 0,-1 0 0 0 0,1 1 0 0 0,0 0 0 0 0,-1-1 0 0 0,1 1 0 0 0,1 3 0 0 0,-3-5-6 0 0,0 1-1 0 0,0-1 1 0 0,0 0 0 0 0,0 1-1 0 0,-1-1 1 0 0,1 0-1 0 0,0 1 1 0 0,0-1 0 0 0,0 0-1 0 0,0 1 1 0 0,0-1-1 0 0,-1 0 1 0 0,1 0 0 0 0,0 1-1 0 0,0-1 1 0 0,-1 0-1 0 0,1 0 1 0 0,0 1 0 0 0,0-1-1 0 0,-1 0 1 0 0,1 0-1 0 0,0 0 1 0 0,-1 1 0 0 0,0-1-1 0 0,-3 2-185 0 0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2:19.179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2 231 3679 0 0,'-1'-2'3238'0'0,"6"0"-1650"0"0,3-1 1050 0 0,-2 2-2022 0 0,200-9 1852 0 0,-28 2-1584 0 0,278-14 1275 0 0,-100-18-958 0 0,-131 10-649 0 0,237-22 408 0 0,-236 39-760 0 0,0 17-68 0 0,-179-3-101 0 0,-5 0-12 0 0,0-2 1 0 0,-1-1 0 0 0,1-3-1 0 0,-1-1 1 0 0,59-17-1 0 0,-96 22-332 0 0,-1-1 0 0 0,1 1 0 0 0,-1 0 0 0 0,0-1 0 0 0,0 0 0 0 0,1 1 0 0 0,4-5 0 0 0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2:19.77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3 64 4607 0 0,'-2'-63'8127'0'0,"6"100"-3900"0"0,10 26-3327 0 0,2 5-498 0 0,-13-37-79 0 0,-1 0 1 0 0,-3 58-1 0 0,-1 11 139 0 0,2-96-457 0 0,2 26 76 0 0,4 28 0 0 0,-5-51-70 0 0,1 0 1 0 0,0 0-1 0 0,0 0 0 0 0,0 0 1 0 0,1 0-1 0 0,0 0 0 0 0,0-1 1 0 0,0 1-1 0 0,9 10 0 0 0,-12-16-69 0 0,1 0 1 0 0,0 0-1 0 0,0 0 0 0 0,-1 0 0 0 0,1-1 0 0 0,0 1 0 0 0,0 0 1 0 0,0 0-1 0 0,0 0 0 0 0,0-1 0 0 0,1 1 0 0 0,-1-1 1 0 0,0 1-1 0 0,0-1 0 0 0,0 1 0 0 0,0-1 0 0 0,1 1 1 0 0,-1-1-1 0 0,0 0 0 0 0,0 0 0 0 0,3 0 0 0 0,1-1-1094 0 0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2:20.09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41 108 4143 0 0,'-3'-54'2950'0'0,"3"49"-2310"0"0,-1 0 1 0 0,0 1-1 0 0,0-1 1 0 0,0 0-1 0 0,-1 1 0 0 0,1-1 1 0 0,-1 1-1 0 0,-5-8 1 0 0,7 12-584 0 0,0-1 0 0 0,0 1 0 0 0,0 0 0 0 0,0 0 0 0 0,0-1 0 0 0,0 1 0 0 0,-1 0 0 0 0,1 0 0 0 0,0 0 0 0 0,0 0 0 0 0,0-1 0 0 0,0 1 0 0 0,-1 0 0 0 0,1 0 0 0 0,0 0 0 0 0,0 0 0 0 0,0 0 0 0 0,-1-1 0 0 0,1 1 0 0 0,0 0-1 0 0,0 0 1 0 0,0 0 0 0 0,-1 0 0 0 0,1 0 0 0 0,0 0 0 0 0,0 0 0 0 0,-1 0 0 0 0,1 0 0 0 0,0 0 0 0 0,0 0 0 0 0,0 0 0 0 0,-1 0 0 0 0,1 0 0 0 0,0 0 0 0 0,0 0 0 0 0,-1 0 0 0 0,1 0 0 0 0,0 0 0 0 0,0 0 0 0 0,-1 1 0 0 0,-4 9 1123 0 0,-1 14-142 0 0,5-8-469 0 0,0-1 0 0 0,1 0 0 0 0,3 30-1 0 0,14 46 781 0 0,1 15 26 0 0,-13 38-770 0 0,-3-136-649 0 0,-1 0 0 0 0,1 0-1 0 0,1-1 1 0 0,-1 1 0 0 0,7 10 0 0 0,-4-6-19 0 0,-3-6-97 0 0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2:24.55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6 10 5527 0 0,'-5'-1'6326'0'0,"29"1"-5888"0"0,36-4 0 0 0,-40 1-183 0 0,1 2 1 0 0,-1 0 0 0 0,1 1 0 0 0,22 4-1 0 0,-27-2-878 0 0,1 0-1 0 0,18 0 1 0 0,-23-2-3787 0 0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2:24.753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62 45 3223 0 0,'-1'-1'105'0'0,"1"0"-1"0"0,0 0 1 0 0,0 0-1 0 0,0 0 1 0 0,0 0-1 0 0,0 0 1 0 0,0 0-1 0 0,0 0 1 0 0,0 0-1 0 0,0 0 1 0 0,0 0-1 0 0,0 0 1 0 0,1 0-1 0 0,-1 0 0 0 0,0 0 1 0 0,1 0-1 0 0,-1 0 1 0 0,1 0-1 0 0,-1 0 1 0 0,1 1-1 0 0,-1-1 1 0 0,1 0-1 0 0,0 0 1 0 0,-1 0-1 0 0,1 1 1 0 0,0-1-1 0 0,0 1 1 0 0,-1-1-1 0 0,1 0 1 0 0,0 1-1 0 0,1-1 0 0 0,1-1 388 0 0,1 0-1 0 0,-1 0 0 0 0,0 0 0 0 0,1 0 0 0 0,-1 1 0 0 0,1 0 0 0 0,4-1 0 0 0,-4 1-245 0 0,0 0 0 0 0,-1 1 0 0 0,1 0 0 0 0,0 0-1 0 0,0 0 1 0 0,0 0 0 0 0,-1 1 0 0 0,1 0-1 0 0,0-1 1 0 0,-1 1 0 0 0,1 0 0 0 0,0 1 0 0 0,-1-1-1 0 0,1 1 1 0 0,-1 0 0 0 0,4 2 0 0 0,-5-2-202 0 0,0-1 0 0 0,0 1 0 0 0,0 0 1 0 0,0 0-1 0 0,-1 0 0 0 0,1 0 0 0 0,-1 0 1 0 0,1 0-1 0 0,-1 1 0 0 0,0-1 0 0 0,0 0 0 0 0,0 1 1 0 0,0-1-1 0 0,0 1 0 0 0,-1-1 0 0 0,1 1 1 0 0,-1-1-1 0 0,0 1 0 0 0,1-1 0 0 0,-1 1 0 0 0,0 0 1 0 0,-1-1-1 0 0,1 1 0 0 0,-1 3 0 0 0,-2 5-1 0 0,0-1-1 0 0,0 0 1 0 0,-1 0 0 0 0,0-1-1 0 0,-1 1 1 0 0,0-1-1 0 0,-1 0 1 0 0,-6 9-1 0 0,-57 63 139 0 0,66-79-175 0 0,-58 60-1089 0 0,46-46-4384 0 0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2:25.099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14 49 6911 0 0,'-13'-8'660'0'0,"13"8"-628"0"0,0 0 0 0 0,0 0 1 0 0,0 0-1 0 0,0-1 0 0 0,0 1 0 0 0,0 0 1 0 0,-1 0-1 0 0,1-1 0 0 0,0 1 0 0 0,0 0 1 0 0,0 0-1 0 0,0 0 0 0 0,0-1 0 0 0,0 1 0 0 0,0 0 1 0 0,0 0-1 0 0,0-1 0 0 0,0 1 0 0 0,0 0 1 0 0,0 0-1 0 0,0 0 0 0 0,0-1 0 0 0,0 1 1 0 0,0 0-1 0 0,0 0 0 0 0,0-1 0 0 0,1 1 1 0 0,-1 0-1 0 0,0 0 0 0 0,0-1 0 0 0,2-1 279 0 0,0 1-1 0 0,0-1 1 0 0,0 1 0 0 0,1-1-1 0 0,-1 1 1 0 0,0 0-1 0 0,4-2 1 0 0,0 0 220 0 0,2 0-239 0 0,0 0 0 0 0,0 0 0 0 0,1 1 0 0 0,-1 0 0 0 0,1 0 0 0 0,-1 1 0 0 0,1 0 0 0 0,0 0 0 0 0,-1 1 1 0 0,18 2-1 0 0,-8 0 242 0 0,1 2 1 0 0,-1 0-1 0 0,0 1 1 0 0,18 8-1 0 0,-27-9-535 0 0,-1 0 0 0 0,12 8 0 0 0,-13-8-363 0 0,0 1 0 0 0,0-2 0 0 0,0 1-1 0 0,8 2 1 0 0,-5-4-5284 0 0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2:25.319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16 65 4143 0 0,'-15'-20'892'0'0,"29"11"3738"0"0,3 2-2860 0 0,1 0 0 0 0,0 1 0 0 0,24-5 0 0 0,-33 10-1504 0 0,0-1 0 0 0,-1 2 0 0 0,1-1 1 0 0,0 1-1 0 0,0 0 0 0 0,-1 1 0 0 0,1 0 0 0 0,0 0 0 0 0,12 4 0 0 0,-19-4-229 0 0,1 0 1 0 0,0 0-1 0 0,0 0 1 0 0,0 1-1 0 0,0-1 1 0 0,-1 1-1 0 0,1-1 1 0 0,-1 1-1 0 0,1 0 1 0 0,-1 0-1 0 0,0 0 1 0 0,1 1-1 0 0,-1-1 1 0 0,0 0-1 0 0,-1 1 1 0 0,1 0-1 0 0,0-1 1 0 0,-1 1-1 0 0,1 0 1 0 0,-1 0-1 0 0,2 5 1 0 0,-2-3-11 0 0,-1-1 1 0 0,1 1-1 0 0,-1 0 1 0 0,0 0 0 0 0,0-1-1 0 0,-1 1 1 0 0,1 0-1 0 0,-1 0 1 0 0,0-1-1 0 0,0 1 1 0 0,-1 0-1 0 0,1-1 1 0 0,-5 8 0 0 0,-5 10 92 0 0,-1-1 1 0 0,-25 34-1 0 0,-38 36 179 0 0,4-6-1734 0 0,56-65-5632 0 0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2:31.67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16 39 1855 0 0,'0'-3'247'0'0,"0"0"-1"0"0,0 1 0 0 0,0-1 0 0 0,-1 0 1 0 0,1 0-1 0 0,-1 1 0 0 0,1-1 0 0 0,-1 0 0 0 0,0 1 1 0 0,0-1-1 0 0,-3-4 0 0 0,4 7-218 0 0,0 0 1 0 0,0 0-1 0 0,0 0 0 0 0,0-1 0 0 0,0 1 1 0 0,0 0-1 0 0,-1 0 0 0 0,1 0 0 0 0,0 0 1 0 0,0 0-1 0 0,0 0 0 0 0,0 0 0 0 0,0 0 1 0 0,0 0-1 0 0,-1 0 0 0 0,1 0 0 0 0,0 0 1 0 0,0 0-1 0 0,0-1 0 0 0,0 1 0 0 0,0 0 1 0 0,0 0-1 0 0,-1 0 0 0 0,1 0 0 0 0,0 0 1 0 0,0 0-1 0 0,0 1 0 0 0,0-1 1 0 0,0 0-1 0 0,-1 0 0 0 0,1 0 0 0 0,0 0 1 0 0,0 0-1 0 0,0 0 0 0 0,0 0 0 0 0,0 0 1 0 0,0 0-1 0 0,-1 0 0 0 0,1 0 0 0 0,0 0 1 0 0,0 0-1 0 0,0 1 0 0 0,0-1 0 0 0,0 0 1 0 0,0 0-1 0 0,0 0 0 0 0,0 0 0 0 0,0 0 1 0 0,0 0-1 0 0,-1 1 0 0 0,1-1 0 0 0,0 0 1 0 0,0 0-1 0 0,0 0 0 0 0,0 0 0 0 0,0 0 1 0 0,0 0-1 0 0,0 1 0 0 0,0-1 0 0 0,0 0 1 0 0,0 0-1 0 0,-1 9 820 0 0,1-9-421 0 0,5 3-371 0 0,1 1-48 0 0,0-1 0 0 0,0 0 0 0 0,0 0 0 0 0,0-1 0 0 0,0 1 0 0 0,1-1 0 0 0,8 1 0 0 0,-6-1 96 0 0,0 1 1 0 0,0 0-1 0 0,-1 1 0 0 0,1-1 1 0 0,-1 2-1 0 0,0-1 1 0 0,-1 1-1 0 0,1 1 1 0 0,-1-1-1 0 0,0 1 1 0 0,12 12-1 0 0,-18-17-108 0 0,0 0 0 0 0,0 0 0 0 0,0-1 0 0 0,0 1 0 0 0,0 0 0 0 0,1-1 0 0 0,-1 1 0 0 0,0-1 0 0 0,0 1-1 0 0,1-1 1 0 0,-1 0 0 0 0,0 0 0 0 0,0 1 0 0 0,1-1 0 0 0,-1 0 0 0 0,0 0 0 0 0,1 0 0 0 0,-1 0 0 0 0,0 0 0 0 0,1-1 0 0 0,-1 1 0 0 0,0 0 0 0 0,0-1 0 0 0,1 1 0 0 0,1-2 0 0 0,4-1-30 0 0,0 0 0 0 0,0-1 0 0 0,8-6-1 0 0,-1 1 10 0 0,-11 7 28 0 0,-1 1-77 0 0,1-1 0 0 0,-1 1 0 0 0,1 0 0 0 0,0-1 0 0 0,-1 1 0 0 0,1 0 0 0 0,0 1 0 0 0,0-1 0 0 0,0 0 0 0 0,0 1 0 0 0,4-1 0 0 0,-4 1-2817 0 0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2:31.986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69 60 1375 0 0,'-6'-4'180'0'0,"-1"0"-1"0"0,1 1 0 0 0,-1 0 0 0 0,-7-3 0 0 0,-14 0 7290 0 0,32 10-6333 0 0,18 8-37 0 0,-8-7-900 0 0,0-2 0 0 0,0 1 0 0 0,1-2 0 0 0,-1 1 0 0 0,1-2 0 0 0,15 0 0 0 0,-19-1-114 0 0,0-1 0 0 0,0 0-1 0 0,-1-1 1 0 0,1 0 0 0 0,0-1-1 0 0,-1 0 1 0 0,0-1 0 0 0,1 0 0 0 0,13-7-1 0 0,-8 1-20 0 0,-5 4-110 0 0,-1 0-1 0 0,23-9 0 0 0,-28 14-909 0 0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2:38.469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49 47 455 0 0,'-12'-15'747'0'0,"10"12"-308"0"0,1 0 0 0 0,-1 1 0 0 0,0-1 0 0 0,-1 0 1 0 0,1 1-1 0 0,0 0 0 0 0,-1-1 0 0 0,1 1 0 0 0,-1 0 0 0 0,0 0 0 0 0,-4-2 0 0 0,7 4-393 0 0,0 0 0 0 0,-1 0-1 0 0,1 0 1 0 0,0 0-1 0 0,0 0 1 0 0,0 0-1 0 0,0 0 1 0 0,0 0 0 0 0,-1 0-1 0 0,1 0 1 0 0,0 0-1 0 0,0 0 1 0 0,0 0-1 0 0,0 0 1 0 0,0 0 0 0 0,-1 0-1 0 0,1 0 1 0 0,0 0-1 0 0,0 0 1 0 0,0 0-1 0 0,0 0 1 0 0,0 0 0 0 0,0 0-1 0 0,-1 0 1 0 0,1 1-1 0 0,0-1 1 0 0,0 0-1 0 0,0 0 1 0 0,0 0 0 0 0,0 0-1 0 0,0 0 1 0 0,0 0-1 0 0,0 0 1 0 0,-1 1 0 0 0,1-1-1 0 0,0 0 1 0 0,0 0-1 0 0,0 0 1 0 0,0 0-1 0 0,0 0 1 0 0,0 0 0 0 0,0 1-1 0 0,0-1 1 0 0,0 0-1 0 0,0 0 1 0 0,2 10 614 0 0,6 9-523 0 0,-6-17-141 0 0,0 1 0 0 0,0-1-1 0 0,0 0 1 0 0,0 0 0 0 0,1 0 0 0 0,-1 0 0 0 0,1-1 0 0 0,-1 1 0 0 0,1-1 0 0 0,-1 1 0 0 0,1-1 0 0 0,0 0 0 0 0,0 0 0 0 0,0 0 0 0 0,-1 0 0 0 0,1-1-1 0 0,0 1 1 0 0,3-1 0 0 0,7 1 97 0 0,-1-1 0 0 0,1-1-1 0 0,14-2 1 0 0,15 0 576 0 0,-6 4-160 0 0,-25 1-538 0 0,0-2 0 0 0,0 0 0 0 0,17-2-1 0 0,1-1-723 0 0,-22 1 74 0 0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2:38.81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8 39 1375 0 0,'-1'-1'200'0'0,"0"-1"1"0"0,0 1-1 0 0,1 0 0 0 0,-1-1 0 0 0,0 1 0 0 0,1-1 0 0 0,-1 1 0 0 0,1-1 0 0 0,-1 1 0 0 0,1-1 0 0 0,0 1 0 0 0,0-1 0 0 0,0 1 0 0 0,0-1 0 0 0,0 1 0 0 0,0-1 0 0 0,0-2 0 0 0,1 3-104 0 0,-1 1 0 0 0,0-1 0 0 0,1 0 0 0 0,-1 1 0 0 0,1-1 0 0 0,-1 1-1 0 0,1-1 1 0 0,-1 1 0 0 0,1-1 0 0 0,-1 1 0 0 0,1 0 0 0 0,-1-1 0 0 0,1 1 0 0 0,-1 0 0 0 0,1-1 0 0 0,0 1 0 0 0,-1 0 0 0 0,1 0 0 0 0,-1-1 0 0 0,1 1 0 0 0,0 0 0 0 0,-1 0 0 0 0,1 0 0 0 0,0 0 0 0 0,-1 0 0 0 0,1 0 0 0 0,0 0 0 0 0,-1 0 0 0 0,1 0-1 0 0,0 0 1 0 0,-1 0 0 0 0,1 1 0 0 0,0-1 0 0 0,-1 0 0 0 0,1 0 0 0 0,0 1 0 0 0,-1-1 0 0 0,1 0 0 0 0,0 1 0 0 0,8 2 115 0 0,0-1-1 0 0,0 0 1 0 0,0 0-1 0 0,0-1 1 0 0,0-1-1 0 0,12 0 1 0 0,-11 0 22 0 0,1 1 0 0 0,-1-1 0 0 0,0 1 0 0 0,1 1 1 0 0,13 4-1 0 0,-21-5-163 0 0,0 0 0 0 0,-1 0 0 0 0,1 1 0 0 0,-1-1 0 0 0,1 1 0 0 0,-1 0 0 0 0,0-1 0 0 0,1 1 0 0 0,-1 0 0 0 0,0 0 0 0 0,0 1 0 0 0,0-1 0 0 0,-1 0 0 0 0,1 1 0 0 0,0-1 0 0 0,-1 1 0 0 0,0-1 0 0 0,1 1 0 0 0,-1 0 0 0 0,0 0 0 0 0,-1-1 0 0 0,1 1 0 0 0,0 5 0 0 0,1-2 22 0 0,-2 0 0 0 0,1-1 0 0 0,-1 1 0 0 0,0 0-1 0 0,0 0 1 0 0,-1 0 0 0 0,1 0 0 0 0,-1 0 0 0 0,-1 0 0 0 0,1-1-1 0 0,-1 1 1 0 0,0 0 0 0 0,0-1 0 0 0,-1 0 0 0 0,-2 6 0 0 0,-2-1 27 0 0,0-1 0 0 0,-1 1 0 0 0,0-2 1 0 0,0 1-1 0 0,-1-1 0 0 0,-14 11 0 0 0,21-18-107 0 0,1 0-2 0 0,-1 0-1 0 0,1 0 0 0 0,0 0 1 0 0,-1 0-1 0 0,1 0 1 0 0,0 0-1 0 0,0 0 1 0 0,0 1-1 0 0,0-1 1 0 0,0 0-1 0 0,0 1 0 0 0,0-1 1 0 0,-1 3-1 0 0,9-2-1069 0 0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5:32.02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271 410 2072 0 0,'10'-10'16583'0'0,"22"-18"-15484"0"0,-24 22-1118 0 0,0 0 1 0 0,0-1-1 0 0,-1 0 0 0 0,7-9 0 0 0,-6 6 19 0 0,-1-1 0 0 0,0 0 0 0 0,-1 0 0 0 0,0-1 0 0 0,0 1 0 0 0,4-17 0 0 0,-8 21 0 0 0,0 0 0 0 0,-1 1 0 0 0,0-1 0 0 0,-1 0 0 0 0,1 0 0 0 0,-1 0 0 0 0,0 0 0 0 0,-1 0 0 0 0,0 1 0 0 0,0-1 0 0 0,0 0 0 0 0,-1 0 0 0 0,-4-9 0 0 0,-1-1 0 0 0,-1 0 0 0 0,-10-17 0 0 0,14 28 0 0 0,0 0 0 0 0,0 1 0 0 0,0 0 0 0 0,0-1 0 0 0,-1 2 0 0 0,0-1 0 0 0,0 0 0 0 0,0 1 0 0 0,-8-4 0 0 0,11 6-92 0 0,-1 1 0 0 0,1 0 0 0 0,-1 0 0 0 0,0 0-1 0 0,1 0 1 0 0,-1 1 0 0 0,0-1 0 0 0,0 1 0 0 0,1 0 0 0 0,-1 0-1 0 0,0 0 1 0 0,0 0 0 0 0,0 0 0 0 0,-4 1 0 0 0,2 0-294 0 0,0 1 0 0 0,0 0 0 0 0,0 0-1 0 0,0 0 1 0 0,1 0 0 0 0,-1 1 0 0 0,-5 4 0 0 0,-5 4-849 0 0,1 2-1 0 0,1 0 1 0 0,-17 19-1 0 0,26-27 1201 0 0,-18 21 20 0 0,1 1 0 0 0,-26 46 1 0 0,37-55 6 0 0,0 0 1 0 0,2 1 0 0 0,0 1-1 0 0,1-1 1 0 0,-6 30 0 0 0,11-38 14 0 0,0 1 1 0 0,1 0 0 0 0,1 0 0 0 0,0 0 0 0 0,0 0 0 0 0,1-1 0 0 0,1 1 0 0 0,0 0-1 0 0,6 21 1 0 0,-6-28 5 0 0,0 1 0 0 0,0-1 0 0 0,1 0 0 0 0,0 0 0 0 0,0 0 0 0 0,0 0 0 0 0,0 0 0 0 0,1 0 0 0 0,0-1 0 0 0,0 0 0 0 0,0 0 0 0 0,1 0 0 0 0,-1 0 0 0 0,1-1 0 0 0,0 1-1 0 0,0-1 1 0 0,0 0 0 0 0,0-1 0 0 0,0 1 0 0 0,1-1 0 0 0,10 2 0 0 0,-5-1-30 0 0,0-1 0 0 0,1-1 0 0 0,-1 0-1 0 0,1 0 1 0 0,-1-1 0 0 0,1-1 0 0 0,-1 0 0 0 0,1-1-1 0 0,-1 0 1 0 0,1 0 0 0 0,16-7 0 0 0,-20 6 200 0 0,1-1 0 0 0,-1 0 0 0 0,0-1 0 0 0,0 0 0 0 0,-1 0-1 0 0,0 0 1 0 0,1-1 0 0 0,5-7 0 0 0,-7 7 648 0 0,0-1 0 0 0,-1 0 0 0 0,0 0 0 0 0,-1 0 0 0 0,6-12 0 0 0,97-205-7336 0 0,-102 216 6505 0 0,9-22 0 0 0,-13 28 0 0 0,0-1 0 0 0,0 1 0 0 0,-1 0 0 0 0,1-1 0 0 0,-1 1 0 0 0,1 0 0 0 0,-1-1 0 0 0,0 1 0 0 0,0 0 0 0 0,0-3 0 0 0,0 4 38 0 0,0 1 0 0 0,0 0 0 0 0,0-1 0 0 0,0 1 0 0 0,0 0 0 0 0,0 0 0 0 0,0-1 0 0 0,0 1 0 0 0,0 0 0 0 0,0 0 0 0 0,0-1 0 0 0,-1 1 0 0 0,1 0 0 0 0,0 0 0 0 0,0-1 0 0 0,0 1 0 0 0,0 0 0 0 0,-1 0 0 0 0,1-1 1 0 0,0 1-1 0 0,0 0 0 0 0,0 0 0 0 0,-1 0 0 0 0,1 0 0 0 0,0-1 0 0 0,0 1 0 0 0,-1 0 0 0 0,1 0 0 0 0,0 0 0 0 0,0 0 0 0 0,-1 0 0 0 0,1 0 0 0 0,0 0 0 0 0,0 0 0 0 0,-1 0 0 0 0,1 0 0 0 0,-1 0 0 0 0,-10 7 3143 0 0,-7 14 1445 0 0,13-13-4500 0 0,1 0-1 0 0,0 0 0 0 0,0 0 1 0 0,-5 14-1 0 0,5-9-832 0 0,1 0 0 0 0,0-1-1 0 0,1 1 1 0 0,1 0 0 0 0,0 17 0 0 0,1-14-223 0 0,1-1-1 0 0,1 1 1 0 0,0-1 0 0 0,6 19-1 0 0,-4-22 898 0 0,0 0-1 0 0,11 20 1 0 0,-13-28 85 0 0,1 1 0 0 0,-1 0 0 0 0,1-1 1 0 0,1 1-1 0 0,-1-1 0 0 0,0 0 1 0 0,1 0-1 0 0,0 0 0 0 0,0-1 0 0 0,0 1 1 0 0,1-1-1 0 0,-1 0 0 0 0,1 0 0 0 0,0-1 1 0 0,-1 1-1 0 0,1-1 0 0 0,0 0 1 0 0,0 0-1 0 0,1-1 0 0 0,-1 1 0 0 0,0-1 1 0 0,1 0-1 0 0,-1-1 0 0 0,0 1 0 0 0,1-1 1 0 0,-1 0-1 0 0,1-1 0 0 0,-1 1 1 0 0,0-1-1 0 0,1 0 0 0 0,-1 0 0 0 0,0-1 1 0 0,0 0-1 0 0,0 0 0 0 0,9-4 0 0 0,6-5 8 0 0,31-22-1 0 0,-42 26-78 0 0,-1 0 1 0 0,0 0-1 0 0,0-1 0 0 0,0 0 1 0 0,9-15-1 0 0,-14 15 1326 0 0,-3 8-1248 0 0,0 0 0 0 0,0 0 0 0 0,-1-1 0 0 0,1 1 0 0 0,0 0 0 0 0,0 0 0 0 0,0 0 0 0 0,-1-1 1 0 0,1 1-1 0 0,0 0 0 0 0,0 0 0 0 0,0 0 0 0 0,-1 0 0 0 0,1 0 0 0 0,0 0 0 0 0,0 0 0 0 0,-1 0 0 0 0,1-1 0 0 0,0 1 0 0 0,0 0 0 0 0,-1 0 0 0 0,1 0 0 0 0,0 0 0 0 0,0 0 0 0 0,-1 0 0 0 0,1 0 0 0 0,0 0 0 0 0,0 0 0 0 0,-1 1 0 0 0,1-1 0 0 0,0 0 1 0 0,0 0-1 0 0,-1 0 0 0 0,1 0 0 0 0,0 0 0 0 0,-1 1 0 0 0,-6 1 2929 0 0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5:44.95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36 9 688 0 0,'-7'16'18516'0'0,"3"-4"-17760"0"0,4-11-763 0 0,0-1 1 0 0,0 0-1 0 0,0 1 0 0 0,0-1 0 0 0,0 1 0 0 0,1-1 0 0 0,-1 1 1 0 0,0-1-1 0 0,0 0 0 0 0,0 1 0 0 0,0-1 0 0 0,0 1 1 0 0,1-1-1 0 0,-1 0 0 0 0,0 1 0 0 0,0-1 0 0 0,1 0 0 0 0,-1 1 1 0 0,0-1-1 0 0,0 0 0 0 0,1 1 0 0 0,-1-1 0 0 0,0 0 1 0 0,1 0-1 0 0,-1 1 0 0 0,0-1 0 0 0,1 0 0 0 0,-1 0 0 0 0,1 0 1 0 0,-1 1-1 0 0,0-1 0 0 0,1 0 0 0 0,-1 0 0 0 0,1 0 1 0 0,-1 0-1 0 0,1 0 0 0 0,-1 0 0 0 0,0 0 0 0 0,1 0 0 0 0,-1 0 1 0 0,1 0-1 0 0,-1 0 0 0 0,1 0 0 0 0,6 1 7 0 0,-7 0 0 0 0,1-1 0 0 0,-1 0 0 0 0,1 0 0 0 0,0 1 0 0 0,-1-1 0 0 0,1 0 0 0 0,-1 0 0 0 0,1 0 0 0 0,0 1 0 0 0,-1-1 0 0 0,1 0 0 0 0,-1 0 0 0 0,1 0 0 0 0,0 0 0 0 0,-1 0 0 0 0,1 0 0 0 0,0 0 0 0 0,-1 0 0 0 0,1-1 0 0 0,-1 1 0 0 0,1 0 0 0 0,0 0 0 0 0,-1 0 0 0 0,1-1 0 0 0,-1 1 0 0 0,1 0 0 0 0,-1-1 0 0 0,1 1 0 0 0,-1 0 0 0 0,1-1 0 0 0,-1 1 0 0 0,1-1 0 0 0,-1 1 0 0 0,1-1 0 0 0,-1-6 0 0 0,0 0 0 0 0,-2-13 0 0 0,2 19-133 0 0,0 1 0 0 0,0-1 1 0 0,0 1-1 0 0,0-1 0 0 0,-1 1 0 0 0,1-1 0 0 0,0 1 0 0 0,0-1 0 0 0,-1 1 1 0 0,1-1-1 0 0,0 1 0 0 0,-1-1 0 0 0,1 1 0 0 0,-1-1 0 0 0,1 1 0 0 0,0 0 1 0 0,-1-1-1 0 0,1 1 0 0 0,-1 0 0 0 0,1-1 0 0 0,-1 1 0 0 0,1 0 0 0 0,-1 0 1 0 0,1 0-1 0 0,-2-1 0 0 0,1 1-242 0 0,-1 0-1 0 0,1 0 1 0 0,0 0 0 0 0,-1 0-1 0 0,1 0 1 0 0,0 0 0 0 0,-1 1-1 0 0,1-1 1 0 0,0 0 0 0 0,-3 2-1 0 0,-13 7-2287 0 0,5 0 3605 0 0,12-8-1050 0 0,-1 0 1 0 0,0-1 0 0 0,0 1-1 0 0,1 0 1 0 0,-1 0 0 0 0,1 0-1 0 0,-1 0 1 0 0,0 0 0 0 0,1 0 0 0 0,0 0-1 0 0,-1 0 1 0 0,3 10 3879 0 0,12-5 2205 0 0,-4-5-5134 0 0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8:31.486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0 251 3223 0 0,'40'-128'2639'0'0,"-9"34"2658"0"0,-30 89-4762 0 0,0 3-147 0 0,-1-1 0 0 0,1 1-1 0 0,0 0 1 0 0,0-1 0 0 0,0 1-1 0 0,0 0 1 0 0,0-1 0 0 0,3-2-1 0 0,-4 28 2156 0 0,-7 41-2031 0 0,2 0 0 0 0,4 0 1 0 0,2 0-1 0 0,12 76 0 0 0,-8-95-311 0 0,1 5-744 0 0,-1-17-4527 0 0,0-7-1310 0 0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8:37.124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0 238 3679 0 0,'2'-16'584'0'0,"0"0"0"0"0,0 1-1 0 0,8-23 1 0 0,-3 9 437 0 0,-2 4-110 0 0,-3 12-86 0 0,1 0 1 0 0,0 0-1 0 0,1 1 1 0 0,0 0 0 0 0,9-17-1 0 0,-13 28-760 0 0,0 1-1 0 0,0 0 0 0 0,0-1 1 0 0,1 1-1 0 0,-1 0 0 0 0,0-1 0 0 0,0 1 1 0 0,0 0-1 0 0,1 0 0 0 0,-1-1 1 0 0,0 1-1 0 0,0 0 0 0 0,1 0 1 0 0,-1-1-1 0 0,0 1 0 0 0,0 0 0 0 0,1 0 1 0 0,-1 0-1 0 0,0-1 0 0 0,1 1 1 0 0,-1 0-1 0 0,0 0 0 0 0,1 0 1 0 0,-1 0-1 0 0,0 0 0 0 0,1 0 1 0 0,0 0-1 0 0,3 7 1085 0 0,0 16-224 0 0,-4 38 137 0 0,-3-1 1 0 0,-15 83 0 0 0,8-73-833 0 0,-2 89 1 0 0,12-148-275 0 0,1 1 1 0 0,0-1-1 0 0,1 0 0 0 0,0 0 0 0 0,5 15 1 0 0,2 1-279 0 0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8:45.003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24 15 3311 0 0,'23'-5'288'0'0,"-12"2"-224"0"0,-3 0-64 0 0,-3 1 0 0 0,-1 2 0 0 0,-6 2 0 0 0,-3-4 0 0 0,0 2 0 0 0,-5 0 0 0 0,-1 0 0 0 0,-2-1 0 0 0,0 1 0 0 0,-3 0 0 0 0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8:46.769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0 575 6911 0 0,'0'-1'101'0'0,"1"1"0"0"0,-1-1 0 0 0,0 1-1 0 0,0-1 1 0 0,1 1 0 0 0,-1-1-1 0 0,0 1 1 0 0,1-1 0 0 0,-1 1 0 0 0,1 0-1 0 0,-1-1 1 0 0,0 1 0 0 0,1 0-1 0 0,-1 0 1 0 0,1-1 0 0 0,-1 1-1 0 0,1 0 1 0 0,-1 0 0 0 0,1-1 0 0 0,-1 1-1 0 0,1 0 1 0 0,-1 0 0 0 0,1 0-1 0 0,0 0 1 0 0,19-3 1831 0 0,-15 2-1243 0 0,55-3 3357 0 0,-46 4-3571 0 0,1-1 1 0 0,-1-1-1 0 0,1 0 1 0 0,-1 0-1 0 0,17-7 1 0 0,-10 1-236 0 0,0-2 0 0 0,-2 0 0 0 0,1-1 0 0 0,-1-1 0 0 0,-1-1 0 0 0,0-1 0 0 0,24-23 0 0 0,-19 13-95 0 0,0-1 1 0 0,-1-1-1 0 0,-2-1 1 0 0,23-38 0 0 0,-34 49-131 0 0,-1 0 0 0 0,-1-1 0 0 0,-1 1 0 0 0,0-1 0 0 0,4-19 0 0 0,-8 26-10 0 0,0 1 0 0 0,-1-1 0 0 0,0 0 0 0 0,0 0 1 0 0,-1 0-1 0 0,-1 0 0 0 0,0 0 0 0 0,0 0 0 0 0,-1 0 0 0 0,-4-14 0 0 0,6 23-3 0 0,0 0 0 0 0,-1 0-1 0 0,1 0 1 0 0,-1 0 0 0 0,1 0-1 0 0,-1 0 1 0 0,0 0 0 0 0,1 0 0 0 0,-1 0-1 0 0,0 0 1 0 0,0 0 0 0 0,1 0-1 0 0,-1 1 1 0 0,0-1 0 0 0,0 0 0 0 0,0 0-1 0 0,0 1 1 0 0,0-1 0 0 0,0 1-1 0 0,0-1 1 0 0,0 1 0 0 0,0 0-1 0 0,-1-1 1 0 0,1 1 0 0 0,0 0 0 0 0,0-1-1 0 0,0 1 1 0 0,0 0 0 0 0,-1 0-1 0 0,1 0 1 0 0,0 0 0 0 0,0 1 0 0 0,0-1-1 0 0,0 0 1 0 0,0 0 0 0 0,-1 1-1 0 0,1-1 1 0 0,-1 1 0 0 0,-2 0-2 0 0,0 1-1 0 0,0 0 1 0 0,0 0 0 0 0,0 0 0 0 0,1 1-1 0 0,-1-1 1 0 0,1 1 0 0 0,-1 0-1 0 0,-2 4 1 0 0,-3 2 0 0 0,2 1 0 0 0,-1 1 1 0 0,1-1-1 0 0,1 1 0 0 0,0 1 0 0 0,0-1 0 0 0,-5 17 0 0 0,6-11-1 0 0,0 1 1 0 0,1 0-1 0 0,1 0 0 0 0,-1 27 1 0 0,5 8 61 0 0,1 1 0 0 0,15 80 1 0 0,-11-95 19 0 0,-1-3-42 0 0,63 362 963 0 0,-67-395-1002 0 0,1 10 0 0 0,1 0 0 0 0,1 0 0 0 0,8 17 0 0 0,-10-25-1523 0 0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8:46.973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12 182 14279 0 0,'-1'-1'87'0'0,"0"0"0"0"0,0 0-1 0 0,0 0 1 0 0,1 1 0 0 0,-1-1-1 0 0,0 0 1 0 0,0 0 0 0 0,1 0-1 0 0,-1 0 1 0 0,0-1 0 0 0,1 1-1 0 0,-1 0 1 0 0,1 0 0 0 0,0 0-1 0 0,-1 0 1 0 0,1-1 0 0 0,0 1-1 0 0,0-2 1 0 0,0 2 5 0 0,0 0 0 0 0,1-1 0 0 0,0 1 0 0 0,-1 0 0 0 0,1-1 0 0 0,0 1 0 0 0,0 0 0 0 0,0 0 0 0 0,0 0 0 0 0,0-1 0 0 0,0 1 0 0 0,0 0 0 0 0,0 0 0 0 0,0 1 0 0 0,2-2 0 0 0,11-8 844 0 0,-1 2-1 0 0,1-1 1 0 0,1 2 0 0 0,21-9-1 0 0,65-17-204 0 0,-80 27-484 0 0,15-5-125 0 0,0 0-45 0 0,0 1 0 0 0,63-9 0 0 0,-83 19-162 0 0,-5 1-38 0 0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8:48.37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204 55 5063 0 0,'5'-45'988'0'0,"-5"44"-897"0"0,0 1-1 0 0,0-1 0 0 0,-1 1 0 0 0,1-1 0 0 0,0 1 0 0 0,0 0 1 0 0,-1-1-1 0 0,1 1 0 0 0,0-1 0 0 0,0 1 0 0 0,-1-1 0 0 0,1 1 1 0 0,0 0-1 0 0,-1-1 0 0 0,1 1 0 0 0,0 0 0 0 0,-1-1 0 0 0,1 1 1 0 0,-1 0-1 0 0,1 0 0 0 0,-1 0 0 0 0,1-1 0 0 0,-1 1 0 0 0,1 0 1 0 0,0 0-1 0 0,-1 0 0 0 0,1 0 0 0 0,-1 0 0 0 0,1 0 0 0 0,-1 0 0 0 0,1 0 1 0 0,-1 0-1 0 0,0 0 0 0 0,-17 1 1738 0 0,12 1-1543 0 0,0 0 0 0 0,1 0 0 0 0,-1 1 0 0 0,1 0 0 0 0,0 0 0 0 0,0 0 0 0 0,0 1 0 0 0,0 0 0 0 0,0-1 0 0 0,1 2 0 0 0,-1-1 0 0 0,1 1 0 0 0,0-1 0 0 0,-5 10 0 0 0,-4 6 281 0 0,2 1 1 0 0,-13 29-1 0 0,14-26-185 0 0,1 0 0 0 0,1 0 0 0 0,1 1 0 0 0,2 0 0 0 0,0 0 0 0 0,2 0 0 0 0,-1 50 0 0 0,4-41-95 0 0,2 0-1 0 0,1 1 0 0 0,2-1 1 0 0,1-1-1 0 0,2 1 0 0 0,1-1 1 0 0,1-1-1 0 0,25 52 0 0 0,-33-80-337 0 0,0 0-1 0 0,0 0 1 0 0,1-1-1 0 0,-1 1 0 0 0,1-1 1 0 0,0 1-1 0 0,0-1 1 0 0,0 0-1 0 0,1 0 1 0 0,-1 0-1 0 0,1-1 1 0 0,-1 1-1 0 0,1-1 1 0 0,6 3-1 0 0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8:48.749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1 398 10135 0 0,'0'-3'119'0'0,"-1"-1"0"0"0,1 1 0 0 0,0 0 0 0 0,0-1 0 0 0,1 1 0 0 0,-1-1 0 0 0,1 1 0 0 0,0 0 0 0 0,0-1 0 0 0,0 1 0 0 0,2-6 0 0 0,3-1 92 0 0,0-1 1 0 0,7-9 0 0 0,0 0 465 0 0,11-19 1345 0 0,22-50 0 0 0,-37 66-1371 0 0,0 1 1 0 0,-2-1-1 0 0,0-1 0 0 0,3-24 0 0 0,-10 46-523 0 0,1-1 0 0 0,-1 1 0 0 0,1-1-1 0 0,0 1 1 0 0,-1 0 0 0 0,1-1 0 0 0,2-2 0 0 0,-3 5-118 0 0,0 0 1 0 0,0 0-1 0 0,0 0 0 0 0,0 0 1 0 0,0 0-1 0 0,0 0 0 0 0,0 0 1 0 0,0 0-1 0 0,0 0 1 0 0,0 0-1 0 0,0 0 0 0 0,1 0 1 0 0,-1 0-1 0 0,0-1 1 0 0,0 1-1 0 0,0 0 0 0 0,0 0 1 0 0,0 0-1 0 0,0 0 0 0 0,0 0 1 0 0,0 0-1 0 0,0 0 1 0 0,0 0-1 0 0,0 0 0 0 0,1 0 1 0 0,-1 0-1 0 0,0 0 0 0 0,0 0 1 0 0,0 0-1 0 0,0 0 1 0 0,0 0-1 0 0,0 0 0 0 0,0 0 1 0 0,0 0-1 0 0,0 0 0 0 0,1 0 1 0 0,-1 0-1 0 0,0 0 1 0 0,0 0-1 0 0,0 1 0 0 0,0-1 1 0 0,0 0-1 0 0,0 0 1 0 0,0 0-1 0 0,0 0 0 0 0,0 0 1 0 0,0 0-1 0 0,0 0 0 0 0,0 0 1 0 0,0 0-1 0 0,0 0 1 0 0,0 0-1 0 0,1 0 0 0 0,-1 0 1 0 0,0 1-1 0 0,0-1 0 0 0,2 13 178 0 0,0 32-162 0 0,-2-1 1 0 0,-11 86-1 0 0,-32 86 37 0 0,40-205-232 0 0,-2 6 266 0 0,5-6-6111 0 0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8:49.29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78 25 6447 0 0,'0'-4'423'0'0,"0"-9"2549"0"0,0 13-2820 0 0,0-1 0 0 0,0 1 1 0 0,0 0-1 0 0,0-1 0 0 0,0 1 0 0 0,0 0 0 0 0,0 0 1 0 0,0-1-1 0 0,1 1 0 0 0,-1 0 0 0 0,0-1 1 0 0,0 1-1 0 0,0 0 0 0 0,0 0 0 0 0,0-1 0 0 0,1 1 1 0 0,-1 0-1 0 0,0 0 0 0 0,0-1 0 0 0,0 1 0 0 0,1 0 1 0 0,-1 0-1 0 0,0 0 0 0 0,3-2 2591 0 0,1 5-1691 0 0,4 3-673 0 0,0 0-1 0 0,-1 1 1 0 0,0 0 0 0 0,0 1-1 0 0,-1 0 1 0 0,0-1 0 0 0,0 2 0 0 0,7 14-1 0 0,-1-1-16 0 0,-1 1-1 0 0,11 35 0 0 0,-16-34-260 0 0,0 0 1 0 0,-1 0-1 0 0,-1 1 1 0 0,-2 0-1 0 0,0 0 1 0 0,-2 0-1 0 0,-1 0 1 0 0,0 0-1 0 0,-7 27 1 0 0,-2-4-34 0 0,-2-1 0 0 0,-2 0 0 0 0,-35 76-1 0 0,29-80-48 0 0,-1 0 0 0 0,-3-2-1 0 0,-35 49 1 0 0,58-89-104 0 0,-4 8-6211 0 0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8:49.696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100 31 11055 0 0,'0'-1'116'0'0,"0"1"0"0"0,0-1-1 0 0,0 0 1 0 0,0 1 0 0 0,0-1-1 0 0,0 0 1 0 0,0 1 0 0 0,0-1-1 0 0,0 1 1 0 0,1-1 0 0 0,-1 0-1 0 0,0 1 1 0 0,0-1 0 0 0,1 1-1 0 0,-1-1 1 0 0,0 1 0 0 0,1-1-1 0 0,-1 1 1 0 0,1-1 0 0 0,-1 1-1 0 0,1-1 1 0 0,14-4 3619 0 0,4 1-1659 0 0,-5 1-1192 0 0,0 1 0 0 0,21-1 0 0 0,-35 3-886 0 0,1 0 0 0 0,-1-1 1 0 0,0 1-1 0 0,1 0 0 0 0,-1 0 0 0 0,0 0 0 0 0,1 0 0 0 0,-1 0 1 0 0,0 0-1 0 0,1 1 0 0 0,-1-1 0 0 0,0 0 0 0 0,1 0 0 0 0,-1 0 0 0 0,0 0 1 0 0,1 0-1 0 0,-1 0 0 0 0,0 0 0 0 0,1 1 0 0 0,-1-1 0 0 0,0 0 0 0 0,1 0 1 0 0,-1 1-1 0 0,0-1 0 0 0,0 0 0 0 0,1 0 0 0 0,-1 1 0 0 0,-4 7-607 0 0,-19 8-1096 0 0,19-13 1367 0 0,-48 30-2374 0 0,-16 11 723 0 0,61-39 1981 0 0,0 1 1 0 0,1 0-1 0 0,0 0 0 0 0,0 0 1 0 0,0 1-1 0 0,1 0 0 0 0,-5 8 1 0 0,9-13 78 0 0,0-1 1 0 0,0 0 0 0 0,1 1 0 0 0,-1-1 0 0 0,1 0-1 0 0,-1 1 1 0 0,1-1 0 0 0,-1 1 0 0 0,1-1 0 0 0,0 1-1 0 0,0-1 1 0 0,-1 1 0 0 0,1-1 0 0 0,0 1 0 0 0,0-1-1 0 0,1 1 1 0 0,-1-1 0 0 0,0 1 0 0 0,0-1 0 0 0,1 1-1 0 0,-1-1 1 0 0,1 0 0 0 0,0 1 0 0 0,-1-1 0 0 0,1 0-1 0 0,0 1 1 0 0,-1-1 0 0 0,1 0 0 0 0,0 0 0 0 0,0 1-1 0 0,0-1 1 0 0,0 0 0 0 0,1 0 0 0 0,-1 0-1 0 0,2 1 1 0 0,1 0 218 0 0,0 1 0 0 0,0-1-1 0 0,0 0 1 0 0,0-1-1 0 0,1 1 1 0 0,-1-1 0 0 0,1 0-1 0 0,-1 0 1 0 0,1 0 0 0 0,6 0-1 0 0,7-1 238 0 0,0-1-1 0 0,1-1 0 0 0,-1 0 1 0 0,24-7-1 0 0,-13 1-251 0 0,51-22-1 0 0,-54 18-223 0 0,-22 10-131 0 0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9:00.224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36 94 5527 0 0,'-2'-2'611'0'0,"-1"0"0"0"0,1 1 0 0 0,0-1 0 0 0,-1 1 0 0 0,0 0 0 0 0,1 0 0 0 0,-5-1-1 0 0,-4-1 6704 0 0,19 8-6380 0 0,-1-4-631 0 0,0 1 0 0 0,0-2 0 0 0,0 1 0 0 0,1-1 0 0 0,-1 0 0 0 0,8-2 0 0 0,45-9 512 0 0,-34 6-521 0 0,31-6 41 0 0,128-30 325 0 0,-170 35-628 0 0,-15 6-31 0 0,1 0 0 0 0,-1 0 0 0 0,1 0 0 0 0,-1-1-1 0 0,0 1 1 0 0,1 0 0 0 0,-1 0 0 0 0,0 0 0 0 0,1 0 0 0 0,-1 0 0 0 0,0-1 0 0 0,1 1-1 0 0,-1 0 1 0 0,0 0 0 0 0,0-1 0 0 0,1 1 0 0 0,-1 0 0 0 0,0 0 0 0 0,0-1-1 0 0,1 1 1 0 0,-1 0 0 0 0,0-1 0 0 0,0 1 0 0 0,0 0 0 0 0,0-1 0 0 0,1 1 0 0 0,-1 0-1 0 0,0-1 1 0 0,0 1 0 0 0,0 0 0 0 0,0-1 0 0 0,0 1 0 0 0,0-1 0 0 0,0 1-1 0 0,0 0 1 0 0,0-1 0 0 0,-1 1-13 0 0,1-1 0 0 0,-1 1 0 0 0,0 0-1 0 0,0 0 1 0 0,1 0 0 0 0,-1 0 0 0 0,0 0-1 0 0,1 0 1 0 0,-1 0 0 0 0,0 0 0 0 0,0 0 0 0 0,1 0-1 0 0,-1 0 1 0 0,0 0 0 0 0,1 1 0 0 0,-1-1 0 0 0,0 0-1 0 0,0 1 1 0 0,-16 6-443 0 0,14-5 325 0 0,-12 4-1697 0 0,-1 3-5521 0 0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9:00.91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199 160 5063 0 0,'-1'-3'259'0'0,"0"1"-1"0"0,0-1 0 0 0,-1 1 0 0 0,1-1 1 0 0,-1 1-1 0 0,0-1 0 0 0,1 1 0 0 0,-1 0 1 0 0,0 0-1 0 0,0 0 0 0 0,-1 0 0 0 0,1 1 1 0 0,0-1-1 0 0,-1 0 0 0 0,1 1 0 0 0,-1 0 1 0 0,1-1-1 0 0,-1 1 0 0 0,0 0 0 0 0,1 0 1 0 0,-4 0-1 0 0,2 0 27 0 0,1 0-1 0 0,-1 1 1 0 0,1 0 0 0 0,0-1 0 0 0,-1 1 0 0 0,1 0-1 0 0,-1 1 1 0 0,1-1 0 0 0,-1 0 0 0 0,1 1 0 0 0,0 0-1 0 0,-1 0 1 0 0,1 0 0 0 0,0 0 0 0 0,0 1 0 0 0,0-1-1 0 0,-5 3 1 0 0,3 1-7 0 0,0-1-1 0 0,0 1 0 0 0,1 1 1 0 0,-1-1-1 0 0,1 0 0 0 0,0 1 1 0 0,0 0-1 0 0,1 0 0 0 0,0 0 1 0 0,-3 8-1 0 0,-3 10 266 0 0,-8 34 0 0 0,17-55-513 0 0,-4 9 89 0 0,2 1 1 0 0,0-1-1 0 0,0 1 1 0 0,1 0-1 0 0,1 0 1 0 0,0 0-1 0 0,0 0 1 0 0,5 22-1 0 0,-4-30-78 0 0,1 1 1 0 0,-1-1-1 0 0,1 0 0 0 0,0 0 0 0 0,0 0 0 0 0,1 0 0 0 0,-1-1 0 0 0,1 1 0 0 0,0-1 1 0 0,0 1-1 0 0,1-1 0 0 0,-1 0 0 0 0,1 0 0 0 0,0 0 0 0 0,0-1 0 0 0,1 0 1 0 0,-1 1-1 0 0,0-2 0 0 0,1 1 0 0 0,0 0 0 0 0,0-1 0 0 0,0 0 0 0 0,8 3 0 0 0,-4-3 16 0 0,0 0-1 0 0,0 0 1 0 0,0-1-1 0 0,1-1 1 0 0,-1 1-1 0 0,0-1 1 0 0,0-1-1 0 0,1 0 1 0 0,-1 0-1 0 0,11-3 1 0 0,-8 0-6 0 0,1 0 0 0 0,-1-1 1 0 0,0 0-1 0 0,0 0 1 0 0,-1-2-1 0 0,21-13 0 0 0,-20 11-15 0 0,0-1-1 0 0,0-1 1 0 0,-1 0-1 0 0,0 0 1 0 0,-1-1 0 0 0,0-1-1 0 0,-1 0 1 0 0,-1 0-1 0 0,0 0 1 0 0,0-1-1 0 0,-2 0 1 0 0,10-26-1 0 0,-13 26-11 0 0,0 0-1 0 0,0 0 1 0 0,-2 0-1 0 0,1-1 1 0 0,-2 1-1 0 0,0 0 1 0 0,-1-1 0 0 0,-4-24-1 0 0,4 32-13 0 0,-1 0-1 0 0,0 0 0 0 0,0 1 1 0 0,0-1-1 0 0,-1 1 1 0 0,0-1-1 0 0,0 1 0 0 0,-1 0 1 0 0,1 0-1 0 0,-1 1 1 0 0,-1-1-1 0 0,1 1 0 0 0,-1 0 1 0 0,0 0-1 0 0,0 0 1 0 0,-1 1-1 0 0,1 0 0 0 0,-1 0 1 0 0,-11-6-1 0 0,10 7-9 0 0,1 1 0 0 0,-1 0 0 0 0,0 1 0 0 0,0 0 0 0 0,0 0 0 0 0,0 0 0 0 0,0 1 0 0 0,0 0 0 0 0,0 0 0 0 0,0 1 0 0 0,0 0 0 0 0,0 0 0 0 0,0 0 0 0 0,0 1 0 0 0,0 0 0 0 0,-11 6 0 0 0,3-1 0 0 0,0 0 0 0 0,1 1 0 0 0,0 1 0 0 0,1 0 0 0 0,0 1 0 0 0,-15 13 0 0 0,18-12-237 0 0,0-1-1 0 0,0 1 1 0 0,1 0-1 0 0,1 1 1 0 0,0 0 0 0 0,-7 14-1 0 0,12-20-104 0 0,0 1-1 0 0,1-1 1 0 0,-1 1-1 0 0,1-1 1 0 0,1 1-1 0 0,-1 0 0 0 0,1 0 1 0 0,0 0-1 0 0,1 0 1 0 0,0 0-1 0 0,0 0 1 0 0,0 0-1 0 0,1 0 1 0 0,2 11-1 0 0,3 0-7025 0 0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9:01.164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54 1 6447 0 0,'0'1'684'0'0,"-1"1"-1"0"0,1 0 0 0 0,0 0 1 0 0,-1-1-1 0 0,1 1 0 0 0,0 0 1 0 0,0 0-1 0 0,0 0 0 0 0,0 0 0 0 0,1 3 1 0 0,5 22 3312 0 0,-3-15-2525 0 0,-1-6-1311 0 0,-1-1-1 0 0,0 1 0 0 0,-1-1 0 0 0,1 1 1 0 0,-1 0-1 0 0,0-1 0 0 0,0 1 1 0 0,-1-1-1 0 0,0 1 0 0 0,0-1 1 0 0,0 1-1 0 0,0-1 0 0 0,-1 1 0 0 0,0-1 1 0 0,0 0-1 0 0,-1 0 0 0 0,1 0 1 0 0,-1 0-1 0 0,0-1 0 0 0,0 1 1 0 0,-1-1-1 0 0,-6 7 0 0 0,-7 7-1697 0 0,7-9-6156 0 0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9:01.96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285 187 919 0 0,'24'-23'2177'0'0,"-8"8"-166"0"0,20-23 0 0 0,-32 33-1458 0 0,-1 1 0 0 0,1-1 0 0 0,-1 0 1 0 0,-1 0-1 0 0,1 0 0 0 0,-1 0 0 0 0,1-1 1 0 0,-1 1-1 0 0,-1-1 0 0 0,2-6 0 0 0,-2 10-370 0 0,-1 0 0 0 0,0 1 0 0 0,0-1 0 0 0,0 0-1 0 0,0 1 1 0 0,0-1 0 0 0,0 0 0 0 0,0 1 0 0 0,0-1 0 0 0,-1 1-1 0 0,1-1 1 0 0,-1 0 0 0 0,1 1 0 0 0,-1-1 0 0 0,0 1-1 0 0,1-1 1 0 0,-1 1 0 0 0,0 0 0 0 0,0-1 0 0 0,0 1 0 0 0,-1-2-1 0 0,0 2-3 0 0,0 0 0 0 0,0-1 0 0 0,0 1 0 0 0,0 0 0 0 0,0 0 0 0 0,0 0 0 0 0,0 1 0 0 0,0-1 0 0 0,-1 0 0 0 0,1 1 0 0 0,0-1 0 0 0,0 1-1 0 0,-4 0 1 0 0,-3 0 106 0 0,0 0 1 0 0,0 1-1 0 0,0 0 0 0 0,0 1 0 0 0,1 0 0 0 0,-15 5 0 0 0,6 1-235 0 0,0 0 1 0 0,0 1-1 0 0,1 1 1 0 0,0 0-1 0 0,1 1 1 0 0,0 1-1 0 0,1 0 1 0 0,0 1-1 0 0,1 1 0 0 0,1 0 1 0 0,0 1-1 0 0,1 0 1 0 0,0 1-1 0 0,1 0 1 0 0,-8 19-1 0 0,10-17-47 0 0,0-1 0 0 0,2 2-1 0 0,0-1 1 0 0,1 0 0 0 0,1 1-1 0 0,-2 28 1 0 0,5-31 47 0 0,0-1-1 0 0,2 0 1 0 0,0 0 0 0 0,0 0-1 0 0,2 0 1 0 0,0 0 0 0 0,0 0-1 0 0,9 22 1 0 0,-9-31-41 0 0,0 0 0 0 0,0 0 0 0 0,0-1 0 0 0,0 1 0 0 0,1-1 0 0 0,0 1 0 0 0,0-1 0 0 0,1-1 0 0 0,-1 1 0 0 0,1-1-1 0 0,0 1 1 0 0,0-1 0 0 0,1-1 0 0 0,-1 1 0 0 0,1-1 0 0 0,6 3 0 0 0,-6-4-2 0 0,-1 0 0 0 0,1 0-1 0 0,-1-1 1 0 0,1 1 0 0 0,-1-2 0 0 0,1 1-1 0 0,0 0 1 0 0,0-1 0 0 0,-1 0 0 0 0,1-1-1 0 0,0 1 1 0 0,-1-1 0 0 0,1 0-1 0 0,0 0 1 0 0,-1-1 0 0 0,1 0 0 0 0,-1 0-1 0 0,8-4 1 0 0,-8 3 1 0 0,0 1 1 0 0,-1-1-1 0 0,0 0 0 0 0,1-1 1 0 0,-1 1-1 0 0,0-1 0 0 0,-1 1 1 0 0,1-1-1 0 0,-1-1 0 0 0,1 1 1 0 0,-1 0-1 0 0,3-6 0 0 0,-5 7-3 0 0,0 1-1 0 0,0-1 1 0 0,0 0-1 0 0,0 0 1 0 0,-1 1-1 0 0,1-1 1 0 0,-1 0-1 0 0,1 0 1 0 0,-1 0-1 0 0,0 0 1 0 0,0 0-1 0 0,0 0 1 0 0,-1 1-1 0 0,1-1 1 0 0,-1 0-1 0 0,0 0 1 0 0,1 0-1 0 0,-1 0 1 0 0,0 1-1 0 0,-1-1 1 0 0,1 1-1 0 0,0-1 1 0 0,-4-4-1 0 0,2 3-4 0 0,0 1 0 0 0,0-1 0 0 0,0 1 0 0 0,0 0 0 0 0,0 0 0 0 0,-1 0 0 0 0,0 1 0 0 0,1-1 0 0 0,-1 1 0 0 0,0 0 0 0 0,0 0 0 0 0,0 0 0 0 0,0 0 0 0 0,-6-1 0 0 0,4 2 0 0 0,0 0 0 0 0,-1 0 0 0 0,1 0 0 0 0,0 1 0 0 0,-1 0 0 0 0,1 1 1 0 0,0-1-1 0 0,-1 1 0 0 0,-8 2 0 0 0,7-1-1 0 0,1 0 1 0 0,0 1-1 0 0,0 0 0 0 0,0 0 1 0 0,0 1-1 0 0,0-1 1 0 0,1 1-1 0 0,-1 1 0 0 0,1-1 1 0 0,0 1-1 0 0,0 1 0 0 0,1-1 1 0 0,0 1-1 0 0,0-1 0 0 0,0 1 1 0 0,0 1-1 0 0,-3 7 0 0 0,6-10 5 0 0,0 0 0 0 0,0 1-1 0 0,1-1 1 0 0,-1 1 0 0 0,1 0-1 0 0,0 0 1 0 0,0-1-1 0 0,1 1 1 0 0,0 0 0 0 0,0 5-1 0 0,0-7-118 0 0,0 0 1 0 0,1 0-1 0 0,0 0 0 0 0,0-1 0 0 0,-1 1 0 0 0,2 0 1 0 0,-1 0-1 0 0,0-1 0 0 0,0 1 0 0 0,1 0 0 0 0,0-1 1 0 0,-1 0-1 0 0,1 1 0 0 0,0-1 0 0 0,0 0 0 0 0,0 0 1 0 0,4 3-1 0 0,11 6-7584 0 0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9:02.47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28 88 7831 0 0,'-1'-2'416'0'0,"0"-1"0"0"0,0 1 0 0 0,0-1-1 0 0,0 1 1 0 0,1-1 0 0 0,-1 1 0 0 0,1-1 0 0 0,-1 0-1 0 0,1 1 1 0 0,0-1 0 0 0,0 0 0 0 0,0 0-1 0 0,1 1 1 0 0,-1-1 0 0 0,1 0 0 0 0,-1 1-1 0 0,1-1 1 0 0,0 1 0 0 0,0-1 0 0 0,0 1 0 0 0,0-1-1 0 0,0 1 1 0 0,1 0 0 0 0,-1-1 0 0 0,1 1-1 0 0,0 0 1 0 0,-1 0 0 0 0,3-2 0 0 0,-2 3-272 0 0,0-1 0 0 0,0 1 1 0 0,0 0-1 0 0,0 0 0 0 0,0-1 0 0 0,0 1 1 0 0,1 1-1 0 0,-1-1 0 0 0,0 0 1 0 0,0 1-1 0 0,1-1 0 0 0,4 0 0 0 0,-5 1-116 0 0,1 0 0 0 0,-1 0-1 0 0,1 0 1 0 0,-1 0-1 0 0,1 0 1 0 0,-1 0-1 0 0,1 1 1 0 0,-1-1 0 0 0,1 1-1 0 0,-1 0 1 0 0,0 0-1 0 0,1 0 1 0 0,-1 0-1 0 0,0 0 1 0 0,0 0 0 0 0,0 1-1 0 0,0-1 1 0 0,0 1-1 0 0,0-1 1 0 0,0 1-1 0 0,0 0 1 0 0,0 0 0 0 0,-1 0-1 0 0,3 4 1 0 0,-2-4-28 0 0,-1 1 0 0 0,0 0 0 0 0,0 0 0 0 0,-1 0 0 0 0,1 0 0 0 0,0 0 0 0 0,-1 0 0 0 0,0 0 0 0 0,0 0 0 0 0,0 1 0 0 0,0-1 1 0 0,0 0-1 0 0,0 0 0 0 0,-1 0 0 0 0,0 0 0 0 0,1 0 0 0 0,-1 0 0 0 0,0 0 0 0 0,-1-1 0 0 0,-1 5 0 0 0,-1 1 0 0 0,-1-1 0 0 0,0 1 0 0 0,0-1 0 0 0,-1 0 0 0 0,0 0 0 0 0,-8 6 0 0 0,-44 34 3 0 0,38-32 5 0 0,20-14-1 0 0,-1-1 1 0 0,1 0 0 0 0,0 0-1 0 0,-1 0 1 0 0,1 1 0 0 0,0-1-1 0 0,-1 0 1 0 0,1 1-1 0 0,0-1 1 0 0,-1 0 0 0 0,1 1-1 0 0,0-1 1 0 0,0 0 0 0 0,0 1-1 0 0,-1-1 1 0 0,1 1-1 0 0,0-1 1 0 0,0 0 0 0 0,0 1-1 0 0,-1 0 1 0 0,8 1 73 0 0,18-4-98 0 0,-20 1-26 0 0,9 0 40 0 0,1 0 0 0 0,0 0 1 0 0,-1 2-1 0 0,1 0 0 0 0,28 5 0 0 0,-38-5 18 0 0,0 1 1 0 0,0-1-1 0 0,0 1 1 0 0,-1-1-1 0 0,1 1 1 0 0,-1 1-1 0 0,1-1 1 0 0,-1 1-1 0 0,0-1 1 0 0,0 1 0 0 0,0 1-1 0 0,0-1 1 0 0,-1 0-1 0 0,1 1 1 0 0,-1 0-1 0 0,0 0 1 0 0,0 0-1 0 0,0 0 1 0 0,-1 0-1 0 0,1 0 1 0 0,2 7-1 0 0,-4-7-8 0 0,0 0 1 0 0,0 0-1 0 0,0 0 0 0 0,0 0 0 0 0,-1 0 1 0 0,1 1-1 0 0,-1-1 0 0 0,0 0 0 0 0,-1 0 1 0 0,1 0-1 0 0,-1 0 0 0 0,1 1 1 0 0,-1-1-1 0 0,-3 6 0 0 0,2-5 12 0 0,-1 0-1 0 0,1 0 1 0 0,-1 0 0 0 0,0 0-1 0 0,-1-1 1 0 0,1 1-1 0 0,-1-1 1 0 0,0 0 0 0 0,0 0-1 0 0,-5 3 1 0 0,3-2 11 0 0,0 0 0 0 0,-1-1 0 0 0,0-1 0 0 0,1 1 0 0 0,-1-1 0 0 0,0 0 0 0 0,-1 0-1 0 0,1-1 1 0 0,0 0 0 0 0,-1 0 0 0 0,1-1 0 0 0,-1 0 0 0 0,0 0 0 0 0,1-1 0 0 0,-1 0 0 0 0,-7-1 0 0 0,10 0-4 0 0,1-1 1 0 0,0 1-1 0 0,0-1 0 0 0,0 0 1 0 0,0 0-1 0 0,0 0 0 0 0,0 0 1 0 0,0-1-1 0 0,-4-3 0 0 0,7 5-45 0 0,0 0 0 0 0,-1-1-1 0 0,1 1 1 0 0,0 0 0 0 0,0-1-1 0 0,0 1 1 0 0,0 0 0 0 0,0-1-1 0 0,0 0 1 0 0,1 1-1 0 0,-2-4 1 0 0,2 4-52 0 0,0 0-1 0 0,0 0 1 0 0,0 0 0 0 0,0 0-1 0 0,0 0 1 0 0,0 0 0 0 0,0 0-1 0 0,0 0 1 0 0,0 0 0 0 0,1 0-1 0 0,-1 0 1 0 0,0 0 0 0 0,1 0-1 0 0,-1 1 1 0 0,0-1 0 0 0,1 0-1 0 0,0 0 1 0 0,-1 0 0 0 0,1 0 0 0 0,-1 1-1 0 0,1-1 1 0 0,1-1-1 0 0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9:02.81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6 158 11055 0 0,'4'-9'565'0'0,"1"0"-1"0"0,0 1 1 0 0,0-1-1 0 0,1 1 0 0 0,0 1 1 0 0,0-1-1 0 0,1 1 1 0 0,8-7-1 0 0,-1 0 246 0 0,-2 2 871 0 0,18-15 1 0 0,-27 24-1442 0 0,1 0 0 0 0,0 1-1 0 0,0-1 1 0 0,1 1 0 0 0,-1 0-1 0 0,0 0 1 0 0,1 0 0 0 0,-1 0-1 0 0,1 1 1 0 0,4-1-1 0 0,-7 1-226 0 0,-1 1-1 0 0,0 0 0 0 0,1 0 1 0 0,-1 0-1 0 0,0 0 0 0 0,0 0 0 0 0,1 0 1 0 0,-1 0-1 0 0,0 0 0 0 0,1 1 1 0 0,-1-1-1 0 0,0 0 0 0 0,0 1 1 0 0,1-1-1 0 0,-1 1 0 0 0,0 0 0 0 0,0-1 1 0 0,0 1-1 0 0,0 0 0 0 0,0-1 1 0 0,0 1-1 0 0,0 0 0 0 0,0 0 0 0 0,0 0 1 0 0,0 0-1 0 0,0 0 0 0 0,-1 0 1 0 0,1 0-1 0 0,0 0 0 0 0,-1 1 0 0 0,1-1 1 0 0,-1 0-1 0 0,1 0 0 0 0,-1 0 1 0 0,0 1-1 0 0,1-1 0 0 0,-1 0 0 0 0,0 1 1 0 0,0-1-1 0 0,0 0 0 0 0,0 0 1 0 0,0 3-1 0 0,0 2 41 0 0,-1 1 1 0 0,1 0-1 0 0,-1-1 1 0 0,-1 1-1 0 0,1 0 1 0 0,-5 11-1 0 0,-5 3-47 0 0,0 1-1 0 0,-2-1 0 0 0,0-1 1 0 0,-32 37-1 0 0,-12 16 21 0 0,49-61-22 0 0,0 1 1 0 0,1 0-1 0 0,1 0 0 0 0,-7 18 1 0 0,12-27-2 0 0,0-1 0 0 0,0 1 1 0 0,0-1-1 0 0,0 1 0 0 0,1 0 1 0 0,0 0-1 0 0,-1-1 0 0 0,1 1 1 0 0,1 0-1 0 0,-1-1 0 0 0,0 1 1 0 0,1 0-1 0 0,2 6 0 0 0,-2-8 7 0 0,0 0 0 0 0,0 0 0 0 0,0 0-1 0 0,0-1 1 0 0,0 1 0 0 0,1 0 0 0 0,-1-1 0 0 0,1 1 0 0 0,-1-1-1 0 0,1 1 1 0 0,-1-1 0 0 0,1 0 0 0 0,0 0 0 0 0,0 0-1 0 0,0 0 1 0 0,0 0 0 0 0,0 0 0 0 0,-1 0 0 0 0,1-1-1 0 0,1 1 1 0 0,-1-1 0 0 0,0 1 0 0 0,0-1 0 0 0,0 0-1 0 0,4 0 1 0 0,6 0 119 0 0,1 0 0 0 0,0-1 0 0 0,0-1 0 0 0,0 0 0 0 0,-1-1 0 0 0,16-6 0 0 0,73-32 657 0 0,-61 24-579 0 0,-40 17-208 0 0,0 0-1 0 0,0 0 0 0 0,0 0 1 0 0,0 0-1 0 0,0 0 1 0 0,0 0-1 0 0,0 0 0 0 0,-1 0 1 0 0,1 0-1 0 0,0 0 1 0 0,0 0-1 0 0,0 0 0 0 0,0 0 1 0 0,0 0-1 0 0,0 0 1 0 0,0 0-1 0 0,0 0 0 0 0,0 0 1 0 0,0 1-1 0 0,0-1 1 0 0,0 0-1 0 0,0 0 0 0 0,0 0 1 0 0,0 0-1 0 0,0 0 1 0 0,0 0-1 0 0,0 0 0 0 0,0 0 1 0 0,0 0-1 0 0,0 0 1 0 0,0 0-1 0 0,0 0 0 0 0,1 0 1 0 0,-1 0-1 0 0,0 0 1 0 0,0 0-1 0 0,0 0 0 0 0,0 0 1 0 0,0 0-1 0 0,0 0 1 0 0,0 0-1 0 0,0 1 0 0 0,0-1 1 0 0,0 0-1 0 0,0 0 1 0 0,0 0-1 0 0,0 0 0 0 0,0 0 1 0 0,0 0-1 0 0,0 0 1 0 0,0 0-1 0 0,0 0 0 0 0,0 0 1 0 0,-6 8 36 0 0,-11 12-1587 0 0,15-18 991 0 0,-17 19-8043 0 0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9:04.94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1 458 6447 0 0,'3'3'787'0'0,"1"1"0"0"0,0-1-1 0 0,0-1 1 0 0,0 1-1 0 0,0 0 1 0 0,7 2 0 0 0,-9-4-476 0 0,7 3 166 0 0,0 0 0 0 0,1-1 1 0 0,-1 0-1 0 0,0-1 1 0 0,1 0-1 0 0,-1 0 0 0 0,1-1 1 0 0,0 0-1 0 0,-1-1 1 0 0,1 0-1 0 0,0-1 0 0 0,-1 0 1 0 0,1 0-1 0 0,10-4 1 0 0,3 0-169 0 0,-1-2 0 0 0,0-1 1 0 0,0-1-1 0 0,36-20 1 0 0,-42 20-164 0 0,0-1 1 0 0,-1-1 0 0 0,0 0 0 0 0,-1-1 0 0 0,0 0 0 0 0,0-1 0 0 0,20-28 0 0 0,-28 33-106 0 0,-1 0 0 0 0,0 0 0 0 0,0-1 0 0 0,-1 1 0 0 0,0-1 0 0 0,-1-1 0 0 0,0 1 0 0 0,0 0 0 0 0,-1-1 0 0 0,0 1 0 0 0,-1-1 0 0 0,0 1 0 0 0,0-1 0 0 0,-1 0 0 0 0,0 0 0 0 0,-3-16-1 0 0,1 16-34 0 0,0 0-1 0 0,-1 1 0 0 0,0-1 1 0 0,0 1-1 0 0,-1-1 0 0 0,0 1 1 0 0,0 0-1 0 0,-1 1 0 0 0,-1-1 1 0 0,1 1-1 0 0,-1 0 0 0 0,-1 0 1 0 0,-10-10-1 0 0,16 17-5 0 0,-1 0 0 0 0,1 0 0 0 0,0 0 0 0 0,0 0 0 0 0,-1 0 0 0 0,1 0 0 0 0,0 1 0 0 0,-1-1 0 0 0,1 0 0 0 0,-1 1 0 0 0,1-1 0 0 0,-1 1 0 0 0,1-1 0 0 0,-1 1 0 0 0,1 0 0 0 0,-1 0 0 0 0,1 0 0 0 0,-1 0 0 0 0,1 0 0 0 0,-1 0 0 0 0,1 0 0 0 0,-1 0 0 0 0,0 1 0 0 0,1-1 0 0 0,-1 1 0 0 0,1-1 0 0 0,0 1 0 0 0,-1-1 0 0 0,1 1 0 0 0,-1 0 0 0 0,1 0 0 0 0,0-1 0 0 0,0 1 0 0 0,-1 0 0 0 0,1 0 0 0 0,0 1 0 0 0,0-1 0 0 0,0 0 0 0 0,0 0 0 0 0,-1 2 0 0 0,-3 4 0 0 0,0 1 0 0 0,1 0 0 0 0,0 0 0 0 0,1 0 0 0 0,-5 15 0 0 0,0 6 8 0 0,1 0 1 0 0,2 1-1 0 0,1 0 0 0 0,1 0 0 0 0,2 0 1 0 0,1 0-1 0 0,5 39 0 0 0,44 209 21 0 0,-41-241-7 0 0,61 200 144 0 0,-69-236-244 0 0,1-1-59 0 0,-1 1 0 0 0,0-1 0 0 0,0 1 0 0 0,1 0 0 0 0,-1-1 0 0 0,0 1 0 0 0,0 0 0 0 0,0-1 0 0 0,0 1 0 0 0,0 0 0 0 0,0 0 0 0 0,0-1 0 0 0,0 1 0 0 0,0 1 0 0 0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9:05.109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1 145 8751 0 0,'0'-1'105'0'0,"0"0"0"0"0,0 1 0 0 0,0-1 0 0 0,0 0 0 0 0,0 1 0 0 0,0-1 0 0 0,0 0 0 0 0,0 1 0 0 0,0-1 0 0 0,0 0 0 0 0,0 1 0 0 0,1-1 0 0 0,-1 1 0 0 0,0-1 0 0 0,0 0 0 0 0,1 1 0 0 0,-1-1 0 0 0,0 1 0 0 0,1-1 0 0 0,-1 1 0 0 0,1-1 0 0 0,-1 1 0 0 0,1-1 0 0 0,-1 1 0 0 0,1-1 0 0 0,-1 1 0 0 0,1 0 0 0 0,-1-1 0 0 0,2 1 0 0 0,21-14 2966 0 0,-17 10-2302 0 0,21-11 1268 0 0,2 2 1 0 0,31-11 0 0 0,63-16-1747 0 0,-90 31-373 0 0,-6 1-390 0 0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9:05.34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222 42 9727 0 0,'-1'-3'102'0'0,"1"-1"0"0"0,-1 0-1 0 0,0 1 1 0 0,0-1-1 0 0,0 0 1 0 0,0 1 0 0 0,0-1-1 0 0,-1 1 1 0 0,-2-5-1 0 0,3 8-58 0 0,0-1 0 0 0,1 1 0 0 0,-1 0 0 0 0,0 0 0 0 0,1 0 0 0 0,-1-1-1 0 0,0 1 1 0 0,1 0 0 0 0,-1 0 0 0 0,0 0 0 0 0,0 0 0 0 0,1 0 0 0 0,-1 0 0 0 0,0 0 0 0 0,1 0-1 0 0,-1 1 1 0 0,0-1 0 0 0,1 0 0 0 0,-1 0 0 0 0,0 0 0 0 0,1 1 0 0 0,-1-1 0 0 0,0 0-1 0 0,0 2 1 0 0,-18 8 1829 0 0,10-3-1308 0 0,1 0-1 0 0,-1 1 0 0 0,1 0 1 0 0,0 0-1 0 0,1 1 1 0 0,0 0-1 0 0,0 0 0 0 0,1 1 1 0 0,-10 20-1 0 0,2 1-7 0 0,1 1 1 0 0,-8 34-1 0 0,9-25 16 0 0,-9 72 1 0 0,18-89-432 0 0,1 0 0 0 0,2 0-1 0 0,0 0 1 0 0,6 38 0 0 0,-4-47-61 0 0,2 1-1 0 0,10 29 1 0 0,-11-38-243 0 0,0-1 1 0 0,0 0-1 0 0,0 0 1 0 0,0 0-1 0 0,1 0 1 0 0,0-1-1 0 0,0 0 1 0 0,1 0-1 0 0,7 7 1 0 0,1-3-7492 0 0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9:05.72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17 121 13359 0 0,'0'-3'135'0'0,"-1"0"0"0"0,1 1 0 0 0,0-1 0 0 0,-1 0 0 0 0,1 0 0 0 0,1 1 0 0 0,-1-1 0 0 0,0 0 0 0 0,1 0 0 0 0,-1 1 0 0 0,1-1-1 0 0,0 0 1 0 0,0 1 0 0 0,0-1 0 0 0,0 0 0 0 0,0 1 0 0 0,0 0 0 0 0,1-1 0 0 0,-1 1 0 0 0,1 0 0 0 0,0 0 0 0 0,0-1 0 0 0,0 1 0 0 0,2-2 0 0 0,5-3 644 0 0,2-2 374 0 0,20-14 1 0 0,-28 21-967 0 0,0 0-1 0 0,0 0 0 0 0,1 0 1 0 0,-1 1-1 0 0,0-1 0 0 0,1 1 1 0 0,-1 0-1 0 0,1 0 0 0 0,0 1 1 0 0,-1-1-1 0 0,1 1 0 0 0,4-1 1 0 0,-7 1-163 0 0,0 0 0 0 0,0 0 0 0 0,1 1 0 0 0,-1-1 0 0 0,0 0 0 0 0,0 0 0 0 0,0 1 0 0 0,1-1 0 0 0,-1 1 0 0 0,0-1 0 0 0,0 1 0 0 0,0-1 1 0 0,0 1-1 0 0,0 0 0 0 0,0-1 0 0 0,0 1 0 0 0,0 0 0 0 0,0 0 0 0 0,0 0 0 0 0,0 0 0 0 0,-1 0 0 0 0,2 2 0 0 0,-1-1-12 0 0,0 0-1 0 0,-1 0 1 0 0,1 0 0 0 0,-1 0-1 0 0,1 0 1 0 0,-1 0 0 0 0,0 0-1 0 0,0 1 1 0 0,0-1-1 0 0,0 0 1 0 0,-1 4 0 0 0,0 3-17 0 0,-2 0 0 0 0,1 0 1 0 0,-1 0-1 0 0,-8 16 0 0 0,-11 10 28 0 0,17-27-14 0 0,0 0-1 0 0,0 0 0 0 0,0 1 0 0 0,-3 10 0 0 0,8-19-8 0 0,0 1 0 0 0,0 0 0 0 0,-1 0 0 0 0,1 0 0 0 0,0-1 0 0 0,0 1 0 0 0,0 0 0 0 0,0 0 0 0 0,0 0 0 0 0,0 0 0 0 0,0-1 0 0 0,0 1 0 0 0,1 0 0 0 0,-1 0 0 0 0,0 0 0 0 0,0-1 0 0 0,1 1 0 0 0,-1 0 0 0 0,0 0 0 0 0,1-1 0 0 0,-1 1 0 0 0,1 0 0 0 0,-1 0 0 0 0,1-1 0 0 0,-1 1 0 0 0,1-1 0 0 0,0 1 0 0 0,-1-1 0 0 0,1 1 0 0 0,0-1 0 0 0,-1 1 0 0 0,1-1 0 0 0,0 1 0 0 0,0-1 0 0 0,-1 0 0 0 0,1 1 0 0 0,0-1 0 0 0,0 0 0 0 0,0 0 0 0 0,-1 0 0 0 0,1 0 0 0 0,2 1 0 0 0,4 0 0 0 0,1 0 0 0 0,0-1 0 0 0,13 0 0 0 0,-13 0 0 0 0,5 0 13 0 0,0 0 0 0 0,0 1 0 0 0,0 1-1 0 0,0 0 1 0 0,0 1 0 0 0,13 5 0 0 0,-22-7-8 0 0,-1 0 1 0 0,0 1 0 0 0,1 0-1 0 0,-1 0 1 0 0,0-1 0 0 0,0 2-1 0 0,0-1 1 0 0,-1 0 0 0 0,1 1-1 0 0,0-1 1 0 0,3 6 0 0 0,-5-6-4 0 0,0 0 1 0 0,0 1-1 0 0,1-1 0 0 0,-2 0 1 0 0,1 1-1 0 0,0-1 1 0 0,0 1-1 0 0,-1 0 1 0 0,1-1-1 0 0,-1 1 0 0 0,0 0 1 0 0,0-1-1 0 0,0 1 1 0 0,0-1-1 0 0,-1 1 1 0 0,1 0-1 0 0,-2 4 0 0 0,0 0 26 0 0,-1 0-1 0 0,0 0 0 0 0,0 0 0 0 0,0-1 1 0 0,-1 1-1 0 0,0-1 0 0 0,0 0 0 0 0,-1 0 1 0 0,0 0-1 0 0,0-1 0 0 0,0 0 0 0 0,0 0 0 0 0,-1 0 1 0 0,0-1-1 0 0,0 1 0 0 0,-1-1 0 0 0,1-1 1 0 0,-8 4-1 0 0,-1 0 40 0 0,-1-1 0 0 0,1-1 0 0 0,-1 0 0 0 0,0-1 1 0 0,0-1-1 0 0,0 0 0 0 0,-20 0 0 0 0,30-3-53 0 0,0 1-1 0 0,-1-1 1 0 0,1-1 0 0 0,0 1-1 0 0,0-1 1 0 0,-1 0-1 0 0,1-1 1 0 0,0 1 0 0 0,-11-6-1 0 0,17 7-63 0 0,0 0-1 0 0,0 0 0 0 0,-1-1 1 0 0,1 1-1 0 0,0 0 1 0 0,0 0-1 0 0,-1-1 1 0 0,1 1-1 0 0,0 0 1 0 0,0-1-1 0 0,0 1 1 0 0,0 0-1 0 0,-1-1 0 0 0,1 1 1 0 0,0 0-1 0 0,0-1 1 0 0,0 1-1 0 0,0-1 1 0 0,0 1-1 0 0,0 0 1 0 0,0-1-1 0 0,0 1 0 0 0,0 0 1 0 0,0-1-1 0 0,0 1 1 0 0,0 0-1 0 0,0-1 1 0 0,1 1-1 0 0,-1 0 1 0 0,0-1-1 0 0,0 1 1 0 0,0 0-1 0 0,0-1 0 0 0,1 1 1 0 0,-1 0-1 0 0,0-1 1 0 0,0 1-1 0 0,0 0 1 0 0,1 0-1 0 0,-1-1 1 0 0,0 1-1 0 0,1 0 1 0 0,-1 0-1 0 0,0-1 0 0 0,1 1 1 0 0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9:06.03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70 105 1375 0 0,'2'-10'433'0'0,"0"3"-491"0"0,0-1 0 0 0,0 2-1 0 0,3-9 1 0 0,-4 13 726 0 0,0 0 0 0 0,0 0 0 0 0,0 0 0 0 0,1 0 0 0 0,-1 1-1 0 0,1-1 1 0 0,-1 0 0 0 0,4-2 0 0 0,1-1 339 0 0,1 0 1 0 0,0 0-1 0 0,0 1 0 0 0,0 0 0 0 0,0 0 0 0 0,1 1 1 0 0,12-4-1 0 0,-16 6-772 0 0,0 0 0 0 0,0 1 0 0 0,0-1-1 0 0,0 1 1 0 0,0 0 0 0 0,0 0 0 0 0,0 1 0 0 0,0-1 0 0 0,0 1-1 0 0,0 0 1 0 0,0 0 0 0 0,0 0 0 0 0,0 0 0 0 0,-1 1 0 0 0,1 0 0 0 0,0-1-1 0 0,5 5 1 0 0,-1 0-31 0 0,0 1-1 0 0,0 0 1 0 0,0 1 0 0 0,-1-1-1 0 0,0 2 1 0 0,-1-1-1 0 0,1 1 1 0 0,-2 0 0 0 0,1 0-1 0 0,-1 0 1 0 0,-1 1-1 0 0,0-1 1 0 0,0 1 0 0 0,-1 1-1 0 0,3 9 1 0 0,0 9-86 0 0,-1 1 0 0 0,-2-1 0 0 0,0 1 0 0 0,-3 34 0 0 0,-1-25 50 0 0,-2 0 0 0 0,-2 1 0 0 0,-12 49-1 0 0,10-63-40 0 0,-1-1 0 0 0,-1 0 0 0 0,-2 0 0 0 0,0 0-1 0 0,-27 40 1 0 0,18-37 87 0 0,-1 0 0 0 0,-38 37 0 0 0,-59 40-2033 0 0,90-84-6748 0 0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9:06.86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3 53 6447 0 0,'0'0'170'0'0,"-1"-1"-1"0"0,1 1 1 0 0,0-1-1 0 0,-1 1 0 0 0,1 0 1 0 0,0-1-1 0 0,0 1 1 0 0,0-1-1 0 0,0 0 0 0 0,-1 1 1 0 0,1-1-1 0 0,0 1 1 0 0,0-1-1 0 0,0 1 0 0 0,0-1 1 0 0,0 1-1 0 0,0-1 1 0 0,0 1-1 0 0,1-1 1 0 0,-1 1-1 0 0,0-1 0 0 0,0 1 1 0 0,0-1-1 0 0,0 1 1 0 0,1-1-1 0 0,-1 1 0 0 0,0-1 1 0 0,0 1-1 0 0,1-1 1 0 0,-1 1-1 0 0,0 0 0 0 0,1-1 1 0 0,0 0-1 0 0,12-11 4066 0 0,-8 9-3681 0 0,0 0 1 0 0,1 1-1 0 0,-1 0 1 0 0,1 0-1 0 0,-1 0 0 0 0,1 0 1 0 0,6 0-1 0 0,42-4 802 0 0,-52 6-1327 0 0,23 1 146 0 0,-24-1-182 0 0,0 0 0 0 0,0 0 0 0 0,1 1 0 0 0,-1-1 0 0 0,0 0 0 0 0,0 0 0 0 0,0 1 0 0 0,1-1 0 0 0,-1 1 1 0 0,0-1-1 0 0,0 1 0 0 0,0 0 0 0 0,0-1 0 0 0,0 1 0 0 0,0 0 0 0 0,1 1 0 0 0,-2-2-138 0 0,0 1 0 0 0,0 0 0 0 0,0 0 0 0 0,0 0-1 0 0,0-1 1 0 0,-1 1 0 0 0,1 0 0 0 0,0 0 0 0 0,0 0 0 0 0,-1-1 0 0 0,1 1 0 0 0,-1 0-1 0 0,1-1 1 0 0,0 1 0 0 0,-1 0 0 0 0,1-1 0 0 0,-1 1 0 0 0,0 0 0 0 0,1-1 0 0 0,-1 1-1 0 0,1-1 1 0 0,-1 1 0 0 0,-1 0 0 0 0,-1 1-1150 0 0,-4 6-5231 0 0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9:06.99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22 0 3679 0 0,'-19'24'327'0'0,"19"-23"-237"0"0,-1 0 1 0 0,1-1-1 0 0,0 1 1 0 0,-1 0-1 0 0,1-1 0 0 0,0 1 1 0 0,0 0-1 0 0,0-1 0 0 0,-1 1 1 0 0,1 0-1 0 0,0-1 1 0 0,0 1-1 0 0,0 0 0 0 0,0 0 1 0 0,0-1-1 0 0,0 1 0 0 0,0 0 1 0 0,0 0-1 0 0,1-1 1 0 0,-1 1-1 0 0,0 0 0 0 0,0-1 1 0 0,1 2-1 0 0,0 0 365 0 0,-1 1-68 0 0,1-1 1 0 0,-1 1-1 0 0,1-1 0 0 0,0 0 1 0 0,0 1-1 0 0,0-1 0 0 0,0 0 1 0 0,0 1-1 0 0,0-1 0 0 0,1 0 1 0 0,-1 0-1 0 0,1 0 0 0 0,-1 0 1 0 0,1-1-1 0 0,0 1 0 0 0,0 0 1 0 0,3 2-1 0 0,-2-3 91 0 0,0 1 1 0 0,1 0-1 0 0,-1-1 1 0 0,1 0-1 0 0,-1 0 1 0 0,1 0-1 0 0,0 0 0 0 0,-1-1 1 0 0,1 1-1 0 0,6-1 1 0 0,4-1 219 0 0,0 0 0 0 0,0-1 0 0 0,0-1 0 0 0,-1 0 1 0 0,16-7-1 0 0,-4 1-301 0 0,17-5-1918 0 0,-33 13-6306 0 0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9:10.64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 28 9671 0 0,'-2'-6'5791'0'0,"2"6"-5635"0"0,8-3 2993 0 0,11 2-1735 0 0,-17 1-1438 0 0,67 1 973 0 0,-50 0-635 0 0,0-1 1 0 0,0 0 0 0 0,0-1-1 0 0,22-5 1 0 0,-6-2-1829 0 0,-19 3-6060 0 0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9:11.13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45 113 5983 0 0,'-13'-10'330'0'0,"11"8"139"0"0,1 1 1 0 0,0-1-1 0 0,0 0 0 0 0,-1 1 1 0 0,1-1-1 0 0,0 0 0 0 0,1 0 1 0 0,-1 0-1 0 0,-1-3 0 0 0,2 4-143 0 0,-1-1-1 0 0,1 1 0 0 0,0-1 0 0 0,0 0 1 0 0,0 1-1 0 0,0-1 0 0 0,0 1 1 0 0,0-1-1 0 0,1 1 0 0 0,-1-1 1 0 0,0 1-1 0 0,1-1 0 0 0,-1 1 1 0 0,1-1-1 0 0,0 1 0 0 0,-1-1 1 0 0,1 1-1 0 0,0 0 0 0 0,0-1 1 0 0,0 1-1 0 0,0 0 0 0 0,0 0 1 0 0,0 0-1 0 0,2-2 0 0 0,4-2-63 0 0,1 0 0 0 0,0 0-1 0 0,0 0 1 0 0,0 1 0 0 0,0 0-1 0 0,1 1 1 0 0,0 0 0 0 0,0 0-1 0 0,0 1 1 0 0,0 0-1 0 0,0 1 1 0 0,0 0 0 0 0,0 0-1 0 0,1 1 1 0 0,12 1 0 0 0,-20-1-251 0 0,1 0 1 0 0,-1 0-1 0 0,1 1 0 0 0,-1-1 1 0 0,0 1-1 0 0,1 0 1 0 0,-1 0-1 0 0,0 0 1 0 0,0 0-1 0 0,1 0 0 0 0,-1 0 1 0 0,0 0-1 0 0,0 1 1 0 0,0-1-1 0 0,0 1 0 0 0,-1-1 1 0 0,1 1-1 0 0,0 0 1 0 0,-1 0-1 0 0,3 3 0 0 0,-3-2 0 0 0,1 0 0 0 0,-1 0-1 0 0,0 0 1 0 0,0 0 0 0 0,-1 0-1 0 0,1 0 1 0 0,-1 0-1 0 0,0 1 1 0 0,1-1 0 0 0,-1 0-1 0 0,-1 0 1 0 0,1 0-1 0 0,0 0 1 0 0,-1 0 0 0 0,-1 5-1 0 0,-2 5-10 0 0,0-1 0 0 0,-1-1 0 0 0,0 1 0 0 0,-10 15 0 0 0,-32 43 0 0 0,29-44 0 0 0,-15 18-10 0 0,-25 41-38 0 0,50-72 42 0 0,0 2 0 0 0,1-1 0 0 0,1 1 0 0 0,-7 20 0 0 0,13-33 6 0 0,-1 1 0 0 0,0 0 0 0 0,1 0 0 0 0,0-1 0 0 0,-1 1 0 0 0,1 0 0 0 0,0 0 0 0 0,0 0 0 0 0,1-1 0 0 0,-1 1 0 0 0,1 0 0 0 0,1 4 0 0 0,-2-6 0 0 0,1 1 0 0 0,0-1 0 0 0,-1 0 0 0 0,1 1 0 0 0,0-1 0 0 0,0 0 0 0 0,0 0 0 0 0,0 0 0 0 0,0 0 0 0 0,0 1 0 0 0,1-1 0 0 0,-1-1 0 0 0,0 1 0 0 0,1 0 0 0 0,-1 0 0 0 0,0 0 0 0 0,1-1 0 0 0,-1 1 0 0 0,1-1 0 0 0,-1 1 0 0 0,1-1 0 0 0,-1 0 0 0 0,3 1 0 0 0,10 0 136 0 0,0-1 0 0 0,0-1-1 0 0,0 0 1 0 0,0 0 0 0 0,0-2-1 0 0,0 1 1 0 0,19-8 0 0 0,-10 4 121 0 0,33-5 0 0 0,-55 11-275 0 0,1 0-1 0 0,-1 0 0 0 0,0 0 1 0 0,1-1-1 0 0,-1 2 1 0 0,0-1-1 0 0,0 0 0 0 0,1 0 1 0 0,-1 0-1 0 0,0 1 1 0 0,0-1-1 0 0,3 1 0 0 0,-4 0-1 0 0,1-1 0 0 0,-1 1 0 0 0,1-1 0 0 0,-1 1 0 0 0,0-1 0 0 0,1 1 0 0 0,-1-1-1 0 0,0 1 1 0 0,1-1 0 0 0,-1 1 0 0 0,0-1 0 0 0,0 1 0 0 0,0-1 0 0 0,1 1 0 0 0,-1 0-1 0 0,0-1 1 0 0,0 1 0 0 0,0 0 0 0 0,0-1 0 0 0,0 1 0 0 0,0-1 0 0 0,0 1 0 0 0,0 0-1 0 0,0-1 1 0 0,-1 1 0 0 0,1-1 0 0 0,0 1 0 0 0,0 0 0 0 0,-3 6-699 0 0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9:12.96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197 148 5983 0 0,'-6'-5'502'0'0,"0"1"0"0"0,-1 0 0 0 0,1 0-1 0 0,-1 1 1 0 0,0 0 0 0 0,0 0-1 0 0,0 1 1 0 0,0-1 0 0 0,-14-1 0 0 0,18 3-370 0 0,0 1 0 0 0,0-1 0 0 0,1 1 0 0 0,-1 0 0 0 0,0 0 0 0 0,0 0 1 0 0,0 0-1 0 0,0 0 0 0 0,0 1 0 0 0,0-1 0 0 0,0 1 0 0 0,0 0 0 0 0,0 0 1 0 0,1 0-1 0 0,-1 0 0 0 0,0 0 0 0 0,1 1 0 0 0,-1-1 0 0 0,1 1 0 0 0,-1-1 1 0 0,1 1-1 0 0,0 0 0 0 0,0 0 0 0 0,-4 4 0 0 0,3-1 65 0 0,0-1-1 0 0,1 1 0 0 0,0 0 1 0 0,-1 0-1 0 0,1 0 1 0 0,1 0-1 0 0,-1 0 1 0 0,1 0-1 0 0,0 0 1 0 0,0 0-1 0 0,0 1 0 0 0,1 9 1 0 0,0 0 281 0 0,2-1 0 0 0,-1 1 0 0 0,2-1 0 0 0,0 0 0 0 0,1 0 0 0 0,0 0 0 0 0,10 19 0 0 0,-7-16-188 0 0,2-1 0 0 0,0 0 0 0 0,1-1 1 0 0,1 0-1 0 0,18 20 0 0 0,-25-30-247 0 0,1 0 1 0 0,0-1-1 0 0,0 0 0 0 0,0 0 0 0 0,0 0 0 0 0,1 0 0 0 0,-1-1 1 0 0,1 0-1 0 0,0 0 0 0 0,0-1 0 0 0,0 1 0 0 0,0-1 1 0 0,1-1-1 0 0,5 2 0 0 0,-6-3-6 0 0,-1 1 0 0 0,0-1-1 0 0,1-1 1 0 0,-1 1 0 0 0,0-1 0 0 0,0 0 0 0 0,1 0 0 0 0,-1 0-1 0 0,0-1 1 0 0,0 0 0 0 0,0 0 0 0 0,0 0 0 0 0,-1-1-1 0 0,1 1 1 0 0,-1-1 0 0 0,1 0 0 0 0,5-6 0 0 0,-2 2-8 0 0,-1-1 1 0 0,1 0 0 0 0,-1 0-1 0 0,0-1 1 0 0,-1 0-1 0 0,0 0 1 0 0,-1-1 0 0 0,0 0-1 0 0,0 0 1 0 0,-1 0-1 0 0,0 0 1 0 0,-1-1 0 0 0,0 1-1 0 0,-1-1 1 0 0,0 0-1 0 0,0 0 1 0 0,-2 0 0 0 0,1 0-1 0 0,-1 0 1 0 0,-2-14-1 0 0,0 10 9 0 0,0 1-1 0 0,-1-1 0 0 0,-1 1 0 0 0,0-1 0 0 0,-1 1 0 0 0,0 0 0 0 0,-1 1 0 0 0,-1-1 0 0 0,0 1 0 0 0,-1 1 0 0 0,0-1 0 0 0,-1 1 0 0 0,-1 1 0 0 0,-17-18 0 0 0,23 25-40 0 0,-1 1 0 0 0,0-1-1 0 0,0 0 1 0 0,0 1 0 0 0,0 0 0 0 0,-1 0 0 0 0,1 1-1 0 0,-1 0 1 0 0,0 0 0 0 0,0 0 0 0 0,0 0-1 0 0,0 1 1 0 0,0 0 0 0 0,0 0 0 0 0,0 1 0 0 0,-8 0-1 0 0,6 1-7 0 0,0 0 0 0 0,0 0 0 0 0,0 1 0 0 0,0 0 0 0 0,0 0 0 0 0,0 1 0 0 0,1 0 0 0 0,-1 1-1 0 0,1 0 1 0 0,0 0 0 0 0,-9 6 0 0 0,8-4-5 0 0,1 0-1 0 0,-1 1 1 0 0,2 0-1 0 0,-1 0 1 0 0,1 0-1 0 0,0 0 0 0 0,0 1 1 0 0,1 0-1 0 0,-7 16 1 0 0,9-18 5 0 0,0 1 0 0 0,1 0 1 0 0,0-1-1 0 0,0 1 0 0 0,1 0 0 0 0,0 0 1 0 0,0 0-1 0 0,0 0 0 0 0,1 0 0 0 0,0 0 0 0 0,1 0 1 0 0,0 0-1 0 0,2 13 0 0 0,-1-14-109 0 0,0-1 0 0 0,1 1 1 0 0,-1-1-1 0 0,1 1 0 0 0,0-1 0 0 0,0 0 0 0 0,1 0 0 0 0,7 8 0 0 0,2 0-805 0 0,23 18 0 0 0,-10-10 70 0 0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9:13.15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58 0 9215 0 0,'2'2'477'0'0,"-1"0"-1"0"0,1 1 0 0 0,-1-1 0 0 0,0 0 0 0 0,0 0 0 0 0,0 0 0 0 0,0 1 1 0 0,0-1-1 0 0,-1 1 0 0 0,1-1 0 0 0,0 4 0 0 0,2 32 3215 0 0,-2-24-2374 0 0,-1 1-652 0 0,0 1 0 0 0,-1 0 1 0 0,0-1-1 0 0,-1 0 1 0 0,-8 29-1 0 0,-30 71-3084 0 0,24-76-1881 0 0,11-23-3095 0 0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9:13.753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19 138 7367 0 0,'-2'-3'317'0'0,"1"0"0"0"0,0 0 0 0 0,0 0-1 0 0,0 0 1 0 0,0 0 0 0 0,1 0 0 0 0,-1-1-1 0 0,1 1 1 0 0,0 0 0 0 0,0 0 0 0 0,0 0-1 0 0,0-1 1 0 0,0 1 0 0 0,2-5 0 0 0,-1 2 264 0 0,1 0 0 0 0,-1 1 0 0 0,1-1 1 0 0,0 1-1 0 0,0-1 0 0 0,1 1 0 0 0,3-6 1 0 0,-3 8-348 0 0,-1 0 1 0 0,0 1-1 0 0,1-1 1 0 0,-1 1-1 0 0,1-1 1 0 0,0 1-1 0 0,0 0 1 0 0,0 0-1 0 0,0 0 1 0 0,0 0-1 0 0,0 1 1 0 0,0-1-1 0 0,1 1 1 0 0,-1 0-1 0 0,1 0 1 0 0,5-1-1 0 0,-7 1-148 0 0,1 1-1 0 0,0 0 0 0 0,-1 0 1 0 0,1 0-1 0 0,0 0 0 0 0,-1 1 0 0 0,1-1 1 0 0,0 1-1 0 0,-1 0 0 0 0,1-1 0 0 0,-1 1 1 0 0,1 0-1 0 0,-1 1 0 0 0,1-1 0 0 0,-1 0 1 0 0,0 1-1 0 0,0-1 0 0 0,1 1 0 0 0,-1 0 1 0 0,0-1-1 0 0,-1 1 0 0 0,5 4 0 0 0,-3-1-77 0 0,1 1 0 0 0,-1-1 0 0 0,0 0 0 0 0,-1 1 0 0 0,1-1 0 0 0,-1 1 0 0 0,0 0 0 0 0,0 0 0 0 0,-1 0 0 0 0,2 12 0 0 0,-2-8 8 0 0,-1-1-1 0 0,0 1 1 0 0,-1-1 0 0 0,0 1-1 0 0,-1-1 1 0 0,-4 14 0 0 0,-1-2 6 0 0,-1 0 0 0 0,-1 0 0 0 0,-1-1 1 0 0,-1 0-1 0 0,-17 22 0 0 0,1-4-22 0 0,15-24 0 0 0,2 0 0 0 0,0 1 0 0 0,1 0 0 0 0,-11 24 0 0 0,19-38 2 0 0,1 1-1 0 0,-1-1 1 0 0,1 1-1 0 0,-1-1 1 0 0,1 1 0 0 0,-1-1-1 0 0,1 1 1 0 0,0 0-1 0 0,0-1 1 0 0,0 1 0 0 0,0 0-1 0 0,0-1 1 0 0,0 1-1 0 0,0-1 1 0 0,1 1-1 0 0,-1 0 1 0 0,0-1 0 0 0,2 3-1 0 0,-1-3 3 0 0,0 0-1 0 0,0 1 1 0 0,0-1 0 0 0,0-1-1 0 0,0 1 1 0 0,0 0 0 0 0,0 0-1 0 0,0 0 1 0 0,0 0 0 0 0,0-1-1 0 0,1 1 1 0 0,-1-1 0 0 0,0 1-1 0 0,0-1 1 0 0,1 1 0 0 0,-1-1-1 0 0,2 1 1 0 0,6 0 12 0 0,0-1 0 0 0,-1 0 0 0 0,1 0 0 0 0,-1-1 0 0 0,13-2 0 0 0,66-17 335 0 0,7-1-2336 0 0,-77 19-5749 0 0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9:14.266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27 213 11519 0 0,'2'-37'1248'0'0,"-2"36"-1211"0"0,0 1 0 0 0,0 0 0 0 0,0-1 0 0 0,0 1 0 0 0,0 0 0 0 0,0-1 0 0 0,0 1 0 0 0,0 0 0 0 0,0-1 0 0 0,0 1 0 0 0,0 0 0 0 0,0-1 0 0 0,0 1 0 0 0,0 0 0 0 0,0-1 0 0 0,1 1 0 0 0,-1 0 0 0 0,0-1 0 0 0,0 1 0 0 0,0 0 0 0 0,1-1 0 0 0,-1 1 0 0 0,0 0-1 0 0,0 0 1 0 0,1-1 0 0 0,-1 1 0 0 0,0 0 0 0 0,0 0 0 0 0,1 0 0 0 0,-1-1 0 0 0,1 1 0 0 0,9 4 2604 0 0,9 14 1562 0 0,8 17-3602 0 0,-2 1-1 0 0,-2 2 1 0 0,21 46-1 0 0,-36-69-556 0 0,-1 1-1 0 0,0 0 0 0 0,-1 0 1 0 0,-1 0-1 0 0,-1 1 0 0 0,3 19 1 0 0,-7-30-25 0 0,1 0 1 0 0,-1 1-1 0 0,0-1 0 0 0,-1 0 1 0 0,1 1-1 0 0,-1-1 0 0 0,-1 0 1 0 0,-2 11-1 0 0,2-14-14 0 0,1 1 0 0 0,-1 0 1 0 0,0 0-1 0 0,-1-1 0 0 0,1 1 0 0 0,-1-1 0 0 0,1 1 0 0 0,-1-1 0 0 0,0 0 0 0 0,0 0 1 0 0,0-1-1 0 0,-1 1 0 0 0,1-1 0 0 0,-5 3 0 0 0,5-3-3 0 0,1-1 0 0 0,-1 0 0 0 0,1 1 0 0 0,-1-1 0 0 0,0-1 0 0 0,0 1 0 0 0,1 0 0 0 0,-1-1 0 0 0,0 1 0 0 0,0-1 0 0 0,0 0 0 0 0,0 0 0 0 0,1 0 0 0 0,-1 0 0 0 0,0-1 0 0 0,0 1 0 0 0,-4-2-1 0 0,3 1 7 0 0,0-1-1 0 0,0 0 0 0 0,1 0 0 0 0,-1 0 1 0 0,0 0-1 0 0,1-1 0 0 0,-1 0 0 0 0,1 0 0 0 0,0 1 1 0 0,-5-7-1 0 0,3 3 4 0 0,0-1 0 0 0,0 0-1 0 0,1 0 1 0 0,0 0 0 0 0,0-1 0 0 0,0 1 0 0 0,1-1 0 0 0,1 0 0 0 0,-1 0 0 0 0,1 0 0 0 0,-1-15-1 0 0,3 16-2 0 0,0 0 0 0 0,0 0 0 0 0,1-1 0 0 0,0 1 0 0 0,1 0 0 0 0,0 0 0 0 0,0 0 0 0 0,0 0 0 0 0,1 1 0 0 0,0-1-1 0 0,0 0 1 0 0,1 1 0 0 0,6-8 0 0 0,6-7 38 0 0,0 1 1 0 0,28-25-1 0 0,-14 15-29 0 0,-15 15-17 0 0,1-1 0 0 0,0-1 0 0 0,-2 0 0 0 0,21-32 0 0 0,-31 44 0 0 0,-1 0 0 0 0,-1 0 0 0 0,1-1 0 0 0,-1 1 0 0 0,0-1 0 0 0,0 0 0 0 0,-1 0 0 0 0,0 1 0 0 0,0-1 0 0 0,0 0 0 0 0,-1 0 0 0 0,1 0 0 0 0,-1 0 0 0 0,-1 0 0 0 0,1 0 0 0 0,-1 0 0 0 0,0 0 0 0 0,-4-11 0 0 0,4 14 0 0 0,0 1 0 0 0,0-1 0 0 0,-1 0 0 0 0,1 1 0 0 0,-1-1 0 0 0,0 1 0 0 0,1 0 0 0 0,-1-1 0 0 0,0 1 0 0 0,0 0 0 0 0,-1 0 0 0 0,1 0 0 0 0,0 1 0 0 0,0-1 0 0 0,-1 1 0 0 0,-3-3 0 0 0,2 3 0 0 0,-1-1 0 0 0,0 0 0 0 0,1 1 0 0 0,-1 0 0 0 0,0 0 0 0 0,0 1 0 0 0,0-1 0 0 0,-10 1 0 0 0,4 1 0 0 0,0 0 0 0 0,0 1 0 0 0,0 1 0 0 0,1-1 0 0 0,-1 2 0 0 0,1-1 0 0 0,-1 2 0 0 0,-9 4 0 0 0,12-4-37 0 0,0 0-1 0 0,0 1 1 0 0,0 0-1 0 0,1 0 1 0 0,0 0-1 0 0,0 1 1 0 0,-7 9-1 0 0,11-13-90 0 0,1 0-1 0 0,0 0 1 0 0,0 1-1 0 0,0-1 0 0 0,0 1 1 0 0,1-1-1 0 0,-1 1 0 0 0,1-1 1 0 0,0 1-1 0 0,0 0 0 0 0,0 0 1 0 0,0-1-1 0 0,1 1 0 0 0,0 0 1 0 0,-1 0-1 0 0,2 0 0 0 0,-1 0 1 0 0,0 0-1 0 0,1 0 0 0 0,1 5 1 0 0,4 6-7559 0 0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9:14.59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84 11055 0 0,'7'-7'557'0'0,"0"0"0"0"0,0 1 0 0 0,1-1 0 0 0,1 1 1 0 0,-1 1-1 0 0,1 0 0 0 0,0 0 0 0 0,0 0 0 0 0,9-2 0 0 0,-2 1 431 0 0,-1 2 0 0 0,1 0 0 0 0,0 0 0 0 0,29-1 0 0 0,-40 4-863 0 0,0 1-1 0 0,-1 0 1 0 0,1 0-1 0 0,0 1 1 0 0,-1-1 0 0 0,1 1-1 0 0,0 0 1 0 0,-1 0 0 0 0,1 1-1 0 0,-1-1 1 0 0,7 4 0 0 0,-9-4-112 0 0,0 1 0 0 0,0-1-1 0 0,0 1 1 0 0,-1 0 0 0 0,1-1 0 0 0,0 1 0 0 0,-1 0 0 0 0,1 0 0 0 0,-1 0 0 0 0,1 0 0 0 0,-1 0-1 0 0,0 0 1 0 0,0 0 0 0 0,0 1 0 0 0,0-1 0 0 0,0 0 0 0 0,-1 1 0 0 0,1-1 0 0 0,-1 0 0 0 0,0 1-1 0 0,1-1 1 0 0,-1 1 0 0 0,0 2 0 0 0,-1 2-7 0 0,0 1-1 0 0,0-1 1 0 0,-1 1-1 0 0,1-1 1 0 0,-2 1-1 0 0,1-1 1 0 0,-1 0-1 0 0,0 0 0 0 0,0 0 1 0 0,-1-1-1 0 0,-7 10 1 0 0,-7 8 38 0 0,-33 35 0 0 0,27-32 53 0 0,13-14-58 0 0,-5 4 40 0 0,-19 28 0 0 0,32-40-53 0 0,0 0 0 0 0,0 0 0 0 0,0 0-1 0 0,1 0 1 0 0,-1 1 0 0 0,2-1 0 0 0,-1 1-1 0 0,0 0 1 0 0,1-1 0 0 0,0 1 0 0 0,0 7-1 0 0,1-11-2 0 0,0-1 0 0 0,0 1-1 0 0,0 0 1 0 0,1 0 0 0 0,-1 0-1 0 0,1 0 1 0 0,-1 0 0 0 0,1 0-1 0 0,-1-1 1 0 0,1 1 0 0 0,0 0-1 0 0,0-1 1 0 0,0 1 0 0 0,0 0-1 0 0,0-1 1 0 0,0 1 0 0 0,3 2-1 0 0,-1-2 20 0 0,0 0 0 0 0,-1 0 0 0 0,1-1 1 0 0,0 1-1 0 0,0-1 0 0 0,0 1 0 0 0,1-1 0 0 0,-1 0 0 0 0,5 1 0 0 0,3 0 92 0 0,0 0-1 0 0,0-2 1 0 0,1 1 0 0 0,-1-1-1 0 0,12-2 1 0 0,3-1 109 0 0,-1-1 0 0 0,39-12 0 0 0,48-23-105 0 0,-108 38-305 0 0,-4 2 166 0 0,-6 6-2098 0 0,-6 3-6645 0 0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9:25.406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174 23 2527 0 0,'1'-1'66'0'0,"-1"1"-1"0"0,0-1 0 0 0,1 0 0 0 0,-1 0 1 0 0,1 1-1 0 0,-1-1 0 0 0,0 0 1 0 0,0 0-1 0 0,0 0 0 0 0,1 1 0 0 0,-1-1 1 0 0,0 0-1 0 0,0 0 0 0 0,0 0 0 0 0,0 1 1 0 0,0-1-1 0 0,0 0 0 0 0,0 0 0 0 0,-1 0 1 0 0,1-1-1 0 0,-1 2-21 0 0,1-1 0 0 0,-1 1 1 0 0,1 0-1 0 0,0-1 0 0 0,-1 1 0 0 0,1 0 1 0 0,-1-1-1 0 0,0 1 0 0 0,1 0 1 0 0,-1 0-1 0 0,1-1 0 0 0,-1 1 0 0 0,1 0 1 0 0,-1 0-1 0 0,1 0 0 0 0,-1 0 0 0 0,0 0 1 0 0,1 0-1 0 0,-1 0 0 0 0,1 0 0 0 0,-2 0 1 0 0,-3 1 36 0 0,0-1 1 0 0,0 2 0 0 0,0-1 0 0 0,0 1-1 0 0,-6 2 1 0 0,-4 2-82 0 0,0 2-1 0 0,-20 12 1 0 0,29-16-2 0 0,0 0 0 0 0,1 0 0 0 0,-1 1 0 0 0,1 0 0 0 0,0 0 0 0 0,1 0 0 0 0,-1 1 0 0 0,-5 9 0 0 0,9-14-3 0 0,0 1 1 0 0,0-1-1 0 0,1 1 0 0 0,-1-1 0 0 0,1 1 0 0 0,-1 0 0 0 0,1-1 0 0 0,-1 1 0 0 0,1 0 0 0 0,0-1 0 0 0,0 1 0 0 0,0 0 0 0 0,0-1 0 0 0,0 1 0 0 0,0 0 0 0 0,0 0 0 0 0,1-1 0 0 0,-1 1 1 0 0,0 0-1 0 0,2 1 0 0 0,-1-1-13 0 0,0 0 1 0 0,0 0-1 0 0,1 0 0 0 0,-1 0 1 0 0,1 0-1 0 0,-1 0 1 0 0,1-1-1 0 0,0 1 1 0 0,0 0-1 0 0,0-1 1 0 0,0 0-1 0 0,4 3 0 0 0,-2-2-1 0 0,-1 0-1 0 0,1-1 1 0 0,0 1-1 0 0,0-1 1 0 0,0 0-1 0 0,0 0 1 0 0,0 0-1 0 0,0-1 1 0 0,1 1-1 0 0,-1-1 1 0 0,0 0-1 0 0,0 0 1 0 0,0 0-1 0 0,0-1 0 0 0,0 0 1 0 0,7-1-1 0 0,-5-1 163 0 0,0 0 1 0 0,0 0-1 0 0,-1-1 0 0 0,1 0 0 0 0,-1 0 0 0 0,0 0 0 0 0,9-9 0 0 0,-13 12-110 0 0,0-1 0 0 0,0 1 0 0 0,1 0 0 0 0,-1 0 0 0 0,0-1 0 0 0,-1 1 0 0 0,1-1 0 0 0,0 1 0 0 0,0-1 0 0 0,0 1 0 0 0,-1-1 0 0 0,1 1 0 0 0,-1-1 0 0 0,0 1 0 0 0,1-1 0 0 0,-1 0 0 0 0,0 1 0 0 0,0-1 0 0 0,0 0 0 0 0,0 1 0 0 0,0-1 1 0 0,0 0-1 0 0,0 1 0 0 0,-1-1 0 0 0,1 0 0 0 0,-1 1 0 0 0,1-1 0 0 0,-1 1 0 0 0,1-1 0 0 0,-1 0 0 0 0,0 1 0 0 0,0 0 0 0 0,0-1 0 0 0,0 1 0 0 0,0 0 0 0 0,-2-2 0 0 0,2 2-4 0 0,-1-1 0 0 0,1 1-1 0 0,-1 0 1 0 0,0 0 0 0 0,0 1 0 0 0,1-1 0 0 0,-1 0 0 0 0,0 0-1 0 0,0 1 1 0 0,0-1 0 0 0,0 1 0 0 0,0 0 0 0 0,0 0-1 0 0,0 0 1 0 0,0 0 0 0 0,0 0 0 0 0,0 0 0 0 0,0 0-1 0 0,0 0 1 0 0,0 1 0 0 0,0-1 0 0 0,0 1 0 0 0,1-1-1 0 0,-3 2 1 0 0,-2 0-6 0 0,0 1 0 0 0,1 0 0 0 0,0-1 0 0 0,-1 2 0 0 0,1-1 0 0 0,-7 6 0 0 0,8-5-23 0 0,1-1 0 0 0,-1 1 0 0 0,0 0 0 0 0,1 0 0 0 0,0 0 0 0 0,0 0 0 0 0,0 0 0 0 0,1 1 0 0 0,-1-1 0 0 0,1 1 0 0 0,0 0 0 0 0,0 0 0 0 0,1 0 0 0 0,-1 0 0 0 0,1 0 0 0 0,0 0 0 0 0,0 6 0 0 0,1-10-2 0 0,0-1-1 0 0,0 1 0 0 0,0 0 0 0 0,0-1 1 0 0,0 1-1 0 0,0 0 0 0 0,1-1 0 0 0,-1 1 0 0 0,0 0 1 0 0,0-1-1 0 0,0 1 0 0 0,1-1 0 0 0,-1 1 1 0 0,0 0-1 0 0,1-1 0 0 0,-1 1 0 0 0,0-1 0 0 0,1 1 1 0 0,-1-1-1 0 0,1 1 0 0 0,-1-1 0 0 0,1 0 1 0 0,-1 1-1 0 0,2 0 0 0 0,-1-1-1 0 0,0 1-1 0 0,0-1 1 0 0,0 0-1 0 0,1 1 1 0 0,-1-1-1 0 0,0 0 1 0 0,0 0-1 0 0,1 0 1 0 0,-1 0-1 0 0,0 0 1 0 0,0 0-1 0 0,2-1 1 0 0,0 1 8 0 0,0-1 0 0 0,-1 0 0 0 0,1 0 0 0 0,-1 0 0 0 0,0 0-1 0 0,1 0 1 0 0,-1 0 0 0 0,0 0 0 0 0,0-1 0 0 0,0 1 0 0 0,0-1 0 0 0,3-3 0 0 0,-4 4 29 0 0,1-1-1 0 0,-1 0 1 0 0,0 0-1 0 0,-1 0 1 0 0,1-1-1 0 0,0 1 1 0 0,0 0-1 0 0,-1 0 1 0 0,1 0-1 0 0,-1-1 0 0 0,0 1 1 0 0,0 0-1 0 0,0 0 1 0 0,0-1-1 0 0,0 1 1 0 0,0 0-1 0 0,-1 0 1 0 0,1 0-1 0 0,-1-1 1 0 0,1 1-1 0 0,-1 0 0 0 0,0 0 1 0 0,-1-2-1 0 0,1 2-13 0 0,1 1 0 0 0,-1 0 0 0 0,0 0 0 0 0,0 0 0 0 0,0 0 1 0 0,0 0-1 0 0,0 0 0 0 0,0 0 0 0 0,0 0 0 0 0,0 1 0 0 0,0-1 0 0 0,0 0 0 0 0,-1 0 0 0 0,1 1 0 0 0,0-1 0 0 0,0 1 0 0 0,-1-1 0 0 0,1 1 0 0 0,0 0 0 0 0,-1 0 0 0 0,1-1 0 0 0,0 1 0 0 0,-1 0 0 0 0,1 0 0 0 0,0 0 0 0 0,-1 0 0 0 0,1 1 0 0 0,0-1 0 0 0,-1 0 0 0 0,1 0 0 0 0,0 1 0 0 0,-1-1 0 0 0,1 1 0 0 0,0-1 0 0 0,0 1 0 0 0,0 0 0 0 0,-1-1 0 0 0,1 1 0 0 0,-1 1 0 0 0,-1 0-88 0 0,0 0-1 0 0,0 1 0 0 0,0-1 1 0 0,0 1-1 0 0,0 0 0 0 0,0 0 0 0 0,1 0 1 0 0,0 0-1 0 0,-1 0 0 0 0,-1 5 1 0 0,-1 4-3029 0 0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9:26.22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44 0 2015 0 0,'1'0'-41'0'0,"-2"0"96"0"0,-4 0 127 0 0,5 0-183 0 0,0 0-1 0 0,1 0 1 0 0,-1 0-1 0 0,0 0 0 0 0,0 0 1 0 0,0 0-1 0 0,0 0 1 0 0,0 0-1 0 0,0 0 0 0 0,0 0 1 0 0,0 0-1 0 0,0 0 1 0 0,0 0-1 0 0,0 0 1 0 0,0 1-1 0 0,0-1 0 0 0,0 0 1 0 0,0 0-1 0 0,0 0 1 0 0,0 0-1 0 0,0 0 0 0 0,0 0 1 0 0,0 0-1 0 0,0 0 1 0 0,0 0-1 0 0,0 0 0 0 0,1 0 1 0 0,-1 0-1 0 0,0 0 1 0 0,0 0-1 0 0,0 0 0 0 0,0 0 1 0 0,0 0-1 0 0,0 0 1 0 0,0 0-1 0 0,0 0 0 0 0,0 0 1 0 0,0 1-1 0 0,0-1 1 0 0,0 0-1 0 0,0 0 0 0 0,0 0 1 0 0,0 0-1 0 0,0 0 1 0 0,18 4-750 0 0,-18-4 748 0 0,1 0 0 0 0,-1 1 0 0 0,1-1 0 0 0,-1 0 0 0 0,0 0 0 0 0,1 0 0 0 0,-1 1 0 0 0,0-1 0 0 0,1 0 0 0 0,-1 1 0 0 0,0-1 0 0 0,1 0 0 0 0,-1 1 0 0 0,0-1 0 0 0,0 0 0 0 0,1 1 0 0 0,-1-1 0 0 0,0 0 0 0 0,0 1 0 0 0,0-1 0 0 0,0 1-1 0 0,0-1 1 0 0,1 0 0 0 0,-1 1 0 0 0,0-1 0 0 0,0 1 0 0 0,0-1 0 0 0,0 1 0 0 0,0-1 0 0 0,0 0 0 0 0,0 1 0 0 0,0-1 0 0 0,-1 1 0 0 0,1-1 0 0 0,0 1 0 0 0,0-1 0 0 0,0 0 0 0 0,0 1 0 0 0,0-1 0 0 0,-1 0 0 0 0,1 1 0 0 0,-1 1 4 0 0,0 0 0 0 0,0-1 0 0 0,0 1-1 0 0,0 0 1 0 0,0-1 0 0 0,0 1 0 0 0,0-1-1 0 0,0 0 1 0 0,0 1 0 0 0,-1-1 0 0 0,-1 2-1 0 0,-26 20-4 0 0,15-11 131 0 0,8-7 38 0 0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9:27.97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105 55 1583 0 0,'0'-55'1496'0'0,"-21"68"-1426"0"0,5-1-171 0 0,8-7 84 0 0,1 0 0 0 0,-1 0 1 0 0,1 1-1 0 0,1 0 1 0 0,-1 0-1 0 0,1 1 0 0 0,0-1 1 0 0,-6 11-1 0 0,12-17 16 0 0,0 0 0 0 0,0 1 1 0 0,0-1-1 0 0,0 0 0 0 0,0 1 0 0 0,0-1 0 0 0,0 0 0 0 0,0 1 0 0 0,0-1 0 0 0,0 0 1 0 0,0 1-1 0 0,0-1 0 0 0,0 1 0 0 0,0-1 0 0 0,0 0 0 0 0,0 1 0 0 0,0-1 0 0 0,0 0 1 0 0,0 1-1 0 0,0-1 0 0 0,0 0 0 0 0,1 1 0 0 0,-1-1 0 0 0,0 0 0 0 0,0 1 0 0 0,0-1 1 0 0,1 0-1 0 0,-1 0 0 0 0,0 1 0 0 0,0-1 0 0 0,1 0 0 0 0,-1 0 0 0 0,0 0 0 0 0,1 1 1 0 0,-1-1-1 0 0,0 0 0 0 0,1 0 0 0 0,-1 0 0 0 0,0 0 0 0 0,1 0 0 0 0,-1 1 1 0 0,0-1-1 0 0,1 0 0 0 0,-1 0 0 0 0,0 0 0 0 0,1 0 0 0 0,-1 0 0 0 0,1 0 0 0 0,-1 0 1 0 0,0 0-1 0 0,1-1 0 0 0,1 2-3 0 0,1-1 0 0 0,-1 0 1 0 0,0-1-1 0 0,1 1 0 0 0,-1 0 1 0 0,0 0-1 0 0,4-2 0 0 0,-3 1 3 0 0,1-1 0 0 0,-1 0-1 0 0,0 0 1 0 0,1 0-1 0 0,-1 0 1 0 0,4-4-1 0 0,-7 6 3 0 0,1 0-1 0 0,-1-1 1 0 0,0 1 0 0 0,1-1-1 0 0,-1 1 1 0 0,1-1-1 0 0,-1 1 1 0 0,0-1 0 0 0,1 1-1 0 0,-1-1 1 0 0,0 0 0 0 0,0 1-1 0 0,1-1 1 0 0,-1 1-1 0 0,0-1 1 0 0,0 0 0 0 0,0 1-1 0 0,0-1 1 0 0,0 0-1 0 0,0 1 1 0 0,0-1 0 0 0,0 0-1 0 0,0 1 1 0 0,0-1-1 0 0,0 1 1 0 0,0-1 0 0 0,-1 0-1 0 0,1 1 1 0 0,0-1 0 0 0,0 1-1 0 0,-1-1 1 0 0,1 0-1 0 0,0 1 1 0 0,-1-1 0 0 0,1 1-1 0 0,0-1 1 0 0,-1 1-1 0 0,1-1 1 0 0,-1 1 0 0 0,1 0-1 0 0,-1-1 1 0 0,1 1 0 0 0,-1-1-1 0 0,0 1 1 0 0,-1-1 52 0 0,1 0-1 0 0,0 1 1 0 0,-1-1 0 0 0,1 1-1 0 0,-1-1 1 0 0,1 1 0 0 0,-1 0 0 0 0,1-1-1 0 0,-1 1 1 0 0,1 0 0 0 0,0 0 0 0 0,-1 0-1 0 0,1 0 1 0 0,-1 0 0 0 0,1 1 0 0 0,-1-1-1 0 0,1 0 1 0 0,-1 1 0 0 0,-1 0-1 0 0,3-1-52 0 0,-1 0 0 0 0,1 0 0 0 0,0 1 0 0 0,0-1 0 0 0,0 0 0 0 0,0 0 0 0 0,0 0 0 0 0,0 0 0 0 0,-1 1 0 0 0,1-1 0 0 0,0 0 0 0 0,0 0 0 0 0,0 0 0 0 0,0 1 0 0 0,0-1 0 0 0,0 0 0 0 0,0 0 0 0 0,0 0 0 0 0,0 1 0 0 0,0-1 0 0 0,0 0 0 0 0,0 0 0 0 0,0 1 0 0 0,0-1 0 0 0,0 0 0 0 0,0 0 0 0 0,0 0 0 0 0,0 1 0 0 0,0-1 0 0 0,0 0 0 0 0,0 0 0 0 0,1 0 0 0 0,-1 1 0 0 0,0-1 0 0 0,0 0 0 0 0,0 0 0 0 0,0 0 0 0 0,0 0 0 0 0,1 0 0 0 0,-1 1 0 0 0,0-1 0 0 0,8 8 0 0 0,-8-8 0 0 0,4 4-12 0 0,0 0 0 0 0,0 1 0 0 0,0 0 0 0 0,-1-1 0 0 0,4 8 0 0 0,-4-2 12 0 0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8:33.09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59 32 5527 0 0,'-3'-3'721'0'0,"-1"-1"0"0"0,0 1 0 0 0,1 0 0 0 0,-1 0 0 0 0,0 1-1 0 0,-1-1 1 0 0,1 1 0 0 0,0 0 0 0 0,-1 0 0 0 0,-8-3 0 0 0,13 6-649 0 0,0-1 1 0 0,-1 0-1 0 0,1 0 1 0 0,0 0-1 0 0,-1 0 1 0 0,1 1-1 0 0,0-1 1 0 0,-1 0-1 0 0,1 0 1 0 0,0 1-1 0 0,0-1 1 0 0,-1 0-1 0 0,1 0 1 0 0,0 1-1 0 0,0-1 1 0 0,0 0-1 0 0,-1 1 1 0 0,1-1-1 0 0,0 0 1 0 0,0 1-1 0 0,0-1 1 0 0,0 0-1 0 0,0 1 1 0 0,0-1-1 0 0,0 1 1 0 0,0-1-1 0 0,0 0 1 0 0,0 1-1 0 0,0-1 1 0 0,0 0-1 0 0,0 1 1 0 0,0-1-1 0 0,0 1 1 0 0,0-1-1 0 0,0 0 1 0 0,0 1-1 0 0,0-1 1 0 0,1 0-1 0 0,-1 1 1 0 0,0-1-1 0 0,6 18 761 0 0,-6-18-744 0 0,7 17 410 0 0,1-1 0 0 0,1 0 0 0 0,1-1 0 0 0,21 28 0 0 0,57 51 604 0 0,-2-1-437 0 0,-81-87-643 0 0,0-1 0 0 0,-1 1 0 0 0,1 1 0 0 0,-1-1 0 0 0,0 1 0 0 0,-1 0 0 0 0,1-1 0 0 0,-1 2 0 0 0,-1-1 0 0 0,1 0-1 0 0,-1 0 1 0 0,-1 1 0 0 0,1-1 0 0 0,-1 9 0 0 0,1 15-6087 0 0,-2-18-768 0 0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8:33.32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329 133 6911 0 0,'-7'-89'922'0'0,"7"87"-808"0"0,-1-3 647 0 0,0 0 0 0 0,0 0 0 0 0,0 0 0 0 0,-1 0 0 0 0,1 0 0 0 0,-3-4 0 0 0,4 9-702 0 0,-1-1 0 0 0,1 1-1 0 0,0 0 1 0 0,0 0 0 0 0,0 0 0 0 0,0 0 0 0 0,-1-1-1 0 0,1 1 1 0 0,0 0 0 0 0,0 0 0 0 0,0 0 0 0 0,-1 0-1 0 0,1 0 1 0 0,0 0 0 0 0,0-1 0 0 0,-1 1 0 0 0,1 0 0 0 0,0 0-1 0 0,0 0 1 0 0,0 0 0 0 0,-1 0 0 0 0,1 0 0 0 0,0 0-1 0 0,0 0 1 0 0,-1 0 0 0 0,1 0 0 0 0,0 0 0 0 0,0 0-1 0 0,-1 0 1 0 0,1 1 0 0 0,0-1 0 0 0,0 0 0 0 0,0 0-1 0 0,-1 0 1 0 0,1 0 0 0 0,0 0 0 0 0,0 0 0 0 0,0 0 0 0 0,-1 1-1 0 0,1-1 1 0 0,0 0 0 0 0,0 0 0 0 0,0 0 0 0 0,0 0-1 0 0,-1 1 1 0 0,1-1 0 0 0,0 0 0 0 0,0 0 0 0 0,0 1-1 0 0,-8 11 1072 0 0,8-12-1128 0 0,-46 94 3183 0 0,-14 27-2171 0 0,-121 167-288 0 0,176-284-740 0 0,5-4 1 0 0,0 0 1 0 0,0 0 0 0 0,0 0 0 0 0,0 0 0 0 0,0 0 0 0 0,0 0 0 0 0,0 0 0 0 0,0 0 0 0 0,0 0-1 0 0,0 0 1 0 0,0 0 0 0 0,0 0 0 0 0,0 0 0 0 0,0 0 0 0 0,0 0 0 0 0,0 0 0 0 0,0 0 0 0 0,0 0 0 0 0,0 0-1 0 0,0 0 1 0 0,0 0 0 0 0,0 0 0 0 0,0 0 0 0 0,0 0 0 0 0,-1 0 0 0 0,4-5-387 0 0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8:33.84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46 109 5983 0 0,'0'0'206'0'0,"-1"0"-1"0"0,1 1 1 0 0,0-1 0 0 0,0 0-1 0 0,-1 0 1 0 0,1 0-1 0 0,0 0 1 0 0,-1 0-1 0 0,1 0 1 0 0,0 0-1 0 0,-1 0 1 0 0,1 0-1 0 0,0 0 1 0 0,-1 0-1 0 0,1 0 1 0 0,0 0 0 0 0,-1 0-1 0 0,1 0 1 0 0,0 0-1 0 0,-1 0 1 0 0,1 0-1 0 0,0 0 1 0 0,0 0-1 0 0,-1-1 1 0 0,1 1-1 0 0,0 0 1 0 0,-1 0-1 0 0,1 0 1 0 0,-1-1 411 0 0,1 1-412 0 0,0 0 1 0 0,0-1-1 0 0,0 1 1 0 0,0 0-1 0 0,-1 0 1 0 0,1-1-1 0 0,0 1 1 0 0,0 0-1 0 0,0-1 1 0 0,0 1-1 0 0,0 0 1 0 0,0-1 0 0 0,-1 1-1 0 0,1 0 1 0 0,0-1-1 0 0,0 1 1 0 0,0 0-1 0 0,0 0 1 0 0,0-1-1 0 0,0 1 1 0 0,1 0-1 0 0,-1-1 1 0 0,1-18 3256 0 0,-1 19-4057 0 0,2-5 747 0 0,-1 0 0 0 0,0 1 0 0 0,1-1-1 0 0,0 1 1 0 0,0 0 0 0 0,0 0 0 0 0,1-1 0 0 0,-1 1 0 0 0,1 1-1 0 0,0-1 1 0 0,0 0 0 0 0,0 1 0 0 0,1-1 0 0 0,-1 1-1 0 0,1 0 1 0 0,0 0 0 0 0,0 1 0 0 0,0-1 0 0 0,0 1 0 0 0,0 0-1 0 0,7-3 1 0 0,-9 5-152 0 0,-1 0 0 0 0,0 0 0 0 0,1 0 0 0 0,-1 0 0 0 0,0 0 0 0 0,0 0 0 0 0,1 0 0 0 0,-1 1 0 0 0,0-1 0 0 0,0 0 0 0 0,1 1 0 0 0,-1-1 0 0 0,0 1 0 0 0,0-1 0 0 0,0 1 0 0 0,0 0 0 0 0,0-1 0 0 0,0 1 0 0 0,0 0 0 0 0,0 0 0 0 0,0 0 0 0 0,0 0 0 0 0,0 0 0 0 0,0 0 0 0 0,0 0 0 0 0,-1 0 0 0 0,1 0 0 0 0,0 0 0 0 0,-1 0 0 0 0,1 0 0 0 0,-1 1 0 0 0,1 1 0 0 0,1 3 0 0 0,0-1 0 0 0,0 1 0 0 0,-1 0 0 0 0,0 0 0 0 0,1 10 0 0 0,-2-3 0 0 0,-1 0 0 0 0,0 0 0 0 0,-1-1 0 0 0,0 1 0 0 0,-1 0 0 0 0,0-1 0 0 0,-1 0 0 0 0,0 0 0 0 0,-9 17 0 0 0,5-14 0 0 0,-1 1 0 0 0,-1-2 0 0 0,0 1 0 0 0,-1-2 0 0 0,0 1 0 0 0,-20 17 0 0 0,31-31 0 0 0,-14 11 0 0 0,14-11 0 0 0,-1 0 0 0 0,1 1 0 0 0,0-1 0 0 0,0 0 0 0 0,-1 0 0 0 0,1 0 0 0 0,0 1 0 0 0,0-1 0 0 0,-1 0 0 0 0,1 0 0 0 0,0 0 0 0 0,-1 0 0 0 0,1 0 0 0 0,0 0 0 0 0,-1 0 0 0 0,1 1 0 0 0,0-1 0 0 0,0 0 0 0 0,-1 0 0 0 0,1 0 0 0 0,0 0 0 0 0,-1 0 0 0 0,1 0 0 0 0,0-1 0 0 0,-1 1 0 0 0,1 0 0 0 0,0 0 0 0 0,-1 0 0 0 0,1 0 0 0 0,0 0 0 0 0,0 0 0 0 0,-1 0 0 0 0,1-1 0 0 0,0 1 0 0 0,-1 0 0 0 0,1 0 0 0 0,0 0 0 0 0,0-1 0 0 0,0 1 0 0 0,-1 0 0 0 0,1 0 0 0 0,0-1 0 0 0,0 1 0 0 0,0 0 0 0 0,-1 0 0 0 0,1-1 0 0 0,0 1 0 0 0,0 0 0 0 0,0-1 0 0 0,0 0 6 0 0,0 0-1 0 0,0 0 0 0 0,0 0 1 0 0,1 0-1 0 0,-1 0 0 0 0,0 0 1 0 0,1 0-1 0 0,-1 0 1 0 0,1 0-1 0 0,-1 1 0 0 0,1-1 1 0 0,-1 0-1 0 0,1 0 1 0 0,0 0-1 0 0,-1 1 0 0 0,1-1 1 0 0,0 0-1 0 0,-1 1 1 0 0,1-1-1 0 0,0 0 0 0 0,0 1 1 0 0,1-1-1 0 0,20-10 119 0 0,-15 9-122 0 0,0 1 0 0 0,-1 0-1 0 0,1 0 1 0 0,0 0 0 0 0,0 1-1 0 0,0 0 1 0 0,0 1 0 0 0,9 1 0 0 0,5 3 17 0 0,27 9 1 0 0,5 2 20 0 0,-51-16-17 0 0,1 1 1 0 0,-1-1 0 0 0,1 0-1 0 0,-1 0 1 0 0,1 0-1 0 0,0 0 1 0 0,-1 0 0 0 0,1-1-1 0 0,-1 1 1 0 0,1-1-1 0 0,-1 0 1 0 0,1 0-1 0 0,-1 1 1 0 0,0-1 0 0 0,1-1-1 0 0,-1 1 1 0 0,0 0-1 0 0,0-1 1 0 0,0 1 0 0 0,0-1-1 0 0,0 1 1 0 0,0-1-1 0 0,0 0 1 0 0,0 0-1 0 0,-1 0 1 0 0,3-4 0 0 0,3-5 134 0 0,-1 0 1 0 0,0 0 0 0 0,0-1 0 0 0,3-14 0 0 0,-3 11-109 0 0,-3 2-239 0 0,-7 15-54 0 0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8:34.51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5 8751 0 0,'7'-5'12170'0'0,"2"17"-12864"0"0,-7-9 1340 0 0,0-2-606 0 0,-1 1-1 0 0,1-1 1 0 0,0 0 0 0 0,0 0 0 0 0,0 1 0 0 0,0-1 0 0 0,0 0 0 0 0,0-1 0 0 0,0 1 0 0 0,0 0 0 0 0,1-1 0 0 0,-1 1 0 0 0,0-1 0 0 0,0 1 0 0 0,1-1 0 0 0,-1 0 0 0 0,0 0 0 0 0,1 0 0 0 0,1-1 0 0 0,0 1-27 0 0,43-5 193 0 0,-4 0-897 0 0,-16 7-4900 0 0,-18 1-1123 0 0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8:34.64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9 33 5527 0 0,'-8'1'498'0'0,"19"-2"1678"0"0,-1 0 1 0 0,1-1 0 0 0,-1-1 0 0 0,15-4-1 0 0,16-5 734 0 0,-38 12-2779 0 0,7-3-65 0 0,0 2-1 0 0,0-1 1 0 0,0 1 0 0 0,0 0 0 0 0,0 1 0 0 0,11 1 0 0 0,-8 3-7349 0 0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8:34.939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1 441 12439 0 0,'0'-12'445'0'0,"0"1"0"0"0,0 0 1 0 0,2 0-1 0 0,-1 0 0 0 0,4-12 0 0 0,19-54 3155 0 0,-7 27-2496 0 0,12-66 1127 0 0,-27 102-2077 0 0,0 0-1 0 0,-1 0 1 0 0,0 0-1 0 0,-2 0 0 0 0,1 0 1 0 0,-5-20-1 0 0,8 90 251 0 0,-1 11-276 0 0,-14 127 0 0 0,3-84-1653 0 0,7-70-6402 0 0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8:38.07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55 212 2303 0 0,'-5'-4'731'0'0,"0"-1"-1"0"0,1 1 0 0 0,-1-1 0 0 0,1 0 0 0 0,0 0 0 0 0,1 0 0 0 0,-1-1 0 0 0,1 1 0 0 0,0-1 0 0 0,0 0 0 0 0,0 0 0 0 0,1 0 0 0 0,-2-10 0 0 0,3 11-440 0 0,0 0 0 0 0,1 1 0 0 0,0-1 0 0 0,0 0 0 0 0,0 0 0 0 0,0 1 0 0 0,1-1 0 0 0,0 0 0 0 0,0 1 0 0 0,0-1 0 0 0,1 1 0 0 0,-1-1 0 0 0,1 1 0 0 0,0 0 0 0 0,0 0 0 0 0,1 0 0 0 0,-1 0 1 0 0,1 0-1 0 0,4-5 0 0 0,-4 6-175 0 0,0 0 0 0 0,0 0 0 0 0,0 0 0 0 0,1 0 0 0 0,-1 1 0 0 0,1-1 0 0 0,-1 1 1 0 0,1 0-1 0 0,0 0 0 0 0,0 0 0 0 0,0 1 0 0 0,5-2 0 0 0,-7 3-94 0 0,0-1 1 0 0,0 1-1 0 0,1 0 0 0 0,-1 0 0 0 0,0 0 0 0 0,0 0 1 0 0,0 0-1 0 0,0 0 0 0 0,1 1 0 0 0,-1-1 0 0 0,0 1 1 0 0,0 0-1 0 0,0-1 0 0 0,0 1 0 0 0,0 0 0 0 0,0 0 1 0 0,0 0-1 0 0,0 1 0 0 0,-1-1 0 0 0,1 0 1 0 0,0 1-1 0 0,-1-1 0 0 0,1 1 0 0 0,-1-1 0 0 0,3 4 1 0 0,1 2-3 0 0,-1 1 0 0 0,1-1 0 0 0,-1 1 0 0 0,-1 0 0 0 0,1 0 1 0 0,-2 0-1 0 0,5 16 0 0 0,-5-10-1 0 0,0 0 1 0 0,-1 1 0 0 0,0-1-1 0 0,-2 17 1 0 0,-4 10 1 0 0,-2 0 0 0 0,-14 51 0 0 0,18-83-20 0 0,-11 44 32 0 0,-22 51 0 0 0,50-157-32 0 0,143-293 392 0 0,-154 340-356 0 0,1-1 81 0 0,0 1 0 0 0,0-1 0 0 0,-1 0 0 0 0,0-1 0 0 0,-1 1 0 0 0,1 0 0 0 0,1-13 0 0 0,-4 20-115 0 0,0 0 1 0 0,0 0-1 0 0,0 0 0 0 0,0 0 0 0 0,0 0 1 0 0,0 0-1 0 0,0-1 0 0 0,0 1 0 0 0,0 0 1 0 0,0 0-1 0 0,0 0 0 0 0,0 0 0 0 0,0 0 0 0 0,0 0 1 0 0,0 0-1 0 0,0 0 0 0 0,0 0 0 0 0,0 0 1 0 0,0-1-1 0 0,0 1 0 0 0,0 0 0 0 0,-1 0 1 0 0,1 0-1 0 0,0 0 0 0 0,0 0 0 0 0,0 0 1 0 0,0 0-1 0 0,0 0 0 0 0,0 0 0 0 0,0 0 0 0 0,0 0 1 0 0,0 0-1 0 0,0 0 0 0 0,0 0 0 0 0,0 0 1 0 0,-1 0-1 0 0,1-1 0 0 0,0 1 0 0 0,0 0 1 0 0,0 0-1 0 0,0 0 0 0 0,0 0 0 0 0,0 0 1 0 0,0 0-1 0 0,0 0 0 0 0,0 0 0 0 0,0 0 1 0 0,-1 0-1 0 0,1 0 0 0 0,0 1 0 0 0,0-1 0 0 0,0 0 1 0 0,0 0-1 0 0,0 0 0 0 0,-7 4 39 0 0,-5 9-41 0 0,-6 13 0 0 0,1 0 0 0 0,2 0 0 0 0,0 2 0 0 0,-18 49 0 0 0,27-61 0 0 0,1 1 0 0 0,1-1 0 0 0,0 1 0 0 0,1 0 0 0 0,1 0 0 0 0,1 1 0 0 0,0-1 0 0 0,1 0 0 0 0,1 0 0 0 0,3 19 0 0 0,-3-33 2 0 0,-1 0 0 0 0,1 0-1 0 0,0 0 1 0 0,0 0 0 0 0,0-1-1 0 0,0 1 1 0 0,0 0 0 0 0,1 0-1 0 0,-1-1 1 0 0,1 1 0 0 0,0-1-1 0 0,0 1 1 0 0,0-1 0 0 0,0 0-1 0 0,0 1 1 0 0,0-1 0 0 0,0 0-1 0 0,1-1 1 0 0,-1 1 0 0 0,1 0 0 0 0,0-1-1 0 0,-1 1 1 0 0,1-1 0 0 0,0 0-1 0 0,0 0 1 0 0,0 0 0 0 0,0 0-1 0 0,0 0 1 0 0,0-1 0 0 0,0 0-1 0 0,0 1 1 0 0,0-1 0 0 0,0 0-1 0 0,0 0 1 0 0,0-1 0 0 0,0 1-1 0 0,4-1 1 0 0,5-2-103 0 0,0-1 0 0 0,0 1 0 0 0,-1-2 0 0 0,1 0 0 0 0,-1 0 0 0 0,0-1 0 0 0,0 0 0 0 0,-1-1 0 0 0,0 0 0 0 0,18-17 1 0 0,-20 15-1134 0 0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8:38.24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22 140 8751 0 0,'-4'-2'131'0'0,"3"2"-73"0"0,0-1 0 0 0,0 1 0 0 0,-1-1 0 0 0,1 0-1 0 0,0 1 1 0 0,0-1 0 0 0,0 0 0 0 0,0 0 0 0 0,0 0 0 0 0,0 0 0 0 0,0 0 0 0 0,0 0 0 0 0,0 0 0 0 0,0-1 0 0 0,-1-1 0 0 0,4 2 452 0 0,0-1 1 0 0,0 1-1 0 0,1-1 0 0 0,-1 1 1 0 0,0 0-1 0 0,0 0 1 0 0,1 0-1 0 0,4-1 1 0 0,-2-1 328 0 0,51-18 2182 0 0,60-15-1 0 0,-54 18-2401 0 0,-33 8-447 0 0,-17 6-209 0 0,0 0 0 0 0,0 0 0 0 0,0 1 0 0 0,0 0 0 0 0,1 2 0 0 0,17-2 0 0 0,-18 6-419 0 0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8:39.324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1 253 1839 0 0,'0'3'284'0'0,"1"15"10076"0"0,0-18-10164 0 0,2-3 980 0 0,3-4-589 0 0,-1 0-1 0 0,0 0 0 0 0,-1-1 0 0 0,0 1 0 0 0,0-1 1 0 0,0 0-1 0 0,-1 0 0 0 0,4-17 0 0 0,12-78 2037 0 0,-9 38-1945 0 0,-9 58-673 0 0,2-3 48 0 0,-1 10-23 0 0,1 7-11 0 0,3 16-2 0 0,-1 1 1 0 0,5 45-1 0 0,-4-19-9 0 0,0 24-8 0 0,-5-47 0 0 0,7 37 0 0 0,-8-62-151 0 0,0-1 0 0 0,1 1 0 0 0,-1 0 0 0 0,1 0 1 0 0,0-1-1 0 0,-1 1 0 0 0,1-1 0 0 0,0 1 0 0 0,2 2 0 0 0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8:39.644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9 113 9671 0 0,'-3'-8'664'0'0,"-2"-8"-379"0"0,5 15-168 0 0,0 0 0 0 0,0 0 0 0 0,0 1 0 0 0,0-1 0 0 0,0 0 0 0 0,0 0 0 0 0,1 1-1 0 0,-1-1 1 0 0,0 0 0 0 0,1 1 0 0 0,-1-1 0 0 0,0 0 0 0 0,1 1 0 0 0,-1-1 0 0 0,1 1 0 0 0,-1-1 0 0 0,1 0 0 0 0,-1 1 0 0 0,1-1 0 0 0,-1 1 0 0 0,2-1 0 0 0,16-12 1130 0 0,0 1 1 0 0,1 1-1 0 0,22-9 1 0 0,-33 17-1135 0 0,0 0-1 0 0,1 0 1 0 0,-1 1 0 0 0,0-1 0 0 0,1 2-1 0 0,0 0 1 0 0,-1 0 0 0 0,1 0 0 0 0,0 1-1 0 0,14 1 1 0 0,-22 0-111 0 0,1-1 0 0 0,-1 0 0 0 0,1 0 0 0 0,-1 0 1 0 0,1 1-1 0 0,-1-1 0 0 0,1 1 0 0 0,-1-1 0 0 0,0 1 0 0 0,1 0 0 0 0,-1 0 0 0 0,0-1 0 0 0,1 1 0 0 0,-1 0 0 0 0,0 0 0 0 0,0 0 0 0 0,0 0 1 0 0,0 0-1 0 0,0 1 0 0 0,1 1 0 0 0,-1-2-79 0 0,-1 1 1 0 0,1-1 0 0 0,-1 1-1 0 0,0-1 1 0 0,0 1-1 0 0,1-1 1 0 0,-1 1 0 0 0,0-1-1 0 0,-1 1 1 0 0,1-1-1 0 0,0 1 1 0 0,0-1-1 0 0,-1 1 1 0 0,1-1 0 0 0,0 0-1 0 0,-2 3 1 0 0,-2 4-939 0 0,0-1-1 0 0,-1 1 1 0 0,1-1 0 0 0,-2 0 0 0 0,-10 11 0 0 0,-1-2-2168 0 0,-21 17 0 0 0,24-23 2285 0 0,1 2-1 0 0,0-1 0 0 0,-20 25 1 0 0,32-36 917 0 0,1 1 0 0 0,-1-1 0 0 0,1 1 0 0 0,0-1 0 0 0,-1 0 0 0 0,1 1 0 0 0,0-1 0 0 0,0 1 0 0 0,-1-1 0 0 0,1 1 0 0 0,0-1-1 0 0,0 1 1 0 0,0-1 0 0 0,-1 1 0 0 0,1-1 0 0 0,0 1 0 0 0,0-1 0 0 0,0 1 0 0 0,0-1 0 0 0,0 1 0 0 0,0 0 0 0 0,0-1 0 0 0,0 1 0 0 0,0-1 0 0 0,1 1 0 0 0,-1 0 177 0 0,0-1-1 0 0,1 0 1 0 0,-1 1 0 0 0,1-1-1 0 0,-1 0 1 0 0,1 0 0 0 0,-1 1 0 0 0,1-1-1 0 0,-1 0 1 0 0,1 0 0 0 0,-1 0-1 0 0,1 0 1 0 0,0 0 0 0 0,-1 0-1 0 0,1 0 1 0 0,-1 0 0 0 0,1 0-1 0 0,-1 0 1 0 0,2 0 0 0 0,2 0 956 0 0,1-1 0 0 0,0 0 0 0 0,-1 0 0 0 0,6-2 1 0 0,54-29 4224 0 0,-47 22-5059 0 0,-1 2-1 0 0,1 0 1 0 0,0 1-1 0 0,21-6 1 0 0,-29 11-7185 0 0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8:40.09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0 103 3679 0 0,'1'-7'347'0'0,"0"0"-1"0"0,1 1 0 0 0,3-12 0 0 0,-2 12 893 0 0,1-1 0 0 0,-1 0 0 0 0,1 1-1 0 0,0 0 1 0 0,8-10 0 0 0,-11 15-955 0 0,0-1 0 0 0,1 1 0 0 0,-1 0 1 0 0,0 0-1 0 0,0 0 0 0 0,0-1 0 0 0,1 1 0 0 0,-1 1 1 0 0,1-1-1 0 0,-1 0 0 0 0,1 0 0 0 0,-1 0 1 0 0,1 1-1 0 0,-1-1 0 0 0,1 1 0 0 0,-1-1 0 0 0,3 1 1 0 0,-3 0-161 0 0,0 0 1 0 0,0 0-1 0 0,1 1 1 0 0,-1-1-1 0 0,0 0 1 0 0,0 1-1 0 0,0-1 1 0 0,0 1-1 0 0,0-1 1 0 0,0 1-1 0 0,0 0 1 0 0,0-1-1 0 0,0 1 1 0 0,0 0-1 0 0,0 0 1 0 0,-1 0-1 0 0,1 0 1 0 0,0 0-1 0 0,0 0 1 0 0,-1 0-1 0 0,1 0 1 0 0,-1 0-1 0 0,1 0 1 0 0,-1 0-1 0 0,1 1 1 0 0,2 5-54 0 0,-1 0 0 0 0,1 0 1 0 0,-1 0-1 0 0,-1 1 0 0 0,1-1 0 0 0,-1 0 0 0 0,-1 1 1 0 0,0 8-1 0 0,-1 9 336 0 0,-5 27 1 0 0,3-28-214 0 0,-1 26 1 0 0,4-50-195 0 0,0 0 0 0 0,0 0 0 0 0,0 0 0 0 0,0 0 0 0 0,0 1 0 0 0,0-1 0 0 0,0 0 0 0 0,0 0 0 0 0,0 0 0 0 0,0 0 0 0 0,0 1 0 0 0,0-1 0 0 0,0 0 0 0 0,1 0 0 0 0,-1 0 0 0 0,0 0 0 0 0,0 0 0 0 0,0 0 0 0 0,0 1 0 0 0,0-1 0 0 0,0 0 0 0 0,0 0 0 0 0,0 0 0 0 0,0 0 0 0 0,1 0 0 0 0,-1 0 0 0 0,0 0 0 0 0,0 1 0 0 0,0-1 0 0 0,0 0 0 0 0,0 0 0 0 0,0 0 0 0 0,1 0 0 0 0,-1 0 0 0 0,0 0 0 0 0,0 0 0 0 0,0 0 0 0 0,1 0 0 0 0,7-3 0 0 0,10-10 0 0 0,-13 10 0 0 0,0-1 14 0 0,0 1 0 0 0,0 0-1 0 0,0 0 1 0 0,1 0 0 0 0,0 0 0 0 0,-1 1 0 0 0,1 0-1 0 0,7-1 1 0 0,-11 2-9 0 0,0 1 1 0 0,1 0-1 0 0,-1 0 0 0 0,0 0 1 0 0,0 0-1 0 0,0 1 0 0 0,0-1 0 0 0,0 0 1 0 0,0 1-1 0 0,0 0 0 0 0,0-1 1 0 0,0 1-1 0 0,0 0 0 0 0,0 0 0 0 0,0 0 1 0 0,0 0-1 0 0,-1 0 0 0 0,1 1 1 0 0,0-1-1 0 0,-1 0 0 0 0,1 1 0 0 0,-1 0 1 0 0,0-1-1 0 0,1 1 0 0 0,-1 0 1 0 0,0-1-1 0 0,1 4 0 0 0,2 1 12 0 0,-1 1 1 0 0,0 1-1 0 0,-1-1 0 0 0,1 0 0 0 0,-2 0 0 0 0,1 1 0 0 0,-1-1 1 0 0,0 1-1 0 0,0 0 0 0 0,-1-1 0 0 0,0 1 0 0 0,-2 10 0 0 0,0 0 46 0 0,-1-1 0 0 0,-1 0-1 0 0,-1 0 1 0 0,-8 21-1 0 0,9-28 31 0 0,0 1-1 0 0,-1-2 0 0 0,-1 1 1 0 0,0 0-1 0 0,0-1 0 0 0,0 0 1 0 0,-2-1-1 0 0,1 1 0 0 0,-14 11 1 0 0,17-17-23 0 0,0 0 0 0 0,0 0 1 0 0,-1 0-1 0 0,1-1 0 0 0,0 1 0 0 0,-1-1 1 0 0,0 0-1 0 0,1-1 0 0 0,-1 1 1 0 0,0-1-1 0 0,0 0 0 0 0,0 0 1 0 0,0 0-1 0 0,0-1 0 0 0,0 0 0 0 0,0 0 1 0 0,0 0-1 0 0,0 0 0 0 0,0-1 1 0 0,0 0-1 0 0,0 0 0 0 0,0 0 0 0 0,-6-3 1 0 0,10 3-114 0 0,0 1 1 0 0,0 0-1 0 0,0-1 1 0 0,0 1-1 0 0,1-1 1 0 0,-1 1-1 0 0,0-1 1 0 0,0 0-1 0 0,0 1 0 0 0,1-1 1 0 0,-1 0-1 0 0,0 1 1 0 0,1-1-1 0 0,-1 0 1 0 0,1 0-1 0 0,-2-1 1 0 0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9:34.429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7 94 2303 0 0,'5'-79'7196'0'0,"-4"65"-992"0"0,-7 88-5366 0 0,-1 0-876 0 0,11 25 330 0 0,-1 34 534 0 0,-3-52-630 0 0,1-31-32 0 0,3-39 42 0 0,-2-9-288 0 0,-1-8-992 0 0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9:35.92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4 37 1663 0 0,'-3'16'14996'0'0,"6"-14"-14925"0"0,0 0-1 0 0,1 0 0 0 0,0 0 0 0 0,-1 0 1 0 0,1-1-1 0 0,0 1 0 0 0,-1-1 0 0 0,1 0 1 0 0,5 0-1 0 0,18 2 75 0 0,0-2 0 0 0,38-3 0 0 0,28 0 121 0 0,166 37-212 0 0,-246-33-61 0 0,6 2-13 0 0,-1 0-1 0 0,1-2 1 0 0,0 0 0 0 0,0-2-1 0 0,-1 0 1 0 0,28-3-1 0 0,-23-1 24 0 0,140-22 58 0 0,-117 23-51 0 0,-1 2 1 0 0,0 2-1 0 0,64 10 0 0 0,60 1 13 0 0,-83-11-39 0 0,167 22 0 0 0,-8 18 80 0 0,-46-23-64 0 0,-1-17 0 0 0,15 1 0 0 0,166-5 6 0 0,-85-2-86 0 0,-37-2 63 0 0,69 3 47 0 0,-303 5-48 0 0,312 6 23 0 0,-121-10-13 0 0,242-12-38 0 0,-125-9 46 0 0,42-4 0 0 0,120 5 0 0 0,-317 19 0 0 0,370 27 53 0 0,-353-9-42 0 0,-48-2-24 0 0,204 3-38 0 0,-62-32 52 0 0,-103 5-66 0 0,-172 12 63 0 0,1-1 0 0 0,18-5 1 0 0,-26 5 7 0 0,-1 0 0 0 0,0-1 1 0 0,0 1-1 0 0,1-1 0 0 0,-1 0 1 0 0,-1-1-1 0 0,1 1 0 0 0,0-1 1 0 0,-1 1-1 0 0,6-6 0 0 0,20-14 56 0 0,-22 17-83 0 0,0 0 1 0 0,11-10-1 0 0,-18 14 21 0 0,25 0-144 0 0,-25 1 144 0 0,0 0 0 0 0,1 0 0 0 0,-1-1 0 0 0,0 1 0 0 0,0 0 0 0 0,1 0 0 0 0,-1 0 0 0 0,0 0 0 0 0,0 0 0 0 0,1 0 0 0 0,-1 0 0 0 0,0-1 0 0 0,0 1 0 0 0,0 0 0 0 0,1 0 0 0 0,-1 0 0 0 0,0-1 0 0 0,0 1 0 0 0,0 0 0 0 0,0 0 0 0 0,1-1 0 0 0,-1 1 0 0 0,0 0 0 0 0,0 0 0 0 0,0 0 0 0 0,0-1 0 0 0,0 1 0 0 0,0 0 0 0 0,0-1 0 0 0,0 1 0 0 0,0 0 0 0 0,0 0 0 0 0,0-1 0 0 0,0 1 0 0 0,0 0 0 0 0,0 0 0 0 0,0-1 0 0 0,0 1 0 0 0,0 0 0 0 0,0 0 0 0 0,0-1 0 0 0,0 1 0 0 0,0 0 0 0 0,0 0 0 0 0,-1-1 0 0 0,1 1 0 0 0,0 0 0 0 0,0 0 0 0 0,0-1 0 0 0,-8-8 0 0 0,8 8 0 0 0,-1 0 1 0 0,0 0 0 0 0,0 0 0 0 0,0 0 0 0 0,0 0 1 0 0,0 0-1 0 0,-1 0 0 0 0,1 0 0 0 0,0 1 0 0 0,0-1 0 0 0,-1 0 0 0 0,1 1 0 0 0,0-1 0 0 0,-1 1 0 0 0,1-1 0 0 0,-1 1 0 0 0,1 0 0 0 0,-1-1 0 0 0,1 1 0 0 0,-1 0 1 0 0,1 0-1 0 0,-1 0 0 0 0,1 0 0 0 0,-1 0 0 0 0,1 0 0 0 0,0 1 0 0 0,-1-1 0 0 0,1 0 0 0 0,-1 1 0 0 0,-1 0 0 0 0,1 1 1 0 0,0-1 0 0 0,0 0 0 0 0,1 1-1 0 0,-1 0 1 0 0,0-1 0 0 0,1 1 0 0 0,-1 0-1 0 0,1 0 1 0 0,0 0 0 0 0,-1 0 0 0 0,1 0 0 0 0,0 0-1 0 0,0 0 1 0 0,0 1 0 0 0,1-1 0 0 0,-1 0-1 0 0,0 4 1 0 0,-1 13-2 0 0,1-1 0 0 0,1 0 0 0 0,0 1 0 0 0,1-1 0 0 0,5 20 0 0 0,-5-32 0 0 0,-1 0 36 0 0,1 0 0 0 0,0 0 0 0 0,1 1 0 0 0,-1-1 0 0 0,1-1 0 0 0,1 1 0 0 0,-1 0 0 0 0,1 0 0 0 0,0-1 0 0 0,0 0 0 0 0,8 10 0 0 0,-11-15-23 0 0,0 1-1 0 0,0-1 1 0 0,0 0-1 0 0,0 0 1 0 0,0 0 0 0 0,1 0-1 0 0,-1 1 1 0 0,0-1-1 0 0,0 0 1 0 0,0 0-1 0 0,0 0 1 0 0,1 0 0 0 0,-1 0-1 0 0,0 0 1 0 0,0 0-1 0 0,0 1 1 0 0,1-1-1 0 0,-1 0 1 0 0,0 0-1 0 0,0 0 1 0 0,1 0 0 0 0,-1 0-1 0 0,0 0 1 0 0,0 0-1 0 0,0 0 1 0 0,1 0-1 0 0,-1 0 1 0 0,0 0-1 0 0,0 0 1 0 0,0 0 0 0 0,1 0-1 0 0,-1-1 1 0 0,0 1-1 0 0,0 0 1 0 0,0 0-1 0 0,1 0 1 0 0,-1 0 0 0 0,0 0-1 0 0,0-1 1 0 0,5-9 341 0 0,-2-13-44 0 0,-3 13-281 0 0,0 0 1 0 0,-1 0-1 0 0,1 0 1 0 0,-2 0-1 0 0,0 0 1 0 0,0 0-1 0 0,-6-17 1 0 0,8 27-28 0 0,-1-1 0 0 0,1 0 0 0 0,0 1 0 0 0,-1-1 0 0 0,1 0 0 0 0,0 1 0 0 0,-1-1 0 0 0,1 0 0 0 0,-1 1 0 0 0,1-1 0 0 0,-1 1 0 0 0,1-1 0 0 0,-1 1 0 0 0,1-1 0 0 0,-1 1 0 0 0,0-1 0 0 0,1 1 0 0 0,-1 0 0 0 0,0-1 0 0 0,1 1 0 0 0,-1 0 0 0 0,0 0 0 0 0,0-1 0 0 0,1 1 0 0 0,-1 0 0 0 0,0 0 0 0 0,0 0 0 0 0,1 0 0 0 0,-1 0 0 0 0,0 0 0 0 0,0 0 0 0 0,1 0 0 0 0,-1 0 0 0 0,0 1 0 0 0,1-1 0 0 0,-1 0 0 0 0,0 0 0 0 0,0 0 0 0 0,1 1 0 0 0,-1-1 0 0 0,0 1 0 0 0,1-1 0 0 0,-1 0 0 0 0,1 1 0 0 0,-1-1 0 0 0,0 1 0 0 0,0 0 0 0 0,-4 4 21 0 0,0 0 0 0 0,0 0 0 0 0,-9 11 0 0 0,13-14-22 0 0,-6 7-191 0 0,0 0 0 0 0,1 1-1 0 0,0 0 1 0 0,0 0 0 0 0,1 1 0 0 0,-7 20-1 0 0,8-14-6469 0 0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9:59.27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30 89 9215 0 0,'-4'-3'247'0'0,"1"0"-1"0"0,0 0 1 0 0,-1-1-1 0 0,1 1 1 0 0,0-1-1 0 0,-3-6 1 0 0,5 9-118 0 0,1 1 0 0 0,0-1 0 0 0,-1 0 0 0 0,1 1-1 0 0,0-1 1 0 0,-1 0 0 0 0,1 0 0 0 0,0 0 0 0 0,0 1 0 0 0,0-1 0 0 0,0 0 0 0 0,0 0 0 0 0,0 0 0 0 0,0 1 0 0 0,0-1 0 0 0,0 0-1 0 0,0 0 1 0 0,0 1 0 0 0,0-1 0 0 0,1 0 0 0 0,-1 0 0 0 0,0 0 0 0 0,1 1 0 0 0,-1-1 0 0 0,0 0 0 0 0,1 1 0 0 0,-1-1 0 0 0,1 0 0 0 0,-1 1-1 0 0,1-1 1 0 0,-1 1 0 0 0,1-1 0 0 0,-1 0 0 0 0,1 1 0 0 0,0 0 0 0 0,-1-1 0 0 0,1 1 0 0 0,0-1 0 0 0,-1 1 0 0 0,1 0 0 0 0,0-1 0 0 0,0 1-1 0 0,0 0 1 0 0,-1 0 0 0 0,2-1 0 0 0,25-6 1388 0 0,-1 1-1 0 0,34-3 1 0 0,-13 3-1297 0 0,-23 4-2363 0 0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3:20.72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9 453 1152 0 0,'-9'5'11226'0'0,"15"-3"-9845"0"0,-6-2-1329 0 0,5 2 1275 0 0,1-1-1 0 0,-1 1 1 0 0,11 0-1 0 0,-13-2-1249 0 0,1 0 1 0 0,-1 0 0 0 0,0-1-1 0 0,1 1 1 0 0,-1-1 0 0 0,6-1-1 0 0,2-2-77 0 0,0-1 0 0 0,0 0 0 0 0,0 0 0 0 0,0-1 0 0 0,-1-1 0 0 0,0 0 0 0 0,-1 0 0 0 0,1-1 0 0 0,-1 0 0 0 0,-1-1 0 0 0,0 0 0 0 0,0 0 0 0 0,-1-1 0 0 0,0 0 0 0 0,0 0 0 0 0,-1-1 0 0 0,0 1 0 0 0,-1-1 0 0 0,-1-1 0 0 0,7-20 0 0 0,-7 16 0 0 0,0-1 0 0 0,-1 1 0 0 0,-1-1 0 0 0,0 1 0 0 0,-1-1 0 0 0,-2-20 0 0 0,0 30 0 0 0,1 0 0 0 0,-1 0 0 0 0,0 0 0 0 0,-1 0 0 0 0,0 0 0 0 0,0 1 0 0 0,0-1 0 0 0,-1 1 0 0 0,0-1 0 0 0,0 1 0 0 0,-1 0 0 0 0,0 0 0 0 0,0 1 0 0 0,0-1 0 0 0,0 1 0 0 0,-1 0 0 0 0,-8-7 0 0 0,12 11 0 0 0,-1-1 0 0 0,0 1 0 0 0,0 0 0 0 0,0 0 0 0 0,0 0 0 0 0,0 0 0 0 0,0 0 0 0 0,0 0 0 0 0,0 0 0 0 0,0 1 0 0 0,0-1 0 0 0,0 1 0 0 0,-1 0 0 0 0,1 0 0 0 0,0-1 0 0 0,0 1 0 0 0,0 1 0 0 0,-1-1 0 0 0,1 0 0 0 0,0 0 0 0 0,0 1 0 0 0,0 0 0 0 0,0-1 0 0 0,0 1 0 0 0,0 0 0 0 0,0 0 0 0 0,0 0 0 0 0,0 0 0 0 0,-3 2 0 0 0,2 0 0 0 0,0-1 0 0 0,0 1 0 0 0,0 1 0 0 0,0-1 0 0 0,0 0 0 0 0,1 1 0 0 0,-1-1 0 0 0,1 1 0 0 0,0 0 0 0 0,0 0 0 0 0,0 0 0 0 0,1 0 0 0 0,0 0 0 0 0,-2 5 0 0 0,1 5-302 0 0,0 0 0 0 0,1 0 0 0 0,1 0 0 0 0,0 0-1 0 0,1 0 1 0 0,0-1 0 0 0,6 24 0 0 0,33 96-4320 0 0,-24-86 2060 0 0,73 245 1235 0 0,-66-200 1870 0 0,14 116 1 0 0,-35-193-621 0 0,-1 0-1 0 0,0 1 1 0 0,-3 25-1 0 0,0-29-538 0 0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3:20.90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14 198 3916 0 0,'-5'-6'1080'0'0,"4"5"-945"0"0,-1-1-1 0 0,1 0 0 0 0,0 0 1 0 0,-1 0-1 0 0,1 0 0 0 0,0 0 1 0 0,8-29 13135 0 0,19 15-12872 0 0,-26 16-343 0 0,50-25-56 0 0,107-37 1 0 0,-78 34-69 0 0,-55 19-125 0 0,-1 2 234 0 0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3:21.15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95 14 3224 0 0,'-5'-4'656'0'0,"0"0"0"0"0,-24-2 11293 0 0,24 12-11308 0 0,0 0-363 0 0,1-1 0 0 0,0 1 1 0 0,1 0-1 0 0,0 1 0 0 0,0-1 0 0 0,0 1 1 0 0,0-1-1 0 0,1 1 0 0 0,-2 11 1 0 0,0 7-512 0 0,-2 34 0 0 0,4-36 450 0 0,-1 23-1115 0 0,2 0-1 0 0,1 0 1 0 0,3 0-1 0 0,14 76 0 0 0,-15-110-138 0 0,1 0 0 0 0,1-1 0 0 0,8 18 0 0 0,-10-25 816 0 0,1 1 0 0 0,-1-1 0 0 0,1 1 0 0 0,0-1 0 0 0,1 0 0 0 0,-1 0 0 0 0,1-1 0 0 0,-1 1 0 0 0,1-1 0 0 0,8 6 0 0 0,3 0 25 0 0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3:21.68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5 218 3684 0 0,'-1'-8'757'0'0,"0"2"-203"0"0,0 0 0 0 0,0 0 0 0 0,0 0 0 0 0,2-11 0 0 0,-1 14 150 0 0,0 1 1 0 0,1 0 0 0 0,-1-1 0 0 0,1 1-1 0 0,0 0 1 0 0,0-1 0 0 0,0 1 0 0 0,0 0-1 0 0,3-4 1 0 0,-1 2 482 0 0,3-5-300 0 0,0 1 0 0 0,0 0-1 0 0,1 1 1 0 0,9-9 0 0 0,-14 14-897 0 0,0 0-1 0 0,0 1 1 0 0,1-1-1 0 0,-1 1 1 0 0,1 0-1 0 0,-1-1 1 0 0,1 1 0 0 0,-1 0-1 0 0,1 0 1 0 0,-1 1-1 0 0,1-1 1 0 0,0 1 0 0 0,0-1-1 0 0,-1 1 1 0 0,1 0-1 0 0,0 0 1 0 0,0 0-1 0 0,-1 0 1 0 0,1 0 0 0 0,5 2-1 0 0,-4-1 11 0 0,0 1 0 0 0,0 0 0 0 0,-1 0 0 0 0,1 0 0 0 0,-1 1 0 0 0,1-1 0 0 0,-1 1 0 0 0,0 0 0 0 0,0 0 0 0 0,0 0 0 0 0,0 0 0 0 0,0 0 0 0 0,-1 1 0 0 0,0-1 0 0 0,1 1 0 0 0,-1 0 0 0 0,-1-1 0 0 0,1 1 0 0 0,2 7 0 0 0,0 1 0 0 0,-1 0 0 0 0,0 1 0 0 0,-1 0 0 0 0,0-1 0 0 0,0 17 0 0 0,-1-8 0 0 0,-2 1 0 0 0,-1-1 0 0 0,-1 1 0 0 0,0-1 0 0 0,-2 0 0 0 0,0 0 0 0 0,-1-1 0 0 0,-2 1 0 0 0,-10 21 0 0 0,35-76-59 0 0,71-154-593 0 0,-66 130 1029 0 0,20-53-1368 0 0,-9 39-3493 0 0,-38 83 6913 0 0,-11 29-2399 0 0,13-31 569 0 0,-16 41 1419 0 0,-33 95-2802 0 0,47-126-220 0 0,0 0 0 0 0,2 0 0 0 0,0 1-1 0 0,1-1 1 0 0,2 37 0 0 0,0-51 863 0 0,1 1 0 0 0,-1-1 0 0 0,1 0 0 0 0,1 1 0 0 0,-1-1 0 0 0,1 0 0 0 0,0 0 0 0 0,0 0 0 0 0,1 0 0 0 0,-1 0 0 0 0,1-1 0 0 0,0 1 0 0 0,7 7 0 0 0,-7-9 79 0 0,0 0 0 0 0,0-1 0 0 0,0 1 0 0 0,1-1 0 0 0,-1 0 0 0 0,1 0 0 0 0,-1 0 0 0 0,1 0 0 0 0,0-1 0 0 0,0 1 0 0 0,-1-1 0 0 0,1 0 0 0 0,0 0 0 0 0,0-1 0 0 0,1 1 0 0 0,-1-1 0 0 0,0 0 0 0 0,0 0 0 0 0,4-1 0 0 0,5-1 27 0 0,0 0 1 0 0,0-2-1 0 0,-1 1 1 0 0,1-2 0 0 0,-1 1-1 0 0,0-2 1 0 0,-1 0 0 0 0,1 0-1 0 0,-1-1 1 0 0,0 0-1 0 0,13-13 1 0 0,-11 10-377 0 0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3:21.83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3 154 3916 0 0,'0'-1'212'0'0,"-1"1"1"0"0,1-1 0 0 0,0 0 0 0 0,-1 1 0 0 0,1-1-1 0 0,0 0 1 0 0,0 1 0 0 0,0-1 0 0 0,0 0-1 0 0,-1 0 1 0 0,1 1 0 0 0,0-1 0 0 0,0 0 0 0 0,0 0-1 0 0,0 1 1 0 0,1-1 0 0 0,-1 0 0 0 0,0 1-1 0 0,0-1 1 0 0,0 0 0 0 0,0 0 0 0 0,1 1-1 0 0,-1-1 1 0 0,0 0 0 0 0,1 1 0 0 0,-1-1 0 0 0,1 1-1 0 0,-1-1 1 0 0,1 0 0 0 0,-1 1 0 0 0,1-1-1 0 0,0 0 1 0 0,2-1 1039 0 0,0 0 0 0 0,1 0 0 0 0,-1 0 0 0 0,0 1 0 0 0,6-2 0 0 0,5-3-452 0 0,25-12-573 0 0,72-22 0 0 0,45-2-321 0 0,-135 37 106 0 0,6-2-207 0 0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3:22.10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7 7140 0 0,'5'-6'8303'0'0,"17"19"-4042"0"0,-21-13-4650 0 0,19 14 275 0 0,0 0-1 0 0,-1 1 0 0 0,0 1 1 0 0,-2 0-1 0 0,0 2 0 0 0,-1 0 1 0 0,0 1-1 0 0,-2 0 0 0 0,0 1 1 0 0,-1 1-1 0 0,-1 0 0 0 0,-1 1 1 0 0,-1 0-1 0 0,12 41 0 0 0,-16-43-426 0 0,-2 1 0 0 0,0 0 0 0 0,-1-1-1 0 0,-1 1 1 0 0,-1 0 0 0 0,-1 0-1 0 0,-1 0 1 0 0,-1 0 0 0 0,0 0-1 0 0,-2 0 1 0 0,0 0 0 0 0,-2-1-1 0 0,0 0 1 0 0,-9 19 0 0 0,-34 54 1014 0 0,34-68-428 0 0,2 1 0 0 0,-14 34 0 0 0,23-44-1705 0 0,2-2-697 0 0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3:22.46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90 13 3456 0 0,'14'-12'10636'0'0,"-11"11"-10193"0"0,11 2 5623 0 0,-5 3-7007 0 0,-8-3 941 0 0,0-1 0 0 0,-1 1 0 0 0,1 0 0 0 0,-1-1 0 0 0,1 1 0 0 0,0 0 0 0 0,-1 0 0 0 0,1-1 0 0 0,-1 1 0 0 0,0 0 0 0 0,1 0 0 0 0,-1 0 0 0 0,0 0 0 0 0,1-1 0 0 0,-1 1 0 0 0,0 0 0 0 0,0 0 0 0 0,0 0 0 0 0,0 0 0 0 0,0 0 0 0 0,0 0 0 0 0,0 0 0 0 0,0 0 0 0 0,0-1 0 0 0,0 1 0 0 0,0 0 0 0 0,-1 0 0 0 0,1 0 0 0 0,-1 1 0 0 0,-12 26 0 0 0,1-9-10 0 0,-2-1 0 0 0,-25 28 0 0 0,-11 12 34 0 0,50-57-24 0 0,-1 0 0 0 0,0 0 1 0 0,0 0-1 0 0,0 0 0 0 0,1 0 1 0 0,-1 1-1 0 0,1-1 1 0 0,-1 0-1 0 0,1 0 0 0 0,-1 0 1 0 0,1 1-1 0 0,0-1 1 0 0,-1 0-1 0 0,1 1 0 0 0,0-1 1 0 0,0 0-1 0 0,0 1 0 0 0,0 1 1 0 0,1-2-1 0 0,-1 0 0 0 0,1-1 0 0 0,-1 1 0 0 0,1 0 0 0 0,0-1 0 0 0,-1 1 0 0 0,1-1 0 0 0,0 1 0 0 0,-1-1 0 0 0,1 1 0 0 0,0-1 0 0 0,0 1 0 0 0,0-1 0 0 0,-1 1-1 0 0,1-1 1 0 0,0 0 0 0 0,0 0 0 0 0,0 1 0 0 0,0-1 0 0 0,0 0 0 0 0,-1 0 0 0 0,1 0 0 0 0,0 0 0 0 0,0 0 0 0 0,0 0 0 0 0,0 0 0 0 0,0-1 0 0 0,1 1 0 0 0,20-3 13 0 0,1-1 1 0 0,-1-1-1 0 0,27-10 0 0 0,-21 7-311 0 0,36-8 1 0 0,-48 14-2417 0 0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3:23.22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120 187 2764 0 0,'-19'6'9424'0'0,"16"-3"-8750"0"0,1-1 26 0 0,0 0 1 0 0,0 0 0 0 0,0 0 0 0 0,1 0 0 0 0,-1 0 0 0 0,1 1 0 0 0,-2 3 0 0 0,1-3-602 0 0,1 1 0 0 0,0-1 0 0 0,0 1 1 0 0,0-1-1 0 0,0 1 0 0 0,0 0 1 0 0,1-1-1 0 0,0 1 0 0 0,0 0 1 0 0,0 0-1 0 0,1 6 0 0 0,-1-7-99 0 0,1 0 0 0 0,0 0 0 0 0,0 0 0 0 0,1 0 0 0 0,-1 0 0 0 0,1 0 0 0 0,-1 0 0 0 0,1-1 0 0 0,0 1 0 0 0,0 0 0 0 0,0-1 0 0 0,0 0 0 0 0,1 1 0 0 0,4 3 0 0 0,-3-4 0 0 0,0 1 0 0 0,1-1 0 0 0,-1 0 0 0 0,0 0 0 0 0,1 0 0 0 0,0-1 0 0 0,-1 1 0 0 0,1-1 0 0 0,5 1 0 0 0,0-1 0 0 0,1-1 0 0 0,-1 0 0 0 0,0 0 0 0 0,0-1 0 0 0,0 0 0 0 0,0-1 0 0 0,0 0 0 0 0,18-6 0 0 0,-18 3 0 0 0,1 1 0 0 0,-1-2 0 0 0,0 0 0 0 0,-1 0 0 0 0,1 0 0 0 0,-1-1 0 0 0,-1-1 0 0 0,1 0 0 0 0,12-14 0 0 0,-16 15 0 0 0,0 0 0 0 0,0 0 0 0 0,0 0 0 0 0,-1-1 0 0 0,0 1 0 0 0,-1-1 0 0 0,1 0 0 0 0,-1 0 0 0 0,-1 0 0 0 0,0-1 0 0 0,0 1 0 0 0,-1 0 0 0 0,1-15 0 0 0,-2 19 4 0 0,0-1-1 0 0,0 0 1 0 0,-1 1-1 0 0,1-1 1 0 0,-1 0-1 0 0,-1 1 0 0 0,1-1 1 0 0,-1 1-1 0 0,1-1 1 0 0,-1 1-1 0 0,-1 0 1 0 0,1 0-1 0 0,0 0 1 0 0,-1 0-1 0 0,0 0 1 0 0,0 0-1 0 0,0 1 1 0 0,0-1-1 0 0,-1 1 1 0 0,1 0-1 0 0,-1 0 0 0 0,0 1 1 0 0,-6-4-1 0 0,4 3-67 0 0,0 0-1 0 0,-1 0 1 0 0,1 1-1 0 0,-1 0 1 0 0,0 0-1 0 0,1 1 0 0 0,-1 0 1 0 0,0 0-1 0 0,0 1 1 0 0,0 0-1 0 0,0 0 1 0 0,0 0-1 0 0,1 1 0 0 0,-1 0 1 0 0,-10 3-1 0 0,2 0-940 0 0,1 1 0 0 0,0 1 0 0 0,0 0 0 0 0,0 1 0 0 0,-21 15 0 0 0,24-14 664 0 0,-1 1 1 0 0,1 1 0 0 0,1 0-1 0 0,0 0 1 0 0,-16 22-1 0 0,18-21 339 0 0,1 0-1 0 0,1 1 1 0 0,-1 0 0 0 0,2 0-1 0 0,0 0 1 0 0,1 0 0 0 0,0 1-1 0 0,0 0 1 0 0,2 0 0 0 0,-1 0-1 0 0,2 0 1 0 0,0 0 0 0 0,0 0-1 0 0,1 1 1 0 0,3 17 0 0 0,1-6 32 0 0,2 0 0 0 0,1-1 0 0 0,1 0 0 0 0,1 0 0 0 0,1-1 0 0 0,0 0 0 0 0,15 21 0 0 0,-19-35 8 0 0,0 0 0 0 0,1-1 1 0 0,0 0-1 0 0,0 0 0 0 0,0-1 1 0 0,1 0-1 0 0,0 0 0 0 0,1-1 0 0 0,-1 0 1 0 0,1 0-1 0 0,1-1 0 0 0,-1 0 1 0 0,1 0-1 0 0,-1-1 0 0 0,1-1 1 0 0,15 4-1 0 0,-10-4-22 0 0,-1-1-1 0 0,0-1 1 0 0,1 0-1 0 0,-1-1 1 0 0,1 0 0 0 0,-1-1-1 0 0,0-1 1 0 0,1 0-1 0 0,-1-1 1 0 0,0-1 0 0 0,20-7-1 0 0,-20 5-15 0 0,0 0-1 0 0,0-1 0 0 0,-1 0 1 0 0,0-1-1 0 0,14-11 0 0 0,-15 9-45 0 0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3:24.71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30 238 1840 0 0,'-11'-17'9548'0'0,"-1"-6"-4797"0"0,10 19-3763 0 0,1 0 0 0 0,0 1-1 0 0,0-1 1 0 0,0 0 0 0 0,0-3-1 0 0,2-14-3392 0 0,0 16 2405 0 0,1-1 0 0 0,-1 1 0 0 0,1-1 0 0 0,0 1 0 0 0,1 0 0 0 0,-1 0 0 0 0,1 0 0 0 0,0 0 0 0 0,1 0 0 0 0,-1 1 0 0 0,1-1 0 0 0,0 1 0 0 0,0 0 0 0 0,8-7 0 0 0,-7 7 0 0 0,1 0 0 0 0,0 0 0 0 0,0 0 0 0 0,0 1 0 0 0,0 0 0 0 0,0 0 0 0 0,1 0 0 0 0,-1 1 0 0 0,1 0 0 0 0,0 0 0 0 0,13-1 0 0 0,-17 3 0 0 0,-1 0 0 0 0,1 0 0 0 0,0 0 0 0 0,-1 0 0 0 0,1 0 0 0 0,0 1 0 0 0,-1-1 0 0 0,1 1 0 0 0,-1 0 0 0 0,1 0-1 0 0,-1 0 1 0 0,1 0 0 0 0,-1 0 0 0 0,0 0 0 0 0,1 1 0 0 0,-1-1 0 0 0,0 1 0 0 0,2 2 0 0 0,-1-1 0 0 0,-1 0 0 0 0,0 0 1 0 0,0 0-1 0 0,0 0 0 0 0,0 0 1 0 0,0 1-1 0 0,-1-1 0 0 0,1 1 0 0 0,-1-1 1 0 0,0 1-1 0 0,1 5 0 0 0,-1 3-3 0 0,0 0-1 0 0,0 0 1 0 0,-1 0 0 0 0,-1 1-1 0 0,0-1 1 0 0,-5 22 0 0 0,0-14 9 0 0,0 0-1 0 0,-1 0 1 0 0,-19 35 0 0 0,6-20-7 0 0,-25 33 0 0 0,41-63 1 0 0,0 1 0 0 0,7-15 0 0 0,11-23 0 0 0,28-48 0 0 0,-25 51 0 0 0,127-199-1105 0 0,-122 195-383 0 0,-10 12-83 0 0,-39 57 5735 0 0,11-12-5361 0 0,2 1 0 0 0,1 1 0 0 0,-14 37 0 0 0,22-51 762 0 0,2-1-1 0 0,0 1 1 0 0,0 0 0 0 0,1 0-1 0 0,0 0 1 0 0,1 1 0 0 0,1-1 0 0 0,0 0-1 0 0,0 0 1 0 0,4 20 0 0 0,-3-28 435 0 0,0 0 1 0 0,0-1 0 0 0,0 1-1 0 0,1-1 1 0 0,0 1 0 0 0,-1-1 0 0 0,1 0-1 0 0,0 1 1 0 0,1-1 0 0 0,-1 0-1 0 0,0 0 1 0 0,1-1 0 0 0,0 1 0 0 0,4 3-1 0 0,-2-3 3 0 0,0 0-1 0 0,0 0 1 0 0,0 0 0 0 0,0-1-1 0 0,0 1 1 0 0,1-1-1 0 0,-1-1 1 0 0,12 3 0 0 0,-7-3 0 0 0,0 0 0 0 0,0 0 0 0 0,1-1 0 0 0,-1-1 0 0 0,0 1 0 0 0,0-2 0 0 0,0 1 0 0 0,0-2 0 0 0,0 1 1 0 0,15-7-1 0 0,-1-4-682 0 0,-15 8-2714 0 0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3:24.91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41 5296 0 0,'4'-9'11512'0'0,"-4"9"-11295"0"0,19-5 3246 0 0,-13 3-4291 0 0,21-4 831 0 0,-1 0-1 0 0,52-3 1 0 0,56 5-99 0 0,-97 7-134 0 0,-21-1-595 0 0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3:28.81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32 1612 0 0,'2'5'18009'0'0,"6"-4"-18004"0"0,0 0-1 0 0,0 0 0 0 0,-1-1 1 0 0,1 0-1 0 0,0-1 0 0 0,0 1 1 0 0,0-1-1 0 0,14-4 0 0 0,126-25-230 0 0,-129 27-905 0 0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3:29.23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 89 2764 0 0,'4'-21'3105'0'0,"-3"19"-2128"0"0,0-1-1 0 0,0 0 1 0 0,0 0 0 0 0,0 1-1 0 0,0-1 1 0 0,1 1-1 0 0,-1-1 1 0 0,7-6 2929 0 0,-4 5-2929 0 0,10-7 96 0 0,-10 8-1071 0 0,0 0-1 0 0,0 1 0 0 0,0 0 1 0 0,0 0-1 0 0,1 0 1 0 0,-1 0-1 0 0,1 1 0 0 0,-1-1 1 0 0,1 1-1 0 0,-1 0 1 0 0,1 1-1 0 0,0-1 0 0 0,-1 1 1 0 0,1 0-1 0 0,0 0 1 0 0,6 1-1 0 0,-7 0-1 0 0,0 0 0 0 0,0 0 0 0 0,0 1 0 0 0,0-1 0 0 0,0 1 0 0 0,0 0-1 0 0,0 0 1 0 0,-1 0 0 0 0,1 1 0 0 0,-1 0 0 0 0,1-1 0 0 0,-1 1 0 0 0,0 0 0 0 0,0 0 0 0 0,-1 1 0 0 0,1-1-1 0 0,-1 1 1 0 0,4 4 0 0 0,-3-2 0 0 0,0 1 0 0 0,0-1 0 0 0,0 1 0 0 0,-1 0 0 0 0,0 0 0 0 0,0 0 0 0 0,-1 0 0 0 0,0 0 0 0 0,0 0 0 0 0,0 0 0 0 0,-2 13 0 0 0,0-9 0 0 0,-1-1 0 0 0,0 0 0 0 0,0 1 0 0 0,-1-1 0 0 0,0 0 0 0 0,-1-1 0 0 0,-8 15 0 0 0,4-10 0 0 0,0 0 0 0 0,-1-1 0 0 0,-1 0 0 0 0,0-1 0 0 0,-1 0 0 0 0,-1 0 0 0 0,1-1 0 0 0,-2-1 0 0 0,1 0 0 0 0,-22 12 0 0 0,20-15 0 0 0,0-1 0 0 0,-18 6 0 0 0,40-12 0 0 0,0-1 0 0 0,0 1 0 0 0,0 1 0 0 0,0-1 0 0 0,0 1 0 0 0,13 4 0 0 0,-2-2 0 0 0,143 13-1853 0 0,-136-16 619 0 0,0-1 0 0 0,0-1 0 0 0,0-1 0 0 0,29-7 1 0 0,-47 8 2442 0 0,-4 1-1009 0 0,-9 3 163 0 0,-3 3 1467 0 0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3:29.81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14 2992 0 0,'2'-5'7658'0'0,"30"16"282"0"0,-20-7-7584 0 0,1-1 1 0 0,23 3 0 0 0,16-5-357 0 0,0-2 0 0 0,52-8 0 0 0,-88 6-4 0 0,24-6 0 0 0,-11 1-315 0 0,-14 4-930 0 0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3:30.60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8 273 4376 0 0,'-5'-19'9184'0'0,"3"0"-4319"0"0,1 13-4783 0 0,1 1 0 0 0,1-1 1 0 0,-1 1-1 0 0,1-1 0 0 0,0 1 1 0 0,0-1-1 0 0,1 1 1 0 0,-1 0-1 0 0,1 0 0 0 0,0 0 1 0 0,1 0-1 0 0,-1 0 0 0 0,1 0 1 0 0,5-6-1 0 0,4-4-82 0 0,2 0 0 0 0,0 0 0 0 0,0 1 0 0 0,1 1 0 0 0,21-14 0 0 0,-26 20 0 0 0,0 1 0 0 0,0 0 0 0 0,0 1 0 0 0,1 0 0 0 0,0 1 0 0 0,0 0 0 0 0,0 0 0 0 0,0 1 0 0 0,1 1 0 0 0,16-2 0 0 0,-25 4 0 0 0,1 0 0 0 0,0 0 0 0 0,0 0 0 0 0,0 1 0 0 0,-1-1 0 0 0,1 1 0 0 0,0 0 0 0 0,-1 0 0 0 0,1 0 0 0 0,-1 1 0 0 0,1-1 0 0 0,-1 1 0 0 0,1 0 0 0 0,-1 0 0 0 0,0 0 0 0 0,0 0 0 0 0,0 1 0 0 0,0-1 0 0 0,-1 1 0 0 0,1-1 0 0 0,0 1 0 0 0,-1 0 0 0 0,4 6 0 0 0,-3-3 0 0 0,0 1 0 0 0,0 0 0 0 0,0 0 0 0 0,-1 0 0 0 0,0 0 0 0 0,0 0 0 0 0,-1 0 0 0 0,0 0 0 0 0,0 0 0 0 0,-1 1 0 0 0,0 10 0 0 0,-2 2-17 0 0,-1 0 0 0 0,0 0 1 0 0,-2 0-1 0 0,0-1 0 0 0,-1 1 0 0 0,-17 34 0 0 0,-66 101-4063 0 0,59-108 982 0 0,26-40 2644 0 0,-20 35 402 0 0,23-39 416 0 0,-1 1-1 0 0,1-1 1 0 0,0 0-1 0 0,0 1 1 0 0,0-1 0 0 0,0 1-1 0 0,1-1 1 0 0,0 1 0 0 0,-1-1-1 0 0,1 1 1 0 0,1 3-1 0 0,-1-7-310 0 0,0 1-1 0 0,0-1 0 0 0,0 0 1 0 0,0 0-1 0 0,0 1 0 0 0,0-1 1 0 0,0 0-1 0 0,0 0 0 0 0,0 1 1 0 0,0-1-1 0 0,0 0 0 0 0,0 0 1 0 0,1 0-1 0 0,-1 1 0 0 0,0-1 1 0 0,0 0-1 0 0,0 0 0 0 0,0 0 1 0 0,1 1-1 0 0,-1-1 0 0 0,0 0 1 0 0,0 0-1 0 0,0 0 0 0 0,1 0 1 0 0,-1 0-1 0 0,0 0 0 0 0,0 0 1 0 0,0 1-1 0 0,1-1 0 0 0,-1 0 1 0 0,0 0-1 0 0,0 0 0 0 0,1 0 1 0 0,-1 0-1 0 0,0 0 0 0 0,0 0 1 0 0,1 0-1 0 0,-1 0 0 0 0,0 0 1 0 0,13-6 977 0 0,9-13-715 0 0,18-25-1372 0 0,-1-1 0 0 0,-3-2 0 0 0,-2-2 0 0 0,-1-1 0 0 0,-3-2 0 0 0,-3-1 0 0 0,28-71 0 0 0,-50 112 1062 0 0,-3 8-1 0 0,0-1 1 0 0,0 1-1 0 0,-1-1 1 0 0,1 0-1 0 0,1-8 1 0 0,-3 13 29 0 0,0-1 1 0 0,0 1 0 0 0,0 0 0 0 0,0 0 0 0 0,0 0 0 0 0,0 0 0 0 0,0 0 0 0 0,0-1-1 0 0,0 1 1 0 0,0 0 0 0 0,0 0 0 0 0,0 0 0 0 0,-1 0 0 0 0,1 0 0 0 0,0 0 0 0 0,0-1-1 0 0,0 1 1 0 0,0 0 0 0 0,0 0 0 0 0,0 0 0 0 0,0 0 0 0 0,0 0 0 0 0,0 0 0 0 0,0 0-1 0 0,0 0 1 0 0,0-1 0 0 0,-1 1 0 0 0,1 0 0 0 0,0 0 0 0 0,0 0 0 0 0,0 0 0 0 0,0 0-1 0 0,0 0 1 0 0,0 0 0 0 0,-1 0 0 0 0,1 0 0 0 0,0 0 0 0 0,0 0 0 0 0,0 0-1 0 0,0 0 1 0 0,0 0 0 0 0,0 0 0 0 0,-1 0 0 0 0,1 0 0 0 0,0 0 0 0 0,0 0 0 0 0,-8 4 929 0 0,-7 9-1205 0 0,-5 8 25 0 0,1 0-1 0 0,1 2 0 0 0,1 0 1 0 0,1 1-1 0 0,1 0 0 0 0,-19 42 1 0 0,27-47 94 0 0,0-1 1 0 0,1 1 0 0 0,0 0 0 0 0,2 0-1 0 0,0 0 1 0 0,2 1 0 0 0,0-1-1 0 0,1 1 1 0 0,0-1 0 0 0,5 31 0 0 0,-3-41 155 0 0,0-1 1 0 0,1 1 0 0 0,1-1 0 0 0,-1 1-1 0 0,2-1 1 0 0,-1 0 0 0 0,1 0 0 0 0,0 0-1 0 0,5 7 1 0 0,-6-11-14 0 0,0 0-1 0 0,0-1 1 0 0,1 1-1 0 0,-1-1 1 0 0,1 0-1 0 0,-1 0 1 0 0,1 0-1 0 0,0 0 1 0 0,0-1-1 0 0,0 0 1 0 0,1 1-1 0 0,-1-1 1 0 0,1-1-1 0 0,-1 1 1 0 0,1-1-1 0 0,-1 0 1 0 0,1 0-1 0 0,5 1 1 0 0,-1-2 46 0 0,0 0-1 0 0,0 0 1 0 0,-1-1 0 0 0,1 0-1 0 0,0-1 1 0 0,0 1 0 0 0,-1-2-1 0 0,15-4 1 0 0,-7 0 370 0 0,-1-1 0 0 0,0 0-1 0 0,22-16 1 0 0,-35 23-208 0 0,0-1 1 0 0,1 0-1 0 0,-1 0 0 0 0,0 0 0 0 0,0 0 1 0 0,-1 0-1 0 0,1 0 0 0 0,2-5 0 0 0,-3 2-50 0 0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3:30.85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9 113 6220 0 0,'-8'-9'3281'0'0,"8"9"-3187"0"0,0 0 0 0 0,0 0 1 0 0,1-1 188 0 0,-1 1-189 0 0,0 0 0 0 0,1-1 0 0 0,-1 1 1 0 0,0 0-1 0 0,0 0 0 0 0,1 0 1 0 0,-1 0-1 0 0,0 0 0 0 0,0-1 1 0 0,1 1-1 0 0,-1 0 0 0 0,0 0 0 0 0,1 0 1 0 0,-1 0-1 0 0,0 0 0 0 0,0 0 1 0 0,1 0-1 0 0,-1 0 0 0 0,0 0 1 0 0,1 0-1 0 0,55-9 6582 0 0,1 0-4993 0 0,88-14-2429 0 0,66-12 746 0 0,-141 11-9 0 0,-70 24 9 0 0,0 0-1 0 0,0 0 1 0 0,0 0 0 0 0,0 0-1 0 0,0 0 1 0 0,0 0 0 0 0,0 0 0 0 0,0 0-1 0 0,0 0 1 0 0,0 0 0 0 0,0 0-1 0 0,0 0 1 0 0,1 0 0 0 0,-1 0-1 0 0,0 0 1 0 0,0 0 0 0 0,0 0 0 0 0,0 0-1 0 0,0 0 1 0 0,0 0 0 0 0,0 0-1 0 0,0 0 1 0 0,0 0 0 0 0,0 0-1 0 0,0 0 1 0 0,1 0 0 0 0,-1 0 0 0 0,0 0-1 0 0,0 0 1 0 0,0 0 0 0 0,0 0-1 0 0,0 0 1 0 0,0 0 0 0 0,0 0 0 0 0,0 0-1 0 0,0 0 1 0 0,0 0 0 0 0,0 0-1 0 0,0 1 1 0 0,0-1 0 0 0,0 0-1 0 0,0 0 1 0 0,0 0 0 0 0,1 0 0 0 0,-1 0-1 0 0,0 0 1 0 0,0 0 0 0 0,0 0-1 0 0,0 0 1 0 0,0 0 0 0 0,0 0 0 0 0,0 1-1 0 0,0-1 1 0 0,0 0 0 0 0,0 0-1 0 0,0 0 1 0 0,-3 5-156 0 0,2-4 70 0 0,-5 8-934 0 0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3:31.94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355 195 2992 0 0,'-13'-35'12944'0'0,"3"-2"-8833"0"0,8 25-4175 0 0,-1 0-1 0 0,-1 0 1 0 0,0 0-1 0 0,-1 1 1 0 0,-7-14-1 0 0,10 22 65 0 0,0 0 0 0 0,0 1 0 0 0,0-1 0 0 0,0 1 0 0 0,0 0 0 0 0,-1 0 0 0 0,1 0 0 0 0,-1 0 0 0 0,1 0 0 0 0,-1 0 0 0 0,0 1 0 0 0,-5-3 0 0 0,3 2 0 0 0,-1 0 0 0 0,0 1 0 0 0,1 0 0 0 0,-1 0 0 0 0,0 0 0 0 0,-9 0 0 0 0,2 2 0 0 0,0 0 0 0 0,0 1 0 0 0,0 0 0 0 0,0 1 0 0 0,-18 6 0 0 0,25-6 0 0 0,0-1 0 0 0,1 1 0 0 0,-1 0 0 0 0,0 1 0 0 0,1-1 0 0 0,0 1 0 0 0,0 0 0 0 0,0 0 0 0 0,1 1 0 0 0,-1-1 0 0 0,1 1 0 0 0,0 0 0 0 0,0 1 0 0 0,1-1 0 0 0,-1 0 0 0 0,1 1 0 0 0,1 0 0 0 0,-1 0 0 0 0,1 0 0 0 0,0 0 0 0 0,0 0 0 0 0,0 0 0 0 0,1 1 0 0 0,0-1 0 0 0,0 8 0 0 0,10 114-107 0 0,-1-3-2431 0 0,-15 16-3543 0 0,-8-2 4320 0 0,0-12 2160 0 0,14-119-369 0 0,-1 15 299 0 0,1 39 0 0 0,1-56-242 0 0,0 0 1 0 0,1-1-1 0 0,0 1 0 0 0,0 0 0 0 0,1-1 0 0 0,0 1 0 0 0,0-1 1 0 0,0 1-1 0 0,0-1 0 0 0,1 0 0 0 0,0 0 0 0 0,4 7 0 0 0,-5-11-52 0 0,0 1 0 0 0,-1-1 0 0 0,1 1 0 0 0,0-1-1 0 0,0 0 1 0 0,0 0 0 0 0,0 0 0 0 0,0 0 0 0 0,0 0-1 0 0,0 0 1 0 0,0-1 0 0 0,1 1 0 0 0,-1 0 0 0 0,0-1 0 0 0,0 0-1 0 0,1 0 1 0 0,-1 0 0 0 0,0 0 0 0 0,1 0 0 0 0,3-1-1 0 0,6 0 114 0 0,-1-2 0 0 0,22-6 0 0 0,-20 4 63 0 0,39-12 15 0 0,38-10 2115 0 0,-70 24-4797 0 0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3:32.37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194 190 2764 0 0,'8'-37'5701'0'0,"-2"16"-372"0"0,3-29 1 0 0,-9 15-3000 0 0,0 31-2629 0 0,-1-1 0 0 0,0 1 0 0 0,0 0 0 0 0,-1-1 0 0 0,-1-5 0 0 0,2 9 299 0 0,1 0 0 0 0,-1 0 0 0 0,1 1 0 0 0,-1-1 0 0 0,1 0 0 0 0,-1 0 0 0 0,0 0 0 0 0,1 1 0 0 0,-1-1 0 0 0,0 0 0 0 0,1 1 0 0 0,-1-1 0 0 0,0 1 0 0 0,0-1 0 0 0,0 1 0 0 0,0-1 0 0 0,0 1 0 0 0,1-1 0 0 0,-1 1 0 0 0,0 0 0 0 0,-2-1 0 0 0,1 1 0 0 0,-1 0 0 0 0,1 0 0 0 0,0 0 0 0 0,-1 0 0 0 0,1 1 0 0 0,0-1 0 0 0,0 1 0 0 0,-1-1 0 0 0,-1 2 0 0 0,-3 1 0 0 0,0 0 0 0 0,0 0 0 0 0,0 1 0 0 0,-11 9 0 0 0,7-4-470 0 0,0 1-1 0 0,0 1 1 0 0,1 0 0 0 0,1 0-1 0 0,0 1 1 0 0,-15 25-1 0 0,19-27-172 0 0,-1 1-1 0 0,2 0 1 0 0,0 0-1 0 0,0 0 0 0 0,1 0 1 0 0,0 0-1 0 0,1 1 1 0 0,0-1-1 0 0,0 18 1 0 0,2-25 653 0 0,0 1 0 0 0,1 0 1 0 0,-1-1-1 0 0,1 1 1 0 0,0-1-1 0 0,0 1 1 0 0,0-1-1 0 0,1 0 0 0 0,0 1 1 0 0,-1-1-1 0 0,2 0 1 0 0,-1 0-1 0 0,0 0 0 0 0,1-1 1 0 0,0 1-1 0 0,-1 0 1 0 0,8 5-1 0 0,-7-7 14 0 0,0 1 0 0 0,0-1 1 0 0,0 0-1 0 0,0-1 0 0 0,1 1 0 0 0,-1-1 1 0 0,1 1-1 0 0,-1-1 0 0 0,1 0 0 0 0,-1 0 0 0 0,1-1 1 0 0,0 1-1 0 0,0-1 0 0 0,-1 1 0 0 0,1-1 0 0 0,0-1 1 0 0,0 1-1 0 0,-1 0 0 0 0,1-1 0 0 0,0 0 0 0 0,-1 0 1 0 0,5-1-1 0 0,-3 0 18 0 0,-1 0 1 0 0,1 0-1 0 0,-1 0 1 0 0,1 0 0 0 0,-1-1-1 0 0,0 0 1 0 0,0 0-1 0 0,0 0 1 0 0,-1 0-1 0 0,1-1 1 0 0,-1 1 0 0 0,0-1-1 0 0,0 0 1 0 0,0 0-1 0 0,3-6 1 0 0,0-2 51 0 0,-1 1 0 0 0,0-1 1 0 0,-1 0-1 0 0,4-22 0 0 0,-4 15-486 0 0,9-33 621 0 0,-10 59-853 0 0,-1 5 711 0 0,-2 6-66 0 0,0-1 0 0 0,-2 1 0 0 0,-4 23 0 0 0,2-20-90 0 0,-1 38 0 0 0,5-53 61 0 0,0 0-1 0 0,1 1 0 0 0,-1-1 1 0 0,1 0-1 0 0,1 0 1 0 0,-1 0-1 0 0,1 1 0 0 0,0-1 1 0 0,0-1-1 0 0,4 8 1 0 0,-4-11-141 0 0,-1 0 0 0 0,1 1 0 0 0,0-1 0 0 0,0 0 0 0 0,0 0 0 0 0,0 0 0 0 0,0 0 0 0 0,0 0 0 0 0,0-1 0 0 0,1 1 0 0 0,-1-1 1 0 0,0 1-1 0 0,1-1 0 0 0,0 0 0 0 0,-1 0 0 0 0,1 0 0 0 0,0 0 0 0 0,-1 0 0 0 0,1-1 0 0 0,5 1 0 0 0,9 0-3227 0 0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3:32.56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96 0 1152 0 0,'-2'13'11802'0'0,"-1"3"-5982"0"0,-2 5-4130 0 0,-5 10-3326 0 0,4-11 2468 0 0,-57 158-832 0 0,62-172 9 0 0,-1 0-1 0 0,1 0 0 0 0,0-1 1 0 0,0 1-1 0 0,0 6 1 0 0,1-11-26 0 0,0 0 1 0 0,0 0-1 0 0,0 0 0 0 0,0 0 1 0 0,0 0-1 0 0,0 0 1 0 0,0 0-1 0 0,1 0 0 0 0,-1 0 1 0 0,0 0-1 0 0,0 0 1 0 0,1 0-1 0 0,-1 0 0 0 0,1 0 1 0 0,-1-1-1 0 0,1 1 1 0 0,-1 0-1 0 0,1 0 0 0 0,-1 0 1 0 0,1-1-1 0 0,0 1 1 0 0,-1 0-1 0 0,1-1 0 0 0,0 1 1 0 0,0 0-1 0 0,-1-1 1 0 0,1 1-1 0 0,0-1 0 0 0,0 1 1 0 0,0-1-1 0 0,0 0 1 0 0,0 1-1 0 0,0-1 0 0 0,0 0 1 0 0,0 0-1 0 0,0 1 1 0 0,0-1-1 0 0,1 0 1 0 0,8-1-236 0 0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3:32.98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52 4144 0 0,'2'-15'882'0'0,"-1"10"-193"0"0,-1 0 0 0 0,1-1-1 0 0,0 1 1 0 0,1-1-1 0 0,13-4 5556 0 0,-10 22-1411 0 0,-3-7-4719 0 0,2 16-114 0 0,0-1 0 0 0,-2 1 0 0 0,0 29 0 0 0,-6 65 0 0 0,1-70 0 0 0,0 4 0 0 0,0-22 0 0 0,2-1 0 0 0,3 50 0 0 0,-2-75 0 0 0,0 0 0 0 0,0 0 0 0 0,1 0 0 0 0,-1 0 0 0 0,0 0 0 0 0,0 1 0 0 0,1-1 0 0 0,-1 0 0 0 0,0 0 0 0 0,1-1 0 0 0,-1 1 0 0 0,1 0 0 0 0,0 0 0 0 0,-1 0 0 0 0,1 0 0 0 0,0 0 0 0 0,-1 0 0 0 0,1-1 0 0 0,1 2 0 0 0,-2-2 0 0 0,1 0 0 0 0,0 1 0 0 0,0-1 0 0 0,0 0 0 0 0,0 0 0 0 0,-1 0 0 0 0,1 0 0 0 0,0 0 0 0 0,0 0 0 0 0,0 0 0 0 0,-1 0 0 0 0,1 0 0 0 0,0 0 0 0 0,0 0 0 0 0,0-1 0 0 0,0 1 0 0 0,-1 0 0 0 0,1 0 0 0 0,1-1 0 0 0,4-3 0 0 0,0 1 0 0 0,-1-1 0 0 0,1 0 0 0 0,8-9 0 0 0,-8 7 0 0 0,20-17 0 0 0,19-18 0 0 0,-40 38 0 0 0,0-1 0 0 0,-1 1 0 0 0,1 0 0 0 0,1 1 0 0 0,-1-1 0 0 0,0 1 0 0 0,11-3 0 0 0,-15 4 0 0 0,1 1-1 0 0,-1 0 1 0 0,1 0 0 0 0,0-1-1 0 0,-1 1 1 0 0,1 0 0 0 0,-1 0-1 0 0,1 1 1 0 0,-1-1-1 0 0,1 0 1 0 0,-1 0 0 0 0,1 1-1 0 0,-1-1 1 0 0,1 1-1 0 0,-1-1 1 0 0,1 1 0 0 0,-1 0-1 0 0,1 0 1 0 0,1 1 0 0 0,-1 0 1 0 0,-1 0 1 0 0,1-1-1 0 0,0 1 1 0 0,-1 0-1 0 0,0 0 1 0 0,0 0 0 0 0,1 0-1 0 0,-1 0 1 0 0,0 1-1 0 0,-1-1 1 0 0,2 4 0 0 0,0 3-23 0 0,-1-1 1 0 0,0 0-1 0 0,0 1 1 0 0,-1-1-1 0 0,0 1 1 0 0,-2 9-1 0 0,1-10-486 0 0,0 0 0 0 0,-1 1 0 0 0,0-1 0 0 0,0 0 0 0 0,-1 0 0 0 0,0 0 0 0 0,-1 0 0 0 0,-6 10 1 0 0,7-14 290 0 0,0 0 0 0 0,0 0 1 0 0,0 0-1 0 0,-1-1 0 0 0,0 1 1 0 0,1-1-1 0 0,-1 0 1 0 0,0 0-1 0 0,-1 0 0 0 0,1 0 1 0 0,0-1-1 0 0,-1 0 0 0 0,0 0 1 0 0,1 0-1 0 0,-8 1 1 0 0,5-1 263 0 0,1-1 1 0 0,-1-1 0 0 0,1 1 0 0 0,-1-1 0 0 0,1 0-1 0 0,-1-1 1 0 0,1 1 0 0 0,-1-1 0 0 0,-9-3-1 0 0,14 3-40 0 0,-1 0-1 0 0,1 0 0 0 0,-1 0 0 0 0,1 0 0 0 0,0 0 1 0 0,0 0-1 0 0,0-1 0 0 0,0 1 0 0 0,0-1 0 0 0,0 0 0 0 0,-4-3 1 0 0,5 3-74 0 0,0 1 1 0 0,1-1 0 0 0,-1 0-1 0 0,0 1 1 0 0,0-1 0 0 0,1 0 0 0 0,-1 1-1 0 0,1-1 1 0 0,-1 0 0 0 0,1 0-1 0 0,0 0 1 0 0,0 1 0 0 0,0-1 0 0 0,0 0-1 0 0,0 0 1 0 0,0 0 0 0 0,0 1-1 0 0,1-4 1 0 0,3-6-3707 0 0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3:33.49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5 151 2992 0 0,'-1'-5'1771'0'0,"0"1"0"0"0,0-1 0 0 0,0 0 0 0 0,0 0 0 0 0,1 1 0 0 0,0-10 1 0 0,1 13-1445 0 0,-1 0 0 0 0,0-1 1 0 0,0 1-1 0 0,1 0 0 0 0,-1 0 1 0 0,1 0-1 0 0,-1 0 0 0 0,1 0 1 0 0,-1 0-1 0 0,1 0 0 0 0,0 0 1 0 0,-1 0-1 0 0,1 0 1 0 0,0 0-1 0 0,0 1 0 0 0,0-1 1 0 0,1-1-1 0 0,-1 1-489 0 0,0 1 0 0 0,1-1-1 0 0,-1 0 1 0 0,1 1 0 0 0,-1-1 0 0 0,1 1 0 0 0,-1 0 0 0 0,1-1-1 0 0,2 1 1 0 0,43-3 162 0 0,-21 3 0 0 0,-1-2 0 0 0,0-1 0 0 0,0-1 0 0 0,34-10 0 0 0,-45 10 0 0 0,22-12 0 0 0,-32 14 0 0 0,1-1 0 0 0,-1 0 0 0 0,0 1 0 0 0,0-2 0 0 0,0 1 0 0 0,0-1 0 0 0,0 1 0 0 0,3-6 0 0 0,-5 5 0 0 0,-5 3 0 0 0,-6 5 0 0 0,5 1 0 0 0,1 0 0 0 0,-1 0 0 0 0,1 0 0 0 0,-1 1 0 0 0,2-1 0 0 0,-1 1 0 0 0,1 0 0 0 0,-1 0 0 0 0,2 0 0 0 0,-3 10 0 0 0,0 7 0 0 0,-2 35 0 0 0,5-41 87 0 0,-8 145-2184 0 0,11 82-5251 0 0,2-199 7126 0 0,2 79 619 0 0,-6-109-297 0 0,-1 0-1 0 0,-1 0 0 0 0,0-1 0 0 0,-1 1 0 0 0,-1-1 0 0 0,-6 18 1 0 0,9-30-72 0 0,0 1 0 0 0,0 0 0 0 0,-1 0 0 0 0,1-1 0 0 0,-1 1 1 0 0,0-1-1 0 0,1 1 0 0 0,-1-1 0 0 0,-1 0 0 0 0,1 1 0 0 0,0-1 1 0 0,0 0-1 0 0,-1-1 0 0 0,1 1 0 0 0,-1 0 0 0 0,0-1 0 0 0,1 1 1 0 0,-6 1-1 0 0,6-3 58 0 0,-1 1-1 0 0,1-1 1 0 0,0 0 0 0 0,-1 1-1 0 0,1-1 1 0 0,-1-1 0 0 0,1 1 0 0 0,0 0-1 0 0,-1 0 1 0 0,1-1 0 0 0,0 0-1 0 0,-1 1 1 0 0,1-1 0 0 0,0 0 0 0 0,0 0-1 0 0,0 0 1 0 0,0 0 0 0 0,0-1 0 0 0,0 1-1 0 0,0 0 1 0 0,0-1 0 0 0,0 1-1 0 0,0-1 1 0 0,-2-3 0 0 0,2 2 291 0 0,-1 0 0 0 0,0-1-1 0 0,1 1 1 0 0,0-1 0 0 0,0 1 0 0 0,0-1 0 0 0,0 0 0 0 0,1 0 0 0 0,-1 0-1 0 0,1 0 1 0 0,0 0 0 0 0,-1-6 0 0 0,2 7-356 0 0,0 1 0 0 0,0 0 0 0 0,0 0 0 0 0,0 0 0 0 0,1-1 0 0 0,-1 1 0 0 0,1 0 0 0 0,-1 0 0 0 0,1 0 0 0 0,0 0 0 0 0,-1 0 0 0 0,1 0 0 0 0,0 0 0 0 0,1 0 0 0 0,-1 0 0 0 0,0 0 0 0 0,0 0 0 0 0,1 1 0 0 0,-1-1 0 0 0,1 0 0 0 0,-1 1 0 0 0,1-1 0 0 0,0 1 0 0 0,0 0 0 0 0,2-2 0 0 0,6-2 344 0 0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3:33.77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79 4608 0 0,'2'-4'891'0'0,"1"-1"1"0"0,-1 1 0 0 0,0 0-1 0 0,1 0 1 0 0,0 1 0 0 0,0-1 0 0 0,0 0-1 0 0,0 1 1 0 0,1 0 0 0 0,-1 0-1 0 0,1 0 1 0 0,0 0 0 0 0,0 1-1 0 0,4-3 1 0 0,0 1 25 0 0,0 0 0 0 0,14-5 0 0 0,-16 7-1185 0 0,0 1-1 0 0,1-1 1 0 0,9 0-1 0 0,-15 2 268 0 0,0 0 0 0 0,1-1 0 0 0,-1 1 0 0 0,0 0 0 0 0,0 0 0 0 0,0 0 0 0 0,0 0 0 0 0,1 0 0 0 0,-1 1-1 0 0,0-1 1 0 0,0 0 0 0 0,0 0 0 0 0,0 1 0 0 0,1-1 0 0 0,-1 1 0 0 0,0-1 0 0 0,0 1 0 0 0,0 0 0 0 0,0-1 0 0 0,0 1 0 0 0,0 0 0 0 0,-1 0-1 0 0,1-1 1 0 0,0 1 0 0 0,0 0 0 0 0,0 0 0 0 0,-1 0 0 0 0,1 0 0 0 0,0 0 0 0 0,0 2 0 0 0,-1-1-1 0 0,1 0 0 0 0,-1 1 0 0 0,0-1 0 0 0,0 0 0 0 0,0 0 0 0 0,0 0 0 0 0,0 0 0 0 0,-1 0 0 0 0,1 0 0 0 0,-1 0 0 0 0,1 0 0 0 0,-1 0 0 0 0,0 0 0 0 0,0 0 0 0 0,0 0 0 0 0,-2 3 1 0 0,-10 13 10 0 0,0-1 0 0 0,-17 18 1 0 0,17-22-3 0 0,2 0 1 0 0,0 1 0 0 0,0 0-1 0 0,-10 20 1 0 0,20-33-8 0 0,0 0 0 0 0,1 1 0 0 0,-1-1 0 0 0,1 0 0 0 0,0 0 0 0 0,-1 0 0 0 0,1 0 0 0 0,0 0 0 0 0,0 1 0 0 0,0-1 0 0 0,0 2 0 0 0,0-3 0 0 0,0 1 0 0 0,0-1 0 0 0,0 0 0 0 0,0 1 0 0 0,0-1 0 0 0,0 1 0 0 0,1-1 0 0 0,-1 0 0 0 0,0 1 0 0 0,0-1 0 0 0,0 0 0 0 0,1 1 0 0 0,-1-1 0 0 0,0 0 0 0 0,1 0 0 0 0,-1 1 0 0 0,0-1 0 0 0,1 0 0 0 0,-1 0 0 0 0,0 1 0 0 0,1-1 0 0 0,-1 0 0 0 0,1 0 0 0 0,2 1 0 0 0,0-1 0 0 0,0 1 0 0 0,0-1 0 0 0,0 0 0 0 0,0 0 0 0 0,0 0 0 0 0,3-1 0 0 0,0 1 0 0 0,50-5-734 0 0,-44 5-2940 0 0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3:34.50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310 224 3456 0 0,'15'-43'10321'0'0,"-12"30"-7820"0"0,3-23 0 0 0,-5 29-2433 0 0,0 0 0 0 0,-1 1 0 0 0,0-1-1 0 0,0 0 1 0 0,-1 1 0 0 0,0-1 0 0 0,0 0-1 0 0,0 1 1 0 0,-1-1 0 0 0,0 1 0 0 0,0 0-1 0 0,-4-8 1 0 0,4 11-68 0 0,0 1 0 0 0,1-1 0 0 0,-1 1 0 0 0,0-1 0 0 0,0 1 0 0 0,-1 0 0 0 0,1-1 0 0 0,0 1 0 0 0,-1 0 0 0 0,0 1 0 0 0,1-1 0 0 0,-1 0 0 0 0,0 1 0 0 0,0-1 0 0 0,-4 0 0 0 0,3 1 0 0 0,0 0 0 0 0,0 0 0 0 0,-1 0 0 0 0,1 1 0 0 0,0 0 0 0 0,-1 0 0 0 0,1 0 0 0 0,0 1 0 0 0,-1-1 0 0 0,-4 2 0 0 0,0 1 0 0 0,0 0 0 0 0,1 0 0 0 0,-1 1 0 0 0,1 0 0 0 0,0 0 0 0 0,0 1 0 0 0,0 0 0 0 0,1 0 0 0 0,-14 13 0 0 0,16-12 7 0 0,-1 0-1 0 0,1 0 1 0 0,0 1-1 0 0,1 0 1 0 0,0 0-1 0 0,0 0 1 0 0,0 0-1 0 0,1 1 1 0 0,0 0-1 0 0,0-1 1 0 0,1 1-1 0 0,0 0 0 0 0,0 0 1 0 0,0 12-1 0 0,1 6-310 0 0,1 0 0 0 0,2 0-1 0 0,5 32 1 0 0,-2-17-2259 0 0,-2 0-1 0 0,-4 69 1 0 0,-14 18 1729 0 0,-25 69 930 0 0,12-73 248 0 0,25-110-139 0 0,1 1-1 0 0,-1 22 0 0 0,3-34-140 0 0,0 0-1 0 0,0 1 1 0 0,0-1-1 0 0,1 0 1 0 0,-1 0 0 0 0,1 0-1 0 0,-1 1 1 0 0,1-1-1 0 0,0 0 1 0 0,1 0 0 0 0,-1 0-1 0 0,0 0 1 0 0,1 0-1 0 0,0-1 1 0 0,-1 1-1 0 0,1 0 1 0 0,4 4 0 0 0,-4-6 304 0 0,1 0 0 0 0,-1 0 0 0 0,0 0 0 0 0,0 0 0 0 0,0 0 0 0 0,1-1 0 0 0,-1 1 0 0 0,0 0 1 0 0,1-1-1 0 0,-1 0 0 0 0,1 0 0 0 0,-1 1 0 0 0,0-2 0 0 0,4 1 0 0 0,35-6 1641 0 0,-39 5-2093 0 0,16-4 84 0 0,0 0 0 0 0,0-2 0 0 0,0 0 0 0 0,26-16 0 0 0,-25 6-946 0 0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3:35.70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61 17 2532 0 0,'-45'-17'13300'0'0,"32"17"-9359"0"0,12 0-4054 0 0,1 0 113 0 0,0 0 0 0 0,0 0 0 0 0,0 0 0 0 0,0 0 0 0 0,0 1 0 0 0,0-1 0 0 0,0 0 0 0 0,0 0 0 0 0,0 0 0 0 0,0 0 0 0 0,0 0 0 0 0,0 0 0 0 0,0 0 0 0 0,0 0 0 0 0,0 0 0 0 0,0 0 0 0 0,0 0 0 0 0,0 0 0 0 0,0 0 0 0 0,0 1 0 0 0,0-1 0 0 0,0 0 0 0 0,0 0 0 0 0,0 0 0 0 0,0 0 0 0 0,0 0 0 0 0,0 0 0 0 0,0 0 0 0 0,0 0 0 0 0,0 0 0 0 0,0 0 0 0 0,0 0 0 0 0,-1 0 0 0 0,1 0 0 0 0,0 0 0 0 0,0 0 0 0 0,0 0 0 0 0,0 0 0 0 0,0 1 0 0 0,0-1 0 0 0,0 0 0 0 0,0 0 0 0 0,0 0 0 0 0,0 0 0 0 0,0 0 0 0 0,0 0 0 0 0,0 0 0 0 0,0 0 0 0 0,0 0 0 0 0,-1 0 0 0 0,1 0 0 0 0,0 0 0 0 0,0 0 0 0 0,0 0 0 0 0,0 0 0 0 0,0 0 0 0 0,10 5 0 0 0,14 5 0 0 0,-15-8 1 0 0,0 0 0 0 0,0 0 0 0 0,-1-2 0 0 0,1 1 0 0 0,0-1 0 0 0,16-1 0 0 0,55-12-51 0 0,-59 8-16 0 0,-4 2-483 0 0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3:36.01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86 3224 0 0,'4'-6'1453'0'0,"-1"1"0"0"0,1 0 1 0 0,1 0-1 0 0,-1 0 0 0 0,1 1 0 0 0,0 0 1 0 0,0 0-1 0 0,7-5 0 0 0,-4 3-1411 0 0,-2 2 358 0 0,-1 0 1 0 0,1 0-1 0 0,0 1 0 0 0,1 0 1 0 0,-1 0-1 0 0,1 0 0 0 0,-1 1 1 0 0,14-4-1 0 0,-18 6-409 0 0,0 0 0 0 0,1-1 0 0 0,-1 1 0 0 0,0 0 0 0 0,0 0 0 0 0,0 1 0 0 0,1-1 0 0 0,-1 0 0 0 0,0 1 0 0 0,0-1 0 0 0,0 1 0 0 0,0 0 0 0 0,1 0 0 0 0,-1 0 0 0 0,0 0 0 0 0,-1 0 0 0 0,1 0 0 0 0,0 0 0 0 0,0 0 0 0 0,0 1 0 0 0,-1-1 0 0 0,1 1 0 0 0,-1 0 0 0 0,1-1 0 0 0,-1 1 0 0 0,1 0 0 0 0,-1 0 0 0 0,0 0 0 0 0,0 0 0 0 0,0 0 0 0 0,1 4 0 0 0,0-2 11 0 0,-1 1 0 0 0,0 0-1 0 0,-1-1 1 0 0,1 1-1 0 0,-1 0 1 0 0,1 0 0 0 0,-1-1-1 0 0,-1 1 1 0 0,1 0 0 0 0,-1 0-1 0 0,-2 7 1 0 0,-1 3-256 0 0,-1 1 1 0 0,-7 15-1 0 0,-46 85-2831 0 0,3-7-2243 0 0,51-101 5278 0 0,0 0 0 0 0,1 1 0 0 0,0-1 0 0 0,1 1 1 0 0,0-1-1 0 0,-2 17 0 0 0,4-24 56 0 0,0 0 1 0 0,0 0-1 0 0,0-1 0 0 0,0 1 1 0 0,1 0-1 0 0,-1 0 0 0 0,0 0 1 0 0,1-1-1 0 0,-1 1 0 0 0,0 0 1 0 0,1 0-1 0 0,-1-1 0 0 0,1 1 1 0 0,-1 0-1 0 0,1-1 0 0 0,-1 1 1 0 0,1-1-1 0 0,0 1 0 0 0,-1-1 1 0 0,1 1-1 0 0,0-1 0 0 0,-1 1 1 0 0,1-1-1 0 0,0 1 0 0 0,-1-1 1 0 0,1 0-1 0 0,0 1 0 0 0,0-1 1 0 0,0 0-1 0 0,-1 0 1 0 0,1 0-1 0 0,0 0 0 0 0,0 0 1 0 0,0 1-1 0 0,0-2 0 0 0,-1 1 1 0 0,1 0-1 0 0,2 0 0 0 0,4-1 217 0 0,-1 1-1 0 0,1-2 0 0 0,10-2 1 0 0,-12 3-119 0 0,77-26-243 0 0,-2 1-361 0 0,-67 23-536 0 0,-1 0 0 0 0,18 0-1 0 0,-18 3-2257 0 0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3:36.17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58 0 2532 0 0,'0'0'116'0'0,"6"9"1362"0"0,-2 1 1753 0 0,0 1-1 0 0,-1 0 0 0 0,2 13 1 0 0,-1 17 415 0 0,-6 1-3317 0 0,0-26-979 0 0,-2 0 0 0 0,0-1 1 0 0,-7 19-1 0 0,-12 20 1886 0 0,12-32-1236 0 0,-11 22-45 0 0,17-37-180 0 0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3:36.66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228 196 2532 0 0,'1'-41'7177'0'0,"0"22"-2682"0"0,-2-30-1 0 0,1 43-4398 0 0,-1 0 1 0 0,0 0-1 0 0,-1 0 0 0 0,1 0 0 0 0,-1 0 0 0 0,0 0 1 0 0,-1 1-1 0 0,1-1 0 0 0,-4-5 0 0 0,4 10-96 0 0,1-1 0 0 0,0 0 0 0 0,0 1 0 0 0,-1-1 0 0 0,1 1 0 0 0,0-1 0 0 0,-1 1 0 0 0,0 0 0 0 0,1-1 0 0 0,-1 1 0 0 0,0 0 0 0 0,0 0 0 0 0,1 0 0 0 0,-1 0 0 0 0,0 1 0 0 0,0-1 0 0 0,0 0 0 0 0,-2 1 0 0 0,0-1 0 0 0,1 1 0 0 0,0 0 0 0 0,0 0 0 0 0,-1 1 0 0 0,1-1 0 0 0,0 1 0 0 0,-1-1 0 0 0,1 1 0 0 0,0 0 0 0 0,-4 2 0 0 0,-2 1 0 0 0,1 0 0 0 0,0 1 0 0 0,0 0 0 0 0,0 1 0 0 0,1-1 0 0 0,-13 14 0 0 0,12-10-43 0 0,1 1 0 0 0,0 0 0 0 0,1 0-1 0 0,0 0 1 0 0,0 1 0 0 0,1 0 0 0 0,1 0-1 0 0,-1 0 1 0 0,2 0 0 0 0,0 1 0 0 0,0 0-1 0 0,1-1 1 0 0,1 1 0 0 0,0 0 0 0 0,0 19-1 0 0,2-16-436 0 0,0 0 0 0 0,0 0 0 0 0,2 0 0 0 0,0-1 0 0 0,0 1-1 0 0,2-1 1 0 0,-1 0 0 0 0,2 0 0 0 0,0 0 0 0 0,1-1-1 0 0,0 1 1 0 0,11 13 0 0 0,-13-20 330 0 0,1-1-1 0 0,1 1 1 0 0,-1-1-1 0 0,1 0 1 0 0,0 0 0 0 0,1-1-1 0 0,0 0 1 0 0,-1 0-1 0 0,1-1 1 0 0,1 0-1 0 0,13 4 1 0 0,-17-6 169 0 0,-1-1 0 0 0,1 1 0 0 0,0-1 0 0 0,0 0 0 0 0,0-1 0 0 0,0 1-1 0 0,0-1 1 0 0,0 0 0 0 0,0-1 0 0 0,0 1 0 0 0,0-1 0 0 0,-1 0 0 0 0,1 0 0 0 0,0 0 0 0 0,0-1 0 0 0,0 1 0 0 0,-1-1-1 0 0,1-1 1 0 0,-1 1 0 0 0,0 0 0 0 0,0-1 0 0 0,7-5 0 0 0,-9 6 170 0 0,0 0-1 0 0,0 0 1 0 0,0 0-1 0 0,-1 0 1 0 0,1 0-1 0 0,0-1 1 0 0,-1 1-1 0 0,0-1 1 0 0,1 1-1 0 0,-1-1 1 0 0,0 1-1 0 0,0-1 1 0 0,-1 0-1 0 0,1 1 1 0 0,0-1-1 0 0,-1 0 1 0 0,0 0-1 0 0,0 1 1 0 0,0-1-1 0 0,0 0 0 0 0,0 0 1 0 0,0 0-1 0 0,-1 1 1 0 0,1-1-1 0 0,-1 0 1 0 0,0 0-1 0 0,-1-3 1 0 0,0 2 178 0 0,0 0-1 0 0,0 0 1 0 0,0 0 0 0 0,-1 1 0 0 0,1-1-1 0 0,-1 1 1 0 0,0 0 0 0 0,0 0 0 0 0,-5-4-1 0 0,4 4-472 0 0,1 0-1 0 0,-1 1 0 0 0,0 0 0 0 0,0 0 0 0 0,-7-3 0 0 0,2 3 56 0 0,0-1 0 0 0,0 1-1 0 0,0 1 1 0 0,0 0 0 0 0,-1 0 0 0 0,1 1 0 0 0,0 0-1 0 0,-1 0 1 0 0,1 1 0 0 0,-12 3 0 0 0,13-2 66 0 0,0 0 0 0 0,0 0 0 0 0,1 1 0 0 0,-1 0 0 0 0,1 0 0 0 0,0 1 0 0 0,0 0 0 0 0,0 0 0 0 0,1 1 0 0 0,-1 0 1 0 0,1 0-1 0 0,-8 8 0 0 0,4 2-1006 0 0,2 0-2475 0 0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3:37.18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6 154 4376 0 0,'-1'-8'259'0'0,"-1"3"1718"0"0,1-1-1 0 0,1 1 1 0 0,-1-1 0 0 0,1 0 0 0 0,0-9-1 0 0,1 14-1736 0 0,-1 0-1 0 0,0 0 1 0 0,0 1 0 0 0,0-1-1 0 0,1 0 1 0 0,-1 0-1 0 0,0 1 1 0 0,1-1-1 0 0,-1 0 1 0 0,1 0-1 0 0,-1 1 1 0 0,1-1-1 0 0,-1 0 1 0 0,1 1-1 0 0,-1-1 1 0 0,1 1-1 0 0,0-1 1 0 0,-1 1 0 0 0,1-1-1 0 0,0 1 1 0 0,1-1-1 0 0,-1 0-430 0 0,0 1-1 0 0,1 0 1 0 0,-1-1 0 0 0,1 1-1 0 0,-1 0 1 0 0,1 0 0 0 0,-1 0-1 0 0,1 0 1 0 0,-1 0 0 0 0,2 0-1 0 0,36 5 192 0 0,60 0 0 0 0,-78-6 0 0 0,0 0 0 0 0,-1-2 0 0 0,0 0 0 0 0,35-11 0 0 0,-35 8 0 0 0,21-11 0 0 0,-36 15 0 0 0,0 0 0 0 0,0-1 0 0 0,0 0 0 0 0,-1 0 0 0 0,1 0 0 0 0,-1-1 0 0 0,0 1 0 0 0,0-1 0 0 0,6-8 0 0 0,-10 12 0 0 0,0 0 0 0 0,1-1 0 0 0,-1 1 0 0 0,0 0 0 0 0,0 0 0 0 0,0 0 0 0 0,0-1 0 0 0,1 1 0 0 0,-1 0 0 0 0,0 0 0 0 0,0-1 0 0 0,0 1 0 0 0,0 0 0 0 0,0 0 0 0 0,0-1 0 0 0,0 1 0 0 0,0 0 0 0 0,0-1 0 0 0,0 1 0 0 0,0 0 0 0 0,0 0 0 0 0,0-1 0 0 0,0 1 0 0 0,0 0 0 0 0,0-1 0 0 0,0 1 0 0 0,0 0 0 0 0,0 0 0 0 0,0-1 0 0 0,-1 1 0 0 0,1 0 0 0 0,0 0 0 0 0,0-1 0 0 0,0 1 0 0 0,0 0 0 0 0,-1 0 0 0 0,1 0 0 0 0,0-1 0 0 0,0 1 0 0 0,0 0 0 0 0,-1 0 0 0 0,1 0 0 0 0,0 0 0 0 0,0 0 0 0 0,-1-1 0 0 0,1 1 0 0 0,0 0 0 0 0,0 0 0 0 0,-1 0 0 0 0,1 0 0 0 0,0 0 0 0 0,0 0 0 0 0,-1 0 0 0 0,1 0 0 0 0,0 0 0 0 0,-1 0 0 0 0,1 0 0 0 0,0 0 0 0 0,0 0 0 0 0,-1 0 0 0 0,1 0 0 0 0,0 0 0 0 0,0 0 0 0 0,-1 1 0 0 0,-19 2 0 0 0,14 0 4 0 0,0 0-1 0 0,0 0 0 0 0,1 1 1 0 0,-1-1-1 0 0,1 1 1 0 0,0 1-1 0 0,0-1 1 0 0,0 1-1 0 0,1 0 0 0 0,-1 0 1 0 0,1 0-1 0 0,0 0 1 0 0,1 1-1 0 0,-1 0 1 0 0,1 0-1 0 0,-4 10 0 0 0,-1 6-197 0 0,0 1-1 0 0,2 0 0 0 0,-6 31 1 0 0,5-7-2010 0 0,2 1 1 0 0,2 81-1 0 0,18 95 95 0 0,-7-126 2977 0 0,-8-95-827 0 0,4 112 152 0 0,-4-105 142 0 0,-1 1 0 0 0,0-1 0 0 0,-1 1 0 0 0,0-1 0 0 0,-1 0 0 0 0,0 0 0 0 0,-1 0 0 0 0,-8 17 0 0 0,9-22 307 0 0,-1 1 1 0 0,0-1-1 0 0,0 0 0 0 0,-1 0 1 0 0,1-1-1 0 0,-10 8 1 0 0,7-7-432 0 0,0 0 1 0 0,0-1 0 0 0,-1 1-1 0 0,-14 4 1 0 0,14-6-230 0 0,0 0 0 0 0,1-1 0 0 0,-1 0 1 0 0,0-1-1 0 0,0 0 0 0 0,0 0 0 0 0,0 0 0 0 0,0-1 0 0 0,0-1 1 0 0,-1 1-1 0 0,1-1 0 0 0,-10-3 0 0 0,15 3 49 0 0,0 0-1 0 0,0 0 1 0 0,-1 0 0 0 0,1 0-1 0 0,0-1 1 0 0,-3-2-1 0 0,5 4-120 0 0,1-1-1 0 0,-1 1 0 0 0,0-1 0 0 0,1 0 1 0 0,-1 1-1 0 0,1-1 0 0 0,-1 1 0 0 0,1-1 1 0 0,-1 0-1 0 0,1 1 0 0 0,-1-1 0 0 0,1 0 1 0 0,0 0-1 0 0,-1 1 0 0 0,1-1 0 0 0,0 0 1 0 0,0 0-1 0 0,0 0 0 0 0,-1 1 0 0 0,1-1 1 0 0,0 0-1 0 0,0 0 0 0 0,0 0 0 0 0,0 0 1 0 0,1 1-1 0 0,-1-1 0 0 0,0 0 0 0 0,0 0 1 0 0,1 0-1 0 0,2-7 1005 0 0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4:57.57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15 268 2072 0 0,'-10'-5'9150'0'0,"9"3"-8734"0"0,-2-12 5258 0 0,2 11-5413 0 0,1 0 0 0 0,1 0 0 0 0,-1 0-1 0 0,0 0 1 0 0,1 0 0 0 0,-1 0 0 0 0,1 0 0 0 0,2-4 0 0 0,7-10-261 0 0,0 1 0 0 0,2 0 0 0 0,0 1 0 0 0,0 0 0 0 0,1 1 0 0 0,1 0 0 0 0,1 1 0 0 0,0 1 0 0 0,0 0 0 0 0,24-13 0 0 0,-30 19 0 0 0,1 1 0 0 0,-1 1 0 0 0,1 0 0 0 0,-1 0 1 0 0,1 0-1 0 0,11-1 0 0 0,-19 5-1 0 0,1-1 1 0 0,0 1 0 0 0,-1 0 0 0 0,1 0 0 0 0,-1 0 0 0 0,1 0-1 0 0,0 0 1 0 0,-1 0 0 0 0,1 1 0 0 0,-1 0 0 0 0,1-1-1 0 0,-1 1 1 0 0,1 0 0 0 0,-1 0 0 0 0,0 0 0 0 0,1 0-1 0 0,-1 1 1 0 0,0-1 0 0 0,0 1 0 0 0,0-1 0 0 0,0 1-1 0 0,0 0 1 0 0,0 0 0 0 0,-1 0 0 0 0,1 0 0 0 0,0 0-1 0 0,-1 0 1 0 0,0 0 0 0 0,2 3 0 0 0,0 3-98 0 0,0 0 0 0 0,0 0 1 0 0,-1 0-1 0 0,0 0 0 0 0,0 0 0 0 0,-1 1 1 0 0,0-1-1 0 0,-1 1 0 0 0,0-1 0 0 0,0 0 1 0 0,-1 1-1 0 0,0-1 0 0 0,-2 10 0 0 0,-5 14-1303 0 0,-22 60 0 0 0,29-88 1312 0 0,-108 263-5602 0 0,108-264 5793 0 0,-3 15 5490 0 0,11-24-4798 0 0,22-27-164 0 0,-1-1 0 0 0,-2-1 0 0 0,-2-2 0 0 0,24-46 0 0 0,24-53-1314 0 0,-37 76 391 0 0,34-87 0 0 0,-68 146 335 0 0,-1 0 1 0 0,1 0 0 0 0,-1 0-1 0 0,1 0 1 0 0,-1 0 0 0 0,0 0 0 0 0,0 0-1 0 0,1 0 1 0 0,-1 0 0 0 0,0 0-1 0 0,0 0 1 0 0,0 0 0 0 0,0 0-1 0 0,0 0 1 0 0,-1-1 0 0 0,1 1-20 0 0,0 1 0 0 0,-1 0 0 0 0,1 0-1 0 0,0 0 1 0 0,-1 0 0 0 0,1 0 0 0 0,0 0 0 0 0,-1 0 0 0 0,1 0 0 0 0,0 0 0 0 0,-1 0 0 0 0,1 0 0 0 0,0 0-1 0 0,-1 0 1 0 0,1 1 0 0 0,-1-1 0 0 0,1 0 0 0 0,0 0 0 0 0,0 0 0 0 0,-1 0 0 0 0,1 1 0 0 0,0-1-1 0 0,-1 0 1 0 0,1 0 0 0 0,0 1 0 0 0,0-1 0 0 0,-1 1 0 0 0,-25 25 241 0 0,13-9-256 0 0,2 0 0 0 0,-1 0-1 0 0,2 2 1 0 0,1-1 0 0 0,0 1-1 0 0,1 0 1 0 0,1 1 0 0 0,1 0-1 0 0,-5 30 1 0 0,7-25-596 0 0,1 0 1 0 0,1 0 0 0 0,1 0-1 0 0,2 0 1 0 0,0 0 0 0 0,2 0-1 0 0,8 37 1 0 0,-9-53 349 0 0,1-1 0 0 0,-1 0 1 0 0,1 0-1 0 0,1-1 0 0 0,-1 1 1 0 0,1-1-1 0 0,1 1 0 0 0,-1-1 0 0 0,1-1 1 0 0,1 1-1 0 0,-1-1 0 0 0,10 9 1 0 0,-10-11 108 0 0,1 0 1 0 0,-1 0 0 0 0,1-1 0 0 0,0 0-1 0 0,-1 0 1 0 0,1 0 0 0 0,1-1 0 0 0,-1 0-1 0 0,0 0 1 0 0,0 0 0 0 0,1-1 0 0 0,-1 0 0 0 0,1 0-1 0 0,-1-1 1 0 0,1 0 0 0 0,10-1 0 0 0,-17 1 128 0 0,47-7 380 0 0,-45 7-417 0 0,1-1-1 0 0,-1 0 0 0 0,1 1 1 0 0,-1-1-1 0 0,1 0 1 0 0,-1-1-1 0 0,0 1 1 0 0,1 0-1 0 0,-1-1 1 0 0,0 1-1 0 0,0-1 1 0 0,0 1-1 0 0,0-1 0 0 0,0 0 1 0 0,2-3-1 0 0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4:57.77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0 148 5296 0 0,'6'-10'8628'0'0,"7"1"-4247"0"0,21-6-2884 0 0,-20 10-1639 0 0,6-4 131 0 0,125-50 39 0 0,-115 48-93 0 0,1 2 1 0 0,59-10-1 0 0,-71 17-821 0 0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5:02.95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1 310 3456 0 0,'1'-13'8369'0'0,"2"0"-3286"0"0,7-12-1802 0 0,-4 9-3810 0 0,19-47 529 0 0,9-28 0 0 0,-31 83 0 0 0,5-17 0 0 0,5-31 0 0 0,-13 57 0 0 0,0-1 0 0 0,0 0 0 0 0,0 0 0 0 0,0 0 0 0 0,0 0 0 0 0,0 0 0 0 0,0 0 0 0 0,0 0 0 0 0,0 0 0 0 0,0 0 0 0 0,0 0 0 0 0,0 0 0 0 0,0 0 0 0 0,0 0 0 0 0,0 0 0 0 0,0 0 0 0 0,0 0 0 0 0,0 0 0 0 0,-1 0 0 0 0,1 0 0 0 0,0 0 0 0 0,0 0 0 0 0,0 0 0 0 0,0 0 0 0 0,0 0 0 0 0,0 0 0 0 0,0 0 0 0 0,0 0 0 0 0,0 0 0 0 0,0 0 0 0 0,0 0 0 0 0,0 0 0 0 0,0 0 0 0 0,0 0 0 0 0,0 0 0 0 0,0 0 0 0 0,0 0 0 0 0,0 0 0 0 0,0 0 0 0 0,0 0 0 0 0,0 0 0 0 0,0 0 0 0 0,0 0 0 0 0,0 0 0 0 0,0 0 0 0 0,-4 24 0 0 0,0 76 0 0 0,-2 32 0 0 0,-8 89-219 0 0,13-173-880 0 0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5:35.79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0 125 460 0 0,'44'-86'19144'0'0,"-25"48"-19088"0"0,-23 49-152 0 0,0 1-1 0 0,1-1 0 0 0,1 1 0 0 0,-1 0 1 0 0,2 0-1 0 0,0 18 0 0 0,-1-4-1023 0 0,-4 191-6825 0 0,9-124 8350 0 0,-3-92-406 0 0,0 18 79 0 0,1 0-1 0 0,1 0 1 0 0,1-1-1 0 0,6 22 1 0 0,-5-33 417 0 0,-1-9-283 0 0,2-11-2080 0 0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5:36.11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11 117 2992 0 0,'-11'-25'13182'0'0,"17"13"-8137"0"0,-4 10-4705 0 0,14-5-2239 0 0,48-2 1899 0 0,6-2 0 0 0,-50 6 0 0 0,169-36 0 0 0,-179 39 0 0 0,0 1 0 0 0,1 0 0 0 0,-1 1 0 0 0,0 0 0 0 0,14 2 0 0 0,-11-3 0 0 0,-12 1-2 0 0,-1 0 0 0 0,0 0 0 0 0,0 0 0 0 0,0 1 0 0 0,0-1 0 0 0,0 0-1 0 0,0 0 1 0 0,0 0 0 0 0,0 0 0 0 0,0 0 0 0 0,0 1 0 0 0,0-1 0 0 0,-1 0 0 0 0,1 0 0 0 0,0 0 0 0 0,0 0-1 0 0,0 1 1 0 0,0-1 0 0 0,0 0 0 0 0,0 0 0 0 0,0 0 0 0 0,0 0 0 0 0,0 0 0 0 0,0 0 0 0 0,-1 1 0 0 0,1-1-1 0 0,0 0 1 0 0,0 0 0 0 0,0 0 0 0 0,0 0 0 0 0,0 0 0 0 0,0 0 0 0 0,-1 0 0 0 0,1 0 0 0 0,0 0-1 0 0,0 0 1 0 0,0 0 0 0 0,0 0 0 0 0,-1 0 0 0 0,1 0 0 0 0,0 0 0 0 0,0 0 0 0 0,0 1-28 0 0,-5 0-122 0 0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5:39.07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228 100 1612 0 0,'10'-28'7498'0'0,"3"-7"1121"0"0,-8 12-6815 0 0,-5 23-1800 0 0,1-1 0 0 0,-1 1 1 0 0,0-1-1 0 0,0 1 0 0 0,0-1 0 0 0,0 1 0 0 0,0-1 0 0 0,0 1 0 0 0,0-1 0 0 0,0 1 0 0 0,0-1 0 0 0,0 1 1 0 0,0-1-1 0 0,0 1 0 0 0,-1-1 0 0 0,1 1 0 0 0,0-1 0 0 0,0 1 0 0 0,0 0 0 0 0,-1-1 0 0 0,1 1 0 0 0,0-1 1 0 0,0 1-1 0 0,-1 0 0 0 0,1-1 0 0 0,0 1 0 0 0,-1 0 0 0 0,0-1 0 0 0,0 1-3 0 0,1 0 0 0 0,-1 0 1 0 0,0 0-1 0 0,1 0 0 0 0,-1 0 0 0 0,0 0 0 0 0,0 0 0 0 0,1 0 0 0 0,-1 0 1 0 0,0 1-1 0 0,0-1 0 0 0,1 0 0 0 0,-1 0 0 0 0,0 1 0 0 0,1-1 0 0 0,-2 1 1 0 0,-23 19-15 0 0,25-20 14 0 0,-17 16-1 0 0,1 1 0 0 0,0 0 0 0 0,1 1 0 0 0,1 1 0 0 0,1 0 0 0 0,1 1 0 0 0,-16 33 0 0 0,15-20 27 0 0,1 1 0 0 0,1 0-1 0 0,-7 43 1 0 0,-7 109-1511 0 0,23-162 434 0 0,0 1 1 0 0,2-1-1 0 0,1 1 0 0 0,8 45 0 0 0,-5-55 851 0 0,0-1-1 0 0,0 1 0 0 0,2-1 0 0 0,10 23 0 0 0,-10-27 1349 0 0,1 0-1 0 0,-1 0 1 0 0,14 15-1 0 0,-14-18-643 0 0,0-1 1 0 0,1 0-1 0 0,-1 0 0 0 0,1 0 0 0 0,14 8 0 0 0,-20-14-505 0 0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5:39.62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108 107 4836 0 0,'7'-42'4285'0'0,"-3"25"984"0"0,9-27 1 0 0,-13 44-5270 0 0,0-1 0 0 0,0 1 0 0 0,0 0 0 0 0,0 0 0 0 0,0 0 0 0 0,0 0 0 0 0,0 0 0 0 0,0 0 0 0 0,0-1 0 0 0,0 1 0 0 0,0 0 0 0 0,0 0 0 0 0,0 0 0 0 0,0 0 0 0 0,0 0 0 0 0,0 0 0 0 0,1 0 0 0 0,-1-1 0 0 0,0 1 0 0 0,0 0 0 0 0,0 0 0 0 0,0 0 0 0 0,0 0 0 0 0,0 0 0 0 0,0 0 0 0 0,0 0 0 0 0,0 0 0 0 0,0 0 0 0 0,1 0 0 0 0,-1 0 0 0 0,0-1 0 0 0,0 1 0 0 0,0 0 0 0 0,0 0 0 0 0,0 0 0 0 0,0 0 0 0 0,1 0 0 0 0,-1 0 0 0 0,0 0 0 0 0,0 0 0 0 0,0 0 0 0 0,0 0 0 0 0,0 0 0 0 0,3 7 0 0 0,-1 11 0 0 0,-13 128 0 0 0,2-56 0 0 0,-11 86-1973 0 0,-2 31-6392 0 0,21-194 8239 0 0,0-7 295 0 0,1-1 0 0 0,-1 1 0 0 0,1-1 0 0 0,1 1 1 0 0,-1-1-1 0 0,1 1 0 0 0,1 5 0 0 0,-2-11-163 0 0,0 0 0 0 0,0 0 1 0 0,0 1-1 0 0,0-1 0 0 0,0 0 1 0 0,0 0-1 0 0,0 0 0 0 0,0 0 1 0 0,0 0-1 0 0,1 0 0 0 0,-1 1 1 0 0,8-5 3444 0 0,-1-11 1114 0 0,-7 15-4782 0 0,26-70 1309 0 0,-15 39-1037 0 0,1 0-1 0 0,20-37 0 0 0,-28 60-62 0 0,1 1-1 0 0,0-1 0 0 0,0 1 0 0 0,1 0 1 0 0,0 0-1 0 0,0 1 0 0 0,1-1 0 0 0,-1 1 0 0 0,2 1 1 0 0,-1 0-1 0 0,0 0 0 0 0,1 0 0 0 0,9-4 1 0 0,-14 8 13 0 0,1-1 0 0 0,-1 1 1 0 0,1 0-1 0 0,-1 0 1 0 0,1 1-1 0 0,-1-1 0 0 0,1 0 1 0 0,0 1-1 0 0,-1 0 1 0 0,1 0-1 0 0,0 0 0 0 0,0 1 1 0 0,-1-1-1 0 0,1 1 1 0 0,-1 0-1 0 0,5 1 0 0 0,-4 0-5 0 0,0 0 0 0 0,0 1 0 0 0,0-1 0 0 0,0 1 0 0 0,0-1 0 0 0,-1 1-1 0 0,1 0 1 0 0,-1 1 0 0 0,0-1 0 0 0,0 0 0 0 0,4 7 0 0 0,-1 0-126 0 0,-1-1 1 0 0,0 1-1 0 0,-1 0 0 0 0,0 1 1 0 0,0-1-1 0 0,-1 1 1 0 0,-1-1-1 0 0,1 1 0 0 0,-2 0 1 0 0,1 13-1 0 0,-1-15-235 0 0,-1 1 1 0 0,-1-1-1 0 0,0 1 1 0 0,0-1-1 0 0,-1 1 1 0 0,0-1-1 0 0,0 0 0 0 0,-1 0 1 0 0,-6 14-1 0 0,6-18 155 0 0,-1 0 0 0 0,1 0 0 0 0,-1 1 0 0 0,1-2 0 0 0,-1 1 0 0 0,-1 0 0 0 0,1-1 0 0 0,-1 0 0 0 0,0 0 0 0 0,0 0 0 0 0,0-1 0 0 0,0 0 1 0 0,0 0-1 0 0,-1 0 0 0 0,-10 4 0 0 0,4-4 225 0 0,0 0 0 0 0,1 0 0 0 0,-1-1 1 0 0,0 0-1 0 0,0-1 0 0 0,0-1 1 0 0,-1 0-1 0 0,1-1 0 0 0,0 0 1 0 0,0-1-1 0 0,-19-5 0 0 0,18 4 23 0 0,1-1 0 0 0,0-1 0 0 0,0 0 0 0 0,0 0 0 0 0,1-2 0 0 0,0 1 0 0 0,0-1 0 0 0,0-1 0 0 0,1 0 0 0 0,-16-16 0 0 0,24 21 46 0 0,0 0 0 0 0,0 0 0 0 0,0 0 0 0 0,0 0 0 0 0,-3-7 0 0 0,5 10-109 0 0,0-1 0 0 0,-1 1 0 0 0,1-1 0 0 0,0 1 0 0 0,0-1 0 0 0,-1 1 0 0 0,1-1 0 0 0,0 0 0 0 0,0 1 0 0 0,0-1 0 0 0,0 1 0 0 0,0-1 0 0 0,0 1 1 0 0,0-1-1 0 0,0 1 0 0 0,0-1 0 0 0,0 0 0 0 0,0 1 0 0 0,0-1 0 0 0,0 1 0 0 0,0-1 0 0 0,1 1 0 0 0,-1-1 0 0 0,0 1 0 0 0,0-1 0 0 0,1 1 0 0 0,-1-1 1 0 0,0 1-1 0 0,1-1 0 0 0,-1 1 0 0 0,0 0 0 0 0,1-1 0 0 0,-1 1 0 0 0,0-1 0 0 0,1 1 0 0 0,-1 0 0 0 0,1 0 0 0 0,-1-1 0 0 0,1 1 0 0 0,-1 0 1 0 0,1 0-1 0 0,-1-1 0 0 0,1 1 0 0 0,-1 0 0 0 0,1 0 0 0 0,0 0 0 0 0,-1 0 0 0 0,2 0 0 0 0,9 1-2574 0 0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5:39.91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90 3684 0 0,'0'-1'681'0'0,"0"-1"-1"0"0,0 0 1 0 0,0 0 0 0 0,0 1 0 0 0,0-1 0 0 0,1 0 0 0 0,-1 0 0 0 0,1 1 0 0 0,-1-1 0 0 0,5-7 3404 0 0,-1 5-3404 0 0,-1 1-131 0 0,-1 1 0 0 0,2 0 0 0 0,-1 0 0 0 0,0 0 1 0 0,0 1-1 0 0,0-1 0 0 0,6-1 0 0 0,18-7-576 0 0,-1 2 0 0 0,1 1 0 0 0,1 1 0 0 0,-1 1 0 0 0,1 2 0 0 0,0 0 0 0 0,0 2 0 0 0,48 4 0 0 0,-57-1-1143 0 0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5:40.73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6 431 3456 0 0,'-5'-9'15904'0'0,"8"-9"-15960"0"0,-3 16 412 0 0,6-39-356 0 0,1 1 0 0 0,23-70 0 0 0,-22 89 0 0 0,0 1 0 0 0,1 1 0 0 0,14-23 0 0 0,-18 34 0 0 0,1 0 0 0 0,-1 1 0 0 0,2-1 0 0 0,-1 1 0 0 0,1 1 0 0 0,0-1 0 0 0,1 1 0 0 0,-1 0 0 0 0,15-7 0 0 0,-13 8 0 0 0,0 0 0 0 0,1 1 0 0 0,0 0 0 0 0,0 1 0 0 0,0 0 0 0 0,0 0 0 0 0,0 1 0 0 0,1 1 0 0 0,12-1 0 0 0,-19 2 0 0 0,0 0 0 0 0,0 0 0 0 0,0 1 0 0 0,0-1 0 0 0,0 1 0 0 0,0 0 0 0 0,-1 0 0 0 0,1 0 0 0 0,0 1 0 0 0,-1-1 0 0 0,1 1 0 0 0,-1 0 0 0 0,1 0 0 0 0,-1 0 0 0 0,0 0 0 0 0,0 1 0 0 0,0 0 0 0 0,0-1 0 0 0,0 1 0 0 0,0 0 0 0 0,-1 0 0 0 0,0 0 0 0 0,1 1 0 0 0,-1-1 0 0 0,0 1 0 0 0,-1-1 0 0 0,3 5 0 0 0,-1-1 0 0 0,-1 1 0 0 0,0-1 0 0 0,0 0 0 0 0,0 0 0 0 0,-1 1 0 0 0,0-1 0 0 0,0 1 0 0 0,-1-1 0 0 0,0 1 0 0 0,-1-1 0 0 0,1 1 0 0 0,-1-1 0 0 0,-1 1 0 0 0,1-1 0 0 0,-1 0 0 0 0,-1 1 0 0 0,1-1 0 0 0,-6 10 0 0 0,8-17 0 0 0,-1 0 0 0 0,1 0 0 0 0,0 1 0 0 0,0-1 0 0 0,0 0 0 0 0,0 0 0 0 0,0 0 0 0 0,0 0 0 0 0,0 1 0 0 0,0-1 0 0 0,0 0 0 0 0,-1 0 0 0 0,1 0 0 0 0,0 0 0 0 0,0 0 0 0 0,0 1 0 0 0,0-1 0 0 0,0 0 0 0 0,-1 0 0 0 0,1 0 0 0 0,0 0 0 0 0,0 0 0 0 0,0 0 0 0 0,0 0 0 0 0,-1 0 0 0 0,1 0 0 0 0,0 0 0 0 0,0 0 0 0 0,0 1 0 0 0,-1-1 0 0 0,1 0 0 0 0,0 0 0 0 0,0 0 0 0 0,0-1 0 0 0,-1 1 0 0 0,1 0 0 0 0,-4-7 0 0 0,0-16 0 0 0,4 19 0 0 0,-2-12 0 0 0,-1 1 0 0 0,-1 0 0 0 0,-5-16 0 0 0,8 27 0 0 0,-1 0 0 0 0,0-1 0 0 0,0 1 0 0 0,0 0 0 0 0,0 0 0 0 0,-1 1 0 0 0,0-1 0 0 0,0 0 0 0 0,0 1 0 0 0,0-1 0 0 0,0 1 0 0 0,-1 0 0 0 0,1 0 0 0 0,-1 1 0 0 0,-5-4 0 0 0,7 5 5 0 0,0 0 0 0 0,0 1-1 0 0,0-1 1 0 0,0 0 0 0 0,0 1-1 0 0,0-1 1 0 0,0 1 0 0 0,0-1-1 0 0,0 1 1 0 0,0 0 0 0 0,-1 0 0 0 0,1 0-1 0 0,0 0 1 0 0,0 1 0 0 0,0-1-1 0 0,-4 2 1 0 0,3-1-26 0 0,0 0 0 0 0,0 1 0 0 0,0 0 0 0 0,0-1 0 0 0,0 1 0 0 0,1 0 0 0 0,-1 1 0 0 0,0-1 0 0 0,-3 5 0 0 0,-1 2-304 0 0,0 1 0 0 0,1 0 0 0 0,0 0 0 0 0,1 0 0 0 0,-5 13 0 0 0,5-9-86 0 0,0 1 1 0 0,1 0-1 0 0,0 0 1 0 0,1 1 0 0 0,1-1-1 0 0,0 0 1 0 0,1 18-1 0 0,1-26 239 0 0,0 1-1 0 0,1 0 0 0 0,0-1 0 0 0,0 1 1 0 0,1-1-1 0 0,0 0 0 0 0,0 0 0 0 0,0 1 1 0 0,1-1-1 0 0,0-1 0 0 0,1 1 0 0 0,-1 0 1 0 0,1-1-1 0 0,1 0 0 0 0,-1 0 0 0 0,9 9 1 0 0,-11-13 176 0 0,0 0 0 0 0,1-1 0 0 0,-1 1-1 0 0,0 0 1 0 0,1-1 0 0 0,-1 1 0 0 0,1-1 0 0 0,0 0 0 0 0,0 0 0 0 0,-1 0 0 0 0,1 0 0 0 0,0 0 0 0 0,0-1 0 0 0,0 1 0 0 0,0-1 0 0 0,0 0 0 0 0,2 0 0 0 0,0 0 15 0 0,-1-1 0 0 0,0 0 0 0 0,1 0 0 0 0,-1 0-1 0 0,0-1 1 0 0,0 1 0 0 0,0-1 0 0 0,0 0 0 0 0,0 0 0 0 0,5-4 0 0 0,0-1 78 0 0,0-1 1 0 0,-1 0 0 0 0,0 0-1 0 0,0-1 1 0 0,-1 0 0 0 0,0 0-1 0 0,11-19 1 0 0,-11 15-6 0 0,0-2-1 0 0,8-24 1 0 0,-13 31-186 0 0,0 1 0 0 0,0-1 0 0 0,0-14 1 0 0,-5 1 7016 0 0,3 47-6506 0 0,2-12-703 0 0,0 0-1 0 0,1-1 1 0 0,1 1 0 0 0,0 0-1 0 0,1-1 1 0 0,0 0-1 0 0,12 20 1 0 0,-13-26-74 0 0,1 0 0 0 0,-1-1 1 0 0,1 1-1 0 0,0-1 0 0 0,1 0 0 0 0,0 0 0 0 0,0-1 0 0 0,0 0 1 0 0,0 0-1 0 0,1 0 0 0 0,0-1 0 0 0,0 0 0 0 0,0 0 0 0 0,13 4 1 0 0,-10-5 369 0 0,-1-1 0 0 0,1 0 0 0 0,-1-1 0 0 0,1 0 0 0 0,0-1 0 0 0,-1 0 1 0 0,1 0-1 0 0,0-1 0 0 0,-1-1 0 0 0,1 1 0 0 0,-1-1 0 0 0,0-1 0 0 0,1 0 1 0 0,16-8-1 0 0,-20 9-87 0 0,-1-1 0 0 0,0 0 1 0 0,0 0-1 0 0,0-1 0 0 0,0 1 1 0 0,-1-1-1 0 0,1 0 1 0 0,-1 0-1 0 0,0 0 0 0 0,0-1 1 0 0,0 1-1 0 0,-1-1 0 0 0,0 0 1 0 0,1 0-1 0 0,-2-1 0 0 0,1 1 1 0 0,-1 0-1 0 0,0-1 0 0 0,0 0 1 0 0,0 1-1 0 0,-1-1 1 0 0,0 0-1 0 0,0 0 0 0 0,0 0 1 0 0,-1-8-1 0 0,-2-8-747 0 0,-3-1-7 0 0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5:40.99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103 38 3224 0 0,'-1'-5'1681'0'0,"0"2"-1504"0"0,1 1 0 0 0,-1-1-1 0 0,1 0 1 0 0,7-18 9092 0 0,2 21-5687 0 0,7 4-2385 0 0,-9-1-1196 0 0,1 1 0 0 0,-1 0-1 0 0,-1 0 1 0 0,1 0 0 0 0,-1 1-1 0 0,1 0 1 0 0,-2 0 0 0 0,7 7-1 0 0,40 52-60 0 0,-45-55 30 0 0,14 21-568 0 0,-1 1 0 0 0,-1 1 0 0 0,-1 1 0 0 0,-3 1 0 0 0,0 0-1 0 0,-2 1 1 0 0,-2 0 0 0 0,-1 1 0 0 0,-2 0 0 0 0,-1 0 0 0 0,-2 1 0 0 0,1 64 0 0 0,-7-58 669 0 0,-1 0 1 0 0,-11 64-1 0 0,8-86-38 0 0,0 1 0 0 0,-2-1 0 0 0,0-1 0 0 0,-1 1 0 0 0,-1-1 0 0 0,-21 34 0 0 0,-10 1-14 0 0,-2-1 0 0 0,-2-3-1 0 0,-3-1 1 0 0,-77 63 0 0 0,85-80-79 0 0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6:00.47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0 1 1612 0 0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6:00.58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0 1440 0 0,'-2'21'13910'0'0,"4"-20"-13910"0"0,-2 1 32 0 0,1-2 0 0 0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6:00.89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1 136 1612 0 0,'6'-29'2958'0'0,"9"-35"10895"0"0,-9 44-11579 0 0,3 1-3311 0 0,-9 19 1037 0 0,0 0 0 0 0,0 0 0 0 0,0 0 0 0 0,0-1 0 0 0,0 1 0 0 0,0 0 0 0 0,0 0 0 0 0,0 0 0 0 0,0 0 0 0 0,0 0 0 0 0,0 0 0 0 0,0-1 0 0 0,0 1 0 0 0,0 0 0 0 0,0 0 0 0 0,0 0 0 0 0,0 0 0 0 0,0 0 0 0 0,0 0 0 0 0,0 0 0 0 0,0-1 0 0 0,1 1 0 0 0,-1 0 0 0 0,0 0 0 0 0,0 0 0 0 0,0 0 0 0 0,0 0 0 0 0,0 0 0 0 0,0 0 0 0 0,0 0 0 0 0,0 0 0 0 0,1 0 0 0 0,-1 0 0 0 0,0 0 0 0 0,0 0 0 0 0,0-1 0 0 0,0 1 0 0 0,0 0 0 0 0,0 0 0 0 0,1 0 0 0 0,-1 0 0 0 0,0 0 0 0 0,0 0 0 0 0,0 0 0 0 0,0 0 0 0 0,0 1 0 0 0,0-1 0 0 0,1 0 0 0 0,-1 0 0 0 0,0 0 0 0 0,0 0 0 0 0,0 0 0 0 0,0 0 0 0 0,0 0 0 0 0,0 0 0 0 0,0 0 0 0 0,1 0 0 0 0,-1 0 0 0 0,0 0 0 0 0,0 0 0 0 0,0 0 0 0 0,0 1 0 0 0,3 11 0 0 0,-1 19 0 0 0,-5 85-2017 0 0,-4 0-3306 0 0,5-80 3232 0 0,-16 108 921 0 0,2-26 2386 0 0,19-98-1082 0 0,1-10-32 0 0,-4-10-175 0 0,0 0-1 0 0,0 1 1 0 0,0-1-1 0 0,2 1-660 0 0,-2-1 661 0 0,0 0-1 0 0,1 0 1 0 0,-1 0-1 0 0,0 1 1 0 0,0-1-1 0 0,0 0 1 0 0,1 0 0 0 0,-1 0-1 0 0,0 0 1 0 0,0 0-1 0 0,0 0 1 0 0,1 0-1 0 0,-1 0 1 0 0,0 0-1 0 0,0 0 1 0 0,1-1 0 0 0,-1 1-1 0 0,0 0 1 0 0,0 0-1 0 0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6:01.14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7 159 3684 0 0,'-2'-6'1713'0'0,"1"-1"0"0"0,0 1 0 0 0,0-1 0 0 0,0 1 0 0 0,1-1 0 0 0,1-13 1 0 0,-1 18-1247 0 0,1 0-1 0 0,0-1 1 0 0,-1 1 0 0 0,1 0 0 0 0,0 0 0 0 0,0-1 0 0 0,1 1 0 0 0,-1 0 0 0 0,0 0 0 0 0,1 0-1 0 0,1-2 1 0 0,0 1-736 0 0,-1 1-1 0 0,1 0 0 0 0,0 0 1 0 0,0 0-1 0 0,5-3 0 0 0,3 0 271 0 0,0 0 0 0 0,0 1 0 0 0,1 0 0 0 0,22-3 0 0 0,52-4-35 0 0,-47 8-75 0 0,-29 2-30 0 0,138-13-3195 0 0,-111 12 490 0 0,73 7 0 0 0,-105-5 2521 0 0,27 6 1256 0 0,-31-6-1039 0 0,0 0 0 0 0,0 0-1 0 0,0 1 1 0 0,1-1 0 0 0,-1 1 0 0 0,0-1-1 0 0,0 1 1 0 0,0-1 0 0 0,0 1 0 0 0,0-1-1 0 0,0 1 1 0 0,0 0 0 0 0,0 0 0 0 0,-1-1 0 0 0,1 1-1 0 0,0 0 1 0 0,0 0 0 0 0,-1 0 0 0 0,1 0-1 0 0,0 0 1 0 0,0 2 0 0 0,0 5-1973 0 0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6:01.38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33 3224 0 0,'16'1'12552'0'0,"-12"-2"-11297"0"0,4 1-700 0 0,117-4 1791 0 0,64-10-3598 0 0,16 0 2232 0 0,-199 13-990 0 0,20 1 31 0 0,-24 0-30 0 0,-1 0 0 0 0,1 0 0 0 0,-1 1 0 0 0,1-1 0 0 0,-1 0 0 0 0,1 1 0 0 0,-1-1 0 0 0,1 1 1 0 0,-1-1-1 0 0,0 1 0 0 0,1 0 0 0 0,-1-1 0 0 0,2 2 0 0 0,-3-2 3 0 0,0 1 0 0 0,0-1 1 0 0,0 0-1 0 0,0 0 1 0 0,0 0-1 0 0,0 1 0 0 0,1-1 1 0 0,-1 0-1 0 0,0 0 0 0 0,0 0 1 0 0,0 0-1 0 0,0 1 1 0 0,0-1-1 0 0,0 0 0 0 0,0 0 1 0 0,0 0-1 0 0,0 1 1 0 0,0-1-1 0 0,-1 0 0 0 0,1 0 1 0 0,0 0-1 0 0,0 1 1 0 0,0-1-1 0 0,0 0 0 0 0,0 0 1 0 0,0 0-1 0 0,0 0 1 0 0,0 1-1 0 0,0-1 0 0 0,-1 0 1 0 0,1 0-1 0 0,0 0 1 0 0,0 0-1 0 0,0 0 0 0 0,0 0 1 0 0,0 1-1 0 0,-1-1 1 0 0,1 0-1 0 0,-1 0 19 0 0,-3 5 307 0 0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6:02.73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42 58 1380 0 0,'18'-36'17219'0'0,"-14"26"-13529"0"0,1 0-6319 0 0,-5 9 2629 0 0,-1 1 0 0 0,-1 1 0 0 0,-1 6 0 0 0,-10 14 0 0 0,0-1 0 0 0,-14 30 0 0 0,25-47 0 0 0,1 1 0 0 0,-1 0 0 0 0,1-1 0 0 0,0 1 0 0 0,0 0 0 0 0,0 6 0 0 0,1-9 0 0 0,0 0 0 0 0,0 0 0 0 0,0-1 0 0 0,0 1 0 0 0,0 0 0 0 0,1 0 0 0 0,-1 0 0 0 0,0 0 0 0 0,1-1 0 0 0,-1 1 0 0 0,0 0 0 0 0,1 0 0 0 0,-1-1 0 0 0,1 1 0 0 0,-1 0 0 0 0,1-1 0 0 0,-1 1 0 0 0,1-1 0 0 0,-1 1 0 0 0,1 0 0 0 0,0-1 0 0 0,-1 1 0 0 0,1-1 0 0 0,0 0 0 0 0,0 1 0 0 0,-1-1 0 0 0,1 0 0 0 0,0 1 0 0 0,0-1 0 0 0,0 0 0 0 0,-1 0 0 0 0,1 1 0 0 0,0-1 0 0 0,0 0 0 0 0,0 0 0 0 0,1 0 0 0 0,9 0-51 0 0,0 0-1 0 0,0-1 0 0 0,1 0 1 0 0,-1-1-1 0 0,12-3 0 0 0,-9 2-1107 0 0,0 1 0 0 0,23-2 0 0 0,-31 4 614 0 0,0 0 0 0 0,-1 1-1 0 0,1-1 1 0 0,0 1 0 0 0,0 0-1 0 0,0 1 1 0 0,-1-1 0 0 0,1 1-1 0 0,6 3 1 0 0,-9-3 544 0 0,-1-1-1 0 0,0 1 1 0 0,0-1 0 0 0,0 1-1 0 0,0 0 1 0 0,0 0 0 0 0,0 0-1 0 0,0 0 1 0 0,0 0 0 0 0,-1 0-1 0 0,1 1 1 0 0,-1-1 0 0 0,0 0-1 0 0,0 1 1 0 0,0-1 0 0 0,0 1-1 0 0,0-1 1 0 0,0 1 0 0 0,-1 0 0 0 0,1-1-1 0 0,-1 1 1 0 0,1 3 0 0 0,-1 0 8 0 0,-1-1 1 0 0,1 0-1 0 0,-1 0 1 0 0,0 1-1 0 0,0-1 1 0 0,-1 0 0 0 0,1 0-1 0 0,-1 0 1 0 0,0 0-1 0 0,0-1 1 0 0,-1 1-1 0 0,0 0 1 0 0,1-1 0 0 0,-2 0-1 0 0,-3 5 1 0 0,0 0 8 0 0,-1-1-1 0 0,0 0 1 0 0,-1-1 0 0 0,0 1 0 0 0,0-2 0 0 0,-11 7 0 0 0,16-11 12 0 0,1-1 1 0 0,-1 1-1 0 0,0-1 1 0 0,0 0 0 0 0,0 0-1 0 0,0-1 1 0 0,0 1-1 0 0,0-1 1 0 0,0 0 0 0 0,0 0-1 0 0,0 0 1 0 0,0-1-1 0 0,-5 0 1 0 0,4 0-113 0 0,0 0 0 0 0,-1-1-1 0 0,1 1 1 0 0,0-1 0 0 0,0 0 0 0 0,0-1 0 0 0,0 1 0 0 0,0-1-1 0 0,-5-4 1 0 0,2-1-3576 0 0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6:02.94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1 142 3916 0 0,'3'-5'1022'0'0,"-1"0"1"0"0,2 1 0 0 0,-1-1 0 0 0,0 1 0 0 0,1 0-1 0 0,0 0 1 0 0,0 0 0 0 0,0 0 0 0 0,0 0-1 0 0,1 1 1 0 0,-1 0 0 0 0,7-3 0 0 0,23-13 308 0 0,51-21 1 0 0,-70 34-1363 0 0,0 1 1 0 0,0 1-1 0 0,0 0 0 0 0,0 1 1 0 0,1 1-1 0 0,23-1 0 0 0,-36 3 20 0 0,1 0 0 0 0,0 0 0 0 0,-1 0 0 0 0,1 1 0 0 0,0-1 0 0 0,-1 1 0 0 0,1 0 0 0 0,0 0 0 0 0,-1 0 0 0 0,0 1 0 0 0,1-1 0 0 0,-1 1 0 0 0,0 0 0 0 0,6 3 0 0 0,-2 5 176 0 0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6:03.29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0 168 3224 0 0,'3'-1'913'0'0,"-1"0"1"0"0,0-1 0 0 0,1 1-1 0 0,-1 0 1 0 0,1 1 0 0 0,0-1-1 0 0,-1 0 1 0 0,1 1 0 0 0,0-1-1 0 0,0 1 1 0 0,-1 0 0 0 0,1 0-1 0 0,0 0 1 0 0,3 1 0 0 0,7-1-516 0 0,71-3 1736 0 0,190-13-1935 0 0,-120-4-181 0 0,276-49-8140 0 0,-246 34 7684 0 0,-167 32 709 0 0,50-9 680 0 0,-57 11 141 0 0,-1 0-1 0 0,0 1 1 0 0,1 0 0 0 0,18 3-1 0 0,-28-3-1056 0 0,1 0-1 0 0,-1 0 0 0 0,1 0 0 0 0,-1 0 0 0 0,1 0 1 0 0,0 1-1 0 0,-1-1 0 0 0,1 0 0 0 0,-1 0 0 0 0,1 0 0 0 0,-1 1 1 0 0,1-1-1 0 0,-1 0 0 0 0,1 0 0 0 0,-1 1 0 0 0,1-1 1 0 0,-1 0-1 0 0,0 1 0 0 0,1-1 0 0 0,-1 1 0 0 0,1-1 0 0 0,-1 0 1 0 0,0 1-1 0 0,1-1 0 0 0,-1 1 0 0 0,0-1 0 0 0,0 1 0 0 0,1-1 1 0 0,-1 1-1 0 0,0 0 0 0 0,0 0 0 0 0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6:03.84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78 20 4144 0 0,'-3'-20'15680'0'0,"1"25"-15844"0"0,-19 77 164 0 0,-14 120 0 0 0,33-191-29 0 0,-11 110-119 0 0,12-97 192 0 0,0-1 1 0 0,2 1-1 0 0,4 26 0 0 0,-4-48-50 0 0,-1 0 0 0 0,0 0 0 0 0,1 0-1 0 0,0 0 1 0 0,0 0 0 0 0,-1 0 0 0 0,3 3 0 0 0,-3-5 0 0 0,0 0 0 0 0,1 0 0 0 0,-1 1 0 0 0,0-1 0 0 0,0 0 0 0 0,0 0 0 0 0,0 0 0 0 0,0 0 0 0 0,0 0 0 0 0,0 0 0 0 0,1 0 1 0 0,-1 1-1 0 0,0-1 0 0 0,0 0 0 0 0,0 0 0 0 0,0 0 0 0 0,0 0 0 0 0,1 0 0 0 0,-1 0 0 0 0,0 0 0 0 0,0 0 0 0 0,0 0 0 0 0,0 0 1 0 0,0 0-1 0 0,1 0 0 0 0,-1 0 0 0 0,0 0 0 0 0,0 0 0 0 0,0 0 0 0 0,0 0 0 0 0,1 0 0 0 0,-1 0 0 0 0,0 0 0 0 0,0 0 0 0 0,0 0 1 0 0,5-11-354 0 0,-3 3 980 0 0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6:04.02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0 192 2764 0 0,'8'-25'2540'0'0,"-7"22"-1716"0"0,0 1-1 0 0,1-1 1 0 0,-1 1-1 0 0,1-1 1 0 0,0 1-1 0 0,0-1 1 0 0,0 1-1 0 0,0 0 1 0 0,0 0-1 0 0,5-4 1 0 0,12-8 380 0 0,1 1-1 0 0,1 0 1 0 0,25-10 0 0 0,-16 10-697 0 0,60-17 0 0 0,-47 20-1902 0 0,-1 2 0 0 0,1 2 1 0 0,79-1-1 0 0,-119 7 1334 0 0,13 0-1427 0 0,26 3 0 0 0,-39-2 1437 0 0,0-1-1 0 0,1 1 0 0 0,-1 0 1 0 0,0 0-1 0 0,1 0 1 0 0,-1 0-1 0 0,0 0 1 0 0,0 1-1 0 0,0-1 0 0 0,0 1 1 0 0,0 0-1 0 0,-1 0 1 0 0,1 0-1 0 0,3 3 1 0 0,1 10-3109 0 0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6:04.24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1 112 5296 0 0,'8'-6'7091'0'0,"-6"6"-6718"0"0,17-5 2919 0 0,-10 3-1499 0 0,138-39 221 0 0,75-8-3874 0 0,-204 46 812 0 0,1 0 1 0 0,-1 1-1 0 0,0 1 1 0 0,37 3-1 0 0,-35 3-3911 0 0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6:05.07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210 81 2532 0 0,'26'-16'9970'0'0,"0"-1"-4862"0"0,-17 12-4425 0 0,-1-1 1 0 0,11-11-1 0 0,-18 17-683 0 0,-1-1 0 0 0,1 1 0 0 0,-1-1 0 0 0,1 1 0 0 0,-1-1 0 0 0,1 0 0 0 0,-1 1 0 0 0,1-1 0 0 0,-1 1 0 0 0,0-1 0 0 0,1 0 0 0 0,-1 1 0 0 0,0-1 0 0 0,0 0 0 0 0,1 1 0 0 0,-1-1 0 0 0,0-1 0 0 0,0 2 0 0 0,0-1 0 0 0,0 1 0 0 0,-1 0 0 0 0,1-1 0 0 0,0 1 0 0 0,0 0 0 0 0,0-1 0 0 0,0 1 0 0 0,-1 0 0 0 0,1 0 0 0 0,0-1 0 0 0,0 1 0 0 0,-1 0 0 0 0,1 0 0 0 0,0-1 0 0 0,0 1 0 0 0,-1 0 0 0 0,1 0 0 0 0,0 0 0 0 0,-1 0 0 0 0,1-1 0 0 0,0 1 0 0 0,-1 0 0 0 0,0 0 0 0 0,-1 0 0 0 0,-1-1 0 0 0,0 1 0 0 0,0 0 0 0 0,0-1 0 0 0,0 1 0 0 0,-5 1 0 0 0,-6 2-224 0 0,1 0 1 0 0,-1 0-1 0 0,-22 10 0 0 0,24-8-421 0 0,0 1 0 0 0,1 1 0 0 0,-1 0 0 0 0,1 1-1 0 0,1-1 1 0 0,-1 2 0 0 0,1 0 0 0 0,1 0 0 0 0,0 1-1 0 0,0 0 1 0 0,-10 16 0 0 0,11-13 657 0 0,0 0 0 0 0,1 0 0 0 0,1 0 0 0 0,1 1-1 0 0,-7 24 1 0 0,8-22 20 0 0,0 0 0 0 0,2 0 1 0 0,0 0-1 0 0,0 0 0 0 0,2 1 0 0 0,1 18 0 0 0,-1-30-29 0 0,1 1 0 0 0,0-1 0 0 0,0 1-1 0 0,0-1 1 0 0,1 0 0 0 0,-1 0 0 0 0,1 0 0 0 0,0 0 0 0 0,1 0 0 0 0,-1 0 0 0 0,1-1-1 0 0,0 1 1 0 0,0-1 0 0 0,1 1 0 0 0,-1-1 0 0 0,1 0 0 0 0,0-1 0 0 0,0 1-1 0 0,0-1 1 0 0,1 1 0 0 0,-1-1 0 0 0,6 2 0 0 0,0-1 25 0 0,0 0 0 0 0,0-1 0 0 0,0-1 0 0 0,0 0 0 0 0,0 0 0 0 0,0-1 0 0 0,1 0 0 0 0,-1 0 0 0 0,0-1 0 0 0,15-3 0 0 0,-9 1-53 0 0,0 0-1 0 0,0-2 1 0 0,0 0 0 0 0,-1-1-1 0 0,30-13 1 0 0,-40 15 25 0 0,1-1 1 0 0,0 1-1 0 0,-1-1 0 0 0,0 0 1 0 0,0 0-1 0 0,0-1 0 0 0,-1 1 0 0 0,1-1 1 0 0,-1 0-1 0 0,0 0 0 0 0,4-8 1 0 0,-6 10 45 0 0,-1 1 1 0 0,0-1 0 0 0,0 1-1 0 0,0-1 1 0 0,0 1-1 0 0,0-1 1 0 0,0 0-1 0 0,-1 1 1 0 0,1-1 0 0 0,-1 0-1 0 0,0 0 1 0 0,0 0-1 0 0,0 1 1 0 0,0-1 0 0 0,0 0-1 0 0,-1 0 1 0 0,1 1-1 0 0,-1-1 1 0 0,0 0 0 0 0,0 1-1 0 0,0-1 1 0 0,0 1-1 0 0,0-1 1 0 0,-1 1 0 0 0,1-1-1 0 0,-1 1 1 0 0,1 0-1 0 0,-4-3 1 0 0,2 1 178 0 0,0 1 0 0 0,0 0 0 0 0,-1 1 0 0 0,1-1 0 0 0,-1 0 0 0 0,0 1 0 0 0,0 0 0 0 0,-7-3 1 0 0,5 3-362 0 0,-1 0 1 0 0,0 0 0 0 0,0 1 0 0 0,0 0 0 0 0,1 0 0 0 0,-1 1 0 0 0,0 0 0 0 0,-10 1-1 0 0,0 1-207 0 0,1 1 1 0 0,-1 1-1 0 0,1 1 0 0 0,0 0 0 0 0,-20 9 0 0 0,17-4 341 0 0,0 0 0 0 0,0 0 0 0 0,-32 26 0 0 0,17-6-38 0 0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5:04.72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3456 0 0,'0'0'5550'0'0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5:04.90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 1 5760 0 0,'-10'15'13452'0'0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6:07.67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58 4376 0 0,'17'-11'12351'0'0,"17"0"-9800"0"0,-15 5-2169 0 0,8-2-437 0 0,0 2-1 0 0,1 0 1 0 0,0 2-1 0 0,0 1 1 0 0,0 1-1 0 0,0 1 1 0 0,43 5-1 0 0,-61-3-1276 0 0,-1 3 3108 0 0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6:07.91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 4 3916 0 0,'-5'16'13868'0'0,"12"-10"-12149"0"0,-3-4-1703 0 0,-1 0-1 0 0,1 0 1 0 0,0 0 0 0 0,0-1 0 0 0,0 0-1 0 0,0 1 1 0 0,0-2 0 0 0,0 1-1 0 0,1 0 1 0 0,3 0 0 0 0,46-2-45 0 0,-41 1 42 0 0,17-1-13 0 0,-1-1 0 0 0,0-1 0 0 0,0-2 0 0 0,-1-1 0 0 0,30-9 0 0 0,-57 14-160 0 0,17-4 612 0 0,-17 4-613 0 0,-1 1 0 0 0,1 0 0 0 0,0 0-1 0 0,0 0 1 0 0,-1-1 0 0 0,1 1 0 0 0,0 0 0 0 0,0 0 0 0 0,-1 0-1 0 0,1 0 1 0 0,0 0 0 0 0,0 0 0 0 0,-1 1 0 0 0,1-1 0 0 0,0 0-1 0 0,-1 0 1 0 0,1 0 0 0 0,0 1 0 0 0,0-1 0 0 0,0 1 0 0 0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6:08.83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 23 5068 0 0,'-3'-6'11167'0'0,"13"5"-9544"0"0,-4 1-671 0 0,73-7-58 0 0,-25 2-916 0 0,62 2 0 0 0,-50 8-60 0 0,-51-5 164 0 0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6:09.31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1 137 2532 0 0,'4'-10'2701'0'0,"1"1"0"0"0,0 0 0 0 0,7-9 1 0 0,-5 8-967 0 0,1 2 1 0 0,15-16 0 0 0,-17 19-1643 0 0,0 0 0 0 0,0 0 0 0 0,1 0 0 0 0,0 1 0 0 0,-1 0 0 0 0,2 0 0 0 0,-1 1 0 0 0,0 0 0 0 0,1 0 0 0 0,-1 1 0 0 0,13-3 0 0 0,-16 5-95 0 0,0-1-1 0 0,0 1 0 0 0,0 0 1 0 0,0 0-1 0 0,0 1 0 0 0,-1-1 1 0 0,1 1-1 0 0,0 0 1 0 0,0-1-1 0 0,0 2 0 0 0,-1-1 1 0 0,1 0-1 0 0,-1 1 1 0 0,1 0-1 0 0,4 3 0 0 0,-4-2 13 0 0,0 0-1 0 0,0 1 1 0 0,0 0-1 0 0,-1 0 1 0 0,0 0-1 0 0,1 0 1 0 0,-1 0-1 0 0,-1 1 1 0 0,1-1-1 0 0,2 7 1 0 0,-1 0-88 0 0,0 0 1 0 0,0 0 0 0 0,-2 1-1 0 0,1-1 1 0 0,-2 0 0 0 0,1 1-1 0 0,-1 0 1 0 0,-1-1-1 0 0,-2 19 1 0 0,-1-12-617 0 0,0 0-1 0 0,-2 0 1 0 0,0 0 0 0 0,-1-1-1 0 0,-1 0 1 0 0,0 0 0 0 0,-19 31-1 0 0,14-30 239 0 0,-1 0 0 0 0,0-1 0 0 0,-1-1 0 0 0,-1 0-1 0 0,-1 0 1 0 0,-24 17 0 0 0,36-30 486 0 0,0 0 0 0 0,0-1-1 0 0,0 0 1 0 0,0 0 0 0 0,-1 0 0 0 0,-5 1 0 0 0,9-2-23 0 0,0-1-1 0 0,0 0 1 0 0,0 1 0 0 0,0-1 0 0 0,-1 0-1 0 0,1 0 1 0 0,0 1 0 0 0,0-1 0 0 0,0 0-1 0 0,-1 0 1 0 0,1-1 0 0 0,0 1 0 0 0,0 0-1 0 0,0 0 1 0 0,-1 0 0 0 0,1-1 0 0 0,0 1-1 0 0,0-1 1 0 0,0 1 0 0 0,0-1 0 0 0,0 1 0 0 0,0-1-1 0 0,0 0 1 0 0,0 1 0 0 0,0-1 0 0 0,0 0-1 0 0,0 0 1 0 0,-1-1 0 0 0,2 2 74 0 0,0-1 0 0 0,-1 0 0 0 0,1 0 1 0 0,0 1-1 0 0,0-1 0 0 0,0 0 0 0 0,0 1 0 0 0,0-1 1 0 0,0 0-1 0 0,0 0 0 0 0,0 1 0 0 0,0-1 0 0 0,0 0 0 0 0,0 1 1 0 0,0-1-1 0 0,1 0 0 0 0,-1 0 0 0 0,0 1 0 0 0,0-1 1 0 0,1 0-1 0 0,-1 1 0 0 0,0-1 0 0 0,1 1 0 0 0,-1-1 1 0 0,1 1-1 0 0,-1-1 0 0 0,1 0 0 0 0,-1 1 0 0 0,1-1 1 0 0,-1 1-1 0 0,1 0 0 0 0,0-1 0 0 0,-1 1 0 0 0,1 0 0 0 0,0-1 1 0 0,0 1-1 0 0,3-2 288 0 0,-1 0 1 0 0,1 0-1 0 0,-1 1 1 0 0,1-1-1 0 0,6 0 1 0 0,-4 1-94 0 0,0 0 1 0 0,1 1 0 0 0,-1 0-1 0 0,0 0 1 0 0,1 0-1 0 0,-1 1 1 0 0,0 0-1 0 0,1 0 1 0 0,-1 0-1 0 0,0 1 1 0 0,0 0-1 0 0,0 1 1 0 0,6 2-1 0 0,6 6-256 0 0,1 0-1 0 0,26 22 1 0 0,14 10-801 0 0,-52-39 732 0 0,1 1 0 0 0,0-2 0 0 0,0 1 0 0 0,0-1 0 0 0,16 5 0 0 0,-19-8 85 0 0,-1 1 0 0 0,1-1 0 0 0,-1 0 0 0 0,1-1 0 0 0,0 1 0 0 0,-1-1 0 0 0,1 1 0 0 0,0-2 0 0 0,-1 1-1 0 0,0 0 1 0 0,1-1 0 0 0,-1 0 0 0 0,0 0 0 0 0,0 0 0 0 0,6-4 0 0 0,-8 5-20 0 0,1-1 0 0 0,-1 0 1 0 0,1 0-1 0 0,-1 0 0 0 0,0 0 0 0 0,0 0 0 0 0,0 0 0 0 0,0 0 0 0 0,0-1 0 0 0,0 1 1 0 0,0-1-1 0 0,-1 1 0 0 0,0-1 0 0 0,1 0 0 0 0,-1 0 0 0 0,0 0 0 0 0,0 1 0 0 0,-1-1 1 0 0,1 0-1 0 0,0 0 0 0 0,-1 0 0 0 0,0 0 0 0 0,0 0 0 0 0,0-5 0 0 0,-2 3-722 0 0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6:09.89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28 44 3456 0 0,'5'-44'16308'0'0,"-5"44"-16272"0"0,0 1 0 0 0,5 21-212 0 0,-1 26 176 0 0,-3 1 0 0 0,-6 62 0 0 0,0 11 0 0 0,3 78 0 0 0,2-199-7 0 0,0 5 17 0 0,0 0-1 0 0,0 0 1 0 0,-3 10-1 0 0,3-15-28 0 0,0 0 0 0 0,0-1 0 0 0,0 1 0 0 0,0 0 0 0 0,-1 0 0 0 0,1 0 0 0 0,0 0 0 0 0,-1-1 0 0 0,1 1 0 0 0,0 0 0 0 0,-1 0 0 0 0,1-1 0 0 0,-1 1 0 0 0,1 0 0 0 0,-1-1 0 0 0,1 1 0 0 0,-1-1 0 0 0,0 1 0 0 0,1 0 0 0 0,-1-1 0 0 0,0 1 0 0 0,0-1 0 0 0,1 0 0 0 0,-1 1 0 0 0,0-1 0 0 0,0 0 0 0 0,1 1 0 0 0,-1-1 0 0 0,0 0 0 0 0,0 0 0 0 0,0 0 0 0 0,0 0 0 0 0,0 0 0 0 0,0 0 0 0 0,-6-1-2755 0 0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6:10.08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1 115 4376 0 0,'0'-2'504'0'0,"0"0"0"0"0,1 1 0 0 0,-1-1 0 0 0,1 1 0 0 0,-1-1 0 0 0,1 1 1 0 0,-1-1-1 0 0,1 1 0 0 0,0 0 0 0 0,0-1 0 0 0,0 1 0 0 0,0 0 0 0 0,2-3 1009 0 0,-2 3-1009 0 0,0 0 0 0 0,0 0 0 0 0,1 0 0 0 0,-1 1 0 0 0,0-1 1 0 0,3-1-1 0 0,5-2 1025 0 0,0 0 1 0 0,14-5 0 0 0,-6 3-2430 0 0,18-7 900 0 0,1 1 0 0 0,1 2 0 0 0,0 1 0 0 0,54-5 0 0 0,-86 13-13 0 0,1 0-4 0 0,0 1-1 0 0,0-1 1 0 0,-1 1 0 0 0,1 0 0 0 0,0 0-1 0 0,0 0 1 0 0,0 1 0 0 0,-1 0 0 0 0,1 0-1 0 0,9 4 1 0 0,-6 0-998 0 0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6:10.76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255 22 3456 0 0,'0'-1'351'0'0,"-9"-16"7021"0"0,8 17-7021 0 0,0-1 0 0 0,0 1 0 0 0,0-1 0 0 0,0 1 0 0 0,1 0 0 0 0,-1-1 0 0 0,0 1 0 0 0,0 0 0 0 0,0 0 0 0 0,0 0 0 0 0,0 0 0 0 0,-1 0 0 0 0,-18 1 3937 0 0,2 6-4658 0 0,11-2 370 0 0,-1 1 0 0 0,1 0 0 0 0,0 1 0 0 0,1 0 0 0 0,-12 14 0 0 0,-24 44 0 0 0,34-53 0 0 0,-6 12-56 0 0,1 1 0 0 0,2 0 0 0 0,0 0 1 0 0,1 1-1 0 0,2 1 0 0 0,1-1 0 0 0,1 1 0 0 0,1 1 0 0 0,1-1 0 0 0,2 0 0 0 0,1 50 0 0 0,3-32-126 0 0,10 119-4729 0 0,-9-146 4576 0 0,0 0-1 0 0,2 0 1 0 0,0-1 0 0 0,0 1-1 0 0,2-1 1 0 0,16 30 0 0 0,-18-39 417 0 0,0-1 0 0 0,0 1 1 0 0,1-1-1 0 0,0 0 0 0 0,0-1 1 0 0,13 10-1 0 0,-15-12 133 0 0,0-1 1 0 0,0-1-1 0 0,1 1 0 0 0,-1-1 1 0 0,1 0-1 0 0,0 0 1 0 0,0 0-1 0 0,0 0 0 0 0,0-1 1 0 0,0 0-1 0 0,0 0 0 0 0,0 0 1 0 0,6-1-1 0 0,-1 0-3821 0 0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6:11.57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402 203 3224 0 0,'3'-92'10840'0'0,"-3"84"-10638"0"0,-3-39 3577 0 0,3 43-3600 0 0,-1 0 1 0 0,0 0-1 0 0,0-1 1 0 0,0 1-1 0 0,-1 0 1 0 0,0 0-1 0 0,1 1 1 0 0,-5-8-1 0 0,5 10-179 0 0,0 0 0 0 0,0 0 0 0 0,0 0 0 0 0,1 0 0 0 0,-1 0 0 0 0,0 0 0 0 0,0 1 0 0 0,0-1 0 0 0,-1 0 0 0 0,1 1 0 0 0,0-1 0 0 0,0 1 0 0 0,0-1 0 0 0,0 1 0 0 0,-1-1 0 0 0,1 1 0 0 0,0 0 0 0 0,0-1 0 0 0,-3 1 0 0 0,1 0 0 0 0,1 0 0 0 0,-1 1 0 0 0,1-1 0 0 0,-1 1 0 0 0,1-1 0 0 0,-1 1 0 0 0,1 0 0 0 0,-1 0 0 0 0,-2 2 0 0 0,-4 2 0 0 0,0 1 0 0 0,0 0 0 0 0,-12 12 0 0 0,21-18 0 0 0,-18 17 0 0 0,0 0 0 0 0,2 1 0 0 0,0 0 0 0 0,1 2 0 0 0,1 0 0 0 0,0 0 0 0 0,2 1 0 0 0,1 1 0 0 0,0 0 0 0 0,2 1 0 0 0,0 0 0 0 0,-10 47 0 0 0,13-40-930 0 0,1 0 0 0 0,2 0 0 0 0,1 1 0 0 0,2 39 0 0 0,1-57 605 0 0,0 1 0 0 0,1-1 0 0 0,1 0 1 0 0,0 0-1 0 0,1 0 0 0 0,0-1 0 0 0,1 1 0 0 0,0-1 0 0 0,1 0 0 0 0,0 0 0 0 0,1-1 0 0 0,11 15 0 0 0,-13-22 331 0 0,0 1 0 0 0,0 0 0 0 0,0-1 0 0 0,0 0 0 0 0,1 0 0 0 0,0-1 0 0 0,0 0 0 0 0,0 0 0 0 0,0 0 0 0 0,0 0 0 0 0,0-1 0 0 0,1 0 0 0 0,-1-1 0 0 0,1 1 0 0 0,0-1 0 0 0,-1-1 0 0 0,1 1 0 0 0,10-1 0 0 0,-10 0 233 0 0,-1-1 0 0 0,1 1 0 0 0,-1-1 0 0 0,1-1 0 0 0,-1 1 0 0 0,1-1 0 0 0,-1 0 0 0 0,0-1 0 0 0,0 1 0 0 0,0-1 0 0 0,0-1 0 0 0,0 1 0 0 0,-1-1 0 0 0,1 0 0 0 0,-1 0 0 0 0,0 0 0 0 0,0-1 0 0 0,7-9 0 0 0,-9 11 199 0 0,-1-1 1 0 0,0 0-1 0 0,0 0 0 0 0,0 0 1 0 0,-1 0-1 0 0,1 0 0 0 0,1-8 1 0 0,-2 6-319 0 0,-1-1 0 0 0,1 1 0 0 0,-1-1 0 0 0,0 1 0 0 0,-1-1 1 0 0,0 1-1 0 0,0-1 0 0 0,-2-7 0 0 0,1 7-148 0 0,0 0-1 0 0,-1 0 1 0 0,0 0-1 0 0,0 0 1 0 0,0 0 0 0 0,-1 1-1 0 0,0-1 1 0 0,-1 1 0 0 0,1 0-1 0 0,-1 1 1 0 0,0-1 0 0 0,-9-6-1 0 0,9 8 26 0 0,0 0 1 0 0,0 1-1 0 0,-1 0 0 0 0,1 0 1 0 0,-1 0-1 0 0,0 1 0 0 0,0 0 1 0 0,0 0-1 0 0,0 0 0 0 0,0 1 0 0 0,0 0 1 0 0,-1 0-1 0 0,1 0 0 0 0,0 1 1 0 0,-9 1-1 0 0,6 0-1 0 0,0 0 0 0 0,1 1 0 0 0,-1 1 0 0 0,1-1 0 0 0,-1 1 0 0 0,1 1 0 0 0,0 0 0 0 0,1 0 1 0 0,-1 0-1 0 0,-11 9 0 0 0,4-1-219 0 0,0 1 0 0 0,0 0-1 0 0,1 1 1 0 0,-22 30 0 0 0,28-34 54 0 0,2 0-1 0 0,-1 0 0 0 0,2 1 1 0 0,-1 0-1 0 0,1 0 0 0 0,1 0 0 0 0,0 1 1 0 0,1 0-1 0 0,-3 13 0 0 0,6-20-174 0 0,-1 0 0 0 0,1 1-1 0 0,0-1 1 0 0,0 1-1 0 0,1-1 1 0 0,1 7-1 0 0,3 7-799 0 0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6:12.12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3 122 3456 0 0,'-2'-13'11369'0'0,"2"10"-10421"0"0,7-14 3011 0 0,-6 15-3967 0 0,1-1 0 0 0,0 1 0 0 0,0-1 0 0 0,0 1 0 0 0,0 0 0 0 0,0 0 0 0 0,0 0 0 0 0,6-4 0 0 0,7 0 8 0 0,0 0 0 0 0,1 1 0 0 0,0 0 0 0 0,0 1 0 0 0,32-3 0 0 0,-5 0 0 0 0,-1-3 0 0 0,-28 6 0 0 0,0 1 0 0 0,-1 0 0 0 0,1 1 0 0 0,0 1 0 0 0,1 0 0 0 0,24 1 0 0 0,-32 4-3062 0 0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6:12.58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182 95 4608 0 0,'-1'-7'-625'0'0,"0"-10"1688"0"0,-4-11 4698 0 0,4 25-5080 0 0,1 0 0 0 0,-1 1 0 0 0,0-1 0 0 0,0 0 0 0 0,0 0 0 0 0,-1 1 0 0 0,1-1 0 0 0,-1 1 0 0 0,1-1 0 0 0,-1 1 0 0 0,0 0 0 0 0,-4-4 0 0 0,5 5-681 0 0,1 0 0 0 0,-1 1 0 0 0,0-1 0 0 0,0 1 0 0 0,0 0 0 0 0,1-1 0 0 0,-1 1 0 0 0,0-1 0 0 0,0 1 0 0 0,0 0 0 0 0,0 0 0 0 0,0 0 0 0 0,0 0 0 0 0,0-1 0 0 0,0 1 0 0 0,0 0 0 0 0,0 1 0 0 0,0-1 0 0 0,0 0 0 0 0,-1 0 0 0 0,0 1 0 0 0,0 0 0 0 0,0 0 0 0 0,0 0 0 0 0,1 0 0 0 0,-1 0 0 0 0,0 0 0 0 0,0 0 0 0 0,1 1 0 0 0,-2 1 0 0 0,-3 3 0 0 0,1 0 0 0 0,-1 1 0 0 0,-6 12 0 0 0,0 2-134 0 0,1 2 0 0 0,0-1-1 0 0,2 2 1 0 0,-9 31 0 0 0,11-25-1052 0 0,0 0 0 0 0,3 0 1 0 0,0 1-1 0 0,2 0 0 0 0,3 55 0 0 0,0-73 1303 0 0,0 1-1 0 0,1-1 1 0 0,1 0-1 0 0,1 1 1 0 0,5 15-1 0 0,-7-24 119 0 0,1 0-1 0 0,-1-1 1 0 0,0 1-1 0 0,1-1 1 0 0,0 1-1 0 0,0-1 1 0 0,1 0-1 0 0,-1 0 1 0 0,1-1-1 0 0,-1 1 1 0 0,1-1-1 0 0,1 1 0 0 0,-1-1 1 0 0,0-1-1 0 0,1 1 1 0 0,7 3-1 0 0,-4-3-247 0 0,0-1 0 0 0,0 0-1 0 0,0 0 1 0 0,0-1 0 0 0,0 0-1 0 0,0 0 1 0 0,0-1-1 0 0,11-1 1 0 0,2 0-2 0 0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6:12.75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76 5068 0 0,'15'-17'15583'0'0,"-7"14"-16574"0"0,29-10 991 0 0,2 1 0 0 0,0 2 0 0 0,67-8 0 0 0,-87 17-263 0 0,25 0-1 0 0,-27 3-2373 0 0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6:13.16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77 3224 0 0,'4'-7'2425'0'0,"0"1"1"0"0,0 0 0 0 0,7-7 0 0 0,-7 8-1614 0 0,1 1 0 0 0,-1 0 0 0 0,1 0 1 0 0,0 1-1 0 0,0-1 0 0 0,1 1 0 0 0,7-3 1 0 0,-8 4-792 0 0,-1 0 0 0 0,1 0 1 0 0,-1 1-1 0 0,1 0 0 0 0,0-1 1 0 0,0 2-1 0 0,-1-1 0 0 0,1 0 1 0 0,0 1-1 0 0,0 0 1 0 0,6 1-1 0 0,-8 0-22 0 0,0-1 0 0 0,0 1-1 0 0,0 0 1 0 0,0 0 0 0 0,1 1 0 0 0,-2-1 0 0 0,1 1 0 0 0,0-1 0 0 0,0 1-1 0 0,0 0 1 0 0,-1 0 0 0 0,1 0 0 0 0,-1 0 0 0 0,0 1 0 0 0,1-1-1 0 0,-1 0 1 0 0,3 6 0 0 0,-2-2 1 0 0,1 0 0 0 0,-1 0 0 0 0,0 1 0 0 0,0 0 0 0 0,-1-1 0 0 0,0 1 0 0 0,0 0 0 0 0,-1 0 0 0 0,0 0 0 0 0,0 0 0 0 0,0 0 0 0 0,-1 1 0 0 0,0-1 0 0 0,-1 0 0 0 0,1 0 0 0 0,-1 0 0 0 0,-1 0 0 0 0,1 0 0 0 0,-1 0 0 0 0,-1 0 0 0 0,-4 10 0 0 0,-3 3 0 0 0,-1 1 0 0 0,-1-2 0 0 0,0 1 0 0 0,-2-2 0 0 0,-20 23 0 0 0,-51 60 0 0 0,84-100 0 0 0,0 0 0 0 0,0 0 0 0 0,0 0 0 0 0,0 0 0 0 0,0 0 0 0 0,1 0 0 0 0,-1 1 0 0 0,0-1 0 0 0,1 0 0 0 0,-1 1 0 0 0,1-1 0 0 0,-1 0 0 0 0,1 1 0 0 0,0-1 0 0 0,-1 0 0 0 0,1 1 0 0 0,0-1 0 0 0,0 1 0 0 0,0-1 0 0 0,0 0 0 0 0,0 1 0 0 0,1-1 0 0 0,-1 1 0 0 0,0-1 0 0 0,1 0 0 0 0,-1 1 0 0 0,1-1 0 0 0,-1 0 0 0 0,1 0 0 0 0,1 3 0 0 0,0-2 0 0 0,-1 0 0 0 0,1-1 0 0 0,0 1 0 0 0,0-1 0 0 0,1 1 0 0 0,-1-1 0 0 0,0 1 0 0 0,0-1 0 0 0,1 0 0 0 0,-1 0 0 0 0,1 0 0 0 0,-1-1 0 0 0,1 1 0 0 0,-1 0 0 0 0,5-1 0 0 0,6 1 5 0 0,1 0-1 0 0,-1-1 1 0 0,0-1-1 0 0,19-3 1 0 0,52-15-117 0 0,-20 4-1861 0 0,-19 3-1819 0 0,-34 9-708 0 0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6:13.44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43 5068 0 0,'1'-2'416'0'0,"-1"1"1"0"0,1-1 0 0 0,-1 0-1 0 0,1 1 1 0 0,0-1-1 0 0,0 1 1 0 0,0-1 0 0 0,0 1-1 0 0,0 0 1 0 0,0-1 0 0 0,0 1-1 0 0,1 0 1 0 0,-1 0-1 0 0,0-1 1 0 0,1 1 0 0 0,-1 0-1 0 0,0 0 1 0 0,1 1 0 0 0,0-1-1 0 0,-1 0 1 0 0,1 0-1 0 0,2 0 1 0 0,3-2 530 0 0,0 0-1 0 0,1 1 0 0 0,-1 0 1 0 0,9-1-1 0 0,-10 3-930 0 0,1 0 0 0 0,0 0 0 0 0,-1 1 0 0 0,1-1 0 0 0,-1 1 0 0 0,1 1 0 0 0,-1-1 0 0 0,1 1 0 0 0,-1 0-1 0 0,0 1 1 0 0,0 0 0 0 0,0 0 0 0 0,0 0 0 0 0,0 0 0 0 0,-1 1 0 0 0,1 0 0 0 0,-1 0 0 0 0,9 10 0 0 0,-5-4-19 0 0,0 0 0 0 0,0 1 0 0 0,-1 0 1 0 0,-1 0-1 0 0,0 1 0 0 0,0 0 1 0 0,-1 1-1 0 0,5 16 0 0 0,-5-10 30 0 0,-1 0 0 0 0,0 1 1 0 0,1 24-1 0 0,-4-18-836 0 0,-1-1-1 0 0,-2 0 1 0 0,0 0 0 0 0,-7 34 0 0 0,1-26 61 0 0,-1 0 0 0 0,-2-1 0 0 0,-1 0 0 0 0,-2 0 0 0 0,-31 55 1 0 0,39-77 660 0 0,1-3 910 0 0,0-1 0 0 0,0 1 1 0 0,-9 10-1 0 0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6:13.82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36 9 4144 0 0,'-2'-9'598'0'0,"6"17"2569"0"0,10 19 4858 0 0,0-1-4135 0 0,55 97-4189 0 0,-68-121 434 0 0,24 42-356 0 0,-2 1 1 0 0,31 89-1 0 0,-44-104-667 0 0,-2 2 0 0 0,-1-1-1 0 0,-2 1 1 0 0,-1 0 0 0 0,0 53 0 0 0,-6-46-100 0 0,-1-1 1 0 0,-14 68 0 0 0,11-79 1053 0 0,-2-1 1 0 0,-1-1 0 0 0,0 0 0 0 0,-26 45-1 0 0,-78 95 445 0 0,55-85 3713 0 0,47-67-1199 0 0,6-5-2697 0 0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6:14.21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 21 5068 0 0,'-6'-20'12413'0'0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6:15.55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60 2304 0 0,'0'-7'-1147'0'0,"0"-4"3042"0"0,2-7 5242 0 0,7-3 1777 0 0,-6 19-8357 0 0,-3 2-557 0 0,0 0 0 0 0,1-1 0 0 0,-1 1 0 0 0,1 0 0 0 0,-1 0 0 0 0,0 0 0 0 0,1 0 0 0 0,-1 0 0 0 0,0 0 0 0 0,1 0 0 0 0,-1 1 0 0 0,0-1 0 0 0,1 0 0 0 0,-1 0 0 0 0,1 0 0 0 0,-1 0 0 0 0,0 0 0 0 0,1 0 0 0 0,-1 1 0 0 0,0-1 0 0 0,0 0 0 0 0,1 0 0 0 0,-1 0 0 0 0,0 1 0 0 0,1-1 0 0 0,-1 0 0 0 0,0 1 0 0 0,0-1 0 0 0,1 0 0 0 0,-1 0 0 0 0,0 1 0 0 0,0-1 0 0 0,0 0 0 0 0,0 1 0 0 0,0-1 0 0 0,1 1 0 0 0,5 14 0 0 0,-1 9 0 0 0,0 0 0 0 0,-2 0 0 0 0,-1 0 0 0 0,-1 38 0 0 0,-15 99 0 0 0,2-27 0 0 0,5-53-730 0 0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6:15.72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1 186 5296 0 0,'1'-2'478'0'0,"0"1"0"0"0,0 0 0 0 0,1-1 0 0 0,-1 1 0 0 0,0 0 0 0 0,1 0 0 0 0,-1 0 0 0 0,1 0 0 0 0,-1 0 0 0 0,1 0 0 0 0,0 0 0 0 0,-1 1 0 0 0,4-2 0 0 0,26-4 5829 0 0,-13 4-6177 0 0,310-83 1219 0 0,-102 24-2125 0 0,-164 49-2568 0 0,-37 8-516 0 0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6:15.89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41 3456 0 0,'7'-3'3339'0'0,"11"-1"2744"0"0,-6 2-5675 0 0,7-1 2935 0 0,6-2-2667 0 0,9-2 1679 0 0,4 2-2355 0 0,-1 0 0 0 0,4 2 0 0 0,-5 1 0 0 0,-2 0 0 0 0,-3 2-2601 0 0,-4 2-581 0 0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6:16.43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102 1 2764 0 0,'-14'27'17539'0'0,"13"-24"-18182"0"0,-8 24 643 0 0,1 0 0 0 0,-6 35 0 0 0,-9 35 0 0 0,22-97-12 0 0,1 1 1 0 0,0-1-1 0 0,0 0 0 0 0,0 1 1 0 0,0-1-1 0 0,-1 1 0 0 0,1-1 0 0 0,0 0 1 0 0,0 1-1 0 0,0-1 0 0 0,0 1 0 0 0,0-1 1 0 0,0 1-1 0 0,0-1 0 0 0,0 1 1 0 0,0-1-1 0 0,0 0 0 0 0,0 1 0 0 0,1-1 1 0 0,-1 1-1 0 0,0-1 0 0 0,0 0 0 0 0,0 1 1 0 0,0-1-1 0 0,1 1 0 0 0,-1-1 1 0 0,1 1-1 0 0,-1-1 12 0 0,1 0 0 0 0,-1 0 0 0 0,1 1 1 0 0,0-1-1 0 0,-1 0 0 0 0,1 0 0 0 0,0 0 1 0 0,-1 0-1 0 0,1 0 0 0 0,0 0 0 0 0,-1 0 0 0 0,1 0 1 0 0,0 0-1 0 0,-1 0 0 0 0,1-1 0 0 0,0 1 0 0 0,33-15 323 0 0,-24 10-321 0 0,-3 2-319 0 0,0 1 0 0 0,0 0-1 0 0,1 0 1 0 0,-1 0 0 0 0,1 1-1 0 0,-1 0 1 0 0,1 1 0 0 0,0 0-1 0 0,-1 0 1 0 0,1 0 0 0 0,-1 1 0 0 0,1 1-1 0 0,13 3 1 0 0,-18-4 174 0 0,1 0-1 0 0,-1 0 1 0 0,1 1 0 0 0,-1-1-1 0 0,0 1 1 0 0,1 0 0 0 0,-1 0 0 0 0,0 0-1 0 0,0 0 1 0 0,-1 1 0 0 0,1-1-1 0 0,0 1 1 0 0,-1-1 0 0 0,1 1-1 0 0,-1 0 1 0 0,0 0 0 0 0,0 0-1 0 0,0 1 1 0 0,-1-1 0 0 0,1 0 0 0 0,-1 1-1 0 0,0-1 1 0 0,0 1 0 0 0,0-1-1 0 0,0 1 1 0 0,0 0 0 0 0,-1-1-1 0 0,1 1 1 0 0,-1 0 0 0 0,-1 5 0 0 0,1-5 140 0 0,-1 0 0 0 0,0 1 1 0 0,0-1-1 0 0,0 0 0 0 0,0 0 1 0 0,-1 0-1 0 0,1 0 0 0 0,-1 0 1 0 0,0 0-1 0 0,0 0 0 0 0,-5 6 1 0 0,2-4-8 0 0,0-1 0 0 0,-1 1 0 0 0,1-1 0 0 0,-1 0 0 0 0,0 0 0 0 0,-8 4 0 0 0,1-1-5 0 0,0-2 0 0 0,0 1 1 0 0,-1-2-1 0 0,0 0 1 0 0,0 0-1 0 0,-22 3 1 0 0,31-6 5 0 0,0-1 1 0 0,0 0 0 0 0,-1-1 0 0 0,1 1 0 0 0,0-1 0 0 0,-1 0 0 0 0,1-1-1 0 0,-1 1 1 0 0,1-1 0 0 0,0 0 0 0 0,0 0 0 0 0,-8-3 0 0 0,4-2-122 0 0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6:16.60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1 103 4836 0 0,'20'-15'9628'0'0,"18"-2"-5627"0"0,-27 13-3305 0 0,28-12-424 0 0,67-17-1 0 0,-81 27-280 0 0,-1 2 0 0 0,1 0 1 0 0,0 2-1 0 0,29 1 0 0 0,-30 3-340 0 0,-3 2-1398 0 0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6:16.92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25 86 2764 0 0,'-24'34'15990'0'0,"25"-34"-15734"0"0,2 2-191 0 0,0-1 0 0 0,-1 1-1 0 0,1-1 1 0 0,0 0 0 0 0,0 1 0 0 0,0-1 0 0 0,0-1 0 0 0,0 1 0 0 0,1 0 0 0 0,3-1 0 0 0,35 0-186 0 0,-29 0 178 0 0,55-4-1075 0 0,92-18-1 0 0,66-25-2825 0 0,13-4 1585 0 0,-237 51 2261 0 0,10-2 277 0 0,0 0 0 0 0,0 0 0 0 0,0 1 0 0 0,0 1 0 0 0,0 0 0 0 0,16 2 0 0 0,-20 2-653 0 0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6:17.42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57 1 5296 0 0,'-8'8'14364'0'0,"-10"181"-14364"0"0,10-77 0 0 0,-2-41 0 0 0,5-37 0 0 0,-2 51 0 0 0,9-72 50 0 0,-2-13-63 0 0,0 0 0 0 0,0 1 0 0 0,0-1-1 0 0,1 0 1 0 0,-1 0 0 0 0,0 0 0 0 0,0 1 0 0 0,0-1-1 0 0,1 0 1 0 0,-1 0 0 0 0,0 0 0 0 0,0 0 0 0 0,0 0 0 0 0,1 0-1 0 0,-1 0 1 0 0,0 0 0 0 0,0 0 0 0 0,1 1 0 0 0,-1-1-1 0 0,0 0 1 0 0,0 0 0 0 0,1 0 0 0 0,-1 0 0 0 0,0 0-1 0 0,0-1 1 0 0,1 1 0 0 0,-1 0 0 0 0,0 0 0 0 0,0 0-1 0 0,1 0 1 0 0,-1 0 0 0 0,0 0 0 0 0,0 0 0 0 0,1 0 0 0 0,-1 0-1 0 0,0-1 1 0 0,0 1 0 0 0,0 0 0 0 0,1 0 0 0 0,-1 0-1 0 0,0 0 1 0 0,0-1 0 0 0,0 1 0 0 0,0 0 0 0 0,1 0-1 0 0,-1-1 1 0 0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6:17.60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0 166 5760 0 0,'1'-1'430'0'0,"-1"0"0"0"0,1 0-1 0 0,0 0 1 0 0,-1 0 0 0 0,5-5 2150 0 0,-4 5-2150 0 0,0 0 0 0 0,1 0 0 0 0,-1 0-1 0 0,0 1 1 0 0,0-1 0 0 0,0 1 0 0 0,0-1 0 0 0,2 0 0 0 0,31-13 7021 0 0,-24 10-9600 0 0,49-18 2148 0 0,67-15 0 0 0,64-6-1730 0 0,-153 35 927 0 0,50-8-1121 0 0,-29 12-3279 0 0,-34 5 111 0 0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6:17.84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11 2992 0 0,'8'-2'7755'0'0,"-7"2"-7299"0"0,12 3 4436 0 0,-4-1-2614 0 0,26 2-1792 0 0,1-2 0 0 0,36-2 0 0 0,72-12-1048 0 0,-94 7 65 0 0,-32 3-285 0 0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6:18.71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228 61 2072 0 0,'1'-2'724'0'0,"0"0"1"0"0,-1 0-1 0 0,1 0 1 0 0,-1 0-1 0 0,1 0 1 0 0,-1 0-1 0 0,0 0 1 0 0,0 0-1 0 0,0 0 1 0 0,0 0-1 0 0,0 0 1 0 0,-1 0-1 0 0,1 0 1 0 0,0 0-1 0 0,-1 0 1 0 0,0 0-1 0 0,1 0 1 0 0,-1 0-1 0 0,-1-2 1 0 0,1 2-333 0 0,0 1 1 0 0,0 0 0 0 0,0-1-1 0 0,0 1 1 0 0,0 0-1 0 0,0 0 1 0 0,0 0 0 0 0,-1 0-1 0 0,1 0 1 0 0,-3-2 0 0 0,3 2-470 0 0,0 1 1 0 0,0-1 0 0 0,0 1 0 0 0,0 0-1 0 0,0-1 1 0 0,-1 1 0 0 0,1 0-1 0 0,0 0 1 0 0,0 0 0 0 0,0 0 0 0 0,0 0-1 0 0,-1 0 1 0 0,1 0 0 0 0,0 0-1 0 0,-2 1 1 0 0,-3 1 76 0 0,1 0 0 0 0,0 0 0 0 0,0 1 0 0 0,0 0 0 0 0,0 0 0 0 0,0 0 0 0 0,1 1 0 0 0,0 0 0 0 0,-1 0 0 0 0,2 0 0 0 0,-1 0 0 0 0,-5 7 0 0 0,0 2 0 0 0,0 1 0 0 0,0 0 0 0 0,-6 17 0 0 0,6-10 0 0 0,0 0 0 0 0,2 0 0 0 0,1 1 0 0 0,-7 42 0 0 0,11-53 0 0 0,1-1 0 0 0,1 1 0 0 0,-1 0 0 0 0,2 0 0 0 0,-1 0 0 0 0,2 0 0 0 0,-1-1 0 0 0,2 1 0 0 0,-1-1 0 0 0,1 1 0 0 0,1-1 0 0 0,6 13 0 0 0,-8-19-3 0 0,0-1 0 0 0,0 0 0 0 0,0 0 0 0 0,1 0 0 0 0,-1 0 0 0 0,1 0 0 0 0,-1-1 0 0 0,1 1 0 0 0,0-1 0 0 0,0 0 0 0 0,0 0 0 0 0,0 0-1 0 0,1 0 1 0 0,-1 0 0 0 0,1-1 0 0 0,-1 1 0 0 0,4 0 0 0 0,-1-1 13 0 0,-1 0-1 0 0,1 0 0 0 0,-1-1 1 0 0,1 0-1 0 0,-1 0 0 0 0,1 0 1 0 0,0-1-1 0 0,-1 0 0 0 0,0 0 1 0 0,10-3-1 0 0,-6 1-213 0 0,-1 0 1 0 0,0 0 0 0 0,0-1-1 0 0,0 0 1 0 0,-1-1-1 0 0,1 0 1 0 0,-1 0-1 0 0,0 0 1 0 0,0-1-1 0 0,-1 0 1 0 0,0-1-1 0 0,0 1 1 0 0,0-1 0 0 0,6-12-1 0 0,-10 18 272 0 0,-1-1 1 0 0,0-1-1 0 0,0 1 0 0 0,0 0 1 0 0,0 0-1 0 0,0 0 0 0 0,-1 0 0 0 0,1-1 1 0 0,-1 1-1 0 0,1 0 0 0 0,-1-1 0 0 0,0 1 1 0 0,0 0-1 0 0,0-1 0 0 0,0 1 1 0 0,-1 0-1 0 0,1-1 0 0 0,0 1 0 0 0,-1 0 1 0 0,0 0-1 0 0,1-1 0 0 0,-1 1 0 0 0,0 0 1 0 0,0 0-1 0 0,0 0 0 0 0,-1 0 1 0 0,1 0-1 0 0,0 0 0 0 0,-1 0 0 0 0,1 1 1 0 0,-1-1-1 0 0,0 0 0 0 0,1 1 0 0 0,-1-1 1 0 0,0 1-1 0 0,0 0 0 0 0,0 0 1 0 0,0-1-1 0 0,0 1 0 0 0,0 1 0 0 0,0-1 1 0 0,-1 0-1 0 0,-3-1 0 0 0,-5 0-378 0 0,0 0-1 0 0,0 1 0 0 0,0 0 1 0 0,0 0-1 0 0,-1 1 1 0 0,1 1-1 0 0,0 0 0 0 0,0 0 1 0 0,-14 5-1 0 0,6-2-1292 0 0,1 2-1 0 0,0 0 1 0 0,0 2-1 0 0,-28 14 0 0 0,25-8-2164 0 0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6:19.13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1 102 6448 0 0,'12'-14'6560'0'0,"-10"13"-5740"0"0,0-1 0 0 0,0 1 0 0 0,0 0 1 0 0,4-2-1 0 0,31-11 2246 0 0,-14 6-3581 0 0,127-48 515 0 0,-140 55-3070 0 0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6:19.27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10 6192 0 0,'6'3'1188'0'0,"1"-1"1"0"0,-1 0 0 0 0,1 0 0 0 0,-1-1-1 0 0,1 0 1 0 0,0 0 0 0 0,11 0 0 0 0,49-4 2805 0 0,-60 3-4030 0 0,129-18 36 0 0,-130 17 0 0 0,-5 1 0 0 0,0 0 0 0 0,-1 0 0 0 0,0 0 0 0 0,1 0 0 0 0,-1 0 0 0 0,1-1 0 0 0,-1 1 0 0 0,1 0 0 0 0,-1 0 0 0 0,0 0 0 0 0,1 0 0 0 0,-1 0 0 0 0,1 0 0 0 0,-1 0 0 0 0,1 0 0 0 0,-1 1 0 0 0,0-1 0 0 0,1 0 0 0 0,-1 0 0 0 0,1 0 0 0 0,-1 0 0 0 0,1 0 0 0 0,-1 1 0 0 0,0-1 0 0 0,1 0 0 0 0,-1 0 0 0 0,0 1 0 0 0,1-1 0 0 0,-2 5 0 0 0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7:06.18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52 18 2304 0 0,'13'-17'17081'0'0,"-11"20"-16806"0"0,-1 1-275 0 0,0 0 0 0 0,0-1 0 0 0,-1 1 0 0 0,1 0 0 0 0,-1 0 0 0 0,0 0 0 0 0,0 0 0 0 0,-1 4 0 0 0,-7 39 0 0 0,-48 144 0 0 0,55-183 0 0 0,-1 0 0 0 0,1 0 0 0 0,-1 14 0 0 0,2-18 0 0 0,0 0 0 0 0,1-1 0 0 0,-1 1 0 0 0,1-1 0 0 0,-1 1 0 0 0,1-1 0 0 0,0 0 0 0 0,0 1 0 0 0,1-1 0 0 0,2 7 0 0 0,-3-10 0 0 0,-1 1 0 0 0,1 0 0 0 0,0-1-1 0 0,-1 1 1 0 0,1 0 0 0 0,0-1 0 0 0,0 1 0 0 0,-1-1-1 0 0,1 1 1 0 0,0-1 0 0 0,0 0 0 0 0,0 1 0 0 0,0-1-1 0 0,-1 0 1 0 0,1 1 0 0 0,0-1 0 0 0,0 0 0 0 0,0 0-1 0 0,0 0 1 0 0,0 0 0 0 0,0 0 0 0 0,0 0 0 0 0,0 0 0 0 0,-1 0-1 0 0,1 0 1 0 0,0 0 0 0 0,0-1 0 0 0,0 1 0 0 0,0 0-1 0 0,0-1 1 0 0,0 1 0 0 0,-1-1 0 0 0,2 0 0 0 0,3-3 6 0 0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7:06.38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0 188 228 0 0,'1'-2'385'0'0,"-1"0"0"0"0,1 0 0 0 0,0 0 0 0 0,0 0 0 0 0,0 0 0 0 0,0 0 0 0 0,0 0 0 0 0,0 1 0 0 0,0-1 0 0 0,1 0 0 0 0,-1 1 0 0 0,0-1 0 0 0,1 1 0 0 0,0 0 0 0 0,-1-1 0 0 0,4-1 0 0 0,3-1 2998 0 0,0 0 1 0 0,15-6 0 0 0,-7 4-1448 0 0,199-78-1015 0 0,-176 71-1095 0 0,1 2-1 0 0,1 2 1 0 0,64-6-1 0 0,-98 15 143 0 0,-1-1-1 0 0,1 1 1 0 0,-1 1 0 0 0,1-1-1 0 0,-1 1 1 0 0,8 2-1 0 0,-5 1-3683 0 0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7:06.56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67 228 0 0,'10'-6'20695'0'0,"24"-7"-23219"0"0,-20 9 3785 0 0,22-7-1261 0 0,0 2 0 0 0,59-7 0 0 0,-67 13 0 0 0,-14 0-123 0 0,1 2 1 0 0,-1 0-1 0 0,1 1 0 0 0,26 3 0 0 0,-21 2-2947 0 0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7:07.37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1 448 3224 0 0,'17'-10'13971'0'0,"-10"4"-13563"0"0,0 0 0 0 0,0-1 0 0 0,-1 1 0 0 0,0-2 0 0 0,7-9 0 0 0,9-10-391 0 0,-1 1-17 0 0,0-1 0 0 0,27-48 0 0 0,24-63 0 0 0,-51 95 0 0 0,-12 24 0 0 0,7-14 0 0 0,-23 49-23 0 0,0 0-1 0 0,0 0 0 0 0,2 0 1 0 0,0 1-1 0 0,-3 19 1 0 0,1-6-449 0 0,-4 11-1793 0 0,2 2 0 0 0,-5 79 0 0 0,14-105 1744 0 0,0 0 1 0 0,2 0 0 0 0,4 19-1 0 0,-3-15-3121 0 0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7:07.85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91 95 4144 0 0,'-4'-9'386'0'0,"1"2"1431"0"0,1 0 0 0 0,-1 0-1 0 0,1 0 1 0 0,1 0-1 0 0,-2-8 1 0 0,3 14-1528 0 0,0-1 0 0 0,0 1 0 0 0,0 0 0 0 0,0-1 0 0 0,0 1 0 0 0,0 0 0 0 0,1-1 0 0 0,-1 1 0 0 0,0 0 0 0 0,1-1 0 0 0,-1 1 0 0 0,1 0 0 0 0,-1 0 0 0 0,1-1 0 0 0,0 1 0 0 0,0 0 0 0 0,1-2 0 0 0,-1 2-364 0 0,0 0 1 0 0,0 0-1 0 0,1 1 0 0 0,-1-1 0 0 0,0 0 1 0 0,1 0-1 0 0,-1 1 0 0 0,0-1 0 0 0,1 1 1 0 0,-1 0-1 0 0,1-1 0 0 0,1 1 0 0 0,4-1 75 0 0,1 0 0 0 0,-1 0 0 0 0,0 1 0 0 0,0 0 0 0 0,1 1 0 0 0,-1-1 0 0 0,0 2 0 0 0,14 3 0 0 0,-19-5 0 0 0,1 1 0 0 0,-1 0 0 0 0,0 0 0 0 0,0 0 0 0 0,0 0 0 0 0,0 1 0 0 0,0-1 0 0 0,0 1 0 0 0,0-1 0 0 0,0 1 0 0 0,0 0 0 0 0,0 0 0 0 0,-1-1 0 0 0,1 1 0 0 0,-1 0 0 0 0,0 0 0 0 0,1 1 0 0 0,-1-1 0 0 0,0 0 0 0 0,0 0 0 0 0,0 1 0 0 0,-1-1 0 0 0,1 0 0 0 0,-1 1 0 0 0,1-1 0 0 0,-1 1 0 0 0,0-1 0 0 0,0 1 0 0 0,0 4 0 0 0,-1 0 0 0 0,0 0 0 0 0,0 1 0 0 0,-1-1 0 0 0,0 0 0 0 0,-1 0 0 0 0,1 0 0 0 0,-1 0 0 0 0,-1 0 0 0 0,-6 10 0 0 0,-6 6 0 0 0,-23 26 0 0 0,22-29 0 0 0,-27 28 0 0 0,25-28 0 0 0,-26 34 0 0 0,44-52 0 0 0,0-1 0 0 0,0 1 0 0 0,0-1 0 0 0,0 1 0 0 0,0-1 0 0 0,1 1 0 0 0,-1-1 0 0 0,0 1 0 0 0,1 0 0 0 0,-1-1 0 0 0,1 1 0 0 0,0 0 0 0 0,0-1 0 0 0,-1 1 0 0 0,1 0 0 0 0,0 0 0 0 0,1 2 0 0 0,-1-3 0 0 0,1 0 0 0 0,-1 0 0 0 0,1 0 0 0 0,0 0 0 0 0,-1 0 0 0 0,1 0 0 0 0,0 0 0 0 0,0 0 0 0 0,0 0 0 0 0,0 0 0 0 0,0 0 0 0 0,-1-1 0 0 0,1 1 0 0 0,1 0 0 0 0,-1-1 0 0 0,0 1 0 0 0,0-1 0 0 0,0 1 0 0 0,0-1 0 0 0,0 0 0 0 0,0 1 0 0 0,1-1 0 0 0,-1 0 0 0 0,0 0 0 0 0,2 0 0 0 0,9 1 6 0 0,0 0 0 0 0,0-1 1 0 0,0 0-1 0 0,0-1 0 0 0,13-3 0 0 0,59-16-688 0 0,-19 0 148 0 0,-17 5-1441 0 0,0 2-3414 0 0,-34 10 696 0 0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7:08.41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7 141 3684 0 0,'-1'-3'-253'0'0,"-3"-15"2657"0"0,3 16-1623 0 0,1 0-1 0 0,0 0 0 0 0,0 0 1 0 0,0 0-1 0 0,0-1 0 0 0,0 1 1 0 0,0 0-1 0 0,1 0 0 0 0,-1 0 1 0 0,0 0-1 0 0,1 0 1 0 0,0 0-1 0 0,0 0 0 0 0,-1 0 1 0 0,1 0-1 0 0,3-4 0 0 0,0 0-729 0 0,1 0 0 0 0,0 0-1 0 0,0 1 1 0 0,0-1 0 0 0,1 1-1 0 0,0 0 1 0 0,0 1 0 0 0,0 0-1 0 0,1-1 1 0 0,0 2 0 0 0,12-6-1 0 0,-12 6-54 0 0,1 0-1 0 0,0 0 1 0 0,0 1-1 0 0,0 0 1 0 0,0 1-1 0 0,0 0 1 0 0,1 0 0 0 0,-1 0-1 0 0,0 1 1 0 0,15 2-1 0 0,-21-2 5 0 0,-1 0 0 0 0,1 1 0 0 0,0-1 0 0 0,0 1 0 0 0,0-1 0 0 0,-1 1 0 0 0,1 0 0 0 0,0-1 0 0 0,-1 1 0 0 0,1 0 0 0 0,-1 0 0 0 0,1 0 0 0 0,-1 1 0 0 0,1-1 0 0 0,-1 0 0 0 0,0 0 0 0 0,1 1 0 0 0,-1-1 0 0 0,0 1 0 0 0,0-1 0 0 0,1 3 0 0 0,-1-2 0 0 0,0 1 0 0 0,-1 0 0 0 0,1-1 0 0 0,-1 1 0 0 0,1 0 0 0 0,-1-1 0 0 0,0 1 0 0 0,0 0 0 0 0,0-1 0 0 0,-1 1 0 0 0,1 0 0 0 0,-2 5 0 0 0,-1 2 0 0 0,-1 0 0 0 0,0 0 0 0 0,-1 0 0 0 0,0 0 0 0 0,-12 18 0 0 0,-25 20 0 0 0,30-35 0 0 0,0 1 0 0 0,-15 23 0 0 0,27-37 0 0 0,-1 0 0 0 0,1 1 0 0 0,0-1 0 0 0,-1 1 0 0 0,1-1 0 0 0,0 1 0 0 0,-1-1 0 0 0,1 1 0 0 0,0-1 0 0 0,0 1 0 0 0,0-1 0 0 0,-1 1 0 0 0,1 0 0 0 0,0-1 0 0 0,0 1 0 0 0,0-1 0 0 0,0 1 0 0 0,0-1 0 0 0,0 1 0 0 0,0 0 0 0 0,0-1 0 0 0,0 1 0 0 0,0-1 0 0 0,0 1 0 0 0,1-1 0 0 0,-1 1 0 0 0,0 0 0 0 0,0-1 0 0 0,1 1 0 0 0,-1-1 0 0 0,0 1 0 0 0,1-1 0 0 0,-1 0 0 0 0,0 1 0 0 0,1-1 0 0 0,-1 1 0 0 0,0-1 0 0 0,1 1 0 0 0,-1-1 0 0 0,1 0 0 0 0,-1 1 0 0 0,1-1 0 0 0,-1 0 0 0 0,1 0 0 0 0,-1 1 0 0 0,1-1 0 0 0,-1 0 0 0 0,1 0 0 0 0,1 0 0 0 0,3 2 0 0 0,0-2 0 0 0,1 1 0 0 0,-1-1 0 0 0,8 0 0 0 0,-4 0 0 0 0,19 1 13 0 0,-15-1-254 0 0,0 0 0 0 0,1 1 1 0 0,18 4-1 0 0,-18-2-524 0 0,-1 1 1 0 0,1 1-1 0 0,22 10 0 0 0,-33-13 516 0 0,1-1 1 0 0,-1 1-1 0 0,0 0 1 0 0,0 1-1 0 0,0-1 1 0 0,0 0-1 0 0,0 1 0 0 0,0 0 1 0 0,-1-1-1 0 0,1 1 1 0 0,-1 0-1 0 0,0 1 1 0 0,0-1-1 0 0,0 0 0 0 0,0 1 1 0 0,0-1-1 0 0,-1 1 1 0 0,0-1-1 0 0,2 6 1 0 0,-3-6 248 0 0,0 0 0 0 0,1 0 0 0 0,-1 0 0 0 0,0 0 1 0 0,-1 0-1 0 0,1 0 0 0 0,0 0 0 0 0,-1-1 0 0 0,0 1 1 0 0,0 0-1 0 0,1 0 0 0 0,-2 0 0 0 0,1 0 0 0 0,-2 2 0 0 0,0 0 0 0 0,0-1-1 0 0,0 1 0 0 0,0-1 0 0 0,-1 0 0 0 0,0-1 0 0 0,0 1 0 0 0,-6 4 0 0 0,2-2 7 0 0,-1-1 0 0 0,0 0 0 0 0,1 0 0 0 0,-2-1 0 0 0,1 0 0 0 0,0-1 0 0 0,-1 0 0 0 0,-10 2 0 0 0,14-4 22 0 0,0-1 0 0 0,0 1 0 0 0,0-1 0 0 0,0 0-1 0 0,0-1 1 0 0,0 0 0 0 0,1 1 0 0 0,-1-2 0 0 0,0 1 0 0 0,-10-5 0 0 0,5 2-13 0 0,1-2 1 0 0,0 1-1 0 0,1-1 0 0 0,-16-13 1 0 0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7:09.35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85 67 2072 0 0,'6'-18'12034'0'0,"-6"13"-11031"0"0,0-11 4747 0 0,-1 7-6949 0 0,1 8 1199 0 0,0 1 0 0 0,0-1 0 0 0,0 0 0 0 0,0 0 0 0 0,-1 0 0 0 0,1 0 0 0 0,0 0 0 0 0,0 0 0 0 0,-1 1 0 0 0,1-1 0 0 0,-1 0 0 0 0,1 0 0 0 0,-1 0 0 0 0,1 1 0 0 0,-1-1 0 0 0,1 0 0 0 0,-1 1 0 0 0,1-1 0 0 0,-1 0 0 0 0,0 1 0 0 0,0-1 0 0 0,1 1 0 0 0,-2-1 0 0 0,1 1 0 0 0,1 0 0 0 0,-1 0 0 0 0,1 0 0 0 0,-1 0 0 0 0,0 0 0 0 0,1 0 0 0 0,-1 0 0 0 0,1 0 0 0 0,-1 1 0 0 0,1-1 0 0 0,-1 0 0 0 0,1 0 0 0 0,0 1 0 0 0,-1-1 0 0 0,1 0 0 0 0,-1 1 0 0 0,1-1 0 0 0,-1 0 0 0 0,1 1 0 0 0,0-1 0 0 0,-1 1 0 0 0,1-1 0 0 0,0 1 0 0 0,0-1 0 0 0,-1 1 0 0 0,1-1 0 0 0,0 1 0 0 0,0-1 0 0 0,0 1 0 0 0,-1-1 0 0 0,1 1 0 0 0,0-1 0 0 0,0 1 0 0 0,0-1 0 0 0,0 1 0 0 0,0-1 0 0 0,0 1 0 0 0,0 0 0 0 0,0 0 0 0 0,0 1 0 0 0,0-1 0 0 0,-1 0 0 0 0,1 1 0 0 0,0-1 0 0 0,1 0 0 0 0,-1 1 0 0 0,0-1 0 0 0,0 0 0 0 0,0 1 0 0 0,1-1 0 0 0,-1 0 0 0 0,1 0 0 0 0,-1 1 0 0 0,1-1 0 0 0,-1 0 0 0 0,1 0 0 0 0,0 0 0 0 0,0 0 0 0 0,1 2 0 0 0,0-1 0 0 0,0-1 0 0 0,0 1 0 0 0,0-1 0 0 0,0 0 0 0 0,0 0 0 0 0,0 0 0 0 0,0 0 0 0 0,0 0 0 0 0,1 0 0 0 0,2 0 0 0 0,-5-1 21 0 0,0 0 1 0 0,1 0-1 0 0,-1 0 0 0 0,0 0 1 0 0,0 0-1 0 0,1 0 0 0 0,-1 0 0 0 0,0 0 1 0 0,0 0-1 0 0,1 0 0 0 0,-1 0 1 0 0,0 0-1 0 0,0 0 0 0 0,1 0 0 0 0,-1 0 1 0 0,0 0-1 0 0,0-1 0 0 0,1 1 1 0 0,-1 0-1 0 0,0 0 0 0 0,0 0 0 0 0,0 0 1 0 0,1-1-1 0 0,-1 1 0 0 0,0 0 1 0 0,0 0-1 0 0,0 0 0 0 0,0-1 0 0 0,0 1 1 0 0,1 0-1 0 0,-1 0 0 0 0,0-1 1 0 0,0 1-1 0 0,0 0 0 0 0,0-1 0 0 0,-3-2-1307 0 0,-18 6-7181 0 0,18-2 8384 0 0,0 0 0 0 0,0 1 0 0 0,1-1 0 0 0,-1 1-1 0 0,0-1 1 0 0,1 1 0 0 0,-1 0 0 0 0,1 0 0 0 0,0 0-1 0 0,-1 0 1 0 0,1 0 0 0 0,0 0 0 0 0,0 1-1 0 0,1-1 1 0 0,-1 1 0 0 0,0-1 0 0 0,-1 4 0 0 0,-4 14 215 0 0,1 0 1 0 0,1 0 0 0 0,0 0 0 0 0,-2 30-1 0 0,4-28-65 0 0,0-11-27 0 0,2 1 1 0 0,-1-1-1 0 0,2 0 0 0 0,-1 0 0 0 0,2 0 0 0 0,-1 1 0 0 0,4 13 1 0 0,-4-24-41 0 0,1 0 0 0 0,-1 0 1 0 0,1-1-1 0 0,-1 1 1 0 0,1 0-1 0 0,-1-1 0 0 0,1 1 1 0 0,0 0-1 0 0,-1-1 1 0 0,1 1-1 0 0,0-1 0 0 0,0 1 1 0 0,-1-1-1 0 0,1 1 1 0 0,0-1-1 0 0,0 1 0 0 0,0-1 1 0 0,-1 0-1 0 0,1 0 1 0 0,0 1-1 0 0,0-1 0 0 0,0 0 1 0 0,0 0-1 0 0,0 0 1 0 0,0 0-1 0 0,-1 0 0 0 0,1 0 1 0 0,0 0-1 0 0,0 0 1 0 0,0 0-1 0 0,0 0 0 0 0,0-1 1 0 0,1 0-1 0 0,6-1 6 0 0,0 0 0 0 0,13-6 0 0 0,-15 5-5 0 0,34-14-111 0 0,112-40-740 0 0,-145 54 883 0 0,1-1 0 0 0,-1 1 1 0 0,0-1-1 0 0,0-1 0 0 0,0 1 1 0 0,0-1-1 0 0,-1-1 0 0 0,0 1 0 0 0,0-1 1 0 0,-1 0-1 0 0,6-7 0 0 0,7-4 5042 0 0,-22 27-3428 0 0,1 0-1889 0 0,-19 43-2230 0 0,-16 62 0 0 0,21-61 2638 0 0,9-30-219 0 0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7:10.16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22 65 2532 0 0,'6'-12'1495'0'0,"14"-40"14138"0"0,-39 81-15633 0 0,14-19 0 0 0,1 1 0 0 0,0-1 0 0 0,0 1 0 0 0,1 0 0 0 0,0 0 0 0 0,1 1 0 0 0,0-1 0 0 0,1 0 0 0 0,0 19 0 0 0,1-29 0 0 0,0 0 0 0 0,0 0 0 0 0,0 0 0 0 0,0 0 0 0 0,1 0 0 0 0,-1 0 0 0 0,0 0 0 0 0,0 0 0 0 0,1 0 0 0 0,-1 0 0 0 0,0-1 0 0 0,1 1 0 0 0,-1 0 0 0 0,1 0 0 0 0,-1 0 0 0 0,1-1 0 0 0,0 1 0 0 0,-1 0 0 0 0,1 0 0 0 0,0-1 0 0 0,-1 1 0 0 0,1-1 0 0 0,0 1 0 0 0,0 0 0 0 0,0-1 0 0 0,-1 0 0 0 0,1 1 0 0 0,0-1 0 0 0,0 1 0 0 0,0-1 0 0 0,0 0 0 0 0,0 0 0 0 0,0 0 0 0 0,0 1 0 0 0,0-1 0 0 0,0 0 0 0 0,0 0 0 0 0,0 0 0 0 0,1-1 0 0 0,4 0 0 0 0,1 0 0 0 0,-1-1 0 0 0,0 0 0 0 0,12-5 0 0 0,-2 1 0 0 0,5-1 16 0 0,0 1 0 0 0,0 1-1 0 0,1 1 1 0 0,22-1 0 0 0,-37 4-66 0 0,0 1 1 0 0,-1 1-1 0 0,1-1 1 0 0,0 1-1 0 0,-1 1 0 0 0,1-1 1 0 0,9 4-1 0 0,-12-3-76 0 0,0 0 0 0 0,0 0 0 0 0,0 0-1 0 0,0 1 1 0 0,-1-1 0 0 0,0 1 0 0 0,1 0 0 0 0,-1 0-1 0 0,0 0 1 0 0,0 0 0 0 0,0 0 0 0 0,4 8 0 0 0,-5-7-228 0 0,0 0 1 0 0,0 0 0 0 0,0 0 0 0 0,0 0-1 0 0,-1 0 1 0 0,0 1 0 0 0,0-1 0 0 0,0 0-1 0 0,0 1 1 0 0,-1-1 0 0 0,0 1 0 0 0,0 7-1 0 0,-1-5 166 0 0,0-1 0 0 0,0 0 0 0 0,-1 0-1 0 0,0 0 1 0 0,0 0 0 0 0,0 0-1 0 0,-1 0 1 0 0,-4 7 0 0 0,0-2 187 0 0,-1-1 0 0 0,-1 0 0 0 0,1 0 0 0 0,-1 0 0 0 0,-1-1 0 0 0,0 0 0 0 0,0-1 0 0 0,-13 8 0 0 0,7-7 15 0 0,0 0 1 0 0,-1 0-1 0 0,0-2 0 0 0,-1 0 0 0 0,-27 7 1 0 0,43-14-70 0 0,1 0 1 0 0,-1 0-1 0 0,0 0 1 0 0,0 0 0 0 0,0 0-1 0 0,0 0 1 0 0,0 0-1 0 0,1-1 1 0 0,-1 1 0 0 0,0-1-1 0 0,0 1 1 0 0,1-1-1 0 0,-1 0 1 0 0,0 1 0 0 0,1-1-1 0 0,-1 0 1 0 0,0 0-1 0 0,1 0 1 0 0,0-1 0 0 0,-1 1-1 0 0,1 0 1 0 0,0 0-1 0 0,-1-1 1 0 0,1 1 0 0 0,0-1-1 0 0,0 1 1 0 0,0-1-1 0 0,0 0 1 0 0,-1-2 0 0 0,0-7-2919 0 0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7:10.33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0 162 5296 0 0,'12'-14'3207'0'0,"-5"6"-2923"0"0,1-1-228 0 0,-1 3 1878 0 0,3-1 915 0 0,-3 2-2457 0 0,8-2 2999 0 0,9-5-2919 0 0,10-5 1307 0 0,7 0-1779 0 0,3 0 0 0 0,1 2 0 0 0,-5 4 0 0 0,1 3-300 0 0,-3 3-93 0 0,-1 3-363 0 0,-5 0-4339 0 0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7:10.90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228 114 2764 0 0,'32'-13'7528'0'0,"54"-31"0"0"0,-73 36-6608 0 0,19-16 0 0 0,-31 23-920 0 0,0 0 0 0 0,1 0 0 0 0,-1 0 0 0 0,0-1 0 0 0,0 1 0 0 0,0 0 0 0 0,0-1 0 0 0,0 1 0 0 0,1-4 0 0 0,-2 5 0 0 0,0 0 0 0 0,0 0 0 0 0,0-1 0 0 0,0 1 0 0 0,1 0 0 0 0,-1 0 0 0 0,0-1 0 0 0,0 1 0 0 0,0 0 0 0 0,0 0 0 0 0,-1-1 0 0 0,1 1 0 0 0,0 0 0 0 0,0 0 0 0 0,0-1 0 0 0,0 1 0 0 0,0 0 0 0 0,0 0 0 0 0,0-1 0 0 0,0 1 0 0 0,0 0 0 0 0,-1 0 0 0 0,1 0 0 0 0,0-1 0 0 0,0 1 0 0 0,-11-3 0 0 0,1 4-350 0 0,0 0 0 0 0,0 0 0 0 0,0 1 0 0 0,0 1 0 0 0,-12 3 0 0 0,-45 23-1929 0 0,49-20 1814 0 0,0 1 1 0 0,0 1 0 0 0,1 1 0 0 0,1 0-1 0 0,0 2 1 0 0,1-1 0 0 0,0 2-1 0 0,1 0 1 0 0,-23 32 0 0 0,28-33 521 0 0,0 0 1 0 0,1 1 0 0 0,1 0-1 0 0,0 0 1 0 0,2 0 0 0 0,-1 1-1 0 0,2 0 1 0 0,0 0 0 0 0,1 0 0 0 0,0 0-1 0 0,2 1 1 0 0,0 30 0 0 0,1-39-53 0 0,1 0 0 0 0,0 0 0 0 0,0 0 1 0 0,1 0-1 0 0,0-1 0 0 0,1 1 0 0 0,-1-1 1 0 0,2 1-1 0 0,-1-1 0 0 0,1 0 0 0 0,0 0 1 0 0,0 0-1 0 0,1-1 0 0 0,0 0 0 0 0,0 0 1 0 0,0 0-1 0 0,1 0 0 0 0,0-1 0 0 0,0 0 1 0 0,0 0-1 0 0,1 0 0 0 0,0-1 0 0 0,0 0 0 0 0,0-1 1 0 0,0 1-1 0 0,0-1 0 0 0,1-1 0 0 0,-1 1 1 0 0,1-1-1 0 0,14 2 0 0 0,-4-3 13 0 0,1 0 0 0 0,-1 0-1 0 0,1-2 1 0 0,-1 0 0 0 0,0-2-1 0 0,0 0 1 0 0,32-9 0 0 0,-42 9-21 0 0,-1 0 1 0 0,-1 0-1 0 0,1-1 1 0 0,0 1-1 0 0,-1-2 1 0 0,0 1 0 0 0,0-1-1 0 0,0 0 1 0 0,-1 0-1 0 0,6-7 1 0 0,-9 10 33 0 0,0 1 0 0 0,-1-1 0 0 0,1 0 0 0 0,-1 0 0 0 0,0 0-1 0 0,0 0 1 0 0,1-1 0 0 0,-1 1 0 0 0,-1 0 0 0 0,1 0 0 0 0,0-1 0 0 0,-1 1 0 0 0,1 0 0 0 0,-1-1 0 0 0,1 1 0 0 0,-1-1-1 0 0,0 1 1 0 0,0 0 0 0 0,0-1 0 0 0,-1 1 0 0 0,1-1 0 0 0,0 1 0 0 0,-1 0 0 0 0,0-1 0 0 0,1 1 0 0 0,-1 0 0 0 0,0 0 0 0 0,0-1-1 0 0,0 1 1 0 0,-1 0 0 0 0,1 0 0 0 0,0 0 0 0 0,-1 0 0 0 0,0 1 0 0 0,-1-3 0 0 0,-1 1-51 0 0,0 0 0 0 0,0 0 0 0 0,0 1 0 0 0,0-1 0 0 0,-1 1 0 0 0,1 0 1 0 0,0 1-1 0 0,-1-1 0 0 0,0 1 0 0 0,1 0 0 0 0,-1 0 0 0 0,0 0 0 0 0,1 0 0 0 0,-1 1 0 0 0,-5 0 0 0 0,-7 1 92 0 0,0 0 0 0 0,1 0-1 0 0,-18 5 1 0 0,18-2-189 0 0,1 0 1 0 0,0 1-1 0 0,0 0 1 0 0,0 1-1 0 0,1 1 0 0 0,0 0 1 0 0,-16 11-1 0 0,1 4-4210 0 0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7:11.68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1 456 3916 0 0,'10'-11'15969'0'0,"-7"8"-16707"0"0,45-48 1217 0 0,23-29-434 0 0,-60 66-48 0 0,-1-1 1 0 0,0-1-1 0 0,15-30 0 0 0,4-25 3 0 0,22-47 0 0 0,-50 117 0 0 0,1-3 0 0 0,0 1 0 0 0,0 0 0 0 0,0-1 0 0 0,0 1 0 0 0,0 0 0 0 0,0 0 0 0 0,5-3 0 0 0,-4 6 0 0 0,-3 5 0 0 0,-1 7 0 0 0,-10 31 0 0 0,-31 79 0 0 0,0-5 0 0 0,36-96-13 0 0,-6 16-37 0 0,3 1 0 0 0,-8 58 1 0 0,15-79-587 0 0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7:12.27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0 417 2304 0 0,'3'-24'10729'0'0,"1"7"-8047"0"0,13-23 1840 0 0,30-34-6020 0 0,-29 48 2419 0 0,-1 1-921 0 0,36-58 0 0 0,-46 69 0 0 0,0 0 0 0 0,-1 0 0 0 0,0 0 0 0 0,4-20 0 0 0,-9 31 0 0 0,-1 1 0 0 0,0 0 0 0 0,1 0 0 0 0,-1 0 0 0 0,0-1 0 0 0,0 1 0 0 0,0 0 0 0 0,-1 0 0 0 0,1 0 0 0 0,-1-1 0 0 0,1 1 0 0 0,-2-2 0 0 0,2 3 0 0 0,0 1 0 0 0,0-1 0 0 0,0 1 0 0 0,-1 0 0 0 0,1-1 0 0 0,0 1 0 0 0,0 0 0 0 0,-1 0 0 0 0,1-1 0 0 0,0 1 0 0 0,0 0 0 0 0,-1-1 0 0 0,1 1 0 0 0,0 0 0 0 0,-1 0 0 0 0,1 0 0 0 0,0-1 0 0 0,-1 1 0 0 0,1 0 0 0 0,-1 0 0 0 0,1 0 0 0 0,0 0 0 0 0,-1 0 0 0 0,1 0 0 0 0,-1 0 0 0 0,0 0 0 0 0,0 0 0 0 0,0 1 0 0 0,0-1 0 0 0,0 0 0 0 0,0 1 0 0 0,0-1 0 0 0,0 1 0 0 0,0-1 0 0 0,0 1 0 0 0,0 0 0 0 0,1-1 0 0 0,-1 1 0 0 0,0 0 0 0 0,-1 1 0 0 0,-2 4 0 0 0,0 0 0 0 0,0 0 0 0 0,0 0 0 0 0,1 1 0 0 0,0-1 0 0 0,0 1 0 0 0,0-1 0 0 0,1 1 0 0 0,-1 8 0 0 0,-3 12 0 0 0,0 28 0 0 0,4-39 0 0 0,-3 69-1866 0 0,5-61 61 0 0,1 1 0 0 0,1-1 0 0 0,6 29 0 0 0,-4-38-1985 0 0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7:13.44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16 158 2532 0 0,'-8'-11'8807'0'0,"5"-2"-3417"0"0,2 10-4946 0 0,2 0 0 0 0,-1 0 0 0 0,0 0 0 0 0,0 0-1 0 0,1 0 1 0 0,0 0 0 0 0,1-4 0 0 0,1 0-547 0 0,0 0-1 0 0,0 0 1 0 0,1 0 0 0 0,0 1 0 0 0,7-8-1 0 0,-6 8 104 0 0,0 0 0 0 0,0 0 0 0 0,1 1 0 0 0,0-1 0 0 0,0 2 0 0 0,1-1 0 0 0,-1 1 0 0 0,10-5 0 0 0,-14 8 0 0 0,0 0 0 0 0,0 0 0 0 0,0 0 0 0 0,0 0 0 0 0,1 1 0 0 0,-1-1 0 0 0,0 1 0 0 0,0-1 0 0 0,0 1 0 0 0,0 0 0 0 0,1 0 0 0 0,-1 0 0 0 0,0 0 0 0 0,0 0 0 0 0,0 1 0 0 0,1-1 0 0 0,-1 1 0 0 0,0-1 0 0 0,0 1 0 0 0,0 0 0 0 0,0 0 0 0 0,0 0 0 0 0,0 0 0 0 0,0 0 0 0 0,-1 0 0 0 0,1 1 0 0 0,0-1 0 0 0,0 0 0 0 0,-1 1 0 0 0,1 0 0 0 0,-1-1 0 0 0,0 1 0 0 0,1 0 0 0 0,0 2 0 0 0,2 3 0 0 0,-1-1 0 0 0,0 1 0 0 0,0 1 0 0 0,-1-1 0 0 0,0 0 0 0 0,0 1 1 0 0,-1-1-1 0 0,0 1 0 0 0,0-1 0 0 0,-1 1 0 0 0,0-1 0 0 0,-1 9 0 0 0,0 2-502 0 0,-2 0 0 0 0,0 0 1 0 0,-11 33-1 0 0,10-37-245 0 0,-2-1 0 0 0,0 1 0 0 0,0-2 1 0 0,-1 1-1 0 0,-1-1 0 0 0,-14 19 0 0 0,17-25 686 0 0,0 0 0 0 0,-1-1 0 0 0,0 1 0 0 0,0-1 0 0 0,0 0 0 0 0,0-1 0 0 0,-1 0 0 0 0,0 0-1 0 0,0 0 1 0 0,0-1 0 0 0,0 1 0 0 0,-1-2 0 0 0,-17 8 4713 0 0,24-10-4531 0 0,11 5 3545 0 0,7 0-4077 0 0,2-2 21 0 0,0 0 0 0 0,1 0 0 0 0,0-2 0 0 0,0-1 1 0 0,22-2-1 0 0,103-20-5247 0 0,-120 17 5754 0 0,0 1 0 0 0,43-1 1 0 0,-67 5 17 0 0,0 0 1 0 0,-1 0 0 0 0,1-1-1 0 0,0 1 1 0 0,-1 1 0 0 0,1-1-1 0 0,0 0 1 0 0,-1 0 0 0 0,1 0-1 0 0,0 0 1 0 0,-1 0 0 0 0,1 1-1 0 0,0-1 1 0 0,-1 0 0 0 0,1 0-1 0 0,-1 1 1 0 0,1-1 0 0 0,0 1-1 0 0,-1-1 1 0 0,1 0 0 0 0,-1 1 0 0 0,1-1-1 0 0,-1 1 1 0 0,0-1 0 0 0,1 1-1 0 0,-1-1 1 0 0,1 1 0 0 0,-1 0-1 0 0,0-1 1 0 0,1 1 0 0 0,-1-1-1 0 0,0 1 1 0 0,0 0 0 0 0,0-1-1 0 0,1 1 1 0 0,-1 0 0 0 0,0-1-1 0 0,0 1 1 0 0,0 0 0 0 0,0-1-1 0 0,0 1 1 0 0,0 0 0 0 0,0-1-1 0 0,0 1 1 0 0,-1 0 0 0 0,1-1 0 0 0,0 1-1 0 0,0 0 1 0 0,-1 0 0 0 0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7:14.57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84 3456 0 0,'12'-23'10771'0'0,"-8"20"-10002"0"0,13-11 4516 0 0,-7 8-5906 0 0,1 0 621 0 0,1 0 0 0 0,0 1 0 0 0,-1 1 0 0 0,2 0 0 0 0,-1 1 0 0 0,0 0 0 0 0,1 1 0 0 0,-1 0 0 0 0,1 1 0 0 0,0 0 0 0 0,0 1 0 0 0,-1 0 0 0 0,1 2 0 0 0,18 2 0 0 0,-29-3 0 0 0,1 0 0 0 0,-1-1 0 0 0,0 1 0 0 0,0 0 0 0 0,0 0 0 0 0,0 0 0 0 0,0 0 0 0 0,0 1 0 0 0,0-1 0 0 0,0 0 0 0 0,0 1 0 0 0,-1-1 0 0 0,1 1 0 0 0,0 0 0 0 0,1 2 0 0 0,-3-3 0 0 0,1 1 0 0 0,0 0 0 0 0,0-1 0 0 0,-1 1 0 0 0,1 0 0 0 0,-1 0 0 0 0,1 0 0 0 0,-1 0 0 0 0,0-1 0 0 0,1 1 0 0 0,-1 0 0 0 0,0 0 0 0 0,-1 0 0 0 0,1 4 0 0 0,-2-1 0 0 0,1 0 0 0 0,-1 1 0 0 0,0-1 0 0 0,-1 0 0 0 0,1 0 0 0 0,-1 0 0 0 0,0 0 0 0 0,0-1 0 0 0,0 1 0 0 0,-1-1 0 0 0,-4 5 0 0 0,-6 3-209 0 0,-27 19 0 0 0,30-23-1026 0 0,0 0 0 0 0,0 0 1 0 0,0 2-1 0 0,-12 13 1 0 0,23-23 1199 0 0,0 0 1 0 0,0 1 0 0 0,0-1 0 0 0,-1 0-1 0 0,1 0 1 0 0,0 1 0 0 0,0-1 0 0 0,0 0-1 0 0,0 1 1 0 0,0-1 0 0 0,0 0 0 0 0,0 1-1 0 0,0-1 1 0 0,0 0 0 0 0,0 1 0 0 0,0-1 0 0 0,0 0-1 0 0,0 0 1 0 0,0 1 0 0 0,0-1 0 0 0,0 0-1 0 0,0 1 1 0 0,0-1 0 0 0,0 0 0 0 0,0 1-1 0 0,0-1 1 0 0,1 0 0 0 0,-1 0 0 0 0,0 1-1 0 0,0-1 1 0 0,0 0 0 0 0,0 0 0 0 0,1 1 0 0 0,-1-1-1 0 0,0 0 1 0 0,0 0 0 0 0,1 0 0 0 0,-1 1-1 0 0,0-1 1 0 0,0 0 0 0 0,1 0 0 0 0,-1 0-1 0 0,0 0 1 0 0,1 0 0 0 0,-1 1 0 0 0,0-1-1 0 0,1 0 1 0 0,-1 0 0 0 0,0 0 0 0 0,0 0 0 0 0,1 0-1 0 0,0 0 1 0 0,20 3 1653 0 0,-18-2-1466 0 0,0-1 72 0 0,23 3-326 0 0,-1 0 0 0 0,47 15 0 0 0,-66-17 6 0 0,0 2-1 0 0,0-1 1 0 0,0 0 0 0 0,0 1-1 0 0,-1 0 1 0 0,1 1-1 0 0,-1-1 1 0 0,0 1-1 0 0,0 0 1 0 0,0 0-1 0 0,-1 0 1 0 0,1 1 0 0 0,-1 0-1 0 0,0 0 1 0 0,0 0-1 0 0,-1 0 1 0 0,5 9-1 0 0,-7-11 97 0 0,0-1-1 0 0,0 1 0 0 0,0 0 1 0 0,-1 0-1 0 0,1-1 1 0 0,-1 1-1 0 0,1 0 0 0 0,-1 0 1 0 0,0 0-1 0 0,0 0 0 0 0,0 0 1 0 0,-1 0-1 0 0,1-1 1 0 0,-1 1-1 0 0,1 0 0 0 0,-2 3 1 0 0,0-1 5 0 0,0-1 0 0 0,-1 0 1 0 0,1 0-1 0 0,-1-1 0 0 0,1 1 0 0 0,-1 0 1 0 0,0-1-1 0 0,-1 0 0 0 0,-4 5 1 0 0,-3 0 27 0 0,-1 0 1 0 0,0-1 0 0 0,0 0-1 0 0,0 0 1 0 0,-25 7 0 0 0,26-10 5 0 0,1-1 1 0 0,-1 0 0 0 0,0-1 0 0 0,0 0 0 0 0,-14 0-1 0 0,22-2-3 0 0,-1 0 1 0 0,0 0-1 0 0,1 0 0 0 0,-1-1 0 0 0,1 1 0 0 0,-1-1 0 0 0,1 0 1 0 0,-1 0-1 0 0,1 0 0 0 0,0 0 0 0 0,-1 0 0 0 0,1-1 0 0 0,0 0 0 0 0,0 1 1 0 0,0-1-1 0 0,0 0 0 0 0,0-1 0 0 0,1 1 0 0 0,-1 0 0 0 0,-2-4 0 0 0,-2-11 506 0 0,7 17-560 0 0,0-1 1 0 0,0 0 0 0 0,-1 1-1 0 0,1-1 1 0 0,0 1-1 0 0,0-1 1 0 0,0 0-1 0 0,0 1 1 0 0,1-1 0 0 0,-1 0-1 0 0,0 1 1 0 0,0-1-1 0 0,0 1 1 0 0,0-1 0 0 0,1 0-1 0 0,-1 1 1 0 0,0-1-1 0 0,0 1 1 0 0,1-1-1 0 0,-1 1 1 0 0,0-1 0 0 0,1 1-1 0 0,-1-1 1 0 0,1 0-1 0 0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7:16.91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30 100 920 0 0,'7'-21'3338'0'0,"9"-9"6380"0"0,-2 6-3743 0 0,-7 6-6266 0 0,-7 12 291 0 0,-6 9 0 0 0,-6 12 0 0 0,12-15 0 0 0,-10 13-333 0 0,1-1-1 0 0,-9 17 1 0 0,15-24-289 0 0,1 0-1 0 0,-1 1 1 0 0,1-1 0 0 0,0 1-1 0 0,1-1 1 0 0,-1 1 0 0 0,1 0 0 0 0,0-1-1 0 0,0 7 1 0 0,1-11 568 0 0,0 0 0 0 0,0 0-1 0 0,0 0 1 0 0,0 0 0 0 0,0 0 0 0 0,0-1 0 0 0,0 1 0 0 0,1 0-1 0 0,-1 0 1 0 0,0 0 0 0 0,1 0 0 0 0,-1-1 0 0 0,0 1 0 0 0,1 0-1 0 0,-1 0 1 0 0,1 0 0 0 0,-1-1 0 0 0,1 1 0 0 0,-1 0 0 0 0,1-1-1 0 0,0 1 1 0 0,-1 0 0 0 0,1-1 0 0 0,0 1 0 0 0,0-1 0 0 0,-1 1-1 0 0,1-1 1 0 0,0 0 0 0 0,0 1 0 0 0,0-1 0 0 0,-1 0 0 0 0,1 1-1 0 0,0-1 1 0 0,0 0 0 0 0,0 0 0 0 0,0 0 0 0 0,0 0 0 0 0,0 0-1 0 0,-1 0 1 0 0,1 0 0 0 0,1 0 0 0 0,5-1 171 0 0,-1 0 0 0 0,1 0 0 0 0,0-1 0 0 0,9-3-1 0 0,-6 1-250 0 0,3 1 180 0 0,0-1 0 0 0,0 2-1 0 0,0 0 1 0 0,0 0 0 0 0,0 1 0 0 0,0 1-1 0 0,1 0 1 0 0,-1 1 0 0 0,21 4-1 0 0,-29-4-28 0 0,1 1-1 0 0,-1-1 0 0 0,0 1 0 0 0,0 0 1 0 0,0 1-1 0 0,0-1 0 0 0,0 1 0 0 0,0 0 1 0 0,-1 0-1 0 0,1 0 0 0 0,-1 1 0 0 0,0 0 0 0 0,0 0 1 0 0,0 0-1 0 0,0 0 0 0 0,-1 0 0 0 0,0 1 1 0 0,0-1-1 0 0,0 1 0 0 0,0 0 0 0 0,-1 0 1 0 0,0 0-1 0 0,0 0 0 0 0,0 1 0 0 0,1 7 1 0 0,-2-8-12 0 0,-1 1 0 0 0,0-1 0 0 0,0 1 0 0 0,0 0 0 0 0,0-1 0 0 0,-1 1 0 0 0,0-1 0 0 0,0 1 0 0 0,-1-1 0 0 0,0 1 0 0 0,0-1 0 0 0,0 0 0 0 0,-3 6 0 0 0,-4 5 18 0 0,0-1 0 0 0,-21 26 1 0 0,24-32-14 0 0,-1-1 1 0 0,-1 0-1 0 0,0 0 1 0 0,0-1 0 0 0,0 0-1 0 0,-14 9 1 0 0,19-14-5 0 0,0-1 1 0 0,0 1-1 0 0,0-1 0 0 0,0 0 0 0 0,0 0 1 0 0,0 0-1 0 0,-1 0 0 0 0,1 0 1 0 0,0-1-1 0 0,0 0 0 0 0,-1 1 1 0 0,1-1-1 0 0,0 0 0 0 0,0-1 1 0 0,-1 1-1 0 0,1 0 0 0 0,0-1 1 0 0,0 0-1 0 0,-1 0 0 0 0,1 0 1 0 0,0 0-1 0 0,0 0 0 0 0,0-1 1 0 0,0 0-1 0 0,-4-2 0 0 0,1-1 476 0 0,1 0 1 0 0,-1 0-1 0 0,1-1 0 0 0,0 1 1 0 0,-4-7-1 0 0,-13-15 2840 0 0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7:17.14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0 247 4836 0 0,'0'-4'963'0'0,"0"-1"-1"0"0,1 1 1 0 0,-1 0 0 0 0,1-1 0 0 0,0 1 0 0 0,0 0 0 0 0,0 0 0 0 0,0 0 0 0 0,1 0 0 0 0,0 0-1 0 0,0 0 1 0 0,3-5 0 0 0,13-14 968 0 0,-4 10-1880 0 0,1 0 0 0 0,0 0 1 0 0,1 2-1 0 0,1 0 0 0 0,-1 0 0 0 0,1 2 0 0 0,23-10 0 0 0,-1 4-62 0 0,2 0 0 0 0,51-9 0 0 0,-85 22 11 0 0,30-5 1 0 0,-34 6-2 0 0,0 1 0 0 0,-1 0 1 0 0,1 0-1 0 0,0 0 0 0 0,0 0 1 0 0,0 0-1 0 0,-1 1 0 0 0,1-1 0 0 0,0 1 1 0 0,3 1-1 0 0,-5-2-1 0 0,-1 0 0 0 0,0 0 1 0 0,1 1-1 0 0,-1-1 0 0 0,0 0 0 0 0,0 0 1 0 0,1 0-1 0 0,-1 0 0 0 0,0 1 0 0 0,0-1 1 0 0,1 0-1 0 0,-1 0 0 0 0,0 1 0 0 0,0-1 1 0 0,0 0-1 0 0,0 0 0 0 0,1 1 0 0 0,-1-1 1 0 0,0 0-1 0 0,0 0 0 0 0,0 1 0 0 0,0-1 1 0 0,0 0-1 0 0,0 1 0 0 0,0-1 0 0 0,0 0 1 0 0,1 1-1 0 0,-1 0 0 0 0,-2 5 60 0 0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7:18.56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176 232 3224 0 0,'-7'-15'2271'0'0,"0"-11"6257"0"0,-1-2-1368 0 0,0 12-8683 0 0,5 14 1523 0 0,3 4 0 0 0,1 5 0 0 0,5 6 0 0 0,0-1 0 0 0,1 0 0 0 0,1-1 0 0 0,0 1 0 0 0,0-1 0 0 0,16 15 0 0 0,-9-9 0 0 0,-8-8 0 0 0,80 99 1 0 0,-76-92-3 0 0,0 1 1 0 0,-1-1-1 0 0,-1 2 0 0 0,-1 0 1 0 0,7 20-1 0 0,-14-35-1 0 0,0 0 0 0 0,-1 0 0 0 0,1 0 0 0 0,0 0 0 0 0,-1 0 0 0 0,0 1 0 0 0,0-1 0 0 0,0 0-1 0 0,0 0 1 0 0,0 1 0 0 0,-1-1 0 0 0,1 0 0 0 0,-1 0 0 0 0,0 0 0 0 0,0 0 0 0 0,0 0 0 0 0,-2 5 0 0 0,0-5-121 0 0,1-1 1 0 0,0 1-1 0 0,0 0 0 0 0,-1 0 0 0 0,0-1 0 0 0,1 1 1 0 0,-1-1-1 0 0,0 0 0 0 0,0 0 0 0 0,0 0 0 0 0,-1 0 1 0 0,1-1-1 0 0,0 1 0 0 0,-1-1 0 0 0,-4 1 1 0 0,-7 2-285 0 0,-1-1 1 0 0,1 0 0 0 0,0-1 0 0 0,-1-1 0 0 0,0-1 0 0 0,1 0-1 0 0,-27-4 1 0 0,23 1-78 0 0,0-1 0 0 0,0-1 0 0 0,1 0 0 0 0,-1-2 0 0 0,-31-15 0 0 0,48 21 485 0 0,-1-1 0 0 0,0 1 0 0 0,1-1 0 0 0,-1 0 0 0 0,0 0 0 0 0,1 0 0 0 0,0 0 0 0 0,0 0 0 0 0,0 0 0 0 0,0-1 0 0 0,-4-5 0 0 0,6 7 0 0 0,-1 0 0 0 0,1-1 0 0 0,-1 1 0 0 0,1-1 0 0 0,0 1 0 0 0,0 0 0 0 0,0-1 0 0 0,-1 1 0 0 0,1-1 0 0 0,0 1 0 0 0,1-1 0 0 0,-1 1 0 0 0,0-1 0 0 0,0 1 0 0 0,1-1 0 0 0,-1 1 0 0 0,1 0 0 0 0,-1-1 0 0 0,1 1 0 0 0,0 0 0 0 0,-1-1 0 0 0,1 1 0 0 0,0 0 0 0 0,0 0 0 0 0,0-1 0 0 0,0 1 0 0 0,1-1 0 0 0,4-4 1 0 0,-1 1 0 0 0,1 0 1 0 0,1 0-1 0 0,-1 1 1 0 0,12-7-1 0 0,40-16 15 0 0,-4 3-8 0 0,-38 15-6 0 0,15-7 40 0 0,0-1 1 0 0,-2-2-1 0 0,36-29 1 0 0,-57 42-35 0 0,-1-1 1 0 0,0 0 0 0 0,0 0-1 0 0,-1-1 1 0 0,0 0 0 0 0,0 0-1 0 0,-1 0 1 0 0,0-1 0 0 0,-1 0 0 0 0,0 0-1 0 0,0 0 1 0 0,0 0 0 0 0,-1-1-1 0 0,-1 0 1 0 0,0 1 0 0 0,2-16 0 0 0,-4 15 6 0 0,0 0 0 0 0,0 0 1 0 0,-1 0-1 0 0,0 0 0 0 0,-1 0 1 0 0,-4-12-1 0 0,5 18-16 0 0,0 1-1 0 0,0-1 1 0 0,0 1-1 0 0,-1-1 1 0 0,1 1-1 0 0,-1 0 0 0 0,0 0 1 0 0,0 0-1 0 0,0 0 1 0 0,-1 0-1 0 0,1 0 1 0 0,-1 1-1 0 0,1-1 1 0 0,-1 1-1 0 0,0-1 1 0 0,0 1-1 0 0,0 0 1 0 0,0 0-1 0 0,-1 1 1 0 0,-3-3-1 0 0,3 3 3 0 0,0 1 0 0 0,0-1 0 0 0,0 1 0 0 0,0 0 0 0 0,0 0 0 0 0,0 0 0 0 0,0 1 0 0 0,0-1 0 0 0,0 1 0 0 0,0 0 0 0 0,0 0 0 0 0,0 0 0 0 0,1 1 0 0 0,-6 2 0 0 0,-5 3 50 0 0,-1 1 0 0 0,-13 11 1 0 0,15-10-69 0 0,0 1 1 0 0,2 1-1 0 0,-1-1 1 0 0,1 2-1 0 0,-10 14 1 0 0,-3 7-93 0 0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7:24.31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28 214 2532 0 0,'31'-53'9263'0'0,"-1"0"-3804"0"0,26-55-3053 0 0,-97 173-2707 0 0,37-58 240 0 0,-56 105-4629 0 0,54-99 4183 0 0,1-1 1 0 0,1 1-1 0 0,0 0 1 0 0,0 0-1 0 0,2 1 1 0 0,0-1-1 0 0,-1 20 1 0 0,3-31 705 0 0,0-1 1 0 0,0 1 0 0 0,0 0 0 0 0,0 0 0 0 0,0 0 0 0 0,1-1 0 0 0,-1 1 0 0 0,1 0 0 0 0,-1 0 0 0 0,1-1-1 0 0,0 1 1 0 0,0-1 0 0 0,0 1 0 0 0,0 0 0 0 0,0-1 0 0 0,0 1 0 0 0,0-1 0 0 0,2 2 0 0 0,-2-3-67 0 0,0 1 1 0 0,0-1 0 0 0,0 1 0 0 0,0-1-1 0 0,0 1 1 0 0,0-1 0 0 0,0 0 0 0 0,0 0-1 0 0,0 1 1 0 0,0-1 0 0 0,0 0 0 0 0,0 0-1 0 0,1 0 1 0 0,-1 0 0 0 0,0 0 0 0 0,0-1-1 0 0,0 1 1 0 0,0 0 0 0 0,0 0 0 0 0,0-1-1 0 0,0 1 1 0 0,0-1 0 0 0,0 1 0 0 0,0-1-1 0 0,0 1 1 0 0,0-1 0 0 0,0 0 0 0 0,0 1-1 0 0,0-1 1 0 0,1-1 0 0 0,13-10 655 0 0,-10 7-727 0 0,1 0-1 0 0,0 0 1 0 0,0 1 0 0 0,0 0 0 0 0,0 0-1 0 0,9-3 1 0 0,-14 6-64 0 0,1 1 0 0 0,0-1 0 0 0,0 1 0 0 0,0 0 0 0 0,0 0 0 0 0,0-1 0 0 0,0 1 0 0 0,-1 0 0 0 0,1 1 0 0 0,0-1 0 0 0,0 0 0 0 0,0 0 0 0 0,0 1 0 0 0,0-1 0 0 0,-1 1 0 0 0,1 0 0 0 0,0-1 0 0 0,0 1 0 0 0,-1 0 0 0 0,1 0-1 0 0,0 0 1 0 0,-1 0 0 0 0,1 0 0 0 0,-1 1 0 0 0,0-1 0 0 0,1 0 0 0 0,-1 1 0 0 0,0-1 0 0 0,2 3 0 0 0,5 7-130 0 0,-1 0-1 0 0,0 0 1 0 0,-1 1 0 0 0,0-1-1 0 0,0 1 1 0 0,-2 1-1 0 0,1-1 1 0 0,-2 1 0 0 0,5 25-1 0 0,-6-23-579 0 0,-1-1-1 0 0,0 1 0 0 0,-2 0 0 0 0,1-1 1 0 0,-4 19-1 0 0,3-29 516 0 0,0 1 0 0 0,-1 0 1 0 0,1 0-1 0 0,-1-1 0 0 0,0 1 0 0 0,0-1 1 0 0,0 1-1 0 0,0-1 0 0 0,-1 0 0 0 0,0 0 1 0 0,0 0-1 0 0,0 0 0 0 0,0 0 0 0 0,-8 5 0 0 0,8-6 223 0 0,0-1 0 0 0,0 0 0 0 0,-1 0 0 0 0,1-1 0 0 0,-1 1 0 0 0,1-1 0 0 0,-1 0-1 0 0,1 0 1 0 0,-1 0 0 0 0,0 0 0 0 0,0 0 0 0 0,1-1 0 0 0,-1 0 0 0 0,0 0 0 0 0,0 0-1 0 0,1 0 1 0 0,-1 0 0 0 0,0-1 0 0 0,-6-1 0 0 0,3-1 38 0 0,0 1 1 0 0,0-1 0 0 0,1 0-1 0 0,-1 0 1 0 0,1 0-1 0 0,0-1 1 0 0,0 0-1 0 0,0-1 1 0 0,1 1 0 0 0,-9-9-1 0 0,10 8-470 0 0,0 0 0 0 0,0 0-1 0 0,0-1 1 0 0,1 1 0 0 0,0-1-1 0 0,0 0 1 0 0,-3-8 0 0 0,2 1-3134 0 0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7:24.53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0 135 6680 0 0,'0'-4'1291'0'0,"1"0"0"0"0,-1 0 0 0 0,1 0 0 0 0,-1 1 0 0 0,1-1 0 0 0,0 0 0 0 0,4-7 0 0 0,-3 6-804 0 0,1 1 0 0 0,0-1 0 0 0,0 0 0 0 0,0 1 0 0 0,5-5 0 0 0,-3 3-517 0 0,1 1 0 0 0,-1 0 0 0 0,1 1 0 0 0,0-1 0 0 0,1 1 0 0 0,-1 0 0 0 0,1 1 0 0 0,10-5 0 0 0,-2 3-7 0 0,1 1 0 0 0,0 0-1 0 0,0 1 1 0 0,1 1 0 0 0,18 0 0 0 0,83 4-1914 0 0,-104-1 1518 0 0,-3 0-248 0 0,0 0 0 0 0,0 1 0 0 0,19 6 0 0 0,-2 2-4206 0 0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7:24.72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67 5988 0 0,'36'-2'6230'0'0,"48"-6"1"0"0,40-15-3658 0 0,18-1-5698 0 0,-106 19 1503 0 0,69 1 1 0 0,-80 6 496 0 0,-5 2-2507 0 0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7:25.28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194 220 1612 0 0,'-11'-17'13912'0'0,"10"17"-13498"0"0,-1 1 397 0 0,0 0 0 0 0,0-1 0 0 0,0 1 0 0 0,-4 2 1622 0 0,2 0-1622 0 0,-4 5-3577 0 0,7-4 2766 0 0,0-1 0 0 0,0 1 0 0 0,0-1 0 0 0,0 1 0 0 0,1 0 0 0 0,-1-1 0 0 0,1 1 0 0 0,0 0 0 0 0,0-1 0 0 0,0 1 0 0 0,0 0 0 0 0,1-1 0 0 0,0 1 0 0 0,-1 0 0 0 0,4 5 0 0 0,1 6 0 0 0,2 1 0 0 0,10 17 0 0 0,-8-14 0 0 0,37 58 0 0 0,-32-56 0 0 0,-1 0 0 0 0,-1 1 0 0 0,14 38 0 0 0,-24-55 0 0 0,-1 0 0 0 0,0 1 0 0 0,0-1 0 0 0,0 1 0 0 0,-1 0 0 0 0,1-1 0 0 0,-1 1 0 0 0,-1-1 0 0 0,1 1 0 0 0,-1 0 0 0 0,0-1 0 0 0,-3 8 0 0 0,2-5 0 0 0,-1-1 0 0 0,-1 1 0 0 0,1-1 0 0 0,-1 0 0 0 0,-1 0 0 0 0,1 0 0 0 0,-1 0 0 0 0,-6 6 0 0 0,4-7 0 0 0,1 1 0 0 0,-1-1 0 0 0,0 0 0 0 0,0-1 0 0 0,0 0 0 0 0,-1 0 0 0 0,0 0 0 0 0,0-1 0 0 0,0 0 0 0 0,-1-1 0 0 0,1 0 0 0 0,-1 0 0 0 0,0-1 0 0 0,1 0 0 0 0,-1 0 0 0 0,-11 0 0 0 0,15-2 0 0 0,0 0 0 0 0,0-1 0 0 0,0 1 0 0 0,0-1 0 0 0,0 0 0 0 0,0-1 0 0 0,0 1 0 0 0,0-1 0 0 0,1 0 0 0 0,-1 0 0 0 0,0 0 0 0 0,1-1 0 0 0,0 0 0 0 0,0 0 0 0 0,0 0 0 0 0,0 0 0 0 0,0 0 0 0 0,1-1 0 0 0,-1 0 0 0 0,1 0 0 0 0,0 0 0 0 0,0 0 0 0 0,0 0 0 0 0,1 0 0 0 0,-1-1 0 0 0,1 1 0 0 0,0-1 0 0 0,1 0 0 0 0,-1 0 0 0 0,1 0 0 0 0,0 0 0 0 0,0 0 0 0 0,0 0 0 0 0,1 0 0 0 0,0 0 0 0 0,0 0 0 0 0,0 0 0 0 0,1-7 0 0 0,3-2 2 0 0,0 0-1 0 0,1-1 1 0 0,0 2-1 0 0,1-1 0 0 0,0 0 1 0 0,1 1-1 0 0,1 1 1 0 0,17-23-1 0 0,7-3-81 0 0,48-44-1 0 0,-40 45-477 0 0,-13 13-1569 0 0,33-37 0 0 0,-54 54 1857 0 0,0-1-1 0 0,0 0 1 0 0,-1 0-1 0 0,0 0 1 0 0,0-1 0 0 0,-1 0-1 0 0,0 1 1 0 0,-1-2 0 0 0,5-17-1 0 0,-7 21 278 0 0,0 1 0 0 0,0-1-1 0 0,-1 0 1 0 0,0 0 0 0 0,0 0 0 0 0,-1 0-1 0 0,1 0 1 0 0,-1 0 0 0 0,-1 1-1 0 0,1-1 1 0 0,-1 0 0 0 0,0 1 0 0 0,0-1-1 0 0,0 1 1 0 0,-1-1 0 0 0,0 1-1 0 0,0 0 1 0 0,0 0 0 0 0,-1 1 0 0 0,0-1-1 0 0,0 1 1 0 0,0-1 0 0 0,0 1 0 0 0,-1 1-1 0 0,1-1 1 0 0,-1 0 0 0 0,0 1-1 0 0,0 0 1 0 0,0 0 0 0 0,-1 1 0 0 0,1 0-1 0 0,-1 0 1 0 0,1 0 0 0 0,-1 0-1 0 0,0 1 1 0 0,0 0 0 0 0,-7-1 0 0 0,5 2-15 0 0,0-1 1 0 0,-1 1 0 0 0,1 1-1 0 0,0 0 1 0 0,0 0 0 0 0,0 0 0 0 0,0 1-1 0 0,0 0 1 0 0,0 1 0 0 0,0 0 0 0 0,1 0-1 0 0,-1 0 1 0 0,1 1 0 0 0,0 1-1 0 0,0-1 1 0 0,0 1 0 0 0,1 0 0 0 0,-1 0-1 0 0,1 1 1 0 0,1 0 0 0 0,-1 0-1 0 0,1 0 1 0 0,0 1 0 0 0,0 0 0 0 0,1 0-1 0 0,0 0 1 0 0,0 0 0 0 0,1 1-1 0 0,0-1 1 0 0,0 1 0 0 0,1 0 0 0 0,-1 0-1 0 0,2 0 1 0 0,-1 0 0 0 0,1 10 0 0 0,3 22-951 0 0,6-1-3022 0 0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7:25.86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1 101 460 0 0,'8'-10'21667'0'0,"-4"9"-20586"0"0,55-15-4629 0 0,94-40 3548 0 0,-145 53 0 0 0,-3 1 0 0 0,-1 0 0 0 0,0 0 0 0 0,0 0 0 0 0,0 1 0 0 0,1 0 0 0 0,-1-1 0 0 0,1 2 0 0 0,-1-1 0 0 0,9 0 0 0 0,-13 1-9 0 0,0 0-1 0 0,0 0 0 0 0,1 0 1 0 0,-1 0-1 0 0,0 0 0 0 0,0 0 1 0 0,0 0-1 0 0,1 0 0 0 0,-1 0 1 0 0,0 0-1 0 0,0 0 1 0 0,1 0-1 0 0,-1 1 0 0 0,0-1 1 0 0,0 0-1 0 0,0 0 0 0 0,1 0 1 0 0,-1 0-1 0 0,0 0 0 0 0,0 0 1 0 0,0 1-1 0 0,0-1 0 0 0,1 0 1 0 0,-1 0-1 0 0,0 0 1 0 0,0 1-1 0 0,0-1 0 0 0,0 0 1 0 0,0 0-1 0 0,0 0 0 0 0,1 1 1 0 0,-1-1-1 0 0,0 0 0 0 0,0 0 1 0 0,0 1-1 0 0,0-1 1 0 0,0 0-1 0 0,0 1 0 0 0,-3 6-398 0 0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7:26.02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4836 0 0,'11'12'10109'0'0,"7"-8"-4710"0"0,-9-3-5206 0 0,22 0-1071 0 0,-2 0 877 0 0,0-2-1 0 0,42-7 1 0 0,-24 2-47 0 0,-43 5-44 0 0,0 1 0 0 0,1 0 0 0 0,-1 0 1 0 0,8 1-1 0 0,-2 3-2039 0 0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7:26.76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54 2304 0 0,'20'-5'17356'0'0,"17"1"-17356"0"0,69-16 0 0 0,-12 1 0 0 0,-84 17 0 0 0,-7 1 0 0 0,-1 0 0 0 0,1 0 0 0 0,-1 1 0 0 0,1 0 0 0 0,0-1 0 0 0,-1 1 0 0 0,1 0 0 0 0,0 0 0 0 0,5 1 0 0 0,-8 0-5 0 0,0-1 1 0 0,0 0-1 0 0,0 0 0 0 0,1 0 1 0 0,-1 0-1 0 0,0 1 0 0 0,0-1 1 0 0,0 0-1 0 0,0 0 0 0 0,1 0 0 0 0,-1 1 1 0 0,0-1-1 0 0,0 0 0 0 0,0 0 1 0 0,0 1-1 0 0,0-1 0 0 0,0 0 0 0 0,0 0 1 0 0,0 1-1 0 0,0-1 0 0 0,0 0 1 0 0,0 0-1 0 0,0 1 0 0 0,0-1 1 0 0,0 0-1 0 0,0 0 0 0 0,0 1 0 0 0,0-1 1 0 0,0 0-1 0 0,0 0 0 0 0,0 1 1 0 0,0-1-1 0 0,0 0 0 0 0,0 0 0 0 0,-1 1 1 0 0,1-1-1 0 0,0 0 0 0 0,0 0 1 0 0,0 0-1 0 0,0 1 0 0 0,-1-1 1 0 0,1 0-1 0 0,0 0 0 0 0,0 0 0 0 0,0 0 1 0 0,-1 1-1 0 0,1-1 0 0 0,0 0 1 0 0,-11 10-311 0 0,-2-1-216 0 0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7:26.89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23 0 2576 0 0,'-18'16'10263'0'0,"14"-8"-9584"0"0,4-6-406 0 0,0-1 1 0 0,0 1-1 0 0,1-1 0 0 0,-1 1 0 0 0,1-1 0 0 0,-1 1 0 0 0,1-1 1 0 0,0 0-1 0 0,-1 1 0 0 0,1-1 0 0 0,0 1 0 0 0,0-1 0 0 0,0 0 1 0 0,0 0-1 0 0,0 0 0 0 0,0 0 0 0 0,0 0 0 0 0,0 0 0 0 0,1 0 1 0 0,1 1-1 0 0,1 1-192 0 0,0 0 0 0 0,1-1 0 0 0,-1 0 0 0 0,9 3 0 0 0,-5-3-81 0 0,0 0 0 0 0,0-1-1 0 0,0 0 1 0 0,1 0 0 0 0,-1-1 0 0 0,0 0-1 0 0,13-1 1 0 0,58-15 16 0 0,-2 2-306 0 0,-60 12-374 0 0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7:28.59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 32 3456 0 0,'-4'-11'14783'0'0,"4"7"-13362"0"0,6 0-1421 0 0,8 0-18 0 0,-1 2 0 0 0,1-1 0 0 0,-1 1 0 0 0,1 1-1 0 0,0 1 1 0 0,0 0 0 0 0,0 0 0 0 0,-1 2 0 0 0,1 0-1 0 0,0 0 1 0 0,-1 1 0 0 0,1 1 0 0 0,21 9 0 0 0,-19-8-1046 0 0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7:29.15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24 156 3456 0 0,'-7'-7'3319'0'0,"5"5"-2212"0"0,0-1-1 0 0,0 0 1 0 0,1 0 0 0 0,-1 0-1 0 0,1 0 1 0 0,-1 0-1 0 0,1 0 1 0 0,-1-4-1 0 0,2 4-793 0 0,-1 0 0 0 0,1 0 0 0 0,0-1 0 0 0,0 1 0 0 0,0 0 0 0 0,0 0 0 0 0,0 0 0 0 0,1 0-1 0 0,0-1 1 0 0,1-2 0 0 0,-1 1-345 0 0,1 1 0 0 0,0 0-1 0 0,0 0 1 0 0,0 0 0 0 0,1 0 0 0 0,0 1-1 0 0,-1-1 1 0 0,1 1 0 0 0,0-1 0 0 0,1 1-1 0 0,-1 0 1 0 0,0 0 0 0 0,1 1 0 0 0,0-1-1 0 0,6-3 1 0 0,-1 2 32 0 0,-1 1 0 0 0,1 0 0 0 0,0 0 0 0 0,1 0 0 0 0,-1 1 0 0 0,0 1 0 0 0,1 0 0 0 0,-1 0 0 0 0,1 1 0 0 0,0 0 0 0 0,14 2 0 0 0,-19-1 0 0 0,0 0 0 0 0,-1 0 0 0 0,1 0 0 0 0,-1 1 0 0 0,1 0 0 0 0,-1 0 0 0 0,0 0 0 0 0,0 0 0 0 0,0 0 0 0 0,8 7 0 0 0,-10-6 0 0 0,1-1 0 0 0,-1 1 0 0 0,1 0 0 0 0,-1 0 0 0 0,0 0 0 0 0,0 0 0 0 0,-1 1 0 0 0,1-1 0 0 0,0 1 0 0 0,-1-1 0 0 0,0 1 0 0 0,0-1 0 0 0,0 1 0 0 0,0 0 0 0 0,0 4 0 0 0,-1-1 0 0 0,-1-1 0 0 0,1 0 0 0 0,-1 0 0 0 0,0 1 0 0 0,0-1 0 0 0,-1 0 0 0 0,0 0 0 0 0,0 0 0 0 0,0 0 0 0 0,-1 0 0 0 0,0-1 0 0 0,0 1 0 0 0,-4 5 0 0 0,-6 7 0 0 0,-1 0 0 0 0,-21 21 0 0 0,-3-2-21 0 0,-24 26 41 0 0,55-55-20 0 0,1 0 0 0 0,0 1 1 0 0,0 0-1 0 0,1 0 0 0 0,0 0 0 0 0,-4 13 0 0 0,8-21 0 0 0,0 1 0 0 0,1 0 0 0 0,-1 0 0 0 0,1 0 0 0 0,-1 0 0 0 0,1 0 0 0 0,0 0 0 0 0,0 0 0 0 0,0 0 0 0 0,0-1 0 0 0,0 1 0 0 0,0 0 0 0 0,0 0 0 0 0,1 0 0 0 0,-1 0 0 0 0,1 0 0 0 0,-1 0 0 0 0,1 0 0 0 0,0-1 0 0 0,0 1 0 0 0,0 0 0 0 0,0-1 0 0 0,0 1 0 0 0,0 0 0 0 0,0-1 0 0 0,1 1 0 0 0,-1-1 0 0 0,0 0 0 0 0,1 1 0 0 0,-1-1 0 0 0,1 0 0 0 0,0 0 0 0 0,-1 0 0 0 0,1 0 0 0 0,0 0 0 0 0,2 1 0 0 0,7 2 0 0 0,0-1 0 0 0,0 0 0 0 0,0 0 0 0 0,22 2 0 0 0,-29-5 0 0 0,14 2-36 0 0,0-1 0 0 0,1-1 0 0 0,-1-1 0 0 0,24-3 0 0 0,70-20-534 0 0,-96 21 1143 0 0,-15 3-563 0 0,0 0 0 0 0,0 0 0 0 0,0 0 0 0 0,-1-1-1 0 0,1 1 1 0 0,0 0 0 0 0,0 1 0 0 0,-1-1 0 0 0,1 0 0 0 0,0 0-1 0 0,0 0 1 0 0,-1 0 0 0 0,1 0 0 0 0,0 1 0 0 0,0-1 0 0 0,-1 0-1 0 0,2 1 1 0 0,-2 0-48 0 0,0 0-1 0 0,0 0 0 0 0,0-1 1 0 0,0 1-1 0 0,-1 0 1 0 0,1 0-1 0 0,0-1 0 0 0,0 1 1 0 0,0 0-1 0 0,-1 0 1 0 0,1-1-1 0 0,0 1 1 0 0,-1 0-1 0 0,0 1 0 0 0,-5 4-2727 0 0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7:30.09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24 59 3456 0 0,'9'-33'13396'0'0,"-7"18"-9695"0"0,-3 5-4594 0 0,-1 9 893 0 0,-1 5 0 0 0,-2 7 0 0 0,-1 8 0 0 0,1 0 0 0 0,1 1 0 0 0,0 0 0 0 0,2-1 0 0 0,-1 22 0 0 0,7 103 0 0 0,-3-121 0 0 0,-1-21 0 0 0,5 45 0 0 0,-5-43 0 0 0,1 1 0 0 0,0-1 0 0 0,1 0 0 0 0,-1 0 0 0 0,1 0 0 0 0,-1-1 0 0 0,1 1 0 0 0,0 0 0 0 0,3 3 0 0 0,-5-6-21 0 0,1-1-1 0 0,-1 0 1 0 0,0 0-1 0 0,0 1 1 0 0,0-1-1 0 0,1 0 1 0 0,-1 0-1 0 0,0 1 1 0 0,0-1-1 0 0,1 0 1 0 0,-1 0-1 0 0,0 1 1 0 0,0-1-1 0 0,1 0 1 0 0,-1 0-1 0 0,0 0 1 0 0,1 0-1 0 0,-1 0 1 0 0,0 1-1 0 0,1-1 1 0 0,-1 0-1 0 0,0 0 0 0 0,1 0 1 0 0,-1 0-1 0 0,0 0 1 0 0,1 0-1 0 0,-1 0 1 0 0,0 0-1 0 0,1 0 1 0 0,-1 0-1 0 0,0 0 1 0 0,1 0-1 0 0,-1-1 1 0 0,0 1-1 0 0,1 0 1 0 0,-1 0-1 0 0,1 0 1 0 0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7:30.28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50 5760 0 0,'9'-3'13378'0'0,"7"9"-13474"0"0,-10-4 714 0 0,3 0-618 0 0,1 0-1 0 0,0 0 1 0 0,0-1 0 0 0,0-1-1 0 0,0 0 1 0 0,0 0 0 0 0,0-1-1 0 0,12-2 1 0 0,9-4 10 0 0,37-14 1 0 0,-39 12-169 0 0,44-9 1 0 0,-52 15-1059 0 0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7:32.17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108 235 2072 0 0,'-8'-18'9389'0'0,"-3"-5"-3093"0"0,9 19-6058 0 0,0 1 0 0 0,0-1 0 0 0,-1 1 0 0 0,1-1 0 0 0,-1 1-1 0 0,0 0 1 0 0,-4-3 0 0 0,7 6-238 0 0,0-1 0 0 0,0 1 0 0 0,0 0 0 0 0,0 0 0 0 0,-1 0 0 0 0,1 0 0 0 0,0 0 0 0 0,0-1 0 0 0,0 1 0 0 0,0 0 0 0 0,-1 0 0 0 0,1 0 0 0 0,0 0 0 0 0,0 0 0 0 0,0 0 0 0 0,-1 0 0 0 0,1 0 0 0 0,0 0 0 0 0,0 0 0 0 0,-1 0 0 0 0,1 0 0 0 0,0 0 0 0 0,0 0 0 0 0,0 0 0 0 0,-1 0 0 0 0,1 0 0 0 0,0 0 0 0 0,0 0 0 0 0,0 0 0 0 0,-1 0 0 0 0,1 0 0 0 0,0 0 0 0 0,0 1 0 0 0,0-1 0 0 0,-1 0 0 0 0,1 0 0 0 0,-4 9 0 0 0,3 11 0 0 0,3-8 0 0 0,0 0 0 0 0,0 0 0 0 0,1-1 0 0 0,0 1 0 0 0,1-1 0 0 0,0 0 0 0 0,1 0 0 0 0,0 0 0 0 0,13 19 0 0 0,5 1 0 0 0,46 50 0 0 0,4 4 0 0 0,-68-78 0 0 0,-1 0 0 0 0,1 0 0 0 0,-1 0 0 0 0,-1 0 0 0 0,0 1 0 0 0,0-1 0 0 0,0 1 0 0 0,3 14 0 0 0,-6-18 0 0 0,1 1 0 0 0,-1-1 0 0 0,0 1 0 0 0,0-1 0 0 0,0 1 0 0 0,0-1 0 0 0,-1 0 0 0 0,0 1 0 0 0,0-1 0 0 0,0 1 0 0 0,-1-1 0 0 0,1 0 0 0 0,-1 0 0 0 0,0 0 0 0 0,0 0 0 0 0,0 0 0 0 0,-4 4 0 0 0,4-5 1 0 0,-1 0-1 0 0,1 0 1 0 0,-1-1 0 0 0,1 1-1 0 0,-1-1 1 0 0,0 1-1 0 0,0-1 1 0 0,0 0 0 0 0,0-1-1 0 0,0 1 1 0 0,-1 0-1 0 0,1-1 1 0 0,0 0-1 0 0,-1 1 1 0 0,1-1 0 0 0,-6 0-1 0 0,3 0-12 0 0,0-1-1 0 0,0 0 1 0 0,0 0-1 0 0,0-1 1 0 0,0 0 0 0 0,1 0-1 0 0,-1 0 1 0 0,0-1-1 0 0,-8-3 1 0 0,3 0-486 0 0,0-1 0 0 0,0 0-1 0 0,0 0 1 0 0,1-1 0 0 0,0 0 0 0 0,0-1 0 0 0,1 0 0 0 0,0-1 0 0 0,0 0-1 0 0,1 0 1 0 0,1-1 0 0 0,-1 0 0 0 0,1 0 0 0 0,1-1 0 0 0,-10-21 0 0 0,15 28 498 0 0,0 0 0 0 0,0 0 0 0 0,0 0 0 0 0,0 0 0 0 0,1 0 0 0 0,0-1 0 0 0,0 1 0 0 0,0 0 0 0 0,0 0 0 0 0,1 0 0 0 0,-1-1 0 0 0,1 1 0 0 0,0 0 0 0 0,0 0 0 0 0,1 0 0 0 0,-1 0 0 0 0,1 1 0 0 0,0-1 0 0 0,0 0 0 0 0,0 1 0 0 0,4-5 0 0 0,5-6 0 0 0,1 2 0 0 0,0 0 0 0 0,0 0 0 0 0,15-10 0 0 0,1-1 0 0 0,16-14 5 0 0,-17 15 4 0 0,-1-2 0 0 0,40-44 0 0 0,-63 64-9 0 0,0-1 0 0 0,1 0 0 0 0,-1 0 0 0 0,-1 0 0 0 0,1 0 0 0 0,-1-1 0 0 0,0 1 0 0 0,0-1 0 0 0,-1 1 0 0 0,1-1 0 0 0,-1 1 0 0 0,-1-1 0 0 0,1 0 0 0 0,-1 0 0 0 0,0 0 0 0 0,0 1 0 0 0,0-1 0 0 0,-1 0 0 0 0,0 0 0 0 0,0 1 0 0 0,-1-1 0 0 0,0 1 0 0 0,0-1 0 0 0,0 1 0 0 0,0 0 0 0 0,-1 0 0 0 0,0-1 0 0 0,0 2 0 0 0,0-1 0 0 0,0 0 0 0 0,-1 1 0 0 0,0-1 0 0 0,0 1 0 0 0,0 0 0 0 0,-1 1 0 0 0,1-1 0 0 0,-1 1 0 0 0,0 0 0 0 0,0 0 0 0 0,0 0 0 0 0,0 1 0 0 0,-1-1 0 0 0,1 1 0 0 0,-1 1 0 0 0,1-1 0 0 0,-1 1 0 0 0,1 0 0 0 0,-7-1 0 0 0,6 2-24 0 0,0 0 1 0 0,-1 1 0 0 0,1-1 0 0 0,0 1-1 0 0,0 0 1 0 0,0 1 0 0 0,0 0 0 0 0,0 0-1 0 0,1 0 1 0 0,-1 0 0 0 0,0 1-1 0 0,1 0 1 0 0,0 0 0 0 0,-1 1 0 0 0,1-1-1 0 0,1 1 1 0 0,-1 0 0 0 0,0 0 0 0 0,1 1-1 0 0,0-1 1 0 0,0 1 0 0 0,1 0 0 0 0,-1 0-1 0 0,1 1 1 0 0,0-1 0 0 0,0 1 0 0 0,1-1-1 0 0,-1 1 1 0 0,1 0 0 0 0,1 0 0 0 0,-1 0-1 0 0,1 0 1 0 0,0 0 0 0 0,0 7 0 0 0,3 12-3847 0 0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7:32.35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36 23 8524 0 0,'-8'-7'10486'0'0,"6"5"-10114"0"0,-1-1-94 0 0,-1 0-278 0 0,-1-1 0 0 0,2 1 0 0 0,-1 3 0 0 0,3 0-704 0 0,-3 5 1408 0 0,3 5-1604 0 0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7:33.18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77 84 2532 0 0,'11'-22'8771'0'0,"0"1"-3658"0"0,9-20-1869 0 0,-43 70-3244 0 0,10-13 0 0 0,-27 42 0 0 0,36-52 0 0 0,1 1 0 0 0,0 0 0 0 0,0 0 0 0 0,0 1 0 0 0,0-1 0 0 0,-2 15 0 0 0,5-19 1 0 0,0-1-1 0 0,0 1 1 0 0,0 0-1 0 0,0-1 1 0 0,0 1-1 0 0,0-1 0 0 0,1 1 1 0 0,-1-1-1 0 0,1 1 1 0 0,0-1-1 0 0,-1 0 1 0 0,1 1-1 0 0,0-1 1 0 0,1 0-1 0 0,-1 0 1 0 0,0 1-1 0 0,1-1 1 0 0,-1 0-1 0 0,1 0 0 0 0,-1-1 1 0 0,1 1-1 0 0,3 2 1 0 0,4 3-15 0 0,-1-2 0 0 0,1 1 0 0 0,1-2 1 0 0,12 7-1 0 0,-12-7-533 0 0,-1 0 1 0 0,0 1 0 0 0,12 7-1 0 0,-17-9 293 0 0,-1 1 0 0 0,0-1 1 0 0,0 1-1 0 0,0-1 0 0 0,0 1 0 0 0,0 0 0 0 0,-1 0 0 0 0,0 0 0 0 0,1 0 0 0 0,-2 0 0 0 0,1 1 0 0 0,0-1 0 0 0,-1 1 0 0 0,0-1 0 0 0,0 1 0 0 0,0 0 0 0 0,-1-1 1 0 0,1 1-1 0 0,-1 0 0 0 0,0-1 0 0 0,-1 1 0 0 0,1 0 0 0 0,-2 7 0 0 0,1-6 253 0 0,-1 0 0 0 0,0-1 0 0 0,0 1-1 0 0,0 0 1 0 0,0-1 0 0 0,-1 1 0 0 0,0-1 0 0 0,0 1 0 0 0,-1-1 0 0 0,1 0 0 0 0,-1-1-1 0 0,0 1 1 0 0,0-1 0 0 0,-1 1 0 0 0,1-1 0 0 0,-1-1 0 0 0,-10 7 0 0 0,13-9 5 0 0,0 0 0 0 0,0 0 0 0 0,0 0 0 0 0,0 0 0 0 0,0 0 0 0 0,0-1 0 0 0,0 1 0 0 0,-1-1 0 0 0,1 1 0 0 0,0-1 0 0 0,0 0 0 0 0,0 0 0 0 0,-1 0 0 0 0,1 0 0 0 0,0 0 0 0 0,0-1 0 0 0,0 1 0 0 0,-1-1 0 0 0,-1 0 0 0 0,1-1 12 0 0,1 1 0 0 0,-1-1 0 0 0,0 0 0 0 0,1 0 0 0 0,-1 0 0 0 0,1 0 0 0 0,-1 0 1 0 0,1 0-1 0 0,0-1 0 0 0,0 1 0 0 0,-3-6 0 0 0,-1-4-218 0 0,0 0 1 0 0,1 0-1 0 0,0-1 0 0 0,-6-26 1 0 0,6 18-3590 0 0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7:33.32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0 112 4144 0 0,'4'-5'1190'0'0,"0"1"0"0"0,0-1 1 0 0,1 0-1 0 0,-1 1 0 0 0,1 0 0 0 0,0 0 1 0 0,0 1-1 0 0,1-1 0 0 0,-1 1 0 0 0,7-3 1 0 0,9-3 302 0 0,31-9 1 0 0,-36 13-2058 0 0,14-4 569 0 0,59-10 0 0 0,-70 17-30 0 0,-1 0-1 0 0,1 1 1 0 0,0 1-1 0 0,26 3 1 0 0,-24 2-427 0 0,-3 2-1317 0 0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7:33.57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32 21 5296 0 0,'-7'4'-650'0'0,"-10"10"8288"0"0,11-6-5721 0 0,6-8-1642 0 0,-1 1 0 0 0,1 0 1 0 0,0-1-1 0 0,0 1 0 0 0,0 0 1 0 0,-1-1-1 0 0,1 1 0 0 0,0 0 1 0 0,0-1-1 0 0,0 1 0 0 0,0 0 1 0 0,0 0-1 0 0,1-1 0 0 0,-1 1 1 0 0,0 0-1 0 0,0-1 0 0 0,1 2 1 0 0,8 10 227 0 0,-5-9-503 0 0,0-1 0 0 0,0 1 0 0 0,0-1 0 0 0,1 1 0 0 0,0-1 0 0 0,-1-1 0 0 0,1 1 0 0 0,0-1 0 0 0,0 1 0 0 0,0-1 0 0 0,7 0 0 0 0,9 1 0 0 0,28-2 0 0 0,-17-2-387 0 0,0-1-1 0 0,0-2 1 0 0,41-11 0 0 0,91-36-4382 0 0,-147 46 4099 0 0,-11 4 312 0 0,-2 0 335 0 0,1 0 0 0 0,-1 1 1 0 0,1-1-1 0 0,-1 1 0 0 0,1 0 0 0 0,0 1 0 0 0,-1-1 0 0 0,1 1 1 0 0,8 0-1 0 0,-13 0 65 0 0,1 0 1 0 0,-1 1-1 0 0,0-1 1 0 0,0 0-1 0 0,1 0 1 0 0,-1 1 0 0 0,0-1-1 0 0,0 0 1 0 0,1 0-1 0 0,-1 1 1 0 0,0-1-1 0 0,0 0 1 0 0,0 1-1 0 0,0-1 1 0 0,1 0-1 0 0,-1 1 1 0 0,0-1-1 0 0,0 0 1 0 0,0 1 0 0 0,0-1-1 0 0,0 0 1 0 0,0 1-1 0 0,0-1 1 0 0,0 1-1 0 0,0-1 1 0 0,0 0-1 0 0,0 1 1 0 0,0-1-1 0 0,0 0 1 0 0,0 1-1 0 0,0-1 1 0 0,-1 0 0 0 0,1 1-1 0 0,0 2 175 0 0,-2 10-132 0 0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7:34.10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104 198 1612 0 0,'5'10'18048'0'0,"8"18"-18048"0"0,30 48 0 0 0,3-18 0 0 0,-33-44 0 0 0,-2 0 0 0 0,0 0 0 0 0,-1 1 0 0 0,0 0 0 0 0,8 19 0 0 0,-16-30 0 0 0,-1 0-1 0 0,1 0 1 0 0,-1 1-1 0 0,0-1 0 0 0,0 1 1 0 0,-1-1-1 0 0,1 1 1 0 0,-1-1-1 0 0,0 1 1 0 0,0-1-1 0 0,-1 1 1 0 0,1-1-1 0 0,-1 1 1 0 0,0-1-1 0 0,0 1 1 0 0,-3 5-1 0 0,1-4 3 0 0,0 0 0 0 0,0-1-1 0 0,-1 1 1 0 0,1-1 0 0 0,-1 0 0 0 0,0 0 0 0 0,-1 0-1 0 0,1-1 1 0 0,-1 1 0 0 0,-9 5 0 0 0,6-4-294 0 0,0-1 0 0 0,0-1 0 0 0,0 1 0 0 0,-1-2 0 0 0,0 1 0 0 0,1-1 0 0 0,-1 0 0 0 0,0-1 0 0 0,0 0-1 0 0,-1 0 1 0 0,1-1 0 0 0,0 0 0 0 0,0-1 0 0 0,-1 0 0 0 0,1-1 0 0 0,-11-1 0 0 0,16 1 84 0 0,-1 0-1 0 0,1 0 0 0 0,0-1 1 0 0,0 1-1 0 0,0-1 0 0 0,1 0 1 0 0,-1-1-1 0 0,0 1 0 0 0,1 0 1 0 0,-1-1-1 0 0,1 0 0 0 0,0 0 1 0 0,-3-3-1 0 0,4 3 268 0 0,0 0 0 0 0,0 1 0 0 0,1-1 0 0 0,-1 0-1 0 0,1 0 1 0 0,0 0 0 0 0,0 0 0 0 0,0 0 0 0 0,0 0 0 0 0,0 0 0 0 0,1-1 0 0 0,-1 1 0 0 0,1 0-1 0 0,0 0 1 0 0,0-1 0 0 0,0 1 0 0 0,0 0 0 0 0,1-3 0 0 0,2-4 258 0 0,-1 0 0 0 0,2 1 1 0 0,-1 0-1 0 0,1-1 0 0 0,1 2 0 0 0,-1-1 1 0 0,2 0-1 0 0,10-14 0 0 0,8-5-1849 0 0,26-25 0 0 0,-45 49 1309 0 0,33-33-300 0 0,50-54 326 0 0,-78 79 206 0 0,-1 0 1 0 0,0-1 0 0 0,0 0 0 0 0,-2 0-1 0 0,13-28 1 0 0,-19 36-5 0 0,1 1 1 0 0,-1 0-1 0 0,0-1 0 0 0,0 1 0 0 0,0-1 1 0 0,0 1-1 0 0,-1-1 0 0 0,0 1 0 0 0,0-1 1 0 0,0 0-1 0 0,-1 1 0 0 0,1-1 0 0 0,-1 1 0 0 0,0-1 1 0 0,0 1-1 0 0,-1 0 0 0 0,1-1 0 0 0,-1 1 1 0 0,0 0-1 0 0,0 0 0 0 0,-1 0 0 0 0,1 0 1 0 0,-1 1-1 0 0,0-1 0 0 0,0 0 0 0 0,0 1 0 0 0,0 0 1 0 0,0 0-1 0 0,-1 0 0 0 0,0 0 0 0 0,1 1 1 0 0,-1-1-1 0 0,0 1 0 0 0,0 0 0 0 0,0 0 1 0 0,-1 0-1 0 0,1 1 0 0 0,-6-2 0 0 0,2 1 44 0 0,-1 1 1 0 0,1-1-1 0 0,-1 2 0 0 0,0-1 0 0 0,1 1 1 0 0,-1 0-1 0 0,0 1 0 0 0,1 0 0 0 0,-1 1 0 0 0,-14 4 1 0 0,16-5-89 0 0,1 2 0 0 0,0-1 1 0 0,0 1-1 0 0,0 0 0 0 0,0 0 0 0 0,1 0 1 0 0,-1 1-1 0 0,1 0 0 0 0,0 0 0 0 0,0 0 1 0 0,0 1-1 0 0,0 0 0 0 0,1 0 1 0 0,-7 10-1 0 0,10-13-21 0 0,-1 1 0 0 0,1-1 0 0 0,1 1 0 0 0,-1-1 1 0 0,0 1-1 0 0,0-1 0 0 0,1 1 0 0 0,-1 0 0 0 0,1-1 0 0 0,0 1 1 0 0,0 0-1 0 0,0-1 0 0 0,0 1 0 0 0,1 0 0 0 0,-1-1 0 0 0,1 1 0 0 0,-1-1 1 0 0,1 1-1 0 0,0-1 0 0 0,0 1 0 0 0,0-1 0 0 0,0 1 0 0 0,0-1 0 0 0,1 0 1 0 0,-1 0-1 0 0,1 1 0 0 0,0-1 0 0 0,-1 0 0 0 0,1 0 0 0 0,0-1 0 0 0,3 3 1 0 0,13 9-3613 0 0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7:34.45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43 18 460 0 0,'24'-15'18255'0'0,"-17"14"-15991"0"0,0 0-3891 0 0,-2 1 1683 0 0,1 0 0 0 0,-1 0 0 0 0,0 0-1 0 0,1 1 1 0 0,5 1 0 0 0,-10-2-56 0 0,-1 0-1 0 0,1 0 1 0 0,0 0-1 0 0,0 0 1 0 0,-1 0-1 0 0,1 0 0 0 0,0 1 1 0 0,-1-1-1 0 0,1 0 1 0 0,0 0-1 0 0,-1 1 1 0 0,1-1-1 0 0,-1 1 1 0 0,1-1-1 0 0,-1 1 1 0 0,1-1-1 0 0,0 0 1 0 0,-1 1-1 0 0,0 0 0 0 0,1-1 1 0 0,-1 1-1 0 0,1-1 1 0 0,-1 1-1 0 0,0 0 1 0 0,1-1-1 0 0,-1 1 1 0 0,0 0-1 0 0,1-1 1 0 0,-1 1-1 0 0,0 0 0 0 0,0-1 1 0 0,0 1-1 0 0,0 0 1 0 0,0-1-1 0 0,0 1 1 0 0,0 0-1 0 0,0 0 1 0 0,0-1-1 0 0,0 1 1 0 0,0 0-1 0 0,0-1 1 0 0,-1 1-1 0 0,1 0 0 0 0,0-1 1 0 0,0 1-1 0 0,-1 0 1 0 0,1-1-1 0 0,0 1 1 0 0,-1 0-1 0 0,-5 8-3 0 0,-1 0 0 0 0,0-1-1 0 0,0 0 1 0 0,0 0 0 0 0,-1 0 0 0 0,-10 6-1 0 0,5-3-9 0 0,-16 18 0 0 0,26-25 20 0 0,-1 0 1 0 0,1 0-1 0 0,0 1 1 0 0,0 0-1 0 0,1-1 1 0 0,-1 1-1 0 0,1 0 1 0 0,-2 8-1 0 0,3-12-6 0 0,1 0 0 0 0,0 0 0 0 0,-1 1 0 0 0,1-1 0 0 0,0 0 0 0 0,0 0 0 0 0,0 1 0 0 0,0-1 0 0 0,0 0 0 0 0,0 1 0 0 0,0-1 0 0 0,0 0 0 0 0,0 0 0 0 0,0 1 0 0 0,1-1 0 0 0,-1 0 0 0 0,1 0 0 0 0,-1 0 0 0 0,1 1 0 0 0,-1-1 0 0 0,1 0 0 0 0,0 0 0 0 0,0 1 0 0 0,1-1 0 0 0,-1 0 0 0 0,1 0 0 0 0,-1 0 0 0 0,1 0 0 0 0,0 0 0 0 0,-1 0 0 0 0,1-1 0 0 0,0 1 0 0 0,0-1 0 0 0,0 1 0 0 0,-1-1 0 0 0,1 0 0 0 0,0 1 0 0 0,2-1 0 0 0,7-1 0 0 0,1 1 0 0 0,-1-2 0 0 0,0 0 0 0 0,12-3 0 0 0,-23 5 0 0 0,55-15-1106 0 0,-31 7-3061 0 0,-11 5 273 0 0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7:34.84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739 124 1352 0 0,'14'-66'8553'0'0,"-1"12"1133"0"0,-13 50-9645 0 0,-3 4-17 0 0,-5 10-14 0 0,-9 15-16 0 0,-50 87-195 0 0,-264 401-6260 0 0,228-378 3324 0 0,-53 75 2924 0 0,144-193 125 0 0,1 1 0 0 0,1 0 0 0 0,0 1 0 0 0,1 0 0 0 0,1 1 0 0 0,-8 31 0 0 0,12-29-3144 0 0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7:35.22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601 12 3456 0 0,'23'-11'15506'0'0,"-22"12"-15182"0"0,-1-1-311 0 0,0 0-1 0 0,0 1 0 0 0,0-1 1 0 0,0 0-1 0 0,0 1 1 0 0,0-1-1 0 0,0 0 1 0 0,0 1-1 0 0,0-1 1 0 0,0 0-1 0 0,0 1 1 0 0,0-1-1 0 0,0 0 0 0 0,0 1 1 0 0,0-1-1 0 0,0 0 1 0 0,0 1-1 0 0,0-1 1 0 0,0 0-1 0 0,0 1 1 0 0,-1-1-1 0 0,1 0 1 0 0,0 1-1 0 0,0-1 0 0 0,-1 1 1 0 0,-6 12 0 0 0,0 0 0 0 0,-1 0 1 0 0,0 0-1 0 0,-1-1 0 0 0,-1-1 0 0 0,-14 15 1 0 0,-78 66-402 0 0,88-80 197 0 0,-204 191-5398 0 0,193-174 4949 0 0,1 0 1 0 0,-33 55 0 0 0,43-59 1233 0 0,1 1 0 0 0,-11 32 0 0 0,16-35 286 0 0,5-13-299 0 0,0-1 0 0 0,0 1 0 0 0,-1-1 0 0 0,0 0 0 0 0,0-1 0 0 0,-1 1 0 0 0,-1-1 0 0 0,-6 9 0 0 0,6-12-429 0 0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7:36.10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9 131 4376 0 0,'0'-19'13837'0'0,"1"17"-13437"0"0,1-1-1 0 0,-1 1 0 0 0,1 0 0 0 0,-1 0 1 0 0,1 0-1 0 0,3-3 0 0 0,3-2-1100 0 0,0 1 0 0 0,14-9 0 0 0,-19 14 1456 0 0,15-10-755 0 0,0 1 0 0 0,1 1 0 0 0,0 1 0 0 0,1 0 0 0 0,36-8 0 0 0,-53 16 0 0 0,0-1 0 0 0,0 1 0 0 0,0-1 0 0 0,0 1 0 0 0,0 0 0 0 0,0 0 0 0 0,0 0 0 0 0,0 1 0 0 0,0-1 0 0 0,0 1 0 0 0,0-1 0 0 0,0 1 0 0 0,4 2 0 0 0,-6-2 0 0 0,1 0 0 0 0,-1 0 0 0 0,0 0 0 0 0,1 0 0 0 0,-1 0 0 0 0,0 0 0 0 0,0 1 0 0 0,0-1 0 0 0,0 0 0 0 0,0 1 0 0 0,0-1 0 0 0,0 1 0 0 0,0-1 0 0 0,-1 1 0 0 0,1-1 0 0 0,-1 1 0 0 0,1 0 0 0 0,-1-1 0 0 0,1 1 0 0 0,-1 0 0 0 0,0-1 0 0 0,0 1 0 0 0,0 0 0 0 0,0-1 0 0 0,0 3 0 0 0,-2 6 0 0 0,1-1-1 0 0,-1 0 1 0 0,0 0-1 0 0,-1-1 1 0 0,0 1-1 0 0,0 0 1 0 0,-1-1-1 0 0,0 0 1 0 0,-1 0-1 0 0,0 0 1 0 0,0 0-1 0 0,-10 10 1 0 0,-8 9 3 0 0,-50 42 1 0 0,71-68-5 0 0,-15 13 1 0 0,8-6 0 0 0,0 0 0 0 0,0 0 0 0 0,-13 18 0 0 0,22-26 0 0 0,-1 0 0 0 0,1 0 0 0 0,0 0 0 0 0,0 1 0 0 0,0-1 0 0 0,0 0 0 0 0,0 0 0 0 0,-1 0 0 0 0,1 1 0 0 0,0-1 0 0 0,0 0 0 0 0,0 0 0 0 0,0 0 0 0 0,0 1 0 0 0,0-1 0 0 0,0 0 0 0 0,0 0 0 0 0,0 1 0 0 0,0-1 0 0 0,0 0 0 0 0,0 0 0 0 0,0 1 0 0 0,0-1 0 0 0,0 0 0 0 0,0 0 0 0 0,0 1 0 0 0,0-1 0 0 0,0 0 0 0 0,0 0 0 0 0,0 0 0 0 0,1 1 0 0 0,7 2 0 0 0,17-5 0 0 0,-18 1 0 0 0,11 1 26 0 0,0 0 0 0 0,1 1 0 0 0,-1 1 0 0 0,0 1 0 0 0,0 0-1 0 0,0 2 1 0 0,-1 0 0 0 0,1 0 0 0 0,20 11 0 0 0,-30-12-97 0 0,0 1 0 0 0,-1 0 1 0 0,1 0-1 0 0,-1 0 0 0 0,0 1 0 0 0,-1 0 1 0 0,1 0-1 0 0,-1 1 0 0 0,6 7 0 0 0,-9-8-185 0 0,1-1-1 0 0,-1 1 0 0 0,0 0 0 0 0,0 0 0 0 0,-1 1 1 0 0,0-1-1 0 0,0 0 0 0 0,0 1 0 0 0,-1-1 1 0 0,0 1-1 0 0,0 0 0 0 0,-1-1 0 0 0,0 10 0 0 0,0-8-233 0 0,-1 1-1 0 0,0-1 1 0 0,-1 0-1 0 0,1 0 1 0 0,-6 12-1 0 0,4-14 446 0 0,1 1 1 0 0,-2-1-1 0 0,1 0 0 0 0,-1 0 1 0 0,0-1-1 0 0,0 1 0 0 0,0-1 1 0 0,-1 0-1 0 0,0 0 0 0 0,0 0 1 0 0,0 0-1 0 0,-1-1 0 0 0,1 0 1 0 0,-1 0-1 0 0,0-1 0 0 0,0 0 1 0 0,-1 0-1 0 0,-8 3 0 0 0,-7 1 122 0 0,0-2 0 0 0,-1 0 0 0 0,0-2 0 0 0,0 0 0 0 0,0-2 0 0 0,0 0 0 0 0,-1-2 0 0 0,-25-3 0 0 0,32 0-69 0 0,14 3-75 0 0,0-1-1 0 0,0 2 1 0 0,0-1-1 0 0,0 0 1 0 0,1 1-1 0 0,-1-1 1 0 0,0 1 0 0 0,0 0-1 0 0,0 0 1 0 0,0 0-1 0 0,0 0 1 0 0,-4 1-1 0 0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7:48.63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61 260 2764 0 0,'-25'-3'14465'0'0,"23"3"-14058"0"0,0-1 0 0 0,0 0 0 0 0,0 0 0 0 0,0 0 0 0 0,0 0 0 0 0,0 0 0 0 0,-3-2-1 0 0,3 2-447 0 0,1-1 0 0 0,-1 0 0 0 0,1 1 0 0 0,0-1-1 0 0,-1 0 1 0 0,1 0 0 0 0,0 0 0 0 0,0 0 0 0 0,0 0-1 0 0,0 0 1 0 0,1 0 0 0 0,-1 0 0 0 0,0 0-1 0 0,1 0 1 0 0,0 0 0 0 0,-1 0 0 0 0,1 0 0 0 0,0-1-1 0 0,0-1 1 0 0,1-1 41 0 0,-1 0 0 0 0,1 1 0 0 0,0-1 0 0 0,0 1 0 0 0,0-1 0 0 0,1 1 0 0 0,0-1 0 0 0,0 1 0 0 0,0 0 0 0 0,0 0 0 0 0,1 0 0 0 0,-1 0 0 0 0,1 0 0 0 0,0 0 0 0 0,0 1 0 0 0,0 0 0 0 0,6-5 0 0 0,-3 3 0 0 0,0 0 0 0 0,0 1 0 0 0,1 0 0 0 0,-1 0 0 0 0,1 0 0 0 0,0 1 0 0 0,0 0 0 0 0,0 1 0 0 0,1-1 0 0 0,7 0 0 0 0,-10 2 0 0 0,1 0 0 0 0,-1 1 0 0 0,1 0 0 0 0,0 0 0 0 0,-1 0 0 0 0,1 1 0 0 0,-1-1 0 0 0,1 1 0 0 0,-1 1 0 0 0,0-1 0 0 0,1 1 0 0 0,-1 0 0 0 0,0 0 0 0 0,0 0 0 0 0,0 1 0 0 0,-1 0 0 0 0,6 4 0 0 0,-4-3 0 0 0,0 2 0 0 0,-1-1 0 0 0,0 0 0 0 0,0 1 0 0 0,0 0 0 0 0,0 0 0 0 0,-1 1 0 0 0,0-1 0 0 0,-1 1 0 0 0,0 0 0 0 0,0 0 0 0 0,3 8 0 0 0,-4-6 0 0 0,0 1 0 0 0,-1-1 0 0 0,1 1 0 0 0,-2-1 0 0 0,0 1 0 0 0,0-1 0 0 0,0 1 0 0 0,-1 0 0 0 0,-1-1 0 0 0,0 1 0 0 0,0-1 0 0 0,-5 12 0 0 0,-2 3 0 0 0,-1 0 0 0 0,-1-1 0 0 0,-20 31 0 0 0,27-47 0 0 0,1-2 0 0 0,0-1 0 0 0,0 1 0 0 0,0-1 0 0 0,0 1 0 0 0,-1-1 0 0 0,0 0 0 0 0,-4 4 0 0 0,8-8 0 0 0,-1-1 0 0 0,1 1 0 0 0,0 0 0 0 0,0 0 0 0 0,0 0 0 0 0,0-1 0 0 0,0 1 0 0 0,0 0 0 0 0,0 0 0 0 0,0 0 0 0 0,0-1 0 0 0,-1 1 0 0 0,1 0 0 0 0,0 0 0 0 0,0 0 0 0 0,0-1 0 0 0,0 1 0 0 0,0 0 0 0 0,0 0 0 0 0,0 0 0 0 0,1-1 0 0 0,-1 1 0 0 0,0 0 0 0 0,0 0 0 0 0,0 0 0 0 0,0-1 0 0 0,0 1 0 0 0,0 0 0 0 0,0 0 0 0 0,0 0 0 0 0,0-1 0 0 0,1 1 0 0 0,-1 0 0 0 0,0 0 0 0 0,0 0 0 0 0,0 0 0 0 0,1-1 0 0 0,4-11 0 0 0,92-140-1664 0 0,-9 18-3883 0 0,-74 110 5309 0 0,6-8 11 0 0,-2-1 0 0 0,28-67-1 0 0,-45 91 436 0 0,-7 13 296 0 0,-7 14 691 0 0,3 2-998 0 0,0 1-1 0 0,1 0 0 0 0,1 0 1 0 0,2 1-1 0 0,-9 41 0 0 0,11-33-721 0 0,1 0 0 0 0,1 1 0 0 0,5 56 0 0 0,-3-79 349 0 0,1 0 0 0 0,1 0 0 0 0,-1 0 0 0 0,2 0 0 0 0,-1 0 0 0 0,1-1 0 0 0,0 1 1 0 0,0-1-1 0 0,10 15 0 0 0,-11-19 195 0 0,0 0-1 0 0,1 0 1 0 0,-1-1 0 0 0,1 1 0 0 0,0 0 0 0 0,0-1 0 0 0,0 0 0 0 0,0 1 0 0 0,0-1-1 0 0,0-1 1 0 0,1 1 0 0 0,-1 0 0 0 0,0-1 0 0 0,1 1 0 0 0,0-1 0 0 0,-1 0 0 0 0,1-1-1 0 0,0 1 1 0 0,-1 0 0 0 0,1-1 0 0 0,0 0 0 0 0,0 0 0 0 0,5-1 0 0 0,-4 1 284 0 0,0-1 0 0 0,0 1 0 0 0,-1-1 0 0 0,1-1 0 0 0,0 1 0 0 0,-1-1 0 0 0,0 1 0 0 0,1-1 0 0 0,-1 0 0 0 0,0-1 0 0 0,7-4 0 0 0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7:48.78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5 116 3916 0 0,'-1'-1'280'0'0,"1"0"0"0"0,-1 1 0 0 0,1-1 0 0 0,0 0 1 0 0,-1 0-1 0 0,1 0 0 0 0,0 1 0 0 0,-1-1 1 0 0,1 0-1 0 0,0 0 0 0 0,0 0 0 0 0,-1 0 0 0 0,1 0 1 0 0,0 0-1 0 0,0 1 0 0 0,0-1 0 0 0,0 0 0 0 0,1 0 1 0 0,-1 0-1 0 0,0 0 0 0 0,0 0 0 0 0,0 0 0 0 0,1 1 1 0 0,-1-1-1 0 0,0 0 0 0 0,1 0 0 0 0,-1 0 0 0 0,1 1 1 0 0,-1-1-1 0 0,1 0 0 0 0,-1 0 0 0 0,1 1 0 0 0,0-2 1 0 0,16-11 6602 0 0,-5 5-5547 0 0,-4 3-3338 0 0,7-4 2006 0 0,0 0 0 0 0,1 2 0 0 0,0 0 0 0 0,31-10 1 0 0,-35 14-37 0 0,0 0 1 0 0,1 1-1 0 0,-1 0 1 0 0,0 1-1 0 0,1 0 1 0 0,-1 1-1 0 0,21 3 1 0 0,-9 1-1128 0 0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7:49.31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49 178 2304 0 0,'-19'-8'14965'0'0,"18"7"-14640"0"0,0-1 0 0 0,0 0-1 0 0,0 1 1 0 0,0-1 0 0 0,0 0-1 0 0,0 1 1 0 0,1-1 0 0 0,-1 0-1 0 0,0-3 1 0 0,0 1-432 0 0,1 0 0 0 0,-1-1 0 0 0,1 1 0 0 0,0-1 0 0 0,0 1 0 0 0,0-1 0 0 0,3-7 0 0 0,-1 3 107 0 0,1 1 0 0 0,1 0 0 0 0,-1 1 0 0 0,1-1 0 0 0,1 0 0 0 0,0 1 0 0 0,0 0 0 0 0,8-9 0 0 0,-10 13 0 0 0,0 0 0 0 0,0 0 0 0 0,0 1 0 0 0,0-1 0 0 0,1 1 0 0 0,-1-1 0 0 0,1 1 0 0 0,7-3 0 0 0,-9 5 0 0 0,0-1 0 0 0,0 1 0 0 0,0-1 0 0 0,0 1 0 0 0,1 0 0 0 0,-1 0 0 0 0,0 0 0 0 0,0 0 0 0 0,0 0 0 0 0,0 0 0 0 0,1 0 0 0 0,-1 1 0 0 0,0-1 0 0 0,0 1 0 0 0,0 0 0 0 0,0-1 0 0 0,3 3 0 0 0,-2-1 0 0 0,0 0 0 0 0,-1 0 0 0 0,1 0 0 0 0,-1 0 0 0 0,0 1 0 0 0,1-1 0 0 0,-1 1 0 0 0,0 0 0 0 0,0 0 0 0 0,-1-1 0 0 0,1 1 0 0 0,-1 0 0 0 0,1 1 0 0 0,-1-1 0 0 0,0 0 0 0 0,0 0 0 0 0,0 0 0 0 0,0 6 0 0 0,1 2 0 0 0,-1 0 0 0 0,0 1 0 0 0,-1-1 0 0 0,-2 13 0 0 0,1-6 0 0 0,-2-1 0 0 0,0 0 0 0 0,-1 1 0 0 0,-9 24 0 0 0,10-34 0 0 0,0-1 0 0 0,0 0 0 0 0,-1 0 0 0 0,0 0 0 0 0,0-1 0 0 0,-1 1 0 0 0,1-1 0 0 0,-1 0 0 0 0,-1-1 0 0 0,1 1 0 0 0,-1-1 0 0 0,-11 8 0 0 0,15-12 0 0 0,0 1 0 0 0,-1-1 0 0 0,1 0 0 0 0,0-1 0 0 0,-1 1 0 0 0,1 0 0 0 0,-1-1 0 0 0,1 1 0 0 0,-1-1 0 0 0,1 0 0 0 0,-1 0 0 0 0,1 0 0 0 0,-1 0 0 0 0,1 0 0 0 0,-1-1 0 0 0,1 1 0 0 0,-1-1 0 0 0,1 1 0 0 0,-1-1 0 0 0,1 0 0 0 0,0 0 0 0 0,-1 0 0 0 0,1 0 0 0 0,0 0 0 0 0,0-1 0 0 0,0 1 0 0 0,0-1 0 0 0,0 0 0 0 0,0 1 0 0 0,0-1 0 0 0,1 0 0 0 0,-1 0 0 0 0,1 0 0 0 0,-1 0 0 0 0,1 0 0 0 0,0 0 0 0 0,0-1 0 0 0,0 1 0 0 0,0 0 0 0 0,0-1 0 0 0,0 1 0 0 0,0 0 0 0 0,1-1 0 0 0,-1 1 0 0 0,1-1 0 0 0,0 1 0 0 0,0-1 0 0 0,0 1 0 0 0,0-1 0 0 0,0 1 0 0 0,1-1 0 0 0,-1 1 0 0 0,2-4 0 0 0,-2 3 0 0 0,1 1 0 0 0,0 0 0 0 0,0 1 0 0 0,0-1 0 0 0,0 0 0 0 0,0 0 0 0 0,0 0 0 0 0,1 1 0 0 0,-1-1 0 0 0,1 0 0 0 0,-1 1 0 0 0,1-1 0 0 0,-1 1 0 0 0,1 0 0 0 0,0 0 0 0 0,0-1 0 0 0,-1 1 0 0 0,1 0 0 0 0,0 0 0 0 0,0 1 0 0 0,0-1 0 0 0,0 0 0 0 0,0 1 0 0 0,1-1 0 0 0,-1 1 0 0 0,0 0 0 0 0,0-1 0 0 0,0 1 0 0 0,4 1 0 0 0,0-1 0 0 0,0 0 0 0 0,0 1 0 0 0,0 0 0 0 0,-1 0 0 0 0,1 0 0 0 0,0 1 0 0 0,0 0 0 0 0,-1 0 0 0 0,8 5 0 0 0,48 32-257 0 0,14 8-533 0 0,-66-42-174 0 0,0-1-1 0 0,1 0 1 0 0,-1 0-1 0 0,1-1 1 0 0,0-1 0 0 0,18 3-1 0 0,-9-3 513 0 0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7:49.95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1 103 4376 0 0,'11'-19'10104'0'0,"-9"18"-9700"0"0,14-9 4510 0 0,-7 6-5052 0 0,16-8 138 0 0,71-26 0 0 0,-82 34 0 0 0,0 0 0 0 0,0 1 0 0 0,0 0 0 0 0,0 1 0 0 0,17 0 0 0 0,-29 2-22 0 0,0 0 0 0 0,0 0-1 0 0,0 0 1 0 0,0 0 0 0 0,0 0 0 0 0,-1 1-1 0 0,1-1 1 0 0,0 0 0 0 0,0 1 0 0 0,0 0-1 0 0,-1-1 1 0 0,1 1 0 0 0,0 0 0 0 0,-1 0-1 0 0,1 0 1 0 0,-1 0 0 0 0,1 0 0 0 0,-1 0 0 0 0,1 0-1 0 0,-1 1 1 0 0,0-1 0 0 0,1 1 0 0 0,-1-1-1 0 0,0 1 1 0 0,0-1 0 0 0,1 3 0 0 0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7:50.12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99 3456 0 0,'20'-2'14762'0'0,"3"-9"-13977"0"0,31-18 1 0 0,12-7-922 0 0,-57 32 21 0 0,-1 0-1 0 0,1 1 0 0 0,1 0 0 0 0,-1 1 0 0 0,15-3 0 0 0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7:51.58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78 50 1380 0 0,'-39'-6'16619'0'0,"28"5"-13672"0"0,2 0-4233 0 0,-7-2 1286 0 0,14 2 0 0 0,10 2 0 0 0,-5 0 0 0 0,0-1 0 0 0,0 1 0 0 0,0-1 0 0 0,0 0 0 0 0,0 0 0 0 0,0 0 0 0 0,0 0 0 0 0,1-1 0 0 0,2 0 0 0 0,2-1 0 0 0,97-16 0 0 0,-71 11 0 0 0,38-3 0 0 0,-60 9 0 0 0,-1 1 0 0 0,1 0 0 0 0,0 1 0 0 0,-1 0 0 0 0,1 1 0 0 0,-1 0 0 0 0,14 4 0 0 0,2 8-1872 0 0,-15-7 3744 0 0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7:51.99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2 139 4376 0 0,'-1'-4'670'0'0,"1"0"0"0"0,0-1 0 0 0,0 1 1 0 0,0 0-1 0 0,0 0 0 0 0,1 0 0 0 0,0 0 0 0 0,0 0 1 0 0,0 0-1 0 0,0 0 0 0 0,0 0 0 0 0,1 0 0 0 0,0 1 1 0 0,0-1-1 0 0,0 1 0 0 0,0-1 0 0 0,0 1 0 0 0,1-1 1 0 0,0 1-1 0 0,-1 0 0 0 0,6-3 0 0 0,-4 1-652 0 0,0 0 0 0 0,1 1 0 0 0,0 0 0 0 0,0 0 0 0 0,0 0 0 0 0,0 0 0 0 0,1 1 0 0 0,-1 0 0 0 0,1 0 0 0 0,0 0 0 0 0,0 1 0 0 0,0 0 0 0 0,0 0 0 0 0,0 1 0 0 0,1 0 0 0 0,-1 0 0 0 0,0 0 0 0 0,1 1 0 0 0,-1-1 0 0 0,1 2 0 0 0,-1-1 0 0 0,0 1 0 0 0,1 0 0 0 0,-1 0 0 0 0,0 0 0 0 0,0 1 0 0 0,0 0 0 0 0,0 1 0 0 0,6 2 0 0 0,-4 0-18 0 0,0-1 0 0 0,0 1 0 0 0,-1 0 0 0 0,0 1 0 0 0,0-1 0 0 0,0 1 0 0 0,-1 1 0 0 0,0-1 0 0 0,0 1 0 0 0,-1 1 0 0 0,6 7 0 0 0,-8-9 0 0 0,0-1 0 0 0,0 1 0 0 0,-1 0 0 0 0,0 1 0 0 0,0-1 0 0 0,0 0 0 0 0,0 1 0 0 0,-1-1 0 0 0,0 1 0 0 0,-1-1 0 0 0,1 1 0 0 0,-1-1 0 0 0,-1 1 0 0 0,1-1 0 0 0,-3 13 0 0 0,-1-7-314 0 0,0 1-1 0 0,-1-1 1 0 0,0 0-1 0 0,-1 0 1 0 0,0-1-1 0 0,-1 0 1 0 0,0 0 0 0 0,-1 0-1 0 0,0-1 1 0 0,-17 16-1 0 0,8-10-261 0 0,-1-1-1 0 0,0-1 1 0 0,-1 0-1 0 0,-1-2 1 0 0,-24 13-1 0 0,35-22 319 0 0,3 1-542 0 0,16-1 328 0 0,35 6 2584 0 0,1-2 0 0 0,1-3 0 0 0,83-1 0 0 0,-122-4-2127 0 0,1 1 0 0 0,0 1 0 0 0,-1-1 0 0 0,17 4 0 0 0,-22-3 14 0 0,-1 0-1 0 0,0-1 1 0 0,0 1-1 0 0,0 0 1 0 0,0 0 0 0 0,0 0-1 0 0,0 0 1 0 0,0 0-1 0 0,0 1 1 0 0,0-1 0 0 0,0 0-1 0 0,-1 1 1 0 0,1 0-1 0 0,0-1 1 0 0,-1 1 0 0 0,0 0-1 0 0,1 0 1 0 0,-1 0-1 0 0,0 0 1 0 0,0 0-1 0 0,0 0 1 0 0,0 0 0 0 0,1 3-1 0 0,0 9-681 0 0,1 1-3278 0 0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7:52.40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56 101 3916 0 0,'-12'-57'5410'0'0,"5"32"2687"0"0,7 23-7966 0 0,-1 1 1 0 0,1 0 0 0 0,-1 0-1 0 0,1 0 1 0 0,-1 0-1 0 0,1 0 1 0 0,-1-1 0 0 0,0 1-1 0 0,1 0 1 0 0,-1 0-1 0 0,0 1 1 0 0,0-1 0 0 0,0 0-1 0 0,0 0 1 0 0,0 0 0 0 0,-2-1-1 0 0,3 2-131 0 0,-1 0 0 0 0,1 0 0 0 0,-1 1 0 0 0,1-1 0 0 0,0 0 0 0 0,-1 0 0 0 0,1 0 0 0 0,-1 0 0 0 0,1 1 0 0 0,-1-1 0 0 0,1 0 0 0 0,0 0 0 0 0,-1 1 0 0 0,1-1 0 0 0,0 0 0 0 0,-1 1 0 0 0,1-1 0 0 0,0 1 0 0 0,-1-1 0 0 0,1 0 0 0 0,0 1 0 0 0,0-1 0 0 0,-1 1 0 0 0,1-1 0 0 0,0 0 0 0 0,0 1 0 0 0,0-1 0 0 0,0 1 0 0 0,0 0 0 0 0,-5 18 0 0 0,5-15 0 0 0,-4 18 0 0 0,2 1 0 0 0,0 0 0 0 0,2-1 0 0 0,0 1 0 0 0,5 29 0 0 0,27 110 0 0 0,-24-131 0 0 0,-7-24 15 0 0,3 7-3122 0 0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7:52.57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72 3456 0 0,'19'-6'16365'0'0,"-15"5"-16526"0"0,120-26 206 0 0,3-2-618 0 0,-88 24 358 0 0,-2 2-334 0 0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7:52.92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85 93 5296 0 0,'6'-27'4197'0'0,"1"-10"3774"0"0,-9 15-6088 0 0,2 21-1877 0 0,0 1 1 0 0,0 0 0 0 0,0 0 0 0 0,0-1 0 0 0,0 1 0 0 0,0 0 0 0 0,0 0 0 0 0,0-1 0 0 0,0 1 0 0 0,0 0 0 0 0,0 0 0 0 0,0 0 0 0 0,0-1 0 0 0,-1 1 0 0 0,1 0 0 0 0,0 0 0 0 0,0 0 0 0 0,0-1 0 0 0,0 1 0 0 0,-1 0 0 0 0,1 0 0 0 0,0 0 0 0 0,0 0 0 0 0,0 0 0 0 0,0-1 0 0 0,-1 1 0 0 0,1 0 0 0 0,0 0 0 0 0,0 0 0 0 0,-1 0 0 0 0,1 0 0 0 0,0 0 0 0 0,0 0 0 0 0,-1 0 0 0 0,1 0 0 0 0,0 0 0 0 0,0 0 0 0 0,0 0 0 0 0,-1 0 0 0 0,1 0 0 0 0,-1 0 0 0 0,-8 9 41 0 0,-7 16-80 0 0,16-24 36 0 0,-11 24-145 0 0,0 0 0 0 0,2 1 0 0 0,1 1 0 0 0,1-1 0 0 0,1 1 0 0 0,1 0 0 0 0,2 1-1 0 0,1-1 1 0 0,1 38 0 0 0,5 3-2048 0 0,3-1 0 0 0,25 109 0 0 0,-18-112 2356 0 0,2-1 1 0 0,4-1-1 0 0,29 65 1 0 0,-42-115 564 0 0,-1 0 0 0 0,2-1 0 0 0,0 0 0 0 0,10 11 0 0 0,0-2 2498 0 0,-15-11-3040 0 0,-3-4 38 0 0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7:53.95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368 168 2532 0 0,'1'-11'1948'0'0,"-1"0"0"0"0,0 0 0 0 0,0 0 0 0 0,-1 0 0 0 0,-1 0 0 0 0,1 0 0 0 0,-5-12 0 0 0,4 16-1562 0 0,-1-1 0 0 0,0 1 0 0 0,-5-8 0 0 0,7 13-386 0 0,0-1 0 0 0,0 1 0 0 0,-1 0 0 0 0,1 1 0 0 0,-1-1 0 0 0,1 0 0 0 0,-1 0 0 0 0,0 1 0 0 0,1-1 0 0 0,-1 1 0 0 0,0-1 0 0 0,0 1 0 0 0,0 0 0 0 0,-1 0 0 0 0,1 0 0 0 0,0 0 0 0 0,-5-1 0 0 0,4 1 0 0 0,0 1 0 0 0,-1-1 0 0 0,1 1 0 0 0,0 0 0 0 0,-1 1 0 0 0,1-1 0 0 0,0 0 0 0 0,-1 1 0 0 0,1 0 0 0 0,0 0 0 0 0,-5 2 0 0 0,-1 1 0 0 0,0 0 0 0 0,1 1 0 0 0,0 0 0 0 0,0 1 0 0 0,0 0 0 0 0,0 0 0 0 0,-12 14 0 0 0,7-4 262 0 0,0 0 0 0 0,2 1 0 0 0,-16 27-1 0 0,17-24-968 0 0,1 2-1 0 0,0-1 1 0 0,2 1 0 0 0,0 1-1 0 0,-5 30 1 0 0,9-30-119 0 0,1 0 1 0 0,0 0-1 0 0,2 0 1 0 0,1-1-1 0 0,5 35 1 0 0,-3-37 772 0 0,2-1 0 0 0,0 1 1 0 0,13 29-1 0 0,-14-41 209 0 0,-1 0 1 0 0,1-1 0 0 0,0 0-1 0 0,1 0 1 0 0,0 0-1 0 0,0-1 1 0 0,1 1-1 0 0,-1-1 1 0 0,8 5-1 0 0,-10-8 135 0 0,0-1 1 0 0,1 1-1 0 0,-1-1 0 0 0,1 0 0 0 0,0 0 0 0 0,0-1 0 0 0,0 1 0 0 0,0-1 0 0 0,0 0 0 0 0,0 0 0 0 0,0 0 0 0 0,0 0 1 0 0,0-1-1 0 0,1 1 0 0 0,-1-1 0 0 0,0 0 0 0 0,0-1 0 0 0,1 1 0 0 0,5-2 0 0 0,0-1-158 0 0,0 0-1 0 0,0-1 0 0 0,-1 0 1 0 0,0-1-1 0 0,1 0 1 0 0,-2 0-1 0 0,15-11 1 0 0,-16 11-141 0 0,-1 0 0 0 0,0-1 0 0 0,-1 0 1 0 0,1 0-1 0 0,-1 0 0 0 0,0 0 0 0 0,-1-1 1 0 0,0 0-1 0 0,0 0 0 0 0,5-11 0 0 0,-8 14 13 0 0,0 1 0 0 0,0 0 0 0 0,0-1 0 0 0,0 1 0 0 0,-1 0 0 0 0,0-1 0 0 0,0 1 0 0 0,1-1 0 0 0,-2 1 0 0 0,1-1 0 0 0,0 1 0 0 0,-1-1 0 0 0,0 1 0 0 0,1 0 0 0 0,-1-1 0 0 0,-1 1 0 0 0,-1-5 0 0 0,0 4-24 0 0,1 0 0 0 0,-1 0 0 0 0,0 0 0 0 0,0 1 0 0 0,-1-1 0 0 0,1 1 0 0 0,-1-1 0 0 0,0 1 0 0 0,0 0 0 0 0,0 1 0 0 0,-6-4 0 0 0,3 2-327 0 0,-1 0-1 0 0,0 1 1 0 0,-1 0 0 0 0,1 0 0 0 0,0 1-1 0 0,-1 0 1 0 0,1 1 0 0 0,-1 0 0 0 0,0 0-1 0 0,1 1 1 0 0,-1 0 0 0 0,0 0 0 0 0,-14 3-1 0 0,11 1 157 0 0,1-1 0 0 0,0 1-1 0 0,1 1 1 0 0,-1 0 0 0 0,1 1 0 0 0,0 0-1 0 0,0 0 1 0 0,0 1 0 0 0,-11 12-1 0 0,9-8 8 0 0,1 1 1 0 0,0 0-1 0 0,1 0 0 0 0,1 2 0 0 0,0-1 0 0 0,-9 19 1 0 0,17-28-347 0 0,-1-1 0 0 0,1 0 0 0 0,0 0 0 0 0,0 1 0 0 0,-1 6 0 0 0,2 4-3049 0 0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7:54.76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 94 2304 0 0,'-4'-9'16791'0'0,"38"-7"-16678"0"0,1 1 0 0 0,0 1 0 0 0,1 2 0 0 0,57-11 0 0 0,-80 21-113 0 0,0 1 0 0 0,0 0 0 0 0,0 0 0 0 0,16 3 0 0 0,-21-2 0 0 0,0 1 0 0 0,0 1 0 0 0,0 0 0 0 0,-1 0 0 0 0,1 0 0 0 0,-1 1 0 0 0,1 0 0 0 0,7 5 0 0 0,-3 3 35 0 0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7:58.85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207 128 1612 0 0,'1'-34'3028'0'0,"0"28"-1725"0"0,-2 0-1 0 0,1-1 1 0 0,-1 1 0 0 0,0-1-1 0 0,0 1 1 0 0,-1 0 0 0 0,0 0-1 0 0,0 0 1 0 0,0 0-1 0 0,-5-8 1 0 0,6 13-1285 0 0,1 0-1 0 0,-1 0 1 0 0,0 0 0 0 0,1 0-1 0 0,-1 0 1 0 0,0 0-1 0 0,0 0 1 0 0,0 0 0 0 0,0 0-1 0 0,0 0 1 0 0,0 0 0 0 0,0 1-1 0 0,0-1 1 0 0,0 0 0 0 0,-1 1-1 0 0,1-1 1 0 0,0 1-1 0 0,0-1 1 0 0,-1 1 0 0 0,1 0-1 0 0,0-1 1 0 0,0 1 0 0 0,-1 0-1 0 0,1 0 1 0 0,0 0 0 0 0,-1 0-1 0 0,1 0 1 0 0,0 0 0 0 0,-1 0-1 0 0,1 1 1 0 0,0-1-1 0 0,-1 0 1 0 0,1 1 0 0 0,0-1-1 0 0,0 1 1 0 0,0-1 0 0 0,-1 1-1 0 0,1 0 1 0 0,0-1 0 0 0,0 1-1 0 0,0 0 1 0 0,-1 1-1 0 0,-4 3-37 0 0,1 0 0 0 0,0 0-1 0 0,0 0 1 0 0,0 1-1 0 0,1-1 1 0 0,-6 10 0 0 0,-5 11-871 0 0,1 2 1 0 0,1-1-1 0 0,1 2 1 0 0,1 0-1 0 0,2 0 0 0 0,1 1 1 0 0,-5 37-1 0 0,10-44 339 0 0,1 0 0 0 0,1 0 0 0 0,2 0 0 0 0,0 0 0 0 0,6 32-1 0 0,-3-37 778 0 0,0-1-1 0 0,2 1 0 0 0,0-1 1 0 0,10 20-1 0 0,-13-30-183 0 0,1-1 0 0 0,1 1 0 0 0,-1-1 0 0 0,1 0 1 0 0,0 0-1 0 0,0 0 0 0 0,0-1 0 0 0,1 0 0 0 0,0 0 0 0 0,0 0 0 0 0,12 6 0 0 0,-6-5-161 0 0,-1 0 0 0 0,1-2 1 0 0,0 1-1 0 0,0-1 0 0 0,1-1 0 0 0,14 2 0 0 0,-7-2-3435 0 0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7:59.02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0 124 4144 0 0,'0'-2'648'0'0,"0"0"1"0"0,0 0 0 0 0,0 0 0 0 0,1-1 0 0 0,-1 1-1 0 0,1 0 1 0 0,-1 0 0 0 0,1 0 0 0 0,0 0-1 0 0,0 0 1 0 0,0 0 0 0 0,0 0 0 0 0,0 0 0 0 0,0 0-1 0 0,0 0 1 0 0,1 1 0 0 0,-1-1 0 0 0,2-1-1 0 0,15-16 2712 0 0,-1 6-3530 0 0,-8 6 160 0 0,1 0-1 0 0,1 1 1 0 0,-1 1-1 0 0,1 0 1 0 0,-1 0-1 0 0,2 1 1 0 0,18-5-1 0 0,-23 7 6 0 0,0 1-1 0 0,0 0 0 0 0,0 1 1 0 0,0 0-1 0 0,0 0 1 0 0,1 0-1 0 0,-1 1 0 0 0,0 0 1 0 0,0 0-1 0 0,0 1 1 0 0,-1 0-1 0 0,1 0 0 0 0,0 1 1 0 0,6 3-1 0 0,2 2 174 0 0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7:59.35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1 147 4144 0 0,'0'-10'4222'0'0,"0"7"-3970"0"0,-1 0 0 0 0,1 0 0 0 0,0 0 0 0 0,0 0 0 0 0,0 0-1 0 0,1 0 1 0 0,-1 0 0 0 0,1 0 0 0 0,0 0 0 0 0,-1 0 0 0 0,1 1 0 0 0,0-1-1 0 0,1 0 1 0 0,-1 0 0 0 0,0 1 0 0 0,1-1 0 0 0,2-2 0 0 0,11-10 4005 0 0,-6 4-3536 0 0,2 1 0 0 0,-1 0 1 0 0,16-10-1 0 0,-23 18-742 0 0,0 0 0 0 0,1 0-1 0 0,-1 0 1 0 0,0 0 0 0 0,1 1 0 0 0,0 0 0 0 0,-1 0-1 0 0,1 0 1 0 0,0 0 0 0 0,0 0 0 0 0,-1 1 0 0 0,1-1-1 0 0,0 1 1 0 0,0 0 0 0 0,0 0 0 0 0,-1 1-1 0 0,6 0 1 0 0,-6 0 21 0 0,0 0 0 0 0,-1-1 0 0 0,1 2 0 0 0,0-1 0 0 0,-1 0 0 0 0,1 0 0 0 0,-1 1 0 0 0,1-1 0 0 0,-1 1 0 0 0,1 0 0 0 0,-1 0 0 0 0,0 0 0 0 0,0 0 0 0 0,0 0 0 0 0,3 5 0 0 0,-3-3 0 0 0,0 0 0 0 0,0 0 0 0 0,0 0 0 0 0,0 0 0 0 0,-1 1 0 0 0,0-1 0 0 0,0 1 0 0 0,0-1 0 0 0,0 6 0 0 0,0 1 0 0 0,-1 0 0 0 0,-1 0 0 0 0,0-1 0 0 0,0 1 0 0 0,-1 0 0 0 0,0-1 0 0 0,-7 18 0 0 0,-3 1-119 0 0,-2-2-1 0 0,-2 0 1 0 0,0-1-1 0 0,-23 29 1 0 0,-3 4-1479 0 0,38-54 1796 0 0,2 0 0 0 0,-1-1-1 0 0,0 1 1 0 0,1 0 0 0 0,0 0-1 0 0,0 0 1 0 0,0 0 0 0 0,0 6-1 0 0,1-9-185 0 0,1-1 0 0 0,0 1 0 0 0,0-1 0 0 0,0 1 0 0 0,0-1 0 0 0,1 0-1 0 0,-1 1 1 0 0,0-1 0 0 0,0 1 0 0 0,1-1 0 0 0,-1 0 0 0 0,1 1 0 0 0,0-1 0 0 0,-1 0 0 0 0,1 1-1 0 0,0-1 1 0 0,0 0 0 0 0,-1 0 0 0 0,1 0 0 0 0,0 0 0 0 0,0 0 0 0 0,0 0 0 0 0,0 0-1 0 0,1 0 1 0 0,-1 0 0 0 0,0 0 0 0 0,0-1 0 0 0,1 1 0 0 0,-1 0 0 0 0,0-1 0 0 0,1 1 0 0 0,-1-1-1 0 0,0 1 1 0 0,3-1 0 0 0,3 2-12 0 0,0-1 0 0 0,0 0 0 0 0,1 0 0 0 0,-1-1 0 0 0,0 0 0 0 0,0 0 0 0 0,12-2 0 0 0,51-14 0 0 0,-35 7 0 0 0,62-11-354 0 0,-87 19-972 0 0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7:59.61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 62 2532 0 0,'-3'-11'-10'0'0,"0"-9"6259"0"0,3 19-5586 0 0,0-1 0 0 0,0 0 0 0 0,0 0 1 0 0,0 1-1 0 0,0-1 0 0 0,0 0 0 0 0,1 1 1 0 0,-1-1-1 0 0,1 0 0 0 0,-1 0 1 0 0,1 1-1 0 0,-1-1 0 0 0,1 1 0 0 0,0-1 1 0 0,1-1-1 0 0,-2 3-653 0 0,1-1-1 0 0,-1 1 1 0 0,0 0-1 0 0,1 0 0 0 0,-1 0 1 0 0,1-1-1 0 0,-1 1 1 0 0,1 0-1 0 0,-1 0 1 0 0,0 0-1 0 0,1 0 1 0 0,-1 0-1 0 0,1 0 1 0 0,-1 0-1 0 0,1 0 1 0 0,-1 0-1 0 0,1 0 1 0 0,-1 0-1 0 0,0 0 1 0 0,1 0-1 0 0,-1 0 1 0 0,1 0-1 0 0,-1 1 1 0 0,1-1-1 0 0,-1 0 1 0 0,0 0-1 0 0,1 1 1 0 0,-1-1-1 0 0,0 0 1 0 0,1 0-1 0 0,0 1 1 0 0,11 11-54 0 0,-11-11 61 0 0,19 20-17 0 0,91 102 0 0 0,-84-91 0 0 0,43 69 0 0 0,-65-91 8 0 0,0 1-1 0 0,0-1 1 0 0,-1 1-1 0 0,0 0 1 0 0,0 0-1 0 0,-1 0 0 0 0,-1 0 1 0 0,0 1-1 0 0,-1-1 1 0 0,0 0-1 0 0,-1 24 1 0 0,-2-20-143 0 0,-1 1 1 0 0,0 0-1 0 0,-1-1 1 0 0,0 1 0 0 0,-2-1-1 0 0,1 0 1 0 0,-2-1-1 0 0,-8 15 1 0 0,7-15-233 0 0,-6 12-275 0 0,0-1 0 0 0,-37 45-1 0 0,46-64 594 0 0,3-1-166 0 0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8:00.06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 62 1612 0 0,'-1'-4'-528'0'0,"0"-12"2270"0"0,13-23 13831 0 0,-10 38-15205 0 0,0 1-287 0 0,-1-1 0 0 0,0 1 1 0 0,1 0-1 0 0,-1 0 0 0 0,1 0 0 0 0,-1-1 0 0 0,1 2 1 0 0,-1-1-1 0 0,1 0 0 0 0,1 1 0 0 0,1 0-80 0 0,0 0-1 0 0,0 0 0 0 0,-1 1 0 0 0,1 0 1 0 0,-1-1-1 0 0,1 1 0 0 0,-1 1 1 0 0,0-1-1 0 0,4 4 0 0 0,26 27-20 0 0,-21-21-27 0 0,15 17-744 0 0,-2 1 0 0 0,0 1 1 0 0,-2 1-1 0 0,-2 1 0 0 0,0 1 0 0 0,-3 1 0 0 0,22 57 1 0 0,-29-63 632 0 0,-2 1 0 0 0,-2 0 0 0 0,0 0 0 0 0,-2 1 0 0 0,-2-1 0 0 0,0 1 0 0 0,-2 0 0 0 0,-2 0 0 0 0,0 0 0 0 0,-8 38 0 0 0,-8 10 250 0 0,-37 104 0 0 0,32-128 249 0 0,-3-1 0 0 0,-40 64 1 0 0,18-35 4009 0 0,39-70-2372 0 0,6-11-1931 0 0,1 1 1 0 0,-1-1-1 0 0,0 1 1 0 0,1-1 0 0 0,-1 1-1 0 0,1-1 1 0 0,0 1-1 0 0,0 0 1 0 0,-1 5 0 0 0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8:00.27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90 85 7372 0 0,'-6'-24'4886'0'0,"6"19"-3849"0"0,-1 0 0 0 0,0-1 0 0 0,-1 1 0 0 0,0 0-1 0 0,1 0 1 0 0,-5-7 0 0 0,5 11-1031 0 0,0 0-1 0 0,0-1 1 0 0,0 1-1 0 0,0 0 1 0 0,0 0-1 0 0,-1-1 1 0 0,1 1-1 0 0,0 0 1 0 0,-1 1 0 0 0,1-1-1 0 0,-1 0 1 0 0,1 0-1 0 0,-1 0 1 0 0,1 1-1 0 0,-1-1 1 0 0,0 1-1 0 0,1 0 1 0 0,-1-1-1 0 0,0 1 1 0 0,1 0-1 0 0,-1 0 1 0 0,0 0 0 0 0,1 0-1 0 0,-1 0 1 0 0,-2 0-1 0 0,-15 6-354 0 0,8-1-1396 0 0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8:01.87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280 150 1380 0 0,'2'-16'2895'0'0,"-1"-1"1"0"0,-1 0 0 0 0,0 0 0 0 0,-1 0-1 0 0,-3-21 1 0 0,3 36-2795 0 0,1-1 0 0 0,-1 1 0 0 0,0 0 0 0 0,1-1 0 0 0,-1 1 0 0 0,0 0 0 0 0,0 0 0 0 0,-2-3 1 0 0,3 5-103 0 0,0 0 1 0 0,-1-1 0 0 0,1 1 0 0 0,0 0 0 0 0,-1-1 0 0 0,1 1 0 0 0,0 0 0 0 0,-1 0 0 0 0,1-1 0 0 0,-1 1 0 0 0,1 0 0 0 0,0 0 0 0 0,-1-1 0 0 0,1 1 0 0 0,-1 0-1 0 0,1 0 1 0 0,-1 0 0 0 0,1 0 0 0 0,0 0 0 0 0,-1 0 0 0 0,1 0 0 0 0,-1 0 0 0 0,1 0 0 0 0,-1 0 0 0 0,1 0 0 0 0,-1 0 0 0 0,1 0 0 0 0,-1 0 0 0 0,1 0-1 0 0,0 0 1 0 0,-1 1 0 0 0,1-1 0 0 0,-1 0 0 0 0,1 0 0 0 0,-1 0 0 0 0,1 1 0 0 0,0-1 0 0 0,-1 0 0 0 0,1 1 0 0 0,0-1 0 0 0,-1 0 0 0 0,1 1 0 0 0,0-1 0 0 0,0 0-1 0 0,-1 1 1 0 0,1-1 0 0 0,0 0 0 0 0,-1 1 0 0 0,-14 20 0 0 0,-18 31 0 0 0,13-20 0 0 0,-6 11-585 0 0,2 0-1 0 0,2 2 1 0 0,-25 71-1 0 0,32-67-1049 0 0,2 0 0 0 0,2 1-1 0 0,-7 71 1 0 0,14-44 1176 0 0,2-1 1 0 0,13 120 0 0 0,4-86 814 0 0,33 123 0 0 0,-37-193-41 0 0,2-1 0 0 0,2-1 0 0 0,1 0 0 0 0,41 69 0 0 0,12-6 7415 0 0,-67-97-7497 0 0,0-3-219 0 0,-4-15-26 0 0,2 13 18 0 0,-2-47-40 0 0,2 47 21 0 0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8:02.99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31 505 2072 0 0,'-25'8'17678'0'0,"20"-10"-17768"0"0,5 1 90 0 0,0 0 0 0 0,-1 0 0 0 0,2-1 0 0 0,-1 1 0 0 0,0 0 0 0 0,0-1 0 0 0,0 1 0 0 0,1 0 0 0 0,-1 0 0 0 0,0-1 0 0 0,1 1 0 0 0,-1 0 0 0 0,1 0 0 0 0,0 0 0 0 0,-1 0 0 0 0,2-2 0 0 0,-1 1 0 0 0,23-44 0 0 0,-3-1 0 0 0,22-70 0 0 0,16-160 0 0 0,-61 312-23 0 0,1-1-1 0 0,6 48 0 0 0,-3-52 19 0 0,2 37-1425 0 0,5 114-4858 0 0,-9-173 6855 0 0,1 25 1668 0 0,-1-31-2110 0 0,0 0 0 0 0,1-1 1 0 0,-1 1-1 0 0,0 0 0 0 0,1 0 0 0 0,0 0 0 0 0,-1-1 0 0 0,1 1 0 0 0,0 0 1 0 0,0-1-1 0 0,0 1 0 0 0,0-1 0 0 0,0 1 0 0 0,2 1 0 0 0,3 2-1817 0 0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8:03.20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1 116 3224 0 0,'25'-17'12160'0'0,"-14"13"-9620"0"0,2-1-2637 0 0,31-11 728 0 0,0 2 0 0 0,52-9-1 0 0,25-8-689 0 0,-105 27-169 0 0,-6 2-2702 0 0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8:05.62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149 3 1612 0 0,'-2'-1'475'0'0,"1"1"1"0"0,0 0-1 0 0,0-1 1 0 0,0 1 0 0 0,-1 0-1 0 0,1 0 1 0 0,0 0-1 0 0,0 0 1 0 0,0 0-1 0 0,-1 0 1 0 0,1 0-1 0 0,0 0 1 0 0,0 1 0 0 0,0-1-1 0 0,-1 0 1 0 0,0 1-1 0 0,-1 1 283 0 0,1-1 0 0 0,-1 1-1 0 0,0 0 1 0 0,1 0 0 0 0,-4 4 0 0 0,0 0-183 0 0,1 1 0 0 0,1-1 0 0 0,-1 1 0 0 0,1-1 0 0 0,1 1 0 0 0,-1 0 0 0 0,1 1 0 0 0,-3 9 0 0 0,-1 5-454 0 0,-5 38 0 0 0,2 24-1414 0 0,4 141 0 0 0,5-122-590 0 0,0 18-1214 0 0,-2 92-3842 0 0,-17-1 5324 0 0,18-203 1680 0 0,0 7-88 0 0,-2 21 0 0 0,4-33 202 0 0,0 0-1 0 0,0 0 0 0 0,1 0 1 0 0,-1 0-1 0 0,1 0 0 0 0,-1-1 0 0 0,1 1 1 0 0,1 0-1 0 0,-1 0 0 0 0,0-1 1 0 0,3 5-1 0 0,-2-6 88 0 0,0 1 1 0 0,0-1-1 0 0,0 0 0 0 0,0 0 1 0 0,0 0-1 0 0,1 0 0 0 0,-1 0 1 0 0,1 0-1 0 0,-1-1 0 0 0,1 1 1 0 0,0-1-1 0 0,-1 0 0 0 0,7 2 0 0 0,2 0 653 0 0,1 0-1 0 0,14 1 0 0 0,-10-2 539 0 0,146 16 1858 0 0,85-8-7769 0 0,-145-7 2962 0 0,240-5-4903 0 0,-112-9 5778 0 0,316-12 759 0 0,-149 9-132 0 0,79-29-111 0 0,-304 25 30 0 0,57-19 48 0 0,-3-16 14 0 0,-178 41 9 0 0,-22 5 7 0 0,0-1 0 0 0,0-2 0 0 0,-1 0 0 0 0,41-25 1 0 0,-14 8 204 0 0,-28 15 196 0 0,31-21 0 0 0,-49 29-330 0 0,1-1-1 0 0,-1 0 0 0 0,-1 0 1 0 0,1-1-1 0 0,-1 1 1 0 0,0-1-1 0 0,0 0 0 0 0,-1-1 1 0 0,6-8-1 0 0,-9 12 300 0 0,-1 0 0 0 0,0 0 1 0 0,1 0-1 0 0,-1 0 0 0 0,0 0 1 0 0,0 0-1 0 0,0 0 0 0 0,-1 0 0 0 0,1 0 1 0 0,-1 1-1 0 0,0-1 0 0 0,0 0 0 0 0,0 0 1 0 0,-1-3-1 0 0,-4-12 2600 0 0,4 2-1845 0 0,0 0-1 0 0,2 0 0 0 0,-1 0 1 0 0,4-27-1 0 0,15-65-1844 0 0,-5 38 1011 0 0,12-43-298 0 0,-28 143 0 0 0,-13 29-226 0 0,-2-1-1 0 0,-33 67 1 0 0,12-31-1341 0 0,12-20-72 0 0,-25 102 0 0 0,37-100-2363 0 0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8:06.81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172 75 3456 0 0,'2'-30'8016'0'0,"1"5"-1450"0"0,-4 9-4944 0 0,1 16-1622 0 0,0 0 0 0 0,0 0 0 0 0,0 0 0 0 0,0 0 0 0 0,0 0 0 0 0,0 0 0 0 0,0-1 0 0 0,0 1 0 0 0,0 0 0 0 0,0 0 0 0 0,0 0 0 0 0,0 0 0 0 0,0 0 0 0 0,0 0 0 0 0,0 0 0 0 0,0-1 0 0 0,0 1 0 0 0,0 0 0 0 0,0 0 0 0 0,0 0 0 0 0,0 0 0 0 0,0 0 0 0 0,0 0 0 0 0,0 0 0 0 0,0 0 0 0 0,-1-1 0 0 0,1 1 0 0 0,0 0 0 0 0,0 0 0 0 0,0 0 0 0 0,0 0 0 0 0,0 0 0 0 0,0 0 0 0 0,0 0 0 0 0,0 0 0 0 0,-1 0 0 0 0,1 0 0 0 0,0 0 0 0 0,0 0 0 0 0,0 0 0 0 0,0 0 0 0 0,0 0 0 0 0,0 0 0 0 0,-1 0 0 0 0,1 0 0 0 0,0 0 0 0 0,0 0 0 0 0,0 0 0 0 0,0 0 0 0 0,0 0 0 0 0,-7 6 0 0 0,-6 13 0 0 0,12-18 0 0 0,-35 55 0 0 0,-37 80 0 0 0,70-130 0 0 0,0 1 0 0 0,1-1 0 0 0,0 0 0 0 0,0 1 0 0 0,-1 7 0 0 0,3-13 0 0 0,0 0 0 0 0,-1 0 0 0 0,1 0 0 0 0,0 0 0 0 0,0 0 0 0 0,0 0 0 0 0,0 0 0 0 0,1 0 0 0 0,-1 0 0 0 0,0 0 0 0 0,0 0 0 0 0,0 0 0 0 0,1 0 0 0 0,-1 0 0 0 0,1 0 0 0 0,-1 0 0 0 0,1 0 0 0 0,-1 0 0 0 0,1 0 0 0 0,-1 0 0 0 0,1-1 0 0 0,0 1 0 0 0,0 0 0 0 0,-1 0 0 0 0,1-1 0 0 0,0 1 0 0 0,0 0 0 0 0,0-1 0 0 0,0 1 0 0 0,-1-1 0 0 0,1 1 0 0 0,0-1 0 0 0,0 0 0 0 0,0 1 0 0 0,0-1 0 0 0,0 0 0 0 0,0 1 0 0 0,1-1 0 0 0,-1 0 0 0 0,1 0 0 0 0,13 0 0 0 0,0 0 0 0 0,15-2 0 0 0,-15 1 0 0 0,25 0 0 0 0,-35 2 0 0 0,1-1 0 0 0,-1 1 0 0 0,0 0 0 0 0,1 1 0 0 0,-1-1 0 0 0,0 1 0 0 0,0 0 0 0 0,6 3 0 0 0,-4-1-35 0 0,-1 0-1 0 0,0 1 1 0 0,0 0-1 0 0,0 0 1 0 0,0 0-1 0 0,-1 0 1 0 0,0 1 0 0 0,0 0-1 0 0,-1 0 1 0 0,1 0-1 0 0,-1 0 1 0 0,-1 1-1 0 0,1 0 1 0 0,-1 0-1 0 0,0 0 1 0 0,-1 0-1 0 0,1 0 1 0 0,-1 1 0 0 0,-1-1-1 0 0,2 15 1 0 0,-3-17 166 0 0,-1 1 1 0 0,1-1-1 0 0,-1 1 1 0 0,0-1-1 0 0,0 1 1 0 0,-3 5-1 0 0,2-6-418 0 0,0 0-1 0 0,-1 0 1 0 0,1 0-1 0 0,-1 0 1 0 0,0-1 0 0 0,-1 1-1 0 0,1-1 1 0 0,-1 0-1 0 0,-6 6 1 0 0,4-6-131 0 0,0 1 0 0 0,0-1 0 0 0,-1 0 0 0 0,1 0 0 0 0,-1-1 0 0 0,0 0 0 0 0,0 0 0 0 0,0-1 0 0 0,-1 0 0 0 0,1 0 0 0 0,0-1 0 0 0,-12 1 0 0 0,4-1 524 0 0,0 0 1 0 0,1-1 0 0 0,-1-1 0 0 0,0 0 0 0 0,0-1 0 0 0,0-1 0 0 0,1 0 0 0 0,-25-10 0 0 0,31 10-362 0 0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8:06.99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0 224 6220 0 0,'1'-5'510'0'0,"-1"1"-33"0"0,1 0 1 0 0,-1 0 0 0 0,1 0-1 0 0,0 0 1 0 0,1 1 0 0 0,-1-1-1 0 0,0 0 1 0 0,1 1 0 0 0,0-1-1 0 0,0 1 1 0 0,0-1 0 0 0,5-5-1 0 0,21-17 5011 0 0,-12 12-5282 0 0,0-1-1 0 0,1 2 1 0 0,0 0-1 0 0,1 1 1 0 0,24-12-1 0 0,-15 12-205 0 0,35-11 1 0 0,-52 20-2 0 0,0 0 0 0 0,0 1 0 0 0,0 0 0 0 0,0 1 0 0 0,1 0 0 0 0,-1 1 0 0 0,14 1 1 0 0,1 5-323 0 0,-3 6-1162 0 0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8:07.22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37 12 5296 0 0,'-4'1'486'0'0,"2"-1"423"0"0,-1 0 0 0 0,1 1 0 0 0,0-1-1 0 0,-1 1 1 0 0,1-1 0 0 0,0 1 0 0 0,-11 6 4544 0 0,9-3-4545 0 0,4-4-878 0 0,0 0-1 0 0,0 0 1 0 0,1 0-1 0 0,-1 0 1 0 0,0 1-1 0 0,0-1 1 0 0,0 0-1 0 0,0 0 1 0 0,0 0-1 0 0,0 1 1 0 0,0-1-1 0 0,0 0 1 0 0,1 0-1 0 0,-1 0 1 0 0,0 0-1 0 0,0 0 1 0 0,0 0-1 0 0,0 1 1 0 0,1-1-1 0 0,-1 0 1 0 0,0 0-1 0 0,0 0 1 0 0,0 0-1 0 0,1 0 1 0 0,-1 0-1 0 0,0 0 1 0 0,0 0-1 0 0,0 0 1 0 0,1 0-1 0 0,-1 0 1 0 0,0 0-1 0 0,0 0 1 0 0,0 0-1 0 0,1 0 1 0 0,-1 0-1 0 0,0 0 1 0 0,0 0-1 0 0,0 0 1 0 0,0 0-1 0 0,1 0 1 0 0,-1 0-1 0 0,13 0-126 0 0,-13 0 110 0 0,127-14-13 0 0,-30 3 0 0 0,-84 10-27 0 0,10-1-53 0 0,1 1 1 0 0,0 0-1 0 0,27 4 1 0 0,-24 3-1647 0 0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8:07.63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179 4 3224 0 0,'-26'-3'12399'0'0,"19"4"-11159"0"0,4 0-689 0 0,1 0 1 0 0,-1-1 0 0 0,1 1-1 0 0,-1 1 1 0 0,1-1-1 0 0,-4 3 1 0 0,-11 12-190 0 0,13-12-702 0 0,1 1 0 0 0,0 0 0 0 0,1 0 0 0 0,-1-1 0 0 0,1 1 0 0 0,0 1-1 0 0,-2 5 1 0 0,3-6 599 0 0,0 0 0 0 0,0 1 0 0 0,1-1 0 0 0,-1 6 0 0 0,1-2-259 0 0,1 1 0 0 0,0-1 0 0 0,1 1 0 0 0,0-1 0 0 0,0 0 0 0 0,1 0 0 0 0,0 0 0 0 0,1 0 0 0 0,7 13 0 0 0,4 3 0 0 0,33 41 0 0 0,-29-41 0 0 0,21 34 0 0 0,-35-50 0 0 0,0 0 0 0 0,-1 0 0 0 0,0 1 0 0 0,0-1 0 0 0,-1 1 0 0 0,-1 0 0 0 0,0 0 0 0 0,1 10 0 0 0,-2-13 0 0 0,-1 0 0 0 0,-1-1 0 0 0,1 1 0 0 0,-1 0 0 0 0,0-1 0 0 0,-1 1 0 0 0,0-1 0 0 0,-4 12 0 0 0,0-6 0 0 0,0 0 0 0 0,-1 0 0 0 0,-10 14 0 0 0,15-23-6 0 0,0 0 0 0 0,-1 0 0 0 0,0 0 0 0 0,1-1 0 0 0,-1 1 0 0 0,0-1 0 0 0,0 1 0 0 0,0-1 0 0 0,-1 0 0 0 0,1 0 0 0 0,0-1 0 0 0,-1 1 0 0 0,0-1 0 0 0,1 1 0 0 0,-1-1 0 0 0,0 0 0 0 0,1 0 0 0 0,-1-1 0 0 0,-6 1 0 0 0,4-1 31 0 0,0 0 0 0 0,0-1 0 0 0,0 0 0 0 0,0 0 0 0 0,1 0 0 0 0,-1-1 0 0 0,0 0 0 0 0,1 0 0 0 0,-1 0 0 0 0,1-1 0 0 0,-10-6 0 0 0,9 5-53 0 0,0 0 1 0 0,1 0-1 0 0,0-1 1 0 0,0 0 0 0 0,0 0-1 0 0,0 0 1 0 0,1-1 0 0 0,0 1-1 0 0,0-1 1 0 0,-4-8-1 0 0,6 10-78 0 0,0 0-1 0 0,1 0 0 0 0,-1 0 0 0 0,1 0 0 0 0,0-1 1 0 0,0 1-1 0 0,1 0 0 0 0,-1 0 0 0 0,1 0 0 0 0,0-1 0 0 0,0 1 1 0 0,1 0-1 0 0,-1-1 0 0 0,1 1 0 0 0,0 0 0 0 0,0 0 0 0 0,2-5 1 0 0,0 1-156 0 0,1 0 1 0 0,0 1 0 0 0,1-1-1 0 0,0 1 1 0 0,0 0 0 0 0,11-11 0 0 0,43-35-2541 0 0,-7 8 1585 0 0,-38 31 1217 0 0,-1-1 0 0 0,0 0 0 0 0,16-26 0 0 0,-24 34 0 0 0,-1-1 0 0 0,0 0 0 0 0,-1 0 0 0 0,1 0 0 0 0,-1 0 0 0 0,-1-1 0 0 0,0 1 0 0 0,0-1 0 0 0,-1 1 0 0 0,1-15 0 0 0,-2 19 4 0 0,0 0 1 0 0,-1-1 0 0 0,1 1 0 0 0,-1-1 0 0 0,0 1 0 0 0,0 0 0 0 0,-1 0 0 0 0,1 0 0 0 0,-1 0 0 0 0,0 0 0 0 0,0 0-1 0 0,0 0 1 0 0,-1 0 0 0 0,1 1 0 0 0,-1-1 0 0 0,0 1 0 0 0,0 0 0 0 0,0 0 0 0 0,0 0 0 0 0,-7-5 0 0 0,2 4-57 0 0,1-1 1 0 0,-1 1-1 0 0,0 1 0 0 0,0-1 1 0 0,0 1-1 0 0,-1 1 1 0 0,1 0-1 0 0,-1 0 1 0 0,-13-1-1 0 0,8 3-2224 0 0,4 2-1269 0 0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8:08.08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36 2072 0 0,'20'-35'15974'0'0,"-19"35"-15662"0"0,1 0-213 0 0,-1 0 1 0 0,0 1-1 0 0,1-1 1 0 0,-1 1 0 0 0,0-1-1 0 0,1 1 1 0 0,-1-1-1 0 0,0 1 1 0 0,0 0-1 0 0,1 0 1 0 0,1 1-1 0 0,2 3-81 0 0,0 1-1 0 0,0-1 0 0 0,-1 1 1 0 0,0-1-1 0 0,0 1 0 0 0,4 7 0 0 0,17 41-55 0 0,-14-30-16 0 0,18 45-1200 0 0,-2 1 0 0 0,25 105 1 0 0,-30-70-457 0 0,11 119-1 0 0,-13 111-471 0 0,-18 0 2138 0 0,-3-225 661 0 0,-1 36-318 0 0,-7 1 0 0 0,-45 238 1 0 0,53-377-263 0 0,-5 17-22 0 0,-13 43 0 0 0,17-61 38 0 0,-1-1 0 0 0,1 0 1 0 0,-1-1-1 0 0,-1 1 0 0 0,1 0 0 0 0,-1-1 1 0 0,1 0-1 0 0,-2 0 0 0 0,1 0 0 0 0,-1 0 1 0 0,1-1-1 0 0,-8 6 0 0 0,10-9 30 0 0,1 0 1 0 0,0 0-1 0 0,0-1 0 0 0,0 1 0 0 0,-1 0 1 0 0,1-1-1 0 0,0 1 0 0 0,-1-1 0 0 0,1 1 1 0 0,0-1-1 0 0,-1 0 0 0 0,1 0 0 0 0,-1 1 1 0 0,1-1-1 0 0,-1 0 0 0 0,1 0 1 0 0,0-1-1 0 0,-1 1 0 0 0,1 0 0 0 0,-1 0 1 0 0,1-1-1 0 0,0 1 0 0 0,-1-1 0 0 0,1 1 1 0 0,0-1-1 0 0,-1 1 0 0 0,1-1 0 0 0,0 0 1 0 0,0 0-1 0 0,0 0 0 0 0,-1 1 0 0 0,1-1 1 0 0,0 0-1 0 0,0-1 0 0 0,1 1 0 0 0,-2-1 1 0 0,-4-9-3006 0 0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8:08.53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15 87 5296 0 0,'-14'-23'14847'0'0,"15"21"-15330"0"0,15-6 483 0 0,0 0 0 0 0,0 1 0 0 0,1 1 0 0 0,0 0 0 0 0,23-4 0 0 0,-18 4 0 0 0,-16 4 0 0 0,29-6 1 0 0,-33 8-2 0 0,1 0 0 0 0,0-1 1 0 0,0 1-1 0 0,-1 0 0 0 0,1 0 1 0 0,0 0-1 0 0,-1 1 0 0 0,1-1 0 0 0,0 1 1 0 0,2 0-1 0 0,-4-1-1 0 0,-1 1 0 0 0,1-1 0 0 0,-1 0 0 0 0,0 1 1 0 0,1-1-1 0 0,-1 0 0 0 0,0 1 0 0 0,1-1 0 0 0,-1 0 0 0 0,0 1 0 0 0,0-1 0 0 0,1 1 1 0 0,-1-1-1 0 0,0 1 0 0 0,0-1 0 0 0,0 1 0 0 0,0-1 0 0 0,1 0 0 0 0,-1 1 0 0 0,0-1 1 0 0,0 1-1 0 0,0-1 0 0 0,0 1 0 0 0,0-1 0 0 0,0 1 0 0 0,0-1 0 0 0,0 1 0 0 0,0-1 1 0 0,-1 1-1 0 0,1-1 0 0 0,0 1 0 0 0,0-1 0 0 0,0 1 0 0 0,0-1 0 0 0,-1 0 1 0 0,1 1-1 0 0,0-1 0 0 0,-1 1 0 0 0,-11 17-180 0 0,12-17 164 0 0,-16 16 58 0 0,0 0-1 0 0,-35 27 1 0 0,-13 12-149 0 0,57-49 146 0 0,0 1 0 0 0,1 0-1 0 0,-1 0 1 0 0,2 1 0 0 0,-1-1 0 0 0,-4 12 0 0 0,9-19-36 0 0,1 0-1 0 0,-1 1 1 0 0,0-1-1 0 0,1 1 1 0 0,-1-1-1 0 0,1 0 1 0 0,0 1-1 0 0,-1-1 1 0 0,1 1-1 0 0,0-1 1 0 0,0 1-1 0 0,0-1 1 0 0,0 1 0 0 0,0-1-1 0 0,0 1 1 0 0,1-1-1 0 0,-1 0 1 0 0,0 1-1 0 0,1-1 1 0 0,-1 1-1 0 0,1-1 1 0 0,-1 0-1 0 0,1 1 1 0 0,1 1-1 0 0,-1-2 0 0 0,1 0 0 0 0,-1 1 0 0 0,1-1 0 0 0,-1 0 0 0 0,1 0 0 0 0,0-1 0 0 0,0 1 0 0 0,-1 0 0 0 0,1 0 0 0 0,0-1 0 0 0,0 1 0 0 0,0-1 0 0 0,-1 0-1 0 0,1 0 1 0 0,0 1 0 0 0,0-1 0 0 0,0 0 0 0 0,3-1 0 0 0,23-2-189 0 0,-1-2-1 0 0,1 0 1 0 0,39-15-1 0 0,4 0-5264 0 0,-49 15 1670 0 0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8:08.89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0 114 4836 0 0,'3'-3'11382'0'0,"8"1"-8424"0"0,115-44-2442 0 0,-23 8-548 0 0,-84 31 37 0 0,28-7-29 0 0,-44 13 26 0 0,1 0 0 0 0,0 0-1 0 0,0 1 1 0 0,-1 0 0 0 0,1 0 0 0 0,0 0 0 0 0,0 0 0 0 0,-1 0 0 0 0,7 2 0 0 0,1 3-2 0 0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8:09.24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1 125 6220 0 0,'4'-16'2826'0'0,"-3"10"-2455"0"0,0 0 0 0 0,1 1 0 0 0,-1 0 0 0 0,1-1 1 0 0,13-17 4897 0 0,-1 14-3244 0 0,-5 4-1656 0 0,-1-1-237 0 0,0 1 1 0 0,1 0-1 0 0,0 0 0 0 0,0 1 1 0 0,0 0-1 0 0,0 1 1 0 0,1 0-1 0 0,18-4 0 0 0,-23 7-136 0 0,-1-1 0 0 0,1 1-1 0 0,-1 0 1 0 0,1 0-1 0 0,0 0 1 0 0,-1 1 0 0 0,1-1-1 0 0,-1 1 1 0 0,1 0 0 0 0,-1 1-1 0 0,0-1 1 0 0,1 1-1 0 0,-1 0 1 0 0,0 0 0 0 0,0 0-1 0 0,0 0 1 0 0,0 1 0 0 0,0 0-1 0 0,-1-1 1 0 0,1 1 0 0 0,4 6-1 0 0,-4-4-1 0 0,0 0-1 0 0,-1 0 1 0 0,1 0-1 0 0,-1 1 0 0 0,0 0 1 0 0,-1-1-1 0 0,1 1 1 0 0,-1 0-1 0 0,0 0 1 0 0,1 10-1 0 0,-1-6-19 0 0,-2 0-1 0 0,1 0 0 0 0,-1 0 1 0 0,0 0-1 0 0,-1 0 0 0 0,-2 11 1 0 0,-2 0-533 0 0,-1 0 1 0 0,-1-1 0 0 0,0 0 0 0 0,-2 0-1 0 0,-17 31 1 0 0,-5-4-1529 0 0,15-23 720 0 0,-21 42 0 0 0,34-59 1570 0 0,-1 0-1 0 0,2 1 1 0 0,-1 0 0 0 0,1-1 0 0 0,0 1-1 0 0,1 0 1 0 0,0 0 0 0 0,0 0 0 0 0,1 0-1 0 0,0 12 1 0 0,0-17 81 0 0,1 0 0 0 0,-1 0 0 0 0,1-1 0 0 0,-1 1-1 0 0,1 0 1 0 0,0 0 0 0 0,0-1 0 0 0,0 1 0 0 0,1 0 0 0 0,-1-1-1 0 0,1 1 1 0 0,-1-1 0 0 0,1 0 0 0 0,0 1 0 0 0,0-1-1 0 0,0 0 1 0 0,0 0 0 0 0,3 2 0 0 0,-1-1-177 0 0,0-1 0 0 0,0-1 0 0 0,0 1 0 0 0,0 0 0 0 0,0-1 0 0 0,0 0 1 0 0,1 0-1 0 0,-1 0 0 0 0,0 0 0 0 0,9-1 0 0 0,6 0-202 0 0,0-2 0 0 0,0 0 0 0 0,-1-2 0 0 0,26-7 0 0 0,-41 11 198 0 0,51-17-103 0 0,31-6 0 0 0,-78 23 63 0 0,-7 0-81 0 0,1 0 1 0 0,-1 0-1 0 0,0 0 0 0 0,0 0 1 0 0,0 0-1 0 0,0 0 0 0 0,0 0 1 0 0,0 0-1 0 0,1 0 0 0 0,-1 0 1 0 0,0 0-1 0 0,0 0 0 0 0,0 0 1 0 0,0 0-1 0 0,0 0 0 0 0,0 0 1 0 0,0 0-1 0 0,0 1 0 0 0,1-1 1 0 0,-1 0-1 0 0,0 0 0 0 0,0 0 1 0 0,0 0-1 0 0,0 0 0 0 0,0 0 1 0 0,0 0-1 0 0,0 0 0 0 0,0 1 1 0 0,0-1-1 0 0,0 0 0 0 0,0 0 1 0 0,0 0-1 0 0,0 0 0 0 0,0 0 1 0 0,0 0-1 0 0,0 1 0 0 0,0-1 1 0 0,0 0-1 0 0,0 0 0 0 0,0 0 1 0 0,0 0-1 0 0,0 0 0 0 0,0 0 1 0 0,0 0-1 0 0,0 1 0 0 0,0-1 1 0 0,0 0-1 0 0,0 0 0 0 0,0 0 1 0 0,0 0-1 0 0,0 0 0 0 0,0 0 1 0 0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8:10.01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10 5296 0 0,'2'-9'575'0'0,"-2"8"-441"0"0,1 1 221 0 0,5 2 446 0 0,-2 13 2920 0 0,13 126 5248 0 0,2 82-9715 0 0,-10-106 1301 0 0,-10-101-601 0 0,1-15 37 0 0,0-1-1 0 0,0 0 1 0 0,-1 1-1 0 0,1-1 1 0 0,0 1-1 0 0,0-1 1 0 0,-1 0 0 0 0,1 1-1 0 0,0-1 1 0 0,0 0-1 0 0,-1 1 1 0 0,1-1-1 0 0,0 0 1 0 0,-1 1-1 0 0,1-1 1 0 0,-1 0-1 0 0,1 0 1 0 0,0 0 0 0 0,-1 1-1 0 0,1-1 1 0 0,-1 0-1 0 0,1 0 1 0 0,-1 0-1 0 0,1 0 1 0 0,0 0-1 0 0,-1 0 1 0 0,1 0-1 0 0,-1 0 1 0 0,1 0 0 0 0,-1 0-1 0 0,1 0 1 0 0,-1 0-1 0 0,-8-1 368 0 0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8:10.17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1 199 5296 0 0,'1'-1'625'0'0,"0"-1"0"0"0,1 0 1 0 0,-1 0-1 0 0,1 1 1 0 0,0-1-1 0 0,-1 1 1 0 0,1-1-1 0 0,0 1 0 0 0,0 0 1 0 0,0 0-1 0 0,0 0 1 0 0,0 0-1 0 0,0 0 0 0 0,1 0 1 0 0,-1 1-1 0 0,0-1 1 0 0,0 1-1 0 0,1-1 0 0 0,-1 1 1 0 0,4 0-1 0 0,24-5-308 0 0,0-1 0 0 0,0-2 0 0 0,34-13 0 0 0,83-41-234 0 0,5-2-2396 0 0,-122 53-2278 0 0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8:16.87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1 116 3224 0 0,'0'-20'1045'0'0,"0"16"50"0"0,0 0 0 0 0,1 0 0 0 0,0 1 0 0 0,0-1 0 0 0,0 0 0 0 0,0 1 0 0 0,1-1 0 0 0,-1 1 0 0 0,1 0 0 0 0,0-1 0 0 0,4-5 1 0 0,11-9 1116 0 0,-14 15-2207 0 0,1-1-1 0 0,0 1 1 0 0,0 0 0 0 0,0 1-1 0 0,0-1 1 0 0,1 1-1 0 0,-1 0 1 0 0,8-3 0 0 0,-11 5-6 0 0,1-1 1 0 0,-1 1 0 0 0,0 0 0 0 0,1 0 0 0 0,-1-1 0 0 0,0 1 0 0 0,1 0 0 0 0,-1 0 0 0 0,0 0 0 0 0,1 1 0 0 0,-1-1-1 0 0,0 0 1 0 0,1 0 0 0 0,-1 1 0 0 0,0-1 0 0 0,1 1 0 0 0,-1-1 0 0 0,0 1 0 0 0,0 0 0 0 0,0-1 0 0 0,0 1 0 0 0,0 0-1 0 0,1 0 1 0 0,-1 0 0 0 0,-1 0 0 0 0,1 0 0 0 0,0 0 0 0 0,0 0 0 0 0,0 0 0 0 0,0 0 0 0 0,-1 0 0 0 0,1 0 0 0 0,0 0-1 0 0,-1 1 1 0 0,0-1 0 0 0,1 2 0 0 0,1 3 0 0 0,-1 0 0 0 0,0-1 0 0 0,0 1 0 0 0,-1 0 0 0 0,1-1 0 0 0,-1 1 0 0 0,-1 0 0 0 0,0 7 0 0 0,0-6 0 0 0,0-1 0 0 0,1 1 0 0 0,0 0 0 0 0,1-1 0 0 0,0 9 0 0 0,0-13 0 0 0,0 1 0 0 0,0 0 0 0 0,0-1 0 0 0,1 1 0 0 0,-1-1 0 0 0,1 1 0 0 0,-1-1 0 0 0,1 0 0 0 0,0 0 0 0 0,3 4 0 0 0,25 19 0 0 0,-17-15 0 0 0,12 11-1712 0 0,36 40-1 0 0,-53-52 932 0 0,0 1 0 0 0,-1 0 0 0 0,0 0 0 0 0,-1 0 0 0 0,0 1 0 0 0,0 0 1 0 0,6 20-1 0 0,-10-25 786 0 0,-1-1 0 0 0,0 1 0 0 0,0 0 0 0 0,-1 0 1 0 0,0-1-1 0 0,0 1 0 0 0,0 0 0 0 0,0-1 0 0 0,-1 1 1 0 0,0 0-1 0 0,-2 6 0 0 0,0-3 12 0 0,-1-1 0 0 0,1 1 0 0 0,-1-1 0 0 0,-1-1 0 0 0,1 1 0 0 0,-10 12 0 0 0,4-8 95 0 0,-1-1 0 0 0,0 0-1 0 0,-1-1 1 0 0,0 0 0 0 0,0-1 0 0 0,-1 0-1 0 0,0 0 1 0 0,-15 6 0 0 0,21-12-47 0 0,0 0 1 0 0,-1-1-1 0 0,-10 3 0 0 0,16-4-44 0 0,0-1 0 0 0,0 1-1 0 0,0-1 1 0 0,0 0-1 0 0,0 0 1 0 0,0 0 0 0 0,0 0-1 0 0,0 0 1 0 0,0 0 0 0 0,0-1-1 0 0,0 1 1 0 0,0-1-1 0 0,0 1 1 0 0,0-1 0 0 0,0 0-1 0 0,0 0 1 0 0,-3-1 0 0 0,4 0 2 0 0,0 1 1 0 0,0 0 0 0 0,1 0 0 0 0,-1-1 0 0 0,0 1 0 0 0,1-1 0 0 0,-1 1 0 0 0,1 0 0 0 0,-1-1 0 0 0,1 1-1 0 0,0-1 1 0 0,-1 1 0 0 0,1-1 0 0 0,0 0 0 0 0,0 1 0 0 0,0-1 0 0 0,0 1 0 0 0,0-1 0 0 0,1 1-1 0 0,-1-1 1 0 0,0 1 0 0 0,1-1 0 0 0,0-1 0 0 0,0 0-132 0 0,0 0 0 0 0,0 0 0 0 0,0 0 0 0 0,1 0 0 0 0,-1 0 0 0 0,1 0 0 0 0,0 0 0 0 0,0 0 1 0 0,4-4-1 0 0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8:1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101 48 1612 0 0,'-19'-29'15202'0'0,"15"19"-12356"0"0,4 10-2846 0 0,1-1 0 0 0,-1 1 0 0 0,0-1 0 0 0,0 1 0 0 0,0 0 0 0 0,0-1 0 0 0,0 1 0 0 0,1 0 0 0 0,-1-1 0 0 0,0 1 0 0 0,0 0 0 0 0,0-1 0 0 0,1 1 0 0 0,-1 0 0 0 0,0-1 0 0 0,1 1 0 0 0,-1 0 0 0 0,0 0 0 0 0,0-1 0 0 0,1 1 0 0 0,-1 0 0 0 0,1 0 0 0 0,-1 0 0 0 0,0-1 0 0 0,1 1 0 0 0,-1 0 0 0 0,0 0 0 0 0,1 0 0 0 0,-1 0 0 0 0,1 0 0 0 0,-1 0 0 0 0,0 0 0 0 0,1 0 0 0 0,-1 0 0 0 0,1 0 0 0 0,0 0 0 0 0,19 0 0 0 0,-15 0 0 0 0,9-1 0 0 0,0 2 0 0 0,1 0 0 0 0,-1 1 0 0 0,0 0 0 0 0,1 1 0 0 0,-1 1 0 0 0,-1 0 0 0 0,18 7 0 0 0,-30-10 0 0 0,0-1-1 0 0,0 1 1 0 0,0-1-1 0 0,1 1 0 0 0,-1 0 1 0 0,0-1-1 0 0,0 1 1 0 0,0 0-1 0 0,-1 0 1 0 0,1 0-1 0 0,0-1 0 0 0,0 1 1 0 0,0 0-1 0 0,-1 0 1 0 0,1 0-1 0 0,0 0 1 0 0,-1 1-1 0 0,1-1 1 0 0,-1 0-1 0 0,1 0 0 0 0,-1 0 1 0 0,0 0-1 0 0,1 0 1 0 0,-1 1-1 0 0,0-1 1 0 0,0 0-1 0 0,0 0 0 0 0,0 1 1 0 0,0-1-1 0 0,0 0 1 0 0,0 0-1 0 0,0 0 1 0 0,0 1-1 0 0,-1-1 1 0 0,1 0-1 0 0,0 0 0 0 0,-1 0 1 0 0,1 0-1 0 0,-1 1 1 0 0,0-1-1 0 0,1 0 1 0 0,-1 0-1 0 0,-1 1 0 0 0,-4 6-10 0 0,0-1-1 0 0,0 0 1 0 0,-1 0 0 0 0,-11 9-1 0 0,13-12 9 0 0,-97 74-2630 0 0,24-19-887 0 0,73-55 2845 0 0,0 1 0 0 0,-1 0 0 0 0,2 1 0 0 0,-1-1 0 0 0,-7 13 0 0 0,11-17 642 0 0,0 0-1 0 0,1 1 0 0 0,-1-1 1 0 0,1 0-1 0 0,-1 1 0 0 0,1-1 1 0 0,-1 0-1 0 0,1 1 0 0 0,0-1 1 0 0,0 0-1 0 0,0 1 0 0 0,-1-1 1 0 0,1 1-1 0 0,1-1 0 0 0,-1 3 1 0 0,1-3 50 0 0,-1 0 0 0 0,1 0 0 0 0,-1 0 0 0 0,1 0 1 0 0,0 0-1 0 0,-1-1 0 0 0,1 1 0 0 0,0 0 0 0 0,0 0 0 0 0,0-1 1 0 0,0 1-1 0 0,-1 0 0 0 0,1-1 0 0 0,0 1 0 0 0,0-1 0 0 0,0 1 1 0 0,0-1-1 0 0,0 0 0 0 0,0 1 0 0 0,1-1 0 0 0,-1 0 0 0 0,0 0 1 0 0,2 0-1 0 0,8 1 247 0 0,0 0 0 0 0,-1-1 0 0 0,1 0 0 0 0,0-1 1 0 0,0 0-1 0 0,14-4 0 0 0,64-21 1806 0 0,-73 21-1400 0 0,58-19-899 0 0,-59 20 287 0 0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8:14.30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1 317 460 0 0,'3'-7'1199'0'0,"0"0"0"0"0,0 0 0 0 0,0 0 0 0 0,0 0 0 0 0,-1 0 1 0 0,2-12-1 0 0,1-45 8637 0 0,-4 50-9320 0 0,-1 8-466 0 0,0 0 1 0 0,0 0-1 0 0,0 1 1 0 0,-1-1-1 0 0,1 0 1 0 0,-1 0-1 0 0,-1 1 1 0 0,-2-9-1 0 0,4 14-50 0 0,0 0 0 0 0,0 0 0 0 0,0 0 0 0 0,0 0 0 0 0,0-1 0 0 0,0 1 0 0 0,0 0 0 0 0,0 0 0 0 0,0 0 0 0 0,0 0 0 0 0,0 0 0 0 0,0 0 0 0 0,0 0 0 0 0,0 0 0 0 0,-1 0 0 0 0,1 0 0 0 0,0 0 0 0 0,0 0 0 0 0,0 0 0 0 0,0-1 0 0 0,0 1 0 0 0,0 0 0 0 0,0 0 0 0 0,0 0 0 0 0,0 0 0 0 0,0 0 0 0 0,0 0 0 0 0,0 0 0 0 0,-1 0 0 0 0,1 0 0 0 0,0 0 0 0 0,0 0 0 0 0,0 0 0 0 0,0 0 0 0 0,0 0 0 0 0,0 0 0 0 0,0 0 0 0 0,0 0 0 0 0,0 0 0 0 0,-1 0 0 0 0,1 0 0 0 0,0 0 0 0 0,0 0 0 0 0,0 0 0 0 0,0 0 0 0 0,0 0 0 0 0,0 0 0 0 0,0 1 0 0 0,0-1 0 0 0,0 0 0 0 0,0 0 0 0 0,0 0 0 0 0,0 0 0 0 0,-1 0 0 0 0,1 0 0 0 0,0 0 0 0 0,-3 8 0 0 0,-1 8 0 0 0,3-6-154 0 0,1 0-1 0 0,0 1 0 0 0,1-1 1 0 0,0 0-1 0 0,0 0 0 0 0,1 0 1 0 0,1 0-1 0 0,0 0 0 0 0,0 0 1 0 0,6 12-1 0 0,3 4-1390 0 0,2-1 0 0 0,23 35 1 0 0,20 16-1557 0 0,19 29 3407 0 0,-66-89-193 0 0,-1 1 0 0 0,0 0 1 0 0,-2 0-1 0 0,11 33 0 0 0,-16-42-72 0 0,0 0-1 0 0,-1 1 1 0 0,0-1 0 0 0,0 0 0 0 0,-1 1 0 0 0,0-1 0 0 0,0 0 0 0 0,-1 0 0 0 0,-3 16 0 0 0,3-21-11 0 0,0 1-1 0 0,0-1 1 0 0,0 0-1 0 0,-1 0 1 0 0,1 0 0 0 0,-1 0-1 0 0,0 0 1 0 0,1 0-1 0 0,-1-1 1 0 0,0 1 0 0 0,-1 0-1 0 0,1-1 1 0 0,0 0-1 0 0,-1 1 1 0 0,0-1-1 0 0,1 0 1 0 0,-1 0 0 0 0,0-1-1 0 0,0 1 1 0 0,0-1-1 0 0,0 1 1 0 0,0-1 0 0 0,0 0-1 0 0,0 0 1 0 0,-1 0-1 0 0,-4 0 1 0 0,2-1-36 0 0,1 0 1 0 0,0 0-1 0 0,0 0 0 0 0,0-1 0 0 0,0 0 1 0 0,0 0-1 0 0,0-1 0 0 0,0 1 0 0 0,0-1 1 0 0,0 0-1 0 0,0-1 0 0 0,1 1 1 0 0,-1-1-1 0 0,1 0 0 0 0,0 0 0 0 0,-5-4 1 0 0,-7-7 725 0 0,1-1 0 0 0,-20-24 1 0 0,34 38-618 0 0,-7-8-22 0 0,0 0 0 0 0,1-1 0 0 0,1 0 0 0 0,-1 0 0 0 0,-6-17-1 0 0,12 24-36 0 0,-1 0 0 0 0,1 0 0 0 0,0-1 0 0 0,1 1 0 0 0,-1 0 0 0 0,0-1 0 0 0,1 1 0 0 0,0-1 0 0 0,0 1 0 0 0,0-1 0 0 0,0 1 0 0 0,0 0 0 0 0,1-1 0 0 0,0 1-1 0 0,0-1 1 0 0,-1 1 0 0 0,2 0 0 0 0,-1 0 0 0 0,0 0 0 0 0,1-1 0 0 0,-1 1 0 0 0,1 0 0 0 0,3-3 0 0 0,5-6 742 0 0,1 1 1 0 0,0 0-1 0 0,23-17 1 0 0,43-23-1417 0 0,-44 29-161 0 0,77-56-2382 0 0,-96 67 2704 0 0,0-1 0 0 0,-1-1-1 0 0,-1 0 1 0 0,0 0 0 0 0,15-23 0 0 0,-22 27 484 0 0,-1 0 1 0 0,0 0 0 0 0,0-1 0 0 0,-1 1 0 0 0,0-1 0 0 0,-1 0 0 0 0,0 0 0 0 0,0 0 0 0 0,-1 0-1 0 0,0 0 1 0 0,-1-1 0 0 0,0 1 0 0 0,-1 0 0 0 0,0 0 0 0 0,0 0 0 0 0,-1 0 0 0 0,-1 0 0 0 0,0 0-1 0 0,-4-10 1 0 0,6 17-16 0 0,-1-1 0 0 0,1 1-1 0 0,-1 0 1 0 0,0 0 0 0 0,0 0-1 0 0,-1 0 1 0 0,1 0 0 0 0,0 0-1 0 0,-1 0 1 0 0,0 1 0 0 0,1-1-1 0 0,-1 1 1 0 0,0 0 0 0 0,0 0 0 0 0,-1 0-1 0 0,1 0 1 0 0,0 1 0 0 0,-1-1-1 0 0,1 1 1 0 0,-1 0 0 0 0,1 0-1 0 0,-1 0 1 0 0,1 0 0 0 0,-5 0-1 0 0,-7 0 11 0 0,-1 1-1 0 0,1 1 1 0 0,-1 0 0 0 0,-22 4-1 0 0,22-2-156 0 0,5-2 688 0 0,0 2 1 0 0,0-1-1 0 0,1 2 1 0 0,-1-1-1 0 0,1 1 0 0 0,0 1 1 0 0,0 0-1 0 0,1 0 1 0 0,-1 1-1 0 0,1 0 0 0 0,-12 11 1 0 0,20-16-456 0 0,-1 1 0 0 0,1 0 0 0 0,-1 0 0 0 0,1 0 0 0 0,0 0 0 0 0,-1 0 0 0 0,1 0 0 0 0,0 0 0 0 0,0 0 0 0 0,0 0 0 0 0,1 1 0 0 0,-1-1 0 0 0,1 0 0 0 0,-1 1 0 0 0,0 3 0 0 0,2-3-362 0 0,-1 0 0 0 0,0 0 1 0 0,0 0-1 0 0,1 0 1 0 0,0 0-1 0 0,-1 0 1 0 0,3 5-1 0 0,3 3-3140 0 0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8:14.52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 62 7140 0 0,'5'-16'12032'0'0,"-4"12"-11933"0"0,0 1-1 0 0,0-1 1 0 0,0 1-1 0 0,0-1 1 0 0,0-3-1 0 0,-1 6-101 0 0,0 0 0 0 0,0 0-1 0 0,0 1 1 0 0,0-1 0 0 0,0 0-1 0 0,0 0 1 0 0,-1 1 0 0 0,1-1 0 0 0,0 0-1 0 0,0 1 1 0 0,-1-1 0 0 0,1 0-1 0 0,0 1 1 0 0,-1-1 0 0 0,1 0-1 0 0,-1 1 1 0 0,1-1 0 0 0,-1 1-1 0 0,1-1 1 0 0,-1 1 0 0 0,1-1-1 0 0,-1 1 1 0 0,0-1 0 0 0,1 1-1 0 0,-1-1 1 0 0,0 1 0 0 0,1 0-1 0 0,-1-1 1 0 0,0 1 0 0 0,0 0-1 0 0,-8-2 4 0 0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8:18.36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643 81 2992 0 0,'1'-9'498'0'0,"0"-4"1515"0"0,-10-41 7069 0 0,7 52-8746 0 0,0 2-50 0 0,1-1 0 0 0,-1 1-1 0 0,0-1 1 0 0,1 1-1 0 0,-1 0 1 0 0,1 0-1 0 0,-1-1 1 0 0,0 1-1 0 0,1 0 1 0 0,-1 1-1 0 0,-1-1 1 0 0,-3 1-83 0 0,0 0 0 0 0,0 1 0 0 0,1 0 0 0 0,-1 0 0 0 0,-7 4 0 0 0,-15 9-491 0 0,1 2-1 0 0,1 1 0 0 0,-48 42 1 0 0,-58 78-2117 0 0,93-91 782 0 0,3 1 1 0 0,1 1 0 0 0,3 2-1 0 0,-38 81 1 0 0,51-88 1195 0 0,-20 68-1 0 0,25-56 388 0 0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8:17.10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82 133 2072 0 0,'-31'-21'9782'0'0,"6"5"-4088"0"0,2-3-3582 0 0,23 19-2112 0 0,0-1 0 0 0,-1 1 0 0 0,1 0 0 0 0,0 0 0 0 0,0 0 0 0 0,0 0 0 0 0,0-1 0 0 0,-1 1 0 0 0,1 0 0 0 0,0 0 0 0 0,0 0 0 0 0,0-1 0 0 0,0 1 0 0 0,0 0 0 0 0,0 0 0 0 0,0-1 0 0 0,0 1 0 0 0,-1 0 0 0 0,1 0 0 0 0,0-1 0 0 0,0 1 0 0 0,0 0 0 0 0,0 0 0 0 0,0-1 0 0 0,0 1 0 0 0,0 0 0 0 0,0 0 0 0 0,0-1 0 0 0,1 1 0 0 0,-1 0 0 0 0,0-1 0 0 0,8-3 0 0 0,15 1 0 0 0,-20 3 0 0 0,193-28-103 0 0,-67 7-1624 0 0,0 9-4550 0 0,-97 11 1745 0 0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8:17.56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128 70 1612 0 0,'-2'2'629'0'0,"-1"-1"0"0"0,1 1 0 0 0,0-1 0 0 0,0 1 0 0 0,0 0 0 0 0,0-1 0 0 0,1 1 0 0 0,-1 0 0 0 0,0 0 0 0 0,1 1 0 0 0,-1-1 0 0 0,1 0 0 0 0,0 0 0 0 0,0 1 0 0 0,-1 3 0 0 0,1-3 276 0 0,0 0 1 0 0,1 0-1 0 0,-1 0 1 0 0,1 0-1 0 0,0 1 1 0 0,0 4 0 0 0,4 11-55 0 0,-2-12-757 0 0,1 0 0 0 0,-1-1-1 0 0,2 1 1 0 0,-1-1 0 0 0,1 0 0 0 0,-1 0 0 0 0,2 0-1 0 0,8 10 1 0 0,5 2-128 0 0,24 19-1 0 0,10 10 54 0 0,-45-41-19 0 0,-1 1 0 0 0,0 0 0 0 0,0 0 0 0 0,-1 1 0 0 0,0-1 0 0 0,-1 1 0 0 0,1 0 0 0 0,-1 0 0 0 0,-1 1 0 0 0,0-1 0 0 0,0 1 0 0 0,0 0 0 0 0,-1 0 0 0 0,-1 0 0 0 0,2 13 0 0 0,-3-17 0 0 0,0 1 0 0 0,1-1 0 0 0,-2 0 0 0 0,1 1 0 0 0,-1-1 0 0 0,1 1 0 0 0,-2-1 0 0 0,1 0 0 0 0,0 0 0 0 0,-1 0 0 0 0,0 0 0 0 0,0 0 0 0 0,-1 0 0 0 0,1 0 0 0 0,-1 0 0 0 0,0-1 0 0 0,0 1 0 0 0,-1-1 0 0 0,1 0 0 0 0,-1 0 0 0 0,0-1 0 0 0,0 1 0 0 0,-1-1 0 0 0,1 1 0 0 0,0-1 0 0 0,-8 3 0 0 0,4-3 3 0 0,0 0 0 0 0,-1 0-1 0 0,1-1 1 0 0,0 0 0 0 0,-1 0 0 0 0,0-1-1 0 0,1-1 1 0 0,-1 1 0 0 0,0-1-1 0 0,0-1 1 0 0,1 1 0 0 0,-1-1 0 0 0,1-1-1 0 0,-11-3 1 0 0,12 4-199 0 0,1-2 0 0 0,0 1 0 0 0,0 0-1 0 0,0-1 1 0 0,0 0 0 0 0,0-1 0 0 0,0 1 0 0 0,1-1 0 0 0,0 0 0 0 0,0-1-1 0 0,0 1 1 0 0,0-1 0 0 0,1 0 0 0 0,0 0 0 0 0,0 0 0 0 0,0-1 0 0 0,0 1-1 0 0,1-1 1 0 0,-4-8 0 0 0,6 9 101 0 0,-1 1-1 0 0,1-1 1 0 0,0 0 0 0 0,1 0-1 0 0,-1 1 1 0 0,1-1-1 0 0,0 0 1 0 0,0 0 0 0 0,0 0-1 0 0,1 1 1 0 0,-1-1-1 0 0,1 0 1 0 0,0 0 0 0 0,1 1-1 0 0,-1-1 1 0 0,1 1 0 0 0,0-1-1 0 0,0 1 1 0 0,0 0-1 0 0,1 0 1 0 0,5-7 0 0 0,5-5-483 0 0,0 1 0 0 0,2 1 0 0 0,30-25 0 0 0,-18 16 362 0 0,31-23 277 0 0,12-11 94 0 0,-60 48-132 0 0,-1 0-1 0 0,0-1 0 0 0,0-1 0 0 0,11-17 1 0 0,-18 25-16 0 0,-1 0 0 0 0,1 0 1 0 0,0 0-1 0 0,-1-1 0 0 0,0 1 0 0 0,0 0 1 0 0,0-1-1 0 0,0 1 0 0 0,-1-1 1 0 0,1 1-1 0 0,-1-1 0 0 0,0 1 1 0 0,0-1-1 0 0,0 1 0 0 0,0-1 1 0 0,-1 1-1 0 0,1-1 0 0 0,-2-4 1 0 0,1 5-5 0 0,-1 0 0 0 0,1 0 1 0 0,-1 0-1 0 0,0 1 1 0 0,0-1-1 0 0,0 0 0 0 0,0 1 1 0 0,0 0-1 0 0,0-1 1 0 0,-1 1-1 0 0,1 0 1 0 0,-1 0-1 0 0,1 0 0 0 0,-1 1 1 0 0,0-1-1 0 0,0 0 1 0 0,0 1-1 0 0,0 0 0 0 0,0 0 1 0 0,-4-1-1 0 0,-4-1 4 0 0,0 1 0 0 0,0 1 1 0 0,-1 0-1 0 0,1 0 0 0 0,0 1 0 0 0,-1 1 0 0 0,-19 2 0 0 0,12 1-11 0 0,-1 0-1 0 0,1 2 1 0 0,-28 11 0 0 0,42-15-126 0 0,0 0 1 0 0,0 0 0 0 0,1 1 0 0 0,-1-1 0 0 0,1 1 0 0 0,-7 6 0 0 0,2 3-3753 0 0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8:18.65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703 56 5688 0 0,'-3'-6'1672'0'0,"-1"0"-1"0"0,1 0 1 0 0,-1 0 0 0 0,-9-9 0 0 0,11 13-1373 0 0,0 0 0 0 0,0 1 0 0 0,0-1 0 0 0,0 1 0 0 0,0 0 0 0 0,0-1 0 0 0,-1 1 0 0 0,1 0 0 0 0,0 0 0 0 0,-1 1 0 0 0,1-1 0 0 0,-1 0 0 0 0,1 1 0 0 0,0 0 0 0 0,-1-1 0 0 0,1 1 0 0 0,-5 0 0 0 0,-1 1-272 0 0,0 1-1 0 0,0-1 1 0 0,0 1-1 0 0,0 1 0 0 0,0-1 1 0 0,1 1-1 0 0,-1 1 1 0 0,1-1-1 0 0,-8 6 0 0 0,-11 8-184 0 0,-24 20 0 0 0,40-29 54 0 0,-170 140-2865 0 0,34-28-1309 0 0,142-117 4198 0 0,-16 12-420 0 0,0 2 0 0 0,1 0 0 0 0,1 1 0 0 0,-23 29 0 0 0,29-29 631 0 0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8:19.11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36 420 2532 0 0,'-32'-29'16397'0'0,"30"24"-15309"0"0,0-6 406 0 0,4-2-3345 0 0,4-5 1851 0 0,1 1 0 0 0,1 0 0 0 0,0 1 0 0 0,16-23 0 0 0,4-8 0 0 0,-22 35 0 0 0,37-76 0 0 0,-39 78 0 0 0,0 0 0 0 0,-1-1 0 0 0,0 1 0 0 0,-1-1 0 0 0,0 0 0 0 0,1-18 0 0 0,-3 28 0 0 0,0 1 0 0 0,1-1 0 0 0,-1 0 0 0 0,0 1 0 0 0,0-1 0 0 0,-1 0 0 0 0,1 1 0 0 0,0-1 0 0 0,0 1 0 0 0,0-1 0 0 0,0 0 0 0 0,0 1 0 0 0,-1-1 0 0 0,1 0 0 0 0,0 1 0 0 0,-1-1 0 0 0,1 1 0 0 0,0-1 0 0 0,-1 1 0 0 0,1-1 0 0 0,-1 1 0 0 0,1-1 0 0 0,-1 1 0 0 0,0-1 0 0 0,0 1 0 0 0,1 0 0 0 0,-1 0 0 0 0,1 0 0 0 0,-1 0 0 0 0,1 0 0 0 0,-1 0 0 0 0,1 0 0 0 0,-1 0 0 0 0,1 1 0 0 0,-1-1 0 0 0,1 0 0 0 0,-1 0 0 0 0,1 0 0 0 0,-1 1 0 0 0,1-1 0 0 0,-1 0 0 0 0,1 1 0 0 0,-1-1 0 0 0,1 1 0 0 0,0-1 0 0 0,-1 0 0 0 0,1 1 0 0 0,0-1 0 0 0,-1 1 0 0 0,1-1 0 0 0,0 1 0 0 0,0-1 0 0 0,-1 2 0 0 0,-7 14-145 0 0,0 0 0 0 0,1 1 0 0 0,1 0 0 0 0,-7 28 0 0 0,-8 74-1722 0 0,20-113 1801 0 0,-14 177-4173 0 0,16 2 2035 0 0,-1-173 2181 0 0,1 31-3737 0 0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4:37.77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59 2304 0 0,'13'-43'16891'0'0,"-9"35"-14848"0"0,1 0-3621 0 0,-4 10 1578 0 0,-1 5 0 0 0,-1 10 0 0 0,-10 51 132 0 0,5-13-4798 0 0,1 80 0 0 0,10-52 3754 0 0,13 68 1214 0 0,-16-140-327 0 0,0 2 116 0 0,-1-9-347 0 0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4:38.12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1 171 2992 0 0,'0'-42'15623'0'0,"1"40"-15083"0"0,10-5-35 0 0,4 2-505 0 0,1 1 0 0 0,0 1 0 0 0,0 0 0 0 0,0 2 0 0 0,31-1 0 0 0,9-1 0 0 0,16-6 0 0 0,-1-3 0 0 0,133-41 0 0 0,-190 48 0 0 0,40-10 0 0 0,-49 13 0 0 0,0 1 0 0 0,0 1 0 0 0,0-1 0 0 0,0 1 0 0 0,0 0 0 0 0,0 0 0 0 0,0 0 0 0 0,5 2 0 0 0,-9-2-22 0 0,-1 0 0 0 0,1 0 1 0 0,-1 0-1 0 0,1 0 0 0 0,0 0 0 0 0,-1 1 0 0 0,1-1 0 0 0,-1 0 0 0 0,0 0 0 0 0,1 1 0 0 0,-1-1 1 0 0,1 0-1 0 0,-1 1 0 0 0,1-1 0 0 0,-1 0 0 0 0,0 1 0 0 0,1 0 0 0 0,1 4-428 0 0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4:38.38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0 109 3684 0 0,'8'10'5344'0'0,"-7"-9"-5112"0"0,-1-1 1 0 0,1 0-1 0 0,-1 0 1 0 0,1 0-1 0 0,20 4 8668 0 0,-17-4-8330 0 0,12 0-570 0 0,0 0 0 0 0,0-1 0 0 0,0 0 0 0 0,0-2 0 0 0,-1 0 0 0 0,19-5 0 0 0,-3 0 0 0 0,5 0 0 0 0,100-26 0 0 0,-124 30 5 0 0,0-1 0 0 0,12-6 0 0 0,-20 10-20 0 0,-1-1 0 0 0,0 0 0 0 0,0 0 0 0 0,0-1 0 0 0,0 1-1 0 0,-1 0 1 0 0,1-1 0 0 0,-1 0 0 0 0,1 0 0 0 0,-1 0 0 0 0,4-6 0 0 0,-5 6-799 0 0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4:40.23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27 65 1612 0 0,'7'-22'9147'0'0,"2"-3"-1408"0"0,-4 8-6577 0 0,-5 17-1162 0 0,-3 1 0 0 0,-5 16 0 0 0,-26 99 0 0 0,33-113 0 0 0,1 1 0 0 0,-1 0 0 0 0,1-1 0 0 0,-1 1 0 0 0,1 0 0 0 0,0-1 0 0 0,0 1 0 0 0,1 4 0 0 0,0-8 0 0 0,-1 1 0 0 0,0-1 0 0 0,0 0 0 0 0,1 1 0 0 0,-1-1 0 0 0,0 0 0 0 0,1 0 0 0 0,-1 1 0 0 0,0-1 0 0 0,1 0 0 0 0,-1 0 0 0 0,1 0 0 0 0,-1 0 0 0 0,0 1 0 0 0,1-1 0 0 0,-1 0 0 0 0,1 0 0 0 0,-1 0 0 0 0,0 0 0 0 0,1 0 0 0 0,-1 0 0 0 0,1 0 0 0 0,-1 0 0 0 0,0 0 0 0 0,1 0 0 0 0,-1 0 0 0 0,1 0 0 0 0,-1-1 0 0 0,0 1 0 0 0,1 0 0 0 0,-1 0 0 0 0,0 0 0 0 0,1 0 0 0 0,0-1 0 0 0,16-7 0 0 0,-14 6 0 0 0,15-7 733 0 0,-4 1-2075 0 0,1 0 0 0 0,0 2 0 0 0,0 0 0 0 0,30-8 0 0 0,-41 14 1056 0 0,0-1 0 0 0,0 1 0 0 0,0 0-1 0 0,0 0 1 0 0,0 0 0 0 0,0 0 0 0 0,0 0 0 0 0,0 1 0 0 0,0 0 0 0 0,0 0 0 0 0,0 0 0 0 0,-1 1 0 0 0,6 1 0 0 0,-6-1 405 0 0,1 1 0 0 0,-1-1 0 0 0,0 0 0 0 0,0 1 0 0 0,0 0 0 0 0,-1-1 0 0 0,1 1 0 0 0,-1 0 0 0 0,5 7 0 0 0,-5-5-87 0 0,1 0-1 0 0,-1 1 1 0 0,0-1-1 0 0,0 1 1 0 0,0-1-1 0 0,-1 1 1 0 0,0 0-1 0 0,0 0 0 0 0,-1-1 1 0 0,1 1-1 0 0,-1 0 1 0 0,0 0-1 0 0,-1 0 1 0 0,0 0-1 0 0,1-1 1 0 0,-2 1-1 0 0,1 0 1 0 0,-3 5-1 0 0,1-2 652 0 0,0-1 0 0 0,-1 0 0 0 0,0-1 0 0 0,0 1 0 0 0,0-1-1 0 0,-1 1 1 0 0,0-2 0 0 0,-1 1 0 0 0,0 0 0 0 0,0-1-1 0 0,-12 10 1 0 0,15-14-682 0 0,1-1 0 0 0,0 1-1 0 0,-1-1 1 0 0,1 1 0 0 0,-1-1 0 0 0,1 0-1 0 0,-1 0 1 0 0,0 0 0 0 0,0 0-1 0 0,1-1 1 0 0,-1 1 0 0 0,0-1 0 0 0,0 1-1 0 0,0-1 1 0 0,0 0 0 0 0,1 0-1 0 0,-1 0 1 0 0,0-1 0 0 0,0 1 0 0 0,0-1-1 0 0,1 0 1 0 0,-1 1 0 0 0,-4-3 0 0 0,4 1-13 0 0,0 0 0 0 0,0 0 0 0 0,0 0 0 0 0,0 0 0 0 0,0-1 0 0 0,0 1 0 0 0,1-1 0 0 0,-1 0 0 0 0,1 0 0 0 0,0 0 0 0 0,0 0 0 0 0,0 0 0 0 0,0 0 0 0 0,0-1 0 0 0,1 1 0 0 0,0 0 0 0 0,-2-7 0 0 0,1 2-874 0 0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4:40.50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0 109 3456 0 0,'20'-24'12110'0'0,"-18"23"-11353"0"0,3-2 0 0 0,17-8 2705 0 0,-4 3-4344 0 0,24-7 882 0 0,0 3 0 0 0,1 1 0 0 0,78-9 0 0 0,-67 17 0 0 0,-53 3-14 0 0,-1-1 0 0 0,0 1-1 0 0,0 0 1 0 0,1 0 0 0 0,-1 1-1 0 0,0-1 1 0 0,0 0 0 0 0,1 0-1 0 0,-1 0 1 0 0,0 0 0 0 0,0 0-1 0 0,1 0 1 0 0,-1 0 0 0 0,0 0-1 0 0,0 0 1 0 0,1 1 0 0 0,-1-1-1 0 0,0 0 1 0 0,0 0 0 0 0,0 0-1 0 0,1 0 1 0 0,-1 1 0 0 0,0-1-1 0 0,0 0 1 0 0,0 0 0 0 0,0 0-1 0 0,0 1 1 0 0,1-1 0 0 0,-1 0-1 0 0,0 0 1 0 0,0 1 0 0 0,0-1-1 0 0,0 0 1 0 0,0 0 0 0 0,0 1-1 0 0,0-1 1 0 0,0 0 0 0 0,0 0-1 0 0,0 1 1 0 0,0-1 0 0 0,0 0-1 0 0,0 0 1 0 0,0 1 0 0 0,0-1-1 0 0,0 0 1 0 0,0 0 0 0 0,0 1-1 0 0,0-1 1 0 0,0 0 0 0 0,-1 0-1 0 0,1 1 1 0 0,0-1 0 0 0,0 0-1 0 0,0 0 1 0 0,-1 1 0 0 0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4:40.96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18 184 1364 0 0,'-17'25'17180'0'0,"18"-24"-16785"0"0,17 0 326 0 0,24-4-721 0 0,1-2 0 0 0,-1-1 0 0 0,65-20 0 0 0,-86 21 0 0 0,158-32-879 0 0,94 3-6573 0 0,-49-5 7571 0 0,-181 29-101 0 0,73-8 742 0 0,23-7 6674 0 0,-131 22-7714 0 0,-15 7 406 0 0,0 0-312 0 0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4:41.75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39 0 3684 0 0,'-3'26'13277'0'0,"-8"31"-10381"0"0,1-5-3093 0 0,3 6 197 0 0,2 0 0 0 0,2 1 0 0 0,6 59 0 0 0,-3-111 0 0 0,1 0 0 0 0,0 0 0 0 0,0-1 0 0 0,1 1 0 0 0,0 0 0 0 0,5 12 0 0 0,-7-19 0 0 0,0 0 0 0 0,0 0 0 0 0,0 0 1 0 0,0 0-1 0 0,0 0 0 0 0,0 1 0 0 0,0-1 0 0 0,0 0 0 0 0,0 0 0 0 0,0 0 0 0 0,0 0 0 0 0,1 0 0 0 0,-1 0 0 0 0,0 0 0 0 0,0 0 1 0 0,0 0-1 0 0,0 1 0 0 0,0-1 0 0 0,0 0 0 0 0,0 0 0 0 0,0 0 0 0 0,1 0 0 0 0,-1 0 0 0 0,0 0 0 0 0,0 0 0 0 0,0 0 1 0 0,0 0-1 0 0,0 0 0 0 0,0 0 0 0 0,0 0 0 0 0,1 0 0 0 0,-1 0 0 0 0,0 0 0 0 0,0 0 0 0 0,0 0 0 0 0,0 0 0 0 0,0 0 0 0 0,0 0 1 0 0,1 0-1 0 0,-1 0 0 0 0,0 0 0 0 0,0 0 0 0 0,4-6-10 0 0,2-7-61 0 0,0-13-712 0 0,-6 10-2881 0 0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4:41.95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0 220 3456 0 0,'1'-3'512'0'0,"-1"1"0"0"0,1 0 1 0 0,-1 0-1 0 0,1 0 0 0 0,0 0 1 0 0,-1 0-1 0 0,1 1 0 0 0,0-1 0 0 0,0 0 1 0 0,0 0-1 0 0,1 1 0 0 0,-1-1 1 0 0,0 0-1 0 0,3-2 0 0 0,0 1 835 0 0,1 0-1 0 0,-1 1 1 0 0,0-1-1 0 0,9-2 1 0 0,-6 2-1435 0 0,98-42 744 0 0,154-43-1 0 0,-225 77-2649 0 0,2 2-1 0 0,62-8 1 0 0,-83 19 3016 0 0,-15-2-1012 0 0,1 0 0 0 0,-1 0 0 0 0,0 1 0 0 0,0-1 0 0 0,1 0 0 0 0,-1 0 0 0 0,0 0 0 0 0,0 1 0 0 0,1-1 0 0 0,-1 0-1 0 0,0 0 1 0 0,0 1 0 0 0,0-1 0 0 0,0 0 0 0 0,1 1 0 0 0,-1-1 0 0 0,0 0 0 0 0,0 0 0 0 0,0 1 0 0 0,0-1 0 0 0,0 0-1 0 0,0 1 1 0 0,0-1 0 0 0,0 0 0 0 0,0 1 0 0 0,0-1 0 0 0,0 0 0 0 0,0 1 0 0 0,0-1 0 0 0,0 0 0 0 0,0 1 0 0 0,0-1-1 0 0,0 0 1 0 0,0 1 0 0 0,-1-1 0 0 0,1 0 0 0 0,0 0 0 0 0,0 1 0 0 0,0-1 0 0 0,0 0 0 0 0,-1 0 0 0 0,1 1 0 0 0,-6 7-3097 0 0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4:42.16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0 128 2764 0 0,'5'-10'8854'0'0,"-3"9"-8362"0"0,13-7 4900 0 0,23-4-2782 0 0,-31 11-3062 0 0,184-44 452 0 0,-154 37 0 0 0,105-30-344 0 0,-126 33-1378 0 0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4:42.86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116 5 3916 0 0,'5'-5'15697'0'0,"-5"14"-15650"0"0,-6 45-47 0 0,0-17 0 0 0,6-34 0 0 0,0 0 0 0 0,-1 0 0 0 0,1 0 0 0 0,0 1 0 0 0,0-1 0 0 0,0 0 0 0 0,0 0 0 0 0,1 5 0 0 0,0-8 0 0 0,-1 0 0 0 0,1 0 0 0 0,0 0 0 0 0,-1 0 0 0 0,1 0 0 0 0,-1 0 0 0 0,1 0 0 0 0,-1 0 0 0 0,1 0 0 0 0,-1 0 0 0 0,1 0 0 0 0,-1 0 0 0 0,1 0 0 0 0,0 0 0 0 0,-1-1 0 0 0,1 1 0 0 0,-1 0 0 0 0,1 0 0 0 0,-1-1 0 0 0,0 1 0 0 0,1 0 0 0 0,-1-1 0 0 0,1 1 0 0 0,0-1 0 0 0,0 0 0 0 0,31-12 0 0 0,-29 11 0 0 0,0 0 0 0 0,1 0 0 0 0,-1 1 0 0 0,1 0 0 0 0,0 0 0 0 0,-1 0 0 0 0,1 0 0 0 0,0 0 0 0 0,7 0 0 0 0,-2 2 0 0 0,-7-1 0 0 0,0 1 0 0 0,0-1 0 0 0,1 0 0 0 0,-1 0 0 0 0,0 0 0 0 0,1 0 0 0 0,-1 0 0 0 0,0-1 0 0 0,3 0 0 0 0,-3 4 0 0 0,-1 6-33 0 0,0 0 0 0 0,0 0 0 0 0,1 0 0 0 0,1-1 0 0 0,-1 1 0 0 0,1-1-1 0 0,8 15 1 0 0,13 11-2708 0 0,-17-25 1671 0 0,0 0 0 0 0,-1 0 1 0 0,0 1-1 0 0,6 14 1 0 0,-11-23 1070 0 0,-1 1 0 0 0,1-1 1 0 0,-1 0-1 0 0,0 0 0 0 0,1 0 1 0 0,-1 0-1 0 0,0 0 1 0 0,0 1-1 0 0,0-1 0 0 0,0 0 1 0 0,0 0-1 0 0,0 0 1 0 0,-1 1-1 0 0,1-1 0 0 0,0 0 1 0 0,0 0-1 0 0,-1 0 0 0 0,1 0 1 0 0,-1 0-1 0 0,0 1 1 0 0,0 0-2 0 0,0 0 0 0 0,-1-1 0 0 0,1 1 0 0 0,-1-1 0 0 0,1 0 1 0 0,-1 0-1 0 0,1 1 0 0 0,-1-1 0 0 0,0 0 0 0 0,1 0 0 0 0,-3 0 1 0 0,-5 3 3 0 0,-1-1 0 0 0,1-1 0 0 0,-20 4 0 0 0,24-6 5 0 0,-10 3-5 0 0,-84 10 52 0 0,86-12-49 0 0,0-1 0 0 0,0 0 0 0 0,0-1 0 0 0,0 0 0 0 0,-18-5 0 0 0,30 6-84 0 0,0-1 0 0 0,-1 1 1 0 0,1 0-1 0 0,0-1 0 0 0,-1 1 1 0 0,1-1-1 0 0,0 0 1 0 0,0 1-1 0 0,-1-1 0 0 0,1 0 1 0 0,0 0-1 0 0,0 0 1 0 0,0 1-1 0 0,0-1 0 0 0,0 0 1 0 0,0-1-1 0 0,0 1 0 0 0,0 0 1 0 0,1 0-1 0 0,-1 0 1 0 0,0 0-1 0 0,1-1 0 0 0,-1 1 1 0 0,1 0-1 0 0,-1-1 1 0 0,1 1-1 0 0,0 0 0 0 0,-1-1 1 0 0,1 1-1 0 0,0 0 0 0 0,0-1 1 0 0,0 1-1 0 0,0-1 1 0 0,0 1-1 0 0,0 0 0 0 0,1-1 1 0 0,-1 1-1 0 0,0-1 1 0 0,1 1-1 0 0,0-3 0 0 0,5-6-3501 0 0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4:43.60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354 85 2764 0 0,'0'-4'1178'0'0,"0"-1"1"0"0,-1 1-1 0 0,1 0 1 0 0,-1 0 0 0 0,0 0-1 0 0,0 0 1 0 0,-1 0-1 0 0,-1-5 1 0 0,2 6-665 0 0,-1 0-1 0 0,0 1 1 0 0,1-1-1 0 0,-1 0 1 0 0,0 1 0 0 0,-1-1-1 0 0,1 1 1 0 0,0-1 0 0 0,-5-2-1 0 0,4 3-460 0 0,0 0-1 0 0,0 1 0 0 0,0-1 1 0 0,0 1-1 0 0,0 0 1 0 0,-1-1-1 0 0,1 1 1 0 0,0 1-1 0 0,-1-1 0 0 0,1 1 1 0 0,-1-1-1 0 0,1 1 1 0 0,-1 0-1 0 0,1 0 0 0 0,-1 0 1 0 0,1 1-1 0 0,-1-1 1 0 0,1 1-1 0 0,0 0 0 0 0,-1 0 1 0 0,-4 2-1 0 0,-4 2-52 0 0,0 0 0 0 0,0 1 0 0 0,1 1 0 0 0,0 0 0 0 0,0 0 0 0 0,0 1 0 0 0,1 0 0 0 0,0 1 0 0 0,1 0 0 0 0,0 1 0 0 0,0 0 0 0 0,1 0 0 0 0,0 1 0 0 0,1 0 0 0 0,0 1 0 0 0,1-1 0 0 0,-6 15 0 0 0,7-11 0 0 0,1 0 0 0 0,0 0 0 0 0,1 1 0 0 0,-1 20 0 0 0,0 64 0 0 0,4-75 0 0 0,1 43 0 0 0,0-60 0 0 0,0 0 0 0 0,0 0 0 0 0,1 0 0 0 0,0 0 0 0 0,6 15 0 0 0,-7-21 8 0 0,0 0 0 0 0,0 0-1 0 0,0 0 1 0 0,1 0 0 0 0,-1 0-1 0 0,0 0 1 0 0,1 0 0 0 0,-1-1 0 0 0,1 1-1 0 0,0-1 1 0 0,0 1 0 0 0,-1-1-1 0 0,1 1 1 0 0,0-1 0 0 0,0 0 0 0 0,0 0-1 0 0,0 0 1 0 0,3 1 0 0 0,-2-2-137 0 0,1 1 1 0 0,-1 0 0 0 0,1-1 0 0 0,-1 0 0 0 0,1 0 0 0 0,-1 0 0 0 0,1 0 0 0 0,-1-1-1 0 0,1 1 1 0 0,5-3 0 0 0,2-1-641 0 0,0 0 0 0 0,0-1-1 0 0,-1 0 1 0 0,0-1 0 0 0,0 0-1 0 0,10-8 1 0 0,-11 7 655 0 0,-1 0 0 0 0,0-1 1 0 0,0 0-1 0 0,0 0 0 0 0,-1 0 0 0 0,0-1 0 0 0,-1-1 1 0 0,0 1-1 0 0,5-12 0 0 0,-9 18 98 0 0,0-1-1 0 0,-1 1 0 0 0,0 0 1 0 0,0-1-1 0 0,0 0 1 0 0,0 1-1 0 0,-1-1 0 0 0,1 0 1 0 0,-1 1-1 0 0,0-1 1 0 0,0 0-1 0 0,0 1 0 0 0,0-1 1 0 0,-1 0-1 0 0,0 1 1 0 0,0-1-1 0 0,0 0 0 0 0,0 1 1 0 0,0-1-1 0 0,-1 1 1 0 0,1 0-1 0 0,-1-1 0 0 0,0 1 1 0 0,0 0-1 0 0,0 0 1 0 0,0 0-1 0 0,-1 0 0 0 0,1 1 1 0 0,-1-1-1 0 0,-6-4 1 0 0,4 3 26 0 0,0 1 1 0 0,0 0 0 0 0,-1-1 0 0 0,1 2-1 0 0,-1-1 1 0 0,0 1 0 0 0,0 0 0 0 0,0 0-1 0 0,0 0 1 0 0,0 1 0 0 0,-1 0 0 0 0,1 0 0 0 0,0 1-1 0 0,-1-1 1 0 0,1 1 0 0 0,0 1 0 0 0,0-1-1 0 0,-1 1 1 0 0,1 0 0 0 0,-12 4 0 0 0,7-1-185 0 0,0 1 1 0 0,1 0-1 0 0,-1 0 1 0 0,1 1-1 0 0,0 0 0 0 0,1 1 1 0 0,-1 0-1 0 0,1 0 1 0 0,1 1-1 0 0,-12 13 1 0 0,4-1-4256 0 0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4:47.57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16 52 5296 0 0,'-3'-9'872'0'0,"-2"-15"6069"0"0,-2 5-939 0 0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4:47.79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78 0 2532 0 0,'21'61'11607'0'0,"-13"-42"-10167"0"0,-2 0-1 0 0,0-1 1 0 0,5 31 0 0 0,-10-42-1456 0 0,-1-1 0 0 0,0 1 1 0 0,0-1-1 0 0,0 1 0 0 0,-1-1 0 0 0,0 1 0 0 0,0-1 0 0 0,-1 0 0 0 0,1 1 1 0 0,-1-1-1 0 0,-1 0 0 0 0,1 0 0 0 0,-1 0 0 0 0,-7 10 0 0 0,1-3 35 0 0,-2-1 0 0 0,0 0-1 0 0,0 0 1 0 0,-15 10 0 0 0,-11 12-1844 0 0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4:01.58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 38 228 0 0,'-5'-28'16157'0'0,"2"19"-13045"0"0,5 16-3091 0 0,0 0 1 0 0,-1 1-1 0 0,1-1 1 0 0,-2 1 0 0 0,1-1-1 0 0,-1 9 1 0 0,1-1-10 0 0,6 64-890 0 0,21 88 0 0 0,1 1-6424 0 0,-27-151 6605 0 0,10 84-4079 0 0,-7-33 4569 0 0,-4-52 209 0 0,1 0 0 0 0,8 30 0 0 0,-10-40-2 0 0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4:02.47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2 281 1380 0 0,'-1'-17'10005'0'0,"10"1"-3782"0"0,-6 15-5769 0 0,-1-1-340 0 0,0 1 0 0 0,1 0 1 0 0,-1 0-1 0 0,1 0 0 0 0,-1 0 0 0 0,1 0 0 0 0,-1 0 0 0 0,1 1 0 0 0,0 0 1 0 0,-1-1-1 0 0,1 1 0 0 0,0 0 0 0 0,3 0 0 0 0,239 5-114 0 0,162-18-46 0 0,2 9-6310 0 0,-33 0-2340 0 0,-28 6 8695 0 0,-9 0 8 0 0,117 17-7 0 0,-371-13 0 0 0,548-1 104 0 0,-222-28-60 0 0,25 4 106 0 0,457-10 268 0 0,-15 46-390 0 0,-640-10-24 0 0,1124-12 68 0 0,-678-3-72 0 0,209-6 0 0 0,600-48 19 0 0,-1171 48-6 0 0,473-14-13 0 0,-737 27-427 0 0,96-3 3561 0 0,-102 0 2082 0 0,51-11 0 0 0,-51 5-4386 0 0,163-29-847 0 0,-187 36 305 0 0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4:03.01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1 149 876 0 0,'2'-42'15859'0'0,"0"24"-11523"0"0,-1-1-5747 0 0,-3-1 1411 0 0,1 18 0 0 0,0 0 0 0 0,1 1 0 0 0,-1-2 0 0 0,1 1 0 0 0,0 0 0 0 0,0 0 0 0 0,0 0 0 0 0,0 0 0 0 0,0 0 0 0 0,0 0 0 0 0,0 0 0 0 0,1 0 0 0 0,-1 0 0 0 0,1 0 0 0 0,0 0 0 0 0,-1 0 0 0 0,1 0 0 0 0,0 1 0 0 0,0-1 0 0 0,0 0 0 0 0,2-2 0 0 0,0 0 0 0 0,-3 4 0 0 0,0 0 0 0 0,0-1 0 0 0,1 1 0 0 0,-1 0 0 0 0,0 0 0 0 0,1 0 0 0 0,-1 0 0 0 0,0 0 0 0 0,1 0 0 0 0,-1 0 0 0 0,0 0 0 0 0,1 0 0 0 0,-1 0 0 0 0,0 0 0 0 0,1 0 0 0 0,-1 0 0 0 0,0 0 0 0 0,1 1 0 0 0,-1-1 0 0 0,0 0 0 0 0,0 0 0 0 0,1 0 0 0 0,-1 0 0 0 0,0 1 0 0 0,1-1 0 0 0,-1 0 0 0 0,0 0 0 0 0,0 0 0 0 0,0 1 0 0 0,1-1 0 0 0,-1 0 0 0 0,0 0 0 0 0,0 1 0 0 0,0-1 0 0 0,1 0 0 0 0,-1 1 0 0 0,0-1 0 0 0,0 1 0 0 0,5 6-5 0 0,-1 1 0 0 0,0 1 0 0 0,0-1 0 0 0,-1 1 0 0 0,0-1 0 0 0,4 17 1 0 0,7 43 15 0 0,-7-41 1 0 0,5 53-1 0 0,-9-28-11 0 0,-1-13 0 0 0,1 0 0 0 0,12 55 0 0 0,-14-89-37 0 0,0 0 0 0 0,0 0 0 0 0,1 0 0 0 0,-1-1 0 0 0,1 1 0 0 0,0-1 0 0 0,1 1 0 0 0,-1-1 0 0 0,1 0 0 0 0,0 0 0 0 0,6 7 0 0 0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4:05.87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52 5068 0 0,'8'-20'14592'0'0,"139"-9"-14592"0"0,-132 28-12 0 0,0 0-1 0 0,0 1 0 0 0,0 1 1 0 0,0 0-1 0 0,0 1 0 0 0,0 1 1 0 0,15 4-1 0 0,-20-4 114 0 0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4:06.36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92 2764 0 0,'1'-3'819'0'0,"-1"0"0"0"0,1 0 0 0 0,-1 1 1 0 0,1-1-1 0 0,0 0 0 0 0,0 1 0 0 0,1-1 1 0 0,-1 1-1 0 0,1-1 0 0 0,-1 1 0 0 0,1-1 1 0 0,0 1-1 0 0,-1 0 0 0 0,1 0 0 0 0,4-3 1 0 0,16-13 4179 0 0,-1 6-6210 0 0,-13 8 1211 0 0,1 1 0 0 0,0 0 0 0 0,0 1 0 0 0,0 0 0 0 0,0 0 0 0 0,1 1 0 0 0,-1 0 0 0 0,0 0 0 0 0,1 1 0 0 0,12 2 0 0 0,-18-2 0 0 0,1 1 0 0 0,-1-1 0 0 0,1 1 0 0 0,-1 0 0 0 0,1 1 0 0 0,-1-1 0 0 0,0 1 0 0 0,0 0 0 0 0,0 0 0 0 0,0 0 0 0 0,0 0 0 0 0,0 1 0 0 0,0 0 0 0 0,-1 0 0 0 0,1 0 0 0 0,-1 0 0 0 0,0 0 0 0 0,0 1 0 0 0,0-1 0 0 0,0 1 0 0 0,-1 0 0 0 0,1 0 0 0 0,1 4 0 0 0,-3-3 1 0 0,1 0-1 0 0,-1-1 0 0 0,0 1 1 0 0,-1 0-1 0 0,1-1 0 0 0,-1 1 1 0 0,0 0-1 0 0,-1 0 0 0 0,1 0 1 0 0,-1-1-1 0 0,1 1 0 0 0,-2 0 1 0 0,1-1-1 0 0,0 1 0 0 0,-4 6 1 0 0,-3 8-13 0 0,-2-1 0 0 0,-14 23 1 0 0,7-14-74 0 0,-12 18-1293 0 0,18-30 1875 0 0,1 1 1 0 0,-15 32-1 0 0,24-46-497 0 0,0 0 0 0 0,1 0 0 0 0,-1 0 0 0 0,1 0 0 0 0,-1 0 0 0 0,1 0 0 0 0,-1 1 0 0 0,1-1 0 0 0,0 0 0 0 0,0 0 0 0 0,0 0 0 0 0,1 0 0 0 0,-1 0 0 0 0,0 0 0 0 0,1 3 0 0 0,0-4 0 0 0,0 0 0 0 0,-1 0 0 0 0,1 0 0 0 0,0 0 0 0 0,0 0 0 0 0,0 0 0 0 0,0 0 0 0 0,-1 0 0 0 0,1 0 0 0 0,1 0 0 0 0,-1 0 0 0 0,0 0 0 0 0,0-1 0 0 0,0 1 0 0 0,0-1 0 0 0,1 1 0 0 0,-1 0 0 0 0,0-1 0 0 0,0 0 0 0 0,1 1 0 0 0,-1-1 0 0 0,0 0 0 0 0,1 0 0 0 0,1 0 0 0 0,13 1 0 0 0,1-2 0 0 0,-1 0 0 0 0,33-6 0 0 0,-13 1 0 0 0,123-24 0 0 0,-159 30 2 0 0,1 0-1 0 0,-1 0 1 0 0,0 0-1 0 0,0 0 0 0 0,0 0 1 0 0,0 0-1 0 0,0 0 1 0 0,0 0-1 0 0,1-1 1 0 0,-1 1-1 0 0,0 0 1 0 0,0 0-1 0 0,0 0 0 0 0,0 0 1 0 0,0 0-1 0 0,1 0 1 0 0,-1 0-1 0 0,0 0 1 0 0,0 0-1 0 0,0 0 1 0 0,0 0-1 0 0,0 1 1 0 0,0-1-1 0 0,1 0 0 0 0,-1 0 1 0 0,0 0-1 0 0,0 0 1 0 0,0 0-1 0 0,0 0 1 0 0,0 0-1 0 0,0 0 1 0 0,1 0-1 0 0,-1 0 0 0 0,0 0 1 0 0,0 0-1 0 0,0 1 1 0 0,0-1-1 0 0,0 0 1 0 0,0 0-1 0 0,0 0 1 0 0,0 0-1 0 0,0 0 1 0 0,0 0-1 0 0,0 1 0 0 0,1-1 1 0 0,-4 11-829 0 0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4:07.54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429 42 2992 0 0,'2'-17'11497'0'0,"-3"14"-10922"0"0,0 2-239 0 0,0 0 0 0 0,1 0 0 0 0,-1 0 0 0 0,0 0 0 0 0,0 0 0 0 0,0 0 0 0 0,0 0 1 0 0,0 0-1 0 0,-1 0 0 0 0,1 1 0 0 0,0-1 0 0 0,-2 0 0 0 0,-1-1-307 0 0,0 1-1 0 0,0-1 0 0 0,0 1 1 0 0,0 0-1 0 0,0 0 0 0 0,-1 1 1 0 0,-5-1-1 0 0,3 1-28 0 0,-1 1 0 0 0,0 0 0 0 0,1 1 0 0 0,-1 0 0 0 0,1 0 0 0 0,-13 6 0 0 0,-41 22 0 0 0,55-27 0 0 0,-6 5 0 0 0,-1-1 0 0 0,2 2 0 0 0,-1 0 0 0 0,1 0 0 0 0,1 1 0 0 0,-1 0 0 0 0,2 1 0 0 0,0 0 0 0 0,0 1 0 0 0,1 0 0 0 0,-11 20 0 0 0,13-20 0 0 0,1-1 0 0 0,0 1 0 0 0,1 0 0 0 0,0 1 0 0 0,1-1 0 0 0,0 1 0 0 0,1-1 0 0 0,1 1 0 0 0,0 0 0 0 0,1-1 0 0 0,0 1 0 0 0,1 0 0 0 0,2 16 0 0 0,0-20 0 0 0,-1 0 0 0 0,1 0 0 0 0,1-1 0 0 0,0 1 0 0 0,0-1 0 0 0,0 0 0 0 0,1 0 0 0 0,7 8 0 0 0,2 1 0 0 0,1 1 0 0 0,19 15 0 0 0,-27-27-117 0 0,0 0 1 0 0,1-1-1 0 0,0 0 0 0 0,0 0 0 0 0,1-1 1 0 0,-1 0-1 0 0,1-1 0 0 0,0 1 0 0 0,0-2 1 0 0,0 1-1 0 0,16 1 0 0 0,-14-2-757 0 0,1-1-1 0 0,0-1 1 0 0,0 0-1 0 0,0 0 1 0 0,0-1 0 0 0,0-1-1 0 0,-1 0 1 0 0,22-6-1 0 0,-29 6 860 0 0,1 0 0 0 0,-1 0-1 0 0,0 0 1 0 0,1 0 0 0 0,-1 0-1 0 0,0-1 1 0 0,-1 0 0 0 0,1 0-1 0 0,0 0 1 0 0,-1 0 0 0 0,0-1 0 0 0,1 1-1 0 0,2-5 1 0 0,-5 6 113 0 0,0 0 0 0 0,0-1 0 0 0,0 1 0 0 0,0 0 0 0 0,0 0 1 0 0,-1-1-1 0 0,1 1 0 0 0,-1 0 0 0 0,0-1 0 0 0,1 1 0 0 0,-1 0 0 0 0,0-1 0 0 0,0 1 0 0 0,0-1 0 0 0,-1 1 1 0 0,1 0-1 0 0,-1-1 0 0 0,1 1 0 0 0,-1 0 0 0 0,0-1 0 0 0,0 1 0 0 0,0 0 0 0 0,0 0 0 0 0,0 0 0 0 0,0 0 1 0 0,0 0-1 0 0,-3-3 0 0 0,2 2 325 0 0,-1 0 1 0 0,0 1-1 0 0,0-1 1 0 0,1 0 0 0 0,-1 1-1 0 0,-1-1 1 0 0,1 1-1 0 0,0 0 1 0 0,-1 0 0 0 0,1 1-1 0 0,-7-4 1 0 0,3 3-287 0 0,0 1 0 0 0,0-1 1 0 0,1 1-1 0 0,-1 0 0 0 0,0 1 0 0 0,-8 0 1 0 0,-4 1-894 0 0,0 2 1 0 0,-1 0-1 0 0,-32 10 0 0 0,16-2-1442 0 0,-59 27-1 0 0,76-29 1420 0 0,-1 2 1 0 0,1 0 0 0 0,1 1-1 0 0,-23 20 1 0 0,20-12-2508 0 0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4:10.81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58 1056 0 0,'9'-38'15941'0'0,"-11"26"-13278"0"0,3 11-2663 0 0,-1 0 0 0 0,0 1-1 0 0,0 0 1 0 0,0 0 0 0 0,0 0 0 0 0,0-1 0 0 0,0 1-1 0 0,0 0 1 0 0,0 0 0 0 0,0 0 0 0 0,0-1 0 0 0,0 1-1 0 0,0 0 1 0 0,0 0 0 0 0,0 0 0 0 0,0-1 0 0 0,0 1-1 0 0,0 0 1 0 0,-1 0 0 0 0,1 0 0 0 0,0-1 0 0 0,0 1-1 0 0,0 0 1 0 0,0 0 0 0 0,0 0 0 0 0,0 0 0 0 0,0-1-1 0 0,-1 1 1 0 0,1 0 0 0 0,0 0 0 0 0,0 0 0 0 0,-1-1-32 0 0,1 6 16 0 0,-2 7 26 0 0,0 1 1 0 0,2-1 0 0 0,-1 0 0 0 0,3 14 0 0 0,0-11-11 0 0,2 18 0 0 0,0 1 0 0 0,-2 0 0 0 0,-4 44 0 0 0,-3-38-25 0 0,2-26-38 0 0,1 0 0 0 0,1 1 0 0 0,0-1-1 0 0,1 0 1 0 0,1 1 0 0 0,2 14 0 0 0,-2-22-2130 0 0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4:12.62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72 1612 0 0,'1'-5'2227'0'0,"0"0"0"0"0,0-1 0 0 0,4-9 4454 0 0,0 3-4454 0 0,1-2 846 0 0,-2 2-3687 0 0,-4 11 614 0 0,1-1 0 0 0,5 5 0 0 0,-2-1-63 0 0,-1-1 10 0 0,0 0 1 0 0,-1 1-1 0 0,1-1 1 0 0,-1 1-1 0 0,1 0 0 0 0,-1 0 1 0 0,0 0-1 0 0,1 0 1 0 0,-1 0-1 0 0,0 0 1 0 0,0 1-1 0 0,-1-1 0 0 0,1 1 1 0 0,2 3-1 0 0,11 39-9290 0 0,-10-24 8196 0 0,3 25 0 0 0,-2 70 3084 0 0,-5-99-1823 0 0,0 0 0 0 0,2 0 1 0 0,0 0-1 0 0,0-1 0 0 0,2 1 0 0 0,9 24 0 0 0,-12-31-201 0 0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4:14.52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1 171 920 0 0,'11'-12'16483'0'0,"1"6"-16032"0"0,-1 1 1 0 0,1 0-1 0 0,0 1 1 0 0,24-5-1 0 0,85-10-723 0 0,151-3-1 0 0,59-11-6987 0 0,-59 3 1989 0 0,-250 28 5349 0 0,1 0 1 0 0,-1-2-1 0 0,37-10 1 0 0,-49 10-17 0 0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4:14.87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45 13 2764 0 0,'1'-10'7782'0'0,"0"9"-7577"0"0,17 0 7784 0 0,12 3-7858 0 0,1 1 1 0 0,-1 1-1 0 0,0 2 1 0 0,-1 1-1 0 0,0 1 1 0 0,50 22-1 0 0,-77-29-156 0 0,5 1-96 0 0,0 1 1 0 0,-1 0-1 0 0,0 1 0 0 0,1-1 1 0 0,-1 1-1 0 0,-1 1 0 0 0,1-1 1 0 0,-1 1-1 0 0,1 0 0 0 0,6 8 1 0 0,-11-11 139 0 0,0 0-1 0 0,-1 0 1 0 0,1 0 0 0 0,-1 0 0 0 0,1 0 0 0 0,-1-1 0 0 0,0 1 0 0 0,1 0-1 0 0,-1 0 1 0 0,0 0 0 0 0,0 0 0 0 0,-1 0 0 0 0,1 0 0 0 0,0 0 0 0 0,-1 0-1 0 0,1 0 1 0 0,-1 0 0 0 0,1 0 0 0 0,-1 0 0 0 0,0-1 0 0 0,0 1 0 0 0,0 0-1 0 0,0 0 1 0 0,0-1 0 0 0,0 1 0 0 0,-1-1 0 0 0,0 2 0 0 0,-5 5-457 0 0,0-1 1 0 0,0 0 0 0 0,0-1 0 0 0,-9 7 0 0 0,-22 13-2415 0 0,-69 36 0 0 0,-49 11 325 0 0,113-54-488 0 0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4:15.34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144 5 2304 0 0,'-6'-5'6891'0'0,"5"6"-6669"0"0,-9 3 3290 0 0,-13 12-165 0 0,20-13-2074 0 0,-6 4-1109 0 0,1 1 0 0 0,0 0 0 0 0,0 1 0 0 0,0 0 0 0 0,1 0 0 0 0,1 1 0 0 0,0-1 0 0 0,0 1 0 0 0,1 1 0 0 0,0-1 0 0 0,0 1 0 0 0,2 0 0 0 0,-4 12 0 0 0,4-8-182 0 0,0 0-1 0 0,1 0 1 0 0,1 0-1 0 0,1 0 1 0 0,0 1-1 0 0,0-1 1 0 0,2 0-1 0 0,0 0 1 0 0,6 23-1 0 0,-6-32-2 0 0,-1 0 0 0 0,1 0 1 0 0,1 0-1 0 0,-1 0 0 0 0,1-1 0 0 0,0 1 0 0 0,0-1 0 0 0,1 0 0 0 0,-1 0 0 0 0,1 0 0 0 0,0 0 1 0 0,1-1-1 0 0,-1 1 0 0 0,1-1 0 0 0,0 0 0 0 0,0-1 0 0 0,0 1 0 0 0,0-1 0 0 0,1 0 0 0 0,-1 0 1 0 0,1-1-1 0 0,0 0 0 0 0,0 0 0 0 0,0 0 0 0 0,0 0 0 0 0,0-1 0 0 0,0 0 0 0 0,8 0 0 0 0,12-1-873 0 0,0-2-1 0 0,0-1 1 0 0,0 0-1 0 0,45-13 0 0 0,-19 4-747 0 0,-21 6 281 0 0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4:16.30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0 152 1612 0 0,'12'-2'10028'0'0,"9"-3"-4845"0"0,4-2-2816 0 0,160-10-1814 0 0,35-5-2031 0 0,312-32-7907 0 0,-396 41 11304 0 0,-109 9-1577 0 0,0-1 1 0 0,50-17-1 0 0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4:16.66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374 0 1612 0 0,'-32'4'7363'0'0,"-19"9"-1850"0"0,24-6-2754 0 0,-47 15-330 0 0,55-15-2431 0 0,0 1-1 0 0,0 0 1 0 0,1 2 0 0 0,1 0 0 0 0,0 1-1 0 0,-30 24 1 0 0,44-32 2 0 0,0 0 0 0 0,0 0 0 0 0,0 1 0 0 0,1-1 0 0 0,-1 1 0 0 0,1 0 0 0 0,-1 0 0 0 0,1 0 0 0 0,1 0 0 0 0,-1 0 0 0 0,0 0 0 0 0,1 1 0 0 0,0-1 0 0 0,0 0 0 0 0,0 1 0 0 0,0 7 0 0 0,1-9 0 0 0,0 1 0 0 0,1-1 0 0 0,-1 0 0 0 0,0 0 0 0 0,1 0 0 0 0,0 1 0 0 0,0-1 0 0 0,0 0 0 0 0,0 0 0 0 0,0 0 0 0 0,1 0 0 0 0,-1-1 0 0 0,1 1 0 0 0,0 0 0 0 0,0 0 0 0 0,0-1 0 0 0,0 0 0 0 0,0 1 0 0 0,1-1 0 0 0,-1 0 0 0 0,1 0 0 0 0,-1 0 0 0 0,6 3 0 0 0,0-1-54 0 0,1 0 0 0 0,0-1 0 0 0,1 0 0 0 0,-1 0 0 0 0,12 1 0 0 0,50 5-128 0 0,-37-6 482 0 0,41 3-1755 0 0,-48-3-1399 0 0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4:17.01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31 3456 0 0,'3'-3'542'0'0,"-1"0"0"0"0,1 0 1 0 0,0 1-1 0 0,0-1 0 0 0,0 1 1 0 0,0-1-1 0 0,5-1 0 0 0,-5 2 410 0 0,0 1 0 0 0,0 0-1 0 0,1 0 1 0 0,-1 0 0 0 0,0 1-1 0 0,1-1 1 0 0,-1 1 0 0 0,7-1-1 0 0,6 2-552 0 0,-1 1 0 0 0,1 0 0 0 0,-1 1 0 0 0,0 1 0 0 0,0 0 0 0 0,0 1 0 0 0,0 0 0 0 0,16 9 0 0 0,-10-3-457 0 0,0 1 0 0 0,-1 1 0 0 0,0 1 0 0 0,30 27 0 0 0,-45-36 58 0 0,0 0 0 0 0,-1 0 0 0 0,1 0 0 0 0,-1 0 0 0 0,0 1 0 0 0,3 6 0 0 0,-6-10 0 0 0,0 1 0 0 0,0-1 0 0 0,0 0 0 0 0,0 1 0 0 0,0-1 0 0 0,-1 0 0 0 0,1 1 0 0 0,-1-1 0 0 0,0 1 0 0 0,0-1 0 0 0,0 1 0 0 0,0-1 0 0 0,0 1 0 0 0,-1-1 0 0 0,1 1 0 0 0,-1-1 0 0 0,1 1 0 0 0,-1-1 0 0 0,0 0 0 0 0,-1 3 0 0 0,-4 5-99 0 0,0 0 0 0 0,-1-1 1 0 0,0 1-1 0 0,0-2 0 0 0,-1 1 0 0 0,-14 11 0 0 0,-57 41-1555 0 0,-50 21-3656 0 0,98-65 448 0 0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4:55.01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45 52 936 0 0,'-18'-18'16287'0'0,"17"17"-16193"0"0,1 0-1 0 0,0-1 1 0 0,0 1 0 0 0,-1 0 0 0 0,1 0-1 0 0,0 0 1 0 0,0-1 0 0 0,0 1 0 0 0,0 0-1 0 0,0 0 1 0 0,0-1 0 0 0,1 1 0 0 0,-1 0-1 0 0,0 0 1 0 0,1 0 0 0 0,-1-1 0 0 0,0 1-1 0 0,1 0 1 0 0,0 0 0 0 0,-1 0 0 0 0,1 0-1 0 0,0 0 1 0 0,-1 0 0 0 0,1 0-1 0 0,2-2 1 0 0,-3 3-94 0 0,-1 0 0 0 0,1 0 0 0 0,0 0 0 0 0,0 0 0 0 0,0 0 0 0 0,0 0 0 0 0,0 0 0 0 0,0 0 0 0 0,0 0 0 0 0,0 0 0 0 0,0 0 0 0 0,0 0 0 0 0,0 0 0 0 0,0 0 0 0 0,0 0 0 0 0,0 0 0 0 0,0 0 0 0 0,0 0 0 0 0,0 0 0 0 0,0 0 0 0 0,0 0 0 0 0,0 0 0 0 0,-1 0 0 0 0,1 0 0 0 0,0 0 0 0 0,0-1 0 0 0,0 1 0 0 0,0 0 0 0 0,0 0 0 0 0,0 0 0 0 0,0 0 0 0 0,0 0 0 0 0,0 0 0 0 0,0 0 0 0 0,0 0 0 0 0,0 0 0 0 0,0 0 0 0 0,0 0 0 0 0,0 0 0 0 0,0 0 0 0 0,0 0 0 0 0,0 0 0 0 0,1-1 0 0 0,-1 1 0 0 0,0 0 0 0 0,0 0 0 0 0,0 0 0 0 0,0 0 0 0 0,0 0 0 0 0,0 0 0 0 0,-14 10 0 0 0,11-7 15 0 0,1-2-25 0 0,0 1-1 0 0,0 0 1 0 0,0 0-1 0 0,1 0 1 0 0,-1 0 0 0 0,-2 4-1 0 0,4-5 8 0 0,-1 0 1 0 0,1-1-1 0 0,0 1 0 0 0,0 0 0 0 0,-1 0 0 0 0,1 0 1 0 0,0-1-1 0 0,0 1 0 0 0,0 0 0 0 0,0 0 1 0 0,0 0-1 0 0,0 0 0 0 0,0-1 0 0 0,0 1 0 0 0,1 0 1 0 0,-1 0-1 0 0,0 0 0 0 0,0-1 0 0 0,1 1 1 0 0,-1 0-1 0 0,0 0 0 0 0,1-1 0 0 0,-1 1 1 0 0,1 0-1 0 0,-1-1 0 0 0,1 1 0 0 0,-1 0 0 0 0,1-1 1 0 0,0 2-1 0 0,1-1 7 0 0,-1 0 1 0 0,0 0-1 0 0,1 0 0 0 0,-1 0 1 0 0,0 1-1 0 0,0-1 0 0 0,0 1 1 0 0,0-1-1 0 0,0 0 1 0 0,0 1-1 0 0,-1 0 0 0 0,1-1 1 0 0,0 1-1 0 0,-1-1 0 0 0,1 1 1 0 0,-1 0-1 0 0,0 0 0 0 0,0-1 1 0 0,1 1-1 0 0,-1 0 1 0 0,0-1-1 0 0,0 1 0 0 0,-1 0 1 0 0,1 0-1 0 0,0-1 0 0 0,0 1 1 0 0,-1 0-1 0 0,1-1 0 0 0,-1 1 1 0 0,-1 2-1 0 0,-1 3 2 0 0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4:55.39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0 228 0 0,'8'20'17125'0'0,"-6"-12"-16520"0"0,1 0 1 0 0,0 0-1 0 0,8 14 0 0 0,3 8-725 0 0,28 111-128 0 0,-25-79 180 0 0,-12-44 390 0 0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4:56.00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47 48 1828 0 0,'2'-4'1414'0'0,"0"1"1"0"0,0-1 0 0 0,-1 0 0 0 0,1 0 0 0 0,-1 1-1 0 0,0-1 1 0 0,0 0 0 0 0,0 0 0 0 0,-1 0-1 0 0,1-6 1 0 0,-10 33 855 0 0,4-4-2270 0 0,2 1 0 0 0,0 0 0 0 0,1 0 0 0 0,1 0 0 0 0,1 0 0 0 0,2 25 0 0 0,4 146 0 0 0,-4-59 0 0 0,-2-123 0 0 0,1-1 0 0 0,0 1 0 0 0,1-1 0 0 0,3 12 0 0 0,-2-17-15 0 0,-1-8 23 0 0,-1-10-35 0 0,1-49 30 0 0,-1-28 28 0 0,-2 73-302 0 0,-22-257-4 0 0,23 275 340 0 0,-3-14 371 0 0,-1 13-447 0 0,-1 8-81 0 0,0 9 24 0 0,0 1 0 0 0,0 0 1 0 0,2 0-1 0 0,0 0 0 0 0,-1 26 0 0 0,1-13-536 0 0,2 47-1 0 0,2-63-652 0 0,0 0 0 0 0,1-1 0 0 0,0 0 0 0 0,1 1 0 0 0,1-1 0 0 0,7 17 0 0 0,3 11-1916 0 0,-13-33 633 0 0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5:55.80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812 46 1160 0 0,'-48'-16'11289'0'0,"-2"3"-5489"0"0,-21 1-3614 0 0,40 10-2380 0 0,1 0 1 0 0,-1 2-1 0 0,-42 4 0 0 0,47 0 213 0 0,0 2 1 0 0,1 0-1 0 0,0 1 0 0 0,0 2 0 0 0,0 0 1 0 0,-24 14-1 0 0,21-8-503 0 0,1 2-1 0 0,1 0 1 0 0,0 2-1 0 0,-38 36 1 0 0,53-44-186 0 0,1 1 0 0 0,0 0 0 0 0,1 1-1 0 0,0 0 1 0 0,1 0 0 0 0,0 1 0 0 0,2 0 0 0 0,-1 0 0 0 0,-7 29 0 0 0,10-29-553 0 0,1 0-1 0 0,0 0 0 0 0,2 0 1 0 0,-1 0-1 0 0,2 1 0 0 0,1 21 1 0 0,2-12 594 0 0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5:56.04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 19 848 0 0,'-10'-19'3047'0'0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5:57.19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 53 2072 0 0,'-7'-15'16879'0'0,"28"13"-16225"0"0,-17 1-646 0 0,0 0-1 0 0,0 1 1 0 0,0 0 0 0 0,0-1 0 0 0,0 1 0 0 0,6 1 0 0 0,29 5-8 0 0,0-2 0 0 0,0-2 0 0 0,63-4 0 0 0,115-25 0 0 0,-176 21 0 0 0,-8 1-13 0 0,0 2 1 0 0,1 1-1 0 0,-1 2 0 0 0,47 5 0 0 0,-60 0-135 0 0,-13-2-340 0 0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5:57.38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 33 3456 0 0,'0'0'41'0'0,"-1"0"1"0"0,1 0 0 0 0,-1 0 0 0 0,1 0 0 0 0,-1 0-1 0 0,1 0 1 0 0,-1 0 0 0 0,1 0 0 0 0,0 1-1 0 0,-1-1 1 0 0,1 0 0 0 0,-1 0 0 0 0,1 0-1 0 0,-1 1 1 0 0,1-1 0 0 0,0 0 0 0 0,-1 1 0 0 0,1-1-1 0 0,0 0 1 0 0,-1 1 0 0 0,1-1 2 0 0,0 0 0 0 0,0 1 0 0 0,0-1 0 0 0,0 0 0 0 0,0 0 0 0 0,-1 1 0 0 0,1-1 0 0 0,0 0 0 0 0,0 0 0 0 0,0 0 0 0 0,0 1 0 0 0,0-1 0 0 0,0 0 0 0 0,0 0 0 0 0,0 1 0 0 0,1-1 0 0 0,-1 0 0 0 0,0 0 0 0 0,0 0 0 0 0,0 1 0 0 0,0-1 0 0 0,0 0 0 0 0,0 0 0 0 0,0 0 0 0 0,0 1 0 0 0,1-1 0 0 0,-1 0-1 0 0,0 0 1 0 0,0 0 0 0 0,0 0 0 0 0,0 1 0 0 0,1-1 0 0 0,-1 0 0 0 0,0 0 0 0 0,0 0 0 0 0,2 1 774 0 0,32-2 8579 0 0,0-3-5284 0 0,69-12-5769 0 0,-65 9 2728 0 0,26-4-1380 0 0,-36 6-1234 0 0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5:59.07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 0 1140 0 0,'0'10'2855'0'0,"0"-1"-973"0"0,-1 8 4570 0 0,1-3-6452 0 0,-2 11 1806 0 0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4:48.47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18 472 3684 0 0,'-17'-30'17458'0'0,"20"17"-18940"0"0,10-19 1482 0 0,1 1 0 0 0,23-37 0 0 0,-2 2 0 0 0,2-3 0 0 0,27-62 0 0 0,-59 109 0 0 0,-6 13 0 0 0,1 9 0 0 0,0 0 0 0 0,0 0 0 0 0,-1 0 0 0 0,1-1 0 0 0,0 1 0 0 0,0 0 0 0 0,0 0 0 0 0,-1 0 0 0 0,1 0 0 0 0,0 0 0 0 0,0 0 0 0 0,0 0 0 0 0,-1 1 0 0 0,1-1 0 0 0,0 0 0 0 0,0 0 0 0 0,0 0 0 0 0,-1 0 0 0 0,1 0 0 0 0,0 0 0 0 0,0 0 0 0 0,0 0 0 0 0,0 0 0 0 0,0 0 0 0 0,-1 1 0 0 0,1-1 0 0 0,0 0 0 0 0,0 0 0 0 0,0 0 0 0 0,0 0 0 0 0,0 0 0 0 0,0 1 0 0 0,-1-1 0 0 0,1 0 0 0 0,0 0 0 0 0,0 0 0 0 0,0 1 0 0 0,0-1 0 0 0,0 0 0 0 0,0 0 0 0 0,-3 4 1 0 0,1 1 0 0 0,-1-1 0 0 0,1 0 1 0 0,0 1-1 0 0,0-1 0 0 0,1 1 0 0 0,-1-1 0 0 0,1 1 0 0 0,0 0 0 0 0,0 0 0 0 0,1 5 0 0 0,-1 7-25 0 0,4 32 0 0 0,-1-6-677 0 0,-14 150-5770 0 0,2-62 5364 0 0,10-45 2130 0 0,-2-73 136 0 0,1-6 527 0 0,14-17 2760 0 0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4:48.76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88 3916 0 0,'3'-2'792'0'0,"-1"-1"1"0"0,1 0 0 0 0,0 1-1 0 0,0 0 1 0 0,19-10 6620 0 0,43-9-2969 0 0,-14 7-4482 0 0,53-7 0 0 0,-93 19-4 0 0,4 0-344 0 0,22-2 0 0 0,-33 4 336 0 0,0 0 0 0 0,-1 0 1 0 0,1 1-1 0 0,0-1 0 0 0,-1 1 0 0 0,1 0 1 0 0,-1 0-1 0 0,1 0 0 0 0,-1 0 0 0 0,1 0 1 0 0,4 4-1 0 0,-1 1 611 0 0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4:49.33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76 90 228 0 0,'0'-1'40'0'0,"4"-22"811"0"0,-2 14 2845 0 0,-1 0 0 0 0,0 0 1 0 0,-1 0-1 0 0,0-12 0 0 0,0 20-3694 0 0,0 1 0 0 0,0 0 0 0 0,0 0 0 0 0,0-1 0 0 0,0 1-1 0 0,0 0 1 0 0,0-1 0 0 0,0 1 0 0 0,0 0 0 0 0,0 0-1 0 0,0-1 1 0 0,0 1 0 0 0,0 0 0 0 0,0-1 0 0 0,0 1-1 0 0,-1 0 1 0 0,1 0 0 0 0,0-1 0 0 0,0 1 0 0 0,0 0 0 0 0,0 0-1 0 0,0-1 1 0 0,-1 1 0 0 0,1 0 0 0 0,0 0 0 0 0,0 0-1 0 0,-1-1 1 0 0,1 1 0 0 0,0 0 0 0 0,-1 0 0 0 0,-3 7 6 0 0,-3 13-13 0 0,-32 257-651 0 0,15-104-4685 0 0,22-151 4586 0 0,-1 30 1 0 0,3-52 834 0 0,0 0 1 0 0,0 1 0 0 0,-1-1 0 0 0,1 0 0 0 0,0 1 0 0 0,0-1-1 0 0,0 0 1 0 0,0 0 0 0 0,0 1 0 0 0,0-1 0 0 0,0 0 0 0 0,0 1 0 0 0,1-1-1 0 0,-1 0 1 0 0,0 1 0 0 0,0-1 0 0 0,0 0 0 0 0,0 0 0 0 0,0 1 0 0 0,0-1-1 0 0,0 0 1 0 0,1 0 0 0 0,-1 1 0 0 0,0-1 0 0 0,0 0 0 0 0,0 0 0 0 0,1 0-1 0 0,-1 1 1 0 0,0-1 0 0 0,0 0 0 0 0,1 0 0 0 0,-1 1 0 0 0,8-7 2139 0 0,4-14 98 0 0,-8 9-2613 0 0,-1-1-1788 0 0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4:49.51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1 146 3456 0 0,'26'-23'17433'0'0,"-20"20"-19193"0"0,12-6 1904 0 0,0 1-1 0 0,0 1 0 0 0,28-8 1 0 0,60-8-216 0 0,-33 8 101 0 0,-25 3-29 0 0,92-17 0 0 0,-136 28-57 0 0,-1 1 0 0 0,1-1 0 0 0,-1 1 0 0 0,1 0 0 0 0,-1 0 0 0 0,0 0 0 0 0,1 1 0 0 0,-1-1 0 0 0,1 1 0 0 0,-1 0 0 0 0,6 2 0 0 0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4:49.72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48 3456 0 0,'11'7'5629'0'0,"-10"-7"-5227"0"0,0 0 0 0 0,0 0 0 0 0,0 0 0 0 0,0 0 0 0 0,0 0 0 0 0,0 0 0 0 0,1 0 0 0 0,25-2 4297 0 0,-19 1-3400 0 0,141-24 189 0 0,-110 16-1530 0 0,1 2 0 0 0,0 2-1 0 0,67-1 1 0 0,-102 6 41 0 0,-1 1-1 0 0,0-1 1 0 0,1 1-1 0 0,-1-1 1 0 0,0 1-1 0 0,0 1 1 0 0,1-1-1 0 0,5 4 1 0 0,0 3-276 0 0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4:50.20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42 9 2072 0 0,'-6'-8'15982'0'0,"1"23"-14981"0"0,-1 1-900 0 0,0 0 0 0 0,1 1 0 0 0,1-1 0 0 0,0 1-1 0 0,-1 25 1 0 0,5-41-151 0 0,0-1 0 0 0,0 0 0 0 0,0 1 0 0 0,0-1 0 0 0,0 1 0 0 0,0-1 0 0 0,0 1 0 0 0,0-1 0 0 0,0 0 0 0 0,0 1 0 0 0,0-1 0 0 0,0 1 0 0 0,0-1 0 0 0,1 1-1 0 0,-1-1 1 0 0,0 0 0 0 0,0 1 0 0 0,0-1 0 0 0,1 0 0 0 0,-1 1 0 0 0,0-1 0 0 0,1 0 0 0 0,-1 1 0 0 0,0-1 0 0 0,1 0 0 0 0,-1 0 0 0 0,0 1 0 0 0,1-1 0 0 0,-1 0 0 0 0,1 1 0 0 0,0-1-56 0 0,0 0 1 0 0,0 0-1 0 0,0 0 0 0 0,0 0 1 0 0,0 0-1 0 0,0-1 1 0 0,0 1-1 0 0,0 0 1 0 0,0 0-1 0 0,0-1 0 0 0,0 1 1 0 0,1-1-1 0 0,29-19-2661 0 0,-28 18 2115 0 0,22-17-1752 0 0,29-20 1349 0 0,-47 36 1075 0 0,-1-1 0 0 0,1 1 0 0 0,0 0 0 0 0,0 0 0 0 0,0 0 0 0 0,12-1 0 0 0,-18 4-15 0 0,0-1 0 0 0,0 1 0 0 0,0 0 1 0 0,0 0-1 0 0,0 0 0 0 0,0 0 0 0 0,0 0 0 0 0,0 0 0 0 0,0 1 0 0 0,-1-1 0 0 0,1 0 0 0 0,0 0 0 0 0,0 1 0 0 0,0-1 0 0 0,0 1 1 0 0,0-1-1 0 0,0 1 0 0 0,-1-1 0 0 0,1 1 0 0 0,0-1 0 0 0,1 2 0 0 0,-1 0 9 0 0,0-1 1 0 0,0 1-1 0 0,0-1 0 0 0,0 1 1 0 0,0 0-1 0 0,0 0 0 0 0,0 0 0 0 0,-1-1 1 0 0,1 1-1 0 0,0 2 0 0 0,0 4 68 0 0,0-1 0 0 0,-1 0-1 0 0,0 1 1 0 0,-1 11 0 0 0,-1-2-27 0 0,0-1 0 0 0,-2 0 0 0 0,0 1 0 0 0,-1-1 1 0 0,-1-1-1 0 0,-9 21 0 0 0,9-24-31 0 0,0-1 0 0 0,-1 0-1 0 0,0-1 1 0 0,-1 0 0 0 0,0 0-1 0 0,-1 0 1 0 0,0-1 0 0 0,-20 16 0 0 0,5-11 550 0 0,23-14-725 0 0,-1 1 1 0 0,1-1-1 0 0,0 0 0 0 0,0 0 0 0 0,-1 1 0 0 0,1-1 1 0 0,0 0-1 0 0,0 0 0 0 0,-1 0 0 0 0,1 0 1 0 0,0 0-1 0 0,-1 0 0 0 0,1-1 0 0 0,0 1 0 0 0,0 0 1 0 0,-1-1-1 0 0,1 1 0 0 0,0-1 0 0 0,-2 0 0 0 0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4:50.37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1 138 6220 0 0,'2'-3'782'0'0,"1"-1"1"0"0,0 1 0 0 0,-1 0-1 0 0,1 1 1 0 0,0-1 0 0 0,1 0-1 0 0,-1 1 1 0 0,0 0 0 0 0,7-4-1 0 0,37-12 5036 0 0,-26 11-6088 0 0,116-41 342 0 0,-101 38-75 0 0,69-12 0 0 0,-98 21-106 0 0,1 1 0 0 0,0-1-1 0 0,-1 1 1 0 0,1 0 0 0 0,0 1 0 0 0,10 2 0 0 0,-3 2-3587 0 0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4:50.74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19 79 1612 0 0,'-19'17'16563'0'0,"23"-15"-15078"0"0,11 0-1483 0 0,-1 0-1 0 0,1-1 0 0 0,-1-1 0 0 0,28-3 1 0 0,60-14-50 0 0,-70 11-30 0 0,66-13-427 0 0,9-3-3252 0 0,124-8 1 0 0,-151 28 3820 0 0,109 9 1 0 0,-171-6 1021 0 0,1 0 0 0 0,-1-1 0 0 0,0-1 0 0 0,1-1 0 0 0,22-5 1 0 0,-31 5-3662 0 0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4:51.34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108 87 2992 0 0,'-1'-8'2753'0'0,"0"-1"1"0"0,0 0-1 0 0,-1 1 1 0 0,-3-9-1 0 0,-1-8 148 0 0,6 25-2901 0 0,0-1 0 0 0,0 1 0 0 0,0-1 0 0 0,0 1 0 0 0,0-1 0 0 0,0 1 0 0 0,0-1 0 0 0,0 1 0 0 0,0-1 0 0 0,0 1 0 0 0,-1 0 0 0 0,1-1 0 0 0,0 1 0 0 0,0-1 0 0 0,-1 1 0 0 0,1-1 0 0 0,0 1 0 0 0,-1 0 0 0 0,1-1 0 0 0,0 1 0 0 0,-1 0 0 0 0,1-1 0 0 0,0 1 0 0 0,-1-1 0 0 0,0 1 0 0 0,1 1 0 0 0,-1-1 0 0 0,1 0 0 0 0,-1 1 0 0 0,1-1 0 0 0,0 0 0 0 0,-1 1 0 0 0,1-1 0 0 0,-1 0 0 0 0,1 1 0 0 0,0-1 0 0 0,0 1 0 0 0,-1-1 0 0 0,1 1 0 0 0,0-1 0 0 0,0 1 0 0 0,0-1 0 0 0,-1 1 0 0 0,-7 26 0 0 0,-9 118-2934 0 0,2-13-2541 0 0,-23 67 5682 0 0,37-194-169 0 0,1 0 0 0 0,-1 1 0 0 0,1-1 0 0 0,0 1 0 0 0,1-1 0 0 0,0 8 1 0 0,-1-12-33 0 0,0 0 0 0 0,1 0 0 0 0,-1 0 0 0 0,0 0 0 0 0,1 0 0 0 0,-1 0 0 0 0,0-1 0 0 0,1 1 0 0 0,-1 0 1 0 0,1 0-1 0 0,-1 0 0 0 0,1 0 0 0 0,0-1 0 0 0,-1 1 0 0 0,1 0 0 0 0,0-1 0 0 0,-1 1 0 0 0,1 0 0 0 0,0-1 1 0 0,0 1-1 0 0,0-1 0 0 0,0 1 0 0 0,0-1 0 0 0,-1 0 0 0 0,1 1 0 0 0,0-1 0 0 0,0 0 0 0 0,0 1 0 0 0,0-1 1 0 0,0 0-1 0 0,0 0 0 0 0,0 0 0 0 0,0 0 0 0 0,0 0 0 0 0,0 0 0 0 0,0 0 0 0 0,0 0 0 0 0,0-1 1 0 0,0 1-1 0 0,0 0 0 0 0,1-1 0 0 0,3-1 18 0 0,-1-1 0 0 0,1 1 0 0 0,-1-1 0 0 0,0 0 0 0 0,0 0 0 0 0,0 0 0 0 0,-1-1 0 0 0,1 1 1 0 0,-1-1-1 0 0,0 0 0 0 0,1 0 0 0 0,-2 0 0 0 0,6-9 0 0 0,-2 0-3529 0 0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4:51.55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1 135 3916 0 0,'20'-38'13027'0'0,"-7"32"-10667"0"0,21-5-2276 0 0,0 1 1 0 0,0 2-1 0 0,63-7 1 0 0,-27 5-66 0 0,133-23-27 0 0,-201 33-24 0 0,3-1-56 0 0,-1 0-1 0 0,1 1 1 0 0,-1-1 0 0 0,1 1 0 0 0,5 0 0 0 0,-6 2-535 0 0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4:51.74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24 2304 0 0,'-1'32'16081'0'0,"4"-30"-15465"0"0,7 4 43 0 0,-5-4-659 0 0,0 0 0 0 0,-1-1 0 0 0,1 0 0 0 0,0 0 0 0 0,0 0 0 0 0,0-1 0 0 0,0 0 0 0 0,-1 1 0 0 0,9-2 0 0 0,6-2 0 0 0,21-4 0 0 0,-24 3 0 0 0,113-32-7 0 0,-83 21-206 0 0,-25 8-891 0 0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4:52.24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257 47 688 0 0,'14'-19'16678'0'0,"-13"18"-16525"0"0,0 0 0 0 0,0-1 0 0 0,-1 1 0 0 0,1 0 0 0 0,-1-1 0 0 0,1 1 0 0 0,-1-1 0 0 0,1 1 0 0 0,-1 0 0 0 0,0-1-1 0 0,0 1 1 0 0,0-1 0 0 0,0 1 0 0 0,0-3 0 0 0,0 4-153 0 0,0-1 0 0 0,-1 1 0 0 0,1 0 0 0 0,0-1 0 0 0,0 1 0 0 0,-1 0 0 0 0,1 0 0 0 0,0-1 0 0 0,-1 1 0 0 0,1 0 0 0 0,0 0 0 0 0,-1 0 0 0 0,1-1 0 0 0,-1 1 0 0 0,1 0 0 0 0,0 0 0 0 0,-1 0 0 0 0,1 0 0 0 0,0 0 0 0 0,-1 0 0 0 0,1 0 0 0 0,-1 0 0 0 0,1 0 0 0 0,0 0 0 0 0,-1 0 0 0 0,1 0 0 0 0,-1 0 0 0 0,1 0 0 0 0,0 0 0 0 0,-1 1 0 0 0,1-1 0 0 0,-1 0 0 0 0,1 0 0 0 0,0 0 0 0 0,-1 0 0 0 0,1 1 0 0 0,0-1 0 0 0,-1 0 0 0 0,1 0 0 0 0,0 1 0 0 0,-1-1 0 0 0,-14 11 0 0 0,0 2 0 0 0,-1 0 0 0 0,2 2 0 0 0,0 0 0 0 0,-20 29 0 0 0,26-32 0 0 0,0 0 0 0 0,2 1 0 0 0,0 0 0 0 0,0 0 0 0 0,1 1 0 0 0,1-1 0 0 0,-5 23 0 0 0,6-19 0 0 0,1 0 0 0 0,1 1 0 0 0,0-1 0 0 0,3 21 0 0 0,-1-29 0 0 0,0 0 0 0 0,0 0 0 0 0,1 0 0 0 0,1 0 0 0 0,0 0 0 0 0,0-1 0 0 0,0 1 0 0 0,1-1 0 0 0,8 13 0 0 0,-10-17 0 0 0,1-1 0 0 0,0 0 0 0 0,0 0 0 0 0,0 1 0 0 0,0-2 0 0 0,1 1 0 0 0,-1 0 0 0 0,1-1 0 0 0,0 1 0 0 0,-1-1 0 0 0,1 0 0 0 0,0-1 0 0 0,7 3 0 0 0,-4-2 0 0 0,0 0 0 0 0,0-1 0 0 0,-1-1 0 0 0,1 1 0 0 0,0-1 0 0 0,0 0 0 0 0,0 0 0 0 0,8-2 0 0 0,-5 0 0 0 0,0 0 0 0 0,0-1 0 0 0,0 0 0 0 0,0 0 0 0 0,-1-1 0 0 0,1-1 0 0 0,-1 1 0 0 0,0-1 0 0 0,-1-1 0 0 0,1 0 0 0 0,12-11 0 0 0,-18 14 0 0 0,-1 0 0 0 0,1 0 0 0 0,0-1 0 0 0,-1 1 0 0 0,0-1 0 0 0,0 1 0 0 0,0-1 0 0 0,0 0 0 0 0,-1 0 0 0 0,1 0 0 0 0,-1 0 0 0 0,0 0 0 0 0,0 0 0 0 0,0 0 0 0 0,-1 0 0 0 0,1 0 0 0 0,-1 0 0 0 0,0-1 0 0 0,-1 1 0 0 0,1 0 0 0 0,-2-7 0 0 0,1 7 0 0 0,0 1 0 0 0,0-1 0 0 0,-1 1 0 0 0,1 0 0 0 0,-1-1 0 0 0,0 1 0 0 0,0 0 0 0 0,0 0 0 0 0,0 0 0 0 0,-1 0 0 0 0,1 0 0 0 0,-1 1 0 0 0,0-1 0 0 0,0 1 0 0 0,0 0 0 0 0,0-1 0 0 0,0 1 0 0 0,0 1 0 0 0,0-1 0 0 0,-1 0 0 0 0,1 1 0 0 0,-1 0 0 0 0,1 0 0 0 0,-7-2 0 0 0,0 2-121 0 0,0 0 0 0 0,0 1 0 0 0,0 0-1 0 0,0 0 1 0 0,0 1 0 0 0,0 0 0 0 0,-1 1 0 0 0,2 0 0 0 0,-1 0-1 0 0,0 1 1 0 0,0 1 0 0 0,1 0 0 0 0,-16 8 0 0 0,6 0-757 0 0,-1 0 0 0 0,2 1 0 0 0,0 1 0 0 0,1 0 0 0 0,-19 21 0 0 0,29-28 541 0 0,0 1-1 0 0,1 1 0 0 0,0-1 0 0 0,-6 12 1 0 0,-4 10-3603 0 0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9:46.328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75 146 1375 0 0,'3'-8'-31'0'0,"5"-13"801"0"0,5-24 1 0 0,-11 39-435 0 0,-1-1 0 0 0,0 0 1 0 0,0 0-1 0 0,0 0 0 0 0,-1 0 1 0 0,-1 0-1 0 0,-1-13 0 0 0,0 17 271 0 0,-1 7-254 0 0,0 10-131 0 0,5 5-186 0 0,0 0 1 0 0,2 0-1 0 0,0-1 1 0 0,1 1 0 0 0,0-1-1 0 0,13 26 1 0 0,-9-20 38 0 0,0 0 1 0 0,9 48-1 0 0,-15-41 9 0 0,-2 0 0 0 0,-1 1 0 0 0,-1-1-1 0 0,-7 36 1 0 0,6-42 31 0 0,2-3 180 0 0,0-19-177 0 0,0 1 1 0 0,0 0-1 0 0,0 0 0 0 0,0 0 0 0 0,-1-1 0 0 0,-1 6 0 0 0,2-9-85 0 0,0 1 0 0 0,-1-1-1 0 0,1 0 1 0 0,0 1-1 0 0,-1-1 1 0 0,1 0 0 0 0,-1 0-1 0 0,1 0 1 0 0,0 1 0 0 0,-1-1-1 0 0,1 0 1 0 0,-1 0-1 0 0,1 0 1 0 0,-1 0 0 0 0,1 0-1 0 0,-1 0 1 0 0,1 0-1 0 0,-1 0 1 0 0,1 0 0 0 0,0 0-1 0 0,-1 0 1 0 0,1 0 0 0 0,-1 0-1 0 0,1 0 1 0 0,-1 0-1 0 0,1-1 1 0 0,-1 1 0 0 0,1 0-1 0 0,0 0 1 0 0,-1 0-1 0 0,1-1 1 0 0,-1 1 0 0 0,1 0-1 0 0,-1-1 1 0 0,-14-8 787 0 0,6 1-739 0 0,0 0 0 0 0,1-1 1 0 0,0 0-1 0 0,1-1 0 0 0,0 1 1 0 0,-8-14-1 0 0,-6-8 10 0 0,14 22-86 0 0,1 0 1 0 0,0 0 0 0 0,0-1 0 0 0,1 1-1 0 0,0-1 1 0 0,-6-17 0 0 0,11 26-8 0 0,0-1 0 0 0,0 0 0 0 0,0 1 0 0 0,0-1 0 0 0,0 0-1 0 0,1 0 1 0 0,-1 1 0 0 0,0-1 0 0 0,1 0 0 0 0,-1 1 0 0 0,1-1 0 0 0,-1 1 0 0 0,1-1 0 0 0,0 1 0 0 0,2-3 0 0 0,-2 2-1 0 0,0 0 0 0 0,0 0 0 0 0,-1 0 0 0 0,1 1-1 0 0,0-1 1 0 0,-1 0 0 0 0,1 0 0 0 0,-1 0 0 0 0,1-3 0 0 0,-1 4-40 0 0,-3 6 32 0 0,2 1 3 0 0,-1 0-1 0 0,1-1 0 0 0,0 1 1 0 0,1 0-1 0 0,-1 0 0 0 0,1 0 1 0 0,0-1-1 0 0,0 1 0 0 0,1 0 1 0 0,0 0-1 0 0,0 0 0 0 0,0-1 1 0 0,1 1-1 0 0,0-1 0 0 0,3 7 1 0 0,-4-10 4 0 0,0 0 1 0 0,0 0-1 0 0,0-1 1 0 0,1 1-1 0 0,-1 0 1 0 0,1-1-1 0 0,-1 1 1 0 0,1-1-1 0 0,0 1 1 0 0,0-1-1 0 0,-1 0 1 0 0,1 0-1 0 0,0 0 1 0 0,0 0-1 0 0,0 0 1 0 0,0 0-1 0 0,4 0 1 0 0,-3 0 8 0 0,0-1 0 0 0,0 0 1 0 0,0 0-1 0 0,1 0 0 0 0,-1-1 0 0 0,0 1 1 0 0,0-1-1 0 0,0 0 0 0 0,0 0 0 0 0,0 0 0 0 0,5-2 1 0 0,12-5 319 0 0,0 1 1 0 0,0 1 0 0 0,0 1 0 0 0,1 1 0 0 0,38-3-1 0 0,184 10-48 0 0,-154 1-332 0 0,112-8 1 0 0,286-16 270 0 0,-174 6-135 0 0,-8 0-34 0 0,-112 15-76 0 0,342 13-110 0 0,-258 0 196 0 0,70 5 22 0 0,-45-7-79 0 0,-82-5 0 0 0,162 3 0 0 0,51-5 0 0 0,-170-3 0 0 0,67 2 0 0 0,50 3 0 0 0,-123-6 0 0 0,176-22 0 0 0,-213 3 0 0 0,33-1 15 0 0,168-6 61 0 0,-410 24-67 0 0,495-23 435 0 0,-492 22-428 0 0,0 0 0 0 0,0-1 0 0 0,0-1 0 0 0,0 0 0 0 0,-1-1 0 0 0,0 0 0 0 0,24-14 0 0 0,-29 16-15 0 0,-1-1 0 0 0,1 1 0 0 0,0 0-1 0 0,0 1 1 0 0,0 0 0 0 0,15-2 0 0 0,9-2 57 0 0,-31 6-57 0 0,-1 0 0 0 0,1-1 0 0 0,0 1 0 0 0,-1 0 0 0 0,1 0 0 0 0,-1 0 0 0 0,1-1 0 0 0,0 1 0 0 0,-1 0 0 0 0,1-1 0 0 0,-1 1 0 0 0,1 0 0 0 0,-1-1 0 0 0,1 1 0 0 0,-1-1 0 0 0,1 1 0 0 0,-1-1 0 0 0,1 0 0 0 0,-1 1 1 0 0,0 0 0 0 0,0-1 0 0 0,0 1 0 0 0,0-1 0 0 0,0 1 0 0 0,0 0 0 0 0,0-1 0 0 0,0 1 0 0 0,0 0 0 0 0,0-1 0 0 0,0 1 0 0 0,0-1 0 0 0,0 1 0 0 0,0 0-1 0 0,-1-1 1 0 0,1 1 0 0 0,0 0 0 0 0,0-1 0 0 0,0 1 0 0 0,-1 0 0 0 0,1 0 0 0 0,0-1 0 0 0,-1 1 0 0 0,-2-4 25 0 0,-1 1 1 0 0,-1-1-1 0 0,-8-4 1 0 0,0-2 4 0 0,12 9-32 0 0,0 1 0 0 0,1-1 0 0 0,-1 0 0 0 0,0 1 0 0 0,1-1 0 0 0,-1 0 0 0 0,1 0 0 0 0,-1 0 0 0 0,1 1 0 0 0,0-1 0 0 0,-1 0 0 0 0,1 0 0 0 0,0 0 0 0 0,-1 0 0 0 0,1 0 0 0 0,0 1 0 0 0,0-1 0 0 0,0 0 0 0 0,0 0 0 0 0,0-2 0 0 0,1 1 0 0 0,-1 0 0 0 0,1 0 0 0 0,0 0 0 0 0,0 0 0 0 0,0 0 0 0 0,0 0 0 0 0,2-2 0 0 0,-1 1 40 0 0,-2 3-39 0 0,0-1 0 0 0,0 1 0 0 0,0 0 0 0 0,0 0 0 0 0,0-1 0 0 0,0 1 0 0 0,0 0 0 0 0,0 0 0 0 0,0-1 0 0 0,0 1 0 0 0,0 0 0 0 0,-1 0 0 0 0,1 0 0 0 0,0-1 0 0 0,0 1 0 0 0,0 0 0 0 0,0 0 0 0 0,0 0 0 0 0,0-1 0 0 0,-1 1 0 0 0,1 0 0 0 0,0 0 0 0 0,0 0 0 0 0,0 0 0 0 0,0 0 0 0 0,-1-1 0 0 0,1 1 0 0 0,0 0 0 0 0,0 0 0 0 0,-1 0 0 0 0,1 0-1 0 0,0 0 1 0 0,0 0 0 0 0,0 0 0 0 0,-1 0 0 0 0,1 0 0 0 0,0 0 0 0 0,0 0 0 0 0,-1 0 0 0 0,1 0 0 0 0,-2-1-1 0 0,-17-2 0 0 0,18 3 0 0 0,-1 0 0 0 0,1-1 0 0 0,0 1 0 0 0,0 0 0 0 0,0-1 0 0 0,0 1 0 0 0,0-1 0 0 0,-1 1 0 0 0,1-1 0 0 0,0 0 0 0 0,0 1 0 0 0,0-1 0 0 0,-1-1 0 0 0,2-3 5 0 0,0 5-6 0 0,0 0 0 0 0,0 0 0 0 0,0 0 0 0 0,0 0 1 0 0,0 0-1 0 0,0 1 0 0 0,0-1 0 0 0,0 0 1 0 0,0 0-1 0 0,0 0 0 0 0,0 0 0 0 0,0 0 0 0 0,0 0 1 0 0,0 0-1 0 0,0 0 0 0 0,0 0 0 0 0,0 0 1 0 0,0 1-1 0 0,1-1 0 0 0,-1 0 0 0 0,0 0 1 0 0,0 0-1 0 0,0 0 0 0 0,0 0 0 0 0,0 0 0 0 0,0 0 1 0 0,0 0-1 0 0,0 0 0 0 0,0 0 0 0 0,0 0 1 0 0,0 0-1 0 0,0 0 0 0 0,0 0 0 0 0,1 0 0 0 0,-1 0 1 0 0,0 1-1 0 0,0-1 0 0 0,0 0 0 0 0,0 0 1 0 0,0 0-1 0 0,0 0 0 0 0,0 0 0 0 0,0 0 0 0 0,0 0 1 0 0,0 0-1 0 0,1 0 0 0 0,-1 0 0 0 0,0 0 1 0 0,0 0-1 0 0,0-1 0 0 0,0 1 0 0 0,0 0 0 0 0,0 0 1 0 0,0 0-1 0 0,0 0 0 0 0,0 0 0 0 0,0 0 1 0 0,1 0-1 0 0,-1 0 0 0 0,0 0 0 0 0,0 0 0 0 0,0 0 1 0 0,0 0-1 0 0,0 0 0 0 0,0 0 0 0 0,0 0 1 0 0,0 0-1 0 0,0-1 0 0 0,63 139-180 0 0,-53-115 153 0 0,6 18-42 0 0,-10-24 63 0 0,0-1 0 0 0,1 1 0 0 0,1-1 1 0 0,1 0-1 0 0,0-1 0 0 0,16 20 0 0 0,-24-34 11 0 0,0 0 0 0 0,0 0 0 0 0,0 0-1 0 0,0 1 1 0 0,1-1 0 0 0,-1 0 0 0 0,0-1-1 0 0,1 1 1 0 0,-1 0 0 0 0,1 0 0 0 0,-1-1-1 0 0,1 1 1 0 0,-1-1 0 0 0,1 1 0 0 0,2 0-1 0 0,-3-1 0 0 0,0 0 0 0 0,0-1 0 0 0,0 1 1 0 0,-1 0-1 0 0,1 0 0 0 0,0 0 0 0 0,0-1 0 0 0,0 1 0 0 0,0 0 0 0 0,-1-1 0 0 0,1 1 0 0 0,0-1 0 0 0,0 1 0 0 0,-1-1 0 0 0,1 1 0 0 0,0-1 0 0 0,-1 0 0 0 0,1 1 1 0 0,0-1-1 0 0,-1 0 0 0 0,1 1 0 0 0,-1-1 0 0 0,1 0 0 0 0,-1 0 0 0 0,0 0 0 0 0,1 1 0 0 0,-1-1 0 0 0,0 0 0 0 0,1-1 0 0 0,1-6 32 0 0,0 0 1 0 0,-1 0-1 0 0,0 1 0 0 0,0-1 0 0 0,-1 0 0 0 0,0 0 0 0 0,0 0 0 0 0,-1 0 1 0 0,-2-10-1 0 0,-3-10 226 0 0,-12-33 0 0 0,7 25-183 0 0,-4-14 27 0 0,-2 1-1 0 0,-24-50 1 0 0,41 98-107 0 0,0 1 0 0 0,0 0 0 0 0,-1-1 0 0 0,1 1 0 0 0,0 0 0 0 0,0 0 0 0 0,0-1 0 0 0,0 1 1 0 0,0 0-1 0 0,0 0 0 0 0,-1-1 0 0 0,1 1 0 0 0,0 0 0 0 0,0 0 0 0 0,0 0 0 0 0,-1-1 0 0 0,1 1 0 0 0,0 0 1 0 0,0 0-1 0 0,-1 0 0 0 0,1 0 0 0 0,0 0 0 0 0,0-1 0 0 0,-1 1 0 0 0,1 0 0 0 0,0 0 0 0 0,-1 0 0 0 0,1 0 1 0 0,0 0-1 0 0,0 0 0 0 0,-1 0 0 0 0,1 0 0 0 0,0 0 0 0 0,-1 0 0 0 0,1 0 0 0 0,-8 9-10 0 0,-2 16 30 0 0,-1 11-65 0 0,-10 71 1 0 0,19-90 30 0 0,1 1 0 0 0,1 0 1 0 0,0-1-1 0 0,1 1 1 0 0,1-1-1 0 0,6 23 0 0 0,-3-19-22 0 0,1-1-1 0 0,1 0 1 0 0,1-1 0 0 0,16 31-1 0 0,-24-50 41 0 0,0 0-1 0 0,1 1 1 0 0,-1-1 0 0 0,0 1-1 0 0,0-1 1 0 0,0 0-1 0 0,1 1 1 0 0,-1-1 0 0 0,0 0-1 0 0,1 1 1 0 0,-1-1 0 0 0,0 0-1 0 0,1 1 1 0 0,-1-1-1 0 0,0 0 1 0 0,1 0 0 0 0,-1 1-1 0 0,0-1 1 0 0,1 0-1 0 0,-1 0 1 0 0,1 0 0 0 0,-1 0-1 0 0,0 0 1 0 0,1 1-1 0 0,0-2 4 0 0,-1 1 0 0 0,1 0-1 0 0,-1 0 1 0 0,0 0 0 0 0,1-1-1 0 0,-1 1 1 0 0,0 0 0 0 0,1-1-1 0 0,-1 1 1 0 0,0 0 0 0 0,0-1 0 0 0,1 1-1 0 0,-1 0 1 0 0,0-1 0 0 0,0 1-1 0 0,0 0 1 0 0,0-1 0 0 0,1 1-1 0 0,-1-1 1 0 0,4-22 183 0 0,-4-13 23 0 0,-2 1 0 0 0,-1 0 0 0 0,-2 0 1 0 0,-1 0-1 0 0,-2 1 0 0 0,-12-35 0 0 0,20 68-203 0 0,-12-23 106 0 0,12 23-113 0 0,-1 1-1 0 0,1-1 0 0 0,0 1 1 0 0,0-1-1 0 0,-1 1 1 0 0,1-1-1 0 0,0 1 1 0 0,0 0-1 0 0,-1-1 1 0 0,1 1-1 0 0,-1 0 1 0 0,1-1-1 0 0,0 1 1 0 0,-1 0-1 0 0,1-1 0 0 0,-1 1 1 0 0,1 0-1 0 0,0 0 1 0 0,-1-1-1 0 0,1 1 1 0 0,-1 0-1 0 0,1 0 1 0 0,-1 0-1 0 0,1 0 1 0 0,-1 0-1 0 0,1 0 1 0 0,-1 0-1 0 0,1 0 0 0 0,-1 0 1 0 0,1 0-1 0 0,-1 0 1 0 0,1 0-1 0 0,-1 0 1 0 0,1 0-1 0 0,-1 0 1 0 0,1 0-1 0 0,-1 0 1 0 0,1 1-1 0 0,0-1 1 0 0,-1 0-1 0 0,1 0 0 0 0,-1 1 1 0 0,1-1-1 0 0,-1 0 1 0 0,1 1-1 0 0,0-1 1 0 0,-1 1-1 0 0,-3 4 0 0 0,0 1-1 0 0,0 0 0 0 0,1-1 1 0 0,0 1-1 0 0,0 0 1 0 0,0 1-1 0 0,-3 11 0 0 0,-8 50-115 0 0,11-46 53 0 0,1-14 60 0 0,0 0 0 0 0,1-1 1 0 0,1 1-1 0 0,-1 0 0 0 0,1 0 0 0 0,1 0 0 0 0,0 0 0 0 0,0 0 0 0 0,0 0 0 0 0,1 0 0 0 0,0-1 0 0 0,0 1 0 0 0,1-1 1 0 0,0 1-1 0 0,0-1 0 0 0,1 0 0 0 0,0 0 0 0 0,0-1 0 0 0,1 1 0 0 0,0-1 0 0 0,11 11 0 0 0,1 1-1129 0 0,4 3-4528 0 0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9:47.061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0 303 1567 0 0,'79'-255'2908'0'0,"-78"252"-2819"0"0,4-22 596 0 0,-5 24-653 0 0,0 0 0 0 0,0 1 0 0 0,0-1 0 0 0,0 0 0 0 0,0 1 0 0 0,0-1-1 0 0,0 0 1 0 0,0 1 0 0 0,0-1 0 0 0,0 0 0 0 0,0 1 0 0 0,0-1 0 0 0,0 0 0 0 0,-1 1 0 0 0,1-1 0 0 0,0 0 0 0 0,0 1 0 0 0,-1-1 0 0 0,1 1 0 0 0,0-1 0 0 0,-1 1 0 0 0,1-1 0 0 0,-1 1 0 0 0,1-1 0 0 0,-1 1 0 0 0,1-1 0 0 0,-1 1 0 0 0,1-1 0 0 0,-1 1-1 0 0,1 0 1 0 0,-2-1 0 0 0,1 1-16 0 0,0 0 1 0 0,0 0-1 0 0,1 0 0 0 0,-1 0 0 0 0,0 1 0 0 0,0-1 0 0 0,0 0 0 0 0,0 1 0 0 0,1-1 0 0 0,-1 0 0 0 0,0 1 0 0 0,0-1 0 0 0,1 1 0 0 0,-1-1 0 0 0,0 1 1 0 0,1-1-1 0 0,-1 1 0 0 0,0 0 0 0 0,1-1 0 0 0,-1 1 0 0 0,1 0 0 0 0,-1-1 0 0 0,1 1 0 0 0,0 0 0 0 0,-1 1 0 0 0,-10 21 30 0 0,8-14-19 0 0,1 1 0 0 0,-1 0 0 0 0,2 0-1 0 0,-1 0 1 0 0,1 0 0 0 0,1 0 0 0 0,0 0-1 0 0,0 0 1 0 0,1 0 0 0 0,0 0 0 0 0,1 0-1 0 0,0-1 1 0 0,0 1 0 0 0,8 18 0 0 0,0-7 258 0 0,1-1 0 0 0,0 0 0 0 0,1-1 0 0 0,1 0 0 0 0,23 24 0 0 0,-35-41-234 0 0,4 4 119 0 0,0-1-1 0 0,-1 2 0 0 0,6 9 0 0 0,-9-16-126 0 0,-1 1-1 0 0,1 0 1 0 0,0 0 0 0 0,-1 0-1 0 0,0 0 1 0 0,1 0 0 0 0,-1 0-1 0 0,1 0 1 0 0,-1 0-1 0 0,0 0 1 0 0,0 0 0 0 0,0 0-1 0 0,1 0 1 0 0,-1 0 0 0 0,0 0-1 0 0,0 0 1 0 0,-1 0 0 0 0,1 0-1 0 0,0 0 1 0 0,0 0-1 0 0,0 0 1 0 0,-1 0 0 0 0,1 0-1 0 0,0 0 1 0 0,-1 0 0 0 0,1 0-1 0 0,-1 0 1 0 0,1-1 0 0 0,-1 1-1 0 0,1 0 1 0 0,-1 0-1 0 0,0 0 1 0 0,0-1 0 0 0,1 1-1 0 0,-2 1 1 0 0,0-2 62 0 0,0 1 1 0 0,1-1-1 0 0,-1 1 0 0 0,1-1 0 0 0,-1 1 1 0 0,0-1-1 0 0,0 0 0 0 0,1 0 0 0 0,-1 0 1 0 0,0 0-1 0 0,1 0 0 0 0,-1 0 0 0 0,0-1 1 0 0,1 1-1 0 0,-1-1 0 0 0,0 1 0 0 0,-2-2 1 0 0,-15-2 928 0 0,27 13-1772 0 0,0-2-3996 0 0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0:09.89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4 265 2304 0 0,'-2'-25'11783'0'0,"0"0"-6302"0"0,2 22-5468 0 0,1 0 0 0 0,-1-1 0 0 0,0 1 1 0 0,1 0-1 0 0,0 0 0 0 0,1-4 0 0 0,2-1-13 0 0,0 0 0 0 0,0-1 0 0 0,1 2 0 0 0,0-1 0 0 0,1 1 0 0 0,-1-1 0 0 0,2 2 0 0 0,-1-1 0 0 0,1 1 0 0 0,0 0 0 0 0,0 0 0 0 0,0 0 0 0 0,1 1 0 0 0,0 1 0 0 0,0-1 0 0 0,0 1 0 0 0,10-3 0 0 0,-16 6 0 0 0,0 1 0 0 0,0-1 0 0 0,0 1 0 0 0,0 0 0 0 0,0-1 0 0 0,0 1 0 0 0,0 0 0 0 0,0 0 0 0 0,0 1 0 0 0,0-1 0 0 0,0 0 0 0 0,0 1 0 0 0,0-1 0 0 0,0 1 0 0 0,0 0 0 0 0,0-1 0 0 0,0 1 0 0 0,0 0 0 0 0,-1 0 0 0 0,1 0 0 0 0,0 0 0 0 0,-1 1 0 0 0,1-1 0 0 0,-1 0 0 0 0,1 1 0 0 0,-1-1 0 0 0,1 1 0 0 0,-1-1 0 0 0,0 1 0 0 0,0 0 0 0 0,0 0 0 0 0,1 2 0 0 0,2 3 0 0 0,-2 1 0 0 0,1-1 0 0 0,-1 0 0 0 0,0 1 0 0 0,0-1 0 0 0,-1 1 0 0 0,1 11 0 0 0,-2 12-984 0 0,-1 0 0 0 0,-1 1-1 0 0,-1-1 1 0 0,-10 38 0 0 0,-20 45-3104 0 0,4-42 4469 0 0,27-68 318 0 0,3-10 1319 0 0,4-11 761 0 0,34-67-151 0 0,49-106-4987 0 0,-16-4-3309 0 0,-64 172 5679 0 0,-6 17 134 0 0,0 1 0 0 0,0 0 1 0 0,0-1-1 0 0,-1 1 0 0 0,0-1 1 0 0,1-8-1 0 0,-20 35-841 0 0,-8 20 737 0 0,-37 81 0 0 0,54-102-55 0 0,2-1-1 0 0,0 1 1 0 0,1 0 0 0 0,2 1 0 0 0,0-1 0 0 0,-2 36 0 0 0,6-36 16 0 0,0-1 0 0 0,1 1 1 0 0,7 37-1 0 0,-7-52-1 0 0,1-1 0 0 0,-1 1 0 0 0,1-1 0 0 0,0 1-1 0 0,0-1 1 0 0,1 0 0 0 0,-1 0 0 0 0,1 0 0 0 0,0-1 0 0 0,1 1 0 0 0,-1-1 0 0 0,1 1 0 0 0,0-1 0 0 0,0 0 0 0 0,0 0 0 0 0,0-1-1 0 0,1 1 1 0 0,9 4 0 0 0,-9-6 1 0 0,0 0 1 0 0,0-1-1 0 0,0 1 0 0 0,0-1 0 0 0,0-1 1 0 0,0 1-1 0 0,1-1 0 0 0,-1 1 0 0 0,0-2 0 0 0,0 1 1 0 0,1-1-1 0 0,-1 1 0 0 0,8-3 0 0 0,0-1 5 0 0,-1 0-1 0 0,1-1 1 0 0,-1 0 0 0 0,13-9-1 0 0,7-6-247 0 0,-14 4-2678 0 0,-9 4-671 0 0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0:10.09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99 4836 0 0,'4'10'15877'0'0,"3"-9"-16930"0"0,1-1 1053 0 0,1 0 0 0 0,-1-1 0 0 0,1 0 0 0 0,-1 0 0 0 0,0-1 0 0 0,10-3 0 0 0,51-20 0 0 0,-39 13 0 0 0,99-40-53 0 0,-98 41 106 0 0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0:10.83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21 99 1612 0 0,'-12'-20'16884'0'0,"12"15"-17701"0"0,2 2 983 0 0,-1-1 0 0 0,1 1 0 0 0,-1 0-1 0 0,1-1 1 0 0,0 1 0 0 0,0 0 0 0 0,0 0-1 0 0,1 0 1 0 0,-1 0 0 0 0,1 1-1 0 0,0-1 1 0 0,5-4 0 0 0,-2 2-195 0 0,1 1 0 0 0,-1 0 0 0 0,0 0 0 0 0,1 1 0 0 0,11-5 0 0 0,-17 8 29 0 0,0 0 0 0 0,0-1 0 0 0,0 1 0 0 0,0 0 0 0 0,0 0 0 0 0,0-1 0 0 0,0 1 0 0 0,0 0 0 0 0,0 0 0 0 0,0 0 0 0 0,0 0 0 0 0,0 0 0 0 0,0 0 0 0 0,0 1 0 0 0,0-1 0 0 0,0 0 0 0 0,0 0 0 0 0,0 1 0 0 0,0-1 0 0 0,0 1 0 0 0,0-1 0 0 0,2 2 0 0 0,-2-1 0 0 0,0 0 0 0 0,-1 0 0 0 0,1 1 0 0 0,0-1 0 0 0,0 0 0 0 0,0 0 0 0 0,-1 1 0 0 0,1-1 0 0 0,-1 1 0 0 0,1-1 0 0 0,-1 1 0 0 0,0-1 0 0 0,1 0 0 0 0,-1 3 0 0 0,1 2 0 0 0,-1 0 0 0 0,0 0 0 0 0,-1 1 0 0 0,0-1 0 0 0,1 0 0 0 0,-4 10 0 0 0,-4 5-895 0 0,-2 0-1 0 0,0-1 1 0 0,0 0-1 0 0,-2 0 1 0 0,-16 20-1 0 0,-5 8-1869 0 0,26-34 3150 0 0,7-14-381 0 0,-1 1-1 0 0,1-1 0 0 0,0 1 0 0 0,-1-1 1 0 0,1 1-1 0 0,0-1 0 0 0,0 1 0 0 0,0-1 1 0 0,0 1-1 0 0,0-1 0 0 0,-1 1 1 0 0,1 0-1 0 0,0-1 0 0 0,0 1 0 0 0,0-1 1 0 0,0 1-1 0 0,0-1 0 0 0,1 1 0 0 0,-1-1 1 0 0,0 1-1 0 0,0 0 0 0 0,2-1-19 0 0,-1 0 0 0 0,1 0 1 0 0,-1-1-1 0 0,1 1 0 0 0,-1 0 0 0 0,1-1 0 0 0,-1 1 0 0 0,1-1 0 0 0,-1 0 1 0 0,0 1-1 0 0,3-3 0 0 0,1 1-251 0 0,5-2 249 0 0,-1 0 0 0 0,1 1 0 0 0,0 0 0 0 0,0 1 1 0 0,0 0-1 0 0,0 1 0 0 0,19-1 0 0 0,-24 3 19 0 0,-1-1 1 0 0,1 1-1 0 0,0 0 1 0 0,-1 0-1 0 0,1 0 1 0 0,0 0-1 0 0,-1 1 0 0 0,1 0 1 0 0,-1 0-1 0 0,0 0 1 0 0,0 0-1 0 0,0 1 1 0 0,0 0-1 0 0,0 0 0 0 0,0 0 1 0 0,-1 0-1 0 0,0 0 1 0 0,1 1-1 0 0,2 4 1 0 0,-1-1 23 0 0,-1 0 0 0 0,0 1 0 0 0,0-1 0 0 0,-1 1 0 0 0,1 0 0 0 0,-2 0 1 0 0,1 0-1 0 0,-1 0 0 0 0,-1 1 0 0 0,1-1 0 0 0,-2 0 0 0 0,1 1 0 0 0,-1 15 1 0 0,-1-18 4 0 0,0 1 0 0 0,0 0 0 0 0,0-1 0 0 0,0 1 1 0 0,-1-1-1 0 0,0 1 0 0 0,-1-1 0 0 0,1 0 0 0 0,-1 0 1 0 0,-1 0-1 0 0,1 0 0 0 0,-1 0 0 0 0,0-1 0 0 0,0 0 1 0 0,0 0-1 0 0,-1 0 0 0 0,-9 8 0 0 0,8-9 671 0 0,-8 7-261 0 0,-1-1 0 0 0,0-1-1 0 0,-21 11 1 0 0,32-18-316 0 0,-1-1-1 0 0,0 1 1 0 0,0-1-1 0 0,0 1 1 0 0,0-2-1 0 0,0 1 1 0 0,0 0-1 0 0,-9-1 1 0 0,11 0 295 0 0,0-1 1 0 0,-1 1 0 0 0,1-1 0 0 0,0 0 0 0 0,0 0-1 0 0,0 0 1 0 0,-1-1 0 0 0,-4-2 0 0 0,2-2-420 0 0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0:11.18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8 142 6448 0 0,'-2'-3'1220'0'0,"1"1"-610"0"0,0 1-1 0 0,1 0 1 0 0,-1-1 0 0 0,0 0 0 0 0,1 1 0 0 0,0-1 0 0 0,-1 1 0 0 0,1-1 0 0 0,0 1 0 0 0,0-1 0 0 0,0 0 0 0 0,0 1 0 0 0,0-1 0 0 0,0 0 0 0 0,0 1 0 0 0,1-3 0 0 0,0 1-371 0 0,0 0 1 0 0,1 0 0 0 0,-1 0-1 0 0,0 1 1 0 0,1-1-1 0 0,0 0 1 0 0,0 1 0 0 0,0-1-1 0 0,2-2 1 0 0,4-1-369 0 0,-1-1 0 0 0,1 1 0 0 0,0 0 1 0 0,1 1-1 0 0,11-7 0 0 0,-15 10 129 0 0,54-24 0 0 0,-54 24 0 0 0,1 0 0 0 0,-1 0 0 0 0,1 1 0 0 0,-1 0 0 0 0,1 0 0 0 0,-1 1 0 0 0,1 0 0 0 0,0 0 0 0 0,6 0 0 0 0,-11 0-1 0 0,0 0 0 0 0,-1 0-1 0 0,1 1 1 0 0,0-1 0 0 0,-1 0-1 0 0,1 0 1 0 0,0 0 0 0 0,-1 0-1 0 0,1 1 1 0 0,0-1 0 0 0,-1 0 0 0 0,1 1-1 0 0,0-1 1 0 0,-1 1 0 0 0,1-1-1 0 0,-1 0 1 0 0,1 1 0 0 0,-1-1-1 0 0,1 1 1 0 0,-1 0 0 0 0,1-1 0 0 0,-1 1-1 0 0,1-1 1 0 0,-1 1 0 0 0,0 0-1 0 0,1-1 1 0 0,-1 1 0 0 0,0 0-1 0 0,0-1 1 0 0,0 1 0 0 0,1 0 0 0 0,-1-1-1 0 0,0 1 1 0 0,0 0 0 0 0,0-1-1 0 0,0 1 1 0 0,0 0 0 0 0,0 0-1 0 0,0-1 1 0 0,-1 2 0 0 0,-1 9 54 0 0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0:11.34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99 5068 0 0,'4'5'1780'0'0,"-3"-4"-1187"0"0,0 0 1 0 0,1 0-1 0 0,-1 0 1 0 0,1 0-1 0 0,0 0 0 0 0,-1 0 1 0 0,1 0-1 0 0,0-1 1 0 0,-1 1-1 0 0,1-1 0 0 0,0 1 1 0 0,0-1-1 0 0,3 1 1 0 0,18 2 4459 0 0,-11-3-5602 0 0,-1 0 549 0 0,1-1 0 0 0,-1-1 0 0 0,1 0 0 0 0,-1-1 0 0 0,0 0 0 0 0,1 0 0 0 0,-2-1 0 0 0,13-6 0 0 0,12-9 0 0 0,33-23 0 0 0,-42 26 0 0 0,-12 8-379 0 0,-5 4-1516 0 0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0:26.76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257 240 1612 0 0,'7'1'19814'0'0,"5"-11"-21580"0"0,-7 5 1651 0 0,-1 1 0 0 0,1-1-1 0 0,-1-1 1 0 0,0 1 0 0 0,0-1 0 0 0,-1 1-1 0 0,0-1 1 0 0,0 0 0 0 0,0 0 0 0 0,0 0-1 0 0,-1-1 1 0 0,0 1 0 0 0,-1-1-1 0 0,1 1 1 0 0,-1-1 0 0 0,-1 1 0 0 0,1-1-1 0 0,-1 0 1 0 0,-1-12 0 0 0,0 14-126 0 0,1 1 1 0 0,-1-1-1 0 0,0 1 0 0 0,0-1 1 0 0,-1 1-1 0 0,1-1 1 0 0,-1 1-1 0 0,0 0 0 0 0,0 0 1 0 0,-1 0-1 0 0,1 0 0 0 0,-1 0 1 0 0,0 1-1 0 0,1-1 1 0 0,-2 1-1 0 0,1 0 0 0 0,0 0 1 0 0,-1 0-1 0 0,0 0 1 0 0,1 0-1 0 0,-1 1 0 0 0,0 0 1 0 0,0-1-1 0 0,0 2 0 0 0,-1-1 1 0 0,1 0-1 0 0,0 1 1 0 0,-9-2-1 0 0,8 2 243 0 0,1 1 0 0 0,-1 0-1 0 0,0 0 1 0 0,0 0 0 0 0,0 0 0 0 0,0 1 0 0 0,0-1-1 0 0,0 1 1 0 0,1 0 0 0 0,-1 1 0 0 0,0-1 0 0 0,-7 5-1 0 0,5-2 0 0 0,0 0 0 0 0,1 0 0 0 0,0 1 0 0 0,0 0 0 0 0,0 0 0 0 0,0 0 0 0 0,-6 10 0 0 0,0 1-6 0 0,1 0 0 0 0,1 1 0 0 0,1 0-1 0 0,0 1 1 0 0,-9 28 0 0 0,8-20 3 0 0,2 1 1 0 0,1 1-1 0 0,-7 52 0 0 0,13-65 2 0 0,1 0 1 0 0,0 0-1 0 0,0 0 0 0 0,2-1 0 0 0,0 1 0 0 0,0 0 0 0 0,2 0 0 0 0,-1-1 0 0 0,8 16 1 0 0,-9-25 25 0 0,0 0 1 0 0,1 0-1 0 0,0 0 1 0 0,0 0-1 0 0,0 0 0 0 0,0-1 1 0 0,1 1-1 0 0,0-1 1 0 0,0 0-1 0 0,0 0 1 0 0,1 0-1 0 0,-1-1 1 0 0,1 1-1 0 0,0-1 1 0 0,5 2-1 0 0,-6-3 4 0 0,0 0 0 0 0,0-1 0 0 0,0 0-1 0 0,0 0 1 0 0,0 0 0 0 0,0-1 0 0 0,0 1-1 0 0,0-1 1 0 0,1 0 0 0 0,-1 0 0 0 0,0 0 0 0 0,0-1-1 0 0,1 1 1 0 0,-1-1 0 0 0,0 0 0 0 0,0 0-1 0 0,0-1 1 0 0,0 1 0 0 0,0-1 0 0 0,6-4-1 0 0,-3 1 11 0 0,1 0-1 0 0,-2-1 0 0 0,1 0 1 0 0,0 0-1 0 0,-1-1 1 0 0,-1 1-1 0 0,1-1 0 0 0,-1-1 1 0 0,0 1-1 0 0,0-1 0 0 0,-1 0 1 0 0,0 0-1 0 0,-1 0 0 0 0,4-12 1 0 0,-1 1 211 0 0,-1 0 1 0 0,-1 0 0 0 0,-1-1-1 0 0,-1 0 1 0 0,0-27 0 0 0,-3 34 342 0 0,1 9-436 0 0,-1 1-1 0 0,1-1 1 0 0,4-8 5138 0 0,4 30-5520 0 0,1 6 224 0 0,0 0 0 0 0,2-1 0 0 0,1 0 0 0 0,17 24 0 0 0,-21-34 5 0 0,1 0-1 0 0,12 11 0 0 0,-18-21-17 0 0,0 1-1 0 0,0-1 1 0 0,0 0-1 0 0,1 0 1 0 0,0 0 0 0 0,-1-1-1 0 0,1 1 1 0 0,0-1-1 0 0,0 0 1 0 0,1 0-1 0 0,5 2 1 0 0,-6-4 8 0 0,-1 0-1 0 0,0 1 1 0 0,0-1-1 0 0,0-1 1 0 0,0 1-1 0 0,0 0 1 0 0,0-1-1 0 0,1 0 1 0 0,-1 1-1 0 0,0-1 1 0 0,-1-1-1 0 0,6-1 1 0 0,10-6-2806 0 0,-17 8 2566 0 0,10-5-2540 0 0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0:26.98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41 2992 0 0,'15'-22'15298'0'0,"-6"20"-13217"0"0,-4 1-2792 0 0,21-4 711 0 0,0 0 0 0 0,0 2 0 0 0,1 1 0 0 0,36 1 0 0 0,-60 1-50 0 0,0 1 0 0 0,-1-1 0 0 0,1 1 0 0 0,0-1 0 0 0,-1 1 1 0 0,1 0-1 0 0,-1 0 0 0 0,0 0 0 0 0,1 0 0 0 0,-1 0 0 0 0,3 2 0 0 0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0:27.18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63 3916 0 0,'4'1'14822'0'0,"9"-6"-13900"0"0,22-11-922 0 0,-20 8 0 0 0,1 0 0 0 0,0 2 0 0 0,0 0 0 0 0,30-7 0 0 0,-44 12-35 0 0,0 1-1 0 0,0 0 1 0 0,0-1 0 0 0,0 1-1 0 0,0 0 1 0 0,0 0 0 0 0,1 0-1 0 0,-1 1 1 0 0,0-1-1 0 0,0 0 1 0 0,0 1 0 0 0,0 0-1 0 0,0-1 1 0 0,0 1 0 0 0,-1 0-1 0 0,1 0 1 0 0,0 0-1 0 0,0 0 1 0 0,0 0 0 0 0,-1 0-1 0 0,1 1 1 0 0,-1-1 0 0 0,3 2-1 0 0,4 8-220 0 0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0:27.92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 47 3684 0 0,'-9'-21'15005'0'0,"10"20"-14957"0"0,0-1 0 0 0,-1 1 1 0 0,1 0-1 0 0,0 0 1 0 0,0 0-1 0 0,0 0 1 0 0,0 0-1 0 0,0 0 0 0 0,0 0 1 0 0,0 0-1 0 0,0 1 1 0 0,0-1-1 0 0,0 0 1 0 0,0 0-1 0 0,0 1 0 0 0,1-1 1 0 0,-1 1-1 0 0,0-1 1 0 0,1 1-1 0 0,-1 0 1 0 0,3-1-1 0 0,32-2-227 0 0,-25 3 264 0 0,53-4-85 0 0,73 5 0 0 0,-119 2-2082 0 0,-10-2 3640 0 0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0:28.59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 97 2764 0 0,'-1'-2'898'0'0,"0"0"1"0"0,-1-1 0 0 0,1 1 0 0 0,0 0-1 0 0,0 0 1 0 0,0-1 0 0 0,0 1 0 0 0,1-1-1 0 0,-1 1 1 0 0,1-1 0 0 0,-1 1 0 0 0,1-1-1 0 0,0 1 1 0 0,0-1 0 0 0,0 1 0 0 0,1-6-1 0 0,-1 6-599 0 0,1 0 0 0 0,0 0 0 0 0,0 0-1 0 0,-1 0 1 0 0,1 0 0 0 0,1 0 0 0 0,-1 0-1 0 0,2-2 1 0 0,-1 2-452 0 0,0-1 0 0 0,0 1 0 0 0,1 0 0 0 0,-1 0 0 0 0,1 0 0 0 0,3-2 0 0 0,-2 2 153 0 0,-1 0 0 0 0,1 0 0 0 0,0 1 0 0 0,0-1 0 0 0,0 1 0 0 0,0 0 0 0 0,0 0 0 0 0,0 0 0 0 0,1 1 0 0 0,-1 0 0 0 0,0-1 0 0 0,0 1 0 0 0,1 1 0 0 0,3 0 0 0 0,-2 0 0 0 0,0 0 0 0 0,0 1 0 0 0,0 0 0 0 0,0 0 0 0 0,-1 0 0 0 0,1 1 0 0 0,-1 0 0 0 0,1 0 0 0 0,5 5 0 0 0,-6-4 0 0 0,1 0 0 0 0,-1 1 0 0 0,0 0 0 0 0,0 0 0 0 0,0 0 0 0 0,-1 1 0 0 0,0 0 0 0 0,0-1 0 0 0,0 2 0 0 0,-1-1 0 0 0,0 0 0 0 0,0 1 0 0 0,0-1 0 0 0,-1 1 0 0 0,0 0 0 0 0,0 0 0 0 0,0 10 0 0 0,-2-6 5 0 0,0 0 0 0 0,-1 0 0 0 0,-1 0 0 0 0,0-1 0 0 0,-1 1 0 0 0,0 0 0 0 0,0-1 0 0 0,-1 0 0 0 0,-10 19 0 0 0,-4 3-302 0 0,-35 45 0 0 0,52-76 270 0 0,-61 73 602 0 0,22-29-579 0 0,39-44 4 0 0,1 0 0 0 0,-1-1 0 0 0,1 1 0 0 0,-1 0 0 0 0,1 0 0 0 0,-1 0 0 0 0,1 0 0 0 0,0-1 0 0 0,-1 1 0 0 0,1 0 0 0 0,0 0 0 0 0,0 0 0 0 0,-1 0 0 0 0,1 0 0 0 0,0 0 0 0 0,0 0 0 0 0,0 0 0 0 0,0 0 0 0 0,0 0 0 0 0,1 1 0 0 0,0 0 0 0 0,-1 0 0 0 0,1 0 0 0 0,0 0 0 0 0,0-1 0 0 0,0 1 0 0 0,0 0 0 0 0,0 0 0 0 0,1-1 0 0 0,1 3 0 0 0,2 0 0 0 0,0 1 0 0 0,0-1 0 0 0,0 0 0 0 0,11 5 0 0 0,-9-6 0 0 0,0 0 0 0 0,0 0 0 0 0,0-1 0 0 0,0 0 0 0 0,1-1 0 0 0,-1 1 0 0 0,0-2 0 0 0,1 1 0 0 0,-1-1 0 0 0,11 0 0 0 0,10-3 0 0 0,38-9 0 0 0,-55 10 0 0 0,-2 0 0 0 0,-2 1 0 0 0,1-1 0 0 0,-1 1 0 0 0,1 0 0 0 0,-1 0 0 0 0,1 1 0 0 0,10 1 0 0 0,-17-1 0 0 0,-1 0 0 0 0,1 0 0 0 0,-1 0 0 0 0,1 0 0 0 0,-1 1 0 0 0,0-1 0 0 0,1 0 0 0 0,-1 0 0 0 0,1 0 0 0 0,-1 1 0 0 0,1-1 0 0 0,-1 0 0 0 0,0 1 0 0 0,1-1 0 0 0,-1 0 0 0 0,0 1 0 0 0,1-1-1 0 0,-1 1 1 0 0,0-1 0 0 0,1 0 0 0 0,-1 1 0 0 0,0-1 0 0 0,0 1 0 0 0,1-1 0 0 0,-1 1 0 0 0,0-1 0 0 0,0 1 0 0 0,0-1 0 0 0,0 1 0 0 0,0-1 0 0 0,0 1 0 0 0,0-1 0 0 0,0 2 0 0 0,-4 16-205 0 0,3-14 14 0 0,-4 7-1348 0 0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0:29.44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67 94 2072 0 0,'-4'-7'3304'0'0,"2"3"-1652"0"0,0 0 0 0 0,1 0 1 0 0,-3-7-1 0 0,-2-23 3493 0 0,1 5-2615 0 0,6 39-2589 0 0,0 1 0 0 0,0 0 0 0 0,-1 0-1 0 0,0-1 1 0 0,-2 15 0 0 0,-13 72-2887 0 0,6-39 110 0 0,3-17 2323 0 0,0-6-118 0 0,2 0-1 0 0,1 0 0 0 0,3 57 1 0 0,2-81 647 0 0,0-11-2 0 0,0-6-2 0 0,3-9 346 0 0,0 0-1 0 0,1 0 1 0 0,1 0 0 0 0,1 1 0 0 0,0 0 0 0 0,11-15 0 0 0,-15 23-373 0 0,1-1-1 0 0,1 1 1 0 0,-1 0 0 0 0,1 0 0 0 0,0 1-1 0 0,0 0 1 0 0,1 0 0 0 0,0 0-1 0 0,-1 1 1 0 0,2 0 0 0 0,-1 0-1 0 0,0 1 1 0 0,1 0 0 0 0,8-2-1 0 0,-12 4-5 0 0,1 0 0 0 0,-1 1 0 0 0,0 0-1 0 0,1 0 1 0 0,-1 0 0 0 0,1 1-1 0 0,-1-1 1 0 0,0 1 0 0 0,1 0 0 0 0,-1 0-1 0 0,0 1 1 0 0,0-1 0 0 0,0 1 0 0 0,0 0-1 0 0,0 0 1 0 0,0 0 0 0 0,0 1 0 0 0,-1-1-1 0 0,1 1 1 0 0,-1 0 0 0 0,0 0-1 0 0,0 0 1 0 0,0 0 0 0 0,3 5 0 0 0,2 2-81 0 0,-1 1 0 0 0,0 0 0 0 0,-1 0 0 0 0,0 0 0 0 0,-1 1 0 0 0,0 0 0 0 0,4 14 0 0 0,-6-14 103 0 0,0 0-1 0 0,0 0 0 0 0,-2 1 1 0 0,1 0-1 0 0,-1-1 0 0 0,-1 1 1 0 0,-2 18-1 0 0,1-26 2 0 0,1-1-1 0 0,-1 1 1 0 0,0-1-1 0 0,0 0 1 0 0,-1 0 0 0 0,1 1-1 0 0,-1-1 1 0 0,0 0-1 0 0,0 0 1 0 0,-1 0 0 0 0,1-1-1 0 0,-1 1 1 0 0,0-1-1 0 0,0 1 1 0 0,0-1 0 0 0,0 0-1 0 0,0 0 1 0 0,-1 0-1 0 0,1 0 1 0 0,-1-1 0 0 0,0 0-1 0 0,0 1 1 0 0,0-1-1 0 0,-5 1 1 0 0,-5 2 96 0 0,0-2 0 0 0,0 0 0 0 0,0-1-1 0 0,0 0 1 0 0,0-1 0 0 0,-19-1 0 0 0,-5-2 3641 0 0,-42-9 0 0 0,80 11-3739 0 0,0 0 0 0 0,0 0-1 0 0,0 0 1 0 0,0 0 0 0 0,0 0-1 0 0,0 0 1 0 0,0 0-1 0 0,0 0 1 0 0,0 0 0 0 0,0 0-1 0 0,0 0 1 0 0,0 0 0 0 0,0 0-1 0 0,0 0 1 0 0,0 0 0 0 0,0 0-1 0 0,0 1 1 0 0,0-1 0 0 0,0 0-1 0 0,0 0 1 0 0,0 0 0 0 0,0 0-1 0 0,0 0 1 0 0,9 3-13 0 0,13 4-2349 0 0,-9-4 3337 0 0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0:29.72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 54 2532 0 0,'-3'-34'15259'0'0,"4"33"-14698"0"0,3-1-451 0 0,-1-1 1 0 0,0 1-1 0 0,1 1 1 0 0,0-1-1 0 0,-1 0 1 0 0,1 1-1 0 0,0 0 1 0 0,0 0-1 0 0,-1 0 1 0 0,1 0-1 0 0,0 0 0 0 0,6 1 1 0 0,6-1-226 0 0,27 4 0 0 0,-31-2 217 0 0,-9 0-421 0 0,1 0-1 0 0,0-1 1 0 0,-1 1 0 0 0,0 0-1 0 0,7 3 1 0 0,-5-1 1841 0 0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0:29.95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15 67 1380 0 0,'-15'12'16297'0'0,"24"-9"-14314"0"0,4-2-1983 0 0,0-1 0 0 0,0 0 0 0 0,0-1 0 0 0,0-1 0 0 0,1 0 0 0 0,21-6 0 0 0,-19 2-27 0 0,0 0-1 0 0,-1-1 1 0 0,0 0-1 0 0,-1-2 1 0 0,0 0-1 0 0,19-15 1 0 0,-29 22-935 0 0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0:32.81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8 170 3684 0 0,'-6'-11'8570'0'0,"5"8"-7791"0"0,0-16 4466 0 0,2 13-4900 0 0,0-1 1 0 0,1 1 0 0 0,2-10-1 0 0,-1 9-345 0 0,0 1 0 0 0,1-1 0 0 0,-1 1 0 0 0,1 0 0 0 0,1 0 0 0 0,-1 0 0 0 0,1 0 0 0 0,0 1 0 0 0,0 0 0 0 0,7-6 0 0 0,-8 8 0 0 0,0 0 0 0 0,1 0 0 0 0,-1 0 0 0 0,1 0 0 0 0,0 1 0 0 0,-1-1 0 0 0,1 1 0 0 0,0 0 0 0 0,0 1 0 0 0,1-1 0 0 0,-1 1 0 0 0,0 0 0 0 0,0 0 0 0 0,9 1 0 0 0,-11 0 1 0 0,-1 0-1 0 0,0 0 0 0 0,0 1 0 0 0,1-1 1 0 0,-1 1-1 0 0,0 0 0 0 0,0 0 1 0 0,0 0-1 0 0,0 0 0 0 0,0 0 1 0 0,0 0-1 0 0,0 0 0 0 0,0 1 0 0 0,0-1 1 0 0,0 1-1 0 0,-1-1 0 0 0,1 1 1 0 0,-1 0-1 0 0,1-1 0 0 0,-1 1 1 0 0,1 0-1 0 0,-1 0 0 0 0,0 0 1 0 0,0 0-1 0 0,0 0 0 0 0,0 1 0 0 0,-1-1 1 0 0,1 0-1 0 0,0 0 0 0 0,-1 0 1 0 0,0 1-1 0 0,1 2 0 0 0,-1 5-18 0 0,1-1 1 0 0,-1 1-1 0 0,-1 0 0 0 0,0-1 0 0 0,0 1 1 0 0,-4 13-1 0 0,-24 61-1884 0 0,18-56-1368 0 0,-10 38 0 0 0,21-65 3364 0 0,-1 1 1 0 0,1-1-1 0 0,0 0 0 0 0,-1 1 1 0 0,1-1-1 0 0,0 1 1 0 0,0-1-1 0 0,0 1 0 0 0,0-1 1 0 0,0 1-1 0 0,1-1 0 0 0,-1 1 1 0 0,5 3 1970 0 0,-5-5-1962 0 0,0 0 1 0 0,0 0 0 0 0,1 0 414 0 0,0 0-414 0 0,11-6 2640 0 0,-6 1-2305 0 0,1-1-235 0 0,0 0 1 0 0,1 1-1 0 0,0 0 1 0 0,0 0-1 0 0,12-5 1 0 0,-17 9-226 0 0,-1 1-1 0 0,1-1 1 0 0,-1 1 0 0 0,0-1-1 0 0,1 1 1 0 0,-1 0 0 0 0,1 0-1 0 0,-1 0 1 0 0,1 0 0 0 0,-1 0-1 0 0,1 1 1 0 0,-1-1 0 0 0,1 1-1 0 0,-1-1 1 0 0,0 1 0 0 0,1 0-1 0 0,-1 0 1 0 0,0 0 0 0 0,0 0 0 0 0,1 0-1 0 0,-1 1 1 0 0,0-1 0 0 0,0 1-1 0 0,-1-1 1 0 0,4 4 0 0 0,-1 0 33 0 0,0 0 0 0 0,0 0 1 0 0,0 1-1 0 0,-1-1 1 0 0,0 1-1 0 0,0 0 1 0 0,0 0-1 0 0,-1 0 0 0 0,0 0 1 0 0,0 0-1 0 0,1 7 1 0 0,1 12-617 0 0,2 38 1 0 0,-4-30-837 0 0,0-17 136 0 0,-1 1 0 0 0,-1 0 1 0 0,-2 21-1 0 0,1-33 1312 0 0,0 1 0 0 0,0-1 1 0 0,-1 0-1 0 0,1 1 0 0 0,-1-1 0 0 0,0 0 1 0 0,0 0-1 0 0,-1 0 0 0 0,0-1 0 0 0,0 1 1 0 0,0-1-1 0 0,0 1 0 0 0,-1-1 0 0 0,-3 4 1 0 0,-1-1 20 0 0,0-1 1 0 0,0 0 0 0 0,0-1 0 0 0,-1 1-1 0 0,0-2 1 0 0,0 1 0 0 0,0-1 0 0 0,-1-1 0 0 0,1 1-1 0 0,-15 2 1 0 0,10-4 179 0 0,1 0 0 0 0,-1-1 0 0 0,0 0 0 0 0,1-1 0 0 0,-1-1 0 0 0,0 0 0 0 0,-16-4 0 0 0,30 5-191 0 0,-17-5 2069 0 0,17 5-2031 0 0,-1 0 1 0 0,1 0-1 0 0,-1 0 0 0 0,1-1 1 0 0,-1 1-1 0 0,0 0 0 0 0,1-1 1 0 0,-1 1-1 0 0,1 0 0 0 0,0-1 1 0 0,-1 1-1 0 0,1-1 0 0 0,-1 1 1 0 0,1-1-1 0 0,-1 1 0 0 0,1 0 1 0 0,0-1-1 0 0,-1 0 0 0 0,1 1 1 0 0,0-1-1 0 0,0 1 0 0 0,-1-1 1 0 0,1 1-1 0 0,0-2 0 0 0,8 6 214 0 0,-1 3 2012 0 0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0:37.04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65 3916 0 0,'13'-7'9122'0'0,"8"-1"-4280"0"0,32-7-2830 0 0,-25 8-2244 0 0,-8 1 222 0 0,-5 1-17 0 0,0 1 0 0 0,0 0 1 0 0,0 1-1 0 0,1 1 0 0 0,27-1 1 0 0,-30 4 196 0 0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0:37.57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74 193 4620 0 0,'1'-1'792'0'0,"0"-16"3135"0"0,0 10-3275 0 0,0 0 0 0 0,0 1 0 0 0,0-1 0 0 0,5-12 0 0 0,4 0 3321 0 0,-3 9-2955 0 0,31-44 1072 0 0,-34 49-2092 0 0,0 0 0 0 0,0 1-1 0 0,1-1 1 0 0,0 1 0 0 0,0 0 0 0 0,0 0 0 0 0,0 1-1 0 0,8-4 1 0 0,-12 6 2 0 0,1 0 0 0 0,0 1 0 0 0,-1-1 0 0 0,1 1 0 0 0,0-1 0 0 0,-1 1 0 0 0,1 0 0 0 0,0 0 0 0 0,0-1 0 0 0,-1 1 0 0 0,1 0 0 0 0,0 1 0 0 0,0-1 0 0 0,-1 0 0 0 0,1 0 0 0 0,0 1 0 0 0,-1-1 0 0 0,3 2 0 0 0,-2-1 0 0 0,1 0 0 0 0,-1 1 0 0 0,0-1 0 0 0,0 1 0 0 0,0 0 0 0 0,0 0 0 0 0,0 0 0 0 0,0 0 0 0 0,-1 0 0 0 0,4 4 0 0 0,0 4 0 0 0,0 0 0 0 0,-1 0 0 0 0,0 0 0 0 0,4 18 0 0 0,-4-10 49 0 0,0-1-1 0 0,-2 1 1 0 0,0 0-1 0 0,-1 0 0 0 0,0 0 1 0 0,-2 0-1 0 0,-3 24 1 0 0,0-18-790 0 0,-2 0 0 0 0,0 0 1 0 0,-2-1-1 0 0,-18 42 0 0 0,8-31-376 0 0,-1 0 0 0 0,-2-1 0 0 0,-32 38-1 0 0,-35 28 1178 0 0,86-98 13 0 0,1 0 1 0 0,0 1-1 0 0,-1-1 0 0 0,1 0 1 0 0,-1 0-1 0 0,0 0 0 0 0,1 0 1 0 0,-1 0-1 0 0,0 0 0 0 0,0-1 1 0 0,0 1-1 0 0,-2 0 0 0 0,3-1-24 0 0,1 0 0 0 0,-1 0 0 0 0,1 0 0 0 0,0 0 0 0 0,-1 0 0 0 0,1 0 0 0 0,-1 0 0 0 0,1 0 0 0 0,0 0 0 0 0,-1 0 0 0 0,1 0 0 0 0,0-1-1 0 0,-1 1 1 0 0,1 0 0 0 0,0 0 0 0 0,-1 0 0 0 0,1-1 0 0 0,0 1 0 0 0,-1 0 0 0 0,1 0 0 0 0,0-1 0 0 0,-1 1 0 0 0,1-1 0 0 0,-1 0 256 0 0,1 0 1 0 0,0 0 0 0 0,-1 1-1 0 0,1-1 1 0 0,0 0 0 0 0,0 0-1 0 0,0 0 1 0 0,0 0 0 0 0,0 0-1 0 0,0 0 1 0 0,0 0 0 0 0,0 0-1 0 0,0 0 1 0 0,1-1 0 0 0,-1-2-280 0 0,1 1 0 0 0,1-1 0 0 0,-1 0 0 0 0,1 1 0 0 0,-1-1 0 0 0,1 1 0 0 0,0 0-1 0 0,0 0 1 0 0,0 0 0 0 0,1 0 0 0 0,-1 0 0 0 0,1 0 0 0 0,-1 0 0 0 0,1 1 0 0 0,0-1 0 0 0,0 1 0 0 0,0 0 0 0 0,1 0 0 0 0,-1 0 0 0 0,0 0 0 0 0,1 1 0 0 0,-1 0 0 0 0,1-1 0 0 0,0 1 0 0 0,-1 0 0 0 0,1 0 0 0 0,0 1 0 0 0,0-1 0 0 0,-1 1 0 0 0,1 0 0 0 0,0 0-1 0 0,0 0 1 0 0,0 1 0 0 0,-1-1 0 0 0,1 1 0 0 0,0 0 0 0 0,-1 0 0 0 0,5 2 0 0 0,7 5-24 0 0,0 2-1 0 0,-1 0 1 0 0,26 23 0 0 0,-28-21-26 0 0,2-1-1 0 0,-1 0 1 0 0,1-1 0 0 0,21 10 0 0 0,-24-14 17 0 0,2-1-1 0 0,-1-1 1 0 0,1 0 0 0 0,-1-1 0 0 0,1 0-1 0 0,0-1 1 0 0,26 1 0 0 0,-31-3-115 0 0,1 0 0 0 0,-1-1 1 0 0,1 0-1 0 0,-1 0 0 0 0,1-1 1 0 0,-1 0-1 0 0,0-1 0 0 0,0 0 1 0 0,0 0-1 0 0,0 0 0 0 0,0-1 1 0 0,-1-1-1 0 0,9-5 0 0 0,-15 9-57 0 0,1 0 0 0 0,-1-1 0 0 0,1 1 1 0 0,-1-1-1 0 0,0 1 0 0 0,0-1 0 0 0,1 0 0 0 0,-1 1 0 0 0,0-1 0 0 0,-1 0 0 0 0,1 0 0 0 0,0 0 0 0 0,0 0 0 0 0,-1 0 0 0 0,1 0 0 0 0,-1 0 0 0 0,0 0 0 0 0,1 0 0 0 0,-1-2 0 0 0,0 3 237 0 0,0 0 0 0 0,-1 0-1 0 0,1 0 1 0 0,0 0 0 0 0,0 0 0 0 0,-1 0-1 0 0,1 1 1 0 0,-1-1 0 0 0,1 0 0 0 0,0 0-1 0 0,-1 0 1 0 0,1 0 0 0 0,-1 1 0 0 0,0-1-1 0 0,1 0 1 0 0,-1 1 0 0 0,0-1 0 0 0,1 0-1 0 0,-1 1 1 0 0,0-1 0 0 0,0 1 0 0 0,0-1-1 0 0,0 1 1 0 0,1-1 0 0 0,-1 1 0 0 0,0 0-1 0 0,0-1 1 0 0,0 1 0 0 0,0 0 0 0 0,0 0-1 0 0,0 0 1 0 0,0-1 0 0 0,0 1 0 0 0,0 0-1 0 0,0 0 1 0 0,0 0 0 0 0,0 1 0 0 0,0-1-1 0 0,0 0 1 0 0,-1 1 0 0 0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0:38.21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47 44 2764 0 0,'-2'-33'15915'0'0,"-3"23"-14934"0"0,1 31-981 0 0,-2 25 19 0 0,2 80-1 0 0,1-10-951 0 0,-17 95-6217 0 0,20-205 7215 0 0,-3 23-206 0 0,3-28 187 0 0,0 1-1 0 0,0-1 1 0 0,0 1 0 0 0,1-1 0 0 0,-1 1 0 0 0,14 9 6120 0 0,-14-11-6063 0 0,2-13-546 0 0,-3 4-2214 0 0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0:38.37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25 159 2764 0 0,'-24'8'12052'0'0,"29"4"-7639"0"0,-3-10-4390 0 0,-1-1-1 0 0,0 0 1 0 0,1 1-1 0 0,-1-1 1 0 0,1 0-1 0 0,-1 1 1 0 0,1-1-1 0 0,0 0 1 0 0,0 0-1 0 0,-1-1 1 0 0,1 1-1 0 0,0 0 1 0 0,0 0-1 0 0,0-1 1 0 0,0 1-1 0 0,0-1 1 0 0,0 0 0 0 0,0 0-1 0 0,0 0 1 0 0,3 0-1 0 0,5 0-47 0 0,0-1 1 0 0,19-4-1 0 0,-22 3 57 0 0,21-4-21 0 0,0-2-1 0 0,-1-1 1 0 0,29-14-1 0 0,75-44-573 0 0,-35 18-1785 0 0,-48 29-2302 0 0,-29 15 28 0 0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0:40.00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203 19 3916 0 0,'-7'-13'6113'0'0,"6"12"-5858"0"0,-1 0 428 0 0,0 0 1 0 0,1 1-1 0 0,-1-1 1 0 0,0 1-1 0 0,0-1 0 0 0,1 1 1 0 0,-1 0-1 0 0,0 0 1 0 0,-2 0-1 0 0,-19 3 3486 0 0,5 4-5796 0 0,11-2 1627 0 0,1 0 0 0 0,0 0 0 0 0,0 1 0 0 0,0 0 0 0 0,0 0 0 0 0,1 1 0 0 0,0-1 0 0 0,1 1 0 0 0,-1 0 0 0 0,-4 12 0 0 0,-3 6 0 0 0,-13 48 0 0 0,16-42 216 0 0,2 0 0 0 0,-4 45 1 0 0,7-32-1695 0 0,3-1 1 0 0,8 82 0 0 0,32 86-3088 0 0,-3-75 4976 0 0,-29-116 1778 0 0,1-1-1 0 0,15 28 1 0 0,-13-26-1602 0 0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0:40.65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10 138 2764 0 0,'-2'-9'3309'0'0,"1"1"0"0"0,1-1 1 0 0,-1-9-1 0 0,2 11-2526 0 0,-1 0 1 0 0,1 1-1 0 0,0-1 0 0 0,4-12 0 0 0,-4 16-791 0 0,0 0 0 0 0,-1 1 0 0 0,2-1 0 0 0,-1 1 0 0 0,0 0 0 0 0,0-1 0 0 0,1 1 0 0 0,-1 0 0 0 0,1 0 0 0 0,0-1 0 0 0,-1 1 0 0 0,1 1 0 0 0,0-1 0 0 0,0 0 0 0 0,1 0 0 0 0,-1 1 0 0 0,0-1 0 0 0,0 1 0 0 0,1 0 0 0 0,-1 0 0 0 0,1 0 0 0 0,-1 0 0 0 0,1 0 0 0 0,0 0 0 0 0,-1 0-1 0 0,1 1 1 0 0,0 0 0 0 0,-1-1 0 0 0,1 1 0 0 0,0 0 0 0 0,3 1 0 0 0,-4-1 15 0 0,-1 0 0 0 0,0 0 0 0 0,0 0 1 0 0,1 1-1 0 0,-1-1 0 0 0,0 0 0 0 0,0 1 0 0 0,0-1 0 0 0,1 1 0 0 0,-1-1 0 0 0,0 1 0 0 0,0 0 0 0 0,0-1 0 0 0,0 1 0 0 0,0 0 0 0 0,0 0 1 0 0,0 0-1 0 0,0 0 0 0 0,-1-1 0 0 0,1 1 0 0 0,1 3 0 0 0,-1-2-115 0 0,0 0-1 0 0,0 0 1 0 0,-1 0-1 0 0,1 0 1 0 0,-1 1 0 0 0,1-1-1 0 0,-1 0 1 0 0,0 1 0 0 0,0-1-1 0 0,0 0 1 0 0,-1 3-1 0 0,0 4-629 0 0,-1-1-1 0 0,0 0 1 0 0,0 0-1 0 0,-1 0 1 0 0,-5 12-1 0 0,-1-5 143 0 0,-1 0 0 0 0,0 0 0 0 0,-17 17 0 0 0,-1 4 572 0 0,27-36 24 0 0,0 1 0 0 0,0 0 0 0 0,1 0 0 0 0,-1-1 0 0 0,0 1 0 0 0,1 0 0 0 0,-1 0 0 0 0,1 0 0 0 0,-1 0 0 0 0,1 0 0 0 0,0 0 0 0 0,-1 0 0 0 0,1 0 0 0 0,0 0 0 0 0,0 0 0 0 0,0 0 0 0 0,-1 0 0 0 0,1 0 0 0 0,0 0 0 0 0,0 0 0 0 0,1 0 0 0 0,-1 2 0 0 0,1-2 0 0 0,-1-1 0 0 0,1 1 0 0 0,0 0 0 0 0,0-1 0 0 0,0 0 0 0 0,0 1 0 0 0,-1-1 0 0 0,1 1 0 0 0,0-1 0 0 0,0 0 0 0 0,0 1 0 0 0,0-1 0 0 0,0 0 0 0 0,0 0 0 0 0,0 0 0 0 0,0 0 0 0 0,0 0 0 0 0,0 0 0 0 0,0 0 0 0 0,0 0 0 0 0,0 0 0 0 0,0-1 0 0 0,-1 1 0 0 0,3-1 0 0 0,8-1 0 0 0,10-2 0 0 0,0 0 0 0 0,1 1 0 0 0,-1 2 0 0 0,35 0 0 0 0,-51 2 0 0 0,0-1 0 0 0,1 1 0 0 0,-1 0 0 0 0,0 1 0 0 0,1-1 0 0 0,-1 1 0 0 0,0 0 0 0 0,0 0 0 0 0,0 1 0 0 0,0-1 0 0 0,-1 1 0 0 0,1 0 0 0 0,-1 1 0 0 0,0-1 0 0 0,0 1 0 0 0,0-1 0 0 0,0 1 0 0 0,0 1 0 0 0,-1-1 0 0 0,0 0 0 0 0,0 1 0 0 0,0-1 0 0 0,3 8 0 0 0,-3-5 0 0 0,-1-1 0 0 0,1 1 0 0 0,-1 0 0 0 0,-1 0 0 0 0,1 0 0 0 0,-1-1 0 0 0,-1 1 0 0 0,1 0 0 0 0,-1 0 0 0 0,-1 11 0 0 0,0-13 0 0 0,1 0 0 0 0,-2-1 0 0 0,1 1 0 0 0,0 0 0 0 0,-1 0 0 0 0,0-1 0 0 0,0 1 0 0 0,0-1 0 0 0,-1 0 0 0 0,1 1 0 0 0,-1-1 0 0 0,0 0 0 0 0,0-1 0 0 0,-1 1 0 0 0,-5 5 0 0 0,4-6 12 0 0,1 0 0 0 0,-1 0 0 0 0,0 0 0 0 0,-1-1 1 0 0,1 1-1 0 0,0-1 0 0 0,-1-1 0 0 0,1 1 1 0 0,-1-1-1 0 0,1 0 0 0 0,-1 0 0 0 0,0 0 0 0 0,0-1 1 0 0,1 0-1 0 0,-1 0 0 0 0,0 0 0 0 0,1-1 0 0 0,-1 0 1 0 0,0 0-1 0 0,-8-3 0 0 0,3 0 111 0 0,0 0 1 0 0,0 0-1 0 0,1-1 0 0 0,-1-1 1 0 0,1 1-1 0 0,0-2 0 0 0,1 1 1 0 0,-1-2-1 0 0,-10-9 1 0 0,16 10 184 0 0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0:40.87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81 4144 0 0,'14'-5'5771'0'0,"28"-6"1"0"0,-17 5-3806 0 0,214-48 41 0 0,-211 51-2779 0 0,-17 1-2230 0 0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0:41.32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222 42 4376 0 0,'-24'-32'8351'0'0,"19"28"-7326"0"0,4 3-528 0 0,-1 0-1 0 0,1 0 1 0 0,-1 1-1 0 0,0-1 1 0 0,1 1-1 0 0,-1-1 1 0 0,1 1-1 0 0,-1 0 1 0 0,0-1-1 0 0,1 1 1 0 0,-1 0-1 0 0,0 0 1 0 0,-1 0-1 0 0,-18 6-1539 0 0,15-3 1043 0 0,1 1 0 0 0,-1-1 0 0 0,1 1 0 0 0,0 0 0 0 0,0 0 0 0 0,0 0 0 0 0,1 1 0 0 0,-1 0 0 0 0,1 0 0 0 0,0 0 0 0 0,1 0 0 0 0,-4 7 0 0 0,-3 6 0 0 0,2 0 0 0 0,-11 31 0 0 0,7-13-468 0 0,2 1-1 0 0,2 0 1 0 0,-6 50-1 0 0,12-64-273 0 0,1-1 0 0 0,1 1 0 0 0,1-1 0 0 0,1 1-1 0 0,1-1 1 0 0,1 0 0 0 0,6 22 0 0 0,-7-35 787 0 0,0 0 0 0 0,1-1 0 0 0,0 1 0 0 0,0-1 0 0 0,1 0 0 0 0,-1-1 0 0 0,2 1 0 0 0,-1-1 0 0 0,1 0 0 0 0,0 0 0 0 0,1-1 1 0 0,7 7-1 0 0,-8-9 373 0 0,1 1 1 0 0,0-1 0 0 0,0 0 0 0 0,0-1 0 0 0,0 0 0 0 0,0 0 0 0 0,1 0 0 0 0,14 2 0 0 0,-6-2 492 0 0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0:41.64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59 5296 0 0,'-1'-8'13580'0'0,"98"-9"-12715"0"0,60-13-1250 0 0,-142 27-674 0 0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0:42.06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77 920 0 0,'7'-19'9504'0'0,"-3"13"-7920"0"0,15-15 4577 0 0,-14 18-5836 0 0,-1-1-1 0 0,1 1 1 0 0,0 0-1 0 0,1 0 1 0 0,-1 1 0 0 0,0-1-1 0 0,1 1 1 0 0,6-1-1 0 0,-8 2-541 0 0,0 0 0 0 0,1 0-1 0 0,-1 0 1 0 0,1 1-1 0 0,-1 0 1 0 0,0 0-1 0 0,1 0 1 0 0,-1 1-1 0 0,1-1 1 0 0,7 3 0 0 0,-9-2 270 0 0,0 0 0 0 0,0 1 1 0 0,-1-1-1 0 0,1 1 1 0 0,0-1-1 0 0,-1 1 1 0 0,0 0-1 0 0,1 0 0 0 0,-1 0 1 0 0,0 0-1 0 0,0 0 1 0 0,0 0-1 0 0,0 1 1 0 0,0-1-1 0 0,-1 1 0 0 0,1-1 1 0 0,1 4-1 0 0,0 2-53 0 0,0-1 0 0 0,-1 1 0 0 0,0 1 0 0 0,0-1 0 0 0,-1 0 0 0 0,0 0 0 0 0,0 1 0 0 0,-1-1 0 0 0,0 0 0 0 0,0 1 0 0 0,-1-1 0 0 0,0 0 0 0 0,-1 0 0 0 0,-3 11 0 0 0,1-6 0 0 0,0 0 0 0 0,-1 0 0 0 0,-1-1 0 0 0,0 0 0 0 0,-1 0 0 0 0,-1-1 0 0 0,1 1 0 0 0,-11 9 0 0 0,-79 79 0 0 0,94-97 0 0 0,0 0 0 0 0,1 0 0 0 0,-1 0 0 0 0,1 0 0 0 0,0 0 0 0 0,0 0 0 0 0,0 0 0 0 0,0 1 0 0 0,-1 3 0 0 0,2-6 0 0 0,1 0 0 0 0,0 0 0 0 0,-1 0 0 0 0,1 0 0 0 0,0 1 0 0 0,0-1 0 0 0,0 0 0 0 0,0 0 0 0 0,0 0 0 0 0,0 0 0 0 0,0 0 0 0 0,1 0 0 0 0,-1 0 0 0 0,0 1 0 0 0,0-1 0 0 0,1 0 0 0 0,-1 0 0 0 0,1 0 0 0 0,-1 0 0 0 0,1 0 0 0 0,0 0 0 0 0,-1 0 0 0 0,1-1 0 0 0,0 1 0 0 0,-1 0 0 0 0,1 0 0 0 0,0 0 0 0 0,0-1 0 0 0,0 1 0 0 0,0 0 0 0 0,0-1 0 0 0,0 1 0 0 0,0-1 0 0 0,1 1 0 0 0,8 3 0 0 0,-1 0 0 0 0,1-1 0 0 0,0 0 0 0 0,0-1 0 0 0,0 0 0 0 0,0 0 0 0 0,12-1 0 0 0,7 0 0 0 0,37-5 0 0 0,-42 1-921 0 0,42-9 0 0 0,-55 9-498 0 0,0 0 0 0 0,-1-1 1 0 0,1-1-1 0 0,-1 1 0 0 0,20-13 1 0 0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0:42.33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17 5528 0 0,'0'-1'460'0'0,"1"-1"1"0"0,0 1-1 0 0,2-2 922 0 0,-2 2-922 0 0,0 0 0 0 0,0 0 1 0 0,1 0-1 0 0,-1 1 1 0 0,0-1-1 0 0,0 0 1 0 0,1 1-1 0 0,-1-1 1 0 0,0 1-1 0 0,1-1 1 0 0,-1 1-1 0 0,1-1 1 0 0,-1 1-1 0 0,0 0 1 0 0,1 0-1 0 0,-1 0 1 0 0,1 0-1 0 0,1 0 1 0 0,6 0 383 0 0,-1 0 1 0 0,17 2-1 0 0,-19-1-841 0 0,0 0 0 0 0,-1 1 0 0 0,1 0 1 0 0,0 0-1 0 0,-1 0 0 0 0,1 0 0 0 0,-1 1 0 0 0,0 0 0 0 0,0 0 0 0 0,0 1 0 0 0,0-1 1 0 0,4 6-1 0 0,-3-3 11 0 0,0 0 1 0 0,0 1-1 0 0,-1 0 1 0 0,0 0-1 0 0,-1 0 0 0 0,0 1 1 0 0,6 13-1 0 0,-4-4-110 0 0,-1 0 0 0 0,-1 1-1 0 0,0-1 1 0 0,-1 1 0 0 0,-1 0-1 0 0,-1 0 1 0 0,-1 26-1 0 0,-1-24-460 0 0,-2 0 0 0 0,0-1 0 0 0,-1 0 0 0 0,-1 1 0 0 0,-1-1 0 0 0,-13 30 0 0 0,2-15-675 0 0,-2 0 0 0 0,-33 46 1 0 0,38-56-1324 0 0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0:42.73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29 5296 0 0,'3'-29'11153'0'0,"8"32"-8284"0"0,-1 3-2807 0 0,0 0 0 0 0,0 1 0 0 0,-1 0 0 0 0,1 1 0 0 0,9 10 0 0 0,-3-1-77 0 0,23 32 0 0 0,-23-25 168 0 0,-2-1 0 0 0,0 2-1 0 0,11 28 1 0 0,-13-23-985 0 0,-2 1 0 0 0,-1 0 0 0 0,-1 1 0 0 0,5 50 0 0 0,-10-43-334 0 0,-1 0 0 0 0,-2 0-1 0 0,-8 57 1 0 0,2-55 1023 0 0,-16 56 0 0 0,-2-27 300 0 0,-2-1 0 0 0,-59 107 1 0 0,76-158 384 0 0,-5 7 1588 0 0,-10 29-1 0 0,24-52-1789 0 0,-1-2-236 0 0,1 1 0 0 0,0 0 1 0 0,-1 0-1 0 0,1 0 1 0 0,0-1-1 0 0,0 1 1 0 0,0 0-1 0 0,-1 0 0 0 0,1 0 1 0 0,0 0-1 0 0,0-1 1 0 0,1 3-1 0 0,1-1-523 0 0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0:42.96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49 8984 0 0,'13'-11'9617'0'0,"-13"5"-8558"0"0,0 3-1059 0 0,0 2 0 0 0,0-1 0 0 0,0 1 0 0 0,0-1 0 0 0,-1 1 0 0 0,1-1 0 0 0,0 1 0 0 0,-1 0 0 0 0,1-1 0 0 0,-1 1 0 0 0,1-1 0 0 0,-1 1 0 0 0,0 0 0 0 0,0 0 0 0 0,1 0 0 0 0,-3-2 0 0 0,-3-2 0 0 0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0:44.85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221 51 3684 0 0,'1'-34'13707'0'0,"-3"28"-12037"0"0,-2-2-1391 0 0,4 7-269 0 0,-1 1-1 0 0,1 0 0 0 0,-1 0 0 0 0,1-1 1 0 0,0 1-1 0 0,-1 0 0 0 0,1 0 0 0 0,-1 0 1 0 0,1 0-1 0 0,-1 0 0 0 0,1-1 0 0 0,0 1 0 0 0,-1 0 1 0 0,1 0-1 0 0,-1 0 0 0 0,1 0 0 0 0,-1 0 1 0 0,1 0-1 0 0,-1 1 0 0 0,1-1 0 0 0,0 0 0 0 0,-1 0 1 0 0,1 0-1 0 0,-1 0 0 0 0,1 0 0 0 0,-1 1 1 0 0,1-1-1 0 0,0 0 0 0 0,-1 0 0 0 0,1 1 0 0 0,0-1 1 0 0,-1 0-1 0 0,1 1 0 0 0,0-1 0 0 0,-1 0 1 0 0,1 1-1 0 0,0-1 0 0 0,-14 17-62 0 0,12-16 75 0 0,-12 20-21 0 0,1 0-1 0 0,1 0 1 0 0,0 1 0 0 0,2 0-1 0 0,1 1 1 0 0,1 0-1 0 0,-6 26 1 0 0,-26 173-53 0 0,38-208 42 0 0,-38 322-5746 0 0,29-134 2372 0 0,14-67 3872 0 0,-1-99-427 0 0,2-1 1 0 0,1-1-1 0 0,20 67 0 0 0,-17-76 178 0 0,1-1-1 0 0,2 0 0 0 0,1 0 1 0 0,0-1-1 0 0,30 40 1 0 0,-28-45 2707 0 0,18 18 0 0 0,-32-36-2933 0 0,0 0-1 0 0,0 0 1 0 0,0 0-1 0 0,1 0 1 0 0,-1 1 0 0 0,0-1-1 0 0,0 0 1 0 0,1 0-1 0 0,-1 0 1 0 0,0 0-1 0 0,0 0 1 0 0,0 0 0 0 0,1 0-1 0 0,-1 0 1 0 0,0 0-1 0 0,0 0 1 0 0,1 0 0 0 0,-1 0-1 0 0,0 0 1 0 0,0 0-1 0 0,0 0 1 0 0,1 0-1 0 0,-1-1 1 0 0,0 1 0 0 0,0 0-1 0 0,0 0 1 0 0,1 0-1 0 0,-1 0 1 0 0,0 0 0 0 0,0 0-1 0 0,0-1 1 0 0,0 1-1 0 0,1 0 1 0 0,-1 0-1 0 0,0 0 1 0 0,0 0 0 0 0,0-1-1 0 0,0 1 1 0 0,0 0-1 0 0,1 0 1 0 0,4-10-275 0 0,0 1-3487 0 0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0:45.25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15 488 3684 0 0,'-11'-21'8473'0'0,"7"-1"-3370"0"0,4 16-4656 0 0,0 0 1 0 0,1 0-1 0 0,-1 0 1 0 0,1 1-1 0 0,1-1 1 0 0,1-6-1 0 0,2-2-593 0 0,1 0 0 0 0,0 1-1 0 0,1 0 1 0 0,13-18-1 0 0,10-13 147 0 0,-2-1 0 0 0,-2 0 0 0 0,29-69 0 0 0,-54 110 0 0 0,10-27 0 0 0,-11 29 0 0 0,1 0 0 0 0,-1-1 0 0 0,1 1 0 0 0,-1-1 0 0 0,0 1 0 0 0,0-1 0 0 0,0 1 0 0 0,0-1 0 0 0,0 1 0 0 0,-1-3 0 0 0,-1 4 0 0 0,-1 5 0 0 0,0 6 0 0 0,-6 33 35 0 0,-4 74-1 0 0,8 47-1229 0 0,3-60-2058 0 0,2-93 2631 0 0,0 41-1981 0 0,0-47 2637 0 0,1 1 0 0 0,0-1-1 0 0,0 0 1 0 0,0 0 0 0 0,0 0 0 0 0,1 0 0 0 0,4 8 0 0 0,-5-12 27 0 0,-1 1-1 0 0,1-1 0 0 0,0 0 1 0 0,0 0-1 0 0,1 1 1 0 0,-1-1-1 0 0,0 0 0 0 0,0 0 1 0 0,1 0-1 0 0,-1 0 1 0 0,0 0-1 0 0,1 0 0 0 0,-1-1 1 0 0,4 2-1 0 0,4 0-3124 0 0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0:45.57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68 228 0 0,'26'1'20566'0'0,"-19"0"-20330"0"0,11 3-1606 0 0,-1-1 1370 0 0,0-1 0 0 0,0-1 0 0 0,0 0 0 0 0,25-3 0 0 0,-17-1 0 0 0,-1-2 0 0 0,0 0 0 0 0,29-10 0 0 0,-2-5 0 0 0,-29 11 0 0 0,1 1 0 0 0,24-5 0 0 0,-64 22-818 0 0</inkml:trace>
</inkml:ink>
</file>

<file path=ppt/ink/ink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0:46.41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82 155 1612 0 0,'5'-13'1759'0'0,"23"-66"11622"0"0,-24 67-12412 0 0,-1 0 1 0 0,2-17-1 0 0,-7 20-969 0 0,-3 12 0 0 0,-6 14 0 0 0,-2 12 0 0 0,1 0 0 0 0,2 0 0 0 0,-8 35 0 0 0,-11 93 0 0 0,5 42 0 0 0,23-189-1 0 0,0-8 1 0 0,1 1-1 0 0,0 0 0 0 0,-1 0 1 0 0,1 0-1 0 0,0 0 0 0 0,1 0 0 0 0,-1 0 1 0 0,0 0-1 0 0,1-1 0 0 0,0 1 1 0 0,1 5-1 0 0,-1-8-1 0 0,-1 0 0 0 0,0 0 0 0 0,0 0 1 0 0,0 1-1 0 0,0-1 0 0 0,0 0 0 0 0,1 0 0 0 0,-1 0 0 0 0,0 0 1 0 0,0 0-1 0 0,0 0 0 0 0,0 0 0 0 0,0 0 0 0 0,1 0 0 0 0,-1 0 0 0 0,0 0 1 0 0,0 0-1 0 0,0 0 0 0 0,0 0 0 0 0,1 0 0 0 0,-1 0 0 0 0,0 0 1 0 0,0 0-1 0 0,0 0 0 0 0,0 0 0 0 0,0 0 0 0 0,1 0 0 0 0,-1 0 1 0 0,0 0-1 0 0,0 0 0 0 0,0-1 0 0 0,0 1 0 0 0,0 0 0 0 0,0 0 1 0 0,1 0-1 0 0,-1 0 0 0 0,0 0 0 0 0,0 0 0 0 0,0 0 0 0 0,0-1 1 0 0,0 1-1 0 0,0 0 0 0 0,0 0 0 0 0,6-7-177 0 0,-6 7 179 0 0,3-8 269 0 0</inkml:trace>
</inkml:ink>
</file>

<file path=ppt/ink/ink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0:46.66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8 178 2764 0 0,'-7'-39'12261'0'0,"8"36"-11451"0"0,0 0 103 0 0,0 0 0 0 0,1 0 0 0 0,-1 0 0 0 0,1 1 0 0 0,0-1 0 0 0,2-2 0 0 0,10-9-3479 0 0,-3 5 2566 0 0,0 0 0 0 0,0 1 0 0 0,1 1 0 0 0,0 0 0 0 0,0 0 0 0 0,1 1 0 0 0,15-5 0 0 0,-2 3 0 0 0,0 0 0 0 0,46-6 0 0 0,-51 12 1 0 0,21-1 1 0 0,-34 3-18 0 0,0 0 0 0 0,-1 1-1 0 0,1 0 1 0 0,0 0 0 0 0,0 0 0 0 0,7 4 0 0 0,-7-1-488 0 0,-3 2-182 0 0</inkml:trace>
</inkml:ink>
</file>

<file path=ppt/ink/ink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0:46.87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62 1 3684 0 0,'-9'6'2219'0'0,"0"1"0"0"0,-11 9 1 0 0,18-14-1504 0 0,-1 1 1 0 0,1-1 0 0 0,0 0 0 0 0,0 1 0 0 0,1 0-1 0 0,-1-1 1 0 0,0 1 0 0 0,1 0 0 0 0,-1 0 0 0 0,1 0 0 0 0,0 0-1 0 0,-1 5 1 0 0,2-7-716 0 0,0 0-1 0 0,0 0 0 0 0,0 0 1 0 0,0 0-1 0 0,0 0 1 0 0,0 0-1 0 0,1 0 0 0 0,-1 0 1 0 0,0 0-1 0 0,1 0 0 0 0,-1 0 1 0 0,1-1-1 0 0,-1 1 1 0 0,0 0-1 0 0,1 0 0 0 0,0 0 1 0 0,-1 0-1 0 0,1-1 1 0 0,0 1-1 0 0,-1 0 0 0 0,1-1 1 0 0,0 1-1 0 0,0 0 0 0 0,-1-1 1 0 0,1 1-1 0 0,0-1 1 0 0,0 1-1 0 0,0-1 0 0 0,0 0 1 0 0,0 1-1 0 0,0-1 1 0 0,0 0-1 0 0,0 0 0 0 0,0 0 1 0 0,1 1-1 0 0,6 0-67 0 0,-1 0 1 0 0,1 0-1 0 0,10-1 0 0 0,-15 0-16 0 0,11 0-193 0 0,0-2 0 0 0,-1 1 0 0 0,1-1 0 0 0,-1-1 0 0 0,14-5 0 0 0,61-26-2952 0 0,-61 22 2341 0 0,1 1 0 0 0,38-9 1 0 0,-65 19 890 0 0,20-2 77 0 0,-20 3-120 0 0,-1 0-1 0 0,1 0 0 0 0,0 0 1 0 0,-1 0-1 0 0,1 0 0 0 0,0 0 0 0 0,-1 0 1 0 0,1 0-1 0 0,0 0 0 0 0,-1 0 1 0 0,1 0-1 0 0,0 0 0 0 0,-1 1 1 0 0,1-1-1 0 0,-1 0 0 0 0,1 1 1 0 0,-1-1-1 0 0,1 0 0 0 0,0 1 0 0 0,-1-1 1 0 0,1 0-1 0 0,-1 1 0 0 0,1-1 1 0 0,-1 1-1 0 0,0-1 0 0 0,2 2 1 0 0</inkml:trace>
</inkml:ink>
</file>

<file path=ppt/ink/ink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0:49.47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117 75 920 0 0,'4'-14'10729'0'0,"9"-10"-4468"0"0,-3 8-4511 0 0,-8 13-1750 0 0,-1 2 0 0 0,0 0 0 0 0,-1 0 0 0 0,1-1 0 0 0,-1 1 0 0 0,1 0 0 0 0,-1 0 0 0 0,1 0 0 0 0,-1 0 0 0 0,0 0 0 0 0,0-1 0 0 0,1 1 0 0 0,-1-2 0 0 0,-1 3 0 0 0,0 0 0 0 0,0 1 0 0 0,1-1 0 0 0,-1 0 0 0 0,0 1 0 0 0,0-1 0 0 0,1 0 0 0 0,-1 1 0 0 0,0-1 0 0 0,1 1 0 0 0,-1-1 0 0 0,1 1 0 0 0,-1-1 0 0 0,0 2 0 0 0,-18 26-1073 0 0,1 1 1 0 0,1 1-1 0 0,-21 52 0 0 0,5 5-3905 0 0,29-74 4952 0 0,1 0 0 0 0,0 1 0 0 0,0-1 0 0 0,0 25 0 0 0,5-33 328 0 0,6-24 118 0 0,-8 17 125 0 0,2-3 143 0 0,0 0 1 0 0,-1 0 0 0 0,0 0 0 0 0,0 0-1 0 0,0-6 1 0 0,1 11-319 0 0,-1-1 0 0 0,1 1 0 0 0,0 0 1 0 0,0 0-1 0 0,-1-1 0 0 0,1 1 0 0 0,0 0 0 0 0,0 1 0 0 0,2-1 0 0 0,10 1-71 0 0,16-3-460 0 0,-11 0 243 0 0,34-5 1 0 0,-46 5-289 0 0,0 0 1 0 0,-1 0 0 0 0,0 0-1 0 0,1-1 1 0 0,-1 0-1 0 0,0-1 1 0 0,0 1 0 0 0,9-9-1 0 0,-9 8-129 0 0,-1-1 1 0 0,0 0-1 0 0,8-11 0 0 0,-5 3-3698 0 0,12-25 1 0 0,2 2 13911 0 0,-29 56-7618 0 0,-11 29-3207 0 0,-38 69-4021 0 0,2-5-1543 0 0,47-95 3018 0 0</inkml:trace>
</inkml:ink>
</file>

<file path=ppt/ink/ink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0:49.82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85 160 4204 0 0,'-82'-39'15456'0'0,"80"37"-15456"0"0,6 0 0 0 0,6 2 0 0 0,63 3 23 0 0,84-7-1 0 0,72-19-904 0 0,-111 11-854 0 0,74-21-3608 0 0,-4-15 6445 0 0</inkml:trace>
</inkml:ink>
</file>

<file path=ppt/ink/ink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0:52.27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90 132 816 0 0,'0'-5'1959'0'0,"1"-1"0"0"0,0 1 1 0 0,1-1-1 0 0,-1 1 0 0 0,4-9 1 0 0,3-6 379 0 0,-2-1 1237 0 0,-4 14-3341 0 0,1-1 0 0 0,-1 1-1 0 0,-1-1 1 0 0,2-12-1 0 0,-17 49-234 0 0,0 10-1072 0 0,1 1-1 0 0,-9 53 1 0 0,-5 82-3756 0 0,17-96 4057 0 0,-2-23 771 0 0,0 10 0 0 0,13-55 270 0 0,-1-10-259 0 0,0-1 0 0 0,0 0-1 0 0,0 0 1 0 0,0 0 0 0 0,0 0 0 0 0,0 0 0 0 0,1 0 0 0 0,-1 0-1 0 0,0 0 1 0 0,0 0 0 0 0,0 1 0 0 0,0-1 0 0 0,0 0 0 0 0,0 0-1 0 0,1 0 1 0 0,-1 0 0 0 0,0 0 0 0 0,0 0 0 0 0,0 0 0 0 0,0 0-1 0 0,0 0 1 0 0,0 0 0 0 0,1 0 0 0 0,-1 0 0 0 0,0 0 0 0 0,0 0-1 0 0,0 0 1 0 0,0 0 0 0 0,0 0 0 0 0,1 0 0 0 0,-1 0 0 0 0,0 0-1 0 0,0-1 1 0 0,0 1 0 0 0,0 0 0 0 0,0 0 0 0 0,0 0 0 0 0,1 0-1 0 0,13-15-1041 0 0,-5 4-2829 0 0</inkml:trace>
</inkml:ink>
</file>

<file path=ppt/ink/ink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0:52.48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1 199 3456 0 0,'8'-21'12334'0'0,"-6"20"-11773"0"0,9-10 3641 0 0,-1 3-5121 0 0,6-3 926 0 0,1 0 1 0 0,0 1-1 0 0,29-12 0 0 0,60-17-12 0 0,-82 30 7 0 0,22-8-68 0 0,-24 8-931 0 0,2 1 0 0 0,-1 0 0 0 0,39-6-1 0 0,-50 14-112 0 0</inkml:trace>
</inkml:ink>
</file>

<file path=ppt/ink/ink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0:52.63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78 4376 0 0,'-1'1'205'0'0,"1"0"1"0"0,0 0-1 0 0,0 0 1 0 0,0 0 0 0 0,-1 0-1 0 0,1 0 1 0 0,0 0-1 0 0,0-1 1 0 0,0 1-1 0 0,1 0 1 0 0,-1 0 0 0 0,0 0-1 0 0,0 0 1 0 0,0 0-1 0 0,1 0 1 0 0,-1 0-1 0 0,0 0 1 0 0,1 0-1 0 0,-1 0 1 0 0,1-1 0 0 0,-1 1-1 0 0,1 0 1 0 0,0 0-1 0 0,-1 0 1 0 0,1-1-1 0 0,0 1 1 0 0,0 0 0 0 0,2 1 694 0 0,0-1 0 0 0,0 0 0 0 0,0 0 0 0 0,0-1 0 0 0,0 1 0 0 0,0-1 1 0 0,5 1-1 0 0,-8-1-880 0 0,13 0 297 0 0,0 0-1 0 0,0 0 1 0 0,0-1 0 0 0,-1-1-1 0 0,1 0 1 0 0,0-1-1 0 0,15-5 1 0 0,84-39-731 0 0,-87 36 602 0 0,36-18-466 0 0,-46 22-1114 0 0</inkml:trace>
</inkml:ink>
</file>

<file path=ppt/ink/ink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0:53.44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92 65 3224 0 0,'8'-27'8120'0'0,"-2"4"-920"0"0,-2 9-6084 0 0,-7 21-1116 0 0,0 0 0 0 0,0-1 0 0 0,-8 12 0 0 0,2-2 0 0 0,-14 24 0 0 0,-33 68 0 0 0,55-100 0 0 0,7-7 0 0 0,13-12 0 0 0,-14 7 0 0 0,5-1-732 0 0,0-1 0 0 0,0 2 0 0 0,0-1-1 0 0,0 1 1 0 0,1 1 0 0 0,-1 0 0 0 0,19-3 0 0 0,-25 6 481 0 0,0 0 0 0 0,-1 0 0 0 0,1 0 0 0 0,0 0 0 0 0,0 1 0 0 0,0-1 0 0 0,0 1 0 0 0,0 0 0 0 0,-1 0 0 0 0,1 0 0 0 0,0 1 0 0 0,-1-1 0 0 0,6 4 0 0 0,-6-3 301 0 0,-1 0 0 0 0,1 0 1 0 0,0 1-1 0 0,-1-1 1 0 0,1 1-1 0 0,-1 0 0 0 0,0 0 1 0 0,0 0-1 0 0,0 0 1 0 0,2 4-1 0 0,2 7-33 0 0,-1 0-1 0 0,0 0 1 0 0,-1 0-1 0 0,0 0 1 0 0,-1 1 0 0 0,-1-1-1 0 0,-1 1 1 0 0,0 0-1 0 0,0 0 1 0 0,-2 0 0 0 0,0-1-1 0 0,0 1 1 0 0,-6 19 0 0 0,6-29-10 0 0,-1 0 0 0 0,-1 0 1 0 0,1-1-1 0 0,-1 1 0 0 0,1 0 1 0 0,-1-1-1 0 0,0 0 1 0 0,-1 0-1 0 0,1 0 0 0 0,-1 0 1 0 0,0 0-1 0 0,0-1 0 0 0,0 0 1 0 0,0 0-1 0 0,-6 3 1 0 0,6-3-3 0 0,1-1-1 0 0,-1 0 1 0 0,0-1 0 0 0,0 1 0 0 0,-1-1 0 0 0,1 1 0 0 0,0-1 0 0 0,0 0 0 0 0,-1-1 0 0 0,1 1 0 0 0,0-1 0 0 0,-1 0 0 0 0,1 0 0 0 0,0 0 0 0 0,-1-1 0 0 0,1 1 0 0 0,0-1 0 0 0,-8-2 0 0 0,10 2-24 0 0,0 0 1 0 0,0 0 0 0 0,0 0 0 0 0,0 0 0 0 0,0 0 0 0 0,1 0 0 0 0,-1-1 0 0 0,0 1-1 0 0,1-1 1 0 0,-1 1 0 0 0,1-1 0 0 0,0 1 0 0 0,-1-1 0 0 0,1 0 0 0 0,-1-3 0 0 0,-2-7-312 0 0</inkml:trace>
</inkml:ink>
</file>

<file path=ppt/ink/ink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0:53.58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1 255 5068 0 0,'0'-1'496'0'0,"0"-1"0"0"0,1 1 1 0 0,-1 0-1 0 0,0-1 1 0 0,1 1-1 0 0,-1 0 0 0 0,5-7 2979 0 0,-2 5-2979 0 0,17-14 6982 0 0,-11 10-8166 0 0,26-21 1007 0 0,67-42 0 0 0,46-13-3666 0 0,-122 69 1506 0 0,4-1-2579 0 0</inkml:trace>
</inkml:ink>
</file>

<file path=ppt/ink/ink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0:54.03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348 0 4608 0 0,'5'11'13856'0'0,"0"-3"-12660"0"0,12 21-1211 0 0,-2 0 1 0 0,-1 1-1 0 0,-1 1 0 0 0,11 41 0 0 0,22 131-834 0 0,-35-134-487 0 0,-3 1 1 0 0,-3 0 0 0 0,-4 0 0 0 0,-11 119-1 0 0,-2-101 1146 0 0,-4 0 0 0 0,-4-1-1 0 0,-38 105 1 0 0,21-85 255 0 0,-38 103 22 0 0,56-164-70 0 0,-3 0 0 0 0,-37 59 0 0 0,42-78 192 0 0,-1 2 117 0 0,-32 38-1 0 0,44-59 320 0 0,-1-2 0 0 0,1 1 0 0 0,-1-1 0 0 0,0 0 0 0 0,-1 0 0 0 0,1-1 0 0 0,-1 0 0 0 0,0 0 1 0 0,0-1-1 0 0,-12 4 0 0 0,13-6-891 0 0</inkml:trace>
</inkml:ink>
</file>

<file path=ppt/ink/ink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1:09.05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93 2764 0 0,'-1'-3'15157'0'0,"16"4"-14777"0"0,1 0 0 0 0,0-2 1 0 0,-1 0-1 0 0,26-5 0 0 0,69-20-684 0 0,-61 14 446 0 0,3-2-142 0 0,85-16 0 0 0,-134 30-2 0 0,-1-1 0 0 0,1 1 0 0 0,-1 0 0 0 0,1 0 1 0 0,-1 0-1 0 0,1 0 0 0 0,-1 0 0 0 0,1 1 0 0 0,-1-1 0 0 0,5 2 0 0 0,-7-2-52 0 0,0 1 0 0 0,1-1 0 0 0,-1 0 0 0 0,0 1 0 0 0,0-1 1 0 0,0 0-1 0 0,0 0 0 0 0,0 1 0 0 0,0-1 0 0 0,0 0 0 0 0,0 1 0 0 0,-1-1 0 0 0,1 0 0 0 0,0 1 1 0 0,0-1-1 0 0,0 0 0 0 0,0 1 0 0 0,0-1 0 0 0,0 0 0 0 0,-1 1 0 0 0,1-1 0 0 0,0 0 0 0 0,0 0 1 0 0,0 1-1 0 0,-1-1 0 0 0,1 0 0 0 0,0 0 0 0 0,-1 1 0 0 0,-3 4 1298 0 0</inkml:trace>
</inkml:ink>
</file>

<file path=ppt/ink/ink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1:09.27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70 3456 0 0,'14'29'15285'0'0,"-8"-24"-14617"0"0,0-2-644 0 0,0 1-1 0 0,-1-1 1 0 0,1-1 0 0 0,0 1-1 0 0,1-1 1 0 0,-1 0-1 0 0,0-1 1 0 0,1 1 0 0 0,6 0-1 0 0,-2-2-15 0 0,1 1-1 0 0,-1-1 0 0 0,0-1 1 0 0,20-3-1 0 0,-6-3-12 0 0,1 0-1 0 0,-2-1 1 0 0,43-21-1 0 0,-28 11 2 0 0,38-26 0 0 0,-71 38 22 0 0,-6 6-35 0 0,0 0 0 0 0,1 0-1 0 0,-1 0 1 0 0,0 0 0 0 0,0 0-1 0 0,0 0 1 0 0,0 0-1 0 0,0 0 1 0 0,0 0 0 0 0,0 0-1 0 0,0 0 1 0 0,0 0 0 0 0,0 0-1 0 0,1-1 1 0 0,-1 1 0 0 0,0 0-1 0 0,0 0 1 0 0,0 0 0 0 0,0 0-1 0 0,0 0 1 0 0,0 0-1 0 0,0 0 1 0 0,0 0 0 0 0,0 0-1 0 0,0-1 1 0 0,0 1 0 0 0,0 0-1 0 0,0 0 1 0 0,0 0 0 0 0,0 0-1 0 0,0 0 1 0 0,0 0 0 0 0,0 0-1 0 0,0-1 1 0 0,0 1-1 0 0,0 0 1 0 0,0 0 0 0 0,0 0-1 0 0,0 0 1 0 0,0 0 0 0 0,0 0-1 0 0,0 0 1 0 0,0 0 0 0 0,0 0-1 0 0,0-1 1 0 0,-1 1 0 0 0,1 0-1 0 0,0 0 1 0 0,0 0-1 0 0,0 0 1 0 0,0 0 0 0 0,0 0-1 0 0,0 0 1 0 0,0 0 0 0 0,0 0-1 0 0,0 0 1 0 0,-1 0 0 0 0</inkml:trace>
</inkml:ink>
</file>

<file path=ppt/ink/ink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1:12.36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90 202 688 0 0,'-16'7'3178'0'0,"-25"8"10213"0"0,16-10-10988 0 0,18-5-2403 0 0,7-1 0 0 0,13-3 0 0 0,7 6-522 0 0,-1 0 0 0 0,0 2 1 0 0,0 0-1 0 0,30 11 0 0 0,1-1-1335 0 0,-1-2-2793 0 0,88 8-1 0 0,-10-15 3806 0 0,-1-2 1091 0 0,233 34 0 0 0,109 20-226 0 0,-306-55-7 0 0,199-24 0 0 0,-244 13-10 0 0,129 8 0 0 0,116 25-2 0 0,-72-4-2 0 0,1-16 1 0 0,170-12 0 0 0,3 32 0 0 0,53 21-20 0 0,1-38 0 0 0,-2-42-14 0 0,170-1 48 0 0,-5 12-6 0 0,417-30-8 0 0,-711 35 24 0 0,139-4-48 0 0,-79 15 19 0 0,115-4-26 0 0,-35-17 125 0 0,-320 17-129 0 0,146-6-12 0 0,145-11 47 0 0,-251 10-10 0 0,47-4-92 0 0,23-1 37 0 0,16-2 14 0 0,88 4 83 0 0,-215 17-32 0 0,71-1 0 0 0,215 1-140 0 0,-286 0-78 0 0,187-13-244 0 0,127-8 323 0 0,-339 20 126 0 0,241 6 13 0 0,-210 4 0 0 0,147 6 0 0 0,-90-7-100 0 0,-16-2 8 0 0,-24 7 124 0 0,302 20 96 0 0,-170-6-202 0 0,-147-12 51 0 0,208 0 4 0 0,-64-3 49 0 0,-115 2 106 0 0,139 9 238 0 0,-71-1-294 0 0,-43-4-80 0 0,133 2 0 0 0,-160-10 0 0 0,83-1 0 0 0,598 15 745 0 0,-27 33-582 0 0,-856-50-163 0 0,596 26-12 0 0,-463-22-8 0 0,644 0 117 0 0,-152-5 960 0 0,-20 23-411 0 0,162 2-549 0 0,-139-58 669 0 0,-600 26-413 0 0,110 4 1 0 0,-147 4-358 0 0,-1 1 0 0 0,0 1 1 0 0,0 2-1 0 0,-1 1 0 0 0,1 1 0 0 0,34 16 1 0 0,-32-9-89 0 0</inkml:trace>
</inkml:ink>
</file>

<file path=ppt/ink/ink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1:15.54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 49 3456 0 0,'-7'0'11411'0'0,"24"1"-7580"0"0,-2 1-3620 0 0,-1 0-1 0 0,1-2 1 0 0,0 0-1 0 0,26-3 1 0 0,55-16-349 0 0,-87 17 185 0 0,63-21-167 0 0,-50 17-32 0 0</inkml:trace>
</inkml:ink>
</file>

<file path=ppt/ink/ink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1:15.90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 89 5528 0 0,'-1'-2'568'0'0,"0"0"0"0"0,0 0 0 0 0,1 0 1 0 0,-1 0-1 0 0,1 0 0 0 0,0 0 0 0 0,-1 0 0 0 0,1 0 1 0 0,0 0-1 0 0,1-3 0 0 0,-1 3-108 0 0,1 1 1 0 0,0-1-1 0 0,0 1 0 0 0,-1 0 1 0 0,1-1-1 0 0,0 1 0 0 0,0 0 1 0 0,1 0-1 0 0,-1 0 0 0 0,0 0 1 0 0,0 0-1 0 0,0 0 0 0 0,1 0 1 0 0,1-1-1 0 0,9-5-395 0 0,-1 1 0 0 0,1 1 0 0 0,-1-1 1 0 0,1 2-1 0 0,1 0 0 0 0,-1 1 0 0 0,1 0 0 0 0,-1 0 0 0 0,1 1 0 0 0,0 1 1 0 0,0 1-1 0 0,0-1 0 0 0,-1 2 0 0 0,16 2 0 0 0,-23-2-65 0 0,-1 0 0 0 0,1 0 0 0 0,0 1 0 0 0,-1 0 0 0 0,1 0 0 0 0,-1 0 0 0 0,1 0 0 0 0,-1 1 0 0 0,0 0 0 0 0,0 0 0 0 0,0 0 0 0 0,0 0 0 0 0,3 4 0 0 0,-5-4 0 0 0,0 0 0 0 0,0 0 0 0 0,-1 0 0 0 0,1-1 0 0 0,-1 1 0 0 0,1 1 0 0 0,-1-1 0 0 0,0 0 0 0 0,0 0 0 0 0,0 0 0 0 0,-1 1 0 0 0,1-1 0 0 0,-1 0 0 0 0,0 1 0 0 0,1-1 0 0 0,-2 0 0 0 0,1 1 0 0 0,0-1 0 0 0,-2 7 0 0 0,-2 5-31 0 0,-1-1 0 0 0,-1 0 0 0 0,0 1 0 0 0,-1-2 0 0 0,0 1 0 0 0,-14 18 0 0 0,-63 73-1209 0 0,52-67 317 0 0,7-10-139 0 0,-35 47-1843 0 0,54-66 2650 0 0,0 0-1 0 0,1 0 1 0 0,0 0-1 0 0,1 1 0 0 0,0-1 1 0 0,-5 20-1 0 0,8-27 308 0 0,0 1-1 0 0,1-1 0 0 0,0 1 0 0 0,-1-1 1 0 0,1 1-1 0 0,0-1 0 0 0,0 1 1 0 0,0-1-1 0 0,1 1 0 0 0,-1-1 0 0 0,1 1 1 0 0,-1-1-1 0 0,1 0 0 0 0,0 1 1 0 0,0-1-1 0 0,0 0 0 0 0,0 0 0 0 0,0 1 1 0 0,3 2-1 0 0,-2-2 95 0 0,1-1 0 0 0,0 0 0 0 0,-1 0-1 0 0,1 0 1 0 0,0 0 0 0 0,0 0 0 0 0,0-1 0 0 0,0 1 0 0 0,0-1 0 0 0,1 0-1 0 0,-1 0 1 0 0,0 0 0 0 0,6 1 0 0 0,5 0 503 0 0,1-1 0 0 0,-1 0 1 0 0,0-1-1 0 0,0-1 0 0 0,27-4 0 0 0,73-22 875 0 0,-66 14-1875 0 0,-18 5 351 0 0,-15 3 0 0 0,1 1 0 0 0,-1 1 0 0 0,1 0 0 0 0,15 0 0 0 0,-30 3 4 0 0,0 0 1 0 0,0 0-1 0 0,0 0 0 0 0,-1 0 0 0 0,1 0 0 0 0,0 0 0 0 0,0 0 1 0 0,0 1-1 0 0,-1-1 0 0 0,1 0 0 0 0,0 0 0 0 0,0 1 1 0 0,-1-1-1 0 0,2 1 0 0 0,-2-1-39 0 0,0 1-1 0 0,1-1 1 0 0,-1 1 0 0 0,0-1 0 0 0,0 1-1 0 0,0-1 1 0 0,0 1 0 0 0,0-1 0 0 0,0 0-1 0 0,0 1 1 0 0,0-1 0 0 0,0 1-1 0 0,0-1 1 0 0,0 1 0 0 0,0-1 0 0 0,0 1-1 0 0,0-1 1 0 0,0 1 0 0 0,0-1 0 0 0,0 0-1 0 0,-1 1 1 0 0,1-1 0 0 0,0 1 0 0 0,0-1-1 0 0,-1 0 1 0 0,1 1 0 0 0</inkml:trace>
</inkml:ink>
</file>

<file path=ppt/ink/ink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1:17.18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52 1380 0 0,'28'-50'16537'0'0,"-28"50"-16494"0"0,0 0 1 0 0,0 0-1 0 0,1 0 0 0 0,-1-1 0 0 0,0 1 0 0 0,0 0 0 0 0,0 0 0 0 0,0 0 1 0 0,0 0-1 0 0,0 0 0 0 0,0 0 0 0 0,0 0 0 0 0,1 0 0 0 0,-1 0 0 0 0,0 0 0 0 0,0-1 1 0 0,0 1-1 0 0,0 0 0 0 0,0 0 0 0 0,1 0 0 0 0,-1 0 0 0 0,0 0 0 0 0,0 0 1 0 0,0 0-1 0 0,0 0 0 0 0,0 0 0 0 0,1 0 0 0 0,-1 0 0 0 0,0 0 0 0 0,0 0 1 0 0,0 0-1 0 0,0 0 0 0 0,0 0 0 0 0,0 1 0 0 0,1-1 0 0 0,-1 0 0 0 0,0 0 0 0 0,2 6 214 0 0,-1 9-410 0 0,-5 50 153 0 0,4-1 0 0 0,2 1 0 0 0,3-1 0 0 0,24 112 0 0 0,-26-159-2945 0 0</inkml:trace>
</inkml:ink>
</file>

<file path=ppt/ink/ink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1:17.34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32 7140 0 0,'0'0'222'0'0,"0"-1"0"0"0,1 1 0 0 0,-1-1 0 0 0,1 0 0 0 0,-1 1 0 0 0,1-1 0 0 0,0 1 0 0 0,-1-1 0 0 0,1 1 0 0 0,0-1 0 0 0,-1 1 0 0 0,1 0 0 0 0,0-1 0 0 0,-1 1 0 0 0,1 0 0 0 0,0 0 0 0 0,0-1 0 0 0,-1 1 0 0 0,1 0 0 0 0,0 0 0 0 0,0 0 0 0 0,1 0 0 0 0,21 2 4440 0 0,-11-1-2217 0 0,36-1-2392 0 0,1-3 0 0 0,49-8 0 0 0,-24 1-3618 0 0,-45 7-320 0 0</inkml:trace>
</inkml:ink>
</file>

<file path=ppt/ink/ink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1:18.13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48 33 2532 0 0,'-14'-33'13866'0'0,"13"34"-13632"0"0,0-1 41 0 0,0 0 0 0 0,0 1 1 0 0,0-1-1 0 0,0 1 0 0 0,0 0 1 0 0,0-1-1 0 0,0 1 0 0 0,0 0 1 0 0,0 0-1 0 0,-1 1 0 0 0,0 1-275 0 0,0 0 0 0 0,0 0 0 0 0,0-1 0 0 0,1 1 0 0 0,-1 1 0 0 0,1-1 0 0 0,-1 3 0 0 0,1-4 0 0 0,0 0 0 0 0,1 0 0 0 0,-1 0 0 0 0,1 0 0 0 0,-1 0 0 0 0,1 0 0 0 0,0 0 0 0 0,0 0 0 0 0,0 0 0 0 0,0 0 0 0 0,0 0 0 0 0,1 4 0 0 0,0-6 0 0 0,-1 1 0 0 0,0-1 0 0 0,1 1 0 0 0,-1-1 0 0 0,1 1 0 0 0,0-1 0 0 0,-1 0 0 0 0,1 1 0 0 0,-1-1 0 0 0,1 1 0 0 0,0-1 0 0 0,-1 0 0 0 0,1 0 0 0 0,0 1 0 0 0,-1-1 0 0 0,1 0 0 0 0,0 0 0 0 0,-1 0 0 0 0,1 0 0 0 0,0 0 0 0 0,-1 0 0 0 0,1 0 0 0 0,1 0 0 0 0,21-3 0 0 0,-8 1 0 0 0,-11 1 0 0 0,-2 4 0 0 0,-6 4 0 0 0,2-4 0 0 0,0 0 0 0 0,-1-1 0 0 0,1 1 0 0 0,-1 0 0 0 0,0-1 0 0 0,0 1 0 0 0,0-1 0 0 0,0 0 0 0 0,0 0 0 0 0,-6 3 0 0 0,8-5 0 0 0,1 0 0 0 0,-1 0 0 0 0,1 0 0 0 0,-1 0 0 0 0,1 1 0 0 0,-1-1 0 0 0,1 0 0 0 0,-1 0 0 0 0,1 0 0 0 0,-1 1 0 0 0,1-1 0 0 0,-1 0 0 0 0,1 1 0 0 0,-1-1 0 0 0,1 0 0 0 0,0 1 0 0 0,-1-1 0 0 0,1 0 0 0 0,0 1 0 0 0,-1-1 0 0 0,1 1 0 0 0,0-1 0 0 0,-1 1 0 0 0,1-1 0 0 0,0 1 0 0 0,0 0 0 0 0,0-1 0 0 0,1 1 0 0 0,-1-1 0 0 0,1 0 0 0 0,-1 1 0 0 0,1-1 0 0 0,-1 0 0 0 0,1 1 0 0 0,-1-1 0 0 0,1 0 0 0 0,0 1 0 0 0,-1-1 0 0 0,1 0 0 0 0,-1 0 0 0 0,1 0 0 0 0,0 0 0 0 0,0 0 0 0 0,27 3 0 0 0,-26-3 0 0 0,0-1 0 0 0,0 1 0 0 0,0 0 0 0 0,-1 0 0 0 0,1 0 0 0 0,0 1 0 0 0,0-1 0 0 0,0 0 0 0 0,0 1 0 0 0,0-1 0 0 0,0 1 0 0 0,-1 0 0 0 0,4 1 0 0 0,-3-1 0 0 0,-1 1 0 0 0,0-1 0 0 0,0 1 0 0 0,0-1 0 0 0,0 1 0 0 0,0 0 0 0 0,0-1 0 0 0,0 1 0 0 0,0 0 0 0 0,0 3 0 0 0,2 2 0 0 0,0-1-145 0 0,0 1 0 0 0,1 0 0 0 0,0-1 0 0 0,0 1 0 0 0,1-1 0 0 0,-1-1 0 0 0,10 10 0 0 0,3 0-1157 0 0,23 16 0 0 0,-24-19-171 0 0,29 27 0 0 0,-41-34 1336 0 0,1 0 1 0 0,-1 0-1 0 0,0 0 0 0 0,0 1 1 0 0,-1 0-1 0 0,1 0 1 0 0,-1 0-1 0 0,-1 0 0 0 0,4 11 1 0 0,-4-12 136 0 0,-2-1 0 0 0,1 1 1 0 0,0 0-1 0 0,-1 0 1 0 0,0 0-1 0 0,0-1 0 0 0,0 1 1 0 0,-1 0-1 0 0,1 0 1 0 0,-1 0-1 0 0,-3 8 1 0 0,1-6 0 0 0,0 1 1 0 0,-1-1 0 0 0,1-1-1 0 0,-2 1 1 0 0,1 0 0 0 0,-9 10-1 0 0,0-5 3 0 0,1 0 0 0 0,-1 0 1 0 0,-1-1-1 0 0,0-1 0 0 0,-29 16 0 0 0,35-22 18 0 0,1 0 0 0 0,0 0 1 0 0,-1-1-1 0 0,0 0 0 0 0,0-1 1 0 0,-13 3-1 0 0,20-5 6 0 0,-1 0 0 0 0,0 0 0 0 0,0 0 0 0 0,0 0 1 0 0,0 0-1 0 0,1 0 0 0 0,-1 0 0 0 0,0-1 0 0 0,0 1 0 0 0,0-1 1 0 0,1 0-1 0 0,-1 1 0 0 0,0-1 0 0 0,1 0 0 0 0,-1 0 0 0 0,0 0 1 0 0,1 0-1 0 0,-1 0 0 0 0,1 0 0 0 0,0 0 0 0 0,-1-1 0 0 0,1 1 0 0 0,0 0 1 0 0,0-1-1 0 0,0 1 0 0 0,0-1 0 0 0,0 1 0 0 0,0-1 0 0 0,0 0 1 0 0,0 1-1 0 0,1-1 0 0 0,-1 0 0 0 0,1 0 0 0 0,-1 1 0 0 0,1-4 1 0 0,-4-16-98 0 0,-2-41 0 0 0,5 42 32 0 0,-1 1 1 0 0,0 0-1 0 0,-6-20 1 0 0,0 14-752 0 0</inkml:trace>
</inkml:ink>
</file>

<file path=ppt/ink/ink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1:18.32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0 284 2532 0 0,'1'-5'1234'0'0,"-1"1"0"0"0,1-1 0 0 0,0 1 1 0 0,1-1-1 0 0,-1 1 0 0 0,1-1 0 0 0,0 1 1 0 0,2-5-1 0 0,21-31 4325 0 0,-16 28-5496 0 0,0 1 0 0 0,1 1 1 0 0,0 0-1 0 0,0 0 0 0 0,1 1 1 0 0,1 1-1 0 0,23-15 0 0 0,7 1-387 0 0,45-17-1 0 0,-83 37 291 0 0,12-4-245 0 0,57-22-1940 0 0,-65 26 995 0 0,1-1-1 0 0,0 2 0 0 0,13-2 0 0 0,-3 4-2386 0 0</inkml:trace>
</inkml:ink>
</file>

<file path=ppt/ink/ink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1:18.52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57 54 10828 0 0,'-11'-6'8832'0'0,"11"4"-9024"0"0,0-3 0 0 0,0 0 228 0 0,-1-3 312 0 0,-3 0-348 0 0,1 0 0 0 0,-3 2-84 0 0,-1 1 168 0 0,-3 6-212 0 0,-4 3 256 0 0</inkml:trace>
</inkml:ink>
</file>

<file path=ppt/ink/ink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1:19.95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269 84 5528 0 0,'-3'-41'11933'0'0,"-3"29"-10510"0"0,2 5-832 0 0,3 6-584 0 0,1-1 1 0 0,-1 1-1 0 0,0 0 1 0 0,1-1-1 0 0,-1 1 1 0 0,0 0-1 0 0,0-1 1 0 0,0 1-1 0 0,0 0 0 0 0,0 0 1 0 0,0 0-1 0 0,0 0 1 0 0,-1 0-1 0 0,1 0 1 0 0,0 0-1 0 0,-1 0 1 0 0,1 1-1 0 0,0-1 1 0 0,-1 1-1 0 0,1-1 1 0 0,-1 0-1 0 0,1 1 1 0 0,-1 0-1 0 0,1-1 1 0 0,-1 1-1 0 0,-1 0 0 0 0,0 0-8 0 0,0 1 0 0 0,1-1 0 0 0,-1 1 0 0 0,0 0 0 0 0,1 0 0 0 0,-1 0 0 0 0,0 0 0 0 0,1 0 0 0 0,0 1 0 0 0,-1-1 0 0 0,1 1-1 0 0,0-1 1 0 0,0 1 0 0 0,-3 2 0 0 0,-5 7-59 0 0,0 0 0 0 0,0 1-1 0 0,1 0 1 0 0,1 0 0 0 0,-9 16-1 0 0,-28 70-1371 0 0,28-51 388 0 0,3 1 0 0 0,1 0 0 0 0,3 0 0 0 0,1 1 1 0 0,-1 57-1 0 0,9 251-1159 0 0,3-289 2863 0 0,-2-63-648 0 0,14 231 473 0 0,-9-202-406 0 0,0-2 0 0 0,2 1 0 0 0,2-1 0 0 0,1 0 1 0 0,15 32-1 0 0,-20-53 578 0 0,1 1 1 0 0,9 12-1 0 0,-13-21-708 0 0,1 1-1 0 0,0-1 1 0 0,0 1-1 0 0,0-1 1 0 0,0 0 0 0 0,0 0-1 0 0,1-1 1 0 0,-1 1-1 0 0,9 4 1 0 0,-5-4-3349 0 0</inkml:trace>
</inkml:ink>
</file>

<file path=ppt/ink/ink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1:20.25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1 542 5296 0 0,'9'-28'2070'0'0,"16"-45"6293"0"0,21-59-4200 0 0,-32 74-5409 0 0,12-92-1 0 0,-24 135-47 0 0,-1 1-1 0 0,-2-29 1 0 0,-5 14 2120 0 0,2 56 3614 0 0,12 202-3957 0 0,1-84-2336 0 0,-10-125 717 0 0,0 1-1 0 0,-1-1 1 0 0,-2 0-1 0 0,-5 22 1 0 0,-1 2 1782 0 0,7-23-20 0 0,2-11-3599 0 0</inkml:trace>
</inkml:ink>
</file>

<file path=ppt/ink/ink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1:20.44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0 254 8984 0 0,'56'-27'7228'0'0,"3"4"-3678"0"0,11-5-3652 0 0,5-6 98 0 0,-2-3-1 0 0,76-51 1 0 0,-136 78-36 0 0,-5 3 93 0 0</inkml:trace>
</inkml:ink>
</file>

<file path=ppt/ink/ink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1:23.01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0 182 1612 0 0,'9'-16'10711'0'0,"-7"11"-9521"0"0,2-21 3771 0 0,-1 10-3775 0 0,-1 6-1186 0 0,1 1 0 0 0,0 0 0 0 0,0 0 0 0 0,1 0 0 0 0,0 0 0 0 0,0 0 0 0 0,8-9 0 0 0,-10 15 0 0 0,0 0 0 0 0,1 0 0 0 0,-1 1 0 0 0,1-1 0 0 0,0 1 0 0 0,0-1 0 0 0,-1 1 0 0 0,2 0 0 0 0,-1 0 0 0 0,0 0 0 0 0,0 1 0 0 0,1-1 0 0 0,-1 1 0 0 0,1-1 0 0 0,-1 1 0 0 0,1 0 0 0 0,0 1 0 0 0,-1-1 0 0 0,1 1 0 0 0,0-1 0 0 0,6 2 0 0 0,-6-1-3 0 0,1 1-1 0 0,-1-1 1 0 0,1 1-1 0 0,-1 1 1 0 0,0-1-1 0 0,1 1 1 0 0,-1-1 0 0 0,0 1-1 0 0,0 0 1 0 0,0 1-1 0 0,0-1 1 0 0,0 1-1 0 0,-1 0 1 0 0,1 0-1 0 0,-1 0 1 0 0,0 0-1 0 0,0 0 1 0 0,0 1 0 0 0,0 0-1 0 0,0-1 1 0 0,-1 1-1 0 0,0 0 1 0 0,0 0-1 0 0,0 0 1 0 0,0 1-1 0 0,0-1 1 0 0,-1 0-1 0 0,0 1 1 0 0,0-1-1 0 0,0 1 1 0 0,-1-1 0 0 0,1 1-1 0 0,-1-1 1 0 0,0 1-1 0 0,0 0 1 0 0,-1-1-1 0 0,1 1 1 0 0,-1-1-1 0 0,0 1 1 0 0,-1-1-1 0 0,1 0 1 0 0,-1 1 0 0 0,1-1-1 0 0,-4 5 1 0 0,-1 1-506 0 0,-1-1 0 0 0,0 1 0 0 0,-1-2 0 0 0,0 1 0 0 0,0-1 0 0 0,-1 0 0 0 0,-18 13 0 0 0,-13 11-3674 0 0,39-31 4168 0 0,0-1 0 0 0,0 1 0 0 0,1 0 0 0 0,-1-1 1 0 0,0 1-1 0 0,1 0 0 0 0,-1 0 0 0 0,0 0 0 0 0,1-1 0 0 0,-1 1 1 0 0,1 0-1 0 0,0 0 0 0 0,-1 0 0 0 0,1 0 0 0 0,0 0 0 0 0,-1 1 0 0 0,1-1 48 0 0,0-1 1 0 0,0 1-1 0 0,1 0 0 0 0,-1-1 0 0 0,0 1 0 0 0,0 0 0 0 0,0-1 0 0 0,1 1 0 0 0,-1 0 0 0 0,0-1 0 0 0,1 1 0 0 0,-1-1 0 0 0,0 1 0 0 0,1-1 0 0 0,-1 1 0 0 0,1-1 0 0 0,-1 1 0 0 0,1 0 0 0 0,3 2 270 0 0,1 0 0 0 0,-1-1 0 0 0,1 0 0 0 0,-1 1 0 0 0,8 1 0 0 0,1 1-113 0 0,0 2 577 0 0,1 0 0 0 0,-2 0 0 0 0,1 1 0 0 0,-1 1 0 0 0,0 0 0 0 0,16 17 0 0 0,-24-22-657 0 0,0 1-1 0 0,-1-1 0 0 0,0 1 1 0 0,0-1-1 0 0,0 1 0 0 0,-1 0 1 0 0,1 0-1 0 0,-1 0 1 0 0,2 7-1 0 0,-3-9-138 0 0,-1 1 0 0 0,1 0 0 0 0,-1 0 0 0 0,0 0 0 0 0,0-1 0 0 0,0 1 0 0 0,0 0 0 0 0,-1 0 0 0 0,1 0-1 0 0,-1-1 1 0 0,0 1 0 0 0,0 0 0 0 0,-1-1 0 0 0,-2 7 0 0 0,1-6 29 0 0,0 1 0 0 0,0-1 0 0 0,0 1 0 0 0,-1-1 0 0 0,0 0 0 0 0,0-1 0 0 0,0 1 0 0 0,0 0 0 0 0,-1-1 0 0 0,1 0 0 0 0,-1 0 0 0 0,0-1 0 0 0,0 1 0 0 0,0-1 0 0 0,0 0 0 0 0,0 0 0 0 0,0-1 0 0 0,-7 2 0 0 0,1-1 0 0 0,-1 0 0 0 0,1-1 0 0 0,0 0 0 0 0,-1-1 0 0 0,1 0 0 0 0,-1-1 0 0 0,-18-3 0 0 0,10-3-200 0 0,16 6 214 0 0,0-1-1 0 0,1 1 1 0 0,-1 0-1 0 0,0 0 1 0 0,-6-1-1 0 0,10 2-18 0 0,0 0-1 0 0,0 0 0 0 0,0 0 1 0 0,-1 0-1 0 0,1 0 1 0 0,0 0-1 0 0,0 0 0 0 0,0 1 1 0 0,0-1-1 0 0,-1 0 1 0 0,1 0-1 0 0,0 0 1 0 0,0 0-1 0 0,0 0 0 0 0,0 0 1 0 0,0 0-1 0 0,-1 1 1 0 0,1-1-1 0 0,0 0 0 0 0,0 0 1 0 0,0 0-1 0 0,0 0 1 0 0,0 0-1 0 0,0 1 0 0 0,0-1 1 0 0,0 0-1 0 0,0 0 1 0 0,0 0-1 0 0,-1 1 1 0 0,1-1-1 0 0,0 0 0 0 0,0 0 1 0 0,0 0-1 0 0,0 0 1 0 0,0 1-1 0 0,0-1 0 0 0,0 0 1 0 0,1 0-1 0 0,-1 0 1 0 0,0 0-1 0 0,0 1 0 0 0,0 0-82 0 0,0 5-898 0 0</inkml:trace>
</inkml:ink>
</file>

<file path=ppt/ink/ink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1:23.31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33 272 1840 0 0,'-32'-42'17820'0'0,"32"42"-17820"0"0,0-1 0 0 0,0 0 0 0 0,0 1 0 0 0,0-1 0 0 0,0 0 0 0 0,1 0 0 0 0,-1 1 0 0 0,0-1 0 0 0,0 0 0 0 0,1 1 0 0 0,-1-1 0 0 0,0 0 0 0 0,1 1 0 0 0,-1-1 0 0 0,1 1 0 0 0,-1-1 0 0 0,1 1 0 0 0,-1-1 0 0 0,1 1 0 0 0,0-1 0 0 0,-1 1 0 0 0,1-1 0 0 0,-1 1 0 0 0,1 0 0 0 0,0-1 0 0 0,-1 1 0 0 0,1 0 0 0 0,0 0 0 0 0,1-1 0 0 0,25-7 0 0 0,-20 6 0 0 0,59-13 5 0 0,74-8-1 0 0,1 0-111 0 0,327-106-7963 0 0,-463 127 8175 0 0,-3 1-103 0 0,1 1 0 0 0,-1-1 1 0 0,1 0-1 0 0,-1 0 0 0 0,0 0 0 0 0,0 0 0 0 0,1 0 0 0 0,2-3 0 0 0</inkml:trace>
</inkml:ink>
</file>

<file path=ppt/ink/ink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1:24.30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78 80 2532 0 0,'7'-16'61'0'0,"7"-28"14945"0"0,-9 25-12945 0 0,-6 23-2061 0 0,0 0 0 0 0,0-1 0 0 0,0 1 0 0 0,0-1 0 0 0,1 0 0 0 0,0 1 0 0 0,-1-1 0 0 0,1 1 0 0 0,0-1 0 0 0,1 1 0 0 0,-1-1 0 0 0,1 1 0 0 0,0 3 0 0 0,12 25 0 0 0,22 42 0 0 0,-22-49 0 0 0,-1 1 0 0 0,-1 0 0 0 0,9 32 0 0 0,-18-48 0 0 0,2 4 0 0 0,-1 1 0 0 0,2 20 0 0 0,-4-32 0 0 0,-1 1 0 0 0,0-1 0 0 0,0 0 0 0 0,0 0 0 0 0,0 0 0 0 0,-1 1 0 0 0,0-1 0 0 0,1 0 0 0 0,-1 0 0 0 0,0 0 0 0 0,0 0 0 0 0,-1 0 0 0 0,1 0 0 0 0,0 0 0 0 0,-1-1 0 0 0,0 1 0 0 0,-2 3 0 0 0,1-4 0 0 0,0 0 0 0 0,1-1 0 0 0,-1 1 0 0 0,0-1 0 0 0,0 1 0 0 0,1-1 0 0 0,-1 0 0 0 0,0 0 0 0 0,0 0 0 0 0,0-1 0 0 0,-1 1 0 0 0,1-1 0 0 0,0 1 0 0 0,0-1 0 0 0,0 0 0 0 0,0 0 0 0 0,0-1 0 0 0,0 1 0 0 0,-5-2 0 0 0,0 1 0 0 0,0-1 0 0 0,0-1 0 0 0,0 1 0 0 0,1-1 0 0 0,-1-1 0 0 0,-9-5 0 0 0,12 6-156 0 0,-1-2-1 0 0,1 1 0 0 0,0 0 1 0 0,0-1-1 0 0,0 0 0 0 0,0 0 1 0 0,1 0-1 0 0,0-1 1 0 0,-5-8-1 0 0,6 7-661 0 0,0 0 1 0 0,0 0-1 0 0,0 0 0 0 0,-3-14 1 0 0,3 5-4092 0 0</inkml:trace>
</inkml:ink>
</file>

<file path=ppt/ink/ink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1:24.47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1 198 5528 0 0,'1'-4'741'0'0,"2"0"0"0"0,-1 0 1 0 0,0 1-1 0 0,1-1 0 0 0,-1 0 0 0 0,1 1 1 0 0,0 0-1 0 0,0-1 0 0 0,0 1 0 0 0,1 1 1 0 0,6-5-1 0 0,5-3 2309 0 0,26-12-1 0 0,-16 10-3911 0 0,103-51 806 0 0,-101 52-132 0 0,0 2 0 0 0,55-13-1 0 0,-65 19-2914 0 0</inkml:trace>
</inkml:ink>
</file>

<file path=ppt/ink/ink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1:25.05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48 45 5296 0 0,'-24'-44'13219'0'0,"32"71"-12074"0"0,29 66-1123 0 0,33 105-1692 0 0,-52-120-31 0 0,-4 1 1 0 0,-3 1-1 0 0,1 93 1 0 0,-19 242 1136 0 0,-20-85 833 0 0,-30-4-82 0 0,-7-131 576 0 0,28-93 6805 0 0,33-97-7331 0 0,4-8-247 0 0,1-2 10 0 0</inkml:trace>
</inkml:ink>
</file>

<file path=ppt/ink/ink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1:25.47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71 78 5760 0 0,'-4'-20'11859'0'0,"5"19"-11355"0"0,4-6 905 0 0,0 3-1389 0 0,1 1 0 0 0,-1 0 1 0 0,0-1-1 0 0,1 2 0 0 0,0-1 0 0 0,11-3 0 0 0,40-9-44 0 0,-43 12 35 0 0,-9 2-11 0 0,0 0 0 0 0,-1-1 0 0 0,1 1 0 0 0,0 0 0 0 0,0 1 0 0 0,0-1 0 0 0,0 1 0 0 0,0 0 0 0 0,0 0 0 0 0,7 2 0 0 0,-12-2 0 0 0,0 0 0 0 0,1 0 0 0 0,-1 0 0 0 0,0 1 0 0 0,0-1 0 0 0,0 0 0 0 0,0 0 0 0 0,1 0 0 0 0,-1 0 0 0 0,0 1 0 0 0,0-1 0 0 0,0 0 0 0 0,0 0 0 0 0,0 0 0 0 0,0 1 0 0 0,0-1 0 0 0,1 0 0 0 0,-1 0 0 0 0,0 1 0 0 0,0-1 0 0 0,0 0 0 0 0,0 0 0 0 0,0 0 0 0 0,0 1 0 0 0,0-1 0 0 0,0 0 0 0 0,0 0 0 0 0,0 1 0 0 0,0-1 0 0 0,0 0 0 0 0,0 0 0 0 0,0 1 0 0 0,-1-1 0 0 0,1 0 0 0 0,0 0 0 0 0,0 0 0 0 0,0 1 0 0 0,0-1 0 0 0,0 0 0 0 0,0 0 0 0 0,-1 0 0 0 0,1 0 0 0 0,0 1 0 0 0,0-1 0 0 0,0 0 0 0 0,0 0 0 0 0,-1 0 0 0 0,1 0 0 0 0,-10 9 0 0 0,-14 7-413 0 0,-35 18 0 0 0,6-3-1822 0 0,31-19 1762 0 0,6-2-1345 0 0,-17 12 0 0 0,29-19 1667 0 0,0 0 1 0 0,1 0-1 0 0,-1 1 0 0 0,1-1 1 0 0,0 1-1 0 0,0-1 0 0 0,0 1 1 0 0,1 0-1 0 0,-5 8 1 0 0,7-12 160 0 0,0 1-1 0 0,-1 0 1 0 0,1 0 0 0 0,0 0 0 0 0,0 0 0 0 0,-1 0 0 0 0,1 0 0 0 0,0 0 0 0 0,0 0 0 0 0,0 0 0 0 0,0 0 0 0 0,0 0 0 0 0,0 0 0 0 0,1 0 0 0 0,-1 0 0 0 0,0-1-1 0 0,0 1 1 0 0,1 0 0 0 0,-1 0 0 0 0,0 0 0 0 0,1 0 0 0 0,-1 0 0 0 0,1 0 0 0 0,-1-1 0 0 0,1 1 0 0 0,0 0 0 0 0,-1 0 0 0 0,1-1 0 0 0,0 1 0 0 0,-1-1-1 0 0,1 1 1 0 0,0 0 0 0 0,0-1 0 0 0,-1 1 0 0 0,1-1 0 0 0,0 0 0 0 0,0 1 0 0 0,0-1 0 0 0,0 0 0 0 0,1 1 0 0 0,5 1-5 0 0,-1 0 0 0 0,1-1 1 0 0,0 0-1 0 0,8 1 0 0 0,-13-2-107 0 0,29 1 421 0 0,53-5 0 0 0,-16 0-770 0 0,4 3-2749 0 0,-38 4-358 0 0</inkml:trace>
</inkml:ink>
</file>

<file path=ppt/ink/ink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1:26.04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14 5 5296 0 0,'-2'0'844'0'0,"-9"-5"3738"0"0,15 7-2879 0 0,54 11 4414 0 0,4-4-4311 0 0,65 0-3114 0 0,-73-6 1907 0 0,-29-1-706 0 0</inkml:trace>
</inkml:ink>
</file>

<file path=ppt/ink/ink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1:26.31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59 26 1316 0 0,'-2'3'1610'0'0,"-4"7"1529"0"0,-1-1-1 0 0,-13 15 0 0 0,1-10 3964 0 0,19-14-7097 0 0,0 0 0 0 0,0 0-1 0 0,0 1 1 0 0,0-1-1 0 0,0 0 1 0 0,0 0 0 0 0,0 0-1 0 0,0 0 1 0 0,0 0 0 0 0,-1 0-1 0 0,1 0 1 0 0,0 0 0 0 0,0 0-1 0 0,0 1 1 0 0,0-1-1 0 0,0 0 1 0 0,0 0 0 0 0,-1 0-1 0 0,1 0 1 0 0,0 0 0 0 0,0 0-1 0 0,0 0 1 0 0,0 0 0 0 0,0 0-1 0 0,-1 0 1 0 0,1 0-1 0 0,0 0 1 0 0,0 0 0 0 0,0 0-1 0 0,0 0 1 0 0,0 0 0 0 0,-1 0-1 0 0,1 0 1 0 0,0 0 0 0 0,0-1-1 0 0,0 1 1 0 0,0 0-1 0 0,0 0 1 0 0,0 0 0 0 0,-1 0-1 0 0,1 0 1 0 0,0 0 0 0 0,0 0-1 0 0,2-8 28 0 0,8-8-51 0 0,-1 9-134 0 0,0 0 0 0 0,1 1 0 0 0,0-1 1 0 0,0 2-1 0 0,0-1 0 0 0,1 2 0 0 0,18-7 0 0 0,-22 9-402 0 0,1 0 1 0 0,0 0-1 0 0,-1 0 1 0 0,1 1-1 0 0,0 1 1 0 0,0-1-1 0 0,0 1 1 0 0,0 1-1 0 0,0-1 1 0 0,0 1-1 0 0,-1 0 1 0 0,10 4-1 0 0,-4 1 487 0 0</inkml:trace>
</inkml:ink>
</file>

<file path=ppt/ink/ink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1:26.56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48 1380 0 0,'2'-31'16131'0'0,"-1"31"-15659"0"0,9-4-269 0 0,0 1 0 0 0,0 1-1 0 0,0-1 1 0 0,0 1 0 0 0,1 1-1 0 0,-1 0 1 0 0,1 1 0 0 0,10 0-1 0 0,6 2-275 0 0,50 9-1 0 0,-15 2-110 0 0,-43-10-738 0 0</inkml:trace>
</inkml:ink>
</file>

<file path=ppt/ink/ink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1:26.88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98 4144 0 0,'0'-1'136'0'0,"0"-3"260"0"0,0 0 0 0 0,0 0 1 0 0,0 0-1 0 0,3-8 0 0 0,-3 10-47 0 0,1 1 0 0 0,-1 0 0 0 0,1-1 0 0 0,0 1 0 0 0,-1 0 0 0 0,1-1 0 0 0,0 1 0 0 0,0 0 0 0 0,0 0 1 0 0,0 0-1 0 0,0 0 0 0 0,0 0 0 0 0,0 0 0 0 0,1 0 0 0 0,-1 0 0 0 0,0 0 0 0 0,2 0 0 0 0,45-21 5541 0 0,-34 16-5431 0 0,0 1 0 0 0,0 1 0 0 0,27-5 0 0 0,-35 8-572 0 0,0 1 0 0 0,1 0-1 0 0,-1 0 1 0 0,0 0 0 0 0,0 0-1 0 0,0 1 1 0 0,0 0 0 0 0,12 4-1 0 0,-14-4 142 0 0,-1 1-1 0 0,1 0 0 0 0,0 0 1 0 0,-1 0-1 0 0,1 0 0 0 0,-1 1 1 0 0,1-1-1 0 0,-1 1 0 0 0,0 0 1 0 0,0 0-1 0 0,-1 0 0 0 0,1 1 1 0 0,0-1-1 0 0,2 6 0 0 0,-3-6-32 0 0,0 1 0 0 0,0 0 1 0 0,-1 0-1 0 0,0 0 0 0 0,1 0 0 0 0,-1 0 0 0 0,0 0 0 0 0,-1 0 0 0 0,1 0 0 0 0,-1 0 1 0 0,0 0-1 0 0,0 7 0 0 0,-1-4 22 0 0,-1 0 1 0 0,1-1-1 0 0,-1 1 0 0 0,0-1 1 0 0,-1 1-1 0 0,1-1 1 0 0,-5 7-1 0 0,-5 6-239 0 0,-2 0 1 0 0,0 0-1 0 0,-24 24 0 0 0,29-34-93 0 0,-21 24-176 0 0,-45 52-3924 0 0,67-75 4240 0 0,1 0 0 0 0,0 0-1 0 0,1 1 1 0 0,1 0 0 0 0,-1 0-1 0 0,-6 23 1 0 0,12-33 185 0 0,-1 1 0 0 0,1-1 0 0 0,-1 1-1 0 0,1 0 1 0 0,0 0 0 0 0,0-1 0 0 0,0 1 0 0 0,0 0 0 0 0,0-1 0 0 0,0 1 0 0 0,0 0 0 0 0,0 0-1 0 0,1-1 1 0 0,-1 1 0 0 0,1 0 0 0 0,-1-1 0 0 0,1 1 0 0 0,0-1 0 0 0,0 1 0 0 0,0-1 0 0 0,1 3-1 0 0,0-3 146 0 0,0 1-1 0 0,0 0 0 0 0,0-1 0 0 0,0 0 0 0 0,0 1 1 0 0,0-1-1 0 0,0 0 0 0 0,0 0 0 0 0,1 0 0 0 0,-1 0 1 0 0,1-1-1 0 0,-1 1 0 0 0,3 0 0 0 0,7 0 785 0 0,0 0-1 0 0,0-1 0 0 0,0 0 0 0 0,22-4 1 0 0,12-5-977 0 0,71-24 0 0 0,17-4-856 0 0,-133 37 844 0 0,-1 0 22 0 0,0-1 0 0 0,1 1 0 0 0,-1 0 0 0 0,0 0 1 0 0,1 0-1 0 0,-1 0 0 0 0,0 0 0 0 0,0 0 0 0 0,1 0 0 0 0,-1 0 0 0 0,0 0 1 0 0,1 0-1 0 0,-1 0 0 0 0,0 0 0 0 0,1 0 0 0 0,-1 0 0 0 0,0 0 1 0 0,0 0-1 0 0,1 0 0 0 0,-1 0 0 0 0,0 0 0 0 0,1 1 0 0 0,-1-1 0 0 0,0 0 1 0 0,0 0-1 0 0,1 0 0 0 0,-1 0 0 0 0,0 1 0 0 0,0-1 0 0 0,1 0 1 0 0</inkml:trace>
</inkml:ink>
</file>

<file path=ppt/ink/ink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1:27.41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74 64 4608 0 0,'1'-19'2407'0'0,"0"-9"8529"0"0,-5 11-9227 0 0,-4 44-1709 0 0,-10 88 0 0 0,-23 123 0 0 0,38-222 46 0 0,2-16-75 0 0,1 1 1 0 0,0 0 0 0 0,0-1 0 0 0,0 1 0 0 0,0 0 0 0 0,0-1-1 0 0,0 1 1 0 0,0 0 0 0 0,0-1 0 0 0,0 1 0 0 0,0-1 0 0 0,0 1-1 0 0,0 0 1 0 0,0-1 0 0 0,0 1 0 0 0,0 0 0 0 0,1-1 0 0 0,-1 1-1 0 0,1 0 1 0 0</inkml:trace>
</inkml:ink>
</file>

<file path=ppt/ink/ink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1:27.56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40 1152 0 0,'13'-13'14234'0'0,"3"10"-9482"0"0,-1 2-3905 0 0,-11 1-2172 0 0,216-22 1293 0 0,-198 22-64 0 0,-2 0 224 0 0</inkml:trace>
</inkml:ink>
</file>

<file path=ppt/ink/ink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1:29.18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137 50 2072 0 0,'17'-38'14013'0'0,"-7"27"-12316"0"0,-10 10-1675 0 0,1 1 0 0 0,-1 0 1 0 0,0 0-1 0 0,0 0 0 0 0,0 0 0 0 0,0 0 1 0 0,0 0-1 0 0,0 0 0 0 0,0 0 0 0 0,0 0 0 0 0,0 0 1 0 0,0 0-1 0 0,1 0 0 0 0,-1 0 0 0 0,0 0 1 0 0,0 0-1 0 0,0 0 0 0 0,0 0 0 0 0,0 0 0 0 0,0 0 1 0 0,0 0-1 0 0,0 0 0 0 0,0 0 0 0 0,1 0 1 0 0,-1 0-1 0 0,0 0 0 0 0,0 0 0 0 0,0 0 0 0 0,0 0 1 0 0,0 0-1 0 0,0 0 0 0 0,0 1 0 0 0,0-1 1 0 0,0 0-1 0 0,0 0 0 0 0,0 0 0 0 0,1 0 0 0 0,-1 0 1 0 0,0 0-1 0 0,0 0 0 0 0,0 0 0 0 0,0 0 1 0 0,0 0-1 0 0,0 0 0 0 0,0 1 0 0 0,0-1 0 0 0,0 0 1 0 0,0 0-1 0 0,0 0 0 0 0,1 8 513 0 0,-1 8-303 0 0,-3 3-232 0 0,-1 1 0 0 0,-1-1 0 0 0,-1 0 0 0 0,0 0 0 0 0,-2-1 0 0 0,0 0 0 0 0,-1 0 0 0 0,-1-1 0 0 0,-22 31 0 0 0,28-43 0 0 0,0-1 0 0 0,0 1 0 0 0,0-1 0 0 0,-1 0 0 0 0,-6 4 0 0 0,21-12 4 0 0,0 0 0 0 0,0 0 0 0 0,0 1 0 0 0,0 0 0 0 0,0 1 0 0 0,1 0 0 0 0,-1 0 0 0 0,1 2-1 0 0,-1-1 1 0 0,1 1 0 0 0,12 2 0 0 0,-17-2-32 0 0,1 1 1 0 0,-1 0-1 0 0,0 1 0 0 0,0 0 0 0 0,0 0 1 0 0,0 0-1 0 0,0 1 0 0 0,0 0 1 0 0,-1 0-1 0 0,1 0 0 0 0,-1 1 0 0 0,0-1 1 0 0,0 1-1 0 0,0 1 0 0 0,0-1 0 0 0,-1 1 1 0 0,0 0-1 0 0,0 0 0 0 0,0 0 0 0 0,4 7 1 0 0,-3-1-567 0 0,0 0 1 0 0,0 0 0 0 0,-1 1 0 0 0,-1-1 0 0 0,0 1-1 0 0,0 0 1 0 0,-1 0 0 0 0,0 16 0 0 0,-1-20 410 0 0,-1-1 0 0 0,0 1 0 0 0,-1-1 1 0 0,0 1-1 0 0,0-1 0 0 0,-1 1 0 0 0,0-1 0 0 0,0 0 0 0 0,0 0 1 0 0,-1 0-1 0 0,0 0 0 0 0,-1 0 0 0 0,1 0 0 0 0,-8 9 1 0 0,7-12 194 0 0,-1 0 1 0 0,1 0 0 0 0,-1 0 0 0 0,0 0 0 0 0,0-1 0 0 0,-1 0 0 0 0,1 0-1 0 0,-1 0 1 0 0,1 0 0 0 0,-1-1 0 0 0,0 0 0 0 0,0 0 0 0 0,0-1 0 0 0,0 0-1 0 0,0 0 1 0 0,0 0 0 0 0,-1-1 0 0 0,1 0 0 0 0,0 0 0 0 0,-8-1 0 0 0,3 0 8 0 0,1-1 0 0 0,0 0 0 0 0,-1 0 0 0 0,1-1 0 0 0,0 0 1 0 0,0-1-1 0 0,1 0 0 0 0,-1-1 0 0 0,1 0 0 0 0,0 0 0 0 0,-10-9 1 0 0,14 10-65 0 0,-1-1 1 0 0,1 0 0 0 0,1-1 0 0 0,-5-6 0 0 0,-3-5-179 0 0</inkml:trace>
</inkml:ink>
</file>

<file path=ppt/ink/ink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1:29.32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62 5760 0 0,'1'-11'3227'0'0,"2"3"-2923"0"0,2 1-240 0 0,2 2 633 0 0,-1 4-697 0 0,7-1 4435 0 0,-1-1-3100 0 0,9 0 528 0 0,9-2 112 0 0,4 0-1975 0 0,2 0 0 0 0,0 2 0 0 0,-1 0 0 0 0,1 3 0 0 0,-2 3-606 0 0,-2 0 674 0 0,2 4-4346 0 0</inkml:trace>
</inkml:ink>
</file>

<file path=ppt/ink/ink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1:29.48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 1 4376 0 0,'-5'1'3772'0'0</inkml:trace>
</inkml:ink>
</file>

<file path=ppt/ink/ink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1:29.77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1 166 5988 0 0,'6'-10'715'0'0,"1"0"0"0"0,0 1-1 0 0,0 0 1 0 0,1 0 0 0 0,0 1 0 0 0,1 0 0 0 0,11-9 0 0 0,-10 11 1397 0 0,-1 0 0 0 0,16-6 0 0 0,1 0-1138 0 0,-4 1-813 0 0,0 2 0 0 0,1 0-1 0 0,44-10 1 0 0,-64 18-161 0 0,0 1 0 0 0,0-1 0 0 0,1 1 0 0 0,-1 0 0 0 0,0 0 0 0 0,0 0 0 0 0,1 1 0 0 0,-1-1 0 0 0,0 1 0 0 0,0 0 0 0 0,0 0 0 0 0,4 1 0 0 0,-5-1 0 0 0,-1 0 0 0 0,0 0 0 0 0,0 0 0 0 0,1 0 0 0 0,-1 0 0 0 0,0 0 0 0 0,0 0 0 0 0,0 0 0 0 0,0 0 0 0 0,0 0 0 0 0,-1 1 0 0 0,1-1 0 0 0,0 0 0 0 0,0 1 0 0 0,-1-1 0 0 0,1 0 0 0 0,-1 1 0 0 0,1-1 0 0 0,-1 1 0 0 0,0-1 0 0 0,0 1 0 0 0,1-1 0 0 0,-1 1 0 0 0,0-1 0 0 0,0 1 0 0 0,0-1 0 0 0,-1 1 0 0 0,1 1 0 0 0,-2 7 0 0 0,0 0 0 0 0,-1 0 0 0 0,0-1 0 0 0,-1 1 0 0 0,0-1 0 0 0,0 0 0 0 0,-1 0 0 0 0,-1 0 0 0 0,-5 8 0 0 0,-6 5 0 0 0,0-2 0 0 0,-24 23 0 0 0,23-26 0 0 0,-34 35 0 0 0,45-44 0 0 0,1-1 0 0 0,1 1 0 0 0,-1 0 0 0 0,1 0 0 0 0,-5 13 0 0 0,9-20 0 0 0,1 1 0 0 0,-1-1 0 0 0,1 0 0 0 0,-1 0 0 0 0,1 0 0 0 0,0 0 0 0 0,-1 0 0 0 0,1 1 0 0 0,0-1 0 0 0,0 0 0 0 0,0 0 0 0 0,0 0 0 0 0,0 0 0 0 0,0 1 0 0 0,0-1 0 0 0,1 0 0 0 0,-1 0 0 0 0,0 0 0 0 0,1 0 0 0 0,-1 1 0 0 0,1-1 0 0 0,-1 0 0 0 0,1 0 0 0 0,-1 0 0 0 0,1 0 0 0 0,0 0 0 0 0,-1 0 0 0 0,1 0 0 0 0,0-1 0 0 0,0 1 0 0 0,0 0 0 0 0,0 0 0 0 0,0-1 0 0 0,0 1 0 0 0,0 0 0 0 0,0-1 0 0 0,0 1 0 0 0,0-1 0 0 0,0 1 0 0 0,0-1 0 0 0,0 0 0 0 0,3 1 0 0 0,4 1 0 0 0,0 0 0 0 0,0-1 0 0 0,0 0 0 0 0,15-1 0 0 0,25-2-354 0 0,53-10-1 0 0,23-1-2748 0 0,-123 13 2695 0 0,17 0-1108 0 0,-17 0 1361 0 0,0 0 0 0 0,-1 0 0 0 0,1 0 0 0 0,0 0 1 0 0,-1 1-1 0 0,1-1 0 0 0,-1 0 0 0 0,1 0 0 0 0,-1 0 0 0 0,1 0 0 0 0,0 0 0 0 0,-1 1 0 0 0,1-1 1 0 0,-1 0-1 0 0,1 1 0 0 0,-1-1 0 0 0,1 0 0 0 0,-1 1 0 0 0,1-1 0 0 0,-1 1 0 0 0,1-1 0 0 0,-1 0 1 0 0,0 1-1 0 0,1 0 0 0 0</inkml:trace>
</inkml:ink>
</file>

<file path=ppt/ink/ink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1:29.98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57 6220 0 0,'6'-16'6939'0'0,"-5"16"-6715"0"0,-1 0-1 0 0,1-1 1 0 0,-1 1 0 0 0,1 0 0 0 0,0 0 0 0 0,0-1 0 0 0,28-4 5971 0 0,-20 4-7456 0 0,89-14 782 0 0,124-2 0 0 0,-153 17-2786 0 0,75 9 0 0 0,-118-5-407 0 0,-3 2-204 0 0</inkml:trace>
</inkml:ink>
</file>

<file path=ppt/ink/ink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1:30.38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238 1 2992 0 0,'-22'13'8756'0'0,"1"6"-3480"0"0,0 10-2455 0 0,18-25-2842 0 0,1 0 1 0 0,0 1-1 0 0,0-1 1 0 0,0 1-1 0 0,1-1 1 0 0,-1 1-1 0 0,1 0 1 0 0,0 5-1 0 0,0-7 21 0 0,1 0 0 0 0,1 1 0 0 0,-1-1 0 0 0,0 0 0 0 0,1 0 0 0 0,-1 0 0 0 0,1 0 0 0 0,0 0 0 0 0,0 1 0 0 0,0-2 0 0 0,1 1 0 0 0,-1 0 0 0 0,1 0 0 0 0,-1 0 0 0 0,1-1 0 0 0,0 1 0 0 0,0-1 0 0 0,0 1 0 0 0,1-1 0 0 0,-1 0 0 0 0,5 4 0 0 0,5 2 0 0 0,-1-1 0 0 0,2 0 0 0 0,24 9 0 0 0,3 3 0 0 0,-33-15 0 0 0,0 0 0 0 0,-1 0 0 0 0,0 1 0 0 0,0 0 0 0 0,0 0 0 0 0,-1 0 0 0 0,0 1 0 0 0,0 0 0 0 0,0 0 0 0 0,6 11 0 0 0,-9-14 0 0 0,0 1 0 0 0,0 0 0 0 0,-1 0 0 0 0,1 0 0 0 0,-1 0 0 0 0,0 0 0 0 0,0 1 0 0 0,-1-1 0 0 0,1 0 0 0 0,-1 0 0 0 0,0 1 0 0 0,0-1 0 0 0,0 0 0 0 0,-1 0 0 0 0,1 1 0 0 0,-1-1 0 0 0,0 0 0 0 0,0 0 0 0 0,-1 0 0 0 0,-2 6 0 0 0,-2 0-105 0 0,1-1 0 0 0,-2 1 0 0 0,1-1 0 0 0,-2 0 0 0 0,1-1 0 0 0,-1 0-1 0 0,0 0 1 0 0,-1-1 0 0 0,0 0 0 0 0,0 0 0 0 0,0-1 0 0 0,-15 8 0 0 0,14-9-438 0 0,0 0 0 0 0,-1-1 0 0 0,1 0 0 0 0,-1-1 0 0 0,0 0 0 0 0,0 0 0 0 0,0-1 0 0 0,0-1 0 0 0,0 0 0 0 0,0 0 0 0 0,0-1 1 0 0,-18-3-1 0 0,22 2 593 0 0,1-1 0 0 0,-1 1 0 0 0,1-2 0 0 0,-1 1 0 0 0,1-1 0 0 0,0 0 0 0 0,-10-6 0 0 0,13 7-103 0 0,0 0 0 0 0,0-1-1 0 0,0 1 1 0 0,0-1 0 0 0,1 0 0 0 0,-1 1 0 0 0,1-1 0 0 0,0 0-1 0 0,-1-1 1 0 0,1 1 0 0 0,1 0 0 0 0,-1-1 0 0 0,0 1 0 0 0,1-1-1 0 0,-2-4 1 0 0,1-7-3536 0 0</inkml:trace>
</inkml:ink>
</file>

<file path=ppt/ink/ink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1:30.58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1 174 5068 0 0,'0'-3'409'0'0,"1"1"-1"0"0,-1 0 1 0 0,1-1 0 0 0,0 1 0 0 0,0 0 0 0 0,0 0 0 0 0,0 0 0 0 0,0-1 0 0 0,1 1-1 0 0,-1 0 1 0 0,0 1 0 0 0,1-1 0 0 0,0 0 0 0 0,-1 0 0 0 0,1 1 0 0 0,0-1 0 0 0,2-1-1 0 0,4-2 1129 0 0,0 0 0 0 0,0 1-1 0 0,12-4 1 0 0,-3 1-804 0 0,47-18-1314 0 0,1 2 0 0 0,83-16 0 0 0,-126 33 54 0 0,-10 3 379 0 0,0 0-1 0 0,0 0 0 0 0,0 1 1 0 0,0 1-1 0 0,17 0 1 0 0,-20 2 580 0 0</inkml:trace>
</inkml:ink>
</file>

<file path=ppt/ink/ink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1:30.87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814 49 5068 0 0,'-3'-48'12436'0'0,"-1"49"-11322"0"0,-16 8-886 0 0,0 0 0 0 0,1 1 0 0 0,1 1 0 0 0,-28 21 0 0 0,-64 62-376 0 0,100-85 198 0 0,-51 50-50 0 0,-77 94 0 0 0,-35 80 0 0 0,138-182-437 0 0,3 1 0 0 0,1 2 0 0 0,3 1 0 0 0,-24 69 0 0 0,38-82-2864 0 0</inkml:trace>
</inkml:ink>
</file>

<file path=ppt/ink/ink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1:31.12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630 3 3456 0 0,'29'-2'13040'0'0,"-28"3"-12627"0"0,-1 0-165 0 0,0 0-1 0 0,0 0 1 0 0,0 1 0 0 0,0-1 0 0 0,0 0 0 0 0,0 0 0 0 0,0 0 0 0 0,-1 0 0 0 0,1 0 0 0 0,0 1 0 0 0,-1-1-1 0 0,0 2 1 0 0,-2 3-365 0 0,0 0-1 0 0,-1 0 0 0 0,-6 7 0 0 0,-23 27 79 0 0,-3-2 0 0 0,-48 41 0 0 0,-87 59-2390 0 0,155-126 1900 0 0,-81 58-1433 0 0,47-36-227 0 0,-53 48-1 0 0,76-53 1993 0 0,7-1 30 0 0</inkml:trace>
</inkml:ink>
</file>

<file path=ppt/ink/ink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1:31.46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31 4608 0 0,'11'-6'8222'0'0,"-10"6"-7948"0"0,22 1 8121 0 0,-13-1-10236 0 0,144-13 1849 0 0,1 0-83 0 0,-145 13-271 0 0</inkml:trace>
</inkml:ink>
</file>

<file path=ppt/ink/ink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1:31.60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4 3916 0 0,'3'11'5607'0'0,"7"-9"-2689"0"0,-3-1-2686 0 0,4 1 3417 0 0,8 0-3169 0 0,7-1 2378 0 0,7-2-2858 0 0,4-1 0 0 0,2-1 0 0 0,0 0 0 0 0,-2-2 0 0 0,-3 0 0 0 0,-3 2 0 0 0</inkml:trace>
</inkml:ink>
</file>

<file path=ppt/ink/ink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1:31.93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117 162 5296 0 0,'25'-29'8183'0'0,"-24"29"-7926"0"0,-1 1 1 0 0,0 0-1 0 0,5 17 5152 0 0,-1 12-5409 0 0,-2-15 0 0 0,1 0 0 0 0,0 0 0 0 0,9 25 0 0 0,-10-35 0 0 0,0-1 0 0 0,0 1 0 0 0,1-1 0 0 0,0 0 0 0 0,-1 0 0 0 0,1 0 0 0 0,1 0 0 0 0,-1-1 0 0 0,0 1 0 0 0,1-1 0 0 0,0 0 0 0 0,0 0 0 0 0,0 0 0 0 0,0 0 0 0 0,0-1 0 0 0,5 2 0 0 0,1 0-5 0 0,-1-1-1 0 0,1 0 1 0 0,0-1-1 0 0,-1 0 1 0 0,1-1 0 0 0,0 0-1 0 0,0 0 1 0 0,0-1-1 0 0,0 0 1 0 0,0-1-1 0 0,12-2 1 0 0,-10 1 2 0 0,0-1 0 0 0,1-1-1 0 0,-1 0 1 0 0,0 0 0 0 0,-1-1 0 0 0,1-1-1 0 0,-1 0 1 0 0,14-10 0 0 0,-21 14 11 0 0,0-1 0 0 0,-1 0 0 0 0,0 0-1 0 0,0 0 1 0 0,0 0 0 0 0,0 0 0 0 0,0-1 0 0 0,-1 1 0 0 0,0-1 0 0 0,1 0 0 0 0,-1 0 0 0 0,2-7-1 0 0,-3 7-7 0 0,0 0-1 0 0,0 1 1 0 0,-1-1-1 0 0,1 0 1 0 0,-1 1-1 0 0,0-1 1 0 0,-1 0-1 0 0,1 0 1 0 0,0 1-1 0 0,-1-1 1 0 0,0 0-1 0 0,0 1 1 0 0,0-1-1 0 0,0 1 1 0 0,-3-6-1 0 0,-3-4-106 0 0,-1 0-1 0 0,0 1 1 0 0,0-1-1 0 0,-2 1 1 0 0,1 1-1 0 0,-1 0 1 0 0,-1 0-1 0 0,0 1 1 0 0,-1 1-1 0 0,0 0 1 0 0,-16-10-1 0 0,20 14-200 0 0,-1 0-1 0 0,0 1 0 0 0,0 0 0 0 0,-1 0 0 0 0,1 1 0 0 0,-1 0 0 0 0,0 1 0 0 0,0 0 1 0 0,0 0-1 0 0,0 1 0 0 0,0 0 0 0 0,0 1 0 0 0,0 0 0 0 0,0 1 0 0 0,0 0 0 0 0,0 1 1 0 0,-16 4-1 0 0,11-1 221 0 0,1 2 0 0 0,-1 0 0 0 0,1 0 0 0 0,1 2 0 0 0,-1-1 0 0 0,2 2 0 0 0,-1 0 0 0 0,1 0 0 0 0,-20 24 1 0 0,-4 10-1 0 0</inkml:trace>
</inkml:ink>
</file>

<file path=ppt/ink/ink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1:37.32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20 184 2072 0 0,'-14'-18'9914'0'0,"9"-2"-4125"0"0,4 17-5485 0 0,1-1 0 0 0,0 1 0 0 0,1-1 0 0 0,-1 1 0 0 0,0-1 0 0 0,1 1 0 0 0,0-1 1 0 0,0 1-1 0 0,2-6 0 0 0,0 3-409 0 0,0 0 0 0 0,0 1 0 0 0,1-1 0 0 0,0 0 0 0 0,0 1-1 0 0,0 0 1 0 0,1 0 0 0 0,0 0 0 0 0,0 1 0 0 0,7-6 0 0 0,-3 4 105 0 0,0 1 0 0 0,0 0 0 0 0,1 0 0 0 0,0 1 0 0 0,-1 0 0 0 0,2 0 0 0 0,-1 1 0 0 0,18-2 0 0 0,-23 4 0 0 0,-1 1 0 0 0,1 0 0 0 0,0 0 0 0 0,-1 0 0 0 0,1 0 0 0 0,-1 1 0 0 0,1 0 0 0 0,-1 0 0 0 0,9 3 0 0 0,-10-2 0 0 0,0-1 0 0 0,0 1 0 0 0,0 0 0 0 0,0 0 0 0 0,-1 0 0 0 0,1 0 0 0 0,-1 0 0 0 0,1 1 0 0 0,-1-1 0 0 0,0 1 0 0 0,0 0 0 0 0,0-1 0 0 0,0 1 0 0 0,-1 0 0 0 0,2 3 0 0 0,-1-2 0 0 0,-1 0 0 0 0,0 0 0 0 0,0 0 0 0 0,-1 0 0 0 0,1 0 0 0 0,-1 0 0 0 0,1 0 0 0 0,-1 0 0 0 0,-1 0 0 0 0,1 0 0 0 0,-1 0 0 0 0,0 5 0 0 0,-3 7 0 0 0,-10 25 0 0 0,12-36 0 0 0,-23 52-1283 0 0,-43 74 1 0 0,42-84-309 0 0,-89 155-5002 0 0,117-183 14629 0 0,9-33-6822 0 0,39-52 300 0 0,18-37-4016 0 0,53-95-5186 0 0,-78 134 8702 0 0,2 1 3493 0 0,-37 53-2070 0 0,-23 41-220 0 0,-56 103-2327 0 0,62-112 56 0 0,0 1-1 0 0,1 0 0 0 0,2 0 0 0 0,-5 31 1 0 0,10-48-113 0 0,0 0 1 0 0,1 0 0 0 0,0-1 0 0 0,0 1 0 0 0,0 0 0 0 0,1 0-1 0 0,0 0 1 0 0,0 0 0 0 0,0 0 0 0 0,1-1 0 0 0,0 1 0 0 0,0-1 0 0 0,5 10-1 0 0,-4-11 303 0 0,-1-1-1 0 0,1 1 1 0 0,0-1-1 0 0,0 0 1 0 0,0 0-1 0 0,1 0 1 0 0,-1 0-1 0 0,1-1 1 0 0,-1 1-1 0 0,1-1 1 0 0,0 0-1 0 0,0 0 1 0 0,0 0-1 0 0,0 0 1 0 0,0-1-1 0 0,0 0 1 0 0,0 0-1 0 0,1 0 1 0 0,4 0-1 0 0,4 0-134 0 0,-1-1 0 0 0,1 0 0 0 0,-1-1 0 0 0,21-4 0 0 0,-17 2-27 0 0,30-1-1 0 0,-37 6-254 0 0,-9-2 284 0 0,0 0 1 0 0,1 0 0 0 0,-1 0-1 0 0,0 0 1 0 0,0 0 0 0 0,0 0-1 0 0,1 0 1 0 0,-1 0 0 0 0,0 0-1 0 0,0 0 1 0 0,0 0 0 0 0,1 0-1 0 0,-1 0 1 0 0,0 0 0 0 0,0 0-1 0 0,0 1 1 0 0,0-1 0 0 0,1 0-1 0 0,-1 0 1 0 0,0 0 0 0 0,0 0-1 0 0,0 0 1 0 0,0 1 0 0 0,0-1-1 0 0,0 0 1 0 0,0 0 0 0 0,1 0-1 0 0,-1 0 1 0 0,0 1 0 0 0,0-1-1 0 0,0 0 1 0 0,0 0 0 0 0,0 0-1 0 0,0 1 1 0 0,0-1 0 0 0,0 0-1 0 0,0 0 1 0 0,0 0 0 0 0,0 1-1 0 0,0-1 1 0 0,0 0 0 0 0,0 0-1 0 0,0 1 1 0 0,-6 3-204 0 0</inkml:trace>
</inkml:ink>
</file>

<file path=ppt/ink/ink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1:37.52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2 104 2992 0 0,'-1'-36'15010'0'0,"41"21"-14678"0"0,1 2-1 0 0,0 2 1 0 0,1 1 0 0 0,84-7-1 0 0,-116 16-331 0 0,1 1 0 0 0,-1-1 0 0 0,0 2 0 0 0,1-1 0 0 0,16 4 0 0 0,-8 3 0 0 0</inkml:trace>
</inkml:ink>
</file>

<file path=ppt/ink/ink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1:45.81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1169 1 455 0 0,'-6'-1'0'0'0,"1"1"0"0"0,0 1 0 0 0,0-1 0 0 0,0 1 0 0 0,-1 0 0 0 0,1 0 0 0 0,0 0 0 0 0,0 1 0 0 0,1 0 0 0 0,-1 0 0 0 0,0 0 0 0 0,0 0 0 0 0,-4 4 0 0 0,-16 6 0 0 0,-612 223-254 0 0,566-215 381 0 0,-184 60 576 0 0,252-78-679 0 0,-50 21 105 0 0,48-21-130 0 0,1 1 0 0 0,-1 0 0 0 0,1-1 0 0 0,0 2 0 0 0,0-1 0 0 0,0 0 0 0 0,0 1 0 0 0,-5 7 0 0 0,8-10 1 0 0,1-1 0 0 0,-1 1 0 0 0,1 0 0 0 0,-1 0 0 0 0,1-1-1 0 0,-1 1 1 0 0,1 0 0 0 0,-1 0 0 0 0,1 0 0 0 0,0 0 0 0 0,0-1-1 0 0,-1 1 1 0 0,1 0 0 0 0,0 0 0 0 0,0 0 0 0 0,0 0 0 0 0,0 0-1 0 0,0 0 1 0 0,0 0 0 0 0,0 0 0 0 0,0 0 0 0 0,0-1-1 0 0,1 1 1 0 0,-1 0 0 0 0,0 0 0 0 0,1 0 0 0 0,-1 0 0 0 0,1 0-1 0 0,0 1-4 0 0,1-1 0 0 0,-1 0 0 0 0,1 0 0 0 0,-1 0 0 0 0,1 0 0 0 0,-1 0-1 0 0,1 0 1 0 0,-1 0 0 0 0,1 0 0 0 0,0-1 0 0 0,0 1 0 0 0,-1-1-1 0 0,3 1 1 0 0,7 1-17 0 0,1-1-1 0 0,-1 0 0 0 0,15-1 0 0 0,36-4 22 0 0,81-14 0 0 0,58-23 43 0 0,-82 15 62 0 0,-53 12-48 0 0,77-14 89 0 0,-114 24-108 0 0,1 1 1 0 0,56 2 0 0 0,-80 1-56 0 0,1 1-1 0 0,0 0 1 0 0,0 0 0 0 0,-1 0-1 0 0,1 1 1 0 0,-1 0 0 0 0,0 0-1 0 0,1 1 1 0 0,-1 0 0 0 0,10 6-1 0 0,-15-9 19 0 0,-1 1 0 0 0,1 0 0 0 0,0-1 0 0 0,-1 1 0 0 0,1 0 0 0 0,0 0 0 0 0,-1 0 0 0 0,1-1 0 0 0,-1 1 0 0 0,0 0 0 0 0,1 0 0 0 0,-1 0 0 0 0,0 0 0 0 0,1 0 0 0 0,-1 0 0 0 0,0 0 0 0 0,0 0 0 0 0,0 0 0 0 0,0 0 0 0 0,0 0 0 0 0,0 0 0 0 0,0 0 0 0 0,0 0 0 0 0,0 0 0 0 0,0-1 0 0 0,-1 1 0 0 0,1 0 0 0 0,-1 2 0 0 0,0 1 0 0 0,-1 0 0 0 0,0 0 0 0 0,0 0 0 0 0,-1 0 0 0 0,-2 4 0 0 0,-13 13 18 0 0,-1-1 0 0 0,-1 0 0 0 0,0-2 0 0 0,-30 21-1 0 0,32-25-7 0 0,-52 37 28 0 0,-2-2-1 0 0,-88 43 1 0 0,-164 62-23 0 0,310-148 10 0 0,-27 14 125 0 0,37-18-123 0 0,1-1 1 0 0,0 2-1 0 0,1-1 0 0 0,-1 0 0 0 0,0 0 1 0 0,1 1-1 0 0,-1 0 0 0 0,1-1 0 0 0,0 1 1 0 0,-2 3-1 0 0,3-5-27 0 0,1 0 1 0 0,0 0 0 0 0,-1-1-1 0 0,1 1 1 0 0,0 0-1 0 0,0 0 1 0 0,-1 0-1 0 0,1 0 1 0 0,0-1 0 0 0,0 1-1 0 0,0 0 1 0 0,0 0-1 0 0,0 0 1 0 0,0 0 0 0 0,1 0-1 0 0,-1 0 1 0 0,0-1-1 0 0,0 1 1 0 0,1 0-1 0 0,-1 0 1 0 0,0 0 0 0 0,1-1-1 0 0,-1 1 1 0 0,1 0-1 0 0,-1 0 1 0 0,1-1-1 0 0,-1 1 1 0 0,1 0 0 0 0,-1-1-1 0 0,1 1 1 0 0,0-1-1 0 0,-1 1 1 0 0,1 0 0 0 0,1 0-1 0 0,2 1 0 0 0,1 1-1 0 0,-1-1 1 0 0,1 1 0 0 0,9 1-1 0 0,12 4-1 0 0,2-2-1 0 0,-1 0 0 0 0,1-2 1 0 0,48 1-1 0 0,114-12-78 0 0,-186 7 79 0 0,104-9 2 0 0,-8 1 0 0 0,125 5 0 0 0,-214 4 0 0 0,1-1 0 0 0,0 2 0 0 0,-1-1 0 0 0,1 2 0 0 0,-1-1 0 0 0,0 2 0 0 0,21 8 0 0 0,-24-8 0 0 0,3 2 0 0 0,-11-5 0 0 0,1-1 0 0 0,-1 0 0 0 0,0 0 0 0 0,0 1 0 0 0,0-1 0 0 0,0 0 0 0 0,0 1 0 0 0,0-1 0 0 0,0 0 0 0 0,0 1 0 0 0,0-1 0 0 0,0 0 0 0 0,0 1 0 0 0,0-1 0 0 0,0 0 0 0 0,0 1 0 0 0,0-1 0 0 0,0 0 0 0 0,0 1 0 0 0,0-1 0 0 0,0 0 0 0 0,0 0 0 0 0,0 1 0 0 0,0-1 0 0 0,-1 0 0 0 0,1 1 0 0 0,0-1 0 0 0,0 0 0 0 0,0 0 0 0 0,-1 1 0 0 0,1-1 0 0 0,0 0 0 0 0,0 0 0 0 0,-1 0 0 0 0,1 1 0 0 0,0-1 0 0 0,-1 0 0 0 0,-6 6 0 0 0,0-1 0 0 0,-1 0 0 0 0,0-1 0 0 0,0 0 0 0 0,0 0 0 0 0,-9 3 0 0 0,-1 0 0 0 0,-389 152 31 0 0,-22 9 2 0 0,398-155 43 0 0,1 1 0 0 0,0 1 0 0 0,-46 34 0 0 0,75-49-66 0 0,0 1 0 0 0,0 0 0 0 0,0-1 0 0 0,0 1 0 0 0,0 0 0 0 0,0 0-1 0 0,0 0 1 0 0,0 0 0 0 0,1 0 0 0 0,-1 0 0 0 0,0 0 0 0 0,1 0-1 0 0,-1 0 1 0 0,1 0 0 0 0,-1 0 0 0 0,1 0 0 0 0,-1 2 0 0 0,1-2-2 0 0,1 0 0 0 0,-1-1 0 0 0,0 1 0 0 0,1 0-1 0 0,-1-1 1 0 0,0 1 0 0 0,1 0 0 0 0,-1-1 0 0 0,1 1 0 0 0,-1-1 0 0 0,1 1 0 0 0,-1 0 0 0 0,1-1 0 0 0,0 0 0 0 0,-1 1 0 0 0,1-1 0 0 0,0 1 0 0 0,-1-1 0 0 0,1 0 0 0 0,0 1 0 0 0,-1-1 0 0 0,1 0 0 0 0,0 0 0 0 0,0 1 0 0 0,-1-1 0 0 0,3 0-1 0 0,11 3 10 0 0,1-1-1 0 0,0-1 0 0 0,0 0 0 0 0,0-1 0 0 0,23-3 0 0 0,-27 2-9 0 0,229-28-189 0 0,-1-16-25 0 0,-110 20 250 0 0,-114 22-27 0 0,134-19 36 0 0,-134 21-52 0 0,0 0 0 0 0,0 1 0 0 0,0 1-1 0 0,0 1 1 0 0,0 0 0 0 0,-1 0 0 0 0,28 10-1 0 0,-40-11 1 0 0,0-1 0 0 0,0 1 0 0 0,0 0 0 0 0,0 1 0 0 0,0-1 0 0 0,0 0 0 0 0,0 1 0 0 0,0-1 0 0 0,-1 1 0 0 0,1-1 0 0 0,0 1 0 0 0,-1 0 0 0 0,0-1 0 0 0,3 4 0 0 0,-4-3 0 0 0,1-1 0 0 0,0 1 0 0 0,-1-1 0 0 0,0 1 0 0 0,1-1 0 0 0,-1 1 0 0 0,0-1 0 0 0,0 1 0 0 0,0-1 0 0 0,0 1 0 0 0,0 0 0 0 0,0-1 0 0 0,0 1 0 0 0,-1-1 0 0 0,1 1 0 0 0,0-1 0 0 0,-1 1 0 0 0,1-1 0 0 0,-1 1 0 0 0,0-1 0 0 0,0 0 0 0 0,0 2 0 0 0,-3 3 0 0 0,0-1 0 0 0,-1 0 0 0 0,1 0 0 0 0,-1 0 0 0 0,0 0 0 0 0,0-1 0 0 0,-8 5 0 0 0,-44 25 0 0 0,45-28 0 0 0,-99 48 0 0 0,55-29 72 0 0,-192 76 151 0 0,52-22-309 0 0,9 14 69 0 0,180-88 13 0 0,-37 23 43 0 0,40-25-31 0 0,0 0-1 0 0,1 0 1 0 0,0 0 0 0 0,0 0 0 0 0,0 0-1 0 0,0 1 1 0 0,0 0 0 0 0,1-1 0 0 0,-2 5-1 0 0,3-6-2 0 0,0-1 0 0 0,1 1-1 0 0,0-1 1 0 0,-1 1 0 0 0,1 0-1 0 0,0-1 1 0 0,0 1 0 0 0,0-1-1 0 0,0 1 1 0 0,0-1 0 0 0,0 1-1 0 0,0 0 1 0 0,1-1 0 0 0,-1 1-1 0 0,0-1 1 0 0,1 1 0 0 0,-1-1-1 0 0,1 1 1 0 0,0-1 0 0 0,0 1-1 0 0,-1-1 1 0 0,1 0 0 0 0,0 1-1 0 0,0-1 1 0 0,0 0 0 0 0,0 0-1 0 0,1 0 1 0 0,-1 0 0 0 0,0 0-1 0 0,0 0 1 0 0,1 0 0 0 0,2 1-1 0 0,3 3-2 0 0,0-1-1 0 0,1 0 0 0 0,0-1 0 0 0,14 4 0 0 0,8 1-15 0 0,0-2 0 0 0,1-1 0 0 0,-1-1-1 0 0,1-2 1 0 0,34-2 0 0 0,155-18 94 0 0,-127 5-91 0 0,51-5-61 0 0,-109 16 56 0 0,1 1 0 0 0,36 3 0 0 0,-70-2 16 0 0,1 0 0 0 0,0 1 0 0 0,0-1 0 0 0,-1 1 0 0 0,1 0 0 0 0,0-1 0 0 0,-1 1 0 0 0,1 0 0 0 0,2 2 0 0 0,-5-3 1 0 0,0 0-1 0 0,1 0 0 0 0,-1 0 0 0 0,0 0 0 0 0,0 0 0 0 0,0 1 0 0 0,0-1 0 0 0,0 0 0 0 0,0 0 1 0 0,0 0-1 0 0,0 0 0 0 0,0 0 0 0 0,0 0 0 0 0,0 0 0 0 0,0 1 0 0 0,0-1 0 0 0,0 0 0 0 0,0 0 0 0 0,0 0 1 0 0,0 0-1 0 0,0 0 0 0 0,0 0 0 0 0,0 1 0 0 0,0-1 0 0 0,0 0 0 0 0,0 0 0 0 0,0 0 0 0 0,0 0 0 0 0,0 0 1 0 0,0 0-1 0 0,0 0 0 0 0,0 0 0 0 0,-1 1 0 0 0,1-1 0 0 0,0 0 0 0 0,0 0 0 0 0,0 0 0 0 0,0 0 1 0 0,0 0-1 0 0,0 0 0 0 0,0 0 0 0 0,0 0 0 0 0,-8 6 13 0 0,-9 2 41 0 0,-249 91 54 0 0,29-13-96 0 0,208-75-5 0 0,-32 14 137 0 0,53-21-87 0 0,1 0-1 0 0,-1 0 0 0 0,1 1 0 0 0,0 0 0 0 0,-9 9 0 0 0,14-13-43 0 0,1 0 0 0 0,0 0 0 0 0,0 0 0 0 0,1 0-1 0 0,-1 0 1 0 0,0 0 0 0 0,0 0 0 0 0,0 0 0 0 0,1 1-1 0 0,-1-1 1 0 0,1 0 0 0 0,-1 0 0 0 0,1 1-1 0 0,-1 1 1 0 0,1-2-10 0 0,0 0 1 0 0,0 0-1 0 0,1 0 0 0 0,-1-1 0 0 0,0 1 0 0 0,0 0 1 0 0,1 0-1 0 0,-1-1 0 0 0,1 1 0 0 0,-1 0 1 0 0,1 0-1 0 0,-1-1 0 0 0,1 1 0 0 0,-1 0 0 0 0,1-1 1 0 0,-1 1-1 0 0,1-1 0 0 0,0 1 0 0 0,-1-1 0 0 0,1 1 1 0 0,0-1-1 0 0,-1 0 0 0 0,1 1 0 0 0,1-1 0 0 0,18 10-3 0 0,21 14 54 0 0,-14-4-44 0 0</inkml:trace>
</inkml:ink>
</file>

<file path=ppt/ink/ink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1:47.73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4199 129 2647 0 0,'-1'-1'22'0'0,"1"0"-14"0"0,0 0 1 0 0,0 0-1 0 0,0 0 1 0 0,0 1-1 0 0,0-1 1 0 0,0 0-1 0 0,-1 0 1 0 0,1 0-1 0 0,0 0 1 0 0,-1 0-1 0 0,1 1 1 0 0,-1-1-1 0 0,1 0 1 0 0,-1 0-1 0 0,1 1 1 0 0,-1-1-1 0 0,0 0 1 0 0,1 1 0 0 0,-1-1-1 0 0,0 0 1 0 0,1 1-1 0 0,-1-1 1 0 0,0 1-1 0 0,0-1 1 0 0,1 1-1 0 0,-1 0 1 0 0,0-1-1 0 0,0 1 1 0 0,0 0-1 0 0,-1-1 1 0 0,0 1-8 0 0,0 0 0 0 0,0-1 0 0 0,0 1 0 0 0,0-1 1 0 0,0 1-1 0 0,0-1 0 0 0,1 0 0 0 0,-4-1 0 0 0,-5-3-1 0 0,-46-15 20 0 0,0 3-1 0 0,-2 2 0 0 0,0 3 0 0 0,-101-8 0 0 0,-242 9-607 0 0,325 11 92 0 0,-639 28-1281 0 0,218 39 2270 0 0,0 19 73 0 0,473-81-540 0 0,-308 65 360 0 0,184-36-132 0 0,-390 125 594 0 0,288-60-809 0 0,197-74 11 0 0,1 2-1 0 0,-75 54 0 0 0,120-77-37 0 0,-24 22 63 0 0,29-25-71 0 0,1 0-1 0 0,0 0 0 0 0,-1 1 0 0 0,1-1 0 0 0,0 1 1 0 0,0 0-1 0 0,0-1 0 0 0,0 1 0 0 0,0 0 0 0 0,0-1 0 0 0,1 1 1 0 0,-1 0-1 0 0,1 0 0 0 0,-1 0 0 0 0,1 0 0 0 0,-1 3 0 0 0,1-4-3 0 0,0 0 0 0 0,1 0 0 0 0,-1 0 0 0 0,0 0 0 0 0,1 0 0 0 0,-1 0 0 0 0,1 0 0 0 0,-1 0 0 0 0,1 0 0 0 0,-1-1 0 0 0,1 1 0 0 0,0 0 0 0 0,-1 0 0 0 0,1-1 0 0 0,0 1 0 0 0,0 0 0 0 0,-1-1 0 0 0,1 1 0 0 0,0-1 0 0 0,0 1 0 0 0,0-1 0 0 0,0 1 0 0 0,0-1 0 0 0,0 0 0 0 0,0 1 0 0 0,1-1 0 0 0,29 6 0 0 0,-29-6 0 0 0,26 1 0 0 0,0-1 0 0 0,37-4 0 0 0,60-13 0 0 0,-108 14 0 0 0,707-142 112 0 0,-309 57-64 0 0,857-118 104 0 0,-126 104-98 0 0,-500 93-188 0 0,-626 9 127 0 0,-12 0-4 0 0,-1 0 0 0 0,1 0 0 0 0,-1 0 0 0 0,1 1 0 0 0,-1 0 0 0 0,1 1 0 0 0,-1 0 0 0 0,0 0 0 0 0,9 3 0 0 0,-16-4 9 0 0,0-1 1 0 0,1 0-1 0 0,-1 0 0 0 0,1 0 1 0 0,-1 1-1 0 0,1-1 1 0 0,-1 0-1 0 0,0 1 0 0 0,1-1 1 0 0,-1 0-1 0 0,0 1 0 0 0,1-1 1 0 0,-1 0-1 0 0,0 1 0 0 0,0-1 1 0 0,1 1-1 0 0,-1-1 0 0 0,0 0 1 0 0,0 1-1 0 0,0-1 0 0 0,0 1 1 0 0,1-1-1 0 0,-1 1 0 0 0,0-1 1 0 0,0 1-1 0 0,0-1 0 0 0,0 1 1 0 0,0-1-1 0 0,0 0 0 0 0,0 1 1 0 0,0-1-1 0 0,0 1 0 0 0,-1-1 1 0 0,1 1-1 0 0,0-1 0 0 0,0 1 1 0 0,0-1-1 0 0,0 1 1 0 0,-1-1-1 0 0,1 0 0 0 0,0 1 1 0 0,0-1-1 0 0,-1 1 0 0 0,1-1 1 0 0,0 0-1 0 0,-1 1 0 0 0,1-1 1 0 0,0 0-1 0 0,-1 1 0 0 0,-21 14-42 0 0,-9 0 16 0 0,-1-1-1 0 0,0-2 1 0 0,-1-1-1 0 0,-42 8 1 0 0,-767 149 247 0 0,325-69-212 0 0,-968 224-148 0 0,1481-322 141 0 0,-339 84-69 0 0,11 21-35 0 0,322-102 98 0 0,-93 40-48 0 0,92-39 46 0 0,1 1 0 0 0,0 1 0 0 0,0-1-1 0 0,0 1 1 0 0,1 1 0 0 0,-16 16-1 0 0,24-23 7 0 0,0 0-1 0 0,0 0 1 0 0,0 1-1 0 0,0-1 0 0 0,0 1 1 0 0,0-1-1 0 0,0 0 0 0 0,1 1 1 0 0,-1 0-1 0 0,1-1 1 0 0,-1 1-1 0 0,1-1 0 0 0,-1 1 1 0 0,1 0-1 0 0,0-1 0 0 0,0 1 1 0 0,0 0-1 0 0,0-1 0 0 0,0 1 1 0 0,0 0-1 0 0,0-1 1 0 0,0 1-1 0 0,1 2 0 0 0,0-3-1 0 0,0 1 0 0 0,0 0 1 0 0,0 0-1 0 0,1-1 0 0 0,-1 1 0 0 0,0-1 0 0 0,0 1 0 0 0,1-1 0 0 0,-1 0 0 0 0,1 1 0 0 0,0-1 0 0 0,-1 0 0 0 0,1 0 1 0 0,0 0-1 0 0,-1 0 0 0 0,1 0 0 0 0,0-1 0 0 0,0 1 0 0 0,2 0 0 0 0,8 2-6 0 0,0-1 0 0 0,0 0 0 0 0,-1-1 0 0 0,1 0 0 0 0,16-2 0 0 0,64-9-15 0 0,-71 7 21 0 0,542-91-221 0 0,-169 25 170 0 0,441-40-149 0 0,3 65-19 0 0,-818 44 216 0 0,102 4-40 0 0,-106-3 43 0 0,-1 1 0 0 0,1 1 0 0 0,-1 0 0 0 0,0 2 0 0 0,22 8-1 0 0,-36-13 5 0 0,1 1 0 0 0,-1-1 0 0 0,1 1 0 0 0,-1 0 0 0 0,1 0 0 0 0,-1 0 0 0 0,0 0 0 0 0,1 0 0 0 0,-1 0 0 0 0,0 0 0 0 0,0 1 0 0 0,0-1 0 0 0,0 0 0 0 0,0 1 0 0 0,0-1 0 0 0,0 0 0 0 0,0 1 0 0 0,1 2 0 0 0,-2-3 0 0 0,0 0 0 0 0,0 1 0 0 0,0-1 0 0 0,0 0 0 0 0,-1 0 0 0 0,1 1 0 0 0,0-1 0 0 0,0 0 0 0 0,-1 0 0 0 0,1 0 0 0 0,-1 0 0 0 0,1 0 0 0 0,-1 1 0 0 0,0-1 0 0 0,1 0 0 0 0,-1 0 0 0 0,0 0 0 0 0,0-1 0 0 0,1 1 0 0 0,-1 0 0 0 0,0 0 0 0 0,0 0 0 0 0,0-1 0 0 0,0 1 0 0 0,0 0 0 0 0,0-1 0 0 0,-2 1 0 0 0,-13 9 0 0 0,-1-2 0 0 0,1 0 0 0 0,-28 9 0 0 0,-61 12 0 0 0,69-19 0 0 0,-577 145 0 0 0,188-49 0 0 0,89-22 0 0 0,-369 100 0 0 0,648-168 0 0 0,1 3 0 0 0,1 2 0 0 0,-56 30 0 0 0,99-44 0 0 0,0 1 0 0 0,-11 8 0 0 0,19-13 0 0 0,0 1 0 0 0,0 0 0 0 0,1-1 0 0 0,-1 1 0 0 0,1 1 0 0 0,0-1 0 0 0,0 0 0 0 0,-3 8 0 0 0,5-11 0 0 0,1 0 0 0 0,0 0 0 0 0,-1 0 0 0 0,1 0 0 0 0,-1 0 0 0 0,1 0 0 0 0,0 0 0 0 0,0 0 0 0 0,0 0 0 0 0,-1 0 0 0 0,1 0 0 0 0,0 0 0 0 0,0 0 0 0 0,1 0 0 0 0,-1 0 0 0 0,0 0 0 0 0,0 0 0 0 0,0 0 0 0 0,1 0 0 0 0,-1 0 0 0 0,0 0 0 0 0,1 0 0 0 0,-1 0 0 0 0,1 0 0 0 0,-1 0 0 0 0,1 0 0 0 0,0 0 0 0 0,-1 0 0 0 0,1-1 0 0 0,0 1 0 0 0,0 0 0 0 0,-1 0 0 0 0,1-1 0 0 0,0 1 0 0 0,0-1 0 0 0,0 1 0 0 0,0-1 0 0 0,0 1 0 0 0,0-1 0 0 0,0 1 0 0 0,2 0 0 0 0,5 1 0 0 0,0 0 0 0 0,0 0 0 0 0,1-1 0 0 0,11 1 0 0 0,-15-2 0 0 0,34 2 0 0 0,0-1 0 0 0,51-7 0 0 0,80-19 0 0 0,-145 21 0 0 0,474-82 0 0 0,479-69 0 0 0,-716 127 0 0 0,459 8 0 0 0,-672 22 0 0 0,1 3 0 0 0,-1 2 0 0 0,67 17 0 0 0,-113-23 0 0 0,0 0 0 0 0,-1 0 0 0 0,1 0 0 0 0,0 1 0 0 0,0-1 0 0 0,4 4 0 0 0,-7-5 0 0 0,0 0 0 0 0,1 0 0 0 0,-1 0 0 0 0,0 1 0 0 0,0-1 0 0 0,0 0 0 0 0,1 0 0 0 0,-1 1 0 0 0,0-1 0 0 0,0 0 0 0 0,0 0 0 0 0,0 1 0 0 0,1-1 0 0 0,-1 0 0 0 0,0 0 0 0 0,0 1 0 0 0,0-1 0 0 0,0 0 0 0 0,0 1 0 0 0,0-1 0 0 0,0 0 0 0 0,0 1 0 0 0,0-1 0 0 0,0 0 0 0 0,0 1 0 0 0,0-1 0 0 0,0 1 0 0 0,-1-1 0 0 0,1 1 0 0 0,-1 0 0 0 0,1-1 0 0 0,-1 1 0 0 0,1-1 0 0 0,-1 1 0 0 0,0-1 0 0 0,0 1 0 0 0,1-1 0 0 0,-1 1 0 0 0,0-1 0 0 0,0 1 0 0 0,1-1 0 0 0,-1 0 0 0 0,-1 1 0 0 0,-49 15 0 0 0,-1-2 0 0 0,-64 10 0 0 0,45-11 0 0 0,-164 33 0 0 0,-401 85 0 0 0,7 30 0 0 0,549-136 0 0 0,-143 65 0 0 0,217-87 0 0 0,-7 3 0 0 0,12-4 0 0 0,9-2 0 0 0,510-110 0 0 0,35-5 0 0 0,-464 99 0 0 0,173-24 0 0 0,-251 39 0 0 0,0 0 0 0 0,-1 0 0 0 0,1 1 0 0 0,0 0 0 0 0,0 1 0 0 0,0 1 0 0 0,14 3 0 0 0,-24-5 0 0 0,0 0 0 0 0,-1 0 0 0 0,1 0 0 0 0,0 1 0 0 0,-1-1 0 0 0,1 0 0 0 0,0 1 0 0 0,-1-1 0 0 0,1 0 0 0 0,-1 1 0 0 0,1-1 0 0 0,0 1 0 0 0,-1-1 0 0 0,1 1 0 0 0,-1-1 0 0 0,0 1 0 0 0,1-1 0 0 0,-1 1 0 0 0,1 0 0 0 0,-1-1 0 0 0,0 1 0 0 0,1-1 0 0 0,-1 1 0 0 0,0 0 0 0 0,0 0 0 0 0,1-1 0 0 0,-1 1 0 0 0,0 0 0 0 0,0-1 0 0 0,0 1 0 0 0,0 0 0 0 0,0 0 0 0 0,0-1 0 0 0,0 1 0 0 0,0 0 0 0 0,0-1 0 0 0,-1 1 0 0 0,1 0 0 0 0,0-1 0 0 0,0 1 0 0 0,-1 0 0 0 0,1-1 0 0 0,0 1 0 0 0,-1 0 0 0 0,1-1 0 0 0,-1 2 0 0 0,-1 1 0 0 0,-1 1 0 0 0,0-1 0 0 0,1 0 0 0 0,-1 0 0 0 0,-1 0 0 0 0,-5 6 0 0 0,-6 0 0 0 0,0 0 0 0 0,-1 0 0 0 0,-26 10 0 0 0,-57 15 0 0 0,61-22 0 0 0,-743 210 0 0 0,585-176 0 0 0</inkml:trace>
</inkml:ink>
</file>

<file path=ppt/ink/ink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1:50.44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4284 658 1375 0 0,'13'-8'162'0'0,"-8"5"-228"0"0,1-1 180 0 0,-14 0 479 0 0,-5 0-455 0 0,0 1-1 0 0,-1 0 1 0 0,1 1-1 0 0,-1 1 1 0 0,1 0-1 0 0,-1 1 1 0 0,-23 3-1 0 0,-94 21-221 0 0,109-19 140 0 0,-419 114 13 0 0,112-27-22 0 0,-7-21-30 0 0,-165-24-134 0 0,-4-38 175 0 0,126-4-261 0 0,2 16-492 0 0,-145 49 459 0 0,-9 49 419 0 0,444-94-119 0 0,87-25-63 0 0,0 0 0 0 0,-1 0 0 0 0,1 0 1 0 0,0 0-1 0 0,-1 0 0 0 0,1 0 0 0 0,0 1 0 0 0,-1-1 1 0 0,1 0-1 0 0,0 0 0 0 0,-1 0 0 0 0,1 0 0 0 0,0 0 1 0 0,0 1-1 0 0,-1-1 0 0 0,1 0 0 0 0,0 0 0 0 0,0 1 0 0 0,-1-1 1 0 0,1 0-1 0 0,0 0 0 0 0,0 1 0 0 0,0-1 0 0 0,-1 0 1 0 0,1 1-1 0 0,0 0 0 0 0,8 1 28 0 0,18-1-32 0 0,652-74 942 0 0,-504 50-746 0 0,579-107 189 0 0,-47-28-456 0 0,125-18 45 0 0,-666 144 258 0 0,605-93 1004 0 0,-767 124-1230 0 0,190-25 96 0 0,80-13 6 0 0,-220 33-105 0 0,-46 6 0 0 0,-9 3 0 0 0,-10 2 0 0 0,-33 11-41 0 0,-69 15 0 0 0,-53 0-130 0 0,102-19 103 0 0,-78 14-34 0 0,-452 75-323 0 0,-209-21 425 0 0,-8-70 0 0 0,385-31 64 0 0,415 21-64 0 0,11 0 0 0 0,2 0 0 0 0,17-2 0 0 0,23-8 0 0 0,62-25-1 0 0,-36 11 13 0 0,760-247 300 0 0,-413 136-171 0 0,513-119 363 0 0,-913 250-485 0 0,2 0-12 0 0,-1 1-1 0 0,0 0 1 0 0,1 1 0 0 0,0 1-1 0 0,22 0 1 0 0,-37 1-11 0 0,1 0-1 0 0,0 1 1 0 0,0-1 0 0 0,0 0 0 0 0,-1 1-1 0 0,1-1 1 0 0,0 1 0 0 0,0 0-1 0 0,-1 0 1 0 0,1-1 0 0 0,-1 1 0 0 0,1 0-1 0 0,2 2 1 0 0,-4-2 4 0 0,1 0 0 0 0,-1-1-1 0 0,1 1 1 0 0,-1 0 0 0 0,1 0 0 0 0,-1 0-1 0 0,0-1 1 0 0,1 1 0 0 0,-1 0 0 0 0,0 0 0 0 0,0 0-1 0 0,0 0 1 0 0,1 0 0 0 0,-1 0 0 0 0,0-1-1 0 0,0 1 1 0 0,0 0 0 0 0,-1 0 0 0 0,1 0 0 0 0,0 0-1 0 0,0 0 1 0 0,0 0 0 0 0,-1 0 0 0 0,1-1 0 0 0,0 1-1 0 0,-1 0 1 0 0,1 0 0 0 0,-1 0 0 0 0,0 0-1 0 0,-3 6 1 0 0,-1-1 0 0 0,0 0 0 0 0,0-1 0 0 0,-1 1 0 0 0,0-1 0 0 0,0 0 0 0 0,0 0 0 0 0,-10 5 0 0 0,-149 87-51 0 0,-13-11 27 0 0,164-80 23 0 0,-153 65-149 0 0,-265 75 0 0 0,-14-36 70 0 0,-460 31 88 0 0,835-131-4 0 0,-518 94 142 0 0,400-60-109 0 0,-191 73 0 0 0,371-113-37 0 0,-96 37 0 0 0,84-32 0 0 0,2 1 0 0 0,-36 25 0 0 0,52-34 0 0 0,1 1 0 0 0,0 0 0 0 0,-1 0 0 0 0,1 0 0 0 0,0 0 0 0 0,0 0 0 0 0,1 0 0 0 0,-1 0 0 0 0,0 1 0 0 0,1-1 0 0 0,-2 3 0 0 0,3-4 0 0 0,0 0 0 0 0,-1 0 0 0 0,1 0 0 0 0,0 0 0 0 0,0 0 0 0 0,0 0 0 0 0,0 0 0 0 0,1 0 0 0 0,-1 0 0 0 0,0 0 0 0 0,0 0 0 0 0,0 0 0 0 0,1 0 0 0 0,-1 0 0 0 0,1 0 0 0 0,-1 0 0 0 0,1-1 0 0 0,-1 1 0 0 0,1 0 0 0 0,-1 0 0 0 0,1 0 0 0 0,0-1 0 0 0,-1 1 0 0 0,1 0 0 0 0,0-1 0 0 0,0 1 0 0 0,-1 0 0 0 0,1-1 0 0 0,0 1 0 0 0,0-1 0 0 0,0 1 0 0 0,2 0 0 0 0,10 5-19 0 0,0 0 0 0 0,1 0 0 0 0,0-2 0 0 0,1 0 0 0 0,26 5 0 0 0,79 4-41 0 0,-104-12 66 0 0,262 2-28 0 0,-185-5-9 0 0,865-52 300 0 0,-504 14-269 0 0,253-19 0 0 0,-684 58 0 0 0,385-23 0 0 0,-1 23 0 0 0,39 37 0 0 0,-444-36 0 0 0,19 3 0 0 0,36 10 0 0 0,-52-11 0 0 0,0-1 0 0 0,0 1 0 0 0,0 0 0 0 0,-1 0 0 0 0,1 0 0 0 0,-1 1 0 0 0,0 0 0 0 0,0 0 0 0 0,0 0 0 0 0,0 0 0 0 0,0 0 0 0 0,-1 1 0 0 0,4 4 0 0 0,-6-7 0 0 0,0 1 0 0 0,0 0 0 0 0,0-1 0 0 0,0 1 0 0 0,-1 0 0 0 0,1 0 0 0 0,-1 0 0 0 0,1-1 0 0 0,-1 1 0 0 0,0 0 0 0 0,1 0-1 0 0,-1 0 1 0 0,0 0 0 0 0,0 0 0 0 0,-1-1 0 0 0,1 1 0 0 0,0 0 0 0 0,0 0 0 0 0,-1 0 0 0 0,0 0 0 0 0,1-1 0 0 0,-1 1 0 0 0,0 0-1 0 0,1-1 1 0 0,-1 1 0 0 0,0 0 0 0 0,0-1 0 0 0,-1 1 0 0 0,1-1 0 0 0,0 1 0 0 0,-2 1 0 0 0,-4 3 2 0 0,0 1 0 0 0,-1-1 0 0 0,1-1 1 0 0,-1 1-1 0 0,-10 4 0 0 0,-13 6 22 0 0,0-2 0 0 0,-2-1 0 0 0,-35 9 0 0 0,39-13 1 0 0,-833 220 387 0 0,-238-35-4 0 0,928-172-343 0 0,-128 14 17 0 0,265-33-57 0 0,8-1 2 0 0,0 1 0 0 0,-36 9 1 0 0,61-12-23 0 0,-1 1 0 0 0,0 0 0 0 0,1 0 0 0 0,-1 0 0 0 0,1 0 0 0 0,-1 1 0 0 0,-4 2 0 0 0,7-3-3 0 0,0-1 0 0 0,-1 0 0 0 0,1 1 0 0 0,0-1 0 0 0,-1 1 0 0 0,1-1 0 0 0,0 1 0 0 0,-1-1 0 0 0,1 1 0 0 0,0-1 0 0 0,0 1 0 0 0,0-1 0 0 0,-1 1 0 0 0,1-1 0 0 0,0 1 0 0 0,0-1 0 0 0,0 1 0 0 0,0-1 0 0 0,0 1 0 0 0,0-1 0 0 0,0 1 0 0 0,0 0 0 0 0,0-1 0 0 0,0 1 0 0 0,0-1 0 0 0,1 1 0 0 0,-1-1 0 0 0,0 1 0 0 0,0-1 0 0 0,1 1 0 0 0,-1-1 0 0 0,0 1 0 0 0,0-1 0 0 0,1 1 0 0 0,-1-1 0 0 0,0 0 0 0 0,1 1 0 0 0,-1-1 0 0 0,1 0 0 0 0,-1 1 0 0 0,1-1 0 0 0,-1 0 0 0 0,1 1 0 0 0,3 2 2 0 0,0 0 1 0 0,0-1-1 0 0,0 1 1 0 0,0-1-1 0 0,1 0 1 0 0,-1 0-1 0 0,1 0 1 0 0,-1-1 0 0 0,7 2-1 0 0,46 6 25 0 0,-12-6 10 0 0,1-2 0 0 0,73-7-1 0 0,92-24 177 0 0,-140 18-154 0 0,436-69 398 0 0,331-49 354 0 0,-679 111-813 0 0,1 6 0 0 0,238 12 0 0 0,-274 13 0 0 0,-106-9 0 0 0,1 1 0 0 0,-1 0 0 0 0,0 2 0 0 0,26 11 0 0 0,-40-15 0 0 0,0 0 0 0 0,0 0 0 0 0,-1 0 0 0 0,1 1 0 0 0,-1 0 0 0 0,1-1 0 0 0,-1 2 0 0 0,0-1 0 0 0,0 0 0 0 0,5 7 0 0 0,-7-9 0 0 0,-1 1 0 0 0,1-1 0 0 0,0 1 0 0 0,0-1 0 0 0,-1 1 0 0 0,1-1 0 0 0,-1 1 0 0 0,0-1 0 0 0,1 1 0 0 0,-1 0 0 0 0,0-1 0 0 0,0 1 0 0 0,0 0 0 0 0,0-1 0 0 0,0 1 0 0 0,0 0 0 0 0,-1-1 0 0 0,1 1 0 0 0,0 0 0 0 0,-1-1 0 0 0,1 1 0 0 0,-1-1 0 0 0,0 1 0 0 0,0-1 0 0 0,1 1 0 0 0,-1-1 0 0 0,0 1 0 0 0,0-1 0 0 0,0 0 0 0 0,-3 2 0 0 0,-2 3 0 0 0,0 0 0 0 0,0-1 0 0 0,-1 0 0 0 0,0-1 0 0 0,0 0 0 0 0,-1 0 0 0 0,-12 5 0 0 0,-59 16 0 0 0,65-21 0 0 0,-571 119-280 0 0,-451-17 88 0 0,769-100 191 0 0,109-3 17 0 0,136-3 81 0 0,-35 6 1 0 0,56-6-94 0 0,0 0 0 0 0,0 0 1 0 0,0 1-1 0 0,0-1 1 0 0,1 0-1 0 0,-1 0 0 0 0,0 1 1 0 0,0-1-1 0 0,0 0 1 0 0,0 1-1 0 0,0-1 0 0 0,1 1 1 0 0,-1-1-1 0 0,0 1 1 0 0,0 0-1 0 0,0 0 0 0 0,1 0-1 0 0,0-1 1 0 0,-1 0-1 0 0,1 1 0 0 0,0-1 0 0 0,0 0 0 0 0,0 1 0 0 0,0-1 0 0 0,0 1 0 0 0,0-1 0 0 0,0 0 0 0 0,0 1 1 0 0,0-1-1 0 0,0 1 0 0 0,0-1 0 0 0,1 0 0 0 0,-1 1 0 0 0,0-1 0 0 0,0 0 0 0 0,0 1 0 0 0,0-1 0 0 0,1 0 1 0 0,-1 1-1 0 0,0-1 0 0 0,0 0 0 0 0,1 1 0 0 0,-1-1 0 0 0,3 3 11 0 0,0-1 0 0 0,0 1-1 0 0,0-1 1 0 0,0 0 0 0 0,1 0 0 0 0,4 3-1 0 0,11 3-13 0 0,0-1 0 0 0,1-1 0 0 0,24 5 0 0 0,67 7 0 0 0,-93-15 0 0 0,350 24 0 0 0,2-29 0 0 0,-216-1 0 0 0,35-1 0 0 0,68-1 0 0 0,-2 17 0 0 0,-248-12 0 0 0,92 14 0 0 0,-88-12 0 0 0,-1 0 0 0 0,0 1 0 0 0,1 1 0 0 0,-1 0 0 0 0,0 0 0 0 0,-1 1 0 0 0,11 6 0 0 0,-19-10 0 0 0,0 0-1 0 0,0 0 0 0 0,1 0 0 0 0,-1 0 0 0 0,0 0 0 0 0,0 0 0 0 0,0 0 0 0 0,0 0 1 0 0,0 0-1 0 0,0 0 0 0 0,-1 1 0 0 0,1-1 0 0 0,0 0 0 0 0,0 1 0 0 0,-1-1 1 0 0,1 1-1 0 0,-1-1 0 0 0,1 0 0 0 0,-1 1 0 0 0,0-1 0 0 0,0 1 0 0 0,0-1 1 0 0,0 4-1 0 0,0-3-2 0 0,-1 0-1 0 0,1 0 1 0 0,-1-1 0 0 0,0 1 0 0 0,0 0 0 0 0,0 0 0 0 0,0-1 0 0 0,0 1-1 0 0,0 0 1 0 0,0-1 0 0 0,0 1 0 0 0,-1-1 0 0 0,1 1 0 0 0,-1-1-1 0 0,1 0 1 0 0,-1 0 0 0 0,-3 2 0 0 0,-7 4-17 0 0,0 0 1 0 0,-1-1-1 0 0,0-1 1 0 0,0 0-1 0 0,-24 5 0 0 0,-72 8 136 0 0,79-14-93 0 0,-400 24 558 0 0,73-9 462 0 0,234-2-760 0 0,103-13-244 0 0,0 1 1 0 0,1 1-1 0 0,0 1 1 0 0,-20 9-1 0 0,35-14-110 0 0,0 1 0 0 0,0-1 0 0 0,0 1 0 0 0,0 0 0 0 0,0 0 0 0 0,1 0 0 0 0,-1 0 0 0 0,1 1 0 0 0,-3 3 0 0 0</inkml:trace>
</inkml:ink>
</file>

<file path=ppt/ink/ink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1:52.15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1 0 2127 0 0</inkml:trace>
</inkml:ink>
</file>

<file path=ppt/ink/ink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1:52.88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1106 143 1847 0 0,'2'-1'0'0'0,"1"0"-1"0"0,-1-1 0 0 0,0 1 0 0 0,0-1 0 0 0,1 0 0 0 0,-1 0 0 0 0,0 0 1 0 0,-1 0-1 0 0,1 0 0 0 0,0 0 0 0 0,-1 0 0 0 0,1-1 0 0 0,2-4 0 0 0,13-22-44 0 0,-13 25 37 0 0,-1-1-1 0 0,0 0 1 0 0,0 0-1 0 0,0 0 1 0 0,-1 0-1 0 0,1 0 0 0 0,-1 0 1 0 0,0-1-1 0 0,-1 1 1 0 0,0-1-1 0 0,2-7 0 0 0,-3 13 9 0 0,-1-1 0 0 0,1 1 0 0 0,0-1 0 0 0,0 0 0 0 0,0 1 0 0 0,0-1 0 0 0,0 1 0 0 0,-1-1 0 0 0,1 0 0 0 0,0 1 0 0 0,0-1 0 0 0,-1 1 0 0 0,1-1 0 0 0,0 1 0 0 0,-1-1 0 0 0,1 1 0 0 0,-1 0 0 0 0,1-1 0 0 0,0 1 0 0 0,-1-1 0 0 0,1 1 0 0 0,-1 0 0 0 0,1-1 0 0 0,-1 1 0 0 0,1 0 0 0 0,-1-1 0 0 0,0 1 0 0 0,1 0 0 0 0,-1 0 0 0 0,1 0 0 0 0,-1 0 0 0 0,0-1 0 0 0,1 1 0 0 0,-1 0 0 0 0,1 0 0 0 0,-2 0 0 0 0,-24 3 0 0 0,-12 7 0 0 0,0 2 0 0 0,-42 20 0 0 0,44-17 0 0 0,-155 63 4 0 0,-99 39 6 0 0,-3-20-20 0 0,285-95 7 0 0,-70 17-6 0 0,67-17 9 0 0,1-1 0 0 0,-1 0 0 0 0,0 0 0 0 0,1-1 0 0 0,-12-1 0 0 0,21 1 1 0 0,1 0-1 0 0,-1 0 0 0 0,0 0 0 0 0,1-1 0 0 0,-1 1 0 0 0,1 0 0 0 0,-1 0 0 0 0,0 0 0 0 0,1 0 0 0 0,-1-1 0 0 0,1 1 0 0 0,-1 0 0 0 0,1 0 0 0 0,-1-1 0 0 0,1 1 0 0 0,-1-1 0 0 0,1 1 0 0 0,-1 0 0 0 0,1-1 0 0 0,-1 1 0 0 0,1-1 0 0 0,-1 0 0 0 0,1 1 0 0 0,0-1 0 0 0,0 1 0 0 0,0-1 0 0 0,0 0 0 0 0,0 1 0 0 0,0-1 0 0 0,0 1 0 0 0,0-1-1 0 0,0 1 1 0 0,0-1 0 0 0,1 1 0 0 0,-1-1 0 0 0,0 1 0 0 0,0-1 0 0 0,1 1 0 0 0,-1 0 0 0 0,0-1 0 0 0,0 1 0 0 0,1-1 0 0 0,0 0-1 0 0,1-2 4 0 0,1 0 0 0 0,0 1-1 0 0,0-1 1 0 0,1 1 0 0 0,4-4-1 0 0,30-13 152 0 0,1 1 0 0 0,67-19 0 0 0,-61 22-324 0 0,80-30-485 0 0,165-52 435 0 0,-230 81 227 0 0,2 2 1 0 0,115-11 0 0 0,-154 24-36 0 0,39 2 0 0 0,-55-1 25 0 0,0 1 0 0 0,0 0 1 0 0,0 1-1 0 0,-1-1 0 0 0,1 1 0 0 0,-1 1 1 0 0,1-1-1 0 0,-1 1 0 0 0,0 0 0 0 0,7 5 0 0 0,-11-7 6 0 0,0 0-1 0 0,-1 1 1 0 0,1-1-1 0 0,-1 0 1 0 0,1 1-1 0 0,-1-1 1 0 0,0 1-1 0 0,1 0 0 0 0,-1-1 1 0 0,0 1-1 0 0,0 0 1 0 0,0 0-1 0 0,0-1 1 0 0,-1 1-1 0 0,1 0 1 0 0,0 0-1 0 0,-1 0 0 0 0,0 0 1 0 0,1 0-1 0 0,-1 0 1 0 0,0 0-1 0 0,0 0 1 0 0,0 0-1 0 0,0 0 1 0 0,0 0-1 0 0,0 0 0 0 0,-1 0 1 0 0,1 0-1 0 0,-1 0 1 0 0,1 0-1 0 0,-1 0 1 0 0,0 0-1 0 0,0 0 1 0 0,0 0-1 0 0,-2 2 0 0 0,-2 4 9 0 0,0-1 0 0 0,-1 0 0 0 0,1-1 0 0 0,-2 1 0 0 0,1-1 0 0 0,-1-1 0 0 0,-7 6 0 0 0,-15 9-37 0 0,0-2 0 0 0,-2-2-1 0 0,-46 20 1 0 0,-101 27-128 0 0,109-40 133 0 0,47-16 21 0 0,7-3 0 0 0,1 1 0 0 0,0 1 0 0 0,-21 11 0 0 0,35-17 0 0 0,-1 0 0 0 0,1 0 0 0 0,0 0 0 0 0,0 0 0 0 0,-1 0 0 0 0,1 1 0 0 0,0-1 0 0 0,0 0 0 0 0,0 0 0 0 0,-1 0 0 0 0,1 0 0 0 0,0 0 0 0 0,0 0 0 0 0,0 0 0 0 0,0 1 0 0 0,-1-1 0 0 0,1 0 0 0 0,0 0 0 0 0,0 0 0 0 0,0 1 0 0 0,0-1 0 0 0,0 0 0 0 0,-1 0 0 0 0,1 0 0 0 0,0 0 0 0 0,0 1 0 0 0,0-1 0 0 0,0 0 0 0 0,0 0 0 0 0,0 1 0 0 0,0-1 0 0 0,0 0 0 0 0,0 0 0 0 0,0 0 0 0 0,0 1 0 0 0,0-1 0 0 0,0 0 0 0 0,0 0 0 0 0,0 1 0 0 0,0-1 0 0 0,0 0 0 0 0,0 0 0 0 0,0 0 0 0 0,0 1 0 0 0,1-1 0 0 0,-1 0 0 0 0,0 0 0 0 0,0 0 0 0 0,0 1 0 0 0,0-1 0 0 0,0 0 0 0 0,1 0 0 0 0,-1 0 0 0 0,0 0 0 0 0,0 0 0 0 0,0 1 0 0 0,0-1 0 0 0,1 0 0 0 0,-1 0 0 0 0,0 0 0 0 0,0 0 0 0 0,0 0 0 0 0,1 0 0 0 0,-1 0 0 0 0,0 0 0 0 0,0 0 0 0 0,1 0 0 0 0,17 5 0 0 0,-16-5 0 0 0,30 5 0 0 0,64 0 0 0 0,34-9 0 0 0,-21 0 0 0 0,106 6 0 0 0,-164 1 0 0 0,1 3 0 0 0,56 13 0 0 0,-95-16 0 0 0,0 0 0 0 0,-1 1 0 0 0,1 1 0 0 0,12 6 0 0 0,-21-9 0 0 0,-1 0 0 0 0,1 0 0 0 0,-1 1 0 0 0,0-1 0 0 0,0 1 0 0 0,0 0 0 0 0,4 5 0 0 0,-5-6 0 0 0,-1 0 0 0 0,0 0 0 0 0,0 0 0 0 0,0 0 0 0 0,0 0 0 0 0,-1 0 0 0 0,1 0 0 0 0,0 0 0 0 0,-1 0 0 0 0,1 1 0 0 0,-1-1 0 0 0,0 0 0 0 0,0 0 0 0 0,0 0 0 0 0,0 3 0 0 0,-1 1 0 0 0,0-1 0 0 0,-1 0 0 0 0,1 0 0 0 0,-1 0 0 0 0,0 0 0 0 0,0 0 0 0 0,-1 0 0 0 0,1-1 0 0 0,-1 1 0 0 0,0-1 0 0 0,-5 6 0 0 0,-5 5 0 0 0,-26 22 0 0 0,31-30 0 0 0,-48 41 17 0 0,-2-4 0 0 0,-79 48-1 0 0,-135 59 68 0 0,180-102-66 0 0,64-35 4 0 0,-49 30 144 0 0,68-38-138 0 0,0 0 0 0 0,1 0-1 0 0,0 1 1 0 0,1 0 0 0 0,0 0-1 0 0,-8 11 1 0 0,12-15-18 0 0,1 0-1 0 0,0 1 1 0 0,1-1 0 0 0,-1 0 0 0 0,0 0-1 0 0,1 1 1 0 0,0-1 0 0 0,0 1 0 0 0,0-1 0 0 0,0 1-1 0 0,0 0 1 0 0,1-1 0 0 0,0 1 0 0 0,-1 0-1 0 0,1-1 1 0 0,1 5 0 0 0,0-3-4 0 0,0 0 0 0 0,1 0 0 0 0,-1-1 0 0 0,1 1-1 0 0,0-1 1 0 0,0 1 0 0 0,1-1 0 0 0,-1 1 0 0 0,1-1 0 0 0,5 6 0 0 0,5 3-31 0 0,0-1 1 0 0,1 0-1 0 0,0 0 1 0 0,1-2-1 0 0,23 13 1 0 0,38 17 81 0 0,107 40 0 0 0,-7-4-81 0 0,-161-69 11 0 0,1 1 0 0 0,-2 0 0 0 0,1 1 0 0 0,-1 1-1 0 0,0 0 1 0 0,-1 1 0 0 0,0 0 0 0 0,-1 1 0 0 0,21 27-1 0 0,-31-36 15 0 0,0 1-1 0 0,-1-1 0 0 0,1 1 0 0 0,-1-1 0 0 0,1 1 0 0 0,-1 0 0 0 0,-1-1 0 0 0,1 1 1 0 0,0 0-1 0 0,-1 0 0 0 0,0 0 0 0 0,0 0 0 0 0,0-1 0 0 0,0 1 0 0 0,0 0 1 0 0,-1 0-1 0 0,0 0 0 0 0,0-1 0 0 0,0 1 0 0 0,-2 5 0 0 0,-3 4-3 0 0,0 0 1 0 0,-1-1-1 0 0,0 1 0 0 0,-12 14 1 0 0,-5 3-8 0 0,-1-1 1 0 0,-2-1 0 0 0,-1-1-1 0 0,-1-1 1 0 0,-1-2 0 0 0,-1-1-1 0 0,-1-2 1 0 0,-1 0 0 0 0,-65 28-1 0 0,43-29 94 0 0,33-13 2 0 0,-25 12 0 0 0,46-18-77 0 0,0-1-1 0 0,0 1 0 0 0,0-1 1 0 0,0 1-1 0 0,0 0 0 0 0,0-1 0 0 0,0 1 1 0 0,0 0-1 0 0,0 0 0 0 0,0 0 0 0 0,0 0 1 0 0,1-1-1 0 0,-1 1 0 0 0,0 0 1 0 0,0 1-1 0 0,1-1 0 0 0,-1 0 0 0 0,1 0 1 0 0,-1 0-1 0 0,1 0 0 0 0,0 0 0 0 0,-1 0 1 0 0,1 3-1 0 0,0-2 20 0 0,0 0 1 0 0,0 0-1 0 0,1 0 0 0 0,-1 0 1 0 0,1-1-1 0 0,-1 1 0 0 0,1 0 1 0 0,0 0-1 0 0,0 0 0 0 0,0 0 0 0 0,0-1 1 0 0,0 1-1 0 0,2 1 0 0 0,4 6 116 0 0,1-1-1 0 0,1 0 0 0 0,17 14 0 0 0,-26-22-143 0 0,18 14-92 0 0,31 31 0 0 0,-42-38 57 0 0,0 1 0 0 0,-1 0 0 0 0,0 1 0 0 0,-1-1 0 0 0,1 1 0 0 0,-2 0 0 0 0,5 13 0 0 0,12 47-157 0 0</inkml:trace>
</inkml:ink>
</file>

<file path=ppt/ink/ink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2:01.580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50 30 5760 0 0,'-29'-25'12649'0'0,"23"22"-12553"0"0,1 1 1059 0 0,0 2-1155 0 0,3 2 0 0 0,1 1 0 0 0,-1-1 0 0 0,4 1 0 0 0,-1 2 0 0 0,3 0-48 0 0</inkml:trace>
</inkml:ink>
</file>

<file path=ppt/ink/ink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2:02.876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21 253 2764 0 0,'-2'-1'562'0'0,"0"-1"1"0"0,0 0-1 0 0,1 0 1 0 0,-1 0-1 0 0,1 0 1 0 0,-1 0-1 0 0,1 0 1 0 0,0 0-1 0 0,0 0 1 0 0,0-1-1 0 0,0 1 1 0 0,0 0-1 0 0,1-1 1 0 0,-1 1-1 0 0,1-1 1 0 0,-1 1 0 0 0,1 0-1 0 0,0-1 1 0 0,0 1-1 0 0,0-1 1 0 0,0 1-1 0 0,1-1 1 0 0,-1 1-1 0 0,0-1 1 0 0,2-3-1 0 0,0 3-121 0 0,-1-1 0 0 0,1 1 0 0 0,0 0 0 0 0,0 0-1 0 0,0 0 1 0 0,0 0 0 0 0,3-3 0 0 0,-1 2-692 0 0,0 0 0 0 0,0 0 0 0 0,1 1-1 0 0,7-5 1 0 0,13-6 251 0 0,2 1 0 0 0,0 1 0 0 0,0 2 0 0 0,1 0 0 0 0,45-8 0 0 0,-63 16 0 0 0,0 0 0 0 0,0 1 0 0 0,0 0 0 0 0,0 1 0 0 0,1 0 0 0 0,18 2 0 0 0,-26-1 0 0 0,0-1 0 0 0,0 1 0 0 0,-1 0 0 0 0,1 0 0 0 0,0 0 0 0 0,-1 0 0 0 0,1 1 0 0 0,0-1 0 0 0,-1 0 0 0 0,1 1 0 0 0,-1 0 0 0 0,0 0 0 0 0,0 0 0 0 0,0 0 0 0 0,0 0 0 0 0,0 0 0 0 0,0 0 0 0 0,0 1 0 0 0,-1-1 0 0 0,1 1 0 0 0,-1-1 0 0 0,1 1 0 0 0,-1-1 0 0 0,0 1 0 0 0,0 0 0 0 0,0 0 0 0 0,-1 0 0 0 0,1 3 0 0 0,0 2 1 0 0,-1 0 0 0 0,1 0 0 0 0,-2 0 0 0 0,1 0 0 0 0,-1 0 0 0 0,-1 0 0 0 0,1 0 0 0 0,-1 0 0 0 0,-1 0 0 0 0,0-1 0 0 0,0 1 0 0 0,-6 11 0 0 0,-6 6-54 0 0,-1-1 0 0 0,-22 26 0 0 0,38-49 51 0 0,-61 73-802 0 0,26-33-1069 0 0,3 0-1 0 0,-53 88 0 0 0,83-125 1890 0 0,-11 23-67 0 0,13-25 172 0 0,-1-1-1 0 0,1 1 1 0 0,-1-1-1 0 0,1 1 1 0 0,0-1-1 0 0,-1 1 1 0 0,1-1-1 0 0,0 1 1 0 0,0 0 0 0 0,0-1-1 0 0,0 1 1 0 0,1-1-1 0 0,-1 1 1 0 0,0-1-1 0 0,2 3 1 0 0,-2-3-29 0 0,0-1 1 0 0,0 0-1 0 0,1 1 0 0 0,-1-1 1 0 0,0 0-1 0 0,1 0 1 0 0,-1 1-1 0 0,0-1 0 0 0,1 0 1 0 0,-1 0-1 0 0,1 1 1 0 0,-1-1-1 0 0,1 0 1 0 0,-1 0-1 0 0,0 0 0 0 0,1 0 1 0 0,-1 0-1 0 0,1 1 1 0 0,-1-1-1 0 0,1 0 0 0 0,-1 0 1 0 0,1 0-1 0 0,-1 0 1 0 0,0 0-1 0 0,1-1 0 0 0,-1 1 1 0 0,1 0-1 0 0,-1 0 1 0 0,1 0-1 0 0,-1 0 0 0 0,1 0 1 0 0,-1-1-1 0 0,0 1 1 0 0,1 0-1 0 0,-1 0 1 0 0,0-1-1 0 0,1 1 0 0 0,15-12 1076 0 0,4-8-1260 0 0,-2 0 1 0 0,0-2-1 0 0,-1 0 0 0 0,22-39 0 0 0,-23 36 448 0 0,88-160-481 0 0,6-9-1653 0 0,-103 184 1801 0 0,5-10-1148 0 0,1 1 0 0 0,1 1 1 0 0,28-30-1 0 0,-37 48 2612 0 0,-9 9 601 0 0,-8 13 449 0 0,-22 24-2588 0 0,2 2 1 0 0,2 1 0 0 0,-40 89 0 0 0,16 8 186 0 0,46-118-949 0 0,1 0 0 0 0,1 0 0 0 0,-3 39 0 0 0,9-62 553 0 0,-1-1 0 0 0,1 0 0 0 0,0 1 0 0 0,1-1 0 0 0,-1 1 0 0 0,1-1 0 0 0,0 0 0 0 0,0 1-1 0 0,0-1 1 0 0,1 0 0 0 0,0 0 0 0 0,-1 0 0 0 0,1 0 0 0 0,5 7 0 0 0,-5-8 226 0 0,1-1-1 0 0,0 1 0 0 0,0 0 1 0 0,0-1-1 0 0,0 0 1 0 0,0 1-1 0 0,0-1 1 0 0,1-1-1 0 0,-1 1 1 0 0,1 0-1 0 0,-1-1 1 0 0,1 0-1 0 0,0 0 0 0 0,-1 0 1 0 0,1 0-1 0 0,0 0 1 0 0,4-1-1 0 0,4 1 151 0 0,0-1-1 0 0,0 0 1 0 0,0-1-1 0 0,0-1 1 0 0,19-4-1 0 0,57-22 3769 0 0,-54 16-837 0 0,-34 12-3082 0 0,0 0-1 0 0,0 0 0 0 0,0 0 1 0 0,1 0-1 0 0,-1 0 0 0 0,0 0 1 0 0,0 0-1 0 0,0 0 0 0 0,0 0 1 0 0,0 0-1 0 0,0 0 0 0 0,0 0 1 0 0,0 0-1 0 0,0 0 0 0 0,1 0 1 0 0,-1 0-1 0 0,0 0 1 0 0,0 0-1 0 0,0 0 0 0 0,0 0 1 0 0,1-2-928 0 0,-1 2 927 0 0,0 0 1 0 0,0 0-1 0 0,0 0 1 0 0,0-1-1 0 0</inkml:trace>
</inkml:ink>
</file>

<file path=ppt/ink/ink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2:03.037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10 126 4376 0 0,'-10'5'12009'0'0,"14"-4"-11675"0"0,0 0 1 0 0,0 0 0 0 0,0 0 0 0 0,0 0 0 0 0,0-1 0 0 0,0 0 0 0 0,0 0 0 0 0,0 0 0 0 0,6-1 0 0 0,39-8-499 0 0,-44 8 254 0 0,176-53-649 0 0,26-6-3201 0 0,-159 50-559 0 0</inkml:trace>
</inkml:ink>
</file>

<file path=ppt/ink/ink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2:03.400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81 71 1152 0 0,'1'-43'17735'0'0,"1"41"-17123"0"0,10-6-451 0 0,-6 5-161 0 0,0 0 0 0 0,0 1 0 0 0,0 0 0 0 0,0 0 0 0 0,1 0 0 0 0,-1 1 0 0 0,1 0 0 0 0,-1 0 0 0 0,1 1 0 0 0,-1 0 0 0 0,1 0 0 0 0,-1 0 0 0 0,8 2 0 0 0,-13-2 0 0 0,-1 1 0 0 0,1-1 0 0 0,0 0 0 0 0,-1 0 0 0 0,1 0-1 0 0,-1 0 1 0 0,1 1 0 0 0,-1-1 0 0 0,1 0 0 0 0,-1 1 0 0 0,1-1 0 0 0,-1 0 0 0 0,0 1-1 0 0,1-1 1 0 0,-1 0 0 0 0,1 1 0 0 0,-1-1 0 0 0,0 1 0 0 0,1-1 0 0 0,-1 1 0 0 0,0-1-1 0 0,1 1 1 0 0,-1-1 0 0 0,0 1 0 0 0,0-1 0 0 0,0 1 0 0 0,1 0 0 0 0,-1 0-1 0 0,-1 1 0 0 0,1-1 1 0 0,0 0-1 0 0,0 0 1 0 0,0 0-1 0 0,-1 0 0 0 0,1 0 1 0 0,-1 0-1 0 0,1 0 1 0 0,-1 0-1 0 0,1 0 0 0 0,-2 2 1 0 0,-2 3-3 0 0,-1-1 0 0 0,1 0-1 0 0,-8 6 1 0 0,11-10 3 0 0,-49 40 0 0 0,-15 15 1 0 0,57-48 1 0 0,0 1 1 0 0,1-1-1 0 0,0 1 0 0 0,1 0 0 0 0,-9 16 0 0 0,14-24-1 0 0,1 0-1 0 0,-1 0 0 0 0,0 0 1 0 0,1 0-1 0 0,-1 0 0 0 0,1 0 1 0 0,0 0-1 0 0,-1 0 1 0 0,1 0-1 0 0,0 0 0 0 0,0 0 1 0 0,0 1-1 0 0,-1-1 0 0 0,1 0 1 0 0,0 0-1 0 0,1 0 1 0 0,-1 0-1 0 0,0 0 0 0 0,0 1 1 0 0,0-1-1 0 0,1 0 0 0 0,-1 0 1 0 0,0 0-1 0 0,2 1 1 0 0,-1-1-1 0 0,0 0 0 0 0,0 0 0 0 0,0 0 0 0 0,0 0 0 0 0,0-1 0 0 0,0 1 0 0 0,1-1 0 0 0,-1 1 0 0 0,0-1 0 0 0,1 1 1 0 0,-1-1-1 0 0,0 0 0 0 0,1 1 0 0 0,-1-1 0 0 0,0 0 0 0 0,1 0 0 0 0,1 0 0 0 0,7 0 0 0 0,0-1 0 0 0,0-1 0 0 0,0 1-1 0 0,12-5 1 0 0,110-41-495 0 0,5-2-3932 0 0,-132 48 4247 0 0,18-5-648 0 0,-22 6 726 0 0,0 0 0 0 0,0 0 0 0 0,0-1-1 0 0,0 1 1 0 0,0 0 0 0 0,1 0 0 0 0,-1 0 0 0 0,0 0 0 0 0,0 1-1 0 0,0-1 1 0 0,0 0 0 0 0,0 0 0 0 0,0 1 0 0 0,0-1 0 0 0,0 0-1 0 0,0 1 1 0 0,1 0 0 0 0,1 7-3522 0 0</inkml:trace>
</inkml:ink>
</file>

<file path=ppt/ink/ink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2:04.871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17 77 2072 0 0,'-17'-4'6228'0'0,"23"2"-3997"0"0,65-21 5363 0 0,44-1-5258 0 0,83 3-3137 0 0,-151 20 525 0 0,-27 0-177 0 0</inkml:trace>
</inkml:ink>
</file>

<file path=ppt/ink/ink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2:05.259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18 138 4376 0 0,'1'-6'664'0'0,"-1"1"0"0"0,1-1 0 0 0,0 1 0 0 0,1-1 0 0 0,1-6 1 0 0,-1 9-75 0 0,-1 1 0 0 0,1-1 0 0 0,0 0 1 0 0,0 1-1 0 0,0-1 0 0 0,0 1 1 0 0,0 0-1 0 0,0-1 0 0 0,0 1 0 0 0,1 0 1 0 0,2-2-1 0 0,10-7 320 0 0,1 1 0 0 0,0 0-1 0 0,0 1 1 0 0,29-11 0 0 0,-40 19-966 0 0,0-1 1 0 0,0 1-1 0 0,0 0 0 0 0,0 0 1 0 0,0 1-1 0 0,1-1 0 0 0,-1 1 1 0 0,0 0-1 0 0,8 2 0 0 0,-10-2 70 0 0,1 1 0 0 0,-1 0 0 0 0,0 1 0 0 0,1-1 0 0 0,-1 0 0 0 0,0 1 0 0 0,0 0 0 0 0,0 0 0 0 0,0 0 0 0 0,0 0 0 0 0,-1 0 0 0 0,1 1 0 0 0,0-1 0 0 0,-1 1 0 0 0,3 3 0 0 0,-1 0-93 0 0,1 1 1 0 0,-2-1-1 0 0,1 1 0 0 0,-1 0 0 0 0,0 0 0 0 0,0 0 0 0 0,-1 0 1 0 0,0 0-1 0 0,3 15 0 0 0,-4-11-191 0 0,-1 0 0 0 0,0 0 0 0 0,0 0 0 0 0,-1 0 0 0 0,0 0 1 0 0,-4 13-1 0 0,0-4-619 0 0,-1-1 1 0 0,-1 0 0 0 0,-1-1-1 0 0,0 1 1 0 0,-2-2 0 0 0,0 1-1 0 0,-14 17 1 0 0,0-2 334 0 0,-55 72 209 0 0,61-85 360 0 0,0 0 1 0 0,-38 31 0 0 0,51-47 87 0 0,-8 6-330 0 0,12-10 289 0 0,1 1 1 0 0,-1-1-1 0 0,1 0 0 0 0,0 0 0 0 0,-1 1 1 0 0,1-1-1 0 0,0 0 0 0 0,-1 1 0 0 0,1-1 1 0 0,0 0-1 0 0,0 1 0 0 0,-1-1 0 0 0,1 0 1 0 0,0 1-1 0 0,0-1 0 0 0,0 1 0 0 0,-1-1 1 0 0,1 1-1 0 0,0-1 0 0 0,0 0 0 0 0,0 1 1 0 0,0-1-1 0 0,0 1 0 0 0,1 0 332 0 0,1-1 1 0 0,0 0-1 0 0,-1 0 0 0 0,1 0 0 0 0,0 0 1 0 0,-1 0-1 0 0,1 0 0 0 0,0 0 0 0 0,6-1 1972 0 0,16 0-709 0 0,33 3 0 0 0,66 15-2268 0 0,-36-4-1019 0 0,27 4-2210 0 0,35 4 723 0 0,-110-18 4567 0 0</inkml:trace>
</inkml:ink>
</file>

<file path=ppt/ink/ink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2:05.588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1 65 1612 0 0,'-1'-17'885'0'0,"17"-31"13142"0"0,-10 66-9109 0 0,-5-9-6700 0 0,8 57 1408 0 0,13 79-4673 0 0,-14-108 2081 0 0,6 43 1337 0 0,-13-70 1682 0 0,-1 0 1 0 0,1 0-1 0 0,-2 0 1 0 0,1 0-1 0 0,-5 19 1 0 0,-2-12-21 0 0,7-16-35 0 0,-1 0-1 0 0,1-1 1 0 0,-1 1-1 0 0,1 0 0 0 0,-1-1 1 0 0,1 1-1 0 0,-1-1 1 0 0,1 1-1 0 0,-1 0 1 0 0,1-1-1 0 0,-1 1 0 0 0,0-1 1 0 0,1 0-1 0 0,-1 1 1 0 0,0-1-1 0 0,0 1 1 0 0,1-1-1 0 0,-1 0 0 0 0,0 0 1 0 0,-1 1-1 0 0,0-2-307 0 0,1-1-112 0 0</inkml:trace>
</inkml:ink>
</file>

<file path=ppt/ink/ink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2:05.789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1 136 5528 0 0,'0'-1'229'0'0,"0"0"0"0"0,0 0 0 0 0,0 1 0 0 0,0-1 1 0 0,0 0-1 0 0,0 0 0 0 0,0 0 0 0 0,0 1 0 0 0,0-1 0 0 0,1 0 1 0 0,-1 1-1 0 0,0-1 0 0 0,1 0 0 0 0,-1 0 0 0 0,0 1 0 0 0,1-1 1 0 0,-1 0-1 0 0,1 1 0 0 0,-1-1 0 0 0,1 1 0 0 0,-1-1 0 0 0,1 1 1 0 0,0-1-1 0 0,-1 1 0 0 0,1-1 0 0 0,-1 1 0 0 0,1-1 0 0 0,0 1 1 0 0,0 0-1 0 0,-1-1 0 0 0,1 1 0 0 0,1 0 0 0 0,31-8 6731 0 0,-17 4-7475 0 0,101-32 654 0 0,70-19-259 0 0,-172 51-684 0 0,0 1-1 0 0,0 1 1 0 0,1 0-1 0 0,-1 1 1 0 0,29 2 0 0 0,-26 2-2239 0 0</inkml:trace>
</inkml:ink>
</file>

<file path=ppt/ink/ink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2:06.769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217 194 1380 0 0,'6'-38'6995'0'0,"-2"17"-4741"0"0,-1 0 0 0 0,-1 0 0 0 0,0 0 0 0 0,-3-30 0 0 0,1 50-2254 0 0,0 0 1 0 0,0 0 0 0 0,0 0 0 0 0,-1 0-1 0 0,1 0 1 0 0,0 0 0 0 0,0 0 0 0 0,-1 0 0 0 0,1 0-1 0 0,0 0 1 0 0,-1 0 0 0 0,1 0 0 0 0,-1 0-1 0 0,0 0 1 0 0,1 0 0 0 0,-1 0 0 0 0,0 0 0 0 0,-1-1-1 0 0,2 2 0 0 0,-1 0 0 0 0,0 0 1 0 0,1-1-1 0 0,-1 1 0 0 0,1 0 0 0 0,-1 0 0 0 0,0 0 0 0 0,1 0 0 0 0,-1 0 0 0 0,0 0 0 0 0,1 1 0 0 0,-1-1 1 0 0,1 0-1 0 0,-1 0 0 0 0,1 0 0 0 0,-1 0 0 0 0,0 1 0 0 0,1-1 0 0 0,-1 0 0 0 0,1 1 0 0 0,-1-1 0 0 0,1 0 0 0 0,-1 1 1 0 0,-4 4-2 0 0,1-1 1 0 0,-1 1 0 0 0,1 0-1 0 0,-6 9 1 0 0,-12 22-826 0 0,2 0 1 0 0,1 1-1 0 0,2 1 0 0 0,2 0 0 0 0,-13 52 1 0 0,9-11-3079 0 0,-16 140 1 0 0,31-168 3959 0 0,1 0 0 0 0,7 77 0 0 0,0-91 118 0 0,1 0 1 0 0,3 0 0 0 0,0-1-1 0 0,17 41 1 0 0,-14-47-22 0 0,1-1-1 0 0,2 0 1 0 0,21 33 0 0 0,-27-50 61 0 0,1 0 0 0 0,0-1-1 0 0,1 0 1 0 0,0 0-1 0 0,1-1 1 0 0,0 0 0 0 0,1-1-1 0 0,0 0 1 0 0,15 8-1 0 0,-21-13 468 0 0,5 1 272 0 0,-10-5-1655 0 0</inkml:trace>
</inkml:ink>
</file>

<file path=ppt/ink/ink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2:07.942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4 140 2532 0 0,'-3'-12'5146'0'0,"3"9"-3860"0"0,0 1 1 0 0,0-7-1 0 0,0 6-508 0 0,0 0 1 0 0,1 1-1 0 0,-1-1 0 0 0,1 0 0 0 0,0 1 0 0 0,2-5 0 0 0,-1 3-436 0 0,0 0-1 0 0,1 0 0 0 0,0 0 1 0 0,-1 1-1 0 0,1-1 0 0 0,1 1 1 0 0,-1 0-1 0 0,0 0 0 0 0,5-3 1 0 0,3-1-465 0 0,1 0 0 0 0,-1 1 0 0 0,1 1 0 0 0,0 0 0 0 0,25-7 0 0 0,-26 9 123 0 0,1 1 0 0 0,0 0 0 0 0,0 0 0 0 0,13 1 0 0 0,-19 1 0 0 0,0 0 0 0 0,0 1 0 0 0,0-1 0 0 0,0 2 0 0 0,0-1 0 0 0,0 0 0 0 0,0 1 0 0 0,0 0 0 0 0,9 5 0 0 0,-13-5 0 0 0,0-1 0 0 0,0 0 0 0 0,0 1 0 0 0,0-1 0 0 0,0 1 0 0 0,0 0 0 0 0,-1 0 0 0 0,1-1 0 0 0,0 1 0 0 0,-1 0 0 0 0,1 1 0 0 0,-1-1 0 0 0,0 0 0 0 0,0 0 0 0 0,0 0 0 0 0,0 1 0 0 0,0-1 0 0 0,0 1 0 0 0,-1-1 0 0 0,1 0 0 0 0,-1 1 0 0 0,0-1 0 0 0,0 1 0 0 0,0 0 0 0 0,0-1 0 0 0,0 1 0 0 0,0-1 0 0 0,-1 4 0 0 0,-1 0 0 0 0,1 0 0 0 0,-1 1 0 0 0,-1-1 0 0 0,1 0 0 0 0,-1-1 0 0 0,0 1 0 0 0,0 0 0 0 0,-1-1 0 0 0,-7 9 0 0 0,-8 6-229 0 0,-37 32 0 0 0,15-17-1710 0 0,40-34 1870 0 0,0 0-1 0 0,0 0 0 0 0,0 0 0 0 0,0 0 0 0 0,0 0 0 0 0,0 0 0 0 0,0 0 0 0 0,0 1 0 0 0,1-1 0 0 0,-1 0 0 0 0,0 0 0 0 0,1 1 0 0 0,-1-1 0 0 0,0 3 1 0 0,2-3 140 0 0,-1 0 1 0 0,0-1-1 0 0,0 1 1 0 0,0 0-1 0 0,1 0 1 0 0,-1-1-1 0 0,0 1 1 0 0,1 0-1 0 0,-1 0 1 0 0,1-1 0 0 0,-1 1-1 0 0,1 0 1 0 0,-1-1-1 0 0,1 1 1 0 0,-1-1-1 0 0,1 1 1 0 0,-1-1-1 0 0,1 1 1 0 0,0-1 0 0 0,-1 1-1 0 0,1-1 1 0 0,0 0-1 0 0,0 1 1 0 0,-1-1-1 0 0,1 0 1 0 0,0 0-1 0 0,0 1 1 0 0,1-1 0 0 0,8 3 397 0 0,1-1 0 0 0,20 2 0 0 0,0 0-654 0 0,-8 0-704 0 0,0 1 0 0 0,-1 1 0 0 0,31 12 1 0 0,-45-14 314 0 0,0 0 0 0 0,0 0 0 0 0,-1 1 0 0 0,1 0-1 0 0,-1 0 1 0 0,0 1 0 0 0,0 0 0 0 0,0 0 0 0 0,-1 0 0 0 0,0 1 0 0 0,9 14 0 0 0,-12-16 541 0 0,1 1-1 0 0,-2 0 1 0 0,1 0-1 0 0,0 0 1 0 0,-1 0-1 0 0,0 0 1 0 0,-1 0-1 0 0,1 0 1 0 0,-1 1-1 0 0,0-1 1 0 0,-1 1-1 0 0,0 12 1 0 0,-1-14 38 0 0,1 0-1 0 0,-1 0 1 0 0,-1 0 0 0 0,1 0-1 0 0,-1 0 1 0 0,0-1 0 0 0,0 1-1 0 0,0 0 1 0 0,0-1 0 0 0,-1 0 0 0 0,0 1-1 0 0,0-1 1 0 0,0 0 0 0 0,0 0-1 0 0,-1-1 1 0 0,0 1 0 0 0,-3 2 0 0 0,-2 1 53 0 0,0-1 0 0 0,0-1 0 0 0,0 0 1 0 0,-1 0-1 0 0,0-1 0 0 0,0 0 0 0 0,-18 4 1 0 0,20-6 23 0 0,-1 0 1 0 0,1-1 0 0 0,0 0 0 0 0,-1-1 0 0 0,1 0 0 0 0,0 0 0 0 0,-1-1 0 0 0,1 0 0 0 0,-1 0 0 0 0,-10-4 0 0 0,16 5-31 0 0,0-1 1 0 0,0-1 0 0 0,1 1 0 0 0,-1 0 0 0 0,0-1 0 0 0,1 1 0 0 0,-1-1 0 0 0,1 0 0 0 0,-1 0-1 0 0,1 0 1 0 0,0 0 0 0 0,0 0 0 0 0,0-1 0 0 0,0 1 0 0 0,0 0 0 0 0,0-1 0 0 0,-2-5 0 0 0,4 6-333 0 0,3-1-103 0 0</inkml:trace>
</inkml:ink>
</file>

<file path=ppt/ink/ink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2:08.129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1 64 5528 0 0,'3'-2'892'0'0,"1"0"0"0"0,-1 0 0 0 0,1 0 1 0 0,0 1-1 0 0,0-1 0 0 0,0 1 0 0 0,0 0 0 0 0,0 0 1 0 0,0 1-1 0 0,0-1 0 0 0,0 1 0 0 0,6 0 1 0 0,12-3-348 0 0,59-14 1361 0 0,-45 8-2258 0 0,1 2-1 0 0,0 2 1 0 0,64-2 0 0 0,-76 9-2966 0 0</inkml:trace>
</inkml:ink>
</file>

<file path=ppt/ink/ink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2:08.655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206 42 4608 0 0,'1'-41'11898'0'0,"-12"61"-9164"0"0,2-3-2314 0 0,-3 9-501 0 0,-82 185 274 0 0,72-153-1162 0 0,-27 104 0 0 0,46-148 329 0 0,1 0 1 0 0,0 1-1 0 0,1-1 1 0 0,0 1-1 0 0,1-1 1 0 0,1 0-1 0 0,0 1 0 0 0,6 26 1 0 0,-4-31 534 0 0,0-1 1 0 0,0 0-1 0 0,1 1 1 0 0,1-2-1 0 0,8 16 1 0 0,-7-16 600 0 0,0 0-1 0 0,1-1 1 0 0,0 0 0 0 0,0 0-1 0 0,0 0 1 0 0,11 7 0 0 0,-5-6 151 0 0,1 1 1 0 0,1-1 0 0 0,0-1 0 0 0,17 6 0 0 0,2-2-756 0 0</inkml:trace>
</inkml:ink>
</file>

<file path=ppt/ink/ink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2:08.857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1 74 5296 0 0,'0'-1'150'0'0,"0"1"0"0"0,0-1 0 0 0,0 0 0 0 0,0 1 0 0 0,-1-1 0 0 0,1 1 1 0 0,1-1-1 0 0,-1 0 0 0 0,0 1 0 0 0,0-1 0 0 0,0 1 0 0 0,0-1 0 0 0,0 0 0 0 0,0 1 0 0 0,1-1 1 0 0,-1 1-1 0 0,0-1 0 0 0,0 1 0 0 0,1-1 0 0 0,-1 1 0 0 0,1-1 0 0 0,-1 1 0 0 0,0-1 1 0 0,1 1-1 0 0,-1-1 0 0 0,1 1 0 0 0,-1 0 0 0 0,1-1 0 0 0,-1 1 0 0 0,1 0 0 0 0,-1-1 0 0 0,1 1 1 0 0,-1 0-1 0 0,1 0 0 0 0,-1-1 0 0 0,1 1 0 0 0,0 0 0 0 0,-1 0 0 0 0,1 0 0 0 0,-1 0 1 0 0,2 0-1 0 0,10-4 2541 0 0,56-21 2383 0 0,-50 20-5000 0 0,0 1-1 0 0,0 0 1 0 0,35-1-1 0 0,50-2-73 0 0,-83 6 0 0 0</inkml:trace>
</inkml:ink>
</file>

<file path=ppt/ink/ink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2:09.168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0 142 3916 0 0,'2'-18'2218'0'0,"4"-16"-759"0"0,-6 32-1114 0 0,1 0-1 0 0,0 0 1 0 0,-1 0 0 0 0,1 0 0 0 0,0 1 0 0 0,0-1 0 0 0,0 0 0 0 0,0 1 0 0 0,0-1 0 0 0,1 0 0 0 0,-1 1 0 0 0,0-1 0 0 0,1 1 0 0 0,1-2 0 0 0,10-5 1595 0 0,2-3-339 0 0,1 1 1 0 0,27-12-1 0 0,-39 20-1592 0 0,1 0 0 0 0,0 0 1 0 0,-1 1-1 0 0,1 0 0 0 0,0 0 1 0 0,0 0-1 0 0,0 0 1 0 0,0 1-1 0 0,0 0 0 0 0,0 0 1 0 0,0 0-1 0 0,-1 1 0 0 0,1-1 1 0 0,0 1-1 0 0,5 2 0 0 0,-7-2-6 0 0,0 1-1 0 0,0 0 1 0 0,0-1-1 0 0,0 1 1 0 0,0 0 0 0 0,0 1-1 0 0,0-1 1 0 0,-1 0-1 0 0,1 1 1 0 0,-1 0-1 0 0,0-1 1 0 0,0 1-1 0 0,0 0 1 0 0,0 0-1 0 0,0 0 1 0 0,-1 0 0 0 0,1 1-1 0 0,-1-1 1 0 0,0 0-1 0 0,0 1 1 0 0,0-1-1 0 0,1 4 1 0 0,-1 3-99 0 0,0-1 1 0 0,0 0-1 0 0,-1 1 1 0 0,0-1-1 0 0,0 1 1 0 0,-1-1-1 0 0,-2 11 0 0 0,-1-6-357 0 0,0 0-1 0 0,-1 0 1 0 0,0-1-1 0 0,-1 1 0 0 0,0-2 1 0 0,-9 15-1 0 0,-55 66-5107 0 0,59-79 4485 0 0,7-9 843 0 0,-1 1 1 0 0,1 0 0 0 0,0 0-1 0 0,-5 12 1 0 0,9-17 267 0 0,-1 0-1 0 0,1 0 1 0 0,-1 0 0 0 0,1 0-1 0 0,0 0 1 0 0,-1 0-1 0 0,1 0 1 0 0,0 0-1 0 0,0 0 1 0 0,0 1 0 0 0,0-1-1 0 0,0 0 1 0 0,0 0-1 0 0,0 0 1 0 0,0 0 0 0 0,0 0-1 0 0,1 0 1 0 0,-1 0-1 0 0,0 0 1 0 0,1 0 0 0 0,-1 0-1 0 0,0 0 1 0 0,1 0-1 0 0,0 0 1 0 0,-1 0 0 0 0,1 0-1 0 0,-1 0 1 0 0,1 0-1 0 0,0-1 1 0 0,0 1 0 0 0,0 0-1 0 0,-1 0 1 0 0,1-1-1 0 0,0 1 1 0 0,0 0 0 0 0,0-1-1 0 0,0 1 1 0 0,0-1-1 0 0,2 1 1 0 0,4 1 565 0 0,0 0 0 0 0,0 0 0 0 0,0-1 0 0 0,0 0 0 0 0,0 0 0 0 0,1-1 0 0 0,10-1 0 0 0,52-8 319 0 0,-47 6-1551 0 0,10-2-1417 0 0,-1 1 0 0 0,1 2 0 0 0,47 3-1 0 0,-72 0-640 0 0</inkml:trace>
</inkml:ink>
</file>

<file path=ppt/ink/ink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2:09.434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1 58 3916 0 0,'0'-13'1838'0'0,"-1"8"-1342"0"0,1 0-1 0 0,0 0 1 0 0,0 0-1 0 0,1 0 1 0 0,15-15 6704 0 0,-15 21-6855 0 0,16 2 3018 0 0,-3 2-3320 0 0,0 1-1 0 0,0-1 1 0 0,-1 2 0 0 0,1 0-1 0 0,-1 1 1 0 0,-1 0-1 0 0,0 1 1 0 0,0 0 0 0 0,-1 1-1 0 0,0 0 1 0 0,0 1 0 0 0,-1 0-1 0 0,-1 1 1 0 0,0 0-1 0 0,0 1 1 0 0,8 16 0 0 0,-6-8-254 0 0,-1 1 1 0 0,-1 0-1 0 0,0 1 1 0 0,-2 0-1 0 0,-1 1 1 0 0,-1-1-1 0 0,0 1 1 0 0,-2 0-1 0 0,0 36 1 0 0,-4-39-715 0 0,-1 0 0 0 0,-1 0 0 0 0,0 0 1 0 0,-2-1-1 0 0,-13 37 0 0 0,14-46-166 0 0,-1-1-1 0 0,-10 18 1 0 0,3-10 791 0 0,-1-1 0 0 0,0 0 0 0 0,-1-1 0 0 0,-18 15 0 0 0,11-12-2353 0 0</inkml:trace>
</inkml:ink>
</file>

<file path=ppt/ink/ink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2:09.822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0 2 3456 0 0,'23'-2'12068'0'0,"-4"11"-11321"0"0,-1 0 0 0 0,0 2 1 0 0,-1 0-1 0 0,-1 0 1 0 0,17 16-1 0 0,71 74-1095 0 0,-81-76-31 0 0,-1 1 1 0 0,-2 1-1 0 0,0 1 0 0 0,-2 0 0 0 0,15 33 0 0 0,-19-32-744 0 0,-2 1-1 0 0,-1 1 0 0 0,-1 0 1 0 0,-2 0-1 0 0,6 45 0 0 0,-10-39-25 0 0,0 53-1 0 0,-5-61 1175 0 0,-1 1 0 0 0,-2-1 1 0 0,0 0-1 0 0,-2 0 1 0 0,-1-1-1 0 0,-2 0 0 0 0,0 0 1 0 0,-15 28-1 0 0,-58 104 0 0 0,59-120 536 0 0,-53 69 1 0 0,74-107-281 0 0,-9 13 850 0 0,11-15-1071 0 0,-1 1 0 0 0,1-1 0 0 0,0 1-1 0 0,-1-1 1 0 0,1 0 0 0 0,0 1 0 0 0,-1-1-1 0 0,1 1 1 0 0,0-1 0 0 0,0 1-1 0 0,0-1 1 0 0,-1 1 0 0 0,1-1 0 0 0,0 1-1 0 0,0-1 1 0 0,0 1 0 0 0,0 0 0 0 0,0-1-1 0 0,0 1 1 0 0,0-1 0 0 0,0 1 0 0 0,0-1-1 0 0,1 1 1 0 0,-1 0 0 0 0</inkml:trace>
</inkml:ink>
</file>

<file path=ppt/ink/ink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2:10.007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1 54 6220 0 0,'1'-18'9730'0'0,"1"15"-9550"0"0,-1-2 0 0 0,4-10 3170 0 0,-2 12-3350 0 0,-1-2 0 0 0,0 2 0 0 0,-1 1 0 0 0,1 4 0 0 0,-4 1 0 0 0</inkml:trace>
</inkml:ink>
</file>

<file path=ppt/ink/ink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2:10.768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240 36 2072 0 0,'-23'-35'15946'0'0,"21"35"-15625"0"0,1 0-219 0 0,0 0 0 0 0,0 1 0 0 0,0-1 0 0 0,0 0 0 0 0,0 1 0 0 0,0-1 0 0 0,0 1 0 0 0,0-1 0 0 0,0 1-1 0 0,0 0 1 0 0,0 0 0 0 0,-4 4-86 0 0,0 0-1 0 0,1 0 0 0 0,0 0 1 0 0,0 1-1 0 0,0-1 0 0 0,-4 9 0 0 0,-17 41-32 0 0,16-34 25 0 0,-13 34-555 0 0,2 2 0 0 0,3 0 0 0 0,-19 111-1 0 0,2 182-7129 0 0,28-185 5372 0 0,7-77 2542 0 0,3 0 0 0 0,22 121 0 0 0,-18-170-10 0 0,2-1 1 0 0,1-1-1 0 0,32 72 0 0 0,-30-85 2024 0 0,24 37 0 0 0,-36-60-2032 0 0,0 0 0 0 0,-1 0 0 0 0,1 0 1 0 0,0 0-1 0 0,0 0 0 0 0,0 0 0 0 0,0 0 0 0 0,0 0 0 0 0,0 0 0 0 0,2 0 0 0 0,-3-1-100 0 0,1 1-1 0 0,-1-1 1 0 0,1 0 0 0 0,-1 0-1 0 0,1 0 1 0 0,-1 0-1 0 0,1 0 1 0 0,-1 0-1 0 0,1 0 1 0 0,-1 0-1 0 0,1 0 1 0 0,-1 0-1 0 0,1 0 1 0 0,-1 0-1 0 0,1 0 1 0 0,-1 0 0 0 0,1 0-1 0 0,-1-1 1 0 0,0 1-1 0 0,1 0 1 0 0,1-1-158 0 0,-1-1 1 0 0,0 1-1 0 0,1 0 1 0 0,-1-1 0 0 0,0 1-1 0 0,0-1 1 0 0,0 1-1 0 0,0-1 1 0 0,0 1-1 0 0,0-1 1 0 0,-1 0 0 0 0,1 1-1 0 0,0-3 1 0 0,2-6 1136 0 0</inkml:trace>
</inkml:ink>
</file>

<file path=ppt/ink/ink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2:12.806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1 83 3224 0 0,'20'-29'9405'0'0,"-2"3"-4139"0"0,1 2-3501 0 0,-18 24-1765 0 0,-1 0 0 0 0,0 0 0 0 0,0-1 0 0 0,0 1 0 0 0,1 0 0 0 0,-1 0 0 0 0,0-1 0 0 0,0 1 0 0 0,1 0 0 0 0,-1 0 0 0 0,0 0 0 0 0,0-1 0 0 0,1 1 0 0 0,-1 0 0 0 0,0 0 0 0 0,1 0 0 0 0,-1 0 0 0 0,0 0 0 0 0,1 0 0 0 0,-1 0 0 0 0,0 0 0 0 0,1 0 0 0 0,-1-1 0 0 0,0 1 0 0 0,0 1 0 0 0,1-1 0 0 0,-1 0 0 0 0,0 0 0 0 0,1 0 0 0 0,-1 0 0 0 0,1 0 0 0 0,3 10 0 0 0,-3 15 0 0 0,-32 176 0 0 0,20-144 0 0 0,6-31 0 0 0,-10 76 0 0 0,15-92 0 0 0,-1 1 0 0 0,1-1 0 0 0,1 1 0 0 0,0-1 0 0 0,0 0 0 0 0,1 1 0 0 0,5 14 0 0 0,-6-21-69 0 0,1-1 1 0 0,-1 0-1 0 0,1 1 0 0 0,0-1 0 0 0,0 0 1 0 0,2 3-1 0 0,4 0-466 0 0</inkml:trace>
</inkml:ink>
</file>

<file path=ppt/ink/ink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2:12.982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0 152 3916 0 0,'7'-20'7002'0'0,"-4"18"-6306"0"0,5-5 2409 0 0,1-1-2455 0 0,0 0-1 0 0,1 1 1 0 0,0 0 0 0 0,0 1-1 0 0,0 0 1 0 0,1 1 0 0 0,19-7-1 0 0,83-20-977 0 0,-109 31 400 0 0,-1 0-74 0 0,104-22 18 0 0,-87 20-57 0 0,0 1 1 0 0,0 0-1 0 0,28 3 1 0 0,-46-1-52 0 0,0 0-1 0 0,0 0 1 0 0,0 0-1 0 0,0 1 1 0 0,0-1 0 0 0,0 1-1 0 0,-1-1 1 0 0,1 1 0 0 0,0 0-1 0 0,0-1 1 0 0,0 1-1 0 0,-1 0 1 0 0,1 0 0 0 0,2 3-1 0 0,1 5-3130 0 0</inkml:trace>
</inkml:ink>
</file>

<file path=ppt/ink/ink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2:13.153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1 121 4836 0 0,'11'-8'3183'0'0,"0"2"-2923"0"0,2-1-208 0 0,-2 3 923 0 0,7-5 2943 0 0,-6 6-3774 0 0,7-2 3433 0 0,12-3-3417 0 0,11-3 1842 0 0,8-4-1732 0 0,2 2-1018 0 0,-5 2 1208 0 0,-7 1-1629 0 0,-6 4 1333 0 0,-6 3-2595 0 0,-2 1 2527 0 0,-5 4-4765 0 0</inkml:trace>
</inkml:ink>
</file>

<file path=ppt/ink/ink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2:13.537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46 71 3224 0 0,'1'-10'1313'0'0,"0"1"0"0"0,1-1 0 0 0,9-32 11367 0 0,-16 49-12863 0 0,-3 6 183 0 0,0 0 0 0 0,1 0 0 0 0,1 1 0 0 0,0 0 0 0 0,1 0 0 0 0,-4 20 0 0 0,7-24 0 0 0,0-1 0 0 0,1 1 0 0 0,0-1 0 0 0,0 1 0 0 0,1-1 0 0 0,1 1 0 0 0,0 0 0 0 0,0-1 0 0 0,0 1 0 0 0,1-1 0 0 0,4 11 0 0 0,-5-17-2 0 0,0-1 0 0 0,0 0 0 0 0,0 0-1 0 0,0 1 1 0 0,1-1 0 0 0,-1 0 0 0 0,0 0 0 0 0,1 0-1 0 0,0 0 1 0 0,-1 0 0 0 0,1-1 0 0 0,0 1 0 0 0,0 0 0 0 0,0-1-1 0 0,0 0 1 0 0,0 1 0 0 0,5 1 0 0 0,-4-2 10 0 0,0 0 0 0 0,1-1 0 0 0,-1 1 0 0 0,0-1 1 0 0,1 1-1 0 0,-1-1 0 0 0,0 0 0 0 0,1 0 0 0 0,-1-1 1 0 0,0 1-1 0 0,7-2 0 0 0,2-3-134 0 0,1 1-1 0 0,0-2 1 0 0,-1 0 0 0 0,0 0 0 0 0,15-12-1 0 0,70-57-8010 0 0,-104 83 9008 0 0,0 0 0 0 0,0 0 0 0 0,1 1 0 0 0,0 0 0 0 0,0 0 0 0 0,-7 20 0 0 0,7-17-355 0 0,2 1 1 0 0,-1 0 0 0 0,-2 16-1 0 0,6-22-1007 0 0,0 1-1 0 0,0-1 0 0 0,1 14 0 0 0,0 17-2306 0 0,-2-26 322 0 0</inkml:trace>
</inkml:ink>
</file>

<file path=ppt/ink/ink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2:13.798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1 93 3916 0 0,'0'-9'4561'0'0,"0"8"-4447"0"0,15-7 5961 0 0,9 1-934 0 0,-12 4-5288 0 0,115-7 147 0 0,-2 1 0 0 0,-16-8 47 0 0,-28 4-1529 0 0,84-2 1 0 0,-150 15-103 0 0,25 3-1 0 0,-17 0-2120 0 0</inkml:trace>
</inkml:ink>
</file>

<file path=ppt/ink/ink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2:14.130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39 26 2532 0 0,'19'-26'16928'0'0,"-19"27"-16728"0"0,1 1-200 0 0,0-1 0 0 0,0 1 0 0 0,0 0 0 0 0,0 0 0 0 0,-1 0 0 0 0,1 0 0 0 0,-1 0 0 0 0,1 0 0 0 0,-1 0 0 0 0,1 0 0 0 0,-1 3 0 0 0,-1 26 0 0 0,1-21 0 0 0,-3 48 0 0 0,-3 1 0 0 0,-2-1 0 0 0,-23 87 0 0 0,26-129-32 0 0,1-1 0 0 0,1 0 1 0 0,1 1-1 0 0,-1 26 0 0 0</inkml:trace>
</inkml:ink>
</file>

<file path=ppt/ink/ink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2:14.312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1 143 5068 0 0,'2'-21'8354'0'0,"-1"19"-8264"0"0,-1 0-1 0 0,1 0 1 0 0,-1 0 0 0 0,1 0-1 0 0,0 1 1 0 0,0-1-1 0 0,0 0 1 0 0,0 1-1 0 0,0-1 1 0 0,0 1-1 0 0,1-1 1 0 0,-1 1-1 0 0,0-1 1 0 0,1 1-1 0 0,1-1 1 0 0,12-6 3621 0 0,33-10-2567 0 0,45-14-1194 0 0,-93 32 50 0 0,139-31 0 0 0,-121 29 0 0 0,-1 0 0 0 0,0 1 0 0 0,0 1 0 0 0,1 0 0 0 0,-1 1 0 0 0,20 4 0 0 0,-21 0-470 0 0,-2 3-1881 0 0</inkml:trace>
</inkml:ink>
</file>

<file path=ppt/ink/ink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2:14.491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0 62 3684 0 0,'5'2'1166'0'0,"0"-1"0"0"0,-1 0 0 0 0,1-1 0 0 0,-1 1 0 0 0,1-1 0 0 0,0 0 1 0 0,-1 0-1 0 0,1 0 0 0 0,0-1 0 0 0,6-1 0 0 0,4 0-828 0 0,34-5 1154 0 0,66-18 1 0 0,4-1-2037 0 0,-101 23-350 0 0,-3 3 495 0 0</inkml:trace>
</inkml:ink>
</file>

<file path=ppt/ink/ink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2:15.062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91 1 460 0 0,'-2'17'19200'0'0,"-13"5"-19200"0"0,5-9 0 0 0,1 1 0 0 0,0 1 0 0 0,1 0 0 0 0,-12 28 0 0 0,20-42 0 0 0,-1 0 0 0 0,1 0 0 0 0,0 0 0 0 0,0 1 0 0 0,0-1 0 0 0,0 0 0 0 0,0 0 0 0 0,0 0 0 0 0,0 0 0 0 0,0 1 0 0 0,0-1 0 0 0,1 0 0 0 0,-1 0 0 0 0,0 0 0 0 0,1 0 0 0 0,-1 0 0 0 0,1 0 0 0 0,-1 0 0 0 0,1 0 0 0 0,-1 0 0 0 0,2 2 0 0 0,-1-2 0 0 0,1 0 0 0 0,-1 1 0 0 0,1-1 0 0 0,0 0 0 0 0,0 1 0 0 0,-1-1 0 0 0,1 0 0 0 0,0 0 0 0 0,0 0 0 0 0,3 0 0 0 0,-4 0 0 0 0,-1-1 0 0 0,1 1 0 0 0,0-1 0 0 0,-1 1 0 0 0,1-1 0 0 0,-1 1 0 0 0,1 0 0 0 0,-1-1 0 0 0,0 1 0 0 0,1 0 0 0 0,-1-1 0 0 0,1 1 0 0 0,-1 0 0 0 0,0 0 0 0 0,0-1 0 0 0,0 1 0 0 0,1 0 0 0 0,-1 0 0 0 0,0 1 0 0 0,2 20 0 0 0,-2-16 0 0 0,0-4 1 0 0,1 0 1 0 0,-1 0-1 0 0,0 0 0 0 0,1 0 0 0 0,-1-1 1 0 0,1 1-1 0 0,-1 0 0 0 0,1 0 0 0 0,0-1 0 0 0,0 1 1 0 0,0 0-1 0 0,0-1 0 0 0,0 1 0 0 0,0-1 0 0 0,2 2 1 0 0,-2-2-5 0 0,0 0 0 0 0,1 0 0 0 0,-1 0 0 0 0,0-1 0 0 0,0 1 0 0 0,0-1 0 0 0,1 1 1 0 0,-1-1-1 0 0,0 1 0 0 0,1-1 0 0 0,-1 0 0 0 0,0 0 0 0 0,1 0 0 0 0,-1 0 0 0 0,1 0 0 0 0,1 0 0 0 0,1 0-22 0 0,-1-1-1 0 0,0 0 0 0 0,1 0 1 0 0,-1 0-1 0 0,0 0 0 0 0,0-1 1 0 0,0 1-1 0 0,0-1 0 0 0,0 0 0 0 0,0 0 1 0 0,0 0-1 0 0,-1 0 0 0 0,1-1 1 0 0,-1 1-1 0 0,3-4 0 0 0,6-10 615 0 0,5-7-2698 0 0,-15 22 1938 0 0,0-1 1 0 0,1 1 0 0 0,-1 0-1 0 0,0 0 1 0 0,0 0 0 0 0,0 0-1 0 0,1 0 1 0 0,-1 0 0 0 0,1 0-1 0 0,-1 0 1 0 0,1 1 0 0 0,2-2-1 0 0,-3 2-105 0 0,-1 0 0 0 0,1 0 0 0 0,0 0 0 0 0,0 0 0 0 0,-1 0 0 0 0,1 0-1 0 0,0 0 1 0 0,-1 0 0 0 0,1 0 0 0 0,0 0 0 0 0,-1 0 0 0 0,1 1 0 0 0,-1-1 0 0 0,5 3-1657 0 0,4 12 182 0 0,-7-9 1876 0 0,0 1-1 0 0,0 0 1 0 0,0 8 0 0 0,-2-13-287 0 0,1 3 165 0 0,-1 0-1 0 0,0 0 1 0 0,0 0-1 0 0,-1 0 1 0 0,0 0-1 0 0,1 0 1 0 0,-2 0-1 0 0,1 0 1 0 0,0 0-1 0 0,-1 0 0 0 0,0-1 1 0 0,0 1-1 0 0,-1-1 1 0 0,1 1-1 0 0,-1-1 1 0 0,0 0-1 0 0,0 0 1 0 0,0 0-1 0 0,-1 0 1 0 0,1-1-1 0 0,-1 1 1 0 0,0-1-1 0 0,0 0 1 0 0,-5 3-1 0 0,4-3 14 0 0,-1 1-1 0 0,0-1 1 0 0,-1 0-1 0 0,1 0 1 0 0,0-1 0 0 0,-1 0-1 0 0,0 0 1 0 0,1 0-1 0 0,-1-1 1 0 0,0 0 0 0 0,0 0-1 0 0,0-1 1 0 0,0 0 0 0 0,1 0-1 0 0,-1 0 1 0 0,0-1-1 0 0,-9-2 1 0 0,14 2-63 0 0,-1 0 0 0 0,1 0 0 0 0,0 0 0 0 0,-1 0-1 0 0,1 0 1 0 0,0 0 0 0 0,0-1 0 0 0,0 1 0 0 0,0-1 0 0 0,0 1 0 0 0,-3-4 0 0 0,-3-5-2823 0 0</inkml:trace>
</inkml:ink>
</file>

<file path=ppt/ink/ink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2:15.201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1 132 5068 0 0,'5'-7'1134'0'0,"1"1"542"0"0,2 1-1676 0 0,-3 3 1934 0 0,6-3 1380 0 0,2-1-3062 0 0,8-5 2931 0 0,8-2-2719 0 0,2-4 2171 0 0,2 5-2635 0 0,-3-1 0 0 0,-4 1 0 0 0,0 4 0 0 0,-3 0 0 0 0,-4 2-1117 0 0</inkml:trace>
</inkml:ink>
</file>

<file path=ppt/ink/ink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2:15.561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185 165 3456 0 0,'0'-7'696'0'0,"-4"-69"2378"0"0,8 38 190 0 0,-2 32-1222 0 0,-1-1-1 0 0,1 1 0 0 0,4-10 0 0 0,-5 15-2000 0 0,-1 1 0 0 0,0-1 0 0 0,0 1 0 0 0,0-1 0 0 0,0 1 0 0 0,1 0 0 0 0,-1-1 1 0 0,0 1-1 0 0,0-1 0 0 0,1 1 0 0 0,-1 0 0 0 0,0-1 0 0 0,1 1 0 0 0,-1 0 0 0 0,0-1 0 0 0,1 1 0 0 0,-1 0 0 0 0,0 0 0 0 0,1-1 0 0 0,-1 1 0 0 0,1 0 1 0 0,4 6 128 0 0,-2 17-239 0 0,-5 108 79 0 0,-1-21-368 0 0,17 242-1272 0 0,-1 172-3662 0 0,-16-429 4503 0 0,-5-1 1 0 0,-4 1-1 0 0,-36 138 1 0 0,15-113 1344 0 0,-81 188 0 0 0,102-277 1101 0 0,10-21-2174 0 0</inkml:trace>
</inkml:ink>
</file>

<file path=ppt/ink/ink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2:15.838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47 89 6912 0 0,'4'-5'1988'0'0,"6"-10"1356"0"0,-7 12-3016 0 0,0-1 1 0 0,0 0-1 0 0,0 1 1 0 0,0-1-1 0 0,1 1 1 0 0,-1 0-1 0 0,1 0 1 0 0,0 0 0 0 0,-1 1-1 0 0,2-1 1 0 0,-1 1-1 0 0,0 0 1 0 0,6-2-1 0 0,5-2 1199 0 0,-3 2-1269 0 0,0 0 0 0 0,0 1 0 0 0,0 0 0 0 0,17-2 0 0 0,-29 5-258 0 0,1 0 0 0 0,0 0 0 0 0,0 0 0 0 0,0 0 0 0 0,0 0 0 0 0,0 0 0 0 0,-1 0 0 0 0,1 0 0 0 0,0 0 0 0 0,0 1 0 0 0,0-1 0 0 0,0 0 0 0 0,-1 1 0 0 0,1-1 0 0 0,0 0 0 0 0,0 1 0 0 0,1 0 0 0 0,-2-1 0 0 0,0 1 0 0 0,0-1 0 0 0,1 1 0 0 0,-1-1 0 0 0,0 0 0 0 0,0 1 0 0 0,0-1 0 0 0,0 1 0 0 0,0-1 0 0 0,0 1 0 0 0,0-1 0 0 0,1 1 0 0 0,-1-1 0 0 0,0 1 0 0 0,0-1 0 0 0,-1 0 0 0 0,1 1 0 0 0,0-1 0 0 0,0 1 0 0 0,0-1 0 0 0,0 1 0 0 0,0-1 0 0 0,-1 1 0 0 0,0 2 0 0 0,-1 0 0 0 0,1 0 0 0 0,-1-1 0 0 0,0 1 0 0 0,0-1 0 0 0,0 1 0 0 0,-4 3 0 0 0,-79 58-1566 0 0,61-48-239 0 0,2 0-1 0 0,-40 38 0 0 0,61-53 1615 0 0,0 1 1 0 0,-1-1-1 0 0,1 0 1 0 0,0 1-1 0 0,0-1 1 0 0,0 1-1 0 0,0-1 1 0 0,1 1-1 0 0,-1-1 1 0 0,0 1-1 0 0,1 0 1 0 0,-1-1-1 0 0,1 1 1 0 0,-1 0-1 0 0,1 2 0 0 0,0-3 166 0 0,0 0-1 0 0,1 0 0 0 0,-1 0 0 0 0,0-1 0 0 0,1 1 0 0 0,-1 0 1 0 0,0 0-1 0 0,1-1 0 0 0,-1 1 0 0 0,1 0 0 0 0,0-1 0 0 0,-1 1 1 0 0,1 0-1 0 0,-1-1 0 0 0,1 1 0 0 0,0-1 0 0 0,-1 1 0 0 0,1-1 1 0 0,0 0-1 0 0,0 1 0 0 0,-1-1 0 0 0,1 1 0 0 0,0-1 0 0 0,0 0 1 0 0,0 0-1 0 0,0 0 0 0 0,-1 1 0 0 0,1-1 0 0 0,0 0 0 0 0,0 0 1 0 0,0 0-1 0 0,0 0 0 0 0,1-1 0 0 0,27 1 142 0 0,1-2-1 0 0,-1-1 1 0 0,41-10 0 0 0,-30 5 44 0 0,18-2-724 0 0,-35 6-2577 0 0</inkml:trace>
</inkml:ink>
</file>

<file path=ppt/ink/ink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2:16.219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1 80 3456 0 0,'0'-2'465'0'0,"1"0"1"0"0,-1 1 0 0 0,1-1 0 0 0,0 1-1 0 0,-1-1 1 0 0,1 1 0 0 0,0 0 0 0 0,0-1-1 0 0,0 1 1 0 0,0 0 0 0 0,0 0-1 0 0,1-1 1 0 0,-1 1 0 0 0,0 0 0 0 0,0 0-1 0 0,1 0 1 0 0,-1 0 0 0 0,1 1 0 0 0,1-2-1 0 0,36-17 4724 0 0,-32 17-4198 0 0,12-5-937 0 0,-1 1 0 0 0,1 0 0 0 0,0 2 0 0 0,1 0 0 0 0,-1 1-1 0 0,1 1 1 0 0,0 1 0 0 0,-1 1 0 0 0,1 1 0 0 0,0 0 0 0 0,-1 2 0 0 0,30 7 0 0 0,-33-7-182 0 0,-1 0-335 0 0</inkml:trace>
</inkml:ink>
</file>

<file path=ppt/ink/ink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2:16.500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0 144 3916 0 0,'0'0'1'0'0,"2"-8"890"0"0,1 0 0 0 0,0 1-1 0 0,4-11 1 0 0,-5 16-588 0 0,-1-1-1 0 0,1 1 0 0 0,0 0 1 0 0,-1 0-1 0 0,1 0 0 0 0,0 0 1 0 0,0 0-1 0 0,0 0 0 0 0,1 0 1 0 0,-1 0-1 0 0,0 1 0 0 0,1-1 1 0 0,4-1-1 0 0,18-7 2187 0 0,99-37 2891 0 0,-109 42-5369 0 0,0 2 0 0 0,-1 0 1 0 0,1 0-1 0 0,0 2 0 0 0,1 0 0 0 0,24 1 0 0 0,-36 0-137 0 0,1 0 1 0 0,-1 1-1 0 0,0 0 0 0 0,1 0 0 0 0,-1 0 1 0 0,1 0-1 0 0,-1 1 0 0 0,0-1 0 0 0,0 1 1 0 0,0 0-1 0 0,0 1 0 0 0,0-1 0 0 0,0 0 1 0 0,-1 1-1 0 0,1 0 0 0 0,-1 0 0 0 0,0 0 1 0 0,0 1-1 0 0,0-1 0 0 0,0 1 0 0 0,0-1 1 0 0,-1 1-1 0 0,0 0 0 0 0,1 0 0 0 0,-2 0 1 0 0,1 0-1 0 0,0 0 0 0 0,-1 1 0 0 0,0-1 1 0 0,0 0-1 0 0,0 1 0 0 0,0-1 0 0 0,-1 1 1 0 0,1 5-1 0 0,-2 0-45 0 0,1-1-1 0 0,-2 1 1 0 0,1-1 0 0 0,-1 1 0 0 0,0-1 0 0 0,-1 0-1 0 0,0 0 1 0 0,-1 0 0 0 0,0 0 0 0 0,0 0-1 0 0,-1-1 1 0 0,0 0 0 0 0,0 0 0 0 0,-10 11-1 0 0,-10 8-702 0 0,0-1 1 0 0,-45 34-1 0 0,38-32 689 0 0,24-21 185 0 0,-47 42 33 0 0,48-41-25 0 0,0 0-1 0 0,0 0 0 0 0,1 0 0 0 0,-11 19 1 0 0,17-25 60 0 0,-1-1 1 0 0,0 1 0 0 0,1-1 0 0 0,-1 1-1 0 0,0 0 1 0 0,1-1 0 0 0,0 1 0 0 0,-1 0-1 0 0,1-1 1 0 0,0 1 0 0 0,0 0 0 0 0,0-1-1 0 0,0 1 1 0 0,0 0 0 0 0,1-1 0 0 0,-1 1-1 0 0,0 0 1 0 0,1-1 0 0 0,-1 1 0 0 0,1 0-1 0 0,0-1 1 0 0,-1 1 0 0 0,1-1 0 0 0,0 1-1 0 0,0-1 1 0 0,0 0 0 0 0,0 1 0 0 0,0-1 0 0 0,0 0-1 0 0,0 1 1 0 0,1-1 0 0 0,-1 0 0 0 0,0 0-1 0 0,1 0 1 0 0,-1 0 0 0 0,1-1 0 0 0,-1 1-1 0 0,3 1 1 0 0,4 1 598 0 0,1 1-1 0 0,-1-1 1 0 0,1-1 0 0 0,-1 1-1 0 0,1-2 1 0 0,10 2-1 0 0,58-1-336 0 0,-15-1-3385 0 0,-38 1-663 0 0</inkml:trace>
</inkml:ink>
</file>

<file path=ppt/ink/ink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2:16.783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57 27 4608 0 0,'-18'-27'12248'0'0,"12"38"-9960"0"0,0 3-2218 0 0,0-1 1 0 0,2 1-1 0 0,-1 0 0 0 0,2 1 0 0 0,0-1 0 0 0,0 0 0 0 0,0 26 0 0 0,3-19-79 0 0,1 0 0 0 0,0 0 0 0 0,2 0 0 0 0,9 37 0 0 0,-6-36 3 0 0,-1-5-27 0 0,-1 0 1 0 0,3 22-1 0 0,-8-24-77 0 0,-2-10-180 0 0</inkml:trace>
</inkml:ink>
</file>

<file path=ppt/ink/ink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2:16.909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1 111 1612 0 0,'5'-20'10355'0'0,"3"13"-6872"0"0,-2 3-2909 0 0,1-1-1 0 0,-1 1 1 0 0,1 0 0 0 0,0 0 0 0 0,0 1-1 0 0,0 0 1 0 0,8-3 0 0 0,57-12-1307 0 0,-46 11 1086 0 0,16-2-385 0 0,57-5 0 0 0,-65 12-290 0 0</inkml:trace>
</inkml:ink>
</file>

<file path=ppt/ink/ink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2:17.507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69 63 5068 0 0,'-4'-12'2589'0'0,"2"9"-2196"0"0,0-1 0 0 0,1 0 0 0 0,0 0 0 0 0,0 0 1 0 0,0-17 7312 0 0,3 13-5463 0 0,2 5-2367 0 0,2 10 336 0 0,23 58-212 0 0,38 123 0 0 0,-64-180 0 0 0,0 1 0 0 0,-1-1 0 0 0,-1 1 0 0 0,0 0 0 0 0,0 0 0 0 0,0 12 0 0 0,-1-18 0 0 0,-1 0 0 0 0,1 0 0 0 0,-1-1 0 0 0,1 1 0 0 0,-1 0 0 0 0,0-1 0 0 0,0 1 0 0 0,0-1 0 0 0,0 1 0 0 0,-1-1 0 0 0,1 1 0 0 0,-1-1 0 0 0,1 0 0 0 0,-1 0 0 0 0,0 0 0 0 0,0 0 0 0 0,0 0 0 0 0,0 0 0 0 0,0 0 0 0 0,0-1 0 0 0,0 1 0 0 0,-1-1 0 0 0,1 1 0 0 0,-4 0 0 0 0,1 0-1 0 0,0 0-1 0 0,1-1 1 0 0,-1 0-1 0 0,0 0 1 0 0,0 0-1 0 0,0 0 0 0 0,0-1 1 0 0,0 0-1 0 0,0 0 1 0 0,0 0-1 0 0,0-1 1 0 0,0 1-1 0 0,1-1 1 0 0,-11-3-1 0 0,12 3-1 0 0,0-1-1 0 0,0 1 1 0 0,0-1 0 0 0,0 1-1 0 0,0-1 1 0 0,1 0 0 0 0,-1 0-1 0 0,1 0 1 0 0,-1 0 0 0 0,1 0-1 0 0,-1-1 1 0 0,1 1-1 0 0,0-1 1 0 0,0 1 0 0 0,0-1-1 0 0,1 0 1 0 0,-1 0 0 0 0,1 0-1 0 0,-1 0 1 0 0,1 0 0 0 0,0 0-1 0 0,0 0 1 0 0,0-5-1 0 0,-1-11-62 0 0</inkml:trace>
</inkml:ink>
</file>

<file path=ppt/ink/ink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2:17.695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1 177 2992 0 0,'10'-14'7354'0'0,"-8"12"-6864"0"0,22-13 4046 0 0,-14 9-3295 0 0,114-74 2073 0 0,-107 70-3358 0 0,1 2-1 0 0,0 0 1 0 0,0 1-1 0 0,1 1 1 0 0,30-6-1 0 0,11 4 26 0 0,-53 8-38 0 0,1-1 0 0 0,-1 2 0 0 0,1-1 0 0 0,-1 1-1 0 0,15 3 1 0 0,-8 1-695 0 0</inkml:trace>
</inkml:ink>
</file>

<file path=ppt/ink/ink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2:17.897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88 39 4836 0 0,'-10'-16'14824'0'0,"7"13"-14824"0"0,-2-2 0 0 0,-1-2 0 0 0,-1 4 0 0 0,-3 0 0 0 0,1 1 0 0 0,-3 2 0 0 0,1 0-96 0 0,-3 2 192 0 0</inkml:trace>
</inkml:ink>
</file>

<file path=ppt/ink/ink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2:19.078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25 150 2992 0 0,'1'-3'673'0'0,"1"0"0"0"0,0 0-1 0 0,0 0 1 0 0,0 0 0 0 0,0 0 0 0 0,1 0 0 0 0,-1 1 0 0 0,1-1 0 0 0,3-2 0 0 0,29-20 6325 0 0,-23 17-7170 0 0,13-8 1857 0 0,53-25 0 0 0,-66 35-1717 0 0,0 2 0 0 0,0-1 0 0 0,0 2 0 0 0,1 0 0 0 0,-1 0-1 0 0,1 1 1 0 0,17 0 0 0 0,-28 2 32 0 0,1 0 0 0 0,-1 0 0 0 0,1 0 0 0 0,0 1 0 0 0,-1-1 0 0 0,1 1 0 0 0,-1-1 0 0 0,1 1 0 0 0,-1 0 0 0 0,1 0 0 0 0,-1 0 0 0 0,3 2 0 0 0,-4-2 0 0 0,0 0 0 0 0,-1-1 0 0 0,1 1 0 0 0,0 0 0 0 0,-1 0 0 0 0,1 0 0 0 0,-1-1 0 0 0,1 1 0 0 0,-1 0 0 0 0,1 0 0 0 0,-1 0 0 0 0,0 0 0 0 0,1 0 0 0 0,-1 0 0 0 0,0 0 0 0 0,0 0 0 0 0,0 0 0 0 0,1 0 0 0 0,-1 0 0 0 0,0 0 0 0 0,0 0 0 0 0,-1 0 0 0 0,1 0 0 0 0,0 0 0 0 0,0 0 0 0 0,0 0 0 0 0,-1 0 0 0 0,1 0 0 0 0,0 0 0 0 0,-1 0 0 0 0,1 0 0 0 0,-1 0 0 0 0,1-1 0 0 0,-2 2 0 0 0,-2 4 4 0 0,0 0 0 0 0,0-1-1 0 0,0 1 1 0 0,-1-1-1 0 0,0 0 1 0 0,0-1 0 0 0,-8 6-1 0 0,-44 27-330 0 0,39-27-122 0 0,-27 15-475 0 0,29-17-404 0 0,0 1 0 0 0,1 0 0 0 0,-20 16 0 0 0,35-25 1339 0 0,-1 0 1 0 0,1 0 0 0 0,0 1 0 0 0,0-1-1 0 0,-1 0 1 0 0,1 0 0 0 0,0 1-1 0 0,0-1 1 0 0,-1 0 0 0 0,1 0 0 0 0,0 1-1 0 0,0-1 1 0 0,0 0 0 0 0,0 0-1 0 0,0 1 1 0 0,-1-1 0 0 0,1 0 0 0 0,0 1-1 0 0,0-1 1 0 0,0 0 0 0 0,0 1 0 0 0,0-1-1 0 0,0 0 1 0 0,0 1 0 0 0,0-1-1 0 0,0 0 1 0 0,0 0 0 0 0,0 1 0 0 0,0 0-1 0 0,8 5 1613 0 0,18 0 1633 0 0,-22-6-3123 0 0,14 4 159 0 0,0 1 1 0 0,0 0-1 0 0,0 1 0 0 0,-1 1 0 0 0,25 13 0 0 0,-34-16-303 0 0,-1 1 0 0 0,1 0 0 0 0,-1 0-1 0 0,0 0 1 0 0,0 1 0 0 0,-1 0 0 0 0,0 1 0 0 0,0-1 0 0 0,0 1 0 0 0,-1 0 0 0 0,0 1-1 0 0,0-1 1 0 0,6 14 0 0 0,-10-18-5 0 0,0 0-1 0 0,0 0 1 0 0,0 1-1 0 0,0-1 0 0 0,-1 0 1 0 0,0 1-1 0 0,1-1 1 0 0,-1 0-1 0 0,0 1 1 0 0,-1-1-1 0 0,1 0 0 0 0,0 1 1 0 0,-1-1-1 0 0,0 0 1 0 0,0 1-1 0 0,-2 3 1 0 0,1-2 6 0 0,-1-1 0 0 0,1 1 1 0 0,-1-1-1 0 0,0 0 0 0 0,-1 0 1 0 0,1 0-1 0 0,-1 0 1 0 0,0 0-1 0 0,-7 5 0 0 0,1-2-68 0 0,-1 0-1 0 0,0-1 0 0 0,-1 0 0 0 0,0-1 0 0 0,0 0 1 0 0,0-1-1 0 0,-23 5 0 0 0,20-6 108 0 0,0-1-1 0 0,0 0 1 0 0,-1-2-1 0 0,-21-1 1 0 0,31 1 11 0 0,0-1 0 0 0,-1 0 0 0 0,1 0 0 0 0,0 0 0 0 0,0-1 0 0 0,0 0 0 0 0,0 0 0 0 0,1-1 0 0 0,-1 0 0 0 0,1 0 0 0 0,-1 0 0 0 0,1-1 0 0 0,-8-6 0 0 0,9 5-239 0 0,1 1-1 0 0,-1-1 1 0 0,1 0 0 0 0,0-1 0 0 0,0 1-1 0 0,-2-7 1 0 0</inkml:trace>
</inkml:ink>
</file>

<file path=ppt/ink/ink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2:19.251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0 27 3224 0 0,'2'0'5787'0'0,"17"-2"1389"0"0,121-8-3492 0 0,-29 1-3895 0 0,-75 7-137 0 0,87-2 851 0 0,-41 6-5145 0 0,-59 0 1391 0 0</inkml:trace>
</inkml:ink>
</file>

<file path=ppt/ink/ink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2:20.090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226 75 432 0 0,'-25'-22'17142'0'0,"23"18"-16223"0"0,1-5 248 0 0,0 8-1167 0 0,1 1 0 0 0,9 0 0 0 0,10-1 0 0 0,-18 0 0 0 0,0 1 0 0 0,1-1 0 0 0,-1 1 0 0 0,0-1 0 0 0,0 1 0 0 0,0-1 0 0 0,0 1 0 0 0,0-1 0 0 0,0 0 0 0 0,0 0 0 0 0,0 0 0 0 0,0 0 0 0 0,0 1 0 0 0,0-1 0 0 0,-1 0 0 0 0,1 0 0 0 0,0-1 0 0 0,0 1 0 0 0,-1 0 0 0 0,1 0 0 0 0,-1 0 0 0 0,1 0 0 0 0,-1 0 0 0 0,0-1 0 0 0,1 1 0 0 0,-1 0 0 0 0,0 0 0 0 0,0-1 0 0 0,0 1 0 0 0,0 0 0 0 0,0-1 0 0 0,0-1 0 0 0,-1 3 0 0 0,1-1 0 0 0,-1 1 0 0 0,1 0 0 0 0,-1-1 0 0 0,1 1 0 0 0,-1 0 0 0 0,1 0 0 0 0,-1-1 0 0 0,0 1 0 0 0,1 0 0 0 0,-1 0 0 0 0,1 0 0 0 0,-1 0 0 0 0,1 0 0 0 0,-1 0 0 0 0,0 0 0 0 0,1 0 0 0 0,-1 0 0 0 0,1 0 0 0 0,-1 0 0 0 0,0 0 0 0 0,1 0 0 0 0,-1 0 0 0 0,1 1 0 0 0,-1-1 0 0 0,1 0 0 0 0,-1 0 0 0 0,0 1 0 0 0,1-1 0 0 0,-1 0 0 0 0,0 1 0 0 0,-17 12 0 0 0,16-12 0 0 0,-4 5-1356 0 0,18-10 732 0 0,-13 5 744 0 0,1 1-1 0 0,-1-1 1 0 0,1 0 0 0 0,-1 0-1 0 0,1 0 1 0 0,0 0 0 0 0,0 1-1 0 0,-1-1 1 0 0,1 0 0 0 0,0 0-1 0 0,0 1 1 0 0,0-1 0 0 0,0 0-1 0 0,0 0 1 0 0,1 1 0 0 0,-1-1-1 0 0,1 2 1 0 0,6 17-294 0 0,27 56-6302 0 0,0 2 1140 0 0,-25-63 5336 0 0,-7-13 0 0 0,-1 0 0 0 0,1 0 1 0 0,-1 1-1 0 0,0-1 0 0 0,1 0 1 0 0,-1 1-1 0 0,0-1 0 0 0,-1 1 0 0 0,1 0 1 0 0,0-1-1 0 0,-1 1 0 0 0,1-1 1 0 0,-1 1-1 0 0,0 0 0 0 0,0-1 0 0 0,0 1 1 0 0,0 2-1 0 0,-2 2 107 0 0,-1 0 0 0 0,0 0-1 0 0,0-1 1 0 0,0 0 0 0 0,0 1 0 0 0,-1-1 0 0 0,0-1-1 0 0,-1 1 1 0 0,1 0 0 0 0,-1-1 0 0 0,-6 6 0 0 0,0-1 74 0 0,0-1 0 0 0,-1-1 0 0 0,0 1 1 0 0,-20 9-1 0 0,25-15-151 0 0,1 0 1 0 0,-1-1-1 0 0,1 1 0 0 0,-1-1 0 0 0,0-1 1 0 0,0 0-1 0 0,0 0 0 0 0,0 0 1 0 0,0-1-1 0 0,0 1 0 0 0,0-2 1 0 0,-9 0-1 0 0,12 0-81 0 0,-1 0 0 0 0,1 0 1 0 0,0 0-1 0 0,0-1 0 0 0,0 1 0 0 0,0-1 1 0 0,0 0-1 0 0,0 0 0 0 0,1-1 1 0 0,-1 1-1 0 0,1-1 0 0 0,-1 1 0 0 0,1-1 1 0 0,0 0-1 0 0,0 0 0 0 0,0-1 1 0 0,0 1-1 0 0,1-1 0 0 0,0 1 0 0 0,-4-9 1 0 0,-1-5-3324 0 0</inkml:trace>
</inkml:ink>
</file>

<file path=ppt/ink/ink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2:20.246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0 156 3456 0 0,'11'-5'1193'0'0,"1"-2"257"0"0,-3 4-1450 0 0,0 0 2295 0 0,-1 0-2087 0 0,3-1 2521 0 0,10-4-2489 0 0,13-6 3421 0 0,10-4-2909 0 0,3-2-590 0 0,0 1 710 0 0,-5 3-1580 0 0,-7 3 1124 0 0,-6 3-2022 0 0,-4 2 1914 0 0,-6 5-1274 0 0,-3 1-459 0 0,-6 4 202 0 0</inkml:trace>
</inkml:ink>
</file>

<file path=ppt/ink/ink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2:20.448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1246 4 7140 0 0,'-13'-3'6868'0'0,"12"4"-6623"0"0,-19 7 1624 0 0,11-4-873 0 0,-148 62 1155 0 0,-72 51-5587 0 0,200-102 3103 0 0,-324 158-7101 0 0,-19-32 5362 0 0,309-121-150 0 0</inkml:trace>
</inkml:ink>
</file>

<file path=ppt/ink/ink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2:20.841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1115 175 2532 0 0,'8'-27'2964'0'0,"7"-47"1"0"0,-15 70-2373 0 0,0 0 0 0 0,-1 0 1 0 0,1 0-1 0 0,-1 0 0 0 0,0 0 1 0 0,0 0-1 0 0,0 0 1 0 0,0 0-1 0 0,-1 0 0 0 0,1 1 1 0 0,-1-1-1 0 0,0 0 0 0 0,0 1 1 0 0,-1-1-1 0 0,-2-3 0 0 0,3 6-524 0 0,1 0 0 0 0,0 0-1 0 0,0 0 1 0 0,-1 1 0 0 0,1-1 0 0 0,0 0-1 0 0,-1 1 1 0 0,1-1 0 0 0,0 1 0 0 0,-1-1-1 0 0,1 1 1 0 0,-1 0 0 0 0,1 0 0 0 0,-1-1-1 0 0,1 1 1 0 0,-1 0 0 0 0,1 0-1 0 0,-1 1 1 0 0,1-1 0 0 0,0 0 0 0 0,-1 0-1 0 0,1 1 1 0 0,-1-1 0 0 0,1 1 0 0 0,-1-1-1 0 0,-1 2 1 0 0,-3 1-89 0 0,0 0-1 0 0,0 1 1 0 0,1 0 0 0 0,-8 7-1 0 0,-12 12-66 0 0,2 2 1 0 0,0 1-1 0 0,-23 34 0 0 0,6-7-679 0 0,-25 31-24 0 0,-115 136-5808 0 0,139-175 5914 0 0,-1-2-1 0 0,-81 63 1 0 0,-10-15 951 0 0,108-77-215 0 0,-1 0 1 0 0,0-2-1 0 0,-44 14 1 0 0,-69 6 119 0 0,127-30-3487 0 0</inkml:trace>
</inkml:ink>
</file>

<file path=ppt/ink/ink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2:21.252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66 41 2764 0 0,'12'-27'17291'0'0,"2"25"-17686"0"0,32-3 395 0 0,43-1 0 0 0,-120 23-96 0 0,-10 2 109 0 0,-31 15 9 0 0,62-28-10 0 0,0 0 0 0 0,1 0 1 0 0,0 1-1 0 0,-17 16 0 0 0,25-21-12 0 0,-1-1 0 0 0,0 2 0 0 0,0-1 0 0 0,1 0 0 0 0,0 0 0 0 0,-1 0 0 0 0,1 1 0 0 0,0-1 0 0 0,0 0 0 0 0,0 1 0 0 0,0-1 0 0 0,0 1 0 0 0,1-1 0 0 0,-1 1 0 0 0,1 0 0 0 0,0 4 0 0 0,0-6 0 0 0,0 1 0 0 0,1-1 0 0 0,-1 0 0 0 0,1 1 0 0 0,-1-1 0 0 0,1 1 0 0 0,-1-1 0 0 0,1 0 0 0 0,0 1 0 0 0,0-1 0 0 0,0 0 0 0 0,0 0 0 0 0,0 0 0 0 0,0 1 0 0 0,0-1 0 0 0,0 0 0 0 0,0 0 0 0 0,0-1 0 0 0,1 1 0 0 0,-1 0 0 0 0,0 0 0 0 0,1-1 0 0 0,-1 1 0 0 0,1 0 0 0 0,-1-1 0 0 0,0 0 0 0 0,1 1 0 0 0,-1-1 0 0 0,1 0 0 0 0,1 1 0 0 0,12 1 20 0 0,0-1-1 0 0,0 0 1 0 0,0-1-1 0 0,21-3 1 0 0,61-12-728 0 0,-54 7-1253 0 0,-1 1-1069 0 0</inkml:trace>
</inkml:ink>
</file>

<file path=ppt/ink/ink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2:21.593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39 377 3224 0 0,'3'-15'2703'0'0,"0"0"1"0"0,1 1 0 0 0,0-1-1 0 0,2 1 1 0 0,7-16-1 0 0,4-11-2488 0 0,-1 0-215 0 0,-2 1 0 0 0,-1-2 0 0 0,6-42 0 0 0,-16 58 0 0 0,-4 56-356 0 0,-2-1 0 0 0,-7 34 0 0 0,-18 62-4524 0 0,26-115 4527 0 0,-22 89-967 0 0,-43 115 0 0 0,48-167-2503 0 0</inkml:trace>
</inkml:ink>
</file>

<file path=ppt/ink/ink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2:24.041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1764 594 1380 0 0,'15'-4'2869'0'0,"-1"-1"0"0"0,15-8 0 0 0,-17 7-1794 0 0,0-1 0 0 0,0 0-1 0 0,0-1 1 0 0,-1 0 0 0 0,0-1 0 0 0,0 0 0 0 0,-1-1-1 0 0,12-15 1 0 0,-19 21-1075 0 0,0 0 0 0 0,0-1 0 0 0,-1 1 0 0 0,0-1 0 0 0,0 1 0 0 0,0-1 0 0 0,0 0 0 0 0,-1 1 0 0 0,1-1 0 0 0,-1 0 0 0 0,-1 0 0 0 0,1 0 0 0 0,-1-6 0 0 0,0 7 0 0 0,0 0 0 0 0,-1 0 0 0 0,1 0 0 0 0,-1 0 0 0 0,0 0 0 0 0,0 0 0 0 0,-1 0 0 0 0,1 1 0 0 0,-1-1 0 0 0,0 0 0 0 0,0 1 0 0 0,0-1 0 0 0,0 1 0 0 0,-1 0 0 0 0,1 0 0 0 0,-6-5 0 0 0,-23-19 0 0 0,-2 2 0 0 0,-61-37 0 0 0,64 45-617 0 0,-2 2 1 0 0,1 2-1 0 0,-2 0 0 0 0,0 3 0 0 0,-46-10 0 0 0,-172-17-6076 0 0,193 32 5933 0 0,0 3-1 0 0,0 3 0 0 0,-58 7 1 0 0,27 5 898 0 0,-108 29 0 0 0,158-31-105 0 0,0 2 1 0 0,1 2-1 0 0,1 1 1 0 0,0 2-1 0 0,1 2 1 0 0,-54 39-1 0 0,60-38 170 0 0,-97 73 609 0 0,94-67-409 0 0,-49 50 1 0 0,69-62-314 0 0,0 0 1 0 0,1 0 0 0 0,1 1-1 0 0,1 1 1 0 0,0 0 0 0 0,1 1-1 0 0,1-1 1 0 0,0 2-1 0 0,-9 35 1 0 0,15-44-60 0 0,0 0-1 0 0,1 0 0 0 0,0 1 1 0 0,0-1-1 0 0,1 0 1 0 0,1 1-1 0 0,-1-1 1 0 0,2 0-1 0 0,-1 1 0 0 0,2-1 1 0 0,-1 0-1 0 0,1 0 1 0 0,1-1-1 0 0,0 1 1 0 0,0-1-1 0 0,1 1 0 0 0,0-1 1 0 0,0-1-1 0 0,1 1 1 0 0,8 8-1 0 0,-2-4 143 0 0,0-2 1 0 0,1 1-1 0 0,0-2 0 0 0,1 0 0 0 0,0 0 0 0 0,17 8 0 0 0,96 39 1109 0 0,-107-49-1580 0 0,24 8-238 0 0,0-1-1 0 0,67 13 0 0 0,97-2 598 0 0,60-12 128 0 0,-181-14-165 0 0,94-13 0 0 0,275-56 99 0 0,-365 51-93 0 0,-1-5 1 0 0,-1-3 0 0 0,87-38-1 0 0,-155 55-29 0 0,0-1 0 0 0,0-1-1 0 0,-1-1 1 0 0,0-1-1 0 0,-1 0 1 0 0,-1-2 0 0 0,0 0-1 0 0,31-35 1 0 0,-41 40-1 0 0,1-1 0 0 0,-2 0 0 0 0,0-1 0 0 0,0 0 0 0 0,-1 0 0 0 0,0 0 0 0 0,-1-1 0 0 0,-1 1 0 0 0,0-1 0 0 0,0-1 0 0 0,-1 1 0 0 0,-1 0 0 0 0,-1-1 0 0 0,0 1 0 0 0,0-1 0 0 0,-3-25 0 0 0,-2 14 67 0 0,-1 1 0 0 0,-1-1 0 0 0,-1 1 0 0 0,-2 0 0 0 0,0 1 0 0 0,-1 0 1 0 0,-1 0-1 0 0,-2 1 0 0 0,0 1 0 0 0,-1 0 0 0 0,-1 1 0 0 0,-1 0 0 0 0,-21-19 1 0 0,13 15-139 0 0,-2 1 0 0 0,-1 2-1 0 0,0 0 1 0 0,-1 2 0 0 0,-2 2 0 0 0,0 0 0 0 0,0 2 0 0 0,-1 1 0 0 0,-41-12 0 0 0,8 8-247 0 0,-1 2 1 0 0,-1 3-1 0 0,0 4 0 0 0,-121-4 0 0 0,156 13-3258 0 0</inkml:trace>
</inkml:ink>
</file>

<file path=ppt/ink/ink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2:25.319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2717 506 3456 0 0,'8'-11'2107'0'0,"-2"-1"1"0"0,1 0 0 0 0,-2-1 0 0 0,6-14 0 0 0,-7 14-1177 0 0,-1-1 1 0 0,0 1-1 0 0,-1-1 1 0 0,1-17-1 0 0,-2 21-868 0 0,-1 0 0 0 0,0 0 0 0 0,-1 0 0 0 0,0 0 0 0 0,-1 1 0 0 0,0-1 0 0 0,-1 0 0 0 0,0 1 0 0 0,0-1 0 0 0,-1 1 0 0 0,0 0 0 0 0,-1 0 0 0 0,1 0 0 0 0,-2 1 0 0 0,-6-8 0 0 0,0 3-86 0 0,0 0 0 0 0,-1 2 0 0 0,-1-1 0 0 0,0 2 0 0 0,0 0 1 0 0,-1 1-1 0 0,-1 0 0 0 0,1 1 0 0 0,-23-8 0 0 0,-4 1-768 0 0,-1 2 1 0 0,-66-11-1 0 0,35 13-696 0 0,-1 3 0 0 0,0 4 0 0 0,0 3 0 0 0,0 3 0 0 0,1 4-1 0 0,-90 17 1 0 0,-187 46 1206 0 0,5 20 637 0 0,7 24 97 0 0,246-77-331 0 0,-136 75-1 0 0,205-97-112 0 0,0 0 0 0 0,2 2 0 0 0,-1 0 0 0 0,2 2 0 0 0,1 0 0 0 0,0 2 0 0 0,-32 40 0 0 0,25-23-9 0 0,3 0 0 0 0,1 2 0 0 0,2 0 0 0 0,1 1 0 0 0,3 2 0 0 0,-22 70 0 0 0,34-87 38 0 0,1 1 0 0 0,0 0 0 0 0,2 0 0 0 0,1 0 0 0 0,1 1 0 0 0,2-1 0 0 0,0 0 0 0 0,2 0 0 0 0,0-1 0 0 0,2 1 0 0 0,1-1 0 0 0,1 0 0 0 0,1-1 0 0 0,1 1 0 0 0,1-2 0 0 0,28 44 0 0 0,-22-42 21 0 0,1-1 0 0 0,1 0 0 0 0,1-1-1 0 0,1-1 1 0 0,1-1 0 0 0,46 34 0 0 0,4-10 12 0 0,3-2 1 0 0,1-4-1 0 0,103 38 1 0 0,-127-57-45 0 0,1-4 1 0 0,1-1 0 0 0,0-3 0 0 0,1-2-1 0 0,0-3 1 0 0,0-2 0 0 0,0-2 0 0 0,1-3-1 0 0,-1-2 1 0 0,60-11 0 0 0,18-9 84 0 0,184-57 0 0 0,117-81 91 0 0,-80-22-62 0 0,-233 115-96 0 0,-95 53-4 0 0,-2 0 1 0 0,0-2 0 0 0,0 0 0 0 0,-2-2 0 0 0,0 0-1 0 0,-1-2 1 0 0,-1 0 0 0 0,-1-1 0 0 0,33-48 0 0 0,-38 45-9 0 0,0 0 0 0 0,-2-2 0 0 0,-1 0 0 0 0,0 0 0 0 0,-3-1 0 0 0,10-43 0 0 0,-12 36-2 0 0,-3 1 0 0 0,0 0 1 0 0,-2-1-1 0 0,-1 1 0 0 0,-7-42 0 0 0,2 30-13 0 0,-2 0 1 0 0,-3 1-1 0 0,-1 0 0 0 0,-32-81 0 0 0,37 113-17 0 0,0 0 0 0 0,-1 1 1 0 0,0 0-1 0 0,-1 0 0 0 0,0 1 0 0 0,-1 0 0 0 0,0 0 1 0 0,0 1-1 0 0,-12-9 0 0 0,6 7 5 0 0,0 1 0 0 0,-1 1 0 0 0,0 0 0 0 0,-1 1 0 0 0,-34-12 0 0 0,21 11-22 0 0,-1 2-1 0 0,0 1 1 0 0,0 2-1 0 0,-1 1 1 0 0,1 1 0 0 0,-1 1-1 0 0,-41 6 1 0 0,27 1-484 0 0,-50 12 0 0 0,26 0-2966 0 0</inkml:trace>
</inkml:ink>
</file>

<file path=ppt/ink/ink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2:42.98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0 582 3916 0 0,'10'-3'9306'0'0,"7"-6"-5062"0"0,-11 6-3432 0 0,9-5-704 0 0,-1-1-1 0 0,0-1 0 0 0,-1 0 1 0 0,0-1-1 0 0,0 0 1 0 0,-1-1-1 0 0,0-1 0 0 0,-1 0 1 0 0,-1 0-1 0 0,0-1 0 0 0,-1 0 1 0 0,-1-1-1 0 0,13-28 0 0 0,-14 24-117 0 0,0 0 0 0 0,-2-1 0 0 0,0 0 0 0 0,-1 0 0 0 0,-1 0 0 0 0,-1 0 0 0 0,0 0 0 0 0,-2-1 0 0 0,0 1-1 0 0,-2-1 1 0 0,-4-24 0 0 0,4 34 179 0 0,-9-39-855 0 0,10 46 718 0 0,-1 1 0 0 0,1-1-1 0 0,-1 0 1 0 0,1 1 0 0 0,-1-1-1 0 0,0 1 1 0 0,-1-1 0 0 0,1 1-1 0 0,-1 0 1 0 0,-2-3 0 0 0,4 5-28 0 0,1 1 1 0 0,-1 0-1 0 0,1-1 1 0 0,-1 1-1 0 0,0 0 1 0 0,1-1-1 0 0,-1 1 1 0 0,1 0-1 0 0,-1 0 1 0 0,0 0-1 0 0,1 0 0 0 0,-1 0 1 0 0,0 0-1 0 0,1 0 1 0 0,-1 0-1 0 0,1 0 1 0 0,-1 0-1 0 0,0 0 1 0 0,1 0-1 0 0,-1 0 1 0 0,0 0-1 0 0,1 1 1 0 0,-1-1-1 0 0,1 0 1 0 0,-1 0-1 0 0,1 1 1 0 0,-1-1-1 0 0,1 0 1 0 0,-1 1-1 0 0,1-1 1 0 0,-1 0-1 0 0,1 1 1 0 0,-1-1-1 0 0,1 1 1 0 0,-1-1-1 0 0,1 1 1 0 0,0-1-1 0 0,-1 1 1 0 0,1-1-1 0 0,-1 2 1 0 0,-13 25-27 0 0,13-26 28 0 0,-13 36-621 0 0,1 1 0 0 0,1 1 0 0 0,-11 77 0 0 0,-1 123-3941 0 0,23-225 4286 0 0,-4 57-1023 0 0,-11 286 126 0 0,17-302 1210 0 0,3 0 0 0 0,1-1 0 0 0,4 0 0 0 0,22 79 0 0 0,-20-103-1188 0 0,-7-22-2010 0 0</inkml:trace>
</inkml:ink>
</file>

<file path=ppt/ink/ink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2:43.14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10 136 5988 0 0,'-10'-56'10103'0'0,"11"55"-9895"0"0,13-1 1443 0 0,-10 1-838 0 0,161-15 155 0 0,-22 3-1071 0 0,-118 9 100 0 0,0-1 0 0 0,0-1 1 0 0,38-15-1 0 0,-37 10 46 0 0</inkml:trace>
</inkml:ink>
</file>

<file path=ppt/ink/ink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2:43.47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187 66 1120 0 0,'-1'-8'3207'0'0,"1"1"1"0"0,-1-1 0 0 0,0 1-1 0 0,-3-10 1 0 0,-4-1-706 0 0,8 18-2502 0 0,0 0 0 0 0,0 0 0 0 0,0 0 0 0 0,0 0 0 0 0,0 0 0 0 0,0 0 0 0 0,0 0 0 0 0,-1 0 0 0 0,1 0 0 0 0,0 0 0 0 0,0-1 0 0 0,0 1 0 0 0,0 0 0 0 0,0 0 0 0 0,0 0 0 0 0,0 0 0 0 0,0 0 0 0 0,0 0 0 0 0,0 0 0 0 0,-1 0 0 0 0,1 0 0 0 0,0 0 0 0 0,0 0 0 0 0,0 0 0 0 0,0 0 0 0 0,0 0 0 0 0,0 0 0 0 0,0 0 0 0 0,0 0 0 0 0,-1 0 0 0 0,1 0 0 0 0,0 0 0 0 0,0 0 0 0 0,0 0 0 0 0,0 1 0 0 0,0-1 0 0 0,0 0 0 0 0,0 0 0 0 0,0 0 0 0 0,0 0 0 0 0,0 0 0 0 0,0 0 0 0 0,-1 0 0 0 0,1 0 0 0 0,0 0 0 0 0,-4 7 0 0 0,-4 10 0 0 0,8-16 0 0 0,-86 224-412 0 0,66-163-2080 0 0,-20 108 0 0 0,36-144 837 0 0,-2 42 1 0 0,6-61 1860 0 0,0 1 0 0 0,1-1 1 0 0,-1 0-1 0 0,2 0 0 0 0,-1 0 0 0 0,1 0 1 0 0,-1 0-1 0 0,2 0 0 0 0,-1 0 0 0 0,1-1 0 0 0,4 7 1 0 0,-6-11-107 0 0,0 0 0 0 0,0-1 1 0 0,1 1-1 0 0,-1 0 0 0 0,0-1 1 0 0,1 0-1 0 0,-1 1 0 0 0,1-1 0 0 0,0 0 1 0 0,-1 0-1 0 0,1 0 0 0 0,0 0 1 0 0,0 0-1 0 0,0 0 0 0 0,0 0 1 0 0,2 0-1 0 0,9 2-2325 0 0</inkml:trace>
</inkml:ink>
</file>

<file path=ppt/ink/ink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2:44.04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46 103 2116 0 0,'15'-16'4239'0'0,"40"-37"9499"0"0,-15 23-14171 0 0,-40 29 433 0 0,0 1 0 0 0,0 0 0 0 0,1 0 0 0 0,-1-1 0 0 0,0 1 0 0 0,1 0 0 0 0,-1 0 0 0 0,0 0 0 0 0,0 0 0 0 0,1-1 0 0 0,-1 1 0 0 0,0 0 0 0 0,1 0 0 0 0,-1 0 0 0 0,0 0 0 0 0,1 0 0 0 0,-1 0 0 0 0,0 0 0 0 0,1 0 0 0 0,-1 0 0 0 0,0 0 0 0 0,1 0 0 0 0,-1 0 0 0 0,0 0 0 0 0,1 0 0 0 0,-1 0 0 0 0,0 0 0 0 0,1 0 0 0 0,-1 1 0 0 0,0-1 0 0 0,0 0 0 0 0,1 0 0 0 0,-1 0 0 0 0,0 0 0 0 0,1 1 0 0 0,-1-1 0 0 0,0 0 0 0 0,1 1 0 0 0,-1 0 0 0 0,1 0 0 0 0,-1 1 0 0 0,1-1 0 0 0,-1 0 0 0 0,0 0 0 0 0,0 0 0 0 0,0 0 0 0 0,0 0 0 0 0,1 1 0 0 0,-2 0 0 0 0,1 2 0 0 0,0 1 0 0 0,0-1 0 0 0,-1 0 0 0 0,0 0 0 0 0,-2 7 0 0 0,2-11 0 0 0,1 1 0 0 0,-1-1 0 0 0,0 1 0 0 0,0-1 0 0 0,0 0 0 0 0,0 1 0 0 0,0-1 0 0 0,0 0 0 0 0,0 0 0 0 0,0 0 0 0 0,0 0 0 0 0,0 0 0 0 0,0 0 0 0 0,0 0 0 0 0,0 0 0 0 0,1 0 0 0 0,-1 0 0 0 0,0 0 0 0 0,0-1 0 0 0,0 1 0 0 0,-1-1 0 0 0,-6 0 0 0 0,6 1-23 0 0,0 1 0 0 0,0-1 0 0 0,0 1-1 0 0,0 0 1 0 0,0-1 0 0 0,0 1 0 0 0,0 0 0 0 0,0 0 0 0 0,0 0-1 0 0,1 1 1 0 0,-1-1 0 0 0,0 0 0 0 0,1 1 0 0 0,-1-1 0 0 0,1 1-1 0 0,-1-1 1 0 0,1 1 0 0 0,-2 3 0 0 0,-4 5-630 0 0,-11 23 0 0 0,12-22 203 0 0,-39 81-5200 0 0,40-80 5301 0 0,1 1 0 0 0,0 0 0 0 0,0 0 0 0 0,1 0 0 0 0,-1 22 0 0 0,3-33 351 0 0,1 1 1 0 0,0 0-1 0 0,0-1 1 0 0,0 1 0 0 0,1 0-1 0 0,-1-1 1 0 0,1 1-1 0 0,-1-1 1 0 0,1 1 0 0 0,0-1-1 0 0,0 1 1 0 0,0-1-1 0 0,0 1 1 0 0,0-1 0 0 0,1 0-1 0 0,-1 1 1 0 0,1-1-1 0 0,-1 0 1 0 0,5 3 0 0 0,-4-3-1 0 0,1 0 0 0 0,0-1 1 0 0,-1 1-1 0 0,1-1 0 0 0,0 0 1 0 0,0 0-1 0 0,0 0 0 0 0,0 0 1 0 0,0-1-1 0 0,0 1 0 0 0,0-1 1 0 0,0 0-1 0 0,0 1 1 0 0,1-2-1 0 0,-1 1 0 0 0,5-1 1 0 0,5-1-1 0 0,1-1 0 0 0,-1-1 0 0 0,0 0 0 0 0,-1-1 0 0 0,1 0 0 0 0,-1-1 0 0 0,0 0 0 0 0,0-1 1 0 0,0 0-1 0 0,-1-1 0 0 0,13-11 0 0 0,-14 9 1 0 0,0 1 0 0 0,0-1 0 0 0,-1-1 0 0 0,0 0 0 0 0,-1 0 0 0 0,0 0 0 0 0,-1-1 0 0 0,0-1 0 0 0,-1 1 0 0 0,9-27 0 0 0,-13 31 25 0 0,0 0 1 0 0,-1 0-1 0 0,0 0 0 0 0,0 0 0 0 0,-1-1 0 0 0,0 1 0 0 0,0 0 0 0 0,-3-16 0 0 0,2 21-3 0 0,1 1-1 0 0,-1-1 1 0 0,1 1 0 0 0,-1 0-1 0 0,0 0 1 0 0,0-1-1 0 0,0 1 1 0 0,0 0-1 0 0,0 0 1 0 0,0 0-1 0 0,-1 0 1 0 0,1 0-1 0 0,-1 1 1 0 0,0-1 0 0 0,1 0-1 0 0,-1 1 1 0 0,0-1-1 0 0,0 1 1 0 0,0-1-1 0 0,0 1 1 0 0,0 0-1 0 0,0 0 1 0 0,0 0 0 0 0,0 0-1 0 0,-1 0 1 0 0,1 1-1 0 0,0-1 1 0 0,-1 0-1 0 0,1 1 1 0 0,0 0-1 0 0,-1 0 1 0 0,1 0 0 0 0,-1 0-1 0 0,1 0 1 0 0,-3 0-1 0 0,-2 2 335 0 0,-1-1 1 0 0,0 2-1 0 0,1-1 0 0 0,0 1 1 0 0,-1 0-1 0 0,1 0 0 0 0,0 1 1 0 0,-9 6-1 0 0,-3 3-627 0 0,-26 25-1 0 0,38-32-201 0 0,1 1-1 0 0,0-1 1 0 0,0 1-1 0 0,-6 10 1 0 0,11-15 328 0 0,-1 0 1 0 0,1 0-1 0 0,0 0 1 0 0,0 1-1 0 0,0-1 0 0 0,0 0 1 0 0,0 1-1 0 0,0-1 0 0 0,1 1 1 0 0,-1-1-1 0 0,1 1 1 0 0,0-1-1 0 0,0 1 0 0 0,-1-1 1 0 0,2 1-1 0 0,-1-1 0 0 0,0 1 1 0 0,1-1-1 0 0,0 4 1 0 0,5 6-2999 0 0</inkml:trace>
</inkml:ink>
</file>

<file path=ppt/ink/ink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2:44.28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97 23 5528 0 0,'-11'-23'10550'0'0,"26"36"-7263"0"0,-1-1-2992 0 0,-1 2-334 0 0,0 2-1 0 0,-1-1 1 0 0,-1 1 0 0 0,0 1-1 0 0,-1 0 1 0 0,-1 0-1 0 0,-1 1 1 0 0,-1 0 0 0 0,0 1-1 0 0,-1-1 1 0 0,-1 1 0 0 0,-1 0-1 0 0,0 1 1 0 0,-2-1-1 0 0,1 38 1 0 0,-3-29-601 0 0,-2 0 1 0 0,-1 0 0 0 0,-1 0-1 0 0,-1-1 1 0 0,-2 1-1 0 0,-1-1 1 0 0,-1-1-1 0 0,-1 0 1 0 0,-1 0-1 0 0,-22 37 1 0 0,3-19 888 0 0,-1 0 0 0 0,-51 52 0 0 0,77-90-923 0 0</inkml:trace>
</inkml:ink>
</file>

<file path=ppt/ink/ink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2:44.99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61 156 2764 0 0,'0'-4'531'0'0,"1"-1"-76"0"0,-1 0 1 0 0,1 0-1 0 0,0-1 0 0 0,0 1 0 0 0,3-7 1 0 0,10-9 5568 0 0,-8 6-4277 0 0,14-28 1333 0 0,-18 40-2827 0 0,-1 0 0 0 0,1 0 0 0 0,1 0 0 0 0,-1 0 0 0 0,0 0 0 0 0,1 0 0 0 0,-1 1 0 0 0,1-1-1 0 0,0 1 1 0 0,3-2 0 0 0,-6 3-254 0 0,1 1-1 0 0,-1 0 1 0 0,0 0-1 0 0,1 0 0 0 0,-1-1 1 0 0,1 1-1 0 0,-1 0 1 0 0,1 0-1 0 0,-1 0 1 0 0,0 0-1 0 0,1 0 1 0 0,-1 0-1 0 0,1 0 1 0 0,-1 0-1 0 0,1 0 0 0 0,-1 0 1 0 0,0 0-1 0 0,1 0 1 0 0,-1 0-1 0 0,1 1 1 0 0,-1-1-1 0 0,1 0 1 0 0,-1 0-1 0 0,0 0 1 0 0,1 1-1 0 0,-1-1 0 0 0,0 0 1 0 0,1 0-1 0 0,-1 1 1 0 0,0-1-1 0 0,1 0 1 0 0,-1 1-1 0 0,0-1 1 0 0,1 0-1 0 0,-1 1 1 0 0,0-1-1 0 0,0 0 1 0 0,0 1-1 0 0,1-1 0 0 0,-1 1 1 0 0,0-1-1 0 0,0 0 1 0 0,0 1-1 0 0,0-1 1 0 0,0 1-1 0 0,0-1 1 0 0,0 1-1 0 0,0-1 1 0 0,0 0-1 0 0,0 1 0 0 0,2 27-230 0 0,-2-25 217 0 0,-16 192-4195 0 0,4-92 3057 0 0,-12 316-4684 0 0,17 2 5947 0 0,3-143-39 0 0,20 847 138 0 0,-37-330 627 0 0,8-620-439 0 0,-28 299 415 0 0,39-451-777 0 0,-1 0 0 0 0,-1-1 1 0 0,-14 41-1 0 0,13-55 231 0 0,4-14-239 0 0,4-15-803 0 0,2 2-2862 0 0</inkml:trace>
</inkml:ink>
</file>

<file path=ppt/ink/ink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2:45.55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23 3224 0 0,'4'-5'14801'0'0,"51"5"-13984"0"0,88-11 1 0 0,-92 5-882 0 0,-51 6 51 0 0,0 0 0 0 0,0 0 1 0 0,1 0-1 0 0,-1 0 0 0 0,0 0 0 0 0,0 0 0 0 0,0 0 0 0 0,0 0 0 0 0,0 0 1 0 0,0-1-1 0 0,0 1 0 0 0,1 0 0 0 0,-1 1 0 0 0,0-1 0 0 0,0 0 0 0 0,0 0 0 0 0,0 0 1 0 0,0 0-1 0 0,0 0 0 0 0,0 0 0 0 0,1 0 0 0 0,-1 0 0 0 0,0 0 0 0 0,0 0 0 0 0,0 0 1 0 0,0 0-1 0 0,0 0 0 0 0,0 0 0 0 0,0 0 0 0 0,0 0 0 0 0,0 0 0 0 0,1 0 1 0 0,-1 1-1 0 0,0-1 0 0 0,0 0 0 0 0,0 0 0 0 0,0 0 0 0 0,0 0 0 0 0,0 0 0 0 0,0 0 1 0 0,0 0-1 0 0,0 1 0 0 0,0-1 0 0 0,0 0 0 0 0,0 0 0 0 0,0 0 0 0 0,0 0 1 0 0,0 0-1 0 0,0 0 0 0 0,0 0 0 0 0,0 1 0 0 0,0-1 0 0 0,-3 3-677 0 0</inkml:trace>
</inkml:ink>
</file>

<file path=ppt/ink/ink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2:45.72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 0 1152 0 0,'-5'11'10674'0'0,"4"-9"-10007"0"0,5 12 3640 0 0,-2-11-3946 0 0,0 0-1 0 0,-1-1 0 0 0,1 1 0 0 0,0 0 0 0 0,1-1 0 0 0,2 4 0 0 0,0-3-326 0 0,1 1-1 0 0,-1-1 1 0 0,1 0 0 0 0,0 0-1 0 0,0 0 1 0 0,0-1-1 0 0,0 0 1 0 0,0 0 0 0 0,0 0-1 0 0,12 1 1 0 0,7-1-53 0 0,34 0 0 0 0,-56-2 26 0 0,35-1-14 0 0,-21 0-47 0 0,0 1-1 0 0,1 0 0 0 0,19 4 1 0 0,-25-1-881 0 0</inkml:trace>
</inkml:ink>
</file>

<file path=ppt/ink/ink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2:49.06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1 375 5068 0 0,'1'-36'12041'0'0,"0"1"-8969"0"0,1-39-3593 0 0,-2 28 521 0 0,3 0 0 0 0,16-86 0 0 0,-16 126 0 0 0,-2 13 0 0 0,-1 13 0 0 0,-30 385-9276 0 0,29-230 8758 0 0,2-144-167 0 0,1-3-2600 0 0</inkml:trace>
</inkml:ink>
</file>

<file path=ppt/ink/ink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2:49.24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63 1 6448 0 0,'1'5'5417'0'0,"2"16"2039"0"0,-4-1-7392 0 0,-2 0 0 0 0,0-1 0 0 0,-1 1 0 0 0,-1-1 0 0 0,-13 32 0 0 0,9-26-170 0 0,1 0-1 0 0,-6 38 1 0 0,12-47-884 0 0</inkml:trace>
</inkml:ink>
</file>

<file path=ppt/ink/ink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2:51.66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225 366 3456 0 0,'13'-21'17329'0'0,"-11"17"-18528"0"0,-1-1 1204 0 0,1 0-1 0 0,-1 0 0 0 0,0 0 1 0 0,0-1-1 0 0,0 1 1 0 0,-1 0-1 0 0,0-1 1 0 0,0 1-1 0 0,0-1 1 0 0,-1 1-1 0 0,1 0 1 0 0,-1-1-1 0 0,-1 1 1 0 0,1 0-1 0 0,-1 0 1 0 0,0 0-1 0 0,-2-5 1 0 0,-3-3-6 0 0,0 0 0 0 0,0 1-1 0 0,-1 0 1 0 0,0 0 0 0 0,-13-13 0 0 0,20 24 1 0 0,0 0 0 0 0,0-1 0 0 0,-1 1 0 0 0,1 0 0 0 0,0 0 0 0 0,-1-1 0 0 0,1 1 0 0 0,-1 0 0 0 0,0 1 0 0 0,1-1 0 0 0,-1 0 0 0 0,0 0 0 0 0,1 1 0 0 0,-1-1 0 0 0,0 1 0 0 0,0-1 0 0 0,1 1 0 0 0,-1 0 0 0 0,0 0 0 0 0,0 0 0 0 0,-2 0 0 0 0,1 0 0 0 0,0 1 0 0 0,0 0 0 0 0,0 0 0 0 0,1 0 0 0 0,-1 0 0 0 0,1 1 0 0 0,-1-1 0 0 0,1 1 0 0 0,-1 0 0 0 0,1-1 0 0 0,0 1 0 0 0,-3 3 0 0 0,-4 5 0 0 0,1 0 0 0 0,0 1 0 0 0,0 0 0 0 0,-10 21 0 0 0,9-14 0 0 0,1 0 0 0 0,1 0 0 0 0,1 0 0 0 0,0 1 0 0 0,2 0 0 0 0,0 0 0 0 0,1 1 0 0 0,0-1 0 0 0,2 21 0 0 0,1-29 0 0 0,0-1 0 0 0,1 0 0 0 0,0 0 0 0 0,1 1 0 0 0,0-1 0 0 0,1 0 0 0 0,0-1 0 0 0,1 1 0 0 0,0 0 0 0 0,0-1 0 0 0,1 0 0 0 0,0 0 0 0 0,0 0 0 0 0,1-1 0 0 0,1 0 0 0 0,-1 0 0 0 0,1 0 0 0 0,15 12 0 0 0,-13-13 0 0 0,0 0 0 0 0,1-1 0 0 0,0 0 0 0 0,0 0 0 0 0,0-1 0 0 0,17 6 0 0 0,-23-10 0 0 0,-1 0 0 0 0,0-1 0 0 0,0 1 0 0 0,1 0 0 0 0,-1-1 0 0 0,1 0 0 0 0,-1 0 0 0 0,0 0 0 0 0,1 0 0 0 0,-1 0 0 0 0,0-1 0 0 0,1 0 0 0 0,-1 1 0 0 0,0-1 0 0 0,0 0 0 0 0,1-1 0 0 0,-1 1 0 0 0,0 0 0 0 0,0-1 0 0 0,0 0 0 0 0,0 0 0 0 0,-1 0 0 0 0,1 0 0 0 0,-1 0 0 0 0,1 0 0 0 0,3-5 0 0 0,-1 0 2 0 0,0-1-1 0 0,0 0 0 0 0,-1 0 1 0 0,1-1-1 0 0,-2 1 1 0 0,1-1-1 0 0,3-15 1 0 0,9-67-128 0 0,-15 86 103 0 0,16-212-3274 0 0,-19 72-1774 0 0,2 143 5010 0 0,-5-51-173 0 0,4 49 310 0 0,1 0 0 0 0,-1 0 0 0 0,-1 0 0 0 0,1 0 0 0 0,-1 0 0 0 0,1 0 0 0 0,-1 1 0 0 0,0-1-1 0 0,0 0 1 0 0,-4-4 0 0 0,4 7-75 0 0,1 0-1 0 0,-1 0 0 0 0,0 0 1 0 0,1 0-1 0 0,-1 0 0 0 0,0 0 1 0 0,0 0-1 0 0,0 0 1 0 0,0 1-1 0 0,0-1 0 0 0,0 1 1 0 0,0-1-1 0 0,0 1 0 0 0,0 0 1 0 0,0 0-1 0 0,0-1 1 0 0,0 2-1 0 0,0-1 0 0 0,0 0 1 0 0,0 0-1 0 0,0 1 1 0 0,0-1-1 0 0,0 1 0 0 0,0-1 1 0 0,0 1-1 0 0,-2 2 0 0 0,-6 1-48 0 0,0 1 0 0 0,1 0 0 0 0,-13 10 0 0 0,2-1-163 0 0,1 0 0 0 0,1 1 0 0 0,1 1-1 0 0,0 1 1 0 0,1 1 0 0 0,-27 37 0 0 0,26-25-3423 0 0</inkml:trace>
</inkml:ink>
</file>

<file path=ppt/ink/ink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2:52.03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1 471 2764 0 0,'6'-25'3105'0'0,"9"-12"6109"0"0,-6 13-4885 0 0,-1 1-4173 0 0,-2 1-131 0 0,-2-1 0 0 0,0 0-1 0 0,0-34 1 0 0,-6-70-36 0 0,0 35 15 0 0,1 91-4 0 0,1-1 0 0 0,1 1 0 0 0,-1-1 0 0 0,0 1 0 0 0,0-1 0 0 0,0 1 0 0 0,1-1 0 0 0,-1 1 0 0 0,1 0 0 0 0,0-2 0 0 0,-1 3 0 0 0,0 0 0 0 0,0 0 0 0 0,0 0 0 0 0,0 0 0 0 0,0 0 0 0 0,0-1 0 0 0,0 1 0 0 0,0 0 0 0 0,0 0 0 0 0,1 0 0 0 0,-1 0 0 0 0,0 0 0 0 0,0 0 0 0 0,0 0 0 0 0,0 0 0 0 0,0 0 0 0 0,0 0 0 0 0,0 0 0 0 0,0 0 0 0 0,0 0 0 0 0,0 0 0 0 0,0 0 0 0 0,0 0 0 0 0,1 0 0 0 0,-1 0 0 0 0,0 0 0 0 0,0 0 0 0 0,0 0 0 0 0,0 0 0 0 0,0 0 0 0 0,0 0 0 0 0,0 0 0 0 0,0 0 0 0 0,0 0 0 0 0,0 0 0 0 0,0 0 0 0 0,0 0 0 0 0,0 0 0 0 0,0 0 0 0 0,1 0 0 0 0,-1 1 0 0 0,0-1 0 0 0,0 0 0 0 0,0 0 0 0 0,0 0 0 0 0,0 0 0 0 0,0 0 0 0 0,0 0 0 0 0,0 0 0 0 0,0 0 0 0 0,0 0 0 0 0,0 0 0 0 0,0 0 0 0 0,3 11 0 0 0,1 42-1045 0 0,-2 1-1 0 0,-7 66 1 0 0,1-31-2398 0 0,0-14 1714 0 0,1-42 1548 0 0,1 1 0 0 0,5 41 1 0 0,-2-62-250 0 0</inkml:trace>
</inkml:ink>
</file>

<file path=ppt/ink/ink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2:52.40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109 71 6680 0 0,'0'-4'979'0'0,"1"-1"-441"0"0,0 1 0 0 0,0-1-1 0 0,0 1 1 0 0,3-7-1 0 0,7-3 2450 0 0,1 7 2242 0 0,-4 4-4540 0 0,23-9-229 0 0,-29 11-463 0 0,-1 1 0 0 0,1 0 0 0 0,-1-1 0 0 0,1 1 0 0 0,-1 0 1 0 0,1 0-1 0 0,-1 0 0 0 0,1 0 0 0 0,-1 0 0 0 0,1 0 0 0 0,-1 1 0 0 0,1-1 1 0 0,0 0-1 0 0,-1 1 0 0 0,0-1 0 0 0,1 1 0 0 0,2 1 0 0 0,-4-1 3 0 0,1-1 1 0 0,0 1-1 0 0,-1 0 0 0 0,1 0 1 0 0,-1 0-1 0 0,1 0 0 0 0,-1-1 0 0 0,1 1 1 0 0,-1 0-1 0 0,1 0 0 0 0,-1 0 1 0 0,0 0-1 0 0,0 0 0 0 0,0 0 1 0 0,1 0-1 0 0,-1 0 0 0 0,0 0 0 0 0,0 0 1 0 0,0 0-1 0 0,0 0 0 0 0,0 0 1 0 0,-1 0-1 0 0,1 0 0 0 0,0 0 0 0 0,0 0 1 0 0,-1 0-1 0 0,1 0 0 0 0,-1 0 1 0 0,1-1-1 0 0,-1 1 0 0 0,1 0 0 0 0,-1 0 1 0 0,1 0-1 0 0,-2 0 0 0 0,-1 5-31 0 0,-1-1 0 0 0,0-1 0 0 0,-8 10 0 0 0,-5 0-880 0 0,0-1 0 0 0,0-1 0 0 0,-35 18 0 0 0,-19 13-3734 0 0,70-43 4633 0 0,0 1 0 0 0,1-1 0 0 0,-1 1 0 0 0,0-1 0 0 0,1 1 0 0 0,-1-1 0 0 0,0 1 0 0 0,1 0 0 0 0,-1-1 0 0 0,1 1 0 0 0,-1 0 0 0 0,1-1 0 0 0,-1 1 0 0 0,1 0 0 0 0,-1 0 0 0 0,1 0 0 0 0,0-1 0 0 0,-1 3 0 0 0,1-3 7 0 0,0 1 1 0 0,0-1 0 0 0,1 1-1 0 0,-1-1 1 0 0,0 0-1 0 0,0 1 1 0 0,1-1 0 0 0,-1 1-1 0 0,0-1 1 0 0,0 0-1 0 0,1 1 1 0 0,-1-1-1 0 0,1 0 1 0 0,-1 1 0 0 0,0-1-1 0 0,1 0 1 0 0,-1 0-1 0 0,1 1 1 0 0,-1-1 0 0 0,0 0-1 0 0,1 0 1 0 0,-1 0-1 0 0,1 0 1 0 0,0 1-1 0 0,7 0-16 0 0,-1 1-1 0 0,1-1 0 0 0,10 0 0 0 0,-7 0-34 0 0,24 3-60 0 0,-1 1 1 0 0,50 15-1 0 0,-73-16 113 0 0,1 0 1 0 0,-1 1-1 0 0,0 0 1 0 0,0 0-1 0 0,-1 1 0 0 0,0 1 1 0 0,0-1-1 0 0,0 2 1 0 0,0 0-1 0 0,13 15 1 0 0,-20-20-2 0 0,0 0 1 0 0,0 1 0 0 0,-1 0 0 0 0,0 0 0 0 0,0 0 0 0 0,0 0-1 0 0,0 0 1 0 0,0 0 0 0 0,-1 0 0 0 0,0 0 0 0 0,1 1 0 0 0,-2-1-1 0 0,1 1 1 0 0,0-1 0 0 0,-1 9 0 0 0,-1-9 34 0 0,1-1 1 0 0,-1 1-1 0 0,0 0 0 0 0,0-1 1 0 0,0 1-1 0 0,-1-1 1 0 0,1 1-1 0 0,-1-1 0 0 0,0 1 1 0 0,0-1-1 0 0,0 0 0 0 0,0 0 1 0 0,0 0-1 0 0,-1 0 1 0 0,1-1-1 0 0,-1 1 0 0 0,0-1 1 0 0,0 1-1 0 0,-4 2 0 0 0,-8 3-8 0 0,1 0 0 0 0,-1-2 0 0 0,0 1 0 0 0,-1-2-1 0 0,1 0 1 0 0,-1-1 0 0 0,0 0 0 0 0,-1-1 0 0 0,1-1-1 0 0,0-1 1 0 0,-1 0 0 0 0,-23-2 0 0 0,14-5 1868 0 0,25 6-1861 0 0,0-1-1 0 0,0 1 1 0 0,1 0 0 0 0,-1-1 0 0 0,0 1 0 0 0,0 0 0 0 0,1-1 0 0 0,-1 1 0 0 0,0-1 0 0 0,1 1 0 0 0,-1-1 0 0 0,0 0 0 0 0,1 1-1 0 0,-1-1 1 0 0,1 0 0 0 0,-1 1 0 0 0,1-1 0 0 0,-1 0 0 0 0,1 0 0 0 0,0 1 0 0 0,-1-1 0 0 0,1 0 0 0 0,0 0 0 0 0,-1 0 0 0 0,1 1-1 0 0,0-1 1 0 0,0 0 0 0 0,0 0 0 0 0,0-1 0 0 0,2-6-3273 0 0</inkml:trace>
</inkml:ink>
</file>

<file path=ppt/ink/ink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2:53.19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31 54 1152 0 0,'-4'-36'17993'0'0,"8"23"-17478"0"0,-3 13-515 0 0,0-1 0 0 0,-1 1 0 0 0,1-1 0 0 0,0 1 0 0 0,0-1 0 0 0,-1 1 0 0 0,1 0 0 0 0,0-1 0 0 0,0 1 0 0 0,0 0 0 0 0,0-1 0 0 0,0 1 0 0 0,-1 0 0 0 0,1 0 0 0 0,0 0 0 0 0,0 0 0 0 0,1 0 0 0 0,-1 0 0 0 0,-7 11 0 0 0,5-10 0 0 0,0 0 0 0 0,0 0 0 0 0,1 1 0 0 0,-1-1 0 0 0,0 0 0 0 0,1 0 0 0 0,-1 0 0 0 0,1 1 0 0 0,0-1 0 0 0,-1 0 0 0 0,1 1 0 0 0,0-1 0 0 0,0 0 0 0 0,-1 1 0 0 0,1 1 0 0 0,1-2 0 0 0,0-1 0 0 0,3 0-4 0 0,0 1 0 0 0,-1 0 1 0 0,1-1-1 0 0,0 1 0 0 0,-1 0 0 0 0,1 1 0 0 0,-1-1 0 0 0,1 1 0 0 0,-1-1 0 0 0,6 5 0 0 0,31 25-2232 0 0,-28-21 456 0 0,-7-5 1026 0 0,1 0 0 0 0,-1 0 0 0 0,0 0-1 0 0,-1 1 1 0 0,1 0 0 0 0,4 9 0 0 0,-4-7 590 0 0,-2 0 1 0 0,1 1-1 0 0,-1-1 0 0 0,0 1 0 0 0,-1 0 1 0 0,0 0-1 0 0,2 15 0 0 0,-4-3 315 0 0,0-1-1 0 0,0 1 0 0 0,-2-1 1 0 0,-1 0-1 0 0,-7 28 0 0 0,8-39-138 0 0,0-1 0 0 0,-1 1 1 0 0,0-1-1 0 0,-1 0 0 0 0,0 0 0 0 0,0 0 0 0 0,-9 12 0 0 0,12-19 109 0 0,0-1-1 0 0,1 1 1 0 0,-1-1-1 0 0,0 1 1 0 0,0 0 0 0 0,0-1-1 0 0,1 1 1 0 0,-1-1 0 0 0,0 0-1 0 0,0 1 1 0 0,0-1 0 0 0,0 0-1 0 0,0 0 1 0 0,0 1-1 0 0,0-1 1 0 0,0 0 0 0 0,0 0-1 0 0,0 0 1 0 0,0 0 0 0 0,0 0-1 0 0,0 0 1 0 0,0-1 0 0 0,1 1-1 0 0,-1 0 1 0 0,0 0-1 0 0,0-1 1 0 0,0 1 0 0 0,0 0-1 0 0,0-1 1 0 0,0 1 0 0 0,-1-1-1 0 0,-3-3 327 0 0,-1 0-1 0 0,1 0 1 0 0,-8-7-1 0 0,5 5-1062 0 0,-55-49 1982 0 0,45 36-4820 0 0</inkml:trace>
</inkml:ink>
</file>

<file path=ppt/ink/ink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2:53.36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1 127 4836 0 0,'2'-3'696'0'0,"1"0"-1"0"0,-1 1 1 0 0,1 0 0 0 0,0 0 0 0 0,0-1 0 0 0,0 2 0 0 0,0-1 0 0 0,0 0 0 0 0,0 1 0 0 0,6-3-1 0 0,37-7 5672 0 0,-22 6-5924 0 0,45-12-235 0 0,123-27-979 0 0,-64 21-4545 0 0,-113 22 1880 0 0,-5 0-341 0 0</inkml:trace>
</inkml:ink>
</file>

<file path=ppt/ink/ink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3:11.178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97 216 5063 0 0,'0'-5'543'0'0,"0"1"-1"0"0,-1-1 0 0 0,2 1 1 0 0,-1-1-1 0 0,0 1 0 0 0,1-1 0 0 0,0 1 1 0 0,0 0-1 0 0,0-1 0 0 0,0 1 0 0 0,1 0 1 0 0,0 0-1 0 0,2-5 0 0 0,-3 9-407 0 0,0-1 0 0 0,-1 1-1 0 0,1-1 1 0 0,-1 1 0 0 0,1-1-1 0 0,0 1 1 0 0,0 0 0 0 0,-1 0-1 0 0,1-1 1 0 0,0 1 0 0 0,0 0-1 0 0,-1 0 1 0 0,1 0 0 0 0,0 0-1 0 0,0 0 1 0 0,-1-1 0 0 0,1 2-1 0 0,0-1 1 0 0,0 0 0 0 0,-1 0-1 0 0,1 0 1 0 0,0 0 0 0 0,1 1-1 0 0,21 7 1171 0 0,-13-4-827 0 0,7 0-291 0 0,0 0 1 0 0,0-2-1 0 0,1 0 0 0 0,-1-1 1 0 0,0 0-1 0 0,1-2 0 0 0,-1 0 1 0 0,0-1-1 0 0,0 0 0 0 0,0-2 1 0 0,24-7-1 0 0,15-9 35 0 0,106-54 1 0 0,-74 31 173 0 0,-81 39-344 0 0,-6 2-37 0 0,1 1 0 0 0,-1 0 0 0 0,1 0-1 0 0,0 0 1 0 0,-1 1 0 0 0,1-1 0 0 0,0 0-1 0 0,0 0 1 0 0,-1 1 0 0 0,1-1 0 0 0,2 1 0 0 0,-4 2-3 0 0,1 0 1 0 0,-1 0-1 0 0,0 0 1 0 0,0 0-1 0 0,0 0 1 0 0,0 0-1 0 0,0 0 1 0 0,0 0-1 0 0,-1 0 0 0 0,0 2 1 0 0,0-1-1 0 0,-8 87 61 0 0,4 145 0 0 0,5-170-38 0 0,-5 40 185 0 0,-31 177 0 0 0,35-277-212 0 0,-6 40 79 0 0,3 1-1 0 0,1 0 0 0 0,3 1 1 0 0,1-1-1 0 0,2 0 1 0 0,3 0-1 0 0,1-1 0 0 0,3 0 1 0 0,20 62-1 0 0,-15-63-46 0 0,12 57 0 0 0,-24-83-25 0 0,-1-1-1 0 0,0 0 1 0 0,-1 1-1 0 0,-1-1 1 0 0,-1 0-1 0 0,-4 29 0 0 0,-4-4 77 0 0,-2-1 0 0 0,-18 44 1 0 0,-40 75 589 0 0,67-155-648 0 0,0 0-1 0 0,-1-1 0 0 0,0 1 1 0 0,-5 7-1 0 0,7-12-22 0 0,0 1 1 0 0,0 0-1 0 0,0 0 0 0 0,0 0 1 0 0,1 0-1 0 0,-1 0 0 0 0,0-1 1 0 0,0 1-1 0 0,0-1 0 0 0,-1 1 0 0 0,1 0 1 0 0,0-1-1 0 0,0 0 0 0 0,0 1 1 0 0,0-1-1 0 0,0 0 0 0 0,-1 1 0 0 0,1-1 1 0 0,0 0-1 0 0,0 0 0 0 0,-1 0 1 0 0,1 0-1 0 0,0 0 0 0 0,0 0 1 0 0,0-1-1 0 0,-2 1 0 0 0,-11-6 106 0 0,1 0-1 0 0,-20-12 1 0 0,21 11-79 0 0,0 1-1 0 0,0 0 1 0 0,-23-8-1 0 0,15 10-3 0 0,0 0 0 0 0,0 2 0 0 0,-1 0 0 0 0,1 1-1 0 0,-1 1 1 0 0,-35 4 0 0 0,-122 31 173 0 0,135-26-175 0 0,32-6-152 0 0,6-3-73 0 0,1 1-1 0 0,0 0 1 0 0,-1 0-1 0 0,1 1 0 0 0,0-1 1 0 0,0 1-1 0 0,-5 3 1 0 0,0 2-8193 0 0</inkml:trace>
</inkml:ink>
</file>

<file path=ppt/ink/ink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3:03.793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54 214 3223 0 0,'-3'-12'-172'0'0,"1"-1"-1"0"0,-1-19 0 0 0,3 9 1852 0 0,4-39 0 0 0,-3 54-879 0 0,1 0-1 0 0,5-15 0 0 0,1-6 2035 0 0,-7 26-315 0 0,-2 6-1056 0 0,-4 17-712 0 0,-5 31-1028 0 0,-9 154 408 0 0,16 2 978 0 0,4-158-653 0 0,-1-40-370 0 0,0-5-37 0 0,0 0 0 0 0,0 0 0 0 0,0 1 0 0 0,0-1 1 0 0,0 0-1 0 0,-1 0 0 0 0,0 0 0 0 0,-2 7 0 0 0,3-11-41 0 0,0 1-1 0 0,0-1 0 0 0,0 0 1 0 0,-1 0-1 0 0,1 0 0 0 0,0 0 1 0 0,0 0-1 0 0,0 0 0 0 0,0 0 1 0 0,0 0-1 0 0,0 0 0 0 0,0 0 1 0 0,0 0-1 0 0,0 0 0 0 0,0 0 1 0 0,0 0-1 0 0,0 0 1 0 0,0 0-1 0 0,0 1 0 0 0,-1-1 1 0 0,1 0-1 0 0,0 0 0 0 0,0 0 1 0 0,0 0-1 0 0,0 0 0 0 0,0 0 1 0 0,0 0-1 0 0,0 0 0 0 0,0 0 1 0 0,0 0-1 0 0,0 0 0 0 0,0 0 1 0 0,-1 0-1 0 0,1 0 0 0 0,0 0 1 0 0,0 0-1 0 0,0-1 1 0 0,0 1-1 0 0,0 0 0 0 0,0 0 1 0 0,0 0-1 0 0,0 0 0 0 0,0 0 1 0 0,0 0-1 0 0,0 0 0 0 0,0 0 1 0 0,0 0-1 0 0,-1 0 0 0 0,1 0 1 0 0,0 0-1 0 0,0 0 0 0 0,0 0 1 0 0,0 0-1 0 0,0 0 0 0 0,0-1 1 0 0,0 1-1 0 0,-3-8 177 0 0,0-8 7 0 0,0-23-4 0 0,2-1 1 0 0,6-59-1 0 0,-3 65-151 0 0,3-32 59 0 0,-4-1 0 0 0,-8-84 1 0 0,6 146-23 0 0,1 0 0 0 0,-1 1 1 0 0,0-1-1 0 0,0 0 1 0 0,0 1-1 0 0,-1-1 1 0 0,1 0-1 0 0,-1 1 1 0 0,0 0-1 0 0,-4-7 1 0 0,11 42 72 0 0,16 46-79 0 0,9 40 168 0 0,-25-92-178 0 0,-2 0-1 0 0,2 44 1 0 0,-7-23 105 0 0,1-31-108 0 0,0-1 1 0 0,1 1-1 0 0,3 25 0 0 0,-3-39-61 0 0,0 0-1 0 0,0 0 1 0 0,1 0 0 0 0,-1 0 0 0 0,0 0-1 0 0,1 1 1 0 0,-1-1 0 0 0,1 0 0 0 0,-1 0-1 0 0,1 0 1 0 0,0 0 0 0 0,-1-1 0 0 0,1 1-1 0 0,0 0 1 0 0,0 0 0 0 0,-1 0-1 0 0,1 0 1 0 0,0-1 0 0 0,0 1 0 0 0,0 0-1 0 0,1 0 1 0 0,10 2-5720 0 0,-4-1-965 0 0</inkml:trace>
</inkml:ink>
</file>

<file path=ppt/ink/ink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3:04.480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25 312 455 0 0,'-1'-1'228'0'0,"-1"0"-1"0"0,1-1 0 0 0,-1 1 0 0 0,1-1 0 0 0,0 1 1 0 0,0-1-1 0 0,0 0 0 0 0,0 1 0 0 0,0-1 0 0 0,0 0 0 0 0,0 0 1 0 0,0 1-1 0 0,1-1 0 0 0,-2-3 0 0 0,-5-28 3927 0 0,7 23-3275 0 0,0 0 1 0 0,0 0 0 0 0,1 0 0 0 0,0 0-1 0 0,1 0 1 0 0,0 0 0 0 0,0 1 0 0 0,1-1-1 0 0,1 0 1 0 0,5-11 0 0 0,-6 14-600 0 0,0 1 0 0 0,1-1 0 0 0,0 0 0 0 0,1 1 0 0 0,-1 0 0 0 0,1 0 0 0 0,1 0 0 0 0,-1 1 0 0 0,1 0 0 0 0,0 0 0 0 0,0 0 0 0 0,0 1 0 0 0,14-8 0 0 0,-18 11-264 0 0,-1 1 1 0 0,1-1-1 0 0,0 0 0 0 0,0 1 1 0 0,0-1-1 0 0,0 1 0 0 0,0 0 1 0 0,1-1-1 0 0,-1 1 0 0 0,0 0 1 0 0,0 0-1 0 0,0 1 0 0 0,0-1 1 0 0,0 0-1 0 0,0 1 1 0 0,0-1-1 0 0,0 1 0 0 0,0-1 1 0 0,0 1-1 0 0,0 0 0 0 0,-1 0 1 0 0,1 0-1 0 0,0 0 0 0 0,0 0 1 0 0,-1 1-1 0 0,1-1 0 0 0,-1 0 1 0 0,1 1-1 0 0,-1-1 1 0 0,1 1-1 0 0,-1-1 0 0 0,0 1 1 0 0,0 0-1 0 0,2 3 0 0 0,1 2-12 0 0,-1 0 0 0 0,0 1-1 0 0,0-1 1 0 0,-1 1-1 0 0,0-1 1 0 0,0 1 0 0 0,1 15-1 0 0,-2-9-3 0 0,-1 1 0 0 0,-1-1 0 0 0,0 1 0 0 0,-1-1 0 0 0,-1 0 0 0 0,0 0 0 0 0,-9 26 0 0 0,-49 93 0 0 0,32-75 0 0 0,22-43-4 0 0,-3 8-24 0 0,-2 0 0 0 0,-21 32 0 0 0,57-102 92 0 0,37-46-64 0 0,-16 27 0 0 0,56-111 0 0 0,-83 138-9 0 0,3-9-34 0 0,45-71-1 0 0,-169 315-9 0 0,52-80 108 0 0,43-91-32 0 0,0 0 1 0 0,-8 47-1 0 0,15-66-23 0 0,1-1 0 0 0,-1 1 0 0 0,1 0 0 0 0,0-1 0 0 0,0 1 0 0 0,1 0 0 0 0,0-1 0 0 0,0 1 0 0 0,3 7 0 0 0,-4-12 0 0 0,1 1 0 0 0,0-1 0 0 0,-1 1 0 0 0,1-1 0 0 0,0 0 0 0 0,0 1 0 0 0,0-1 0 0 0,0 0 0 0 0,0 0 0 0 0,0 0 0 0 0,1 1 0 0 0,-1-1 0 0 0,0-1 0 0 0,0 1 0 0 0,3 1 0 0 0,-2-1 0 0 0,0 0 0 0 0,0-1 0 0 0,0 1 0 0 0,0-1 0 0 0,0 0 0 0 0,0 0 0 0 0,0 0 0 0 0,0 0 0 0 0,0 0 0 0 0,0 0 0 0 0,0 0 0 0 0,0-1 0 0 0,0 1 0 0 0,4-2 0 0 0,23-8-2038 0 0,-1-1-1 0 0,37-21 0 0 0,-56 27-4861 0 0</inkml:trace>
</inkml:ink>
</file>

<file path=ppt/ink/ink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3:04.618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7 169 8751 0 0,'-4'-13'776'0'0,"2"3"-616"0"0,2 4-160 0 0,3-1 0 0 0,0 4 320 0 0,2 0 32 0 0,0-1 0 0 0,3-2 8 0 0,5-4 856 0 0,8-3 160 0 0,7-5 40 0 0,4 1 8 0 0,2 0-768 0 0,-2 3-152 0 0,1 3-32 0 0,-2 2-8 0 0,-1 3-464 0 0,-1 4 0 0 0</inkml:trace>
</inkml:ink>
</file>

<file path=ppt/ink/ink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3:05.083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122 147 5527 0 0,'0'0'126'0'0,"-1"0"0"0"0,0 0-1 0 0,0 0 1 0 0,1 0-1 0 0,-1 0 1 0 0,0 0 0 0 0,0 0-1 0 0,1 0 1 0 0,-1 0-1 0 0,0 0 1 0 0,1 0 0 0 0,-1-1-1 0 0,0 1 1 0 0,1 0-1 0 0,-1-1 1 0 0,0 1 0 0 0,1 0-1 0 0,-1-1 1 0 0,0 1-1 0 0,1-1 1 0 0,-1 1 0 0 0,1-1-1 0 0,-1 1 1 0 0,1-1-1 0 0,-1 0 1 0 0,1 0 60 0 0,-1 0-1 0 0,1 0 1 0 0,0 0-1 0 0,0 0 1 0 0,0 0 0 0 0,0 0-1 0 0,0 1 1 0 0,0-1 0 0 0,1 0-1 0 0,-1 0 1 0 0,0 0-1 0 0,0 0 1 0 0,1 0 0 0 0,-1 0-1 0 0,0 1 1 0 0,1-1-1 0 0,0-1 1 0 0,1-2 340 0 0,1-1 0 0 0,0 1 1 0 0,1 0-1 0 0,-1 0 0 0 0,7-6 0 0 0,63-44 1598 0 0,-64 48-1883 0 0,0 1-1 0 0,0 0 1 0 0,1 0-1 0 0,-1 1 1 0 0,1 0 0 0 0,16-3-1 0 0,-24 6-192 0 0,0 1 0 0 0,0 0 0 0 0,0-1 0 0 0,-1 1 0 0 0,1 0 0 0 0,0 0 0 0 0,0 0 0 0 0,0 0 0 0 0,0 1 0 0 0,-1-1 0 0 0,1 0 0 0 0,0 1-1 0 0,0-1 1 0 0,0 1 0 0 0,-1 0 0 0 0,1 0 0 0 0,0-1 0 0 0,-1 1 0 0 0,3 2 0 0 0,-3-2-32 0 0,0 0 0 0 0,0 1 0 0 0,0-1 0 0 0,0 0 0 0 0,-1 1 0 0 0,1-1 0 0 0,0 1 0 0 0,-1-1 0 0 0,1 1 0 0 0,-1-1 0 0 0,0 1 0 0 0,1-1 0 0 0,-1 1 0 0 0,0-1 0 0 0,0 1 0 0 0,0-1 0 0 0,0 1 0 0 0,0 0 0 0 0,0-1 0 0 0,-1 1 0 0 0,1-1 0 0 0,0 1 0 0 0,-2 1 0 0 0,-2 11 10 0 0,-1-1-1 0 0,-1 0 1 0 0,0 0-1 0 0,0-1 1 0 0,-2 0 0 0 0,1 0-1 0 0,-18 20 1 0 0,-75 68 220 0 0,91-91-217 0 0,5-5-20 0 0,3-3-3 0 0,0 0-1 0 0,0 0 1 0 0,0 0 0 0 0,0-1-1 0 0,0 1 1 0 0,0 0 0 0 0,0 0-1 0 0,0-1 1 0 0,0 1-1 0 0,0 0 1 0 0,0-1 0 0 0,-1 1-1 0 0,0 0 1 0 0,2-3 7 0 0,1 0-1 0 0,-1 0 1 0 0,1 1 0 0 0,0-1 0 0 0,0 1 0 0 0,0-1-1 0 0,0 1 1 0 0,0-1 0 0 0,2-1 0 0 0,3-3-2 0 0,0 0 0 0 0,0 1 0 0 0,1 0 0 0 0,0 0 0 0 0,10-6 1 0 0,-13 9-9 0 0,-1 0 1 0 0,1 1-1 0 0,0-1 1 0 0,0 0 0 0 0,0 1-1 0 0,-1 0 1 0 0,1 0-1 0 0,0 0 1 0 0,0 1 0 0 0,1-1-1 0 0,-1 1 1 0 0,0 0 0 0 0,5 1-1 0 0,-7-1-3 0 0,-1 0 0 0 0,0 1 0 0 0,1-1 0 0 0,-1 1 0 0 0,1-1 0 0 0,-1 1 0 0 0,0 0 0 0 0,1-1 0 0 0,-1 1 0 0 0,0 0 0 0 0,0 0 0 0 0,0 0 0 0 0,0 0 0 0 0,0 0 0 0 0,0 0 0 0 0,0 0 0 0 0,0 0 0 0 0,0 0 0 0 0,1 2 0 0 0,-1-1 0 0 0,0 1 0 0 0,-1-1 0 0 0,1 0 0 0 0,0 1 0 0 0,-1-1 0 0 0,0 0 0 0 0,0 1 0 0 0,1-1 0 0 0,-1 0 0 0 0,-1 1 0 0 0,1 1 0 0 0,-2 6 0 0 0,0 0 0 0 0,-1 0 0 0 0,0 0 0 0 0,-6 13 0 0 0,2-9 15 0 0,0 0-1 0 0,-1-1 0 0 0,0 0 1 0 0,-1 0-1 0 0,-1-1 0 0 0,0 0 1 0 0,0-1-1 0 0,-13 10 0 0 0,14-13-2 0 0,0-1 1 0 0,0 0-1 0 0,-1 0 0 0 0,0-1 0 0 0,-1-1 1 0 0,1 1-1 0 0,-1-2 0 0 0,0 1 0 0 0,0-2 1 0 0,0 1-1 0 0,-15 1 0 0 0,24-5 9 0 0,-1 1 0 0 0,1-1 1 0 0,0 0-1 0 0,-1 0 0 0 0,1-1 0 0 0,-1 1 0 0 0,1 0 0 0 0,-3-2 1 0 0,4 2-63 0 0,1 0 0 0 0,-1 0 0 0 0,1 0 0 0 0,-1-1 0 0 0,1 1 0 0 0,-1 0 0 0 0,1-1 0 0 0,-1 1 0 0 0,1 0 0 0 0,-1-1 0 0 0,1 1 0 0 0,-1-1 0 0 0,1 1 0 0 0,-1-1 0 0 0,1 1 0 0 0,0-1 0 0 0,-1 1 0 0 0,1-1 0 0 0,0 1 0 0 0,0-1 0 0 0,-1 1 0 0 0,1-1 0 0 0,0 1 0 0 0,0-1 0 0 0,0 0 0 0 0,0 1 0 0 0,0-1 0 0 0,0 1 0 0 0,0-1 0 0 0,0 0 0 0 0,0 1 0 0 0,0-1 0 0 0,0 1 0 0 0,0-1 0 0 0,0 0 1 0 0,0 1-1 0 0,1-2 0 0 0,3-7-7173 0 0</inkml:trace>
</inkml:ink>
</file>

<file path=ppt/ink/ink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3:05.302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14 141 7831 0 0,'-2'-5'308'0'0,"-1"0"0"0"0,2 1 0 0 0,-1-1 0 0 0,0 0 0 0 0,1 0 0 0 0,0 0 0 0 0,0 0 0 0 0,1-1 0 0 0,-1-6-1 0 0,2 10-35 0 0,-1 0-1 0 0,0 0 0 0 0,1-1 0 0 0,0 1 1 0 0,-1 0-1 0 0,1 0 0 0 0,0 0 0 0 0,0 0 1 0 0,0 0-1 0 0,1 0 0 0 0,-1 0 0 0 0,0 0 0 0 0,1 1 1 0 0,-1-1-1 0 0,1 0 0 0 0,-1 1 0 0 0,1 0 1 0 0,0-1-1 0 0,0 1 0 0 0,0 0 0 0 0,-1-1 1 0 0,1 1-1 0 0,1 0 0 0 0,1 0 0 0 0,23-9 469 0 0,-1 1-1 0 0,2 2 0 0 0,31-5 1 0 0,-53 11-708 0 0,1 1 1 0 0,-1-1-1 0 0,0 1 1 0 0,0 0-1 0 0,10 1 1 0 0,-14-1-143 0 0,0 1 1 0 0,-1-1-1 0 0,1 0 0 0 0,0 1 1 0 0,-1-1-1 0 0,1 1 1 0 0,0-1-1 0 0,-1 1 1 0 0,1 0-1 0 0,-1 0 1 0 0,1 0-1 0 0,-1 0 0 0 0,1 0 1 0 0,-1 0-1 0 0,0 0 1 0 0,1 0-1 0 0,-1 1 1 0 0,0-1-1 0 0,0 0 0 0 0,0 1 1 0 0,0-1-1 0 0,0 1 1 0 0,0-1-1 0 0,0 3 1 0 0,0 7-6469 0 0</inkml:trace>
</inkml:ink>
</file>

<file path=ppt/ink/ink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3:05.422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25 67 455 0 0,'-15'8'0'0'0,"9"-5"0"0"0,3-1 2272 0 0,4-4-1016 0 0,1 0 8 0 0,1-1 304 0 0,5-3 56 0 0,4-2 8 0 0,1-2 8 0 0,3 0-760 0 0,1-1-152 0 0,3 3-32 0 0,-1-2-8 0 0,1 5-688 0 0,-2 0-96 0 0</inkml:trace>
</inkml:ink>
</file>

<file path=ppt/ink/ink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3:05.683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57 224 10135 0 0,'-2'-4'641'0'0,"5"6"-220"0"0,4 7 3033 0 0,-5-5-2378 0 0,3 6-318 0 0,1 0 0 0 0,1 0 0 0 0,0 0 0 0 0,0 0 0 0 0,16 15-1 0 0,-20-22-703 0 0,0 0-1 0 0,0-1 0 0 0,0 0 0 0 0,0 0 0 0 0,1 0 1 0 0,-1 0-1 0 0,1 0 0 0 0,-1 0 0 0 0,1-1 0 0 0,0 0 1 0 0,-1 0-1 0 0,1 0 0 0 0,0 0 0 0 0,0 0 0 0 0,0-1 1 0 0,-1 0-1 0 0,1 0 0 0 0,0 0 0 0 0,0 0 0 0 0,0-1 1 0 0,0 1-1 0 0,0-1 0 0 0,4-1 0 0 0,3-2-12 0 0,-1-1 1 0 0,1 0-1 0 0,-1 0 0 0 0,0-1 1 0 0,0 0-1 0 0,-1-1 0 0 0,0 0 0 0 0,0 0 1 0 0,-1-1-1 0 0,12-14 0 0 0,-14 16-26 0 0,0-2 0 0 0,-1 1 0 0 0,0-1 0 0 0,0 1 0 0 0,-1-1 0 0 0,0-1 0 0 0,-1 1 0 0 0,1-1 0 0 0,-2 1 0 0 0,1-1 0 0 0,-1 0 0 0 0,0 0 0 0 0,0-17 0 0 0,-2 21-1 0 0,0 0 1 0 0,-1 0-1 0 0,1 0 0 0 0,-1 0 1 0 0,0 0-1 0 0,-1 0 0 0 0,1 0 1 0 0,-1 1-1 0 0,0-1 0 0 0,0 0 1 0 0,0 1-1 0 0,-1-1 0 0 0,0 1 1 0 0,0 0-1 0 0,0 0 0 0 0,0 0 1 0 0,0 0-1 0 0,-1 1 0 0 0,0-1 1 0 0,0 1-1 0 0,0 0 0 0 0,0 0 1 0 0,0 0-1 0 0,-1 1 0 0 0,1-1 1 0 0,-1 1-1 0 0,1 0 0 0 0,-1 1 1 0 0,0-1-1 0 0,0 1 0 0 0,0 0 1 0 0,0 0-1 0 0,0 0 0 0 0,0 1 1 0 0,0 0-1 0 0,0 0 1 0 0,0 0-1 0 0,0 0 0 0 0,-8 3 0 0 0,2-1 13 0 0,1 2 0 0 0,-1-1 0 0 0,1 2-1 0 0,0-1 1 0 0,0 1 0 0 0,1 1 0 0 0,-1 0-1 0 0,1 0 1 0 0,0 1 0 0 0,1 0 0 0 0,0 1-1 0 0,-8 8 1 0 0,0 3-331 0 0,0 0 0 0 0,2 1 0 0 0,0 0-1 0 0,-13 29 1 0 0,4-1-7400 0 0</inkml:trace>
</inkml:ink>
</file>

<file path=ppt/ink/ink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3:09.272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106 231 1375 0 0,'-6'-23'415'0'0,"-22"-79"2465"0"0,23 87-1882 0 0,-1 1 0 0 0,0 0 0 0 0,-1 0 0 0 0,-16-23-1 0 0,23 37-882 0 0,-1-1-1 0 0,1 0 1 0 0,0 0-1 0 0,-1 1 0 0 0,1-1 1 0 0,-1 0-1 0 0,1 1 0 0 0,-1-1 1 0 0,1 1-1 0 0,-1-1 1 0 0,0 1-1 0 0,1-1 0 0 0,-1 1 1 0 0,0-1-1 0 0,1 1 1 0 0,-1-1-1 0 0,0 1 0 0 0,0 0 1 0 0,1-1-1 0 0,-1 1 1 0 0,0 0-1 0 0,0 0 0 0 0,-1-1 1 0 0,1 2-25 0 0,1-1 0 0 0,-1 1 0 0 0,1-1 0 0 0,-1 1 0 0 0,1-1-1 0 0,-1 1 1 0 0,1-1 0 0 0,-1 1 0 0 0,1 0 0 0 0,0-1 0 0 0,-1 1 0 0 0,1 0 0 0 0,0-1 0 0 0,0 1 0 0 0,-1 0 0 0 0,1-1 0 0 0,0 1 0 0 0,0 0 0 0 0,0 0 0 0 0,0 0 0 0 0,-1 6 83 0 0,1 0 0 0 0,0 0 0 0 0,0 0 0 0 0,2 11 0 0 0,28 84 346 0 0,-1-1 82 0 0,-17-35-282 0 0,5 90 1 0 0,-9 71 201 0 0,1 28 114 0 0,25 26 19 0 0,-9-91-328 0 0,-19-138-145 0 0,-3 0 1 0 0,-2 1-1 0 0,-9 86 0 0 0,8-135-157 0 0,-1 0 0 0 0,1 0 0 0 0,-1 0 0 0 0,0 0 0 0 0,0 0 0 0 0,0 0 0 0 0,-1-1 0 0 0,1 1 0 0 0,-5 7 0 0 0,15-28-489 0 0,-2 5-4548 0 0,-2 5-1241 0 0</inkml:trace>
</inkml:ink>
</file>

<file path=ppt/ink/ink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3:09.648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92 472 3599 0 0,'-15'-19'454'0'0,"-24"-39"-1"0"0,32 45 865 0 0,0 0 0 0 0,1-1 0 0 0,0 0-1 0 0,-4-18 1 0 0,10 31-1178 0 0,-1 0 0 0 0,1 0-1 0 0,0 1 1 0 0,0-1 0 0 0,0 0 0 0 0,0 0-1 0 0,0 0 1 0 0,0 0 0 0 0,0 0-1 0 0,0 1 1 0 0,0-1 0 0 0,0 0 0 0 0,1 0-1 0 0,-1 0 1 0 0,0 0 0 0 0,1 1-1 0 0,-1-1 1 0 0,0 0 0 0 0,1 0 0 0 0,-1 1-1 0 0,1-1 1 0 0,-1 0 0 0 0,1 0-1 0 0,0 1 1 0 0,-1-1 0 0 0,1 1 0 0 0,-1-1-1 0 0,1 1 1 0 0,0-1 0 0 0,0 1-1 0 0,-1-1 1 0 0,1 1 0 0 0,0-1 0 0 0,0 1-1 0 0,0 0 1 0 0,-1 0 0 0 0,2-1-1 0 0,4 0 257 0 0,0-1-1 0 0,0 1 1 0 0,0 1-1 0 0,9-1 1 0 0,-4 1-21 0 0,35-6 701 0 0,89-21 1 0 0,41-26-431 0 0,-121 35-389 0 0,380-142 913 0 0,-430 158-1170 0 0,-2 0 0 0 0,1 0 0 0 0,-1 1 0 0 0,1-1 0 0 0,0 1 0 0 0,-1 0 0 0 0,1 0 0 0 0,0 0 0 0 0,4 0 0 0 0,-8 1-8 0 0,0 1-1 0 0,0-1 0 0 0,0 0 1 0 0,0 1-1 0 0,0-1 1 0 0,0 0-1 0 0,0 1 1 0 0,0-1-1 0 0,0 1 0 0 0,0-1 1 0 0,0 0-1 0 0,0 1 1 0 0,0-1-1 0 0,0 0 1 0 0,-1 1-1 0 0,1-1 0 0 0,0 0 1 0 0,0 1-1 0 0,0-1 1 0 0,0 0-1 0 0,-1 0 1 0 0,1 1-1 0 0,0-1 0 0 0,0 0 1 0 0,-1 0-1 0 0,1 1 1 0 0,-1-1-1 0 0,-7 11-391 0 0,-6 5-1340 0 0,-3 4-5680 0 0</inkml:trace>
</inkml:ink>
</file>

<file path=ppt/ink/ink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3:10.149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5 76 5527 0 0,'-1'0'155'0'0,"1"0"0"0"0,0 0-1 0 0,-1-1 1 0 0,1 1 0 0 0,0 0-1 0 0,0-1 1 0 0,-1 1 0 0 0,1 0-1 0 0,0-1 1 0 0,0 1-1 0 0,-1-1 1 0 0,1 1 0 0 0,0 0-1 0 0,0-1 1 0 0,0 1 0 0 0,0-1-1 0 0,0 1 1 0 0,0 0 0 0 0,0-1-1 0 0,0 0 114 0 0,0 1-1 0 0,1 0 0 0 0,-1-1 1 0 0,1 1-1 0 0,-1 0 0 0 0,0-1 1 0 0,1 1-1 0 0,-1 0 1 0 0,1 0-1 0 0,-1-1 0 0 0,1 1 1 0 0,-1 0-1 0 0,1 0 0 0 0,-1 0 1 0 0,1 0-1 0 0,-1 0 1 0 0,1 0-1 0 0,-1 0 0 0 0,1 0 1 0 0,-1 0-1 0 0,1 0 0 0 0,-1 0 1 0 0,1 0-1 0 0,-1 0 1 0 0,1 0-1 0 0,0 0 0 0 0,82 11 4060 0 0,11 1-2542 0 0,-81-11-1674 0 0,0-1 0 0 0,0-1-1 0 0,-1 0 1 0 0,1-1 0 0 0,18-4-1 0 0,65-27 251 0 0,-65 21-876 0 0,1 1 0 0 0,44-8 0 0 0,-53 15-7125 0 0</inkml:trace>
</inkml:ink>
</file>

<file path=ppt/ink/ink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3:13.893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223 70 2759 0 0,'6'-16'300'0'0,"15"-37"5327"0"0,-137 310-1116 0 0,90-185-5182 0 0,-29 125-1 0 0,6 43-4252 0 0,46-220 2321 0 0</inkml:trace>
</inkml:ink>
</file>

<file path=ppt/ink/ink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3:14.164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237 0 6911 0 0,'-59'116'696'0'0,"-56"200"-458"0"0,66-166-236 0 0,39-119-123 0 0,6-19-6 0 0</inkml:trace>
</inkml:ink>
</file>

<file path=ppt/ink/ink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3:14.393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195 15 7831 0 0,'2'-12'749'0'0,"-3"9"-453"0"0,-2 9-101 0 0,-14 39 172 0 0,-3 0 1 0 0,-41 66-1 0 0,-15 31 1115 0 0,72-132-1386 0 0,0-1-1 0 0,-4 18 0 0 0,8-24-96 0 0,-1 0 0 0 0,1 0 0 0 0,-1 1 0 0 0,1-1 0 0 0,0 0 0 0 0,0 0 0 0 0,0 0 0 0 0,0 0 0 0 0,1 0 0 0 0,-1 0 0 0 0,1 0 0 0 0,0 0 0 0 0,1 4 0 0 0,-1-7-35 0 0,-1 1 0 0 0,0 0 1 0 0,1-1-1 0 0,-1 1 0 0 0,1-1 0 0 0,-1 1 0 0 0,1-1 0 0 0,-1 1 0 0 0,1-1 0 0 0,0 1 0 0 0,-1-1 0 0 0,1 1 0 0 0,0-1 0 0 0,-1 1 0 0 0,1-1 0 0 0,0 0 0 0 0,-1 0 0 0 0,1 1 0 0 0,0-1 1 0 0,0 0-1 0 0,1 0 0 0 0,9 1-3918 0 0</inkml:trace>
</inkml:ink>
</file>

<file path=ppt/ink/ink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3:14.572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219 24 9671 0 0,'0'-12'424'0'0,"-2"7"96"0"0,1 2-416 0 0,1 0-104 0 0,-2 3 0 0 0,0 1 0 0 0,1 3 272 0 0,-4 2 32 0 0,-2 4 8 0 0,-6 9 0 0 0,-3 7 208 0 0,-5 7 48 0 0,-3 4 8 0 0,-2 7 0 0 0,0 3-320 0 0,-1 3-56 0 0,2 3-8 0 0,4 2-6104 0 0</inkml:trace>
</inkml:ink>
</file>

<file path=ppt/ink/ink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3:16.779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75 142 1839 0 0,'42'-141'4992'0'0,"-47"171"-610"0"0,-1 10-3502 0 0,-39 132 81 0 0,-9 51 120 0 0,52-208-1157 0 0,0 1-1 0 0,0 0 1 0 0,2-1 0 0 0,0 1-1 0 0,3 29 1 0 0,1-34-1060 0 0,2-2-3406 0 0</inkml:trace>
</inkml:ink>
</file>

<file path=ppt/ink/ink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3:16.982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48 30 6447 0 0,'1'-3'196'0'0,"-1"2"-119"0"0,1 0 0 0 0,-1 0 1 0 0,0 0-1 0 0,0 0 0 0 0,1 0 0 0 0,-1 0 0 0 0,0 0 0 0 0,1 0 0 0 0,-1 0 0 0 0,1 0 0 0 0,0 0 1 0 0,-1 1-1 0 0,1-1 0 0 0,0 0 0 0 0,-1 0 0 0 0,2 0 0 0 0,2-5 1092 0 0,1 1 1286 0 0,-4 10-139 0 0,-4 5-1604 0 0,1 1 0 0 0,-1-1 0 0 0,-1 0-1 0 0,-4 10 1 0 0,-6 16-47 0 0,4-3-216 0 0,-8 51-1 0 0,15-66-441 0 0,2 0-1 0 0,0 0 0 0 0,0 0 1 0 0,5 30-1 0 0,-4-45-104 0 0,0 1-1 0 0,1-1 1 0 0,0 0-1 0 0,0 1 1 0 0,0-1 0 0 0,0 0-1 0 0,0 0 1 0 0,1 0-1 0 0,-1 0 1 0 0,1 0-1 0 0,0 0 1 0 0,0 0-1 0 0,0-1 1 0 0,0 1-1 0 0,0-1 1 0 0,1 1 0 0 0,-1-1-1 0 0,1 0 1 0 0,-1 0-1 0 0,1 0 1 0 0,0 0-1 0 0,0 0 1 0 0,0-1-1 0 0,5 3 1 0 0,8 0-5929 0 0</inkml:trace>
</inkml:ink>
</file>

<file path=ppt/ink/ink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3:17.123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190 34 2759 0 0,'-3'-5'167'0'0,"-9"-15"-158"0"0,11 19 170 0 0,0 0 0 0 0,0 0-1 0 0,0 1 1 0 0,0-1 0 0 0,0 0 0 0 0,-1 1-1 0 0,1-1 1 0 0,0 0 0 0 0,0 1 0 0 0,0 0-1 0 0,-1-1 1 0 0,1 1 0 0 0,0 0 0 0 0,-1-1-1 0 0,1 1 1 0 0,0 0 0 0 0,-2 0 0 0 0,-2 1 228 0 0,1-1-1 0 0,-1 1 1 0 0,0 0 0 0 0,1 1 0 0 0,-1-1 0 0 0,1 1 0 0 0,0 0 0 0 0,-1 0-1 0 0,1 0 1 0 0,0 0 0 0 0,0 1 0 0 0,0 0 0 0 0,1-1 0 0 0,-1 2 0 0 0,1-1-1 0 0,-1 0 1 0 0,1 1 0 0 0,0-1 0 0 0,0 1 0 0 0,-2 4 0 0 0,-4 6 256 0 0,1 0 0 0 0,1 0 0 0 0,0 1 0 0 0,-8 25 1 0 0,10-26-681 0 0,1 1 1 0 0,-1 16 0 0 0,0 11-4357 0 0,4-2-1459 0 0</inkml:trace>
</inkml:ink>
</file>

<file path=ppt/ink/ink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5:15.375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40 70 1727 0 0,'-2'-6'26'0'0,"1"0"-1"0"0,-1 1 1 0 0,0-1-1 0 0,0 1 1 0 0,0 0-1 0 0,-1 0 1 0 0,1 0-1 0 0,-2 0 1 0 0,1 0-1 0 0,-5-6 0 0 0,0 5 5166 0 0,10 11-5083 0 0,7 9-109 0 0,-1 1 0 0 0,-1 1 0 0 0,-1-1 1 0 0,0 1-1 0 0,-1 0 0 0 0,-1 0 0 0 0,0 1 0 0 0,-1-1 0 0 0,-1 1 0 0 0,0 0 0 0 0,-2 26 0 0 0,-3-8-10 0 0,0-3-17 0 0,2 0 1 0 0,0 0-1 0 0,6 42 0 0 0,-5-73 44 0 0,0 0 0 0 0,0 0 1 0 0,0 0-1 0 0,0 0 0 0 0,0 0 0 0 0,1 0 1 0 0,-1 0-1 0 0,0 0 0 0 0,1 0 1 0 0,-1 0-1 0 0,1 0 0 0 0,-1 0 1 0 0,1 0-1 0 0,-1 0 0 0 0,1 0 0 0 0,-1 0 1 0 0,1-1-1 0 0,0 1 0 0 0,0 0 1 0 0,-1 0-1 0 0,1-1 0 0 0,2 2 0 0 0,-2-2 33 0 0,-1 0-1 0 0,1 0 1 0 0,0 0-1 0 0,0-1 0 0 0,0 1 1 0 0,0 0-1 0 0,0 0 0 0 0,-1-1 1 0 0,1 1-1 0 0,0 0 0 0 0,0-1 1 0 0,0 1-1 0 0,-1-1 0 0 0,1 1 1 0 0,0-1-1 0 0,-1 1 0 0 0,1-1 1 0 0,0 0-1 0 0,-1 1 1 0 0,1-1-1 0 0,-1 0 0 0 0,1 1 1 0 0,-1-1-1 0 0,1 0 0 0 0,0-1 1 0 0,3-5 98 0 0,0 1 1 0 0,1-1-1 0 0,1 1 0 0 0,-1 0 1 0 0,1 0-1 0 0,0 1 1 0 0,0 0-1 0 0,0 0 1 0 0,1 0-1 0 0,0 1 0 0 0,0-1 1 0 0,0 2-1 0 0,14-6 1 0 0,35-10-132 0 0,1 3 1 0 0,1 3-1 0 0,1 2 1 0 0,116-7-1 0 0,144 26-217 0 0,-196-2 154 0 0,89-5 47 0 0,-114-2 0 0 0,6 7-44 0 0,1 1 24 0 0,-102-7 14 0 0,0 0 0 0 0,1-1-1 0 0,-1 1 1 0 0,0 0 0 0 0,0-1-1 0 0,0 0 1 0 0,0 0-1 0 0,5-1 1 0 0,-7 1 5 0 0,0 1 1 0 0,0-1-1 0 0,0 0 1 0 0,-1 1-1 0 0,1-1 0 0 0,0 0 1 0 0,0 0-1 0 0,0 1 1 0 0,-1-1-1 0 0,1 0 0 0 0,0 0 1 0 0,-1 0-1 0 0,1 0 0 0 0,-1 0 1 0 0,1 0-1 0 0,-1 0 1 0 0,1 0-1 0 0,-1 0 0 0 0,0 0 1 0 0,1 0-1 0 0,-1-1 0 0 0,0 1 1 0 0,0 0-1 0 0,0 0 1 0 0,0 0-1 0 0,0 0 0 0 0,0-2 1 0 0,-2-5-6 0 0,1 0 0 0 0,-1 0 0 0 0,0 0 0 0 0,0 1 0 0 0,-1-1 1 0 0,-4-8-1 0 0,4 11 10 0 0,1 1 1 0 0,-1-1 0 0 0,0 1-1 0 0,0 0 1 0 0,0 0 0 0 0,-1 0 0 0 0,1 0-1 0 0,-1 0 1 0 0,0 1 0 0 0,-6-5-1 0 0,-8 2 14 0 0,18 6 3 0 0,0 0 0 0 0,-1 0 0 0 0,1-1-1 0 0,-1 1 1 0 0,1 0 0 0 0,0 0 0 0 0,-1 0-1 0 0,1 0 1 0 0,-1 0 0 0 0,1 0-1 0 0,0-1 1 0 0,-1 1 0 0 0,1 0 0 0 0,-1 0-1 0 0,1 0 1 0 0,-1 1 0 0 0,1-1 0 0 0,0 0-1 0 0,-1 0 1 0 0,1 0 0 0 0,-1 0 0 0 0,1 0-1 0 0,-1 0 1 0 0,1 1 0 0 0,0-1 0 0 0,-1 0-1 0 0,1 0 1 0 0,0 0 0 0 0,-1 1 0 0 0,1-1-1 0 0,0 0 1 0 0,-1 1 0 0 0,1-1 0 0 0,0 1-1 0 0,4 7 343 0 0,7 13-342 0 0,-7-8-21 0 0</inkml:trace>
</inkml:ink>
</file>

<file path=ppt/ink/ink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5:18.208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59 43 11975 0 0,'-15'-35'1296'0'0,"15"34"-1202"0"0,-1 0-1 0 0,1 1 0 0 0,-1-1 0 0 0,1 1 0 0 0,-1-1 1 0 0,0 1-1 0 0,1-1 0 0 0,-1 1 0 0 0,0 0 0 0 0,1-1 1 0 0,-1 1-1 0 0,0 0 0 0 0,0-1 0 0 0,1 1 0 0 0,-1 0 1 0 0,0 0-1 0 0,0 0 0 0 0,0 0 0 0 0,1 0 1 0 0,-1 0-1 0 0,0 0 0 0 0,0 0 0 0 0,0 0 0 0 0,1 0 1 0 0,-1 0-1 0 0,0 0 0 0 0,0 0 0 0 0,0 1 0 0 0,1-1 1 0 0,-1 0-1 0 0,0 1 0 0 0,1-1 0 0 0,-1 1 0 0 0,0-1 1 0 0,1 0-1 0 0,-1 1 0 0 0,0-1 0 0 0,1 1 1 0 0,-1 0-1 0 0,1-1 0 0 0,-1 1 0 0 0,1 0 0 0 0,-1 0 1 0 0,-1 4-131 0 0,0 0 1 0 0,1 0-1 0 0,0 0 1 0 0,0 1-1 0 0,0-1 1 0 0,0 0-1 0 0,1 8 1 0 0,-1 10-1458 0 0,-2-4-4134 0 0</inkml:trace>
</inkml:ink>
</file>

<file path=ppt/ink/ink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5:17.772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0 1 3223 0 0</inkml:trace>
</inkml:ink>
</file>

<file path=ppt/ink/ink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5:18.034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20 152 3583 0 0,'19'-71'-524'0'0,"6"2"6731"0"0,-25 68-6053 0 0,0 0 0 0 0,0 1 0 0 0,0-1-1 0 0,1 1 1 0 0,-1-1 0 0 0,0 0 0 0 0,0 1 0 0 0,1-1 0 0 0,-1 1 0 0 0,0-1-1 0 0,1 1 1 0 0,-1-1 0 0 0,1 1 0 0 0,-1-1 0 0 0,1 1 0 0 0,-1-1 0 0 0,1 1 0 0 0,-1 0-1 0 0,1-1 1 0 0,-1 1 0 0 0,2-1 0 0 0,-2 1-52 0 0,0 1 1 0 0,1-1-1 0 0,-1 1 1 0 0,0-1 0 0 0,1 0-1 0 0,-1 1 1 0 0,0-1-1 0 0,1 1 1 0 0,-1-1-1 0 0,0 1 1 0 0,0-1-1 0 0,0 1 1 0 0,1-1-1 0 0,-1 1 1 0 0,0-1-1 0 0,0 1 1 0 0,0-1-1 0 0,0 1 1 0 0,0 0-1 0 0,1 32 952 0 0,-9 49-404 0 0,-26 110-1 0 0,5-35-32 0 0,28-150-597 0 0,-1 3 20 0 0,1-1 1 0 0,-1 1-1 0 0,2 0 1 0 0,-1-1-1 0 0,1 1 1 0 0,1 0-1 0 0,0-1 1 0 0,2 12-1 0 0,-1-18-1249 0 0</inkml:trace>
</inkml:ink>
</file>

<file path=ppt/ink/ink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5:18.677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1 356 3679 0 0,'14'-49'5471'0'0,"28"-67"-1"0"0,-31 94-4727 0 0,14-22 0 0 0,-1 3-576 0 0,-11 18 379 0 0,24-33 0 0 0,-34 52-228 0 0,-2 3 5 0 0,-2 3-12 0 0,-8 25-61 0 0,2-1-134 0 0,0 0 0 0 0,2 1 0 0 0,1 0 0 0 0,2 0 0 0 0,0 0 0 0 0,2 0 0 0 0,4 44 0 0 0,1-51-89 0 0,-4-16-217 0 0,0 0 0 0 0,0 0 0 0 0,0-1 0 0 0,-1 1 0 0 0,0 0 1 0 0,1 6-1 0 0,-3-2-6324 0 0</inkml:trace>
</inkml:ink>
</file>

<file path=ppt/ink/ink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5:19.139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85 249 2759 0 0,'-8'-6'319'0'0,"0"1"0"0"0,-1-1 1 0 0,-15-6-1 0 0,21 11 637 0 0,-1-1 1 0 0,0 1 0 0 0,0 0 0 0 0,-1 0 0 0 0,1 0 0 0 0,-8 0 0 0 0,37 12 2959 0 0,-3-1-3479 0 0,10 0-127 0 0,0-1 0 0 0,1-2 0 0 0,42 4 0 0 0,101-1 266 0 0,-37-14 53 0 0,139-22 0 0 0,-206 18-431 0 0,509-70 974 0 0,-529 70-1150 0 0,185-35 131 0 0,-192 32-135 0 0,355-78 137 0 0,-354 79-1959 0 0,-38 7-4688 0 0</inkml:trace>
</inkml:ink>
</file>

<file path=ppt/ink/ink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5:20.003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182 121 3223 0 0,'0'-2'225'0'0,"1"1"-1"0"0,-1-1 1 0 0,0 1-1 0 0,0-1 1 0 0,1 1-1 0 0,-1-1 1 0 0,0 1-1 0 0,-1-1 0 0 0,1 1 1 0 0,0-1-1 0 0,0 0 1 0 0,-1 1-1 0 0,1-1 1 0 0,-1-1-1 0 0,-11-26 4015 0 0,7 18-2661 0 0,5 11-1498 0 0,-1-1 1 0 0,1 0-1 0 0,0 0 0 0 0,-1 0 0 0 0,1 0 0 0 0,-1 0 0 0 0,1 1 1 0 0,-1-1-1 0 0,1 0 0 0 0,-1 0 0 0 0,1 1 0 0 0,-1-1 0 0 0,0 0 0 0 0,1 1 1 0 0,-1-1-1 0 0,0 1 0 0 0,0-1 0 0 0,0 1 0 0 0,1-1 0 0 0,-1 1 0 0 0,0-1 1 0 0,0 1-1 0 0,0 0 0 0 0,0 0 0 0 0,0-1 0 0 0,0 1 0 0 0,1 0 0 0 0,-1 0 1 0 0,0 0-1 0 0,0 0 0 0 0,0 0 0 0 0,0 0 0 0 0,0 0 0 0 0,0 0 1 0 0,0 0-1 0 0,0 1 0 0 0,0-1 0 0 0,0 0 0 0 0,1 1 0 0 0,-1-1 0 0 0,0 0 1 0 0,0 1-1 0 0,0-1 0 0 0,1 1 0 0 0,-1-1 0 0 0,0 1 0 0 0,-1 1 0 0 0,-4 3-81 0 0,0 1 0 0 0,0-1 0 0 0,0 1 0 0 0,-6 9 0 0 0,9-12 91 0 0,-8 11 7 0 0,1 0 1 0 0,0 1-1 0 0,1 0 0 0 0,0 0 0 0 0,1 1 1 0 0,1 0-1 0 0,-9 30 0 0 0,14-38-32 0 0,0 1-1 0 0,0 0 1 0 0,1 0-1 0 0,1 0 1 0 0,-1 0-1 0 0,1-1 1 0 0,1 1 0 0 0,0 0-1 0 0,0 0 1 0 0,0 0-1 0 0,1-1 1 0 0,1 1-1 0 0,0-1 1 0 0,0 1 0 0 0,0-1-1 0 0,1 0 1 0 0,6 10-1 0 0,-5-11-20 0 0,0 0 0 0 0,0 0 0 0 0,1 0 1 0 0,0 0-1 0 0,0-1 0 0 0,1 0 0 0 0,0 0 0 0 0,0-1 0 0 0,0 0 0 0 0,1 0 0 0 0,0-1 0 0 0,-1 0 0 0 0,2 0 0 0 0,-1-1 0 0 0,0 0 1 0 0,1 0-1 0 0,-1-1 0 0 0,1 0 0 0 0,0-1 0 0 0,0 1 0 0 0,-1-2 0 0 0,1 1 0 0 0,0-1 0 0 0,0-1 0 0 0,0 0 0 0 0,0 0 1 0 0,-1 0-1 0 0,1-1 0 0 0,0-1 0 0 0,16-6 0 0 0,-17 5-15 0 0,1 0 0 0 0,-1-1-1 0 0,1 0 1 0 0,-1 0 0 0 0,-1-1 0 0 0,1 0 0 0 0,-1 0 0 0 0,0-1-1 0 0,7-9 1 0 0,-6 5 62 0 0,0 0-1 0 0,0-1 1 0 0,-1 0-1 0 0,-1 0 1 0 0,9-25 0 0 0,-8 14 17 0 0,0 0 1 0 0,-2-1 0 0 0,-1 0 0 0 0,-1 0 0 0 0,-1 0-1 0 0,-2-49 1 0 0,-1 64-109 0 0,0-1 0 0 0,0 0 0 0 0,-1 1 0 0 0,0 0 0 0 0,0-1 0 0 0,-7-13 0 0 0,9 21 0 0 0,-1 1 0 0 0,0-1 0 0 0,0 0 0 0 0,0 1 0 0 0,0-1 0 0 0,0 1 0 0 0,0-1 0 0 0,0 1 0 0 0,0 0 0 0 0,-1-1 0 0 0,1 1 0 0 0,-1 0 0 0 0,1 0 0 0 0,-1 0 0 0 0,1 0 0 0 0,-1 0 0 0 0,1 0 0 0 0,-1 0 0 0 0,0 1 0 0 0,0-1 0 0 0,1 1 0 0 0,-1-1 0 0 0,0 1 0 0 0,0-1 0 0 0,0 1 0 0 0,1 0 0 0 0,-1 0 0 0 0,0 0 0 0 0,0 0 0 0 0,0 0 0 0 0,0 1 0 0 0,0-1 0 0 0,1 0 0 0 0,-1 1 0 0 0,0-1 0 0 0,0 1 0 0 0,1 0 0 0 0,-1 0 0 0 0,0 0 0 0 0,-2 1 0 0 0,-2 2-5 0 0,0 0 0 0 0,1 1-1 0 0,-1-1 1 0 0,1 1 0 0 0,0 0 0 0 0,1 0 0 0 0,-1 1-1 0 0,1-1 1 0 0,0 1 0 0 0,0 0 0 0 0,0 0-1 0 0,-4 12 1 0 0,-1 5-17 0 0,0 1-1 0 0,-6 30 0 0 0,1 7 23 0 0,3 2 0 0 0,3-1 0 0 0,2 1 0 0 0,3 0 0 0 0,7 76 0 0 0,0-106-274 0 0,8 33 0 0 0,-6-36-1148 0 0,-4-23-5456 0 0</inkml:trace>
</inkml:ink>
</file>

<file path=ppt/ink/ink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5:20.613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74 33 3223 0 0,'-1'-1'79'0'0,"1"0"-1"0"0,-1 1 0 0 0,1-1 1 0 0,-1 0-1 0 0,1 1 0 0 0,-1-1 0 0 0,1 0 1 0 0,0 0-1 0 0,-1 1 0 0 0,1-1 0 0 0,0 0 1 0 0,0 0-1 0 0,-1 0 0 0 0,1-1 0 0 0,0 1 312 0 0,0 0 0 0 0,0 0 0 0 0,0 0 0 0 0,1-1-1 0 0,-1 1 1 0 0,0 0 0 0 0,0 0 0 0 0,1 0-1 0 0,-1 0 1 0 0,1 0 0 0 0,-1 0 0 0 0,1 0-1 0 0,-1 0 1 0 0,1 0 0 0 0,-1 0 0 0 0,3-2-1 0 0,-9 23 2834 0 0,-14 14-2146 0 0,11-21-745 0 0,1 1 0 0 0,1 0 0 0 0,0 0 0 0 0,-9 28 0 0 0,15-39-294 0 0,0 0 0 0 0,1-1 0 0 0,0 1 0 0 0,-1 0-1 0 0,1 0 1 0 0,0 0 0 0 0,0 0 0 0 0,1 0 0 0 0,-1 0 0 0 0,1 0 0 0 0,-1 0-1 0 0,1 0 1 0 0,0 0 0 0 0,0-1 0 0 0,0 1 0 0 0,0 0 0 0 0,1-1 0 0 0,-1 1-1 0 0,1-1 1 0 0,0 1 0 0 0,0-1 0 0 0,-1 0 0 0 0,1 1 0 0 0,1-1 0 0 0,-1 0-1 0 0,0-1 1 0 0,3 3 0 0 0,-2-2-33 0 0,1 0 0 0 0,-1 0 0 0 0,0-1 0 0 0,0 1 0 0 0,1-1 0 0 0,-1 0-1 0 0,1 0 1 0 0,-1 0 0 0 0,1-1 0 0 0,0 1 0 0 0,-1-1 0 0 0,1 0 0 0 0,-1 0 0 0 0,1 0 0 0 0,0 0 0 0 0,-1-1 0 0 0,1 0 0 0 0,-1 1-1 0 0,1-1 1 0 0,-1 0 0 0 0,7-4 0 0 0,0 0 3 0 0,-1-2 0 0 0,0 1 0 0 0,0-2 0 0 0,0 1 0 0 0,-1-1 0 0 0,0 0 0 0 0,13-18 0 0 0,-21 26-8 0 0,0-1 1 0 0,0 1-1 0 0,0 0 0 0 0,0 0 0 0 0,0 0 1 0 0,0-1-1 0 0,0 1 0 0 0,0 0 0 0 0,0 0 0 0 0,0 0 1 0 0,1 0-1 0 0,-1-1 0 0 0,0 1 0 0 0,0 0 0 0 0,0 0 1 0 0,0 0-1 0 0,0 0 0 0 0,1-1 0 0 0,-1 1 1 0 0,0 0-1 0 0,0 0 0 0 0,0 0 0 0 0,0 0 0 0 0,1 0 1 0 0,-1 0-1 0 0,0 0 0 0 0,0 0 0 0 0,0 0 1 0 0,1 0-1 0 0,-1 0 0 0 0,0 0 0 0 0,0-1 0 0 0,0 1 1 0 0,1 0-1 0 0,-1 0 0 0 0,0 1 0 0 0,0-1 0 0 0,0 0 1 0 0,1 0-1 0 0,-1 0 0 0 0,0 0 0 0 0,0 0 1 0 0,0 0-1 0 0,1 0 0 0 0,-1 0 0 0 0,1 12 22 0 0,-6 16 10 0 0,-16 35 296 0 0,11-33-683 0 0,0 0 0 0 0,-7 52 0 0 0,13-56-5892 0 0</inkml:trace>
</inkml:ink>
</file>

<file path=ppt/ink/ink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5:26.770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28 38 3223 0 0,'-11'-2'816'0'0,"10"2"-410"0"0,-1 0-1 0 0,1 0 1 0 0,0 0 0 0 0,-1 0 0 0 0,1 0 0 0 0,-1-1-1 0 0,1 1 1 0 0,0-1 0 0 0,-3 0 0 0 0,4 1-364 0 0,0 0 0 0 0,0-1 0 0 0,0 1 0 0 0,0 0 0 0 0,0 0 0 0 0,0 0 0 0 0,0 0 0 0 0,0-1 0 0 0,0 1 0 0 0,0 0 0 0 0,0 0 0 0 0,0 0 1 0 0,0 0-1 0 0,0-1 0 0 0,0 1 0 0 0,0 0 0 0 0,0 0 0 0 0,0 0 0 0 0,0 0 0 0 0,0-1 0 0 0,0 1 0 0 0,0 0 0 0 0,0 0 0 0 0,0 0 0 0 0,1 0 0 0 0,-1 0 0 0 0,0 0 1 0 0,0-1-1 0 0,0 1 0 0 0,0 0 0 0 0,0 0 0 0 0,0 0 0 0 0,1 0 0 0 0,-1 0 0 0 0,0 0 0 0 0,0 0 0 0 0,0 0 0 0 0,0 0 0 0 0,0-1 0 0 0,1 1 0 0 0,-1 0 0 0 0,0 0 0 0 0,0 0 1 0 0,0 0-1 0 0,0 0 0 0 0,1 0 0 0 0,-1 0 0 0 0,0 0 0 0 0,0 0 0 0 0,0 0 0 0 0,0 0 0 0 0,1 0 0 0 0,-1 1 0 0 0,0-1 0 0 0,0 0 0 0 0,11-1 884 0 0,26 7 1813 0 0,-28-3-2375 0 0,-1-2 0 0 0,1 1 1 0 0,-1-1-1 0 0,1-1 1 0 0,0 1-1 0 0,14-3 0 0 0,4-3-381 0 0,34-13 0 0 0,-28 8-4498 0 0,-13 5-692 0 0</inkml:trace>
</inkml:ink>
</file>

<file path=ppt/ink/ink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5:26.990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2 33 5063 0 0,'-1'2'207'0'0,"1"-2"-154"0"0,0 0 1 0 0,0 0-1 0 0,0 0 0 0 0,0 0 0 0 0,0 0 0 0 0,0 0 0 0 0,0 0 0 0 0,1 0 1 0 0,-1 0-1 0 0,0 0 0 0 0,0 0 0 0 0,0 0 0 0 0,0 0 0 0 0,0 0 0 0 0,0 0 1 0 0,0 1-1 0 0,0-1 0 0 0,0 0 0 0 0,1 0 0 0 0,-1 0 0 0 0,0 0 0 0 0,0 0 0 0 0,0 0 1 0 0,0 0-1 0 0,0 0 0 0 0,0 0 0 0 0,0 1 0 0 0,0-1 0 0 0,0 0 0 0 0,0 0 1 0 0,0 0-1 0 0,0 0 0 0 0,0 0 0 0 0,0 0 0 0 0,0 0 0 0 0,0 1 0 0 0,0-1 1 0 0,0 0-1 0 0,0 0 0 0 0,0 0 0 0 0,0 0 0 0 0,0 0 0 0 0,0 0 0 0 0,0 0 1 0 0,0 1-1 0 0,0-1 0 0 0,0 0 0 0 0,0 0 0 0 0,0 0 0 0 0,0 0 0 0 0,-1 0 0 0 0,18 1 5139 0 0,1 0-3881 0 0,1-1 1 0 0,-1-1-1 0 0,32-4 1 0 0,-14-2-583 0 0,36-11 0 0 0,-48 11-2177 0 0,-12 4-5170 0 0</inkml:trace>
</inkml:ink>
</file>

<file path=ppt/ink/ink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5:27.627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64 6 5527 0 0,'0'-1'57'0'0,"0"1"-1"0"0,-1 0 1 0 0,1-1-1 0 0,0 1 0 0 0,0 0 1 0 0,0 0-1 0 0,0-1 0 0 0,-1 1 1 0 0,1 0-1 0 0,0 0 1 0 0,0 0-1 0 0,0-1 0 0 0,-1 1 1 0 0,1 0-1 0 0,0 0 0 0 0,0 0 1 0 0,-1 0-1 0 0,1-1 0 0 0,0 1 1 0 0,0 0-1 0 0,-1 0 1 0 0,1 0-1 0 0,0 0 0 0 0,-1 0 1 0 0,1 0-1 0 0,-6 6 2850 0 0,3-2-2326 0 0,0 2-142 0 0,-1-1-1 0 0,2 1 0 0 0,-1 0 0 0 0,0 0 0 0 0,1 0 1 0 0,0 1-1 0 0,1-1 0 0 0,-1 0 0 0 0,0 10 0 0 0,-1 59 406 0 0,6 20-29 0 0,0-62-651 0 0,-2 1-1 0 0,-2-1 0 0 0,0 0 0 0 0,-9 45 0 0 0,7-65-261 0 0,-2 8-465 0 0,-3 32 1 0 0,8-41-5211 0 0</inkml:trace>
</inkml:ink>
</file>

<file path=ppt/ink/ink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5:27.816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17 89 9215 0 0,'-6'-22'421'0'0,"-3"-13"1657"0"0,9 32-1509 0 0,-1 0 1 0 0,1 0 0 0 0,0 0 0 0 0,0 1-1 0 0,0-1 1 0 0,0 0 0 0 0,0 0 0 0 0,1 0-1 0 0,0-3 1 0 0,-1 6-555 0 0,0 0-1 0 0,1 0 1 0 0,-1 0-1 0 0,0 0 1 0 0,1 0 0 0 0,-1 0-1 0 0,0 0 1 0 0,0 0-1 0 0,1 1 1 0 0,-1-1-1 0 0,0 0 1 0 0,1 0-1 0 0,-1 0 1 0 0,0 0-1 0 0,0 0 1 0 0,0 1-1 0 0,1-1 1 0 0,-1 0 0 0 0,0 0-1 0 0,0 0 1 0 0,0 1-1 0 0,1-1 1 0 0,-1 0-1 0 0,0 0 1 0 0,0 1-1 0 0,0-1 1 0 0,0 0-1 0 0,0 0 1 0 0,1 1 0 0 0,-1-1-1 0 0,0 1 1 0 0,7 10-386 0 0,1 8-1558 0 0,-4-7-3729 0 0</inkml:trace>
</inkml:ink>
</file>

<file path=ppt/ink/ink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5:28.569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94 36 2759 0 0,'-1'-1'103'0'0,"0"0"-1"0"0,1-1 0 0 0,-1 1 0 0 0,0 0 0 0 0,1 0 0 0 0,-1-1 0 0 0,1 1 0 0 0,-1-1 0 0 0,1 1 0 0 0,0 0 1 0 0,0-3-1 0 0,0 3 261 0 0,0 0 1 0 0,0 0-1 0 0,0 0 0 0 0,0 0 1 0 0,0 0-1 0 0,1 0 1 0 0,-1 0-1 0 0,1 0 1 0 0,-1 0-1 0 0,0 0 1 0 0,1 0-1 0 0,0 0 1 0 0,-1 0-1 0 0,1 0 0 0 0,-1 1 1 0 0,3-2 978 0 0,-7 16 2381 0 0,-10 9-2334 0 0,6-9-822 0 0,4-7-496 0 0,2-4-29 0 0,0 1 0 0 0,0-1 0 0 0,0 1 0 0 0,1 0 0 0 0,-1-1 0 0 0,1 1 0 0 0,0 0 0 0 0,0 0 0 0 0,0 0 0 0 0,1 0-1 0 0,0 0 1 0 0,-1 0 0 0 0,1 5 0 0 0,5-5-42 0 0,0-1 0 0 0,-5-3 4 0 0,1 0 1 0 0,-1 1-1 0 0,1-1 0 0 0,-1 0 0 0 0,1 0 0 0 0,0 1 0 0 0,-1-1 0 0 0,1 0 1 0 0,-1 0-1 0 0,1 0 0 0 0,0 0 0 0 0,-1 0 0 0 0,1 0 0 0 0,0 0 0 0 0,-1 0 1 0 0,1 0-1 0 0,-1 0 0 0 0,1 0 0 0 0,0 0 0 0 0,-1 0 0 0 0,1-1 0 0 0,-1 1 1 0 0,1 0-1 0 0,0 0 0 0 0,0-1 0 0 0,17-10 136 0 0,-15 9-132 0 0,2-1 75 0 0,-1 0 0 0 0,1 1 0 0 0,-1 0 0 0 0,1 0 0 0 0,0 0 0 0 0,0 1 0 0 0,-1-1 0 0 0,1 1 0 0 0,0 0 0 0 0,0 1 1 0 0,6-1-1 0 0,-9 1-51 0 0,0 0 1 0 0,0 0 0 0 0,0 0 0 0 0,0 0 0 0 0,0 1 0 0 0,0-1-1 0 0,0 1 1 0 0,0-1 0 0 0,0 1 0 0 0,0 0 0 0 0,-1 0 0 0 0,1 0 0 0 0,0 0-1 0 0,0 0 1 0 0,-1 0 0 0 0,1 0 0 0 0,-1 0 0 0 0,1 1 0 0 0,-1-1 0 0 0,0 1-1 0 0,1-1 1 0 0,-1 1 0 0 0,0-1 0 0 0,0 1 0 0 0,0 0 0 0 0,0-1-1 0 0,0 1 1 0 0,-1 0 0 0 0,1 0 0 0 0,0 3 0 0 0,3 9 33 0 0,-2 0 1 0 0,2 22 0 0 0,-4-28-42 0 0,0-1 0 0 0,0 0 1 0 0,-1 1-1 0 0,0-1 0 0 0,0 0 1 0 0,-4 14-1 0 0,2-15-16 0 0,0-1 0 0 0,0 0 0 0 0,-1 1 1 0 0,1-1-1 0 0,-1-1 0 0 0,0 1 0 0 0,-1 0 0 0 0,1-1 0 0 0,-1 0 0 0 0,1 0 0 0 0,-1 0 0 0 0,-1-1 0 0 0,1 0 0 0 0,-11 5 1 0 0,11-5 2 0 0,-1 0 0 0 0,0-1 0 0 0,1 0 0 0 0,-1 0 0 0 0,0-1 0 0 0,0 0 1 0 0,0 0-1 0 0,0 0 0 0 0,-1-1 0 0 0,1 0 0 0 0,0 0 0 0 0,0 0 1 0 0,0-1-1 0 0,-11-2 0 0 0,15 2 5 0 0,0 0-1 0 0,0 1 1 0 0,0-1 0 0 0,0 0-1 0 0,0 0 1 0 0,0-1 0 0 0,1 1 0 0 0,-1 0-1 0 0,0 0 1 0 0,1-1 0 0 0,-1 1-1 0 0,1-1 1 0 0,0 0 0 0 0,0 1 0 0 0,-1-1-1 0 0,1 0 1 0 0,0 0 0 0 0,0 0-1 0 0,0 1 1 0 0,1-1 0 0 0,-1 0 0 0 0,0 0-1 0 0,1 0 1 0 0,-1-1 0 0 0,1 1-1 0 0,0 0 1 0 0,0-2 0 0 0,0-1-175 0 0,0 0 1 0 0,0 0 0 0 0,1 1-1 0 0,0-1 1 0 0,0 0-1 0 0,0 0 1 0 0,0 1-1 0 0,1-1 1 0 0,0 1-1 0 0,4-9 1 0 0,2 1-6714 0 0</inkml:trace>
</inkml:ink>
</file>

<file path=ppt/ink/ink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5:28.796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18 70 8751 0 0,'-5'-4'305'0'0,"4"3"-233"0"0,-1 0 0 0 0,1-1 0 0 0,0 1-1 0 0,-1-1 1 0 0,1 1 0 0 0,0-1 0 0 0,0 1 0 0 0,-1-3 0 0 0,2 4 90 0 0,0-1 0 0 0,0 1-1 0 0,0-1 1 0 0,0 1 0 0 0,0-1 0 0 0,0 1-1 0 0,0-1 1 0 0,0 1 0 0 0,1-1-1 0 0,-1 1 1 0 0,0-1 0 0 0,0 1 0 0 0,1 0-1 0 0,-1-1 1 0 0,0 1 0 0 0,1-1-1 0 0,-1 1 1 0 0,0 0 0 0 0,1-1 0 0 0,-1 1-1 0 0,0 0 1 0 0,1-1 0 0 0,-1 1-1 0 0,1 0 1 0 0,-1 0 0 0 0,1-1 0 0 0,-1 1-1 0 0,0 0 1 0 0,1 0 0 0 0,-1 0-1 0 0,2 0 1 0 0,13-5 2351 0 0,50-9 83 0 0,-24 5-2791 0 0,1 1-5218 0 0,-29 5-767 0 0</inkml:trace>
</inkml:ink>
</file>

<file path=ppt/ink/ink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5:28.991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39 17 7367 0 0,'-7'-4'1651'0'0,"-12"-8"5039"0"0,18 12-6617 0 0,1 0 0 0 0,0 0 1 0 0,-1-1-1 0 0,1 1 0 0 0,0 0 0 0 0,-1 0 1 0 0,1 0-1 0 0,-1 0 0 0 0,1 0 0 0 0,0 0 1 0 0,-1 0-1 0 0,1 0 0 0 0,0 0 1 0 0,-1 0-1 0 0,1 1 0 0 0,-1-1 0 0 0,1 0 1 0 0,0 0-1 0 0,-1 0 0 0 0,1 0 0 0 0,0 1 1 0 0,-1-1-1 0 0,1 0 0 0 0,0 0 1 0 0,0 0-1 0 0,-1 1 0 0 0,1-1 0 0 0,0 0 1 0 0,0 1-1 0 0,-1-1 0 0 0,1 0 0 0 0,0 0 1 0 0,0 1-1 0 0,0-1 0 0 0,-1 0 1 0 0,1 1-1 0 0,0-1 0 0 0,0 1 0 0 0,0-1 1 0 0,0 0-1 0 0,0 1 0 0 0,0-1 0 0 0,0 0 1 0 0,0 1-1 0 0,0-1 0 0 0,0 0 1 0 0,0 1-1 0 0,0-1 0 0 0,0 1 0 0 0,0-1 1 0 0,0 0-1 0 0,0 1 0 0 0,0 4-230 0 0,0 2-22 0 0</inkml:trace>
</inkml:ink>
</file>

<file path=ppt/ink/ink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5:29.537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180 78 3223 0 0,'-4'-3'-382'0'0,"2"2"683"0"0,0-1 0 0 0,0 1 0 0 0,1 0-1 0 0,-1-1 1 0 0,0 1 0 0 0,0 0 0 0 0,-3-1 0 0 0,4 2-10 0 0,-1 0 0 0 0,1 0-1 0 0,0 0 1 0 0,0 0 0 0 0,0 0 0 0 0,0 0 0 0 0,0 0 0 0 0,0 1 0 0 0,0-1-1 0 0,-1 0 1 0 0,1 1 0 0 0,0-1 0 0 0,0 0 0 0 0,0 1 0 0 0,0-1-1 0 0,0 1 1 0 0,0 0 0 0 0,-1 0 0 0 0,-5 5 339 0 0,1 0 0 0 0,-1 0 0 0 0,1 1-1 0 0,0 0 1 0 0,1 0 0 0 0,-1 0 0 0 0,2 0 0 0 0,-7 12 0 0 0,-26 66 709 0 0,31-68-1213 0 0,1-1 1 0 0,0 1-1 0 0,-4 33 1 0 0,8-43-101 0 0,1 0 1 0 0,0-1 0 0 0,0 1 0 0 0,0 0 0 0 0,1 0 0 0 0,-1-1-1 0 0,2 1 1 0 0,-1 0 0 0 0,1-1 0 0 0,0 1 0 0 0,0-1 0 0 0,1 0-1 0 0,3 7 1 0 0,-4-11-24 0 0,-1 0-1 0 0,1 0 1 0 0,-1 0-1 0 0,1-1 0 0 0,-1 1 1 0 0,1 0-1 0 0,0-1 1 0 0,0 1-1 0 0,0-1 1 0 0,0 0-1 0 0,0 0 1 0 0,0 0-1 0 0,0 0 0 0 0,0 0 1 0 0,1 0-1 0 0,2 0 1 0 0,-1 0 8 0 0,1 0 0 0 0,-1-1 0 0 0,0 0 0 0 0,1 0 1 0 0,-1 0-1 0 0,1 0 0 0 0,-1-1 0 0 0,6-1 0 0 0,0-1 23 0 0,0 0-1 0 0,0-1 0 0 0,0-1 1 0 0,-1 1-1 0 0,1-1 1 0 0,13-10-1 0 0,-7 2 257 0 0,-1 0-1 0 0,-1-1 1 0 0,0-1 0 0 0,0 0-1 0 0,19-29 1 0 0,-18 20-22 0 0,-1 0-1 0 0,-2 0 1 0 0,17-44-1 0 0,-24 54-158 0 0,-1 0-1 0 0,5-27 1 0 0,-9 36-87 0 0,1 1 0 0 0,-1-1 0 0 0,0 1-1 0 0,0-1 1 0 0,0 1 0 0 0,-1-1 0 0 0,1 1 0 0 0,-1-1 0 0 0,0 1 0 0 0,0 0 0 0 0,-1-1-1 0 0,1 1 1 0 0,-4-6 0 0 0,4 9-18 0 0,0-1 0 0 0,0 1 1 0 0,0 0-1 0 0,0-1 0 0 0,0 1 0 0 0,0 0 0 0 0,0 0 0 0 0,-1 0 1 0 0,1 0-1 0 0,0 0 0 0 0,-1 0 0 0 0,1 1 0 0 0,-1-1 0 0 0,1 0 1 0 0,-1 1-1 0 0,1-1 0 0 0,-1 1 0 0 0,-2-1 0 0 0,1 1 8 0 0,1 0-1 0 0,-1 0 1 0 0,1 0-1 0 0,-1 0 1 0 0,0 0-1 0 0,1 1 1 0 0,-1 0 0 0 0,1-1-1 0 0,-1 1 1 0 0,-3 2-1 0 0,-1 1 13 0 0,-1 0 1 0 0,1 1-1 0 0,0 0 0 0 0,0 0 1 0 0,1 1-1 0 0,-6 6 0 0 0,0 1-24 0 0,1 0 0 0 0,1 1 0 0 0,-13 23 0 0 0,-21 49 0 0 0,28-53 0 0 0,-10 23 0 0 0,2 2 0 0 0,2 1 0 0 0,-20 92 0 0 0,30-82-24 0 0,3 1 1 0 0,2 0-1 0 0,4 74 0 0 0,2-124-537 0 0,-1-8-5285 0 0,0-5-1188 0 0</inkml:trace>
</inkml:ink>
</file>

<file path=ppt/ink/ink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5:30.161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168 36 4143 0 0,'-1'-1'159'0'0,"0"0"0"0"0,0-1 0 0 0,0 1 0 0 0,0 0 0 0 0,0 0 0 0 0,1 0 0 0 0,-1-1-1 0 0,0 1 1 0 0,1 0 0 0 0,-1-1 0 0 0,1 1 0 0 0,0 0 0 0 0,-1-1 0 0 0,1 1-1 0 0,0-3 1 0 0,-3-9 5299 0 0,-1 17-1697 0 0,-13 20-2043 0 0,-11 26-1163 0 0,3 1 1 0 0,2 1-1 0 0,3 0 1 0 0,-15 60-1 0 0,35-111-555 0 0,-1 0 0 0 0,1 1 0 0 0,0-1 0 0 0,-1 0 0 0 0,1 0 0 0 0,0 1 0 0 0,0-1 0 0 0,0 0 0 0 0,0 1 0 0 0,0-1 0 0 0,0 0 0 0 0,1 1 0 0 0,-1-1 0 0 0,0 0 0 0 0,1 0 0 0 0,-1 1 0 0 0,1-1 0 0 0,-1 0 0 0 0,2 2 0 0 0,-1-2 0 0 0,-1-1 0 0 0,1 1 0 0 0,0-1 0 0 0,0 1 0 0 0,0-1 0 0 0,0 0 0 0 0,-1 1 0 0 0,1-1 0 0 0,0 0 0 0 0,0 0 0 0 0,0 0 0 0 0,0 1 0 0 0,0-1 0 0 0,0 0 0 0 0,0 0 0 0 0,0 0 0 0 0,0-1 0 0 0,-1 1 0 0 0,1 0 0 0 0,0 0 0 0 0,0 0 0 0 0,0-1 0 0 0,0 1 0 0 0,0 0 0 0 0,0-1 0 0 0,-1 1 0 0 0,1-1 0 0 0,1 0 0 0 0,22-12-18 0 0,0-1 1 0 0,26-22-1 0 0,-31 19-27 0 0,-15 13 34 0 0,1 0-1 0 0,-1 0 0 0 0,1 0 0 0 0,-1 1 0 0 0,1 0 1 0 0,0-1-1 0 0,6-1 0 0 0,-11 5 12 0 0,0 0 0 0 0,0 0 0 0 0,0 0 0 0 0,0 0 0 0 0,0 0 0 0 0,0 0 0 0 0,0 0 0 0 0,1 0 0 0 0,-1 0 0 0 0,0 0 0 0 0,0 0 0 0 0,0 0 0 0 0,0 0 0 0 0,0 0 0 0 0,0 0 0 0 0,0 0 0 0 0,0 0 0 0 0,0 0 0 0 0,0 0 0 0 0,0 0 0 0 0,0 0 0 0 0,1 0 0 0 0,-1 0 0 0 0,0 0 0 0 0,0 0 0 0 0,0 0 0 0 0,0 0 0 0 0,0 0 0 0 0,0 1 0 0 0,0-1 0 0 0,0 0 0 0 0,0 0 0 0 0,0 0 0 0 0,0 0 0 0 0,0 0 0 0 0,0 0 0 0 0,0 0 0 0 0,0 0 0 0 0,0 0 0 0 0,0 0 0 0 0,0 0 0 0 0,0 0 0 0 0,0 1 0 0 0,0-1 0 0 0,0 0 0 0 0,0 0 0 0 0,0 0 0 0 0,0 0 0 0 0,0 0 0 0 0,0 0 0 0 0,-1 8 0 0 0,-5 10 0 0 0,5-15 0 0 0,-73 232 136 0 0,68-213-136 0 0,-4 36 0 0 0,7-21 0 0 0</inkml:trace>
</inkml:ink>
</file>

<file path=ppt/ink/ink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6:12.65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265 129 1463 0 0,'62'-30'368'0'0,"1"3"0"0"0,130-36 0 0 0,-191 63-350 0 0,6-2-28 0 0,1 0 0 0 0,-1 0 0 0 0,0 1 1 0 0,0 0-1 0 0,1 1 0 0 0,-1 0 0 0 0,12 1 0 0 0,-59 9-1161 0 0,0 1 1109 0 0,0 2 0 0 0,-60 29 0 0 0,35-14 48 0 0,-6 1 113 0 0,-148 66 596 0 0,207-90-593 0 0,1 1 1 0 0,0-1-1 0 0,0 2 1 0 0,0-1-1 0 0,1 1 1 0 0,0 1-1 0 0,-14 15 1 0 0,23-23-106 0 0,0 0 0 0 0,0 0 0 0 0,0 1 0 0 0,-1-1 0 0 0,1 0 0 0 0,0 0 0 0 0,0 0 0 0 0,0 1 1 0 0,0-1-1 0 0,0 0 0 0 0,-1 1 0 0 0,1-1 0 0 0,0 0 0 0 0,0 0 0 0 0,0 1 0 0 0,0-1 0 0 0,0 0 0 0 0,0 1 0 0 0,0-1 0 0 0,0 0 1 0 0,0 0-1 0 0,0 1 0 0 0,0-1 0 0 0,0 0 0 0 0,0 1 0 0 0,0-1 0 0 0,0 0 0 0 0,0 0 0 0 0,1 1 0 0 0,-1-1 0 0 0,0 0 0 0 0,0 0 1 0 0,0 1-1 0 0,0-1 0 0 0,1 0 0 0 0,-1 0 0 0 0,0 1 0 0 0,0-1 0 0 0,0 0 0 0 0,1 0 0 0 0,-1 0 0 0 0,0 1 0 0 0,0-1 0 0 0,1 0 1 0 0,-1 0-1 0 0,0 0 0 0 0,0 0 0 0 0,1 0 0 0 0,-1 0 0 0 0,0 0 0 0 0,0 1 0 0 0,1-1 0 0 0,-1 0 0 0 0,0 0 0 0 0,1 0 0 0 0,-1 0 1 0 0,1 0-1 0 0,19 1-82 0 0,-19-1 83 0 0,73-2-63 0 0,105-17-1 0 0,70-28 775 0 0,-170 36-709 0 0,-44 7 0 0 0,-35 4 0 0 0,0 0 0 0 0,0 0 0 0 0,1 0 0 0 0,-1 0 0 0 0,0 0 0 0 0,1 0 0 0 0,-1 0 0 0 0,0 0 0 0 0,1 0 0 0 0,-1 0 0 0 0,0 0 0 0 0,0 0 0 0 0,1 0 0 0 0,-1-1 0 0 0,0 1 0 0 0,1 0 0 0 0,-1 0 0 0 0,0 0 0 0 0,0 0 0 0 0,1-1 0 0 0,-1 1 0 0 0,0 0 0 0 0,0 0 0 0 0,0-1 0 0 0,1 1 0 0 0,-1 0 0 0 0,0 0 0 0 0,0-1 0 0 0,0 1 0 0 0,0-1 0 0 0,-1 1 0 0 0,1 0 0 0 0,0 0 0 0 0,0 0 0 0 0,-1-1 0 0 0,1 1 0 0 0,-1 0 0 0 0,1 0 0 0 0,0 0 0 0 0,-1 0 0 0 0,1 0 0 0 0,0 0 0 0 0,-1 0 0 0 0,1 0 0 0 0,0 0 0 0 0,-1 0 0 0 0,1 0 0 0 0,-1 0 0 0 0,1 0 0 0 0,0 0 0 0 0,-1 0 0 0 0,1 0 0 0 0,0 0 0 0 0,-1 0 0 0 0,-111 26-2 0 0,-4 1 100 0 0,73-20-95 0 0,10-2 33 0 0,-36 11 0 0 0,62-14 14 0 0,7 1-16 0 0,11 2-2 0 0,19-1-31 0 0,13-1-33 0 0,0-3-1 0 0,78-9 0 0 0,-27 1 3 0 0,-63 5 23 0 0,-19 2 0 0 0,0 0 0 0 0,0 0 0 0 0,0 1 0 0 0,0 0 0 0 0,0 1 0 0 0,0 1 0 0 0,19 4-1 0 0,-30-6 8 0 0,-1 0-1 0 0,1 0 1 0 0,0 0-1 0 0,-1 1 1 0 0,1-1-1 0 0,0 0 1 0 0,-1 0-1 0 0,1 1 1 0 0,-1-1-1 0 0,1 0 1 0 0,0 1-1 0 0,-1-1 1 0 0,1 1-1 0 0,-1-1 1 0 0,1 1-1 0 0,-1-1 1 0 0,0 1-1 0 0,1-1 0 0 0,-1 1 1 0 0,1 0-1 0 0,-1-1 1 0 0,0 1-1 0 0,1-1 1 0 0,-1 2-1 0 0,0-1-1 0 0,0 0 1 0 0,0 0-1 0 0,0-1 0 0 0,-1 1 0 0 0,1 0 0 0 0,0-1 0 0 0,-1 1 0 0 0,1 0 0 0 0,0 0 0 0 0,-1-1 0 0 0,1 1 1 0 0,-1-1-1 0 0,1 1 0 0 0,-1 0 0 0 0,0-1 0 0 0,1 1 0 0 0,-1-1 0 0 0,0 1 0 0 0,-6 4-6 0 0,1-1 1 0 0,-1 0-1 0 0,-9 3 0 0 0,13-5 16 0 0,-39 14-24 0 0,0-2-1 0 0,0-1 1 0 0,-56 8-1 0 0,-11 3-34 0 0,45-8 41 0 0,4-1-22 0 0,-102 39-1 0 0,157-52 33 0 0,0 0 0 0 0,0 1 0 0 0,-10 6 0 0 0,15-8 0 0 0,-1-1 0 0 0,1 0 0 0 0,-1 1 0 0 0,0-1 0 0 0,1 1 0 0 0,-1-1 0 0 0,1 1 0 0 0,-1-1 0 0 0,1 1 0 0 0,-1-1 0 0 0,1 1 0 0 0,-1 0 0 0 0,1-1 0 0 0,0 1 0 0 0,-1 0 0 0 0,1-1 0 0 0,0 1 0 0 0,-1 0 0 0 0,1-1 0 0 0,0 1 0 0 0,0 0 0 0 0,0 0 0 0 0,0-1 0 0 0,0 1 0 0 0,0 0 0 0 0,0 0 0 0 0,0-1 0 0 0,0 1 0 0 0,0 0 0 0 0,0 0 0 0 0,0-1 0 0 0,0 1 0 0 0,1 0 0 0 0,-1-1 0 0 0,0 1 0 0 0,1 0 0 0 0,-1-1 0 0 0,0 1 0 0 0,1 0 0 0 0,0 0 0 0 0,12 9 0 0 0,5 1 0 0 0</inkml:trace>
</inkml:ink>
</file>

<file path=ppt/ink/ink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6:22.235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nkEffects" value="pencil"/>
    </inkml:brush>
  </inkml:definitions>
  <inkml:trace contextRef="#ctx0" brushRef="#br0">59 48 1567 242069 35698,'0'0'0'0'0,"0"-2"0"0"0,0 1 0 0 0,1-1 0 0 0,-1-2 64 0 0,1-2-64 0 0,0-2 0 0 0,0 1 0 0 0,-1 0 0 0 0,-1 2 0 0 0,0 2 0 0 0,-1 1-72 0 0,0 1 72 0 0,0 1-72 0 0,1 1 72 0 0,0-1 0 0 0,1 1-80 0 0,-1-1 80 0 0,1 1-80 0 0,0-1 80 0 0,0 0 0 0 0,0 0 0 0 0,0 0-64 0 0,1 0 64 0 0,-1 0-96 0 0,0 0 32 0 0,0 0-32 0 0,1 4 24 0 0,1 2 72 0 0,-1 2 0 0 0,-1 0 0 0 0,1 1 64 0 0,0 0 0 0 0,1 0 16 0 0,0 0 16 0 0,1 2-96 0 0,-1-2 0 0 0,0-1 0 0 0,0 1 0 0 0,-1 1 0 0 0,0 1 0 0 0,0 2 0 0 0,-1 1 80 0 0,0-2 16 0 0,0 0-96 0 0,-1-1 0 0 0,1 3 0 0 0,-1 3 0 0 0,0 2 0 0 0,0 0 0 0 0,0-1 0 0 0,0 0 64 0 0,0-1-64 0 0,0 0 64 0 0,0 0 64 0 0,1 0-64 0 0,1 1-64 0 0,0 0 64 0 0,-1 0-64 0 0,1-3 0 0 0,0 0 0 0 0,-1 0 0 0 0,-1-2 0 0 0,0 0 0 0 0,-2 0 64 0 0,0-2 0 0 0,-1 0 0 0 0,-2 0-64 0 0,-1 0-88 0 0,-1 1 240 0 0,-1 0-88 0 0,1 0-64 0 0,0 1 0 0 0,2 1 0 0 0,2 0 0 0 0,2 0 0 0 0,3-1 0 0 0,4-1 0 0 0,3-3 0 0 0,3-1 0 0 0,3-3 0 0 0,3-2 0 0 0,2-2 0 0 0,4-2 0 0 0,2-2 0 0 0,4-2 0 0 0,5-1 0 0 0,3-1 0 0 0,1 1 0 0 0,-3 1 0 0 0,2 1 80 0 0,4 0-80 0 0,5 2-120 0 0,0 0 40 0 0,-3 1 80 0 0,3 0 0 0 0,7-2 0 0 0,6-1 0 0 0,5-2 0 0 0,4-2 0 0 0,2-2 0 0 0,1-1 0 0 0,3 0 0 0 0,3-1 0 0 0,2 0 0 0 0,3 1 0 0 0,3 1 0 0 0,-6 0 0 0 0,-8 2 64 0 0,-3 0 0 0 0,1-2 16 0 0,4 0-80 0 0,-5 0 0 0 0,-6 1 0 0 0,0 1-80 0 0,2 2 80 0 0,3 0 0 0 0,-5 3 0 0 0,-9 0 0 0 0,-4 1 0 0 0,-4 0 80 0 0,-2 0-80 0 0,-3-1 0 0 0,-5 0 0 0 0,0 0 0 0 0,3-1 0 0 0,4 0 0 0 0,5 0 0 0 0,2-2 72 0 0,-3 0-72 0 0,-5 0 64 0 0,-1 0-64 0 0,-2-1 0 0 0,-3 0 0 0 0,-3-1 0 0 0,-1-2 0 0 0,-4 1 0 0 0,-2-1 0 0 0,-2-1 0 0 0,-3 0 64 0 0,-2 0 0 0 0,-2 1-64 524-5,-2 0 0-524 5,-2 0 0 0 0,-2 0 0 530 2,-2 2 0-530-2,-1 0 0 500 3,-2 0 0-500-3,1-1 0 0 0,1-3 0 0 0,2-2 0 0 0,2-2 152 522-5,0-2 0-522 5,0 0 8 0 0,-1 0 40 0 0,-3 1 56 0 0,-2 1-16 511-1,-4 0-16-511 1,-3 2 16 0 0,-2 3-112 0 0,-1 2 0 0 0,0 3 80 0 0,0 2-64 0 0,3 5-72 0 0,3 5-272 0 0,6 9 120 499 4,2 5 80-499-4,0-2-4495 0 0</inkml:trace>
</inkml:ink>
</file>

<file path=ppt/ink/ink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6:23.233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nkEffects" value="pencil"/>
    </inkml:brush>
  </inkml:definitions>
  <inkml:trace contextRef="#ctx0" brushRef="#br0">200 5 14743 235715 61345,'-5'0'1312'0'0,"-7"-2"-1056"0"0,-6 0-1024 0 0,-4 1-2064 0 0,-2 3 3280 0 0,0 2 56 0 0,0 4 8 0 0,3 3-512 0 0,1 6 0 0 0,3 6-5696 0 0,4-2-2783 0 0</inkml:trace>
</inkml:ink>
</file>

<file path=ppt/ink/ink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6:26.416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nkEffects" value="pencil"/>
    </inkml:brush>
  </inkml:definitions>
  <inkml:trace contextRef="#ctx0" brushRef="#br0">22 203 455 210615 57462,'0'-1'0'0'0,"-1"0"0"0"0,1 0 288 0 0,-1-2 312 0 0,-1-3 352 0 0,0-4 504 0 0,-1-3-80 0 0,1-1-120 0 0,1 1-120 0 0,1 2-152 0 0,2 2-112 0 0,0 3-144 0 0,1 5-72 0 0,0 5-88 0 0,-2 5-136 0 0,-1 4-184 0 0,-1 4-64 0 0,-2 4-120 0 0,-1 4 32 0 0,0 1-32 0 0,0-1-64 0 0,1 3 144 0 0,2 3 104 0 0,1 5-8 0 0,1 5 0 0 0,1 6-16 0 0,0 6-16 0 0,0 4-104 0 0,0 4-104 0 0,-1 1 0 0 0,-1 0 64 0 0,0-2 8 0 0,-2-3-72 0 0,0-5-88 0 0,0-6 152 0 0,0-6-64 0 0,0-7 0 0 0,1-5 160 0 0,2-6 40 0 0,1-4 8 0 0,3-4 0 0 0,3-4 8 0 0,5-2 8 0 0,5-3 96 0 0,6-3 136 0 0,5-1-24 0 0,5-2-48 0 0,4-1-104 0 0,4-1-216 0 0,3 0 32 0 0,3 1-96 0 0,4 2 0 0 0,3 1 0 0 0,4 2 0 0 0,3 0 0 0 0,0 0 0 0 0,3 0 0 0 0,1-3 0 0 0,1-2 0 0 0,-4 0 0 0 0,-7-1 0 0 0,0 2 0 0 0,4 1 0 0 0,-1 1 0 0 0,-4 0 0 0 0,-4 0 0 0 0,-3 0 0 0 0,5-1 0 0 0,10-4 0 0 0,8-3 0 0 0,9-4 0 0 0,7-3 64 0 0,4 0-64 0 0,2 1 72 0 0,-2 2-8 0 0,-3 1 0 0 0,-3 2 0 0 0,-3-1 0 0 0,-6 1 0 0 0,-3-1-64 0 0,-2-1 72 0 0,-8 1-72 0 0,-8 0 80 0 0,-9 2-80 0 0,-7 0 88 0 0,-3 0 8 0 0,-1-1-96 0 0,-4-1 64 0 0,4-1-64 0 0,2-4 0 0 0,4-3 0 0 0,2-2 0 0 0,-1-2 0 0 0,-1-2 0 0 0,-4 1 0 0 0,-7 2 0 0 0,-2 1 0 0 0,-4 1 0 0 0,-3 1 0 0 0,-2 0 0 0 0,1-2 0 0 0,0-2 0 0 0,-2-1 0 0 0,-1 0 0 0 0,-1-1 0 0 0,-3 0 0 0 0,-2-2 0 0 0,-1 0 0 0 0,-2 2 0 0 0,0 2 0 0 0,-1-2 0 0 0,3-5 0 0 0,0-4 64 0 0,2-5-64 0 0,0-2 0 0 0,0-2 0 0 0,-1 3 0 0 0,-3 5 64 0 0,-1 2-64 0 0,-2 1 64 0 0,-1 0 8 0 0,-3 1 88 0 0,-3 1 136 0 0,-3 3 24 0 0,-3 2 48 0 0,-4 5-24 0 0,-2 6-24 0 0,0 8-160 0 0,0 8-160 0 0,3 9-72 0 0,5 6-288 0 0,3 3-4952 0 0,4-1-1032 0 0,1-3-1839 0 0</inkml:trace>
</inkml:ink>
</file>

<file path=ppt/ink/ink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6:35.068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nkEffects" value="pencil"/>
    </inkml:brush>
  </inkml:definitions>
  <inkml:trace contextRef="#ctx0" brushRef="#br0">46 836 919 239017 52393,'-1'0'80'0'0,"-1"1"-80"0"0,-2-1 192 0 0,-1 1 256 0 0,-2 0 456 0 0,-3-1 672 0 0,1 0 112 0 0,2-4 128 0 0,7-2 72 0 0,7-3 96 0 0,8-3-256 0 0,7-2-376 0 0,4-3-128 0 0,5-2-176 0 0,3-4-152 0 0,4-5-216 0 0,7-7-144 0 0,5-7-192 0 0,4-4-80 0 0,2-4-120 0 0,3-2-72 0 0,-4 4-72 0 0,-6 5 0 0 0,-6 7 0 0 0,-5 5 0 0 0,2-1 64 0 0,4-1-64 0 0,5-1 0 0 0,3 0 0 0 0,3 0-72 0 0,-1 1-72 0 0,-1 2-144 0 0,-1-1-1344 0 0,-7 6 816 0 0,-9 5-6032 0 0,-11 8-3199 0 0</inkml:trace>
</inkml:ink>
</file>

<file path=ppt/ink/ink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6:35.387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nkEffects" value="pencil"/>
    </inkml:brush>
  </inkml:definitions>
  <inkml:trace contextRef="#ctx0" brushRef="#br0">35 441 919 240299 48677,'-2'1'0'0'0,"-2"2"80"0"0,-3 1-80 0 0,1 0 200 0 0,0 0 24 0 0,1 0 8 0 0,2 0 672 0 0,2-1 616 0 0,2-1 216 0 0,6-2 272 0 0,6-5-104 0 0,5-2-152 0 0,5-4-176 0 0,2-2-256 0 0,4-3-208 0 0,2-3-280 0 0,3-4-192 0 0,5-3-248 0 0,3-5-72 0 0,1 1-200 0 0,-4 2-8 0 0,1-3 72 0 0,3-3-56 0 0,3-4-64 0 0,1-2 8 0 0,-2 1-72 0 0,-5 4 0 0 0,-9 9-1368 0 0,-9 9-15615 0 0</inkml:trace>
</inkml:ink>
</file>

<file path=ppt/ink/ink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6:35.645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nkEffects" value="pencil"/>
    </inkml:brush>
  </inkml:definitions>
  <inkml:trace contextRef="#ctx0" brushRef="#br0">21 371 5007 240945 50797,'-4'2'368'0'0,"-1"1"-216"0"0,0 0-152 0 0,0 0 1088 0 0,3 0 1512 0 0,5-3 136 0 0,7-2 128 0 0,9-4-536 0 0,11-4-776 0 0,6-3-792 0 0,1-1-408 0 0,7-3 168 0 0,9-5-176 0 0,8-6-280 0 0,6-4 32 0 0,3-2-96 0 0,0-1 0 0 0,0-2-64 0 0,-2 2-584 0 0,-6 1-640 0 0,-9 5-3824 0 0,-13 7-888 0 0,-12 7-1719 0 0</inkml:trace>
</inkml:ink>
</file>

<file path=ppt/ink/ink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6:35.818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nkEffects" value="pencil"/>
    </inkml:brush>
  </inkml:definitions>
  <inkml:trace contextRef="#ctx0" brushRef="#br0">1 86 9671 244252 50442,'0'1'864'0'0,"-1"-1"-696"0"0,1 1 504 0 0,1 0 904 0 0,1 0-776 0 0,0 0 520 0 0,5-1 1560 0 0,5-1-784 0 0,7-3-1168 0 0,10-6-368 0 0,9-6-488 0 0,4-4-5824 0 0,2-1-1160 0 0,-7 3-2031 0 0</inkml:trace>
</inkml:ink>
</file>

<file path=ppt/ink/ink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6:28.470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nkEffects" value="pencil"/>
    </inkml:brush>
  </inkml:definitions>
  <inkml:trace contextRef="#ctx0" brushRef="#br0">56 17 1951 231587 54058,'0'0'176'0'0,"0"-1"-176"0"0,0 0 0 0 0,0-1 0 0 0,0 0 0 0 0,0-1 0 0 0,0 1 0 0 0,0 0 96 0 0,0 0 160 0 0,0 1-120 0 0,0 1-72 0 0,0 0 0 0 0,0 0-64 0 0,-5 4 0 0 0,-1 4-72 0 0,-3 2 8 0 0,0 1 64 0 0,1-2 0 0 0,1-1 0 0 0,2-3 72 0 0,2-2-72 0 0,1-1 96 0 0,1-2-96 0 0,1 0 0 0 0,0 7 160 0 0,1 5-96 0 0,-1 8 16 0 0,1 10 16 0 0,2 10-96 0 0,2 12 0 0 0,2 5 0 0 0,-1-8-3175 0 0</inkml:trace>
</inkml:ink>
</file>

<file path=ppt/ink/ink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6:28.901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nkEffects" value="pencil"/>
    </inkml:brush>
  </inkml:definitions>
  <inkml:trace contextRef="#ctx0" brushRef="#br0">4 0 455 225396 58405,'-1'1'0'0'0,"1"-1"0"0"0,0 0 232 0 0,-1 1 8 0 0,1-1 0 0 0,0 1 320 0 0,0-1 104 0 0,0 1 96 0 0,0-1 136 0 0,0 1-88 0 0,0-1-112 0 0,0 0-168 0 0,0 0-232 0 0,0 0-152 0 0,0 5-64 0 0,-1 1 48 0 0,1 0-64 0 0,0 0-64 0 0,0-2 0 0 0,0-1 0 0 0,1-2 0 0 0,-1 0 0 0 0,1-1-96 0 0,-1 0 24 0 0,0 0 72 0 0,1 0-6623 0 0</inkml:trace>
</inkml:ink>
</file>

<file path=ppt/ink/ink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6:30.055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nkEffects" value="pencil"/>
    </inkml:brush>
  </inkml:definitions>
  <inkml:trace contextRef="#ctx0" brushRef="#br0">1 432 5063 246192 43423,'0'0'448'0'0,"1"-1"-352"0"0,0 1 328 0 0,2 0 584 0 0,5-1 8 0 0,9 0-8 0 0,12-3-168 0 0,11-2-240 0 0,10-3 32 0 0,6-3 56 0 0,6-5 16 0 0,5-5 32 0 0,4-6-104 0 0,3-6-144 0 0,2-3-136 0 0,-1-3-184 0 0,-1 0-88 0 0,-2 1-80 0 0,-6 2 0 0 0,-5 4 0 0 0,-8 5 0 0 0,-9 7 0 0 0,-11 6-200 0 0,-13 9-272 0 0,-11 7-5280 0 0,-7 3-2807 0 0</inkml:trace>
</inkml:ink>
</file>

<file path=ppt/ink/ink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6:30.374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nkEffects" value="pencil"/>
    </inkml:brush>
  </inkml:definitions>
  <inkml:trace contextRef="#ctx0" brushRef="#br0">17 298 2759 246513 45437,'-1'1'120'0'0,"-2"2"32"0"0,-2 1-152 0 0,1 1-64 0 0,1 1-168 0 0,3 0 872 0 0,2 0 1256 0 0,6-1 136 0 0,6-1 104 0 0,6-4-112 0 0,3-2-1096 0 0,1-3-8 0 0,5-2 608 0 0,6-4-432 0 0,7-5-208 0 0,8-5-272 0 0,6-5-120 0 0,6-4-152 0 0,2-2-80 0 0,0-1-120 0 0,-2-1-72 0 0,-5 2-72 0 0,-5 4 64 0 0,-6 4-64 0 0,-7 5 0 0 0,-7 7-72 0 0,-9 6-1056 0 0,-9 6-88 0 0,-7 4-15191 0 0</inkml:trace>
</inkml:ink>
</file>

<file path=ppt/ink/ink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6:30.689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nkEffects" value="pencil"/>
    </inkml:brush>
  </inkml:definitions>
  <inkml:trace contextRef="#ctx0" brushRef="#br0">77 178 23 247855 45097,'-1'2'0'0'0,"-2"1"0"0"0,-2 1 512 0 0,0 1 720 0 0,-3 2 184 0 0,-2 3-600 0 0,0 0 8 0 0,-2 3 760 0 0,0 1-96 0 0,4 0-176 0 0,5-4-264 0 0,9-6 112 0 0,9-6 184 0 0,10-6-184 0 0,6-4-704 0 0,4-3-8 0 0,13-7 400 0 0,13-6-80 0 0,10-5-112 0 0,5-2-168 0 0,-6 2-248 0 0,-9 6-144 0 0,-8 4 40 0 0,-9 6-72 0 0,-10 5-64 0 0,-7 6 0 0 0,-7 5-496 0 0,-8 7-640 0 0,-8 6-5520 0 0,-5-1-3175 0 0</inkml:trace>
</inkml:ink>
</file>

<file path=ppt/ink/ink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6:30.926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nkEffects" value="pencil"/>
    </inkml:brush>
  </inkml:definitions>
  <inkml:trace contextRef="#ctx0" brushRef="#br0">49 166 2759 247496 45686,'-7'2'272'0'0,"-2"2"-272"0"0,-1-1 896 0 0,2 1-416 0 0,1 0 8 0 0,2-1 264 0 0,2 1 864 0 0,6-2 80 0 0,5-2-800 0 0,4-2 0 0 0,9-4 784 0 0,12-4-152 0 0,13-5-352 0 0,12-6-504 0 0,7-3-200 0 0,5-2-272 0 0,-1 1-104 0 0,-3 2-96 0 0,-8 5-480 0 0,-8 5-616 0 0,-13 7-4960 0 0,-11 4-2887 0 0</inkml:trace>
</inkml:ink>
</file>

<file path=ppt/ink/ink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6:31.105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nkEffects" value="pencil"/>
    </inkml:brush>
  </inkml:definitions>
  <inkml:trace contextRef="#ctx0" brushRef="#br0">3 178 9215 248497 46985,'0'0'408'0'0,"-2"0"176"0"0,2 0-584 0 0,1 0 800 0 0,4-1 1088 0 0,3-2-920 0 0,5 0 320 0 0,8-4 1432 0 0,12-5-584 0 0,11-7-848 0 0,10-4-456 0 0,6-3-600 0 0,0 1-128 0 0,-6 3-232 0 0,-2 4-224 0 0,-6 6-8464 0 0,-12 5-4351 0 0</inkml:trace>
</inkml:ink>
</file>

<file path=ppt/ink/ink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6:37.045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nkEffects" value="pencil"/>
    </inkml:brush>
  </inkml:definitions>
  <inkml:trace contextRef="#ctx0" brushRef="#br0">9 0 455 236215 45756,'0'0'0'0'0,"-1"0"0"0"0,0 1 192 0 0,-1 1 176 0 0,0 3 264 0 0,0 5 376 0 0,2 6-40 0 0,2 7-72 0 0,3 5-128 0 0,4 5-200 0 0,3 5-168 0 0,1 2-232 0 0,-1 2-8 0 0,0 3 0 0 0,-1 6 64 0 0,-2 5 96 0 0,-3 5 64 0 0,-2 2 112 0 0,-3-4-248 0 0,0-10 40 0 0,-2-8 0 0 0,1-8 8 0 0,1-6 424 0 0,0-3 184 0 0,2-2 96 0 0,1-2 112 0 0,1-1-72 0 0,1-1-104 0 0,-1-2-40 0 0,1-2-472 0 0,-2-3 0 0 0,-1-1 224 0 0,0-2-280 0 0,-1-2-192 0 0,-1-1-112 0 0,-1-2 16 0 0,-1-2-80 0 0,0-2 0 0 0,1-1-1088 0 0,0-5 464 0 0,0-3-5992 0 0,1-1-3135 0 0</inkml:trace>
</inkml:ink>
</file>

<file path=ppt/ink/ink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6:38.852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nkEffects" value="pencil"/>
    </inkml:brush>
  </inkml:definitions>
  <inkml:trace contextRef="#ctx0" brushRef="#br0">11 0 1839 242880 50240,'-1'1'160'0'0,"0"0"-160"0"0,0 0 0 0 0,-1 3 0 0 0,-1 2 0 0 0,0 0-1999 0 0</inkml:trace>
</inkml:ink>
</file>

<file path=ppt/ink/ink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6:39.554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nkEffects" value="pencil"/>
    </inkml:brush>
  </inkml:definitions>
  <inkml:trace contextRef="#ctx0" brushRef="#br0">418 93 455 243711 51217,'0'0'0'0'0,"0"-2"0"0"0,0 0 0 0 0,-1 0 208 0 0,1-1 208 0 0,1 0 328 0 0,1-3 464 0 0,3-3-96 0 0,1-3-176 0 0,3 0-24 0 0,0-1-32 0 0,-1 2-72 0 0,0 2-104 0 0,-4 4 32 0 0,-2 2 32 0 0,-3 3-96 0 0,-3 2-408 0 0,-2 1 0 0 0,0 2 192 0 0,-3 0-120 0 0,0 1-24 0 0,-1 1-40 0 0,-2 1 24 0 0,-1 0 24 0 0,-2 3 64 0 0,-5 2 112 0 0,-6 5-8 0 0,-7 3-8 0 0,-5 4-48 0 0,-5 2-56 0 0,-1 0-72 0 0,1-1-96 0 0,3-3-104 0 0,5-4-104 0 0,8-3-88 0 0,7-5-168 0 0,9-4-6168 0 0,5-3-3159 0 0</inkml:trace>
</inkml:ink>
</file>

<file path=ppt/ink/ink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6:39.818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nkEffects" value="pencil"/>
    </inkml:brush>
  </inkml:definitions>
  <inkml:trace contextRef="#ctx0" brushRef="#br0">446 9 5527 243456 47046,'0'-1'488'0'0,"-3"-1"-392"0"0,0 0 208 0 0,-1 1 392 0 0,-2 0-344 0 0,-2 0 688 0 0,-5 1 1352 0 0,-7 3-568 0 0,-7 5-880 0 0,-2 2-488 0 0,-1 3-104 0 0,-2 5 312 0 0,0 2-336 0 0,2 2-200 0 0,-1 2 48 0 0,-2 3-32 0 0,0 0-48 0 0,3-1-32 0 0,4-3-64 0 0,4-4-128 0 0,6-4-96 0 0,6-5-9008 0 0,3-3 2745 0 0</inkml:trace>
</inkml:ink>
</file>

<file path=ppt/ink/ink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6:40.069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nkEffects" value="pencil"/>
    </inkml:brush>
  </inkml:definitions>
  <inkml:trace contextRef="#ctx0" brushRef="#br0">626 76 5063 242649 47044,'1'-3'224'0'0,"2"-6"48"0"0,2-2-272 0 0,-1 0 0 0 0,-1 1 624 0 0,0 1 776 0 0,-2 0 496 0 0,-4 0 664 0 0,-5 4-744 0 0,-8 7-1112 0 0,-8 8-248 0 0,-9 9-304 0 0,-10 11 0 0 0,-8 10 8 0 0,-7 6-80 0 0,-4 5-80 0 0,-2 0 0 0 0,-2 0 0 0 0,1-2-80 0 0,4-4-152 0 0,9-6-5880 0 0,13-10-3023 0 0</inkml:trace>
</inkml:ink>
</file>

<file path=ppt/ink/ink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6:40.489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nkEffects" value="pencil"/>
    </inkml:brush>
  </inkml:definitions>
  <inkml:trace contextRef="#ctx0" brushRef="#br0">871 77 2303 247262 46846,'1'-2'96'0'0,"2"-3"32"0"0,1-2-128 0 0,0-1 0 0 0,0 1 448 0 0,1 0 584 0 0,2-3 288 0 0,1-2 376 0 0,-3 2 88 0 0,-6 2 96 0 0,-9 7-424 0 0,-13 8-632 0 0,-13 9-232 0 0,-15 10-288 0 0,-10 8-80 0 0,-10 7-96 0 0,-6 4-64 0 0,-6 2-144 0 0,-2 0 80 0 0,1-4 0 0 0,4-2 0 0 0,6-6 0 0 0,12-7-152 0 0,14-7 72 0 0,14-7 0 0 0,13-6-5488 0 0,10-5-2751 0 0</inkml:trace>
</inkml:ink>
</file>

<file path=ppt/ink/ink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6:40.741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nkEffects" value="pencil"/>
    </inkml:brush>
  </inkml:definitions>
  <inkml:trace contextRef="#ctx0" brushRef="#br0">543 100 4607 246618 48195,'1'-4'200'0'0,"1"-2"48"0"0,0-3-248 0 0,0-2 0 0 0,-1 0 392 0 0,-3-2 464 0 0,-4-2 536 0 0,-6 0 768 0 0,-7 4-392 0 0,-10 6-624 0 0,-11 12-360 0 0,-9 12-472 0 0,-8 13-168 0 0,1 5-144 0 0,4 1 0 0 0,4 2 0 0 0,6-4 0 0 0,8-3 0 0 0,4-4 0 0 0,3-2-216 0 0,6-5-3472 0 0,5-4-728 0 0,6-6-1271 0 0</inkml:trace>
</inkml:ink>
</file>

<file path=ppt/ink/ink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6:40.949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nkEffects" value="pencil"/>
    </inkml:brush>
  </inkml:definitions>
  <inkml:trace contextRef="#ctx0" brushRef="#br0">621 31 6911 247177 46022,'0'-1'608'0'0,"1"-2"-480"0"0,-1-1-128 0 0,0 0 168 0 0,-1 1 200 0 0,-4-2 664 0 0,-2-1-48 0 0,-5 2 24 0 0,-10 4 656 0 0,-15 10-520 0 0,-10 8-584 0 0,-4 6-312 0 0,-12 10 104 0 0,-5 7-184 0 0,-3 5-168 0 0,-10 12 0 0 0,-4 7-6144 0 0,14-9-3055 0 0</inkml:trace>
</inkml:ink>
</file>

<file path=ppt/ink/ink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6:41.976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nkEffects" value="pencil"/>
    </inkml:brush>
  </inkml:definitions>
  <inkml:trace contextRef="#ctx0" brushRef="#br0">0 18 2231 249780 48328,'1'0'192'0'0,"1"-1"-192"0"0,2 0 64 0 0,0 0 0 0 0,4-1-64 0 0,4-2 64 0 0,2 0-64 0 0,-1-1-2615 0 0</inkml:trace>
</inkml:ink>
</file>

<file path=ppt/ink/ink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6:42.192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nkEffects" value="pencil"/>
    </inkml:brush>
  </inkml:definitions>
  <inkml:trace contextRef="#ctx0" brushRef="#br0">40 53 2759 249636 48574,'-1'-1'248'0'0,"-3"0"-248"0"0,0-1 328 0 0,-1 0 376 0 0,0-1-352 0 0,1 1 0 0 0,-1 0 368 0 0,0-2 8 0 0,1 0 8 0 0,2-1-296 0 0,3 0-440 0 0,6-1-1296 0 0,6-2-1904 0 0,2 1 329 0 0</inkml:trace>
</inkml:ink>
</file>

<file path=ppt/ink/ink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6:49.503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nkEffects" value="pencil"/>
    </inkml:brush>
  </inkml:definitions>
  <inkml:trace contextRef="#ctx0" brushRef="#br0">874 390 2759 249296 46083,'0'-1'248'0'0,"1"1"-248"0"0,0-1 624 0 0,1 0 792 0 0,-1 1-696 0 0,1-1 320 0 0,2-1 1184 0 0,0-1-160 0 0,2-1-248 0 0,1-2-240 0 0,0-2-352 0 0,-1-1-144 0 0,0-2-208 0 0,-1-2-72 0 0,-2-1-96 0 0,-3 0-80 0 0,-3 0-120 0 0,-5 0-64 0 0,-3 1-88 0 0,-2 1-176 0 0,-1 2-48 0 0,-1-1 120 0 0,-1-2-16 0 0,-2-3-8 0 0,0-3-112 0 0,0-4-112 0 0,0-2 0 0 0,0-2 0 0 0,-2 2 72 0 0,-3 1 56 0 0,-5 4-64 0 0,-7 5-64 0 0,-2 4 0 0 0,0 4 0 0 0,-4 5 0 0 0,-6 4 64 0 0,-5 4-64 0 0,1 2 0 0 0,6 2 0 0 0,3 3 0 0 0,3 4 0 0 0,1 5 0 0 0,1 5 0 0 0,3 6 0 0 0,1 5 0 0 0,4 1 0 0 0,5-3 0 0 0,4 2 0 0 0,2 3 128 0 0,4 4-64 0 0,4 1-64 0 0,6 0 0 0 0,4-3 0 0 0,5-2 0 0 0,7-1 0 0 0,6-2 0 0 0,7-1 64 0 0,4-3-64 0 0,6-3 0 0 0,5-2 64 0 0,2-5 0 0 0,4-3 0 0 0,0-3 16 0 0,1-5 0 0 0,-2-3 0 0 0,-3-4 0 0 0,-6-3-80 0 0,-1-4 96 0 0,2-5 64 0 0,2-6-64 0 0,0-6 40 0 0,-3-2-64 0 0,-4-1 0 0 0,-3-2 0 0 0,1-5-72 0 0,-1-2 0 0 0,0-2 0 0 0,-2-2 0 0 0,-2 1 0 0 0,-3-1 0 0 0,-2 0 0 0 0,-3 0 0 0 0,-2-1 64 0 0,-4-3 0 0 0,-2-3-64 0 0,-4-4 64 0 0,-3-5-64 0 0,-4-1 0 0 0,-5 3 64 0 0,-5 4-64 0 0,-8 7 80 0 0,-3 8 0 0 0,-2 8-80 0 0,-5 5 96 0 0,-7 5 0 0 0,-5 3-96 0 0,-4 3 64 0 0,-2 2-64 0 0,0 2 0 0 0,3 3 0 0 0,5 1 0 0 0,4 2 72 0 0,6 2-400 0 0,8 0-104 0 0,7 0-23559 0 0</inkml:trace>
</inkml:ink>
</file>

<file path=ppt/ink/ink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6:50.965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nkEffects" value="pencil"/>
    </inkml:brush>
  </inkml:definitions>
  <inkml:trace contextRef="#ctx0" brushRef="#br0">1314 417 5527 250482 47486,'0'0'488'0'0,"0"-2"-392"0"0,0 1-96 0 0,0-2 64 0 0,1-1 520 0 0,-1-2 800 0 0,1-5 176 0 0,0-1-672 0 0,1-1 8 0 0,0-1 824 0 0,0-2-104 0 0,1 1-808 0 0,0 0-152 0 0,-1-1 584 0 0,-1 1-624 0 0,0 1-96 0 0,-2-2 480 0 0,-1-1-216 0 0,-3-4-312 0 0,-3-1-112 0 0,-6-1-168 0 0,-5-3-96 0 0,-7 0-8 0 0,-8 1-8 0 0,-8 1-8 0 0,-6 2-8 0 0,-7 5 0 0 0,-6 5-64 0 0,-4 5 0 0 0,-3 6 0 0 0,-2 5 0 0 0,5 3 0 0 0,9 1 0 0 0,2 3 0 0 0,2 2 0 0 0,-1 2 0 0 0,3 3 0 0 0,0 0 0 0 0,2 3 0 0 0,0 2 0 0 0,1 4 88 0 0,2 3 40 0 0,1 6-64 0 0,1 4-64 0 0,3 5 64 0 0,4 3 64 0 0,4 3-64 0 0,8 1-64 0 0,7 2 64 0 0,7 2 8 0 0,10 1-72 0 0,7 0 72 0 0,7-2 0 0 0,6-3-72 0 0,6-3 72 0 0,3-4 8 0 0,3-5 64 0 0,2-4-48 0 0,5-2-32 0 0,4-1 16 0 0,4-3 0 0 0,3-3-16 0 0,0-4 0 0 0,2-5 8 0 0,-2-5-8 0 0,1-6 0 0 0,-2-4 0 0 0,-1-5 16 0 0,-1-4-8 0 0,-2-4-8 0 0,-1-3 32 0 0,-1-3 32 0 0,-1-5-64 0 0,0-2-64 0 0,0-4 0 0 0,0-2 0 0 0,-2-3 0 0 0,-2-1 0 0 0,-3-1 0 0 0,-3-1 0 0 0,-2 1 0 0 0,-4 0 64 0 0,-1 0-64 0 0,-3-2 0 0 0,-1-1 0 0 0,-2-3 64 0 0,-2-2 0 0 0,-3 2-64 0 0,-3 3 0 0 0,-1 1 64 0 0,-1-3-64 0 0,1-3 0 0 0,-1-1 0 0 0,-1 1 0 0 0,-3 4 0 0 0,-4 3 64 0 0,-6 6 0 0 0,-6 5 16 0 0,-7 6 16 0 0,-5 4-16 0 0,-6 4-16 0 0,-1 3-64 0 0,-2 3 0 0 0,2 1 0 0 0,3 2 0 0 0,4 2-224 0 0,4 3-344 0 0,4 1-9136 0 0,5 1-4767 0 0</inkml:trace>
</inkml:ink>
</file>

<file path=ppt/ink/ink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6:57.944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nkEffects" value="pencil"/>
    </inkml:brush>
  </inkml:definitions>
  <inkml:trace contextRef="#ctx0" brushRef="#br0">1 1 2191 203586 46594,'0'0'192'0'0,"2"1"-192"0"0,0-1 0 0 0,-1 1-2383 0 0</inkml:trace>
</inkml:ink>
</file>

<file path=ppt/ink/ink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6:59.752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nkEffects" value="pencil"/>
    </inkml:brush>
  </inkml:definitions>
  <inkml:trace contextRef="#ctx0" brushRef="#br0">1 0 1407 229779 33751,'0'1'128'0'0,"1"-1"-128"0"0,1 0 0 0 0,-1 1 0 0 0,0 0 0 0 0,-1-1-1535 0 0</inkml:trace>
</inkml:ink>
</file>

<file path=ppt/ink/ink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7:00.970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nkEffects" value="pencil"/>
    </inkml:brush>
  </inkml:definitions>
  <inkml:trace contextRef="#ctx0" brushRef="#br0">3 1 1375 232791 32698,'0'0'128'0'0,"0"0"-128"0"0,-1 0 64 0 0,1 0-64 0 0,-1 0 0 0 0,1 0-1567 0 0</inkml:trace>
</inkml:ink>
</file>

<file path=ppt/ink/ink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7:01.368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nkEffects" value="pencil"/>
    </inkml:brush>
  </inkml:definitions>
  <inkml:trace contextRef="#ctx0" brushRef="#br0">0 13 1519 230406 37937,'1'0'136'0'0,"-1"-1"-136"0"0,1 0 0 0 0,0-1 0 0 0,0 0 0 0 0,-1 0 0 0 0,1 0 0 0 0,0 0 0 0 0,-1 1 0 0 0,4 3 0 0 0,2 1 0 0 0,1 0-1655 0 0</inkml:trace>
</inkml:ink>
</file>

<file path=ppt/ink/ink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7:01.837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nkEffects" value="pencil"/>
    </inkml:brush>
  </inkml:definitions>
  <inkml:trace contextRef="#ctx0" brushRef="#br0">14 66 1407 232715 33073,'1'-1'128'0'0,"0"-2"-128"0"0,1 0 0 0 0,0-1 0 0 0,1-2 0 0 0,-1-1 0 0 0,1-1 0 0 0,-1 1 0 0 0,-1 1 0 0 0,-1 1 0 0 0,0 1 0 0 0,-1 2 0 0 0,1 0 0 0 0,0 1 0 0 0,-1 1 0 0 0,4-2 0 0 0,1 0 0 0 0,1 1 0 0 0,0-1 0 0 0,-1 2 0 0 0,-2 1 0 0 0,-1 1 0 0 0,-1-1 0 0 0,0 1 0 0 0,-4 0 0 0 0,-1 1 0 0 0,-2 1 0 0 0,1-1 0 0 0,-1 0 0 0 0,1-1 0 0 0,1 1 0 0 0,1-2 0 0 0,2 1 0 0 0,-1-1 0 0 0,1 0 0 0 0,0-1-1535 0 0</inkml:trace>
</inkml:ink>
</file>

<file path=ppt/ink/ink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7:03.973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nkEffects" value="pencil"/>
    </inkml:brush>
  </inkml:definitions>
  <inkml:trace contextRef="#ctx0" brushRef="#br0">0 1 1439 228327 34193,'2'2'128'0'0,"0"1"-1695"0"0</inkml:trace>
</inkml:ink>
</file>

<file path=ppt/ink/ink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7:34.93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141 1 6553 0 0,'-2'0'46'0'0,"1"0"-1"0"0,-1 0 0 0 0,0 0 0 0 0,1 0 0 0 0,-1 0 1 0 0,0 1-1 0 0,0-1 0 0 0,1 0 0 0 0,-1 1 0 0 0,1 0 1 0 0,-1-1-1 0 0,0 1 0 0 0,1 0 0 0 0,-1 0 0 0 0,1 0 1 0 0,0 0-1 0 0,-1 0 0 0 0,1 0 0 0 0,0 0 0 0 0,-2 3 1 0 0,-26 28 588 0 0,22-22-357 0 0,1 1-1 0 0,0 0 1 0 0,0 1-1 0 0,1-1 0 0 0,0 1 1 0 0,1 0-1 0 0,0 0 1 0 0,-2 19-1 0 0,0 12 952 0 0,-1 48 0 0 0,5-56-599 0 0,-12 368 6588 0 0,21 0-3702 0 0,41 403-3105 0 0,5 210-687 0 0,-78-246 277 0 0,0-166 0 0 0,49 13 0 0 0,-8-346 0 0 0,-26 437 0 0 0,-20-398 0 0 0,2 23 0 0 0,28-280 0 0 0,1 1 0 0 0,3-1 0 0 0,2 0 0 0 0,18 69 0 0 0,9-7 0 0 0,-6-36 0 0 0,-21-64 0 0 0</inkml:trace>
</inkml:ink>
</file>

<file path=ppt/ink/ink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7:37.69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437 296 6553 0 0,'1'0'22'0'0,"0"-1"0"0"0,0 1-1 0 0,0 0 1 0 0,0-1 0 0 0,0 1-1 0 0,0-1 1 0 0,0 1 0 0 0,0-1-1 0 0,0 0 1 0 0,-1 1 0 0 0,1-1-1 0 0,0 0 1 0 0,0 0 0 0 0,0 1-1 0 0,-1-1 1 0 0,1 0 0 0 0,0 0-1 0 0,-1 0 1 0 0,1 0 0 0 0,-1 0-1 0 0,1 0 1 0 0,-1 0 0 0 0,1-2-1 0 0,8-29-124 0 0,-7 27 142 0 0,-1-2-43 0 0,1 1 1 0 0,-1-1-1 0 0,-1 1 1 0 0,1-1-1 0 0,-1 0 1 0 0,0 1-1 0 0,-1-1 1 0 0,0 1-1 0 0,0-1 0 0 0,0 0 1 0 0,-1 1-1 0 0,1 0 1 0 0,-2-1-1 0 0,1 1 1 0 0,-1 0-1 0 0,0 0 1 0 0,0 0-1 0 0,-5-6 1 0 0,1 2-3 0 0,-1 2 0 0 0,0-1 0 0 0,0 1 0 0 0,0 0-1 0 0,-1 1 1 0 0,-1 0 0 0 0,1 1 0 0 0,-1-1 0 0 0,-19-7 0 0 0,18 9 65 0 0,0 0 1 0 0,-1 1-1 0 0,0 0 0 0 0,1 1 0 0 0,-1 1 0 0 0,0 0 1 0 0,0 0-1 0 0,-19 1 0 0 0,24 1 48 0 0,1 1 1 0 0,-1-1-1 0 0,1 1 0 0 0,-1 0 0 0 0,1 1 1 0 0,-1 0-1 0 0,1 0 0 0 0,0 0 0 0 0,0 1 1 0 0,0 0-1 0 0,0 0 0 0 0,1 0 0 0 0,-1 1 0 0 0,1 0 1 0 0,-1 0-1 0 0,2 0 0 0 0,-8 8 0 0 0,3 0 258 0 0,-1 1 0 0 0,2 0 0 0 0,0 1 0 0 0,0 0 0 0 0,2 0 0 0 0,-10 28 0 0 0,6-10 393 0 0,2 1 1 0 0,-5 40 0 0 0,12-58-474 0 0,0 1 0 0 0,0-1 0 0 0,2 1 0 0 0,0-1 0 0 0,1 0 0 0 0,0 0 0 0 0,1 1 0 0 0,7 19 0 0 0,-7-28-154 0 0,-1 0 1 0 0,2 0 0 0 0,-1 0 0 0 0,1-1-1 0 0,0 1 1 0 0,0-1 0 0 0,1 0 0 0 0,7 8-1 0 0,-8-11-34 0 0,-1 0 0 0 0,1 0 0 0 0,0 0 0 0 0,0-1 0 0 0,1 1 0 0 0,-1-1 0 0 0,0 0 0 0 0,1 0 0 0 0,-1 0-1 0 0,1-1 1 0 0,0 0 0 0 0,-1 1 0 0 0,1-2 0 0 0,6 1 0 0 0,-4-1-15 0 0,0 0 1 0 0,1-1-1 0 0,-1 0 1 0 0,0 0 0 0 0,1-1-1 0 0,-1 0 1 0 0,0 0-1 0 0,0 0 1 0 0,0-1-1 0 0,0 0 1 0 0,-1-1-1 0 0,1 0 1 0 0,-1 0-1 0 0,0 0 1 0 0,10-9-1 0 0,-2-1-387 0 0,0 0 0 0 0,0 0 0 0 0,-2-2 0 0 0,19-27 0 0 0,-23 31 87 0 0,-1-1 0 0 0,-1 0 0 0 0,0 0 0 0 0,0 0 0 0 0,-1-1 0 0 0,-1 0 0 0 0,0 0 0 0 0,-1 0 0 0 0,-1 0 0 0 0,0 0 0 0 0,-1-1 0 0 0,-1-22 0 0 0,-3 25 36 0 0,3 12 178 0 0,0 0 0 0 0,0 0 0 0 0,0 0 0 0 0,-1 0 0 0 0,1 0 1 0 0,0 0-1 0 0,0 0 0 0 0,0 0 0 0 0,0 0 0 0 0,-1 0 0 0 0,1 0 0 0 0,0 0 1 0 0,0 0-1 0 0,0 0 0 0 0,0 0 0 0 0,0 0 0 0 0,-1 0 0 0 0,1 0 1 0 0,0 0-1 0 0,0 0 0 0 0,0 0 0 0 0,0 1 0 0 0,0-1 0 0 0,-1 0 1 0 0,1 0-1 0 0,0 0 0 0 0,0 0 0 0 0,0 0 0 0 0,0 0 0 0 0,0 0 1 0 0,0 1-1 0 0,0-1 0 0 0,0 0 0 0 0,0 0 0 0 0,-1 0 0 0 0,1 0 1 0 0,0 1-1 0 0,-8 20 85 0 0,-2 33 514 0 0,3-1-1 0 0,1 2 0 0 0,3 59 1 0 0,4-96-438 0 0,0-1 0 0 0,1 0 0 0 0,0 0 0 0 0,2 0 0 0 0,0 0 0 0 0,0 0 0 0 0,10 20-1 0 0,-9-27-63 0 0,-1-1 0 0 0,2 0 0 0 0,-1-1 0 0 0,1 1 0 0 0,0-1 0 0 0,1 0 0 0 0,0-1 0 0 0,0 1 0 0 0,0-1 0 0 0,1-1 0 0 0,0 0 0 0 0,1 0-1 0 0,14 8 1 0 0,16 3 212 0 0</inkml:trace>
</inkml:ink>
</file>

<file path=ppt/ink/ink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7:38.43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38 6553 0 0,'0'-1'-8'0'0,"12"-25"278"0"0,-11 26-263 0 0,-1-1 0 0 0,0 0 0 0 0,1 1 0 0 0,-1-1 0 0 0,0 0 0 0 0,1 1 0 0 0,-1-1 0 0 0,1 1 0 0 0,-1-1 0 0 0,1 1 0 0 0,-1-1 0 0 0,1 1 0 0 0,0-1 0 0 0,-1 1 0 0 0,1 0 0 0 0,0-1 0 0 0,-1 1 0 0 0,1 0 0 0 0,0-1 0 0 0,-1 1 0 0 0,1 0 0 0 0,0 0 0 0 0,0 0 0 0 0,-1-1 0 0 0,1 1 0 0 0,0 0 0 0 0,0 0 0 0 0,-1 0 0 0 0,1 0 0 0 0,0 1 0 0 0,-1-1 0 0 0,1 0 0 0 0,0 0 0 0 0,0 0 0 0 0,0 1 0 0 0,0 0 22 0 0,0-1-1 0 0,0 1 1 0 0,-1 0 0 0 0,1 0-1 0 0,0-1 1 0 0,-1 1-1 0 0,1 0 1 0 0,-1 0 0 0 0,1 0-1 0 0,-1 0 1 0 0,1 0 0 0 0,-1 0-1 0 0,0 0 1 0 0,0 0-1 0 0,1 0 1 0 0,-1 0 0 0 0,0 0-1 0 0,0 2 1 0 0,0 20 373 0 0,-1-17-281 0 0,-4 244 7648 0 0,41 381 1 0 0,-30-581-7511 0 0,38 405 454 0 0,-26 4-783 0 0,-37-84 70 0 0,2-69 0 0 0,27-58 0 0 0,-2-113 0 0 0,-8-123 0 0 0,0 0 0 0 0,0 0 0 0 0,-1 0 0 0 0,-6 23 0 0 0,5-26 0 0 0</inkml:trace>
</inkml:ink>
</file>

<file path=ppt/ink/ink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7:39.13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21 14 6553 0 0,'-1'-1'17'0'0,"0"0"0"0"0,1 0-1 0 0,-1 0 1 0 0,0 0-1 0 0,0 0 1 0 0,0 0 0 0 0,0 0-1 0 0,0 0 1 0 0,0 0 0 0 0,0 0-1 0 0,-1 0 1 0 0,-1-1-1 0 0,3 2-8 0 0,0 0-1 0 0,0 0 0 0 0,-1 0 1 0 0,1 0-1 0 0,0 0 0 0 0,0 0 0 0 0,0 0 1 0 0,0 0-1 0 0,-1 0 0 0 0,1 0 1 0 0,0 0-1 0 0,0 0 0 0 0,0 1 1 0 0,0-1-1 0 0,-1 0 0 0 0,1 0 0 0 0,0 0 1 0 0,0 0-1 0 0,0 0 0 0 0,0 0 1 0 0,-1 0-1 0 0,1 0 0 0 0,0 0 0 0 0,0 1 1 0 0,0-1-1 0 0,0 0 0 0 0,0 0 1 0 0,0 0-1 0 0,0 0 0 0 0,-1 0 1 0 0,1 1-1 0 0,-1 11 104 0 0,5 22 972 0 0,13 54 0 0 0,-2-20 283 0 0,17 89 1140 0 0,-30-148-2277 0 0,0 1 0 0 0,1-1 1 0 0,5 9-1 0 0,-8-16-187 0 0,1 1-1 0 0,0-1 0 0 0,0 0 0 0 0,1 0 1 0 0,-1 0-1 0 0,0 0 0 0 0,1 0 0 0 0,-1 0 1 0 0,1 0-1 0 0,-1-1 0 0 0,1 1 0 0 0,0-1 1 0 0,0 1-1 0 0,0-1 0 0 0,0 1 0 0 0,0-1 1 0 0,4 2-1 0 0,-5-3-18 0 0,0 0 1 0 0,0-1-1 0 0,1 1 0 0 0,-1 0 1 0 0,0 0-1 0 0,0 0 0 0 0,1-1 1 0 0,-1 1-1 0 0,0-1 0 0 0,0 1 1 0 0,0-1-1 0 0,0 1 1 0 0,1-1-1 0 0,-1 0 0 0 0,0 1 1 0 0,0-1-1 0 0,0 0 0 0 0,1-1 1 0 0,18-20 625 0 0,-18 19-480 0 0,53-81-792 0 0,1 1-259 0 0,-52 78 820 0 0,-1 1-1 0 0,1 0 1 0 0,1 0-1 0 0,-1 0 1 0 0,1 0 0 0 0,-1 1-1 0 0,1-1 1 0 0,0 1-1 0 0,1 0 1 0 0,-1 1-1 0 0,0 0 1 0 0,6-3 0 0 0,-8 5 75 0 0,0-1 0 0 0,0 0 0 0 0,0 1 0 0 0,0 0 1 0 0,0 0-1 0 0,0 0 0 0 0,0 0 0 0 0,0 0 0 0 0,0 0 1 0 0,0 1-1 0 0,-1-1 0 0 0,1 1 0 0 0,0 0 0 0 0,0 0 1 0 0,0 0-1 0 0,-1 0 0 0 0,1 1 0 0 0,0-1 0 0 0,-1 1 0 0 0,1-1 1 0 0,-1 1-1 0 0,0 0 0 0 0,0 0 0 0 0,1 0 0 0 0,1 3 1 0 0,1 1 75 0 0,-1 1 1 0 0,0 0-1 0 0,0-1 0 0 0,0 2 1 0 0,-1-1-1 0 0,0 0 1 0 0,0 1-1 0 0,-1-1 1 0 0,0 1-1 0 0,0 0 1 0 0,-1-1-1 0 0,0 1 1 0 0,-1 0-1 0 0,1 0 1 0 0,-1 0-1 0 0,-2 9 1 0 0,1-5 61 0 0,-1 0 0 0 0,0 0 0 0 0,0 0 0 0 0,-2 0 0 0 0,0 0 0 0 0,0-1 1 0 0,-1 1-1 0 0,0-1 0 0 0,-12 18 0 0 0,9-19 8 0 0,-1 1 0 0 0,0-1-1 0 0,-1 0 1 0 0,0-1 0 0 0,0 0 0 0 0,-1-1 0 0 0,0 0-1 0 0,-1-1 1 0 0,0 0 0 0 0,0-1 0 0 0,0 0 0 0 0,-15 4-1 0 0,15-6-25 0 0,0 0 0 0 0,0-1 0 0 0,0 0 0 0 0,-1-1-1 0 0,1-1 1 0 0,-1 0 0 0 0,1 0 0 0 0,-1-1 0 0 0,1-1 0 0 0,-1 0-1 0 0,1-1 1 0 0,-1 0 0 0 0,-14-6 0 0 0,4 0 113 0 0</inkml:trace>
</inkml:ink>
</file>

<file path=ppt/ink/ink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7:39.84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 6553 0 0,'12'59'1401'0'0,"4"102"1535"0"0,1 2-343 0 0,25 212 4306 0 0,-33 2-2706 0 0,-13-292-4193 0 0,-1 120 0 0 0,6-168 0 0 0,2-1 0 0 0,1 0 0 0 0,15 58 0 0 0,-16-87 0 0 0,37 129 0 0 0,-28-100 0 0 0,31 59 0 0 0,-40-88 0 0 0,-3-6 0 0 0,1 0 0 0 0,-1 0 0 0 0,1 1 0 0 0,-1-1 0 0 0,1 0 0 0 0,-1 0 0 0 0,1 0 0 0 0,0 0 0 0 0,-1 0 0 0 0,1 0 0 0 0,0 0 0 0 0,0 0 0 0 0,0 0 0 0 0,0 0 0 0 0,0 0 0 0 0,0-1 0 0 0,0 1 0 0 0,0 0 0 0 0,0-1 0 0 0,0 1 0 0 0,0-1 0 0 0,1 1 0 0 0,-1-1 0 0 0,2 1 0 0 0,0 0 0 0 0,-1-1 0 0 0</inkml:trace>
</inkml:ink>
</file>

<file path=ppt/ink/ink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7:40.57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342 260 6553 0 0,'0'-24'0'0'0,"1"-6"0"0"0,-2 0 0 0 0,-5-31 0 0 0,5 52 0 0 0,-1-1 0 0 0,-1 0 0 0 0,1 1 0 0 0,-7-15 0 0 0,7 20 0 0 0,0 1 0 0 0,1 0 0 0 0,-1 0 0 0 0,-1 0 0 0 0,1 0 0 0 0,0 0 0 0 0,-1 1 0 0 0,0-1 0 0 0,1 1 0 0 0,-1 0 0 0 0,0-1 0 0 0,0 1 0 0 0,0 1 0 0 0,0-1 0 0 0,-1 0 0 0 0,-3-1 0 0 0,1 1 60 0 0,-1 0-1 0 0,0 1 1 0 0,1 0-1 0 0,-1 0 1 0 0,0 0-1 0 0,0 1 1 0 0,0 0-1 0 0,0 0 1 0 0,0 0-1 0 0,1 1 1 0 0,-1 0-1 0 0,0 1 1 0 0,0 0 0 0 0,1 0-1 0 0,-1 0 1 0 0,1 1-1 0 0,0-1 1 0 0,-12 8-1 0 0,9-4 138 0 0,1 0 0 0 0,0 0 0 0 0,-1 1 0 0 0,2 0 1 0 0,-1 0-1 0 0,1 1 0 0 0,0-1 0 0 0,1 2 0 0 0,0-1 0 0 0,0 1 0 0 0,-8 18 0 0 0,6-8 197 0 0,1 1-1 0 0,1-1 0 0 0,1 1 1 0 0,1 0-1 0 0,1 0 1 0 0,0 1-1 0 0,2-1 0 0 0,0 1 1 0 0,1-1-1 0 0,2 1 1 0 0,0-1-1 0 0,1 0 0 0 0,0 0 1 0 0,9 24-1 0 0,-10-38-279 0 0,0 0 1 0 0,1 0-1 0 0,-1 0 0 0 0,2 0 0 0 0,-1-1 0 0 0,1 1 1 0 0,-1-1-1 0 0,1 0 0 0 0,1 0 0 0 0,-1 0 0 0 0,1 0 1 0 0,0-1-1 0 0,0 0 0 0 0,0 0 0 0 0,1 0 0 0 0,-1 0 1 0 0,1-1-1 0 0,0 0 0 0 0,0 0 0 0 0,0-1 0 0 0,0 0 1 0 0,1 0-1 0 0,-1 0 0 0 0,0-1 0 0 0,1 0 0 0 0,-1 0 1 0 0,1-1-1 0 0,0 1 0 0 0,-1-2 0 0 0,8 0 1 0 0,6-1 365 0 0,-1-2 0 0 0,1-1 1 0 0,-1 0-1 0 0,31-13 0 0 0,72-42-920 0 0,-89 43-182 0 0,17-8-20 0 0</inkml:trace>
</inkml:ink>
</file>

<file path=ppt/ink/ink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7:47.84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63 6553 0 0,'76'-19'1892'0'0,"1"4"0"0"0,0 3-1 0 0,120-4 1 0 0,-156 17-1331 0 0,-41-1-559 0 0,0 0 0 0 0,0 0 0 0 0,0 1 0 0 0,0-1 1 0 0,0 0-1 0 0,0 0 0 0 0,0 0 0 0 0,0 0 0 0 0,0 0 1 0 0,0 0-1 0 0,0 1 0 0 0,0-1 0 0 0,0 0 0 0 0,0 0 1 0 0,0 0-1 0 0,0 0 0 0 0,0 0 0 0 0,0 1 0 0 0,0-1 0 0 0,0 0 1 0 0,0 0-1 0 0,0 0 0 0 0,0 0 0 0 0,0 0 0 0 0,0 1 1 0 0,0-1-1 0 0,0 0 0 0 0,0 0 0 0 0,0 0 0 0 0,0 0 1 0 0,-1 0-1 0 0,1 0 0 0 0,0 0 0 0 0,0 1 0 0 0,0-1 0 0 0,0 0 1 0 0,0 0-1 0 0,0 0 0 0 0,-1 0 0 0 0,1 0 0 0 0,0 0 1 0 0,0 0-1 0 0,0 0 0 0 0,0 0 0 0 0,0 0 0 0 0,-1 0 1 0 0,1 0-1 0 0,0 0 0 0 0,0 0 0 0 0,0 0 0 0 0,0 0 0 0 0,-9 6 332 0 0,-34 11 913 0 0,-52 14 0 0 0,93-30-1275 0 0,-33 9 476 0 0</inkml:trace>
</inkml:ink>
</file>

<file path=ppt/ink/ink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7:48.06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22 6553 0 0,'13'-4'317'0'0,"-1"-1"0"0"0,1 2 0 0 0,1 0 0 0 0,-1 0 0 0 0,16 0 0 0 0,15 2 550 0 0,0 2 0 0 0,0 2-1 0 0,0 2 1 0 0,44 11 0 0 0,-82-15-732 0 0,0 1-1 0 0,0 0 1 0 0,0-1 0 0 0,0 2 0 0 0,0-1 0 0 0,-1 1 0 0 0,1 0-1 0 0,-1 0 1 0 0,9 6 0 0 0,-14-9-123 0 0,0 1 0 0 0,1-1 0 0 0,-1 0 0 0 0,1 1 0 0 0,-1-1-1 0 0,0 0 1 0 0,1 1 0 0 0,-1-1 0 0 0,0 1 0 0 0,1-1 0 0 0,-1 0 0 0 0,0 1 0 0 0,0-1 0 0 0,0 1 0 0 0,1-1 0 0 0,-1 1-1 0 0,0-1 1 0 0,0 1 0 0 0,0-1 0 0 0,0 1 0 0 0,0-1 0 0 0,0 1 0 0 0,0-1 0 0 0,0 1 0 0 0,0-1 0 0 0,0 1-1 0 0,0-1 1 0 0,0 1 0 0 0,0-1 0 0 0,0 1 0 0 0,0-1 0 0 0,-1 1 0 0 0,1-1 0 0 0,0 1 0 0 0,0-1 0 0 0,-1 1 0 0 0,-10 6 188 0 0</inkml:trace>
</inkml:ink>
</file>

<file path=ppt/ink/ink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7:49.12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 6553 0 0,'11'6'241'0'0,"-10"-5"-1"0"0,-4-4-240 0 0,-1-1 0 0 0</inkml:trace>
</inkml:ink>
</file>

<file path=ppt/ink/ink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8:30.14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9 246 2303 0 0,'-1'-1'50'0'0,"0"0"0"0"0,1 0-1 0 0,-1-1 1 0 0,0 1-1 0 0,0 0 1 0 0,1 0 0 0 0,-1 0-1 0 0,1-1 1 0 0,-1 1-1 0 0,1 0 1 0 0,0-1 0 0 0,-1 1-1 0 0,1 0 1 0 0,0-1-1 0 0,0 1 1 0 0,0 0 0 0 0,0-1-1 0 0,0-1 1 0 0,1 0 227 0 0,0 1 0 0 0,0-1 0 0 0,0 1 0 0 0,1 0 0 0 0,-1 0 0 0 0,0 0 0 0 0,1-1-1 0 0,-1 1 1 0 0,4-2 0 0 0,-1 0 173 0 0,1-1 0 0 0,-1 2 0 0 0,1-1 0 0 0,0 1 0 0 0,0-1 0 0 0,0 1 0 0 0,0 1 0 0 0,10-5 0 0 0,6 0 465 0 0,23-4 0 0 0,11-4-280 0 0,90-45 156 0 0,-47 19-435 0 0,-86 36-351 0 0,0 0 1 0 0,0 2-1 0 0,1-1 1 0 0,-1 1-1 0 0,1 1 1 0 0,0 1-1 0 0,-1 0 1 0 0,1 0-1 0 0,0 1 1 0 0,0 1-1 0 0,0 0 1 0 0,0 0-1 0 0,-1 2 1 0 0,24 6-1 0 0,-14-1-923 0 0,0-1-3676 0 0</inkml:trace>
</inkml:ink>
</file>

<file path=ppt/ink/ink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8:30.58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15 163 2759 0 0,'-1'-1'265'0'0,"-8"-6"-605"0"0,8 7 462 0 0,1 0 1 0 0,0 0 0 0 0,0 0-1 0 0,-1 0 1 0 0,1-1-1 0 0,0 1 1 0 0,0 0 0 0 0,-1 0-1 0 0,1 0 1 0 0,0-1-1 0 0,0 1 1 0 0,-1 0 0 0 0,1 0-1 0 0,0-1 1 0 0,0 1-1 0 0,0 0 1 0 0,0-1 0 0 0,0 1-1 0 0,-1 0 1 0 0,1-1-1 0 0,0 1 1 0 0,0 0 0 0 0,0-1-1 0 0,0 1 1 0 0,0 0-1 0 0,0-1 1 0 0,6 0 1829 0 0,63-5-139 0 0,1-3 1 0 0,-1-4-1 0 0,89-27 0 0 0,-75 11-1249 0 0,-47 16-473 0 0,0 1 0 0 0,58-11 1 0 0,-80 22-275 0 0,-3 1-72 0 0</inkml:trace>
</inkml:ink>
</file>

<file path=ppt/ink/ink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8:31.18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0 136 1375 0 0,'26'-21'4114'0'0,"-11"13"-2907"0"0,-1 1 1 0 0,1 1-1 0 0,0 0 0 0 0,27-6 1 0 0,66-7 904 0 0,-12 3-1251 0 0,-38 1-505 0 0,31-6 62 0 0,-77 19-378 0 0,0 1 1 0 0,1 0-1 0 0,-1 0 0 0 0,0 1 1 0 0,16 2-1 0 0,-27-2-108 0 0,0 1-1 0 0,1-1 1 0 0,-1 0-1 0 0,0 0 1 0 0,0 1-1 0 0,1-1 1 0 0,-1 1-1 0 0,0-1 1 0 0,0 1-1 0 0,0-1 1 0 0,1 1-1 0 0,-1 0 1 0 0,0 0-1 0 0,0-1 1 0 0,1 3-1 0 0,1 5-5111 0 0</inkml:trace>
</inkml:ink>
</file>

<file path=ppt/ink/ink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8:39.819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96 29 1663 0 0,'1'-2'0'0'0,"-1"0"0"0"0,0 0 0 0 0,1 0 0 0 0,-1 0 0 0 0,0 0 0 0 0,0 0 0 0 0,0 0 0 0 0,-1 1 0 0 0,1-1 0 0 0,-1-4 0 0 0,1 6 0 0 0,-1 0 0 0 0,1-1 0 0 0,0 1 0 0 0,0 0 0 0 0,0 0 0 0 0,-1-1 0 0 0,1 1 0 0 0,0 0 0 0 0,0 0 0 0 0,-1-1 0 0 0,1 1 0 0 0,0 0 0 0 0,0 0 0 0 0,-1 0 0 0 0,1 0 0 0 0,0 0 0 0 0,-1-1 0 0 0,1 1 0 0 0,0 0 0 0 0,-1 0 0 0 0,1 0 0 0 0,0 0 0 0 0,-1 0 0 0 0,0 0 0 0 0,-14 5 0 0 0,13-3 0 0 0,-3 0 0 0 0,1 0 0 0 0,0 1 0 0 0,0 0 0 0 0,-7 6 0 0 0,10-8 0 0 0,0 0 0 0 0,1-1 0 0 0,-1 1 0 0 0,0 0 0 0 0,1 0 0 0 0,-1 0 0 0 0,1-1 0 0 0,-1 1 0 0 0,1 0 0 0 0,-1 0 0 0 0,1 0 0 0 0,0 0 0 0 0,0 0 0 0 0,-1 0 0 0 0,1 0 0 0 0,0 0 0 0 0,0 0 0 0 0,0 0 0 0 0,0 0 0 0 0,0 0 0 0 0,0 0 0 0 0,0 0 0 0 0,1 0 0 0 0,-1 0 0 0 0,0 0 0 0 0,0 0 0 0 0,1 0 0 0 0,-1 0 0 0 0,1 0 0 0 0,0 1 0 0 0,0 0 0 0 0,0-1 0 0 0,0 1 0 0 0,-1 0 0 0 0,1 0 0 0 0,0-1 0 0 0,-1 1 0 0 0,1 0 0 0 0,-1 0 0 0 0,0 0 0 0 0,0 0 0 0 0,1-1 0 0 0,-1 1 0 0 0,0 0 0 0 0,-1 0 0 0 0,1 0 0 0 0,0 0 0 0 0,0 0 0 0 0,-1-1 0 0 0,1 1 0 0 0,-1 0 0 0 0,0 0 0 0 0,0-1 0 0 0,1 1 0 0 0,-1 0 0 0 0,0-1 0 0 0,0 1 0 0 0,0-1 0 0 0,-1 1 0 0 0,1-1 0 0 0,0 1 0 0 0,0-1 0 0 0,-1 0 0 0 0,1 0 0 0 0,-1 0 0 0 0,1 0 0 0 0,-1 0 0 0 0,0 0 0 0 0,-1 1 0 0 0,-16 7 0 0 0</inkml:trace>
</inkml:ink>
</file>

<file path=ppt/ink/ink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8:40.289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0 1839 0 0,'0'2'160'0'0,"1"-1"-160"0"0,1-1 0 0 0,-1 0-328 0 0,1 0-104 0 0,-1 2-16 0 0,2-2-8 0 0,2 1 352 0 0,-2-1 104 0 0,0 2 0 0 0,-2-1 0 0 0,1-1-64 0 0,-1 0 64 0 0,1 2 0 0 0,-1-2 0 0 0,4-2 176 0 0</inkml:trace>
</inkml:ink>
</file>

<file path=ppt/ink/ink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8:40.723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33 3223 0 0,'2'-10'288'0'0,"-1"2"-288"0"0,-1 4 0 0 0,0 5-312 0 0,0-2-112 0 0,3-2-24 0 0,-1-2-8 0 0,-1 2 456 0 0,-2 3 0 0 0,-4 5 0 0 0</inkml:trace>
</inkml:ink>
</file>

<file path=ppt/ink/ink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8:48.174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240 355 4143 0 0,'1'0'319'0'0,"2"-1"77"0"0,0 0 1 0 0,0 0-1 0 0,0 0 1 0 0,0 0-1 0 0,0-1 0 0 0,0 1 1 0 0,0-1-1 0 0,-1 0 0 0 0,1 0 1 0 0,0 0-1 0 0,-1 0 1 0 0,5-5-1 0 0,-4 3 39 0 0,10-8 456 0 0,-1 0 0 0 0,-1-1 1 0 0,-1-1-1 0 0,0 0 0 0 0,9-16 0 0 0,-14 23-661 0 0,-1-1 1 0 0,0-1-1 0 0,-1 1 0 0 0,0-1 0 0 0,0 1 0 0 0,-1-1 0 0 0,0 0 0 0 0,0 0 0 0 0,-1 0 0 0 0,0 0 0 0 0,-1-12 0 0 0,-1 15-163 0 0,1 1 0 0 0,-2-1-1 0 0,1 1 1 0 0,0-1 0 0 0,-1 1 0 0 0,0 0 0 0 0,-1-1 0 0 0,1 1-1 0 0,-1 0 1 0 0,0 0 0 0 0,0 1 0 0 0,0-1 0 0 0,-1 0 0 0 0,0 1-1 0 0,0 0 1 0 0,0 0 0 0 0,-8-6 0 0 0,9 8-59 0 0,-1-1 0 0 0,-1 1-1 0 0,1 0 1 0 0,0 0 0 0 0,-1 0 0 0 0,1 0 0 0 0,-1 1-1 0 0,1 0 1 0 0,-1 0 0 0 0,1 0 0 0 0,-1 0 0 0 0,0 1-1 0 0,0 0 1 0 0,1 0 0 0 0,-1 0 0 0 0,0 0 0 0 0,0 1-1 0 0,1 0 1 0 0,-1 0 0 0 0,1 0 0 0 0,-8 3 0 0 0,1 1-15 0 0,0 1 1 0 0,1 1-1 0 0,-1-1 1 0 0,2 2-1 0 0,-1-1 1 0 0,1 1 0 0 0,0 1-1 0 0,0-1 1 0 0,1 2-1 0 0,-7 9 1 0 0,-4 8-12 0 0,2 0-1 0 0,-22 46 1 0 0,31-57 18 0 0,1 0 0 0 0,1 1 0 0 0,0-1 0 0 0,-6 36 0 0 0,11-45 0 0 0,0 0 0 0 0,0-1 0 0 0,1 1 0 0 0,0 0 0 0 0,0 0 0 0 0,1 0 0 0 0,0-1 0 0 0,0 1 0 0 0,1 0 0 0 0,0-1 0 0 0,0 1 0 0 0,0-1 0 0 0,1 1 0 0 0,0-1 0 0 0,6 10 0 0 0,-7-13 9 0 0,0-1-1 0 0,-1 0 1 0 0,1 0-1 0 0,0 0 1 0 0,0 0-1 0 0,0 0 1 0 0,1-1-1 0 0,-1 1 1 0 0,0-1-1 0 0,1 1 1 0 0,-1-1-1 0 0,1 0 1 0 0,-1 0-1 0 0,1 0 1 0 0,3 1-1 0 0,-2-2 23 0 0,0 1 0 0 0,1-1 0 0 0,-1 0 0 0 0,0 0 0 0 0,0 0 0 0 0,0 0 0 0 0,0-1 0 0 0,0 0 0 0 0,6-1 0 0 0,0-2 48 0 0,1 0 0 0 0,-1-1 1 0 0,0 0-1 0 0,0-1 0 0 0,0 0 0 0 0,13-12 0 0 0,-9 6 39 0 0,-1 0 0 0 0,0-1-1 0 0,0-1 1 0 0,-2 0 0 0 0,0-1 0 0 0,0 0 0 0 0,11-24-1 0 0,-8 10 19 0 0,-2-1 1 0 0,-1 0-1 0 0,11-44 0 0 0,-11 30 193 0 0,-12 51-229 0 0,0-1 1 0 0,1 0-1 0 0,0 11 0 0 0,-1 12-9 0 0,-3 12-32 0 0,2 1 0 0 0,1-1 0 0 0,10 77 0 0 0,-8-110-452 0 0,1-1-1 0 0,0 1 0 0 0,4 11 1 0 0,-5-16-17 0 0,1 0 1 0 0,-1 0 0 0 0,1-1-1 0 0,-1 1 1 0 0,1 0 0 0 0,0 0-1 0 0,0-1 1 0 0,0 0 0 0 0,1 1-1 0 0,-1-1 1 0 0,3 2 0 0 0,6 3-6665 0 0</inkml:trace>
</inkml:ink>
</file>

<file path=ppt/ink/ink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8:52.246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5 228 3679 0 0,'-1'-1'127'0'0,"0"0"-1"0"0,1 0 1 0 0,-1 0-1 0 0,1 0 1 0 0,0 0-1 0 0,-1 0 1 0 0,1-1-1 0 0,0 1 1 0 0,0 0-1 0 0,-1 0 1 0 0,1 0-1 0 0,0 0 1 0 0,0 0-1 0 0,0-2 1 0 0,3-19 1712 0 0,-3 18-1373 0 0,2-6 392 0 0,-1-1 0 0 0,2 0 0 0 0,0 1 0 0 0,0-1 0 0 0,1 1 0 0 0,0 0 0 0 0,0 0 0 0 0,1 0 0 0 0,9-11 0 0 0,-11 17-742 0 0,0-1-1 0 0,1 1 0 0 0,0-1 0 0 0,0 1 0 0 0,1 0 0 0 0,-1 1 0 0 0,1-1 0 0 0,0 1 0 0 0,-1 0 0 0 0,1 0 0 0 0,1 0 0 0 0,-1 1 0 0 0,0 0 0 0 0,1 0 0 0 0,-1 0 0 0 0,1 1 0 0 0,0-1 0 0 0,-1 1 0 0 0,8 0 0 0 0,-10 1-111 0 0,0 0 1 0 0,1 0-1 0 0,-1 0 0 0 0,0 0 1 0 0,0 1-1 0 0,1-1 0 0 0,-1 1 0 0 0,0 0 1 0 0,0 0-1 0 0,0 0 0 0 0,0 1 1 0 0,0-1-1 0 0,0 1 0 0 0,0-1 0 0 0,0 1 1 0 0,4 4-1 0 0,-3-3 17 0 0,-1 1 0 0 0,0 0-1 0 0,0 0 1 0 0,-1 0 0 0 0,1 0 0 0 0,-1 0 0 0 0,0 0 0 0 0,0 0-1 0 0,0 1 1 0 0,1 6 0 0 0,1 6 45 0 0,-2 0 1 0 0,0 0-1 0 0,-1 0 0 0 0,0 0 1 0 0,-3 23-1 0 0,0-13-23 0 0,-2 0 0 0 0,-1 0 1 0 0,-13 44-1 0 0,12-52-45 0 0,-2-1 0 0 0,0 1-1 0 0,0-1 1 0 0,-2-1 0 0 0,-20 29 0 0 0,15-30 2 0 0,15-16 0 0 0,-1 1 0 0 0,1-1 0 0 0,-1 1 0 0 0,1-1 0 0 0,-1 1 0 0 0,1-1 0 0 0,-1 1 0 0 0,0-1 0 0 0,1 0 0 0 0,-1 1 0 0 0,0-1 0 0 0,1 0 0 0 0,-1 0 0 0 0,0 1 0 0 0,1-1 0 0 0,-1 0 0 0 0,0 0 0 0 0,1 0 0 0 0,-1 0 0 0 0,0 0 0 0 0,0 0 0 0 0,1 0 0 0 0,-1 0 0 0 0,0 0 0 0 0,-1 0 0 0 0,2-1 0 0 0,-1 0 0 0 0,1 0 0 0 0,-1 0 0 0 0,1 1 0 0 0,0-1 0 0 0,-1 0 0 0 0,1 0 0 0 0,0 0 0 0 0,0 0 0 0 0,-1 0 0 0 0,1 0 0 0 0,0 0 0 0 0,0 0 0 0 0,0 0 0 0 0,0 1 0 0 0,0-1 0 0 0,0 0 0 0 0,0 0 0 0 0,1 0 0 0 0,-1 0 0 0 0,0 0 0 0 0,0 0 0 0 0,1-1 0 0 0,8-21 0 0 0,13-19 0 0 0,36-50 0 0 0,-9 14 0 0 0,47-71 142 0 0,-26 41 190 0 0,-68 105-257 0 0,-3 3-15 0 0,-8 8 22 0 0,-11 14-6 0 0,7-4-60 0 0,1-1 0 0 0,0 2 0 0 0,1-1 0 0 0,1 2-1 0 0,1-1 1 0 0,1 1 0 0 0,1 1 0 0 0,0 0 0 0 0,2-1 0 0 0,0 2 0 0 0,1-1 0 0 0,2 0 0 0 0,0 1 0 0 0,1 0 0 0 0,1-1 0 0 0,4 30 0 0 0,-3-43-8 0 0,1 0 1 0 0,0 0-1 0 0,0 0 1 0 0,0 0 0 0 0,1-1-1 0 0,1 1 1 0 0,-1-1-1 0 0,1 0 1 0 0,7 10 0 0 0,-9-14 0 0 0,1 0-1 0 0,-1 0 1 0 0,1-1 0 0 0,-1 1 0 0 0,1-1 0 0 0,0 0 0 0 0,0 0 0 0 0,0 0-1 0 0,0 0 1 0 0,1 0 0 0 0,-1-1 0 0 0,0 0 0 0 0,1 1 0 0 0,-1-1-1 0 0,1 0 1 0 0,-1-1 0 0 0,1 1 0 0 0,-1 0 0 0 0,1-1 0 0 0,0 0 0 0 0,-1 0-1 0 0,1 0 1 0 0,4-1 0 0 0,1-1 15 0 0,-1 1-1 0 0,0-2 0 0 0,1 1 1 0 0,8-5-1 0 0,-14 6-213 0 0,0 0 0 0 0,0-1-1 0 0,-1 1 1 0 0,1-1-1 0 0,0 0 1 0 0,-1 0 0 0 0,1 0-1 0 0,-1 0 1 0 0,0 0-1 0 0,1 0 1 0 0,-1 0 0 0 0,0-1-1 0 0,-1 1 1 0 0,4-5 0 0 0,-3-2-6432 0 0</inkml:trace>
</inkml:ink>
</file>

<file path=ppt/ink/ink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8:52.38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31 140 6911 0 0,'-30'-3'896'0'0,"41"-4"3435"0"0,-4 3-3438 0 0,111-51 4230 0 0,3 8-5010 0 0,-88 34-767 0 0,-2 2-5640 0 0</inkml:trace>
</inkml:ink>
</file>

<file path=ppt/ink/ink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8:52.77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50 109 2303 0 0,'2'-6'266'0'0,"0"0"-1"0"0,1 0 0 0 0,0 1 0 0 0,0-1 0 0 0,6-6 0 0 0,-4 5 667 0 0,0 1-1 0 0,1 0 0 0 0,0 0 0 0 0,0 1 1 0 0,1-1-1 0 0,-1 1 0 0 0,1 1 1 0 0,0-1-1 0 0,1 1 0 0 0,-1 1 1 0 0,12-5-1 0 0,-19 8-801 0 0,1-1 0 0 0,0 1 0 0 0,0 0 0 0 0,0-1 0 0 0,-1 1 0 0 0,1 0 0 0 0,0 0 0 0 0,0 0 0 0 0,0 0 0 0 0,-1 0 0 0 0,1 0 0 0 0,0 0 0 0 0,0 0 0 0 0,0 0 0 0 0,0 0 0 0 0,-1 0 0 0 0,1 1 0 0 0,0-1 0 0 0,0 0 0 0 0,0 1 0 0 0,-1-1 0 0 0,1 0 0 0 0,0 1 0 0 0,0 0 0 0 0,0 0-32 0 0,0 0 0 0 0,-1 0 1 0 0,1 0-1 0 0,-1 0 1 0 0,1 0-1 0 0,-1 0 0 0 0,1 0 1 0 0,-1 0-1 0 0,0 0 0 0 0,1 0 1 0 0,-1 0-1 0 0,0 0 0 0 0,0 1 1 0 0,0-1-1 0 0,0 1 0 0 0,0 4 64 0 0,-1 0-1 0 0,0-1 0 0 0,0 1 0 0 0,0-1 0 0 0,-4 11 1 0 0,-8 11-33 0 0,-1-1 0 0 0,-1-1 0 0 0,-29 37 0 0 0,25-37-132 0 0,1 1 1 0 0,2 0 0 0 0,-15 31-1 0 0,30-55 5 0 0,0 1 0 0 0,0 0 0 0 0,0 0-1 0 0,0-1 1 0 0,0 1 0 0 0,1 0 0 0 0,-1 0-1 0 0,1 0 1 0 0,0 0 0 0 0,0 6 0 0 0,0-8 0 0 0,0 0-1 0 0,1 0 1 0 0,-1 0 0 0 0,1 0 0 0 0,-1-1-1 0 0,1 1 1 0 0,-1 0 0 0 0,1 0 0 0 0,-1 0-1 0 0,1 0 1 0 0,0-1 0 0 0,0 1 0 0 0,-1 0-1 0 0,1-1 1 0 0,0 1 0 0 0,0 0 0 0 0,0-1-1 0 0,0 1 1 0 0,0-1 0 0 0,-1 1 0 0 0,1-1-1 0 0,0 0 1 0 0,0 1 0 0 0,0-1 0 0 0,0 0-1 0 0,0 0 1 0 0,0 0 0 0 0,1 0 0 0 0,-1 0-1 0 0,0 0 1 0 0,0 0 0 0 0,2 0 0 0 0,5-1 36 0 0,1-1 0 0 0,0 1 0 0 0,-1-1 0 0 0,1-1 0 0 0,-1 0 0 0 0,0 0 0 0 0,11-6 0 0 0,-3 2 88 0 0,35-19 679 0 0,-12 5-1666 0 0,-12 10-4725 0 0,-19 9-1392 0 0</inkml:trace>
</inkml:ink>
</file>

<file path=ppt/ink/ink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8:53.22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103 54 6911 0 0,'-3'-35'698'0'0,"3"17"2064"0"0,-9 36 2233 0 0,-24 122-1091 0 0,-6 73-2761 0 0,33-172-1105 0 0,-5 31-1098 0 0,9-67-3653 0 0</inkml:trace>
</inkml:ink>
</file>

<file path=ppt/ink/ink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8:53.399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80 4607 0 0,'12'-3'6426'0'0,"25"-2"-2992"0"0,162-30 2241 0 0,-81 12-5695 0 0,-84 17-1543 0 0,-2-2-5125 0 0</inkml:trace>
</inkml:ink>
</file>

<file path=ppt/ink/ink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8:53.84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165 48 5063 0 0,'0'-7'539'0'0,"2"-17"-1002"0"0,-2 23 690 0 0,0 0-1 0 0,1 0 1 0 0,-1 0 0 0 0,0 0 0 0 0,0 1 0 0 0,0-1-1 0 0,1 0 1 0 0,-1 0 0 0 0,0 0 0 0 0,1 1 0 0 0,-1-1 0 0 0,1 0-1 0 0,-1 0 1 0 0,1 1 0 0 0,-1-1 0 0 0,1 0 0 0 0,-1 1 0 0 0,1-1-1 0 0,0 1 1 0 0,0-1 0 0 0,0 1 12 0 0,-1 1 1 0 0,1-1-1 0 0,-1 1 0 0 0,1 0 0 0 0,-1-1 1 0 0,0 1-1 0 0,1 0 0 0 0,-1-1 0 0 0,0 1 1 0 0,0 0-1 0 0,1 0 0 0 0,-1-1 0 0 0,0 1 1 0 0,0 0-1 0 0,0 0 0 0 0,0-1 0 0 0,0 3 1 0 0,-1 19 731 0 0,0 1-1 0 0,-1-1 1 0 0,-2 1 0 0 0,-10 37 0 0 0,9-41-708 0 0,-94 291 1214 0 0,81-260-1325 0 0,18-49-152 0 0,-4 9 24 0 0,0 1-1 0 0,1-1 0 0 0,0 1 1 0 0,1 0-1 0 0,-1 16 0 0 0,3-26-23 0 0,0-1 0 0 0,-1 0 0 0 0,1 0 0 0 0,0 0 0 0 0,0 1 0 0 0,0-1 0 0 0,0 0 0 0 0,0 0 0 0 0,0 0 0 0 0,0 1 0 0 0,0-1 0 0 0,0 0 0 0 0,0 0 0 0 0,1 0 0 0 0,-1 1 0 0 0,0-1 0 0 0,0 0 0 0 0,0 0 0 0 0,0 0 0 0 0,0 0 0 0 0,0 1 0 0 0,0-1 0 0 0,0 0 0 0 0,0 0 0 0 0,1 0 0 0 0,-1 0 0 0 0,0 0 0 0 0,0 1 0 0 0,0-1 0 0 0,0 0 0 0 0,0 0 0 0 0,1 0 0 0 0,-1 0 0 0 0,0 0 0 0 0,0 0 0 0 0,0 0 0 0 0,1 0 0 0 0,-1 0 0 0 0,0 0 0 0 0,0 0 0 0 0,0 1 0 0 0,0-1 0 0 0,1 0 0 0 0,-1 0 0 0 0,0 0 0 0 0,11-7 0 0 0,7-11 0 0 0,11-18 67 0 0,-12 14-47 0 0,28-28 0 0 0,-39 45 3 0 0,0 0 1 0 0,0 0-1 0 0,0 0 0 0 0,0 1 1 0 0,1 0-1 0 0,0 0 0 0 0,0 0 1 0 0,0 1-1 0 0,13-4 0 0 0,-17 6-3 0 0,0 0 0 0 0,-1 1 0 0 0,1-1 1 0 0,0 1-1 0 0,0 0 0 0 0,-1 0 0 0 0,1 0 0 0 0,0 0 0 0 0,0 0 0 0 0,-1 1 0 0 0,1-1 0 0 0,0 1 0 0 0,-1 0 0 0 0,1-1 0 0 0,0 1 1 0 0,-1 1-1 0 0,1-1 0 0 0,-1 0 0 0 0,0 0 0 0 0,1 1 0 0 0,-1 0 0 0 0,0-1 0 0 0,0 1 0 0 0,0 0 0 0 0,0 0 0 0 0,0 0 0 0 0,0 0 1 0 0,-1 1-1 0 0,1-1 0 0 0,-1 0 0 0 0,1 1 0 0 0,-1-1 0 0 0,0 1 0 0 0,0-1 0 0 0,1 4 0 0 0,0 1 34 0 0,0 1 0 0 0,0-1 0 0 0,-1 1 0 0 0,0-1 1 0 0,0 1-1 0 0,-1 0 0 0 0,0-1 0 0 0,0 1 0 0 0,-1-1 0 0 0,0 1 0 0 0,-3 13 0 0 0,1-13-47 0 0,0 0-1 0 0,-1 0 1 0 0,0-1-1 0 0,0 1 1 0 0,-1-1 0 0 0,0 0-1 0 0,0 0 1 0 0,-1 0-1 0 0,0-1 1 0 0,0 0-1 0 0,0 0 1 0 0,-1 0-1 0 0,0-1 1 0 0,0 0 0 0 0,-7 4-1 0 0,5-4 3 0 0,1-1 0 0 0,-1 0 0 0 0,1 0-1 0 0,-1-1 1 0 0,0 0 0 0 0,0-1 0 0 0,0 0-1 0 0,-1 0 1 0 0,1-1 0 0 0,0-1 0 0 0,-1 1 0 0 0,1-1-1 0 0,-17-2 1 0 0,22 1 1 0 0,0 0 1 0 0,0-1-1 0 0,0 1 0 0 0,1 0 1 0 0,-1-1-1 0 0,0 0 0 0 0,1 0 1 0 0,-1 0-1 0 0,1-1 0 0 0,0 1 1 0 0,0-1-1 0 0,0 1 0 0 0,0-1 0 0 0,0 0 1 0 0,0 0-1 0 0,-3-6 0 0 0,5 7-69 0 0,0 1 0 0 0,0-1 0 0 0,0 0 0 0 0,0 0-1 0 0,1 0 1 0 0,-1 1 0 0 0,1-1 0 0 0,-1 0 0 0 0,1 0-1 0 0,0 0 1 0 0,-1 0 0 0 0,1 0 0 0 0,0 0 0 0 0,0 0-1 0 0,1 0 1 0 0,-1 0 0 0 0,0 0 0 0 0,1 0 0 0 0,-1 0-1 0 0,1 0 1 0 0,-1 0 0 0 0,1 1 0 0 0,0-1 0 0 0,0 0-1 0 0,0 0 1 0 0,0 1 0 0 0,0-1 0 0 0,0 0 0 0 0,0 1-1 0 0,1-1 1 0 0,-1 1 0 0 0,1 0 0 0 0,-1-1 0 0 0,1 1-1 0 0,1-1 1 0 0,6-5-1493 0 0</inkml:trace>
</inkml:ink>
</file>

<file path=ppt/ink/ink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8:54.35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0 194 2303 0 0,'2'-9'499'0'0,"1"1"0"0"0,0-1 0 0 0,0 0 0 0 0,1 1 0 0 0,0-1 0 0 0,1 1 0 0 0,0 0 0 0 0,0 1 0 0 0,0-1 0 0 0,1 1 0 0 0,0 0 0 0 0,0 0 0 0 0,1 1-1 0 0,9-7 1 0 0,-8 7 498 0 0,0 0 0 0 0,1 0 0 0 0,-1 1 1 0 0,1 1-1 0 0,16-7 0 0 0,-22 10-810 0 0,0 0 0 0 0,-1 0-1 0 0,1 0 1 0 0,0 1 0 0 0,-1-1 0 0 0,1 1 0 0 0,0-1 0 0 0,0 1 0 0 0,-1 0 0 0 0,1 0 0 0 0,0 1 0 0 0,0-1 0 0 0,-1 0 0 0 0,1 1 0 0 0,0 0 0 0 0,-1-1-1 0 0,1 1 1 0 0,0 0 0 0 0,-1 0 0 0 0,1 1 0 0 0,-1-1 0 0 0,0 1 0 0 0,1-1 0 0 0,-1 1 0 0 0,3 2 0 0 0,-4-2-148 0 0,1 1-1 0 0,0 0 1 0 0,-1 0 0 0 0,1-1-1 0 0,-1 1 1 0 0,0 0 0 0 0,0 0-1 0 0,0 0 1 0 0,0 0 0 0 0,0 0-1 0 0,-1 1 1 0 0,0-1 0 0 0,1 0-1 0 0,-1 0 1 0 0,0 0 0 0 0,-1 0-1 0 0,1 0 1 0 0,0 1 0 0 0,-2 3 0 0 0,-1 7 79 0 0,-1-1 1 0 0,-1 0 0 0 0,-6 13 0 0 0,0-5-119 0 0,0 0 0 0 0,-2-1 0 0 0,-25 31 0 0 0,20-28 0 0 0,-22 38 0 0 0,39-61 0 0 0,1 1 0 0 0,0-1 0 0 0,0 0 0 0 0,0 0 0 0 0,-1 1 0 0 0,1-1 0 0 0,0 0 0 0 0,0 0 0 0 0,0 0 0 0 0,0 1 0 0 0,0-1 0 0 0,-1 0 0 0 0,1 1 0 0 0,0-1 0 0 0,0 0 0 0 0,0 0 0 0 0,0 1 0 0 0,0-1 0 0 0,0 0 0 0 0,0 1 0 0 0,0-1 0 0 0,0 0 0 0 0,0 0 0 0 0,0 1 0 0 0,0-1 0 0 0,0 0 0 0 0,1 1 0 0 0,6-4 0 0 0,14-14 0 0 0,-18 15 0 0 0,31-30-53 0 0,-2 0 0 0 0,-1-3 0 0 0,52-73 0 0 0,-70 90 7 0 0,-1 0 0 0 0,-1 0 0 0 0,-1-1 0 0 0,0-1 0 0 0,11-34 0 0 0,-21 54 46 0 0,0 0 0 0 0,0 0 0 0 0,0 0 0 0 0,0 0 0 0 0,0 0 0 0 0,0 0 0 0 0,1 0 0 0 0,-1 0 0 0 0,0 0 0 0 0,0 0 0 0 0,0 0 0 0 0,0-1 0 0 0,0 1 0 0 0,0 0 0 0 0,0 0 0 0 0,0 0 0 0 0,0 0 0 0 0,0 0 0 0 0,0 0 0 0 0,0 0 0 0 0,0 0 0 0 0,0 0 0 0 0,0-1 0 0 0,0 1 0 0 0,0 0 0 0 0,0 0 0 0 0,0 0 0 0 0,0 0 0 0 0,0 0 0 0 0,0 0 0 0 0,0 0 0 0 0,0 0 0 0 0,0-1 1 0 0,0 1-1 0 0,0 0 0 0 0,0 0 0 0 0,0 0 0 0 0,0 0 0 0 0,0 0 0 0 0,-1 0 0 0 0,1 0 0 0 0,0 0 0 0 0,0 0 0 0 0,0 0 0 0 0,0 0 0 0 0,0-1 0 0 0,0 1 0 0 0,0 0 0 0 0,0 0 0 0 0,0 0 0 0 0,0 0 0 0 0,-1 0 0 0 0,1 0 0 0 0,0 0 0 0 0,0 0 0 0 0,0 0 0 0 0,0 0 0 0 0,0 0 0 0 0,0 0 0 0 0,-7 6-2 0 0,-6 11 15 0 0,-3 6 36 0 0,1 1 0 0 0,1 1-1 0 0,1 0 1 0 0,1 1 0 0 0,2 0 0 0 0,0 1-1 0 0,2 0 1 0 0,-7 39 0 0 0,15-61-25 0 0,-1 1 0 0 0,1 0 1 0 0,0 0-1 0 0,0 0 0 0 0,0-1 1 0 0,1 1-1 0 0,0 0 0 0 0,0 0 1 0 0,3 7-1 0 0,-3-10-11 0 0,0-1 1 0 0,0 0-1 0 0,0 0 1 0 0,0 1-1 0 0,1-1 1 0 0,-1 0-1 0 0,1 0 0 0 0,0 0 1 0 0,-1-1-1 0 0,1 1 1 0 0,0 0-1 0 0,0-1 0 0 0,0 1 1 0 0,0-1-1 0 0,0 1 1 0 0,0-1-1 0 0,1 0 1 0 0,-1 0-1 0 0,0 0 0 0 0,1 0 1 0 0,-1 0-1 0 0,1-1 1 0 0,3 1-1 0 0,3 0-160 0 0,0-1 0 0 0,0 0 0 0 0,0-1-1 0 0,0 0 1 0 0,0-1 0 0 0,0 0 0 0 0,-1 0 0 0 0,1 0-1 0 0,-1-1 1 0 0,1-1 0 0 0,-1 1 0 0 0,0-2 0 0 0,0 1-1 0 0,12-10 1 0 0,-8 4-7133 0 0</inkml:trace>
</inkml:ink>
</file>

<file path=ppt/ink/ink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8:54.51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1 104 3223 0 0,'-1'-3'3715'0'0,"1"3"-3633"0"0,15-7 2316 0 0,22-6 351 0 0,39-11 297 0 0,90-26-2144 0 0,-138 43-6642 0 0</inkml:trace>
</inkml:ink>
</file>

<file path=ppt/ink/ink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8:54.716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183 5 6911 0 0,'0'0'43'0'0,"0"0"-1"0"0,0 0 0 0 0,0 0 0 0 0,0-1 0 0 0,0 1 0 0 0,0 0 0 0 0,0 0 1 0 0,0 0-1 0 0,0-1 0 0 0,0 1 0 0 0,0 0 0 0 0,0 0 0 0 0,0 0 1 0 0,0 0-1 0 0,-1-1 0 0 0,1 1 0 0 0,0 0 0 0 0,0 0 0 0 0,0 0 0 0 0,0 0 1 0 0,0 0-1 0 0,0-1 0 0 0,-1 1 0 0 0,1 0 0 0 0,0 0 0 0 0,0 0 1 0 0,0 0-1 0 0,0 0 0 0 0,0 0 0 0 0,-1 0 0 0 0,1 0 0 0 0,0-1 0 0 0,0 1 1 0 0,0 0-1 0 0,-1 0 0 0 0,1 0 0 0 0,0 0 0 0 0,0 0 0 0 0,-7 7 1780 0 0,-6 20 1126 0 0,10-19-2460 0 0,-60 134 5319 0 0,-13 78-3804 0 0,73-211-2009 0 0,-8 34 19 0 0,10-39-21 0 0,0 0-1 0 0,1-1 1 0 0,0 1-1 0 0,-1 0 1 0 0,2 0-1 0 0,-1-1 1 0 0,0 1-1 0 0,2 7 1 0 0,0-8-689 0 0,-1-1-257 0 0</inkml:trace>
</inkml:ink>
</file>

<file path=ppt/ink/ink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8:54.85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2 110 10591 0 0,'0'0'44'0'0,"-1"-1"0"0"0,1 0 0 0 0,0 1 0 0 0,0-1 0 0 0,0 0 0 0 0,0 0 0 0 0,0 1 0 0 0,-1-1 0 0 0,1 0 0 0 0,1 0 0 0 0,-1 0 0 0 0,0 1 1 0 0,0-1-1 0 0,0 0 0 0 0,0 0 0 0 0,0 1 0 0 0,1-1 0 0 0,-1 0 0 0 0,0 1 0 0 0,1-1 0 0 0,-1 0 0 0 0,0 1 0 0 0,1-1 0 0 0,-1 0 0 0 0,1 1 0 0 0,-1-1 0 0 0,1 1 0 0 0,-1-1 0 0 0,1 1 0 0 0,0-1 0 0 0,-1 1 0 0 0,1-1 0 0 0,-1 1 0 0 0,1 0 0 0 0,1-1 0 0 0,4-2 182 0 0,0-1 0 0 0,1 2 1 0 0,8-4-1 0 0,-3 2 614 0 0,109-38 4665 0 0,-80 31-6388 0 0,0 2-3445 0 0,-12 4-1768 0 0</inkml:trace>
</inkml:ink>
</file>

<file path=ppt/ink/ink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8:55.36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1 415 9671 0 0,'1'-7'682'0'0,"0"0"-1"0"0,0 1 0 0 0,1-1 0 0 0,0 1 1 0 0,1-1-1 0 0,-1 1 0 0 0,7-10 0 0 0,0-3 335 0 0,23-60 544 0 0,-18 41-504 0 0,2 1-1 0 0,1 0 1 0 0,25-38-1 0 0,-37 69-1053 0 0,0 1-1 0 0,-1-1 1 0 0,2 1 0 0 0,-1 0-1 0 0,1 1 1 0 0,-1-1-1 0 0,1 1 1 0 0,0 0 0 0 0,1 1-1 0 0,-1-1 1 0 0,1 1-1 0 0,-1 1 1 0 0,1-1 0 0 0,0 1-1 0 0,0 0 1 0 0,0 1-1 0 0,0-1 1 0 0,0 1 0 0 0,14 1-1 0 0,-16-1 0 0 0,0 2 0 0 0,-1-1 0 0 0,1 0 0 0 0,0 1 0 0 0,-1 0 0 0 0,1 0 0 0 0,-1 1 0 0 0,1-1 0 0 0,-1 1 0 0 0,0 0 0 0 0,1 0 0 0 0,-1 0 0 0 0,0 1 0 0 0,-1-1 0 0 0,1 1 0 0 0,0 0 0 0 0,-1 0 0 0 0,1 0 0 0 0,-1 1 0 0 0,0-1 0 0 0,0 1 0 0 0,0 0 0 0 0,-1 0 0 0 0,1 0 0 0 0,-1 0 0 0 0,0 0 0 0 0,0 0 0 0 0,0 1 0 0 0,-1-1 0 0 0,0 1 0 0 0,2 6 0 0 0,-3-7 4 0 0,1 0-1 0 0,0-1 1 0 0,-1 1-1 0 0,0 0 1 0 0,0 0 0 0 0,0 0-1 0 0,-1 0 1 0 0,1 0-1 0 0,-1 0 1 0 0,0-1-1 0 0,0 1 1 0 0,0 0 0 0 0,-2 4-1 0 0,2-8-7 0 0,1 0-1 0 0,0 0 1 0 0,0 0-1 0 0,-1 0 0 0 0,1 0 1 0 0,0 0-1 0 0,-1 0 1 0 0,1 0-1 0 0,0 0 1 0 0,-1 0-1 0 0,1 0 1 0 0,0-1-1 0 0,0 1 0 0 0,-1 0 1 0 0,1 0-1 0 0,0 0 1 0 0,0 0-1 0 0,-1-1 1 0 0,1 1-1 0 0,0 0 1 0 0,0 0-1 0 0,0 0 0 0 0,-1-1 1 0 0,1 1-1 0 0,0 0 1 0 0,0 0-1 0 0,0-1 1 0 0,0 1-1 0 0,-1 0 1 0 0,1-1-1 0 0,0 1 1 0 0,0 0-1 0 0,0-1 0 0 0,-9-15-181 0 0,8 13 151 0 0,-10-15-42 0 0,1 2 0 0 0,-2-1 0 0 0,0 1 0 0 0,-26-25 0 0 0,37 40 76 0 0,1 0 0 0 0,-1 1 0 0 0,0-1 0 0 0,0 0 1 0 0,0 1-1 0 0,0-1 0 0 0,0 0 0 0 0,0 1 0 0 0,0-1 0 0 0,0 1 0 0 0,0-1 0 0 0,0 1 0 0 0,0 0 0 0 0,0-1 0 0 0,-1 1 0 0 0,1 0 0 0 0,0 0 1 0 0,0 0-1 0 0,-2 0 0 0 0,1 0-1 0 0,1 1 1 0 0,0-1 0 0 0,0 1 0 0 0,0-1 0 0 0,1 1 0 0 0,-1-1-1 0 0,0 1 1 0 0,0 0 0 0 0,0-1 0 0 0,0 1 0 0 0,0 0-1 0 0,1 0 1 0 0,-1 0 0 0 0,0 0 0 0 0,1 0 0 0 0,-2 1-1 0 0,-1 5 5 0 0,0 1-1 0 0,1-1 1 0 0,-1 0-1 0 0,-1 14 1 0 0,3-17 3 0 0,-4 29 301 0 0,1 0 0 0 0,1 0 1 0 0,3 51-1 0 0,0-80-287 0 0,1-1 0 0 0,-1 1 0 0 0,0-1 0 0 0,1 1-1 0 0,-1-1 1 0 0,1 0 0 0 0,0 1 0 0 0,0-1 0 0 0,1 0 0 0 0,-1 0 0 0 0,1 0 0 0 0,-1 1-1 0 0,1-2 1 0 0,0 1 0 0 0,0 0 0 0 0,0 0 0 0 0,1-1 0 0 0,-1 1 0 0 0,1-1-1 0 0,-1 1 1 0 0,1-1 0 0 0,0 0 0 0 0,0 0 0 0 0,0-1 0 0 0,0 1 0 0 0,0 0-1 0 0,0-1 1 0 0,1 0 0 0 0,-1 0 0 0 0,0 0 0 0 0,1 0 0 0 0,-1 0 0 0 0,6 0-1 0 0,10 0 12 0 0,1 0 0 0 0,-1-1 0 0 0,30-5 0 0 0,59-14-99 0 0,-50 8-987 0 0,-33 6-446 0 0</inkml:trace>
</inkml:ink>
</file>

<file path=ppt/ink/ink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8:55.603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1 3223 0 0,'8'3'7116'0'0,"1"3"-3332"0"0,-9-6-3764 0 0,4 3 652 0 0,0-1 0 0 0,0 0-1 0 0,0 0 1 0 0,0 0 0 0 0,0-1-1 0 0,0 1 1 0 0,1-1 0 0 0,-1 0-1 0 0,0 0 1 0 0,1-1 0 0 0,4 1-1 0 0,6-1-152 0 0,0 0-1 0 0,15-3 0 0 0,-18 1-433 0 0,0 1-1 0 0,1 0 0 0 0,16 2 0 0 0,-29-1-97 0 0,0 0 0 0 0,1 0 0 0 0,-1 0 0 0 0,0 0 1 0 0,0 0-1 0 0,1 0 0 0 0,-1 0 0 0 0,0 0 0 0 0,0 0 0 0 0,1 0 0 0 0,-1 0 0 0 0,0 1 0 0 0,0-1 0 0 0,1 0 0 0 0,-1 0 1 0 0,0 0-1 0 0,0 0 0 0 0,0 0 0 0 0,1 0 0 0 0,-1 1 0 0 0,0-1 0 0 0,0 0 0 0 0,0 0 0 0 0,0 0 0 0 0,1 0 0 0 0,-1 1 1 0 0,0-1-1 0 0,0 0 0 0 0,0 0 0 0 0,0 1 0 0 0,0-1 0 0 0,0 0 0 0 0,1 1 0 0 0,-6 7-493 0 0,-15 8-1012 0 0,17-14 932 0 0,-24 16-3606 0 0,11-9-2159 0 0</inkml:trace>
</inkml:ink>
</file>

<file path=ppt/ink/ink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8:55.74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36 17 5495 0 0,'-11'6'176'0'0,"8"-4"-118"0"0,0-1 0 0 0,1 1 1 0 0,-1 0-1 0 0,0 0 1 0 0,0 1-1 0 0,-3 3 0 0 0,6-6 19 0 0,-1 1 1 0 0,1-1-1 0 0,0 0 0 0 0,0 0 0 0 0,0 0 0 0 0,0 0 0 0 0,0 1 0 0 0,0-1 0 0 0,0 0 0 0 0,0 0 0 0 0,0 0 0 0 0,0 1 0 0 0,0-1 0 0 0,0 0 0 0 0,0 0 0 0 0,0 0 0 0 0,0 1 0 0 0,0-1 0 0 0,0 0 0 0 0,0 0 0 0 0,0 0 1 0 0,0 1-1 0 0,0-1 0 0 0,0 0 0 0 0,0 0 0 0 0,0 0 0 0 0,1 1 0 0 0,-1-1 0 0 0,0 0 0 0 0,0 0 0 0 0,0 0 0 0 0,0 0 0 0 0,0 0 0 0 0,1 1 0 0 0,-1-1 0 0 0,0 0 0 0 0,0 0 0 0 0,0 0 0 0 0,0 0 0 0 0,1 0 0 0 0,-1 0 0 0 0,0 0 1 0 0,0 0-1 0 0,0 0 0 0 0,1 0 0 0 0,-1 0 0 0 0,0 1 0 0 0,0-1 0 0 0,0 0 0 0 0,1 0 0 0 0,-1 0 0 0 0,0-1 0 0 0,0 1 0 0 0,0 0 0 0 0,1 0 0 0 0,-1 0 0 0 0,12 2 3886 0 0,5-5-1435 0 0,0 0-1 0 0,20-7 1 0 0,1 0-1211 0 0,-20 6-1018 0 0,5-2-437 0 0,1 2 0 0 0,-1 0 0 0 0,1 1 0 0 0,23 1 0 0 0,-32 3-8078 0 0</inkml:trace>
</inkml:ink>
</file>

<file path=ppt/ink/ink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8:56.06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83 342 8287 0 0,'-6'-13'2233'0'0,"12"23"4150"0"0,-3-5-5750 0 0,0 0-1 0 0,0-1 1 0 0,1 0-1 0 0,-1 1 1 0 0,1-1-1 0 0,0 0 0 0 0,7 5 1 0 0,-6-6-536 0 0,-1 0 0 0 0,1 0 0 0 0,0 0 0 0 0,1-1 0 0 0,-1 1 0 0 0,0-1-1 0 0,1-1 1 0 0,-1 1 0 0 0,1-1 0 0 0,0 0 0 0 0,-1 0 0 0 0,7 0 0 0 0,7-1-21 0 0,0-1 0 0 0,0-1 0 0 0,0 0-1 0 0,0-1 1 0 0,-1-1 0 0 0,34-12 0 0 0,-38 11-42 0 0,0-1-1 0 0,-1-1 1 0 0,1 0 0 0 0,-1-1 0 0 0,-1 0 0 0 0,1-1 0 0 0,-1 0 0 0 0,-1-1 0 0 0,11-12-1 0 0,-18 19-22 0 0,-1-2-1 0 0,1 1 0 0 0,-1 0 0 0 0,-1-1 0 0 0,1 1 0 0 0,0-1 1 0 0,-1 0-1 0 0,0 0 0 0 0,0 0 0 0 0,-1 0 0 0 0,0 0 0 0 0,1 0 1 0 0,-2 0-1 0 0,1-1 0 0 0,0 1 0 0 0,-1 0 0 0 0,-1-10 0 0 0,0 8-3 0 0,-1-1 0 0 0,0 1 0 0 0,0 0 0 0 0,0 0 0 0 0,-1 0 0 0 0,0 0 0 0 0,-1 0 0 0 0,0 0 0 0 0,0 1 0 0 0,0 0 0 0 0,-9-10 0 0 0,5 7-1 0 0,-1 0 0 0 0,0 0-1 0 0,0 2 1 0 0,-1-1 0 0 0,0 1 0 0 0,0 0 0 0 0,-1 1-1 0 0,1 0 1 0 0,-2 1 0 0 0,1 0 0 0 0,0 1-1 0 0,-1 0 1 0 0,0 1 0 0 0,-14-2 0 0 0,16 3-7 0 0,0 1-1 0 0,0 1 1 0 0,-1 0 0 0 0,1 0 0 0 0,0 1 0 0 0,-1 0-1 0 0,1 1 1 0 0,0 0 0 0 0,0 1 0 0 0,0 0 0 0 0,0 0 0 0 0,1 1-1 0 0,-1 0 1 0 0,1 1 0 0 0,0 0 0 0 0,1 0 0 0 0,-10 8-1 0 0,6-3-177 0 0,1 1-1 0 0,0 1 1 0 0,0 0-1 0 0,2 1 1 0 0,-1-1-1 0 0,2 2 1 0 0,-1-1-1 0 0,2 1 1 0 0,0 1-1 0 0,1-1 1 0 0,0 1-1 0 0,1 0 1 0 0,-6 29-1 0 0,5-3-588 0 0</inkml:trace>
</inkml:ink>
</file>

<file path=ppt/ink/ink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8:57.01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87 16 5063 0 0,'-7'-15'8015'0'0,"6"19"-7140"0"0,-3 24 622 0 0,-2-1 1 0 0,-16 46 0 0 0,-11 12-6725 0 0,19-55-449 0 0</inkml:trace>
</inkml:ink>
</file>

<file path=ppt/ink/ink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8:57.734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124 73 919 0 0,'-12'-37'2249'0'0,"7"17"4846"0"0,5 19-6943 0 0,0 0 0 0 0,0 0 0 0 0,-1 0 0 0 0,1 0 0 0 0,0 1 0 0 0,-1-1 0 0 0,1 0 0 0 0,0 0 0 0 0,-1 0 0 0 0,1 1 0 0 0,-1-1 0 0 0,1 0 0 0 0,-1 0 0 0 0,0 1 0 0 0,1-1 0 0 0,-1 1 0 0 0,0-1 0 0 0,1 0 0 0 0,-2 0 0 0 0,1 1-63 0 0,1 0 1 0 0,-1 0 0 0 0,0 0-1 0 0,1 0 1 0 0,-1 0 0 0 0,1 0-1 0 0,-1 0 1 0 0,1 1 0 0 0,-1-1 0 0 0,1 0-1 0 0,-1 0 1 0 0,1 0 0 0 0,-1 1-1 0 0,1-1 1 0 0,-1 0 0 0 0,1 1-1 0 0,-1-1 1 0 0,1 0 0 0 0,-1 1-1 0 0,1-1 1 0 0,0 1 0 0 0,-1 0-1 0 0,-3 4 224 0 0,0 0-1 0 0,1 0 0 0 0,0 1 1 0 0,-3 6-1 0 0,-7 20-183 0 0,1 0 0 0 0,1 1 0 0 0,2 1-1 0 0,-7 54 1 0 0,13-63-6389 0 0</inkml:trace>
</inkml:ink>
</file>

<file path=ppt/ink/ink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8:58.34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128 1 9671 0 0,'-32'33'8097'0'0,"21"-21"-7283"0"0,1 1 1 0 0,-14 22-1 0 0,16-20-826 0 0,0 0 0 0 0,0 0 0 0 0,2 1-1 0 0,0 0 1 0 0,-4 18 0 0 0,5-13-7167 0 0</inkml:trace>
</inkml:ink>
</file>

<file path=ppt/ink/ink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9:08.85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69 110 2303 0 0,'-5'-3'76'0'0,"-34"-19"-470"0"0,37 20 496 0 0,0 1 0 0 0,0 0 0 0 0,0-1 0 0 0,0 1 0 0 0,1-1 0 0 0,-1 0 0 0 0,0 0-1 0 0,1 0 1 0 0,0 0 0 0 0,-1 0 0 0 0,1 0 0 0 0,0 0 0 0 0,0 0 0 0 0,0 0 0 0 0,-1-5-1 0 0,2 7-46 0 0,0-1-1 0 0,0 0 0 0 0,1 0 0 0 0,-1 0 1 0 0,0 1-1 0 0,0-1 0 0 0,0 0 1 0 0,1 0-1 0 0,-1 1 0 0 0,1-1 0 0 0,-1 0 1 0 0,0 1-1 0 0,1-1 0 0 0,-1 0 0 0 0,1 1 1 0 0,-1-1-1 0 0,1 1 0 0 0,0-1 0 0 0,-1 1 1 0 0,1-1-1 0 0,0 1 0 0 0,-1-1 1 0 0,1 1-1 0 0,0 0 0 0 0,-1-1 0 0 0,1 1 1 0 0,0 0-1 0 0,0 0 0 0 0,-1-1 0 0 0,1 1 1 0 0,0 0-1 0 0,0 0 0 0 0,0 0 0 0 0,0 0 1 0 0,32-2 569 0 0,-32 2-566 0 0,78 4 953 0 0,-54-1-790 0 0,1-1-1 0 0,44-4 1 0 0,39-14 154 0 0,-58 7-178 0 0,95-4 0 0 0,-140 13-195 0 0,1 0 0 0 0,0 1-1 0 0,11 3 1 0 0,-17-4-3 0 0,0 0 1 0 0,0 0-1 0 0,0 1 0 0 0,0-1 0 0 0,0 1 1 0 0,0-1-1 0 0,0 1 0 0 0,0-1 0 0 0,0 1 1 0 0,0 0-1 0 0,0-1 0 0 0,-1 1 0 0 0,1 0 1 0 0,1 1-1 0 0,-2-2-2 0 0,0 1 1 0 0,0-1-1 0 0,0 1 1 0 0,0-1-1 0 0,1 1 1 0 0,-1 0-1 0 0,0-1 1 0 0,0 1-1 0 0,-1-1 1 0 0,1 1-1 0 0,0 0 1 0 0,0-1-1 0 0,0 1 1 0 0,0-1-1 0 0,0 1 1 0 0,-1-1-1 0 0,1 1 1 0 0,0-1-1 0 0,0 1 1 0 0,-1-1-1 0 0,1 1 1 0 0,0-1-1 0 0,-1 1 1 0 0,1-1-1 0 0,0 1 1 0 0,-1-1-1 0 0,1 0 1 0 0,-2 1-1 0 0,-9 8-621 0 0,-5 2-2227 0 0</inkml:trace>
</inkml:ink>
</file>

<file path=ppt/ink/ink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9:09.039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140 137 919 0 0,'-11'2'442'0'0,"0"0"0"0"0,0 0 0 0 0,-1-1 0 0 0,1 0-1 0 0,-1-1 1 0 0,1 0 0 0 0,0-1 0 0 0,-19-4-1 0 0,29 5-356 0 0,-1 0-1 0 0,1-1 1 0 0,0 1-1 0 0,0 0 1 0 0,0-1-1 0 0,0 1 1 0 0,0-1-1 0 0,1 1 0 0 0,-1-1 1 0 0,0 0-1 0 0,0 1 1 0 0,0-1-1 0 0,0 0 1 0 0,1 1-1 0 0,-1-1 1 0 0,0 0-1 0 0,1 0 0 0 0,-1 0 1 0 0,-1-1-1 0 0,2 1 3 0 0,0 0 0 0 0,0 0 0 0 0,0 0 0 0 0,0 0 0 0 0,0 0 0 0 0,0 0 0 0 0,0 1 0 0 0,0-1 0 0 0,0 0 0 0 0,1 0 0 0 0,-1 0 0 0 0,0 0 0 0 0,0 0 0 0 0,1 1 0 0 0,-1-1 0 0 0,1 0 0 0 0,-1 0 0 0 0,2-1 0 0 0,0-1 129 0 0,1-1 0 0 0,1 1 0 0 0,-1 0 1 0 0,0 0-1 0 0,1 0 0 0 0,-1 1 0 0 0,1-1 0 0 0,5-2 0 0 0,12-4 292 0 0,0 1-1 0 0,0 0 1 0 0,27-5-1 0 0,70-10 439 0 0,-81 17-801 0 0,-4 1-99 0 0,1 1 0 0 0,0 2-1 0 0,0 1 1 0 0,66 8 0 0 0,0 12-3793 0 0,-54-6-447 0 0</inkml:trace>
</inkml:ink>
</file>

<file path=ppt/ink/ink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9:09.55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212 91 455 0 0,'-38'-18'826'0'0,"-39"-14"-1"0"0,60 26-674 0 0,-1 1 426 0 0,1-2 0 0 0,-28-15 1 0 0,84 22 2704 0 0,224 4-1178 0 0,-259-4-2104 0 0,0 0 0 0 0,0 1 0 0 0,0-1 0 0 0,0 1 0 0 0,0-1 0 0 0,0 1 0 0 0,0 0 0 0 0,0 1 0 0 0,5 2 0 0 0,-9-4 0 0 0,1 0 1 0 0,-1 0-1 0 0,0 0 0 0 0,0 0 0 0 0,0 0 0 0 0,1 1 0 0 0,-1-1 0 0 0,0 0 0 0 0,0 0 0 0 0,0 0 0 0 0,0 0 0 0 0,1 1 0 0 0,-1-1 1 0 0,0 0-1 0 0,0 0 0 0 0,0 0 0 0 0,0 1 0 0 0,0-1 0 0 0,0 0 0 0 0,0 0 0 0 0,0 1 0 0 0,0-1 0 0 0,0 0 0 0 0,0 0 0 0 0,0 1 1 0 0,0-1-1 0 0,0 0 0 0 0,0 0 0 0 0,0 0 0 0 0,0 1 0 0 0,0-1 0 0 0,0 0 0 0 0,0 1 0 0 0,-7 6-58 0 0,-11 3-87 0 0,-128 40-1849 0 0,-5 3 1180 0 0,134-43 991 0 0,17-10-169 0 0,0 0 1 0 0,0 0-1 0 0,0 0 1 0 0,0 0-1 0 0,0 0 0 0 0,0 0 1 0 0,0 0-1 0 0,0 0 1 0 0,-1 0-1 0 0,1 0 0 0 0,0 1 1 0 0,0-1-1 0 0,0 0 1 0 0,0 0-1 0 0,0 0 0 0 0,0 0 1 0 0,0 0-1 0 0,0 0 1 0 0,0 0-1 0 0,0 0 1 0 0,0 0-1 0 0,0 0 0 0 0,1 0 1 0 0,-1 0-1 0 0,0 1 1 0 0,0-1-1 0 0,0 0 0 0 0,0 0 1 0 0,0 0-1 0 0,0 0 1 0 0,0 0-1 0 0,0 0 1 0 0,0 0-1 0 0,0 0 0 0 0,0 0 1 0 0,0 0-1 0 0,0 0 1 0 0,0 0-1 0 0,0 0 0 0 0,0 0 1 0 0,0 0-1 0 0,0 0 1 0 0,0 0-1 0 0,1 0 0 0 0,-1 1 1 0 0,0-1-1 0 0,0 0 1 0 0,0 0-1 0 0,0 0 1 0 0,0 0-1 0 0,0 0 0 0 0,0 0 1 0 0,0 0-1 0 0,0 0 1 0 0,0 0-1 0 0,1 0 0 0 0,11-1 754 0 0,133-23 2588 0 0,32-3-2134 0 0,-135 24-1340 0 0,0 1 0 0 0,0 3-1 0 0,44 5 1 0 0,-36 1-4099 0 0</inkml:trace>
</inkml:ink>
</file>

<file path=ppt/ink/ink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9:10.08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65 197 1375 0 0,'-5'-15'1101'0'0,"-1"1"-1"0"0,-13-24 0 0 0,1 4 14 0 0,15 28-914 0 0,1 1 0 0 0,-1-1 0 0 0,1 0 0 0 0,1 0 0 0 0,-1 0 0 0 0,1-1 0 0 0,0 1 0 0 0,0 0 0 0 0,0-7 0 0 0,2 12-174 0 0,-1 0 0 0 0,0 0 0 0 0,1 0 0 0 0,-1 0 0 0 0,1 0 1 0 0,-1 0-1 0 0,1 0 0 0 0,-1 0 0 0 0,1 0 0 0 0,-1 1 0 0 0,1-1 0 0 0,0 0 0 0 0,0 0 0 0 0,-1 0 0 0 0,1 1 0 0 0,0-1 0 0 0,0 0 0 0 0,0 1 1 0 0,0-1-1 0 0,0 1 0 0 0,0-1 0 0 0,0 1 0 0 0,0 0 0 0 0,0-1 0 0 0,0 1 0 0 0,0 0 0 0 0,1-1 0 0 0,5 0 46 0 0,0 0 0 0 0,0 0 0 0 0,7 1 0 0 0,-7 0-17 0 0,24-1-21 0 0,33-3 141 0 0,1 4 1 0 0,89 10-1 0 0,-154-10-175 0 0,27 6 0 0 0,-16 1 0 0 0,-11-6 0 0 0,0-1 0 0 0,0 0 0 0 0,1 1 0 0 0,-1-1 0 0 0,0 0 0 0 0,0 1 0 0 0,0-1 0 0 0,0 0 0 0 0,0 1 0 0 0,0-1 0 0 0,0 0 0 0 0,0 1 0 0 0,0-1 0 0 0,0 0 0 0 0,0 1 0 0 0,0-1 0 0 0,0 0 0 0 0,-1 1 0 0 0,1-1 0 0 0,0 0 0 0 0,0 1 0 0 0,0-1 0 0 0,0 0 0 0 0,-1 1 0 0 0,1-1 0 0 0,0 0 0 0 0,0 0 0 0 0,0 1 0 0 0,-1-1 0 0 0,1 0 0 0 0,0 0 0 0 0,-1 0 0 0 0,1 1 0 0 0,-8 4 0 0 0,0 0 0 0 0,0 0 0 0 0,0-1 0 0 0,0 0 0 0 0,-1-1 0 0 0,1 0 0 0 0,-1 0 0 0 0,-9 1 0 0 0,-11 5 0 0 0,-184 53 554 0 0,234-68 1298 0 0,35-6 0 0 0,69-2-443 0 0,-112 12-1270 0 0,51-3 61 0 0,74 3 1 0 0,-51 10-4390 0 0,-33 2-725 0 0</inkml:trace>
</inkml:ink>
</file>

<file path=ppt/ink/ink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9:32.72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65 32 6553 0 0,'-14'-31'234'0'0,"14"31"-232"0"0,0 0-1 0 0,0 0 1 0 0,0 0 0 0 0,0 0-1 0 0,0 0 1 0 0,0 0-1 0 0,-1-1 1 0 0,1 1 0 0 0,0 0-1 0 0,0 0 1 0 0,0 0-1 0 0,0 0 1 0 0,0 0-1 0 0,0 0 1 0 0,0 0 0 0 0,0 0-1 0 0,-1 0 1 0 0,1 0-1 0 0,0 0 1 0 0,0 0 0 0 0,0 0-1 0 0,0 0 1 0 0,0 0-1 0 0,0 0 1 0 0,0 0-1 0 0,-1 0 1 0 0,1 1 0 0 0,0-1-1 0 0,0 0 1 0 0,0 0-1 0 0,0 0 1 0 0,0 0 0 0 0,0 0-1 0 0,0 0 1 0 0,0 0-1 0 0,0 0 1 0 0,0 0 0 0 0,-1 0-1 0 0,1 0 1 0 0,0 0-1 0 0,0 1 1 0 0,0-1-1 0 0,0 0 1 0 0,0 0 0 0 0,0 0-1 0 0,0 0 1 0 0,0 0-1 0 0,0 0 1 0 0,0 0 0 0 0,0 1-1 0 0,0-1 1 0 0,0 0-1 0 0,0 0 1 0 0,0 0-1 0 0,0 0 1 0 0,0 0 0 0 0,0 0-1 0 0,0 0 1 0 0,0 1-1 0 0,0-1 1 0 0,0 0 0 0 0,0 0-1 0 0,0 0 1 0 0,0 0-1 0 0,0 0 1 0 0,-1 7 186 0 0,-1 27 557 0 0,0-1 1 0 0,2 1-1 0 0,2-1 0 0 0,1 1 0 0 0,9 40 0 0 0,-7-44-1 0 0,-1 1 1 0 0,0 52-1 0 0,-4-67-448 0 0,-2 0 1 0 0,0 0 0 0 0,0-1-1 0 0,-2 1 1 0 0,1-1 0 0 0,-2 0-1 0 0,-7 16 1 0 0,10-26-171 0 0,-6 12 277 0 0,1 1 0 0 0,0 0 0 0 0,1 0 0 0 0,-4 22 0 0 0,10-35-299 0 0,-1 0-1 0 0,1 0 0 0 0,0 0 0 0 0,0 1 1 0 0,0-1-1 0 0,1 0 0 0 0,0 0 0 0 0,2 9 1 0 0,-2-11-30 0 0,1 1 0 0 0,-1-1 0 0 0,1 0 0 0 0,0 0 0 0 0,0 0 0 0 0,0 0 0 0 0,0-1 0 0 0,0 1 0 0 0,1-1 0 0 0,-1 1 0 0 0,1-1 0 0 0,-1 0 0 0 0,1 1 0 0 0,4 1 0 0 0,4 1 197 0 0,1-1 0 0 0,-1 0 1 0 0,1 0-1 0 0,0-1 0 0 0,-1-1 0 0 0,19 2 1 0 0,-15-2-133 0 0,433 34 2120 0 0,-165-19-2319 0 0,9 1 60 0 0,-74-6 0 0 0,107 2 0 0 0,359-31 0 0 0,287-65-14867 0 0,-806 67 12457 0 0,522-34 1611 0 0,-245 21 1214 0 0,-123 19 5075 0 0,71-8 796 0 0,-374 16-6128 0 0,0 0 284 0 0,22-5 0 0 0,-35 5-379 0 0,0 0 0 0 0,1 0 1 0 0,-1 0-1 0 0,0 0 0 0 0,1 0 0 0 0,-1-1 0 0 0,0 0 1 0 0,0 1-1 0 0,0-1 0 0 0,-1 0 0 0 0,1 0 0 0 0,3-4 1 0 0,-5 5-40 0 0,-1 1 1 0 0,1-1 0 0 0,0 0-1 0 0,-1 0 1 0 0,0 0 0 0 0,1 1-1 0 0,-1-1 1 0 0,1 0 0 0 0,-1 0-1 0 0,0 0 1 0 0,0 0-1 0 0,1 0 1 0 0,-1 0 0 0 0,0 0-1 0 0,0 0 1 0 0,0 0 0 0 0,0 0-1 0 0,0 1 1 0 0,0-1 0 0 0,0 0-1 0 0,0 0 1 0 0,-1 0 0 0 0,1 0-1 0 0,0 0 1 0 0,-1 0 0 0 0,1 0-1 0 0,0 0 1 0 0,-1-1 0 0 0,-2-2-42 0 0,0 0 1 0 0,0 1 0 0 0,-1-1 0 0 0,-5-5 0 0 0,5 6-74 0 0,1 0 1 0 0,0 0 0 0 0,0-1 0 0 0,-3-4 0 0 0,2 0-59 0 0,0-1 1 0 0,1 1-1 0 0,0 0 0 0 0,0-1 1 0 0,1 0-1 0 0,0 0 0 0 0,1 0 1 0 0,0 1-1 0 0,0-1 0 0 0,1 0 1 0 0,1-10-1 0 0,2-12-755 0 0,14-57 0 0 0,-4 28 160 0 0,-8 36 288 0 0,-1 7 32 0 0,2-31 0 0 0,-5 44 361 0 0,-1 0 0 0 0,0 0 0 0 0,0 0 0 0 0,-1 1 0 0 0,1-1 0 0 0,-1 0 0 0 0,0 0 0 0 0,0 1 1 0 0,0-1-1 0 0,0 0 0 0 0,-1 1 0 0 0,1-1 0 0 0,-5-5 0 0 0,5 7 66 0 0,0 1 1 0 0,0 0 0 0 0,-1 0-1 0 0,1 0 1 0 0,0 0 0 0 0,0 0-1 0 0,-1 0 1 0 0,1 0 0 0 0,-1 0-1 0 0,1 0 1 0 0,-1 1-1 0 0,1-1 1 0 0,-1 1 0 0 0,1-1-1 0 0,-1 1 1 0 0,1 0 0 0 0,-1-1-1 0 0,0 1 1 0 0,1 0 0 0 0,-1 0-1 0 0,0 0 1 0 0,1 0 0 0 0,-1 0-1 0 0,0 1 1 0 0,1-1-1 0 0,-1 0 1 0 0,-1 2 0 0 0,-4 0 93 0 0,-1 1 0 0 0,1 0-1 0 0,1 1 1 0 0,-10 5 0 0 0,12-6-110 0 0,-22 11 273 0 0</inkml:trace>
</inkml:ink>
</file>

<file path=ppt/ink/ink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9:39.77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148 107 6553 0 0,'0'-1'0'0'0,"0"0"0"0"0,1 0 0 0 0,-1 0 0 0 0,0 0 0 0 0,0-1 0 0 0,0 1-1 0 0,0 0 1 0 0,0 0 0 0 0,0 0 0 0 0,0 0 0 0 0,-1 0 0 0 0,1 0-1 0 0,0 0 1 0 0,0 0 0 0 0,-1 0 0 0 0,1 0 0 0 0,-1 0 0 0 0,1 0 0 0 0,-1 0-1 0 0,1 0 1 0 0,-1 0 0 0 0,0 0 0 0 0,-1-1 0 0 0,1 1 2 0 0,0-1 1 0 0,0 1 0 0 0,0 0-1 0 0,0 0 1 0 0,-1 0-1 0 0,1 0 1 0 0,0 0-1 0 0,-1 0 1 0 0,1 0 0 0 0,0 1-1 0 0,-1-1 1 0 0,1 0-1 0 0,-1 1 1 0 0,1-1-1 0 0,-1 1 1 0 0,-2-1-1 0 0,2 2 41 0 0,0-1 0 0 0,0 0-1 0 0,0 1 1 0 0,-1-1 0 0 0,1 1 0 0 0,0 0-1 0 0,0 0 1 0 0,0-1 0 0 0,0 1-1 0 0,0 1 1 0 0,0-1 0 0 0,0 0-1 0 0,1 0 1 0 0,-1 1 0 0 0,0-1-1 0 0,1 1 1 0 0,-1-1 0 0 0,1 1-1 0 0,-1 0 1 0 0,1 0 0 0 0,0-1-1 0 0,0 1 1 0 0,0 0 0 0 0,0 0-1 0 0,0 0 1 0 0,0 0 0 0 0,1 1-1 0 0,-1-1 1 0 0,0 0 0 0 0,1 3-1 0 0,-1-2 12 0 0,1 0-1 0 0,-1-1 1 0 0,1 1-1 0 0,0 0 1 0 0,0 0-1 0 0,0-1 1 0 0,0 1-1 0 0,0 0 1 0 0,1-1-1 0 0,-1 1 1 0 0,1 0-1 0 0,0-1 1 0 0,0 1-1 0 0,0-1 1 0 0,0 1-1 0 0,0-1 1 0 0,0 1-1 0 0,1-1 1 0 0,-1 0-1 0 0,1 0 1 0 0,-1 0-1 0 0,1 0 1 0 0,0 0-1 0 0,4 3 1 0 0,-4-4-20 0 0,-1 0 1 0 0,1 0 0 0 0,0 0-1 0 0,0 0 1 0 0,0 0-1 0 0,0 0 1 0 0,0-1 0 0 0,0 1-1 0 0,0-1 1 0 0,1 0-1 0 0,-1 1 1 0 0,0-1 0 0 0,0 0-1 0 0,0 0 1 0 0,0 0-1 0 0,0-1 1 0 0,0 1 0 0 0,0 0-1 0 0,1-1 1 0 0,-1 0-1 0 0,0 1 1 0 0,0-1 0 0 0,0 0-1 0 0,-1 0 1 0 0,1 0-1 0 0,0 0 1 0 0,0 0 0 0 0,0-1-1 0 0,-1 1 1 0 0,1 0-1 0 0,-1-1 1 0 0,1 1 0 0 0,-1-1-1 0 0,0 0 1 0 0,1 1 0 0 0,-1-1-1 0 0,0 0 1 0 0,0 0-1 0 0,0 0 1 0 0,0 0 0 0 0,-1 0-1 0 0,2-2 1 0 0,0-6-96 0 0,-1 1 0 0 0,1 0 1 0 0,-2-1-1 0 0,0-17 0 0 0,0 23 46 0 0,0 0-1 0 0,-1 1 1 0 0,0-1-1 0 0,0 0 1 0 0,0 1-1 0 0,0-1 1 0 0,0 1-1 0 0,-1-1 1 0 0,1 1-1 0 0,-1 0 1 0 0,0 0-1 0 0,0-1 1 0 0,0 1-1 0 0,0 1 1 0 0,-5-6 0 0 0,5 7 26 0 0,1-1 1 0 0,-1 1 0 0 0,0 0-1 0 0,1 0 1 0 0,-1 0 0 0 0,0 1 0 0 0,0-1-1 0 0,0 0 1 0 0,1 1 0 0 0,-1-1 0 0 0,0 1-1 0 0,0-1 1 0 0,0 1 0 0 0,0 0-1 0 0,0 0 1 0 0,0 0 0 0 0,-2 0 0 0 0,0 1 52 0 0,1-1 1 0 0,-1 1 0 0 0,0 0-1 0 0,1 1 1 0 0,-1-1 0 0 0,1 1-1 0 0,0-1 1 0 0,-5 4 0 0 0,1 0 69 0 0,0 0 0 0 0,1 0 0 0 0,-1 1 1 0 0,1 0-1 0 0,1 0 0 0 0,-1 0 0 0 0,-5 10 1 0 0,8-12-66 0 0,1 0 1 0 0,0 0-1 0 0,0 0 1 0 0,0 1-1 0 0,0-1 1 0 0,1 1-1 0 0,0-1 1 0 0,0 1-1 0 0,0 0 1 0 0,0-1-1 0 0,1 1 1 0 0,0 0 0 0 0,0 5-1 0 0,0-8-37 0 0,1 1 0 0 0,-1-1 0 0 0,1 0 0 0 0,0 1 0 0 0,-1-1 0 0 0,1 0 0 0 0,0 0 0 0 0,1 0-1 0 0,-1 0 1 0 0,0 0 0 0 0,0 0 0 0 0,1 0 0 0 0,-1 0 0 0 0,1 0 0 0 0,0-1 0 0 0,0 1 0 0 0,-1-1 0 0 0,1 1 0 0 0,0-1 0 0 0,0 0 0 0 0,0 0-1 0 0,1 0 1 0 0,-1 0 0 0 0,0 0 0 0 0,0 0 0 0 0,0 0 0 0 0,1-1 0 0 0,2 1 0 0 0,-1 0 68 0 0,1 0 1 0 0,0 0-1 0 0,0-1 1 0 0,0 1-1 0 0,0-1 1 0 0,-1-1-1 0 0,1 1 1 0 0,0-1 0 0 0,0 1-1 0 0,0-2 1 0 0,8-2-1 0 0,-10 3-102 0 0,0 0 0 0 0,-1 0 0 0 0,1-1 0 0 0,0 0 1 0 0,-1 1-1 0 0,1-1 0 0 0,-1 0 0 0 0,0 0 0 0 0,0-1 0 0 0,1 1 0 0 0,-1 0 0 0 0,-1-1 0 0 0,1 1 0 0 0,0-1 0 0 0,-1 0 1 0 0,1 1-1 0 0,-1-1 0 0 0,0 0 0 0 0,2-5 0 0 0,0-5-183 0 0,0 0-1 0 0,2-26 1 0 0,-5 32 136 0 0,0 0 0 0 0,0 1 1 0 0,-1-1-1 0 0,0 1 0 0 0,0-1 0 0 0,0 1 0 0 0,-1-1 0 0 0,-2-6 0 0 0,4 12 41 0 0,0 1 0 0 0,-1-1-1 0 0,1 0 1 0 0,0 0-1 0 0,-1 0 1 0 0,1 1-1 0 0,-1-1 1 0 0,1 0-1 0 0,0 1 1 0 0,-1-1-1 0 0,0 0 1 0 0,1 1-1 0 0,-1-1 1 0 0,1 0-1 0 0,-1 1 1 0 0,0-1 0 0 0,1 1-1 0 0,-1-1 1 0 0,0 1-1 0 0,0 0 1 0 0,1-1-1 0 0,-1 1 1 0 0,0 0-1 0 0,-1-1 1 0 0,1 1 19 0 0,0 1 0 0 0,0-1 0 0 0,0 0 0 0 0,0 0 0 0 0,0 1 0 0 0,0-1 0 0 0,0 0 0 0 0,0 1 0 0 0,1-1 0 0 0,-1 1 0 0 0,0 0 0 0 0,0-1 0 0 0,0 1 0 0 0,1 0 0 0 0,-1-1 0 0 0,0 1 0 0 0,0 1 0 0 0,-3 3 97 0 0,0 0 0 0 0,0 1 0 0 0,1 0 0 0 0,-5 10 1 0 0,6-12-60 0 0,1 0 0 0 0,0 0 0 0 0,0 0-1 0 0,0 0 1 0 0,0 0 0 0 0,0 0 0 0 0,1 1 0 0 0,0-1 0 0 0,0 0 0 0 0,1 8 0 0 0,-1-11-33 0 0,0 0-1 0 0,1 0 0 0 0,-1 1 1 0 0,1-1-1 0 0,-1 0 0 0 0,1 0 1 0 0,-1 0-1 0 0,1 0 0 0 0,0 0 1 0 0,-1 0-1 0 0,1 0 0 0 0,0 0 1 0 0,0 0-1 0 0,0 0 1 0 0,0 0-1 0 0,0 0 0 0 0,0 0 1 0 0,0-1-1 0 0,0 1 0 0 0,0 0 1 0 0,0-1-1 0 0,0 1 0 0 0,1-1 1 0 0,-1 1-1 0 0,0-1 1 0 0,0 0-1 0 0,0 1 0 0 0,1-1 1 0 0,-1 0-1 0 0,0 0 0 0 0,1 0 1 0 0,-1 0-1 0 0,0 0 0 0 0,0 0 1 0 0,1 0-1 0 0,-1 0 0 0 0,0-1 1 0 0,2 0-1 0 0,2 0 29 0 0,0 0 0 0 0,-1 0 0 0 0,1-1-1 0 0,0 0 1 0 0,0 0 0 0 0,-1-1 0 0 0,0 1 0 0 0,1-1 0 0 0,-1 0-1 0 0,0 0 1 0 0,6-6 0 0 0,-8 7-71 0 0,0 0 0 0 0,1-1 0 0 0,-1 1 0 0 0,0-1 0 0 0,0 0 0 0 0,-1 0 0 0 0,1 0 1 0 0,0 1-1 0 0,-1-1 0 0 0,0-1 0 0 0,0 1 0 0 0,0 0 0 0 0,0 0 0 0 0,0 0 0 0 0,-1-1 0 0 0,1 1 0 0 0,-1 0 0 0 0,0-5 0 0 0,0 6 18 0 0,0 1 0 0 0,0 0-1 0 0,-1 0 1 0 0,1-1 0 0 0,0 1-1 0 0,-1 0 1 0 0,1 0 0 0 0,-1-1-1 0 0,1 1 1 0 0,-1 0 0 0 0,1 0-1 0 0,-1 0 1 0 0,0 0 0 0 0,0 0-1 0 0,0 0 1 0 0,0 0 0 0 0,1 0-1 0 0,-1 0 1 0 0,0 0 0 0 0,0 1-1 0 0,-1-1 1 0 0,0-1 0 0 0,0 1 24 0 0,-1 1 1 0 0,1-1 0 0 0,0 0 0 0 0,-1 1 0 0 0,1-1-1 0 0,-1 1 1 0 0,1 0 0 0 0,-1 0 0 0 0,1 0-1 0 0,-1 0 1 0 0,-2 1 0 0 0,-2 0 52 0 0,1 1 1 0 0,-1-1 0 0 0,1 1-1 0 0,-1 1 1 0 0,1-1-1 0 0,0 1 1 0 0,-10 6-1 0 0,12-5-16 0 0,-1-1-1 0 0,1 1 0 0 0,0 1 1 0 0,0-1-1 0 0,1 1 1 0 0,-1-1-1 0 0,1 1 0 0 0,0 0 1 0 0,1 0-1 0 0,-1 0 1 0 0,1 1-1 0 0,0-1 0 0 0,0 0 1 0 0,0 1-1 0 0,1 0 0 0 0,0-1 1 0 0,0 1-1 0 0,0 10 1 0 0,1 13 149 0 0</inkml:trace>
</inkml:ink>
</file>

<file path=ppt/ink/ink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9:43.78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139 108 6553 0 0,'13'-20'0'0'0,"-11"19"0"0"0,0-1 0 0 0,-1 0 0 0 0,1-1 0 0 0,-1 1 0 0 0,0 0 0 0 0,0 0 0 0 0,1-1 0 0 0,0-4 0 0 0,-2 7 0 0 0,0 0 0 0 0,0 0 0 0 0,0-1 0 0 0,0 1 0 0 0,0 0 0 0 0,0 0 0 0 0,0-1 0 0 0,-1 1 0 0 0,1 0 0 0 0,0 0 0 0 0,0 0 0 0 0,0-1 0 0 0,0 1 0 0 0,-1 0 0 0 0,1 0 0 0 0,0 0-1 0 0,0-1 1 0 0,0 1 0 0 0,-1 0 0 0 0,1 0 0 0 0,0 0 0 0 0,0 0 0 0 0,-1 0 0 0 0,1 0 0 0 0,0 0 0 0 0,0 0 0 0 0,-1-1 0 0 0,1 1 0 0 0,0 0 0 0 0,0 0 0 0 0,-1 0 0 0 0,1 0 0 0 0,0 0-1 0 0,0 0 1 0 0,-1 0 0 0 0,1 1 0 0 0,0-1 0 0 0,0 0 0 0 0,-1 0 0 0 0,1 0 0 0 0,0 0 0 0 0,0 0 0 0 0,-1 0 0 0 0,-15 4 23 0 0,14-3-4 0 0,-17 4 698 0 0,-30 12-1 0 0,42-14-538 0 0,1 0 1 0 0,-1 1-1 0 0,1 0 0 0 0,0 0 0 0 0,0 0 1 0 0,0 1-1 0 0,-9 9 0 0 0,14-13-135 0 0,0 1-1 0 0,0-1 1 0 0,-1 1 0 0 0,1 0-1 0 0,0-1 1 0 0,1 1-1 0 0,-1 0 1 0 0,0 0 0 0 0,1 0-1 0 0,-1 0 1 0 0,1 0-1 0 0,-1-1 1 0 0,1 1 0 0 0,0 0-1 0 0,0 0 1 0 0,0 0-1 0 0,0 0 1 0 0,0 0 0 0 0,0 0-1 0 0,0 0 1 0 0,1 0-1 0 0,-1 0 1 0 0,1 0 0 0 0,0 0-1 0 0,-1 0 1 0 0,1-1-1 0 0,0 1 1 0 0,0 0 0 0 0,0 0-1 0 0,0-1 1 0 0,3 4-1 0 0,-1-2 66 0 0,0 1 0 0 0,0-1-1 0 0,1 0 1 0 0,-1 0-1 0 0,1 0 1 0 0,0 0 0 0 0,-1 0-1 0 0,1-1 1 0 0,1 0 0 0 0,-1 0-1 0 0,0 0 1 0 0,8 2 0 0 0,-6-2 0 0 0,0-1 1 0 0,-1 0 0 0 0,1-1 0 0 0,0 1-1 0 0,0-1 1 0 0,-1 0 0 0 0,1 0-1 0 0,0-1 1 0 0,0 0 0 0 0,7-2 0 0 0,-10 2-94 0 0,0 0 0 0 0,1-1 1 0 0,-1 1-1 0 0,0-1 1 0 0,0 0-1 0 0,0 0 1 0 0,0 0-1 0 0,0 0 0 0 0,-1-1 1 0 0,1 1-1 0 0,-1-1 1 0 0,1 0-1 0 0,-1 1 0 0 0,0-1 1 0 0,0 0-1 0 0,0 0 1 0 0,2-7-1 0 0,-2 6-67 0 0,0-1-1 0 0,-1 0 1 0 0,0 0-1 0 0,0 0 1 0 0,0-1 0 0 0,0 1-1 0 0,-1 0 1 0 0,0-7-1 0 0,-6-43-338 0 0,3 38 267 0 0,3 14 99 0 0,-1 0 0 0 0,1-1 0 0 0,-1 1 0 0 0,0 0 0 0 0,0-1 0 0 0,0 1 0 0 0,-1 0 0 0 0,1 0 0 0 0,-1 0 0 0 0,0 0 0 0 0,-4-5 0 0 0,5 7 28 0 0,0 0 1 0 0,-1 0 0 0 0,1 0 0 0 0,0 0 0 0 0,-1 0 0 0 0,1 0-1 0 0,-1 0 1 0 0,0 1 0 0 0,1-1 0 0 0,-1 0 0 0 0,1 1-1 0 0,-1 0 1 0 0,0-1 0 0 0,1 1 0 0 0,-1 0 0 0 0,0 0 0 0 0,0 0-1 0 0,1 0 1 0 0,-1 0 0 0 0,0 0 0 0 0,1 0 0 0 0,-1 1-1 0 0,0-1 1 0 0,1 1 0 0 0,-3 0 0 0 0,-8 3 173 0 0,1 1-1 0 0,0 0 1 0 0,0 0 0 0 0,-15 11-1 0 0,21-13-106 0 0,1 0 0 0 0,0 0 0 0 0,0 1-1 0 0,0-1 1 0 0,1 1 0 0 0,-1 0 0 0 0,1 0-1 0 0,0 0 1 0 0,0 1 0 0 0,0-1 0 0 0,1 1-1 0 0,-1 0 1 0 0,-1 5 0 0 0,3-8-43 0 0,1 0-1 0 0,-1 0 1 0 0,0 0-1 0 0,1 0 1 0 0,0 0-1 0 0,-1 0 1 0 0,1 0-1 0 0,0 0 1 0 0,0 0-1 0 0,0 0 1 0 0,0 0 0 0 0,0 0-1 0 0,1 0 1 0 0,-1 0-1 0 0,1 0 1 0 0,-1 0-1 0 0,1 0 1 0 0,0 0-1 0 0,-1-1 1 0 0,1 1 0 0 0,0 0-1 0 0,0 0 1 0 0,1-1-1 0 0,-1 1 1 0 0,0 0-1 0 0,0-1 1 0 0,1 1-1 0 0,-1-1 1 0 0,1 0 0 0 0,-1 1-1 0 0,1-1 1 0 0,0 0-1 0 0,0 0 1 0 0,2 1-1 0 0,0-1 26 0 0,0 1-1 0 0,0-1 1 0 0,-1 0-1 0 0,1-1 1 0 0,0 1-1 0 0,0-1 1 0 0,0 0-1 0 0,0 0 1 0 0,0 0-1 0 0,0 0 1 0 0,0-1-1 0 0,0 0 1 0 0,-1 0-1 0 0,1 0 1 0 0,0 0-1 0 0,0 0 1 0 0,3-3-1 0 0,-2 2-49 0 0,0-1 0 0 0,0-1 0 0 0,-1 1 0 0 0,0 0 0 0 0,0-1 0 0 0,0 0 0 0 0,0 0 0 0 0,0 0 0 0 0,-1-1 0 0 0,0 1 0 0 0,0-1-1 0 0,4-7 1 0 0,-6 10-33 0 0,0-1 0 0 0,1 0 0 0 0,-1 1 0 0 0,-1-1 0 0 0,1 0 0 0 0,0 1 0 0 0,-1-1 0 0 0,1 0 0 0 0,-1 0-1 0 0,0 0 1 0 0,0 0 0 0 0,0 1 0 0 0,0-1 0 0 0,0 0 0 0 0,-1 0 0 0 0,1 0 0 0 0,-1 1 0 0 0,0-1 0 0 0,1 0 0 0 0,-2 0-1 0 0,1 1 1 0 0,0-1 0 0 0,0 1 0 0 0,-1-1 0 0 0,-3-3 0 0 0,4 5 17 0 0,0 0 1 0 0,0-1-1 0 0,0 1 1 0 0,-1 1-1 0 0,1-1 1 0 0,0 0-1 0 0,-1 0 1 0 0,1 0-1 0 0,-1 1 1 0 0,1-1-1 0 0,-1 1 1 0 0,1-1-1 0 0,-1 1 1 0 0,0-1-1 0 0,1 1 1 0 0,-1 0-1 0 0,1 0 1 0 0,-1 0-1 0 0,0 0 1 0 0,1 0-1 0 0,-1 0 1 0 0,1 0-1 0 0,-1 1 1 0 0,0-1 0 0 0,1 1-1 0 0,-1-1 1 0 0,1 1-1 0 0,-3 0 1 0 0,-6 5 119 0 0</inkml:trace>
</inkml:ink>
</file>

<file path=ppt/ink/ink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9:26.44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45 6553 0 0,'1'-2'29'0'0,"0"0"0"0"0,1 0-1 0 0,-1 1 1 0 0,1-1 0 0 0,-1 0-1 0 0,1 0 1 0 0,-1 1-1 0 0,3-2 1 0 0,8-11 185 0 0,-12 14-214 0 0,4-9-8 0 0,-4 9 8 0 0,0 0 0 0 0,0 0 0 0 0,0 0-1 0 0,0 0 1 0 0,1 0 0 0 0,-1 0 0 0 0,0 0 0 0 0,0 0 0 0 0,0 0 0 0 0,0 0 0 0 0,0 0 0 0 0,0-1-1 0 0,0 1 1 0 0,0 0 0 0 0,0 0 0 0 0,0 0 0 0 0,0 0 0 0 0,0 0 0 0 0,0 0 0 0 0,0 0 0 0 0,0 0-1 0 0,1 0 1 0 0,-1-1 0 0 0,0 1 0 0 0,0 0 0 0 0,0 0 0 0 0,0 0 0 0 0,0 0 0 0 0,0 0 0 0 0,0 0-1 0 0,0 0 1 0 0,0 0 0 0 0,0 0 0 0 0,0-1 0 0 0,-1 1 0 0 0,1 0 0 0 0,0 0 0 0 0,0 0-1 0 0,0 0 1 0 0,0 0 0 0 0,0 0 0 0 0,0 0 0 0 0,0 0 0 0 0,0 0 0 0 0,0-1 0 0 0,0 1 0 0 0,0 0-1 0 0,0 0 1 0 0,0 0 0 0 0,0 0 0 0 0,0 0 0 0 0,-1 0 0 0 0,1 0 0 0 0,0 0 0 0 0,0 0 0 0 0,0 0-1 0 0,0 0 1 0 0,0 0 0 0 0,0 0 0 0 0,0 0 0 0 0,0 0 0 0 0,0 0 0 0 0,-1 0 0 0 0,1 0 0 0 0,0 0-1 0 0,-3 4 57 0 0,2-3-1 0 0,0 1 0 0 0,0 0 0 0 0,0-1 1 0 0,0 1-1 0 0,0-1 0 0 0,1 1 1 0 0,-1 0-1 0 0,1 0 0 0 0,-1-1 0 0 0,1 1 1 0 0,0 0-1 0 0,0 0 0 0 0,0 0 0 0 0,0-1 1 0 0,0 1-1 0 0,0 3 0 0 0,1 11 380 0 0,0 21 0 0 0,-1 13 413 0 0,4 5 791 0 0,-5 88 1 0 0,1-116-1304 0 0,0-16-78 0 0,-1 1-1 0 0,0-1 1 0 0,-3 15-1 0 0,1-5 74 0 0,3-26-220 0 0,0 1 0 0 0,1-1 0 0 0,-1 1 0 0 0,1-1 1 0 0,0 1-1 0 0,3-9 0 0 0,3-8-250 0 0,-7 17 80 0 0,1 0 0 0 0,0 0-1 0 0,0 0 1 0 0,1 0 0 0 0,3-6-1 0 0,-3 7 60 0 0</inkml:trace>
</inkml:ink>
</file>

<file path=ppt/ink/ink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9:27.79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54 304 6553 0 0,'0'-3'0'0'0,"1"0"0"0"0,0 0 0 0 0,0 0 0 0 0,0-1 0 0 0,0 1 0 0 0,1 1 0 0 0,-1-1 0 0 0,1 0 0 0 0,0 0 0 0 0,0 1 0 0 0,0-1 0 0 0,3-2 0 0 0,-4 5 0 0 0,-3-5 0 0 0,-3-14 0 0 0,1 0 0 0 0,1 0 0 0 0,0-20 0 0 0,1-64 0 0 0,2 98 0 0 0,0-4 0 0 0,0 5 0 0 0,0 0 0 0 0,0 0 0 0 0,0 0 0 0 0,0 0 0 0 0,0 0 0 0 0,-1 0 0 0 0,0 0 0 0 0,-2-7 0 0 0,3 11 0 0 0,0-1-1 0 0,0 1 1 0 0,0 0-1 0 0,0 0 1 0 0,0 0-1 0 0,0 0 1 0 0,0 0-1 0 0,-1 0 1 0 0,1-1-1 0 0,0 1 1 0 0,0 0-1 0 0,0 0 0 0 0,0 0 1 0 0,0 0-1 0 0,0 0 1 0 0,0 0-1 0 0,0 0 1 0 0,-1 0-1 0 0,1 0 1 0 0,0 0-1 0 0,0-1 1 0 0,0 1-1 0 0,0 0 1 0 0,0 0-1 0 0,-1 0 0 0 0,1 0 1 0 0,0 0-1 0 0,0 0 1 0 0,0 0-1 0 0,0 0 1 0 0,0 0-1 0 0,-1 0 1 0 0,1 0-1 0 0,0 0 1 0 0,0 0-1 0 0,0 0 1 0 0,0 0-1 0 0,0 0 1 0 0,-1 1-1 0 0,1-1 0 0 0,0 0 1 0 0,0 0-1 0 0,0 0 1 0 0,-4 7 59 0 0,0 10 245 0 0,3-5-18 0 0,1 0 0 0 0,0 0 0 0 0,1 0 1 0 0,0 0-1 0 0,4 17 0 0 0,-2-15 70 0 0,-1 1 1 0 0,0 0 0 0 0,-1 18-1 0 0,-13 115 2192 0 0,-2 56 1071 0 0,24 34-15 0 0,-8-211-2963 0 0,-2-1 0 0 0,0 1 0 0 0,-7 41-1 0 0,-2-36-135 0 0,8-30-448 0 0,1 0 0 0 0,-1 0-1 0 0,0 0 1 0 0,0 0 0 0 0,0 0 0 0 0,-1-1 0 0 0,1 1 0 0 0,0 0 0 0 0,0-1 0 0 0,-1 1 0 0 0,1-1 0 0 0,-1 1-1 0 0,-2 1 1 0 0,4-3-52 0 0,0 0 0 0 0,0 0 0 0 0,0 0 0 0 0,0 0 0 0 0,0 0-1 0 0,-1 0 1 0 0,1 0 0 0 0,0 0 0 0 0,0 0 0 0 0,0 0 0 0 0,0 0 0 0 0,0 0-1 0 0,0 0 1 0 0,0 0 0 0 0,0 0 0 0 0,0 0 0 0 0,-1 0 0 0 0,1 0 0 0 0,0 0-1 0 0,0 0 1 0 0,0 0 0 0 0,0 0 0 0 0,0 0 0 0 0,0 0 0 0 0,0 0 0 0 0,0 0-1 0 0,0 0 1 0 0,0-1 0 0 0,-1 1 0 0 0,1 0 0 0 0,0 0 0 0 0,0 0 0 0 0,0 0-1 0 0,0 0 1 0 0,0 0 0 0 0,0 0 0 0 0,0 0 0 0 0,0 0 0 0 0,0 0 0 0 0,0 0-1 0 0,0 0 1 0 0,0-1 0 0 0,0 1 0 0 0,0 0 0 0 0,0 0 0 0 0,0 0 0 0 0,0 0-1 0 0,0 0 1 0 0,0 0 0 0 0,0 0 0 0 0,0 0 0 0 0,0-1 0 0 0,0 0 31 0 0,0 0 0 0 0,1 0 0 0 0,-1 0 1 0 0,0 1-1 0 0,1-1 0 0 0,-1 0 0 0 0,1 0 0 0 0,0 0 1 0 0,-1 0-1 0 0,1 0 0 0 0,-1 1 0 0 0,2-2 0 0 0,38-46-440 0 0,-39 46 404 0 0</inkml:trace>
</inkml:ink>
</file>

<file path=ppt/ink/ink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9:41.57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18 25 6553 0 0,'7'-7'279'0'0,"-7"7"-274"0"0,0 0-1 0 0,0 0 0 0 0,0 0 0 0 0,1-1 0 0 0,-1 1 0 0 0,0 0 0 0 0,0 0 1 0 0,0 0-1 0 0,0-1 0 0 0,0 1 0 0 0,1 0 0 0 0,-1 0 0 0 0,0-1 1 0 0,0 1-1 0 0,0 0 0 0 0,0-1 0 0 0,0 1 0 0 0,0 0 0 0 0,0 0 0 0 0,0-1 1 0 0,0 1-1 0 0,0 0 0 0 0,0 0 0 0 0,0-1 0 0 0,0 1 0 0 0,0 0 0 0 0,0-1 1 0 0,0 1-1 0 0,0 0 0 0 0,-1 0 0 0 0,1-1 0 0 0,0 1 0 0 0,0 0 1 0 0,0 0-1 0 0,0-1 0 0 0,0 1 0 0 0,-1 0 0 0 0,1 0 0 0 0,0 0 0 0 0,0-1 1 0 0,0 1-1 0 0,-1 0 0 0 0,1 0 0 0 0,0 0 0 0 0,0 0 0 0 0,-1 0 0 0 0,1-1 1 0 0,-15-5-15 0 0,14 6 14 0 0,1 0-1 0 0,0 0 1 0 0,0 0 0 0 0,0 0-1 0 0,0 0 1 0 0,-1-1 0 0 0,1 1-1 0 0,0 0 1 0 0,0 0 0 0 0,0 0-1 0 0,-1 0 1 0 0,1 0 0 0 0,0 0 0 0 0,0 0-1 0 0,0 0 1 0 0,-1 0 0 0 0,1 0-1 0 0,0 0 1 0 0,0 0 0 0 0,0 0-1 0 0,0 0 1 0 0,-1 0 0 0 0,1 1-1 0 0,0-1 1 0 0,0 0 0 0 0,0 0-1 0 0,0 0 1 0 0,-1 0 0 0 0,1 0-1 0 0,0 0 1 0 0,0 0 0 0 0,0 1-1 0 0,0-1 1 0 0,0 0 0 0 0,-1 0-1 0 0,1 0 1 0 0,0 0 0 0 0,0 0-1 0 0,0 1 1 0 0,0-1 0 0 0,0 0 0 0 0,0 0-1 0 0,0 0 1 0 0,0 0 0 0 0,0 1-1 0 0,0-1 1 0 0,0 0 0 0 0,0 0-1 0 0,-1 0 1 0 0,1 1 0 0 0,0-1-1 0 0,1 0 1 0 0,-1 0 0 0 0,0 0-1 0 0,0 1 1 0 0,0-1 0 0 0,0 0-1 0 0,0 0 1 0 0,0 0 0 0 0,0 0-1 0 0,0 1 1 0 0,0-1 0 0 0,0 2-4 0 0</inkml:trace>
</inkml:ink>
</file>

<file path=ppt/ink/ink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9:42.59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142 108 6553 0 0,'2'-7'80'0'0,"-1"9"-4"0"0,-1 0-55 0 0,0-1 1 0 0,0 0 0 0 0,0 0-1 0 0,0 1 1 0 0,0-1 0 0 0,0 0-1 0 0,0 0 1 0 0,0 1 0 0 0,-1-1 0 0 0,1 0-1 0 0,0 0 1 0 0,-1 0 0 0 0,1 1-1 0 0,-1 0 1 0 0,-5 6 316 0 0,3-7 2 0 0,3-11 93 0 0,1 3-486 0 0,-1 6 70 0 0,0 0 0 0 0,0 1-1 0 0,0-1 1 0 0,-1 0 0 0 0,1 0 0 0 0,0 0 0 0 0,-1 1 0 0 0,1-1 0 0 0,-1 0-1 0 0,1 0 1 0 0,-1 1 0 0 0,1-1 0 0 0,-1 0 0 0 0,1 1 0 0 0,-1-1 0 0 0,1 1-1 0 0,-1-1 1 0 0,0 1 0 0 0,0-1 0 0 0,0 0 0 0 0,0 1-12 0 0,1 0 0 0 0,-1 0 0 0 0,1-1 0 0 0,0 1 0 0 0,-1 0 0 0 0,1 0 1 0 0,-1-1-1 0 0,1 1 0 0 0,0 0 0 0 0,-1-1 0 0 0,1 1 0 0 0,0-1 0 0 0,-1 1 0 0 0,1 0 0 0 0,0-1 0 0 0,-1 1 0 0 0,1-1 1 0 0,0 1-1 0 0,0 0 0 0 0,0-1 0 0 0,0 1 0 0 0,-1-1 0 0 0,1 1 0 0 0,0-1 0 0 0,0 1 0 0 0,0-1 0 0 0,0 1 1 0 0,0-1-1 0 0,0 1 0 0 0,0-1 0 0 0,0 0 0 0 0,1 1 6 0 0,-1 0 0 0 0,0 0 0 0 0,0-1 0 0 0,1 1 0 0 0,-1 0 0 0 0,0 0 0 0 0,1 0 0 0 0,-1 0 0 0 0,0 0 0 0 0,0 0 0 0 0,1 0 0 0 0,-1 0 0 0 0,0 0 0 0 0,1 0 0 0 0,-1 0 0 0 0,0 0 0 0 0,1 0 0 0 0,-1 0 0 0 0,0 0 0 0 0,1 0 0 0 0,-1 0 0 0 0,0 0 0 0 0,1 0 0 0 0,-1 0 0 0 0,0 0 0 0 0,0 1 1 0 0,1-1-1 0 0,-1 0 0 0 0,0 0 0 0 0,0 0 0 0 0,1 1 0 0 0,-1-1 0 0 0,0 0 0 0 0,0 0 0 0 0,1 0 0 0 0,-1 1 0 0 0,0-1 0 0 0,0 0 0 0 0,0 1 0 0 0,0-1 0 0 0,1 0 0 0 0,-1 1 0 0 0,0-1-6 0 0,1 3 33 0 0,0 0 0 0 0,0 0 0 0 0,-1 0 0 0 0,1 0 0 0 0,-1-1 0 0 0,0 1 0 0 0,1 0 0 0 0,-1 0 0 0 0,-1 0 0 0 0,1 0 0 0 0,-1 3 0 0 0,1-5-25 0 0,0-1-1 0 0,0 1 1 0 0,0 0-1 0 0,0-1 1 0 0,0 1-1 0 0,0-1 1 0 0,0 1-1 0 0,0 0 1 0 0,0-1-1 0 0,1 1 1 0 0,-1-1-1 0 0,0 1 1 0 0,0 0-1 0 0,0-1 1 0 0,1 1-1 0 0,-1-1 1 0 0,0 1-1 0 0,1-1 1 0 0,0 2-1 0 0,-1-2 4 0 0,1 0 1 0 0,-1 1-1 0 0,1-1 0 0 0,0 0 0 0 0,-1 1 0 0 0,1-1 1 0 0,0 0-1 0 0,-1 0 0 0 0,1 1 0 0 0,0-1 0 0 0,-1 0 1 0 0,1 0-1 0 0,0 0 0 0 0,0 0 0 0 0,-1 0 1 0 0,1 0-1 0 0,0 0 0 0 0,-1 0 0 0 0,1 0 0 0 0,0-1 1 0 0,-1 1-1 0 0,1 0 0 0 0,0 0 0 0 0,-1 0 0 0 0,1-1 1 0 0,0 1-1 0 0,0-1 0 0 0,4-1 172 0 0,-3 2-161 0 0,-1-1 0 0 0,1 1 0 0 0,0-1 0 0 0,-1 0 0 0 0,1 0-1 0 0,-1 1 1 0 0,1-1 0 0 0,-1 0 0 0 0,1 0 0 0 0,-1-1 0 0 0,0 1 0 0 0,2-2-1 0 0,-3 2-24 0 0,1 1-1 0 0,-1-1 1 0 0,0 0-1 0 0,1 0 0 0 0,-1 0 1 0 0,0 0-1 0 0,0 0 1 0 0,0 0-1 0 0,0 0 1 0 0,0 0-1 0 0,0 0 0 0 0,0 0 1 0 0,0 0-1 0 0,0 0 1 0 0,0 0-1 0 0,0 1 0 0 0,-1-1 1 0 0,1-1-1 0 0,-9-21 34 0 0,5 15-37 0 0,-2-18-129 0 0,6 23 114 0 0,0-1-1 0 0,-1 1 1 0 0,0-1 0 0 0,0 1-1 0 0,0-1 1 0 0,0 1 0 0 0,0 0-1 0 0,-1-1 1 0 0,1 1 0 0 0,-1 0 0 0 0,0 0-1 0 0,0 0 1 0 0,-3-4 0 0 0,4 7 22 0 0,0-1 0 0 0,1 1 0 0 0,-1 0-1 0 0,0 0 1 0 0,0-1 0 0 0,1 1 0 0 0,-1 0 0 0 0,0 0 0 0 0,1 0 0 0 0,-1 0 0 0 0,0 0 0 0 0,0 0 0 0 0,1 0 0 0 0,-1 1 0 0 0,0-1 0 0 0,1 0 0 0 0,-1 0-1 0 0,0 0 1 0 0,1 1 0 0 0,-1-1 0 0 0,0 0 0 0 0,1 1 0 0 0,-2 0 0 0 0,-16 12 327 0 0,15-10-207 0 0,-10 7 174 0 0,0 1 0 0 0,1 1 0 0 0,1 0 0 0 0,0 1 0 0 0,0 0-1 0 0,-14 25 1 0 0,24-37-274 0 0,0 0 0 0 0,1 1 0 0 0,-1-1 0 0 0,0 1 0 0 0,1-1 0 0 0,-1 1 0 0 0,1-1 0 0 0,-1 1 0 0 0,1-1 0 0 0,0 1 0 0 0,0-1 0 0 0,0 1 0 0 0,-1-1 0 0 0,2 1 0 0 0,-1-1 0 0 0,0 1 0 0 0,0-1 0 0 0,0 1 0 0 0,1 0 0 0 0,-1-1 0 0 0,1 0 0 0 0,0 3 0 0 0,0-2 13 0 0,1 0 1 0 0,-1 0-1 0 0,1 0 1 0 0,0-1 0 0 0,-1 1-1 0 0,1 0 1 0 0,0-1-1 0 0,0 1 1 0 0,0-1 0 0 0,0 0-1 0 0,0 1 1 0 0,5 1-1 0 0,-1-1 58 0 0,0 0-1 0 0,0 0 0 0 0,0-1 0 0 0,0 1 0 0 0,0-1 0 0 0,1 0 0 0 0,-1-1 0 0 0,0 0 0 0 0,1 0 1 0 0,6-1-1 0 0,-10 1-66 0 0,-1-1 0 0 0,0 1 0 0 0,1-1 1 0 0,-1 0-1 0 0,1 0 0 0 0,-1 0 0 0 0,0 0 1 0 0,0 0-1 0 0,0 0 0 0 0,1-1 0 0 0,-1 1 1 0 0,0-1-1 0 0,-1 1 0 0 0,1-1 0 0 0,0 0 1 0 0,2-3-1 0 0,-3 3-29 0 0,0 0 0 0 0,0 0 1 0 0,0 0-1 0 0,0 0 0 0 0,-1 0 0 0 0,1 0 1 0 0,-1-1-1 0 0,0 1 0 0 0,1 0 0 0 0,-1 0 1 0 0,0-1-1 0 0,0 1 0 0 0,-1 0 0 0 0,1 0 1 0 0,0-1-1 0 0,-1 1 0 0 0,1 0 0 0 0,-2-3 1 0 0,1 0-72 0 0,-1 0 1 0 0,0 1 0 0 0,0-1 0 0 0,0 0-1 0 0,-1 1 1 0 0,1 0 0 0 0,-1 0 0 0 0,-5-7 0 0 0,7 10 72 0 0,-1 0 0 0 0,1 0 1 0 0,-1-1-1 0 0,1 1 0 0 0,0 0 0 0 0,-1 0 1 0 0,0 0-1 0 0,1 1 0 0 0,-1-1 1 0 0,0 0-1 0 0,1 1 0 0 0,-1-1 1 0 0,0 1-1 0 0,0-1 0 0 0,1 1 1 0 0,-1 0-1 0 0,0 0 0 0 0,0-1 1 0 0,0 1-1 0 0,0 1 0 0 0,1-1 0 0 0,-1 0 1 0 0,0 0-1 0 0,0 1 0 0 0,0-1 1 0 0,-1 2-1 0 0,-3 0 76 0 0,0 1-1 0 0,1 0 1 0 0,0 0-1 0 0,-1 1 1 0 0,1-1-1 0 0,0 1 1 0 0,1 0-1 0 0,-1 1 1 0 0,-4 6-1 0 0,7-10-51 0 0,0 1-1 0 0,0 0 0 0 0,1 0 1 0 0,0 0-1 0 0,-1 0 0 0 0,1 1 1 0 0,0-1-1 0 0,0 0 1 0 0,0 0-1 0 0,0 1 0 0 0,0-1 1 0 0,0 1-1 0 0,1-1 0 0 0,-1 1 1 0 0,1-1-1 0 0,0 1 1 0 0,0-1-1 0 0,0 1 0 0 0,0-1 1 0 0,0 1-1 0 0,0-1 0 0 0,1 1 1 0 0,-1-1-1 0 0,1 1 1 0 0,1 3-1 0 0,0-4 5 0 0,-1 0-1 0 0,1 0 1 0 0,0 0 0 0 0,-1 0 0 0 0,1-1 0 0 0,0 1-1 0 0,0 0 1 0 0,0-1 0 0 0,0 0 0 0 0,0 1 0 0 0,1-1-1 0 0,3 2 1 0 0,32 8 264 0 0,-6-7 28 0 0</inkml:trace>
</inkml:ink>
</file>

<file path=ppt/ink/ink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9:44.32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36 6553 0 0,'2'-20'0'0'0,"-2"20"0"0"0,0-1 0 0 0,0 0 0 0 0,0 0 0 0 0,0 0 0 0 0,0 1 0 0 0,1-1 0 0 0,-1 0 0 0 0,0 0 0 0 0,0 1 0 0 0,1-1 0 0 0,-1 0 0 0 0,0 0 0 0 0,1 1 0 0 0,-1-1 0 0 0,1 0 0 0 0,-1 1 0 0 0,1-1 0 0 0,-1 1 0 0 0,1-1 0 0 0,-1 1 0 0 0,1-1 0 0 0,0 0 0 0 0,-2 17 0 0 0,0-13 0 0 0</inkml:trace>
</inkml:ink>
</file>

<file path=ppt/ink/ink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9:44.60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 0 6553 0 0,'-1'2'0'0'0,"-1"-1"0"0"0,2 1 0 0 0,2-2 0 0 0,-2 1 0 0 0,0 2 241 0 0,0 0-241 0 0,1 2 0 0 0,1-1 0 0 0,1 1 0 0 0,1 1 340 0 0,2-3-340 0 0</inkml:trace>
</inkml:ink>
</file>

<file path=ppt/ink/ink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9:46.89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0 0 6553 0 0</inkml:trace>
</inkml:ink>
</file>

<file path=ppt/ink/ink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9:47.48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0 1 6553 0 0</inkml:trace>
</inkml:ink>
</file>

<file path=ppt/ink/ink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9:49.96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245 148 6553 0 0,'-60'10'1493'0'0,"0"2"0"0"0,-65 21-1 0 0,226-52 495 0 0,-83 16-1792 0 0,19-1 854 0 0,0 1 1 0 0,69 3-1 0 0,73 18 2076 0 0,-159-16-2812 0 0,282 12 4389 0 0,-164-11-4628 0 0,330-16-74 0 0,-253 2 0 0 0,4 0 0 0 0,121-4 0 0 0,-87 10 0 0 0,87-1 0 0 0,-72-3 0 0 0,43 1 0 0 0,-244 8 65 0 0,90-10-1 0 0,-121 4-457 0 0,0 0-1 0 0,-1-2 0 0 0,1-2 0 0 0,36-16 0 0 0,-39 9-198 0 0,-31 16 558 0 0,0 0 0 0 0,0 0 0 0 0,0-1 0 0 0,-1 1 0 0 0,1-1 0 0 0,0 1 0 0 0,-1-1 0 0 0,0 0 0 0 0,1 0 0 0 0,-1 0 0 0 0,0 1 0 0 0,0-1 0 0 0,2-4 0 0 0,-3 5 18 0 0,0 1-1 0 0,0-1 1 0 0,0 1 0 0 0,1-1-1 0 0,-1 1 1 0 0,0-1-1 0 0,0 1 1 0 0,0-1-1 0 0,0 1 1 0 0,-1-1 0 0 0,1 1-1 0 0,0-1 1 0 0,0 1-1 0 0,0-1 1 0 0,0 1 0 0 0,0-1-1 0 0,-1 1 1 0 0,1-1-1 0 0,0 1 1 0 0,0-1 0 0 0,-1 1-1 0 0,1-1 1 0 0,0 1-1 0 0,-1 0 1 0 0,1-1-1 0 0,-1 0 1 0 0,-1 0-21 0 0,1 0 0 0 0,0 1-1 0 0,-1-1 1 0 0,0 0 0 0 0,1 0 0 0 0,-1 1 0 0 0,1-1-1 0 0,-4 0 1 0 0,-30-2 107 0 0,22 4-32 0 0,-1 0 1 0 0,0 0 0 0 0,-22 7-1 0 0,6 0 67 0 0</inkml:trace>
</inkml:ink>
</file>

<file path=ppt/ink/ink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9:57.50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221 138 6553 0 0,'-1'-4'0'0'0,"0"0"0"0"0,0-1 0 0 0,0 1 0 0 0,-1 0 0 0 0,1 0 0 0 0,-1 0 0 0 0,0 0 0 0 0,0 0 0 0 0,-1 0 0 0 0,1 1 0 0 0,-1-1 0 0 0,-4-4 0 0 0,0 0 0 0 0,5 4-4 0 0,-1 1 0 0 0,1 0 0 0 0,-1 0 1 0 0,0 0-1 0 0,0 0 0 0 0,0 0 0 0 0,-1 1 0 0 0,1 0 0 0 0,-1-1 0 0 0,-4-1 0 0 0,6 3 31 0 0,0 1 1 0 0,0-1 0 0 0,0 1 0 0 0,1-1 0 0 0,-1 1-1 0 0,0 0 1 0 0,0 0 0 0 0,0 0 0 0 0,0 0-1 0 0,0 0 1 0 0,0 0 0 0 0,0 1 0 0 0,0-1 0 0 0,0 1-1 0 0,0-1 1 0 0,0 1 0 0 0,1-1 0 0 0,-1 1 0 0 0,0 0-1 0 0,0 0 1 0 0,1 0 0 0 0,-1 0 0 0 0,-2 3-1 0 0,-3 2 64 0 0,3-4-5 0 0,1 0-1 0 0,0 0 1 0 0,0 1-1 0 0,0-1 0 0 0,0 1 1 0 0,0 0-1 0 0,0 0 0 0 0,1 0 1 0 0,0 0-1 0 0,-1 0 1 0 0,1 1-1 0 0,0-1 0 0 0,1 1 1 0 0,-1 0-1 0 0,-1 6 1 0 0,3-9-61 0 0,0 1 0 0 0,0-1 0 0 0,0 1 0 0 0,0-1 0 0 0,1 1 0 0 0,-1 0 0 0 0,0-1 1 0 0,1 1-1 0 0,0-1 0 0 0,-1 0 0 0 0,1 1 0 0 0,0-1 0 0 0,0 1 0 0 0,0-1 1 0 0,0 0-1 0 0,0 0 0 0 0,0 1 0 0 0,0-1 0 0 0,0 0 0 0 0,1 1 0 0 0,31 21 772 0 0,-21-15-664 0 0,-9-6-76 0 0,0 0 0 0 0,1 0 0 0 0,-1 0 0 0 0,0 0 0 0 0,1-1 0 0 0,-1 1 0 0 0,1-1 0 0 0,-1 0 0 0 0,1 0 0 0 0,0 0-1 0 0,0-1 1 0 0,-1 1 0 0 0,1-1 0 0 0,0 0 0 0 0,0 0 0 0 0,-1 0 0 0 0,1 0 0 0 0,0-1 0 0 0,5-1 0 0 0,-4 0 54 0 0,-1 1 0 0 0,0-1-1 0 0,1 0 1 0 0,-1-1 0 0 0,0 1-1 0 0,0-1 1 0 0,7-5 0 0 0,12-17 99 0 0,-22 22-231 0 0,1 1 1 0 0,0-1 0 0 0,-1 0-1 0 0,0 0 1 0 0,0 0 0 0 0,0 0-1 0 0,0 0 1 0 0,0 0 0 0 0,0 0-1 0 0,-1 0 1 0 0,0 0 0 0 0,1-1-1 0 0,-1 1 1 0 0,0 0 0 0 0,-1 0-1 0 0,1 0 1 0 0,0 0 0 0 0,-1-1-1 0 0,0 1 1 0 0,0 0 0 0 0,0 0 0 0 0,-2-4-1 0 0,1 3-9 0 0,0-1 0 0 0,0 1 1 0 0,-1 0-1 0 0,0 0 0 0 0,0 1 0 0 0,0-1 0 0 0,0 0 0 0 0,0 1 0 0 0,-1 0 0 0 0,1 0 0 0 0,-1 0 1 0 0,0 0-1 0 0,0 1 0 0 0,-6-4 0 0 0,6 4 77 0 0,-1 1-1 0 0,1-1 1 0 0,-1 1 0 0 0,1 0-1 0 0,-1 0 1 0 0,0 1 0 0 0,0-1-1 0 0,1 1 1 0 0,-1 0 0 0 0,0 0-1 0 0,0 1 1 0 0,0-1 0 0 0,1 1-1 0 0,-1 0 1 0 0,0 1 0 0 0,1-1-1 0 0,-1 1 1 0 0,1 0-1 0 0,0 0 1 0 0,-7 4 0 0 0,6-3 42 0 0,-1 1 0 0 0,1 0 0 0 0,0 0 0 0 0,1 0 1 0 0,-1 1-1 0 0,1 0 0 0 0,0 0 0 0 0,0 0 0 0 0,0 0 0 0 0,1 1 0 0 0,-1-1 1 0 0,1 1-1 0 0,1 0 0 0 0,-5 11 0 0 0,7-14-44 0 0,-1 0 0 0 0,0 0 0 0 0,1 0 0 0 0,0 1 0 0 0,-1-1 0 0 0,1 0 0 0 0,0 0 0 0 0,1 0 0 0 0,-1 0 0 0 0,1 0 0 0 0,-1 0 1 0 0,1 0-1 0 0,0 0 0 0 0,0 0 0 0 0,0 0 0 0 0,1 0 0 0 0,1 4 0 0 0,-2-6-13 0 0,1 1 1 0 0,-1 0-1 0 0,1-1 0 0 0,-1 1 1 0 0,1-1-1 0 0,-1 1 1 0 0,1-1-1 0 0,0 0 0 0 0,-1 0 1 0 0,1 1-1 0 0,0-1 1 0 0,0 0-1 0 0,0-1 0 0 0,0 1 1 0 0,0 0-1 0 0,0-1 1 0 0,0 1-1 0 0,0-1 0 0 0,1 1 1 0 0,-1-1-1 0 0,0 0 1 0 0,0 0-1 0 0,0 0 0 0 0,0 0 1 0 0,0-1-1 0 0,3 1 1 0 0,4-2 74 0 0,1-1-1 0 0,-1 0 1 0 0,1 0 0 0 0,-1 0 0 0 0,0-1 0 0 0,0-1-1 0 0,14-9 1 0 0,-20 12-117 0 0,0 0 0 0 0,-1 0 0 0 0,1-1-1 0 0,-1 1 1 0 0,0-1 0 0 0,0 1 0 0 0,0-1 0 0 0,0 0 0 0 0,0 0-1 0 0,0 0 1 0 0,1-4 0 0 0,-2 4-29 0 0,-1 1 1 0 0,1 0-1 0 0,-1-1 1 0 0,1 1-1 0 0,-1-1 1 0 0,0 0-1 0 0,0 1 0 0 0,0-1 1 0 0,-1 1-1 0 0,1-1 1 0 0,0 1-1 0 0,-1-1 1 0 0,0 1-1 0 0,1 0 0 0 0,-1-1 1 0 0,0 1-1 0 0,-2-3 1 0 0,1 2-11 0 0,0-1-1 0 0,-1 0 1 0 0,0 1 0 0 0,1 0 0 0 0,-1 0 0 0 0,-1 0 0 0 0,1 0 0 0 0,0 0 0 0 0,-1 0-1 0 0,1 1 1 0 0,-1 0 0 0 0,0 0 0 0 0,0 0 0 0 0,0 0 0 0 0,0 0 0 0 0,-8-1 0 0 0,6 1 24 0 0,0 1 0 0 0,0 0 1 0 0,-1 0-1 0 0,1 0 0 0 0,0 1 1 0 0,-1 0-1 0 0,1 0 1 0 0,0 1-1 0 0,-1-1 0 0 0,-10 4 1 0 0,12-2 80 0 0,0-1 1 0 0,0 1 0 0 0,1 1 0 0 0,-1-1 0 0 0,1 0 0 0 0,-1 1 0 0 0,1 0-1 0 0,0 0 1 0 0,-6 6 0 0 0,9-7-33 0 0,-1-1 0 0 0,1 1 0 0 0,0-1 0 0 0,0 1 1 0 0,0-1-1 0 0,0 1 0 0 0,0 0 0 0 0,0 0 0 0 0,1 0 0 0 0,-1-1 0 0 0,1 1 0 0 0,-1 0 0 0 0,1 0 0 0 0,0 0 0 0 0,-1 0 1 0 0,1 0-1 0 0,0 0 0 0 0,0 0 0 0 0,0 0 0 0 0,1-1 0 0 0,-1 1 0 0 0,0 0 0 0 0,1 0 0 0 0,-1 0 0 0 0,1 0 0 0 0,0 0 1 0 0,0-1-1 0 0,1 4 0 0 0,10 14 252 0 0,-9-13-209 0 0,1-1 0 0 0,-1 1 0 0 0,0-1 1 0 0,0 1-1 0 0,2 10 0 0 0,-3-3-21 0 0</inkml:trace>
</inkml:ink>
</file>

<file path=ppt/ink/ink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10:02.24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86 104 6553 0 0,'1'-1'-1'0'0,"0"0"0"0"0,0-1 0 0 0,0 1 0 0 0,0 0 0 0 0,0-1-1 0 0,0 1 1 0 0,-1-1 0 0 0,1 1 0 0 0,0-1 0 0 0,-1 1 0 0 0,1-1-1 0 0,-1 0 1 0 0,0 1 0 0 0,1-1 0 0 0,-1 0 0 0 0,0 1-1 0 0,0-3 1 0 0,0 3 9 0 0,0 0-1 0 0,0 1 0 0 0,0-1 0 0 0,-1 0 1 0 0,1 0-1 0 0,0 1 0 0 0,0-1 0 0 0,-1 0 1 0 0,1 0-1 0 0,0 1 0 0 0,-1-1 0 0 0,1 0 1 0 0,0 1-1 0 0,-1-1 0 0 0,1 1 0 0 0,-1-1 1 0 0,0 0-1 0 0,1 1 0 0 0,-1-1 1 0 0,1 1-1 0 0,-1 0 0 0 0,0-1 0 0 0,1 1 1 0 0,-1-1-1 0 0,0 1 0 0 0,1 0 0 0 0,-1-1 1 0 0,0 1-1 0 0,0 0 0 0 0,1 0 0 0 0,-1 0 1 0 0,0 0-1 0 0,0 0 0 0 0,1 0 0 0 0,-2 0 1 0 0,2 0-2 0 0,-1-1 0 0 0,1 1-1 0 0,0 0 1 0 0,0 0 0 0 0,-1 0 0 0 0,1 0 0 0 0,0 0 0 0 0,0 0 0 0 0,-1 0 0 0 0,1 0 0 0 0,0 0 0 0 0,-1 0 0 0 0,1 0 0 0 0,0 0 0 0 0,0 0 0 0 0,-1 0 0 0 0,1 0-1 0 0,0 0 1 0 0,0 0 0 0 0,-1 0 0 0 0,1 1 0 0 0,0-1 0 0 0,0 0 0 0 0,-1 0 0 0 0,1 0 0 0 0,0 0 0 0 0,0 1 0 0 0,0-1 0 0 0,-1 0 0 0 0,1 0 0 0 0,0 0-1 0 0,0 1 1 0 0,0-1 0 0 0,0 0 0 0 0,-1 0 0 0 0,1 0 0 0 0,0 1 0 0 0,0-1 0 0 0,0 0 0 0 0,0 1 0 0 0,0-1 0 0 0,0 0 0 0 0,0 0 0 0 0,0 1 0 0 0,0-1-1 0 0,0 0 1 0 0,0 0 0 0 0,0 1 0 0 0,8 12 479 0 0,-3-5-340 0 0,-5-8-137 0 0,1 0 0 0 0,-1 0 1 0 0,0 1-1 0 0,0-1 0 0 0,0 0 0 0 0,0 1 1 0 0,0-1-1 0 0,0 0 0 0 0,0 0 1 0 0,0 1-1 0 0,-1-1 0 0 0,1 0 1 0 0,0 1-1 0 0,0-1 0 0 0,0 0 0 0 0,0 0 1 0 0,0 1-1 0 0,0-1 0 0 0,0 0 1 0 0,-1 0-1 0 0,1 1 0 0 0,0-1 1 0 0,0 0-1 0 0,0 0 0 0 0,-1 0 0 0 0,1 1 1 0 0,0-1-1 0 0,0 0 0 0 0,0 0 1 0 0,-1 0-1 0 0,1 0 0 0 0,-12 7 382 0 0,12-7-385 0 0,-3-3 315 0 0,1-3-247 0 0,1 3-1 0 0,-1 0 0 0 0,1 0 0 0 0,-1 0 0 0 0,0 0 1 0 0,0 0-1 0 0,-2-3 0 0 0,3 5-58 0 0,0 0 0 0 0,0 0 0 0 0,0 1 0 0 0,0-1 0 0 0,-1 0 0 0 0,1 0 0 0 0,0 1 0 0 0,0-1 0 0 0,0 1 0 0 0,-1-1 0 0 0,1 1 0 0 0,0 0 0 0 0,0-1 0 0 0,-1 1 0 0 0,1 0 0 0 0,0 0 0 0 0,-1 0 1 0 0,1 0-1 0 0,0 0 0 0 0,-1 0 0 0 0,1 0 0 0 0,-2 1 0 0 0,0-1 17 0 0,2 0-16 0 0,0 0 0 0 0,0 0-1 0 0,0 0 1 0 0,0 0 0 0 0,0 1 0 0 0,0-1 0 0 0,0 0 0 0 0,0 0 0 0 0,0 1 0 0 0,0-1 0 0 0,1 0 0 0 0,-1 1 0 0 0,-2 0 0 0 0,3 1-15 0 0,0-1 90 0 0,2 3 268 0 0,1 0-362 0 0,-1 1 109 0 0,1 0 0 0 0,0-1 0 0 0,0 0 0 0 0,0 1-1 0 0,5 4 1 0 0,-7-8-73 0 0,0 0 0 0 0,0 0-1 0 0,0 0 1 0 0,0 0 0 0 0,0-1-1 0 0,1 1 1 0 0,-1 0-1 0 0,0-1 1 0 0,0 1 0 0 0,1-1-1 0 0,-1 1 1 0 0,0-1-1 0 0,0 0 1 0 0,1 1 0 0 0,-1-1-1 0 0,0 0 1 0 0,1 0 0 0 0,-1 0-1 0 0,0 0 1 0 0,1 0-1 0 0,-1 0 1 0 0,0-1 0 0 0,1 1-1 0 0,-1 0 1 0 0,0-1 0 0 0,1 1-1 0 0,-1 0 1 0 0,0-1-1 0 0,2-1 1 0 0,-1 1 7 0 0,0 0 23 0 0,1 0 1 0 0,0-1 0 0 0,-1 0-1 0 0,0 0 1 0 0,1 0-1 0 0,1-2 1 0 0,-3 4-66 0 0,-1-1 0 0 0,1 0 0 0 0,-1 0 0 0 0,0 1 0 0 0,1-1 0 0 0,-1 0 0 0 0,0 0-1 0 0,1 1 1 0 0,-1-1 0 0 0,0 0 0 0 0,0 0 0 0 0,0 0 0 0 0,1 1 0 0 0,-1-1 0 0 0,0 0 0 0 0,0 0 0 0 0,0 0 0 0 0,-1 0 0 0 0,1 1 0 0 0,0-1 0 0 0,0 0 0 0 0,0 0 0 0 0,-1 0 0 0 0,1 0 0 0 0,0 1-1 0 0,-1-2 1 0 0,-1-2 17 0 0,0 0-1 0 0,0 1 0 0 0,0-1 0 0 0,0 1 1 0 0,0 0-1 0 0,-1 0 0 0 0,0-1 0 0 0,1 2 1 0 0,-1-1-1 0 0,0 0 0 0 0,0 1 0 0 0,-1-1 1 0 0,1 1-1 0 0,0 0 0 0 0,-1 0 0 0 0,-4-2 1 0 0,7 4-5 0 0,1 0 0 0 0,-1 0 1 0 0,1 0-1 0 0,-1 0 0 0 0,1 0 1 0 0,-1 0-1 0 0,1 0 0 0 0,-1 0 1 0 0,1 0-1 0 0,-1 0 0 0 0,1 0 1 0 0,-1 1-1 0 0,1-1 0 0 0,-1 0 1 0 0,1 0-1 0 0,-1 0 0 0 0,1 1 1 0 0,0-1-1 0 0,-1 0 0 0 0,1 1 1 0 0,0-1-1 0 0,-1 0 0 0 0,1 1 1 0 0,0-1-1 0 0,-1 1 0 0 0,1-1 1 0 0,0 0-1 0 0,-1 1 0 0 0,1-1 1 0 0,0 1-1 0 0,0-1 0 0 0,0 1 1 0 0,0-1-1 0 0,-1 1 0 0 0,1-1 1 0 0,0 1-1 0 0,0-1 0 0 0,0 1 1 0 0,0-1-1 0 0,0 1 0 0 0,0-1 1 0 0,0 1-1 0 0,0-1 0 0 0,1 2 1 0 0,-1 0 42 0 0,0 1 1 0 0,0 0-1 0 0,0-1 1 0 0,1 1-1 0 0,-1 0 1 0 0,1-1-1 0 0,1 4 1 0 0,-1-5-30 0 0,0 1 1 0 0,0 0-1 0 0,0-1 0 0 0,0 1 1 0 0,0-1-1 0 0,0 0 0 0 0,1 1 1 0 0,-1-1-1 0 0,1 0 1 0 0,-1 0-1 0 0,1 0 0 0 0,-1 0 1 0 0,1 0-1 0 0,-1 0 0 0 0,1 0 1 0 0,0 0-1 0 0,0-1 1 0 0,-1 1-1 0 0,1-1 0 0 0,0 1 1 0 0,0-1-1 0 0,0 0 0 0 0,0 1 1 0 0,0-1-1 0 0,-1 0 0 0 0,1 0 1 0 0,0 0-1 0 0,0-1 1 0 0,0 1-1 0 0,0 0 0 0 0,0-1 1 0 0,-1 0-1 0 0,1 1 0 0 0,0-1 1 0 0,0 0-1 0 0,-1 0 1 0 0,1 1-1 0 0,-1-1 0 0 0,1-1 1 0 0,0 1-1 0 0,-1 0 0 0 0,0 0 1 0 0,1 0-1 0 0,-1-1 1 0 0,0 1-1 0 0,0-1 0 0 0,0 1 1 0 0,0-1-1 0 0,0 0 0 0 0,0 1 1 0 0,0-1-1 0 0,0 0 1 0 0,-1 1-1 0 0,2-4 0 0 0,-2 3-41 0 0,1 1-1 0 0,-1-1 1 0 0,0 0-1 0 0,1 0 1 0 0,-1 0 0 0 0,0 1-1 0 0,0-1 1 0 0,0 0-1 0 0,0 0 1 0 0,0 0-1 0 0,-1 1 1 0 0,1-1-1 0 0,-1 0 1 0 0,1 0 0 0 0,-1 1-1 0 0,1-1 1 0 0,-1 0-1 0 0,0 1 1 0 0,-1-3-1 0 0,1 3 34 0 0,-1 0 0 0 0,1-1 1 0 0,-1 1-1 0 0,1 0 0 0 0,-1 0 0 0 0,1 0 0 0 0,-1 0 0 0 0,0 0 0 0 0,1 1 0 0 0,-1-1 0 0 0,0 0 0 0 0,0 1 0 0 0,0-1 0 0 0,1 1 0 0 0,-1 0 0 0 0,0 0 0 0 0,0-1 0 0 0,0 1 1 0 0,-2 1-1 0 0,4-1-12 0 0,-1 0 1 0 0,1 0 0 0 0,0 0-1 0 0,-1 0 1 0 0,1 0 0 0 0,-1 0-1 0 0,1 0 1 0 0,0 0 0 0 0,-1 0-1 0 0,1 0 1 0 0,-1 0 0 0 0,1 0-1 0 0,0 0 1 0 0,-1 1 0 0 0,1-1-1 0 0,0 0 1 0 0,-1 0 0 0 0,1 1-1 0 0,0-1 1 0 0,-1 0 0 0 0,1 0 0 0 0,0 1-1 0 0,-1-1 1 0 0,1 0 0 0 0,0 1-1 0 0,0-1 1 0 0,0 0 0 0 0,-1 1-1 0 0,1-1 1 0 0,0 0 0 0 0,0 1-1 0 0,0-1 1 0 0,0 1 0 0 0,0-1-1 0 0,0 0 1 0 0,0 1 0 0 0,-1-1-1 0 0,1 1 1 0 0,1 0 0 0 0,2 17 143 0 0,-2-15-140 0 0,2 5-7 0 0</inkml:trace>
</inkml:ink>
</file>

<file path=ppt/ink/ink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10:03.40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46 15 6553 0 0,'0'-1'14'0'0,"0"0"-1"0"0,-1 0 0 0 0,1 0 1 0 0,0 1-1 0 0,0-1 0 0 0,0 0 1 0 0,0 0-1 0 0,-1 1 1 0 0,1-1-1 0 0,0 0 0 0 0,-1 0 1 0 0,1 1-1 0 0,-1-1 0 0 0,1 0 1 0 0,-1 1-1 0 0,1-1 0 0 0,-2 0 1 0 0,2 1-14 0 0,0 0 1 0 0,0 0 0 0 0,0 0 0 0 0,0 0-1 0 0,0-1 1 0 0,0 1 0 0 0,0 0-1 0 0,0 0 1 0 0,0 0 0 0 0,0 0 0 0 0,-1 0-1 0 0,1 0 1 0 0,0 0 0 0 0,0 0-1 0 0,0 0 1 0 0,0 0 0 0 0,0 0 0 0 0,0 0-1 0 0,0 0 1 0 0,0 0 0 0 0,0 0-1 0 0,-1 0 1 0 0,1 0 0 0 0,0 0 0 0 0,0 0-1 0 0,0 0 1 0 0,0 0 0 0 0,0 0-1 0 0,0 0 1 0 0,0 0 0 0 0,0 0 0 0 0,0 0-1 0 0,0 0 1 0 0,-1 1 0 0 0,1-1-1 0 0,0 0 1 0 0,0 0 0 0 0,0 0 0 0 0,0 0-1 0 0,0 0 1 0 0,0 0 0 0 0,0 0-1 0 0,0 0 1 0 0,0 0 0 0 0,0 0 0 0 0,0 0-1 0 0,0 1 1 0 0,0-1 0 0 0,0 0-1 0 0,0 0 1 0 0,0 0 0 0 0,0 0 0 0 0,0 0-1 0 0,0 0 1 0 0,0 0 0 0 0,-6 15 159 0 0,6-14-146 0 0,0-1-1 0 0,0 1 1 0 0,0-1-1 0 0,0 0 1 0 0,0 1 0 0 0,0-1-1 0 0,0 1 1 0 0,1-1 0 0 0,-1 1-1 0 0,0-1 1 0 0,0 0-1 0 0,0 1 1 0 0,1-1 0 0 0,-1 1-1 0 0,0-1 1 0 0,1 0 0 0 0,-1 1-1 0 0,0-1 1 0 0,1 0 0 0 0,-1 0-1 0 0,0 1 1 0 0,1-1-1 0 0,-1 0 1 0 0,1 0 0 0 0,-1 1-1 0 0,1-1 1 0 0,-1 0 0 0 0,0 0-1 0 0,2 0 1 0 0,12 4 136 0 0,-14-4-148 0 0,14 3 198 0 0,-14-3-193 0 0,-1-3-11 0 0,-3 0 90 0 0,-8-10 273 0 0,10 11-305 0 0,1-2-19 0 0,1 1-35 0 0,0 1 0 0 0,-2 6 90 0 0,0 0 2 0 0,2-2-53 0 0,-1 0 1 0 0,0-1-1 0 0,1 1 1 0 0,0 0-1 0 0,-1 0 1 0 0,1 0-1 0 0,0 0 1 0 0,0 2-1 0 0,1 0-50 0 0,-1-4 37 0 0,1 1 1 0 0,-1-1-1 0 0,0 1 0 0 0,0-1 1 0 0,0 0-1 0 0,1 1 0 0 0,-1-1 0 0 0,0 1 1 0 0,0-1-1 0 0,0 1 0 0 0,0-1 1 0 0,0 1-1 0 0,0-1 0 0 0,0 1 1 0 0,0-1-1 0 0,0 1 0 0 0,0-1 0 0 0,0 1 1 0 0,0-1-1 0 0,0 1 0 0 0,-1-1 1 0 0,1 1-1 0 0,0-1 0 0 0,0 1 1 0 0,0-1-1 0 0,-1 1 0 0 0,1-1 0 0 0,0 0 1 0 0,-1 1-1 0 0,-2 3 61 0 0,1 0 0 0 0,-1 0 0 0 0,1 0 0 0 0,0 0 0 0 0,0 0 0 0 0,1 1 0 0 0,-1-1 0 0 0,1 1 0 0 0,0-1 0 0 0,0 1 0 0 0,-1 6 0 0 0,-6 48 1200 0 0,5-35-702 0 0,0 0 0 0 0,0 36 0 0 0,3-53-440 0 0,1 1 0 0 0,0-1 0 0 0,0 0-1 0 0,0 0 1 0 0,1 0 0 0 0,0 0 0 0 0,1 0 0 0 0,0 0 0 0 0,0 0-1 0 0,0-1 1 0 0,1 1 0 0 0,6 8 0 0 0,-8-12-79 0 0,0 0 0 0 0,0-1 0 0 0,0 1 1 0 0,0 1-1 0 0,0-1 0 0 0,-1 0 0 0 0,1 0 0 0 0,-1 0 1 0 0,0 1-1 0 0,0-1 0 0 0,0 1 0 0 0,0 3 0 0 0,9-37 592 0 0,-7 14-779 0 0,-3 15 108 0 0,0 0-1 0 0,0 0 0 0 0,0 0 1 0 0,0 0-1 0 0,0 0 1 0 0,0 0-1 0 0,0 0 1 0 0,1 0-1 0 0,-1 1 1 0 0,0-1-1 0 0,1 0 1 0 0,-1 0-1 0 0,1 0 1 0 0,-1 0-1 0 0,1-1 1 0 0,0 1-34 0 0,-1 0-71 0 0</inkml:trace>
</inkml:ink>
</file>

<file path=ppt/ink/ink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10:04.35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36 4 6553 0 0,'0'-1'12'0'0,"-1"1"0"0"0,1 0 0 0 0,0 0 0 0 0,0 0 0 0 0,0-1 0 0 0,0 1-1 0 0,-1 0 1 0 0,1 0 0 0 0,0 0 0 0 0,0 0 0 0 0,0-1 0 0 0,-1 1 0 0 0,1 0-1 0 0,0 0 1 0 0,0 0 0 0 0,-1 0 0 0 0,1 0 0 0 0,0 0 0 0 0,0 0 0 0 0,-1 0-1 0 0,1 0 1 0 0,0 0 0 0 0,0 0 0 0 0,-1 0 0 0 0,1 0 0 0 0,0 0 0 0 0,0 0-1 0 0,-1 0 1 0 0,1 0 0 0 0,0 0 0 0 0,0 0 0 0 0,-1 0 0 0 0,1 0 0 0 0,0 0 0 0 0,0 0-1 0 0,-1 0 1 0 0,1 0 0 0 0,0 1 0 0 0,0-1 0 0 0,0 0 0 0 0,-1 0 0 0 0,1 1-1 0 0,-5 13 184 0 0,4-6 6 0 0,0-1 0 0 0,1 1 0 0 0,0 8 0 0 0,10 40 765 0 0,-6-38-473 0 0,3 25-1 0 0,-2-10 192 0 0,2 10 61 0 0,-7-40-691 0 0,0 0 1 0 0,0 0-1 0 0,0 0 0 0 0,-1 1 1 0 0,1-1-1 0 0,-1 0 1 0 0,0 0-1 0 0,0 0 0 0 0,0 0 1 0 0,0-1-1 0 0,-2 5 0 0 0,-28 41 1167 0 0,30-47-1178 0 0,0 1-1 0 0,0-1 1 0 0,1 0-1 0 0,-1 1 0 0 0,0-1 1 0 0,1 1-1 0 0,-1 0 1 0 0,1-1-1 0 0,0 1 0 0 0,-1-1 1 0 0,1 1-1 0 0,0 0 1 0 0,0-1-1 0 0,0 1 0 0 0,0 0 1 0 0,0-1-1 0 0,0 1 1 0 0,1 0-1 0 0,-1-1 0 0 0,1 1 1 0 0,-1-1-1 0 0,1 1 1 0 0,-1-1-1 0 0,1 1 0 0 0,0-1 1 0 0,0 1-1 0 0,0-1 1 0 0,0 1-1 0 0,0-1 0 0 0,0 0 1 0 0,0 0-1 0 0,0 0 1 0 0,2 2-1 0 0,-2-3-27 0 0,-1 1 0 0 0,0-1-1 0 0,1 0 1 0 0,-1 0 0 0 0,0 0 0 0 0,1 0-1 0 0,-1 0 1 0 0,0 0 0 0 0,1 1 0 0 0,-1-1-1 0 0,0 0 1 0 0,1 0 0 0 0,-1 0 0 0 0,0 0 0 0 0,1 0-1 0 0,-1 0 1 0 0,0-1 0 0 0,1 1 0 0 0,-1 0-1 0 0,0 0 1 0 0,1 0 0 0 0,-1 0 0 0 0,0 0-1 0 0,1 0 1 0 0,-1-1 0 0 0,0 1 0 0 0,1 0-1 0 0,-1 0 1 0 0,0 0 0 0 0,0-1 0 0 0,1 1 0 0 0,-1 0-1 0 0,0 0 1 0 0,0-1 0 0 0,10-15 307 0 0,0-21-381 0 0,-5 9-200 0 0,0-1-151 0 0,1-30 1 0 0,-5 44 272 0 0,0-6-169 0 0,-2-32-1 0 0,1 46 243 0 0,-1 1 0 0 0,0 0 0 0 0,0-1 0 0 0,-1 1 0 0 0,0 0 0 0 0,0 0 0 0 0,-1 0-1 0 0,1 0 1 0 0,-6-8 0 0 0,8 14 63 0 0,-15-19-294 0 0,14 18 295 0 0,1 0-1 0 0,-1 1 0 0 0,1-1 0 0 0,-1 1 1 0 0,1-1-1 0 0,-1 1 0 0 0,1-1 1 0 0,-1 1-1 0 0,0 0 0 0 0,1-1 0 0 0,-1 1 1 0 0,1 0-1 0 0,-1-1 0 0 0,0 1 0 0 0,1 0 1 0 0,-1 0-1 0 0,0 0 0 0 0,0-1 0 0 0,1 1 1 0 0,-1 0-1 0 0,0 0 0 0 0,1 0 1 0 0,-1 0-1 0 0,0 0 0 0 0,0 0 0 0 0,1 1 1 0 0,-1-1-1 0 0,0 0 0 0 0,-1 1 0 0 0,2-1 15 0 0,-1 1 0 0 0,0 0 0 0 0,1 0 0 0 0,-1-1-1 0 0,0 1 1 0 0,1 0 0 0 0,-1 0 0 0 0,1 0 0 0 0,-1 0-1 0 0,1 0 1 0 0,0 0 0 0 0,-1 0 0 0 0,1 0 0 0 0,0 0-1 0 0,0 2 1 0 0,-2 18 233 0 0,2-13-170 0 0,3 175 1962 0 0,-3-168-1841 0 0,6 47 527 0 0,0 29 336 0 0,-6-90-1071 0 0,0 1 21 0 0,1-1-1 0 0,-1 1 0 0 0,0-1 1 0 0,0 0-1 0 0,0 1 0 0 0,-1-1 1 0 0,1 1-1 0 0,0-1 0 0 0,-1 1 1 0 0,1-1-1 0 0,0 0 0 0 0,-1 1 0 0 0,1-1 1 0 0,-1 0-1 0 0,0 1 0 0 0,0-1 1 0 0,1 0-1 0 0,-2 2 0 0 0,0-2-10 0 0</inkml:trace>
</inkml:ink>
</file>

<file path=ppt/ink/ink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10:06.30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99 35 6553 0 0,'-2'0'0'0'0,"1"1"13"0"0,0 0-1 0 0,0 0 1 0 0,0-1 0 0 0,1 1-1 0 0,-1 0 1 0 0,0 0-1 0 0,0 0 1 0 0,1 0-1 0 0,-1 0 1 0 0,1 1-1 0 0,-1 0 1 0 0,-1 0 120 0 0,-7 15 449 0 0,-9 22 1 0 0,2-5 149 0 0,15-32-687 0 0,0 0 0 0 0,0 0 0 0 0,1-1 0 0 0,-1 1 0 0 0,0 0-1 0 0,1 0 1 0 0,-1 0 0 0 0,1 0 0 0 0,0 0 0 0 0,-1 0 0 0 0,1 0 0 0 0,0 0-1 0 0,0 0 1 0 0,0 0 0 0 0,1 0 0 0 0,-1 0 0 0 0,1 0 0 0 0,-1 0 0 0 0,1 0-1 0 0,1 3 1 0 0,-1-3 4 0 0,0 0-1 0 0,1 0 1 0 0,-1-1-1 0 0,1 1 0 0 0,-1 0 1 0 0,1-1-1 0 0,0 0 1 0 0,-1 1-1 0 0,1-1 0 0 0,0 0 1 0 0,0 0-1 0 0,0 0 1 0 0,0 0-1 0 0,0 0 0 0 0,1 0 1 0 0,-1-1-1 0 0,0 1 1 0 0,3 0-1 0 0,-2-1 9 0 0,0 1 1 0 0,0 0-1 0 0,0-1 1 0 0,0 0-1 0 0,1 0 1 0 0,-1 0-1 0 0,0 0 1 0 0,0 0-1 0 0,0-1 1 0 0,0 0-1 0 0,1 1 1 0 0,-1-1-1 0 0,0 0 1 0 0,0 0-1 0 0,-1-1 1 0 0,1 1-1 0 0,5-3 0 0 0,-6 1-51 0 0,1 1 0 0 0,-1-1 0 0 0,1 1-1 0 0,-1-1 1 0 0,0 0 0 0 0,0 0 0 0 0,0 0-1 0 0,-1 0 1 0 0,1 0 0 0 0,-1 0 0 0 0,1 0-1 0 0,-1-1 1 0 0,0 1 0 0 0,0 0 0 0 0,0-8-1 0 0,0 4-45 0 0,0-1 0 0 0,0 1 0 0 0,-1-1 0 0 0,0 1-1 0 0,-1-1 1 0 0,1 0 0 0 0,-2 1 0 0 0,1 0-1 0 0,-1-1 1 0 0,0 1 0 0 0,0 0 0 0 0,-1 0-1 0 0,0 0 1 0 0,-1 0 0 0 0,1 0 0 0 0,-1 1 0 0 0,-5-7-1 0 0,9 12 35 0 0,-1 1-1 0 0,0-1 1 0 0,1 1 0 0 0,-1-1-1 0 0,1 1 1 0 0,-1-1-1 0 0,0 1 1 0 0,0-1-1 0 0,1 1 1 0 0,-1 0-1 0 0,0-1 1 0 0,0 1 0 0 0,1 0-1 0 0,-1 0 1 0 0,0 0-1 0 0,0-1 1 0 0,0 1-1 0 0,0 0 1 0 0,1 0-1 0 0,-1 0 1 0 0,-1 1 0 0 0,0-1 40 0 0,0 0 0 0 0,-1 1 1 0 0,1 0-1 0 0,0-1 1 0 0,0 1-1 0 0,-1 0 0 0 0,-2 2 1 0 0,-2 1 113 0 0,0 1 1 0 0,1 0-1 0 0,-7 7 1 0 0,7-6-41 0 0,1 0 0 0 0,-1 0 1 0 0,2 0-1 0 0,-1 1 1 0 0,1-1-1 0 0,0 1 1 0 0,0 0-1 0 0,1 1 0 0 0,0-1 1 0 0,-3 9-1 0 0,5-12-50 0 0,0-1-1 0 0,0 1 0 0 0,0 0 1 0 0,1 0-1 0 0,-1-1 0 0 0,1 1 1 0 0,0 0-1 0 0,0 0 0 0 0,0 0 1 0 0,1-1-1 0 0,-1 1 0 0 0,1 0 1 0 0,0 0-1 0 0,0-1 0 0 0,0 1 1 0 0,1-1-1 0 0,-1 1 0 0 0,1-1 1 0 0,0 1-1 0 0,0-1 0 0 0,0 0 1 0 0,5 5-1 0 0,-5-5-8 0 0,1-1 0 0 0,0-1 0 0 0,0 1 1 0 0,0 0-1 0 0,0-1 0 0 0,0 1 0 0 0,0-1 0 0 0,0 0 0 0 0,0 0 1 0 0,1-1-1 0 0,-1 1 0 0 0,0 0 0 0 0,0-1 0 0 0,6 0 0 0 0,-1 0 80 0 0,-1 0-1 0 0,1 0 0 0 0,-1-1 1 0 0,1-1-1 0 0,9-2 0 0 0,-13 3-139 0 0,-1-1-1 0 0,1 1 0 0 0,0-1 1 0 0,-1 0-1 0 0,0 0 1 0 0,1-1-1 0 0,-1 1 1 0 0,0-1-1 0 0,0 0 0 0 0,0 1 1 0 0,-1-1-1 0 0,1-1 1 0 0,-1 1-1 0 0,1 0 1 0 0,-1 0-1 0 0,0-1 0 0 0,0 0 1 0 0,-1 1-1 0 0,1-1 1 0 0,-1 0-1 0 0,1 0 0 0 0,-1 1 1 0 0,-1-1-1 0 0,1 0 1 0 0,0-5-1 0 0,-1 5-24 0 0,1 1-1 0 0,-1 0 1 0 0,0-1-1 0 0,-1 1 1 0 0,1-1-1 0 0,-1 1 0 0 0,1 0 1 0 0,-1 0-1 0 0,0-1 1 0 0,0 1-1 0 0,0 0 1 0 0,-1 0-1 0 0,1 0 1 0 0,-1 0-1 0 0,0 0 1 0 0,0 0-1 0 0,0 0 1 0 0,0 1-1 0 0,0-1 1 0 0,0 1-1 0 0,-1 0 1 0 0,1-1-1 0 0,-1 1 1 0 0,0 0-1 0 0,0 0 1 0 0,0 1-1 0 0,1-1 1 0 0,-2 1-1 0 0,1-1 0 0 0,-4 0 1 0 0,3 0 81 0 0,-1 1 1 0 0,0 1-1 0 0,0-1 0 0 0,0 1 1 0 0,0 0-1 0 0,1 0 0 0 0,-1 0 1 0 0,0 0-1 0 0,0 1 0 0 0,0 0 0 0 0,0 0 1 0 0,1 1-1 0 0,-1-1 0 0 0,1 1 1 0 0,-1 0-1 0 0,1 0 0 0 0,-1 0 1 0 0,1 1-1 0 0,0-1 0 0 0,-4 5 1 0 0,4-4 3 0 0,1 0 1 0 0,-1 0-1 0 0,1 0 1 0 0,0 0-1 0 0,0 1 1 0 0,1-1-1 0 0,-1 1 1 0 0,1 0 0 0 0,0 0-1 0 0,0 0 1 0 0,0 0-1 0 0,0 0 1 0 0,1 1-1 0 0,-1-1 1 0 0,1 0-1 0 0,0 1 1 0 0,1-1-1 0 0,-1 1 1 0 0,1-1-1 0 0,0 1 1 0 0,0-1-1 0 0,1 6 1 0 0,-1-7-15 0 0,1 0 0 0 0,-1 1 0 0 0,1-1 1 0 0,0 0-1 0 0,0 0 0 0 0,0 0 0 0 0,1 0 0 0 0,-1 0 0 0 0,1-1 1 0 0,-1 1-1 0 0,1 0 0 0 0,0-1 0 0 0,0 1 0 0 0,0-1 1 0 0,1 1-1 0 0,-1-1 0 0 0,0 0 0 0 0,1 0 0 0 0,0 0 0 0 0,4 3 1 0 0,-2-3 31 0 0,1 0 0 0 0,-1-1 0 0 0,0 1 0 0 0,1-1 0 0 0,-1 0 0 0 0,1 0 0 0 0,-1-1 0 0 0,1 0 0 0 0,-1 0 0 0 0,1 0 1 0 0,7-1-1 0 0,-5 0 41 0 0,0-1-1 0 0,1 0 1 0 0,-1 0 0 0 0,0-1 0 0 0,0 0 0 0 0,10-5 0 0 0,-14 6-135 0 0,1-1 0 0 0,-1 1 1 0 0,0-1-1 0 0,0 0 0 0 0,-1 0 1 0 0,1-1-1 0 0,-1 1 0 0 0,1-1 1 0 0,-1 0-1 0 0,0 0 0 0 0,0 0 1 0 0,2-5-1 0 0,-4 7 1 0 0,0 0-1 0 0,0 0 1 0 0,-1 0 0 0 0,1 1-1 0 0,-1-1 1 0 0,1 0 0 0 0,-1 0-1 0 0,0 0 1 0 0,0 0 0 0 0,0 0-1 0 0,0 0 1 0 0,0 0 0 0 0,0 0-1 0 0,0 0 1 0 0,-1 0-1 0 0,0-4 1 0 0,-1 3-17 0 0,1 0-1 0 0,-1 0 0 0 0,1 0 1 0 0,-1 0-1 0 0,0 1 0 0 0,0-1 1 0 0,0 0-1 0 0,-1 1 1 0 0,-2-3-1 0 0,-1 0-58 0 0,0 0 0 0 0,0 1 0 0 0,-1 0-1 0 0,0 0 1 0 0,1 0 0 0 0,-1 1 0 0 0,0 0 0 0 0,-8-2 0 0 0,11 4 127 0 0,-1 1 0 0 0,1-1 0 0 0,0 1 0 0 0,-1 0 0 0 0,1 0 0 0 0,0 0 0 0 0,-1 1 0 0 0,1 0 0 0 0,0-1 0 0 0,-1 1 0 0 0,1 1 0 0 0,0-1 0 0 0,0 1 0 0 0,0-1 0 0 0,0 1 0 0 0,0 1 0 0 0,1-1 0 0 0,-1 0 0 0 0,-5 5 0 0 0,7-5 6 0 0,-1 1-1 0 0,1-1 1 0 0,-1 0 0 0 0,1 1 0 0 0,0-1-1 0 0,0 1 1 0 0,1 0 0 0 0,-1-1 0 0 0,0 1 0 0 0,1 0-1 0 0,0 0 1 0 0,-1 0 0 0 0,1 0 0 0 0,0 1-1 0 0,1-1 1 0 0,-1 0 0 0 0,1 0 0 0 0,-1 0-1 0 0,1 1 1 0 0,0-1 0 0 0,0 0 0 0 0,0 1-1 0 0,1-1 1 0 0,-1 0 0 0 0,1 0 0 0 0,1 6-1 0 0,1-4 18 0 0,0-1 0 0 0,0 1-1 0 0,0-1 1 0 0,0 0-1 0 0,0 0 1 0 0,1 0 0 0 0,0 0-1 0 0,0 0 1 0 0,5 2-1 0 0,0 3 40 0 0,-1-3-61 0 0</inkml:trace>
</inkml:ink>
</file>

<file path=ppt/ink/ink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10:06.87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281 127 6553 0 0,'0'-4'0'0'0,"1"-1"0"0"0,-1 1 0 0 0,0 0 0 0 0,-1-1 0 0 0,1 1 0 0 0,-1-1 0 0 0,0 1 0 0 0,0 0 0 0 0,0-1 0 0 0,0 1 0 0 0,-1 0 0 0 0,0 0 0 0 0,0 0 0 0 0,0 0 0 0 0,-3-5 0 0 0,2 5 0 0 0,0 0 0 0 0,1 1 0 0 0,-2-1 0 0 0,1 0 0 0 0,0 1 0 0 0,-1 0 0 0 0,1 0 0 0 0,-1 0 0 0 0,0 0 0 0 0,0 0 0 0 0,0 1 0 0 0,-1 0 0 0 0,-8-4 0 0 0,7 5 93 0 0,0-1 0 0 0,-1 1 1 0 0,1 0-1 0 0,0 0 0 0 0,-1 1 0 0 0,1 0 0 0 0,0 0 0 0 0,-1 1 0 0 0,1-1 0 0 0,0 1 0 0 0,-1 1 0 0 0,1-1 0 0 0,0 1 0 0 0,0 0 0 0 0,-10 5 0 0 0,10-3 54 0 0,0 0 0 0 0,0 0 1 0 0,1 0-1 0 0,-1 1 0 0 0,1 0 0 0 0,0 0 1 0 0,0 0-1 0 0,1 1 0 0 0,-1-1 0 0 0,1 1 0 0 0,1 0 1 0 0,-1 0-1 0 0,-5 13 0 0 0,5-8 67 0 0,0 0-1 0 0,0-1 1 0 0,1 1 0 0 0,-1 13 0 0 0,3-20-124 0 0,1 1 1 0 0,0 0 0 0 0,0-1 0 0 0,0 1-1 0 0,0 0 1 0 0,1-1 0 0 0,0 1 0 0 0,0-1-1 0 0,0 1 1 0 0,1-1 0 0 0,-1 1 0 0 0,5 6-1 0 0,-5-8-22 0 0,1-1 0 0 0,-1 1-1 0 0,1 0 1 0 0,0-1-1 0 0,0 1 1 0 0,0-1-1 0 0,1 0 1 0 0,-1 0-1 0 0,0 0 1 0 0,1 0-1 0 0,-1 0 1 0 0,1-1-1 0 0,0 1 1 0 0,0-1-1 0 0,-1 1 1 0 0,1-1-1 0 0,6 1 1 0 0,-5-1 33 0 0,1 0 0 0 0,0 0-1 0 0,0-1 1 0 0,0 0 0 0 0,0 0 0 0 0,0-1 0 0 0,0 1-1 0 0,0-1 1 0 0,0 0 0 0 0,8-3 0 0 0,-7 2-114 0 0,-1 0 1 0 0,1 0 0 0 0,-1 0-1 0 0,0-1 1 0 0,0 0 0 0 0,0 0-1 0 0,0 0 1 0 0,0 0-1 0 0,-1-1 1 0 0,1 0 0 0 0,-1 0-1 0 0,0 0 1 0 0,0 0 0 0 0,0-1-1 0 0,-1 1 1 0 0,0-1-1 0 0,0 0 1 0 0,0 0 0 0 0,0 0-1 0 0,-1-1 1 0 0,0 1 0 0 0,0-1-1 0 0,0 1 1 0 0,1-10-1 0 0,-2 7-86 0 0,-1-1 0 0 0,0 0-1 0 0,0 0 1 0 0,-1 0-1 0 0,0 0 1 0 0,-4-15 0 0 0,4 21 69 0 0,0 0 0 0 0,0-1 0 0 0,-1 1 0 0 0,1 0 0 0 0,-1 1 0 0 0,1-1 0 0 0,-1 0 0 0 0,0 0 0 0 0,-4-3 1 0 0,5 5 34 0 0,-1-1 0 0 0,1 1 0 0 0,-1 0 0 0 0,1 0 1 0 0,-1 0-1 0 0,0 0 0 0 0,1 0 0 0 0,-1 1 1 0 0,0-1-1 0 0,0 0 0 0 0,1 1 0 0 0,-1 0 1 0 0,0-1-1 0 0,0 1 0 0 0,0 0 0 0 0,0 0 1 0 0,-3 0-1 0 0,-1 0 63 0 0,1 1 1 0 0,-1 0 0 0 0,1 0 0 0 0,0 1-1 0 0,-1-1 1 0 0,1 1 0 0 0,-5 3 0 0 0,7-4-42 0 0,1 0 1 0 0,0 0-1 0 0,0 1 1 0 0,0-1 0 0 0,-1 1-1 0 0,1 0 1 0 0,1-1-1 0 0,-1 1 1 0 0,0 0 0 0 0,0 0-1 0 0,1 0 1 0 0,-1 0-1 0 0,1 1 1 0 0,0-1 0 0 0,-1 0-1 0 0,1 1 1 0 0,-1 2-1 0 0,2-3-1 0 0,0-1-1 0 0,0 1 1 0 0,0-1-1 0 0,0 1 0 0 0,0-1 1 0 0,0 1-1 0 0,0-1 0 0 0,1 1 1 0 0,-1 0-1 0 0,0-1 0 0 0,1 1 1 0 0,0-1-1 0 0,-1 1 0 0 0,1-1 1 0 0,0 0-1 0 0,1 2 0 0 0,5 9 11 0 0</inkml:trace>
</inkml:ink>
</file>

<file path=ppt/ink/ink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10:08.06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13 10 6553 0 0,'0'-1'2'0'0,"0"1"-1"0"0,0 0 0 0 0,0 0 1 0 0,0-1-1 0 0,0 1 0 0 0,0 0 0 0 0,0 0 1 0 0,0-1-1 0 0,-1 1 0 0 0,1 0 1 0 0,0 0-1 0 0,0-1 0 0 0,0 1 0 0 0,0 0 1 0 0,0 0-1 0 0,0 0 0 0 0,0-1 1 0 0,-1 1-1 0 0,1 0 0 0 0,0 0 0 0 0,0 0 1 0 0,0-1-1 0 0,-1 1 0 0 0,1 0 1 0 0,0 0-1 0 0,0 0 0 0 0,0 0 0 0 0,-1 0 1 0 0,1-1-1 0 0,0 1 0 0 0,0 0 1 0 0,-1 0-1 0 0,1 0 0 0 0,0 0 0 0 0,0 0 1 0 0,-1 0-1 0 0,1 0 0 0 0,0 0 1 0 0,0 0-1 0 0,-1 0 0 0 0,1 0 0 0 0,-2-1 146 0 0,-1 0-107 0 0</inkml:trace>
</inkml:ink>
</file>

<file path=ppt/ink/ink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10:08.29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 6553 0 0,'1'4'152'0'0,"-1"-2"-97"0"0,0 1 0 0 0,1 0 0 0 0,0 0 1 0 0,0-1-1 0 0,-1 1 0 0 0,3 4 0 0 0,-1-3-55 0 0</inkml:trace>
</inkml:ink>
</file>

<file path=ppt/ink/ink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10:48.24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45 36 6553 0 0,'-7'-15'425'0'0,"6"13"-399"0"0,1 0-1 0 0,-1 0 1 0 0,0 0 0 0 0,0 0 0 0 0,0 0-1 0 0,0 1 1 0 0,-3-5 0 0 0,3 6-21 0 0,1 0 0 0 0,0 0 0 0 0,0-1 0 0 0,-1 1 0 0 0,1 0 0 0 0,0 0 0 0 0,-1 0 0 0 0,1 0 0 0 0,0 0 0 0 0,-1 0 0 0 0,1 0 0 0 0,0-1 0 0 0,0 1 0 0 0,-1 0 0 0 0,1 0 0 0 0,0 0 0 0 0,-1 0 0 0 0,1 0 1 0 0,0 0-1 0 0,-1 0 0 0 0,1 1 0 0 0,-1-1 0 0 0,-9 8 230 0 0,9-7-211 0 0,0 0 0 0 0,0 0 0 0 0,0 0 0 0 0,1 0 0 0 0,-1 0 0 0 0,0 0 0 0 0,1 0 0 0 0,-1 0 0 0 0,1 0 0 0 0,-1 1 0 0 0,1-1 1 0 0,-1 0-1 0 0,1 0 0 0 0,0 0 0 0 0,0 1 0 0 0,0-1 0 0 0,-1 0 0 0 0,1 0 0 0 0,0 1 0 0 0,1-1 0 0 0,-1 0 0 0 0,0 0 1 0 0,0 1-1 0 0,0-1 0 0 0,1 0 0 0 0,-1 0 0 0 0,1 0 0 0 0,-1 1 0 0 0,1-1 0 0 0,-1 0 0 0 0,1 0 0 0 0,0 0 0 0 0,-1 0 1 0 0,3 2-1 0 0,-1-2 26 0 0,-1 1 1 0 0,1-1 0 0 0,0 1-1 0 0,0-1 1 0 0,0 0-1 0 0,1 0 1 0 0,-1 0 0 0 0,0 0-1 0 0,0 0 1 0 0,1 0 0 0 0,-1-1-1 0 0,0 1 1 0 0,1-1 0 0 0,-1 1-1 0 0,1-1 1 0 0,-1 0 0 0 0,4 0-1 0 0,44-8 702 0 0,-37 5-454 0 0,0 1 0 0 0,1 0 0 0 0,-1 1 0 0 0,15 1 0 0 0,-7 1 105 0 0,1 0 1 0 0,0-2-1 0 0,-1 0 1 0 0,1-2-1 0 0,-1 0 0 0 0,22-6 1 0 0,-18 2 192 0 0,-1 2 0 0 0,26-3 0 0 0,-39 7-410 0 0,1 0 1 0 0,-1 1-1 0 0,0 1 1 0 0,0 0-1 0 0,0 0 0 0 0,0 1 1 0 0,12 4-1 0 0,11 5 738 0 0,1-3 0 0 0,47 7 0 0 0,-65-13-571 0 0,1-1 1 0 0,0 0-1 0 0,0-1 0 0 0,-1-1 0 0 0,1-1 0 0 0,29-7 1 0 0,-30 6-120 0 0,-17 3-232 0 0,0 0-1 0 0,0 0 1 0 0,0 0 0 0 0,0 0 0 0 0,0 0 0 0 0,0 0 0 0 0,1 0 0 0 0,-1 1 0 0 0,0-1 0 0 0,0 0 0 0 0,0 0 0 0 0,0 0 0 0 0,0 0 0 0 0,0 0 0 0 0,0 0 0 0 0,0 0 0 0 0,0 0 0 0 0,0 1 0 0 0,0-1 0 0 0,0 0 0 0 0,0 0 0 0 0,0 0 0 0 0,0 0 0 0 0,0 0 0 0 0,0 0 0 0 0,0 1 0 0 0,0-1 0 0 0,0 0 0 0 0,0 0 0 0 0,0 0 0 0 0,0 0 0 0 0,0 0 0 0 0,0 0 0 0 0,0 0 0 0 0,0 1 0 0 0,0-1 0 0 0,0 0 0 0 0,0 0 0 0 0,0 0 0 0 0,-1 0 0 0 0,1 0 0 0 0,0 0 0 0 0,0 0-1 0 0,0 0 1 0 0,0 0 0 0 0,0 0 0 0 0,0 1 0 0 0,0-1 0 0 0,0 0 0 0 0,-1 0 0 0 0,-3 6 161 0 0,4-6-153 0 0,-1 2 184 0 0</inkml:trace>
</inkml:ink>
</file>

<file path=ppt/ink/ink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10:34.66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 1 6553 0 0,'-1'0'0'0'0,"-1"0"0"0"0,2 1 0 0 0,0 1 0 0 0,0-1 0 0 0,0 1 0 0 0,0 1 0 0 0,2 0 241 0 0,-1-2-241 0 0</inkml:trace>
</inkml:ink>
</file>

<file path=ppt/ink/ink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10:35.82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82 20 6553 0 0,'-4'0'82'0'0,"1"0"-1"0"0,-1 0 0 0 0,0 0 0 0 0,1-1 0 0 0,-1 1 0 0 0,1-1 0 0 0,-1 0 0 0 0,-5-2 0 0 0,3 1 72 0 0,-1 0 0 0 0,1 1 0 0 0,-12-2-1 0 0,11 0 17 0 0,7 1-88 0 0,8 1 299 0 0,-2 2-245 0 0,0-1-1 0 0,0 1 1 0 0,0 0 0 0 0,0 1-1 0 0,0-1 1 0 0,0 1-1 0 0,0 0 1 0 0,10 6 0 0 0,-11-5 7 0 0,1-1 0 0 0,1 1 0 0 0,-1-1 1 0 0,0-1-1 0 0,0 1 0 0 0,1-1 1 0 0,-1 0-1 0 0,12 0 0 0 0,56-5 1132 0 0,-45 1-962 0 0,49 1 2068 0 0,114 12 0 0 0,47 0 1987 0 0,-57-21-1974 0 0,102-2-1940 0 0,-92 14-453 0 0,343-6 0 0 0,-453 0 0 0 0,-12 1 0 0 0,82 5 0 0 0,-122-1 0 0 0,-25-1 0 0 0,-20 1 0 0 0,0 0 0 0 0,0 1 0 0 0,1 0 0 0 0,-1 1 0 0 0,1 1 0 0 0,-1 0 0 0 0,1 1 0 0 0,0 1 0 0 0,-22 9 0 0 0,33-12 0 0 0,6-4 0 0 0</inkml:trace>
</inkml:ink>
</file>

<file path=ppt/ink/ink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10:36.69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3 101 6553 0 0,'-1'-1'0'0'0,"1"1"0"0"0,0-1 0 0 0,0 1 0 0 0,-1-1 0 0 0,1 1 0 0 0,0-1 0 0 0,0 1 0 0 0,0-1 0 0 0,0 1 0 0 0,0-1 0 0 0,0 1 0 0 0,0-1 0 0 0,0 1 0 0 0,0-1 0 0 0,0 1 0 0 0,0-1 0 0 0,0 1 0 0 0,0-1 0 0 0,0 1 0 0 0,0-1 0 0 0,1 1 0 0 0,-1-1 0 0 0,0 1 0 0 0,0-1 0 0 0,1 1 0 0 0,-1-1 0 0 0,0 1 0 0 0,1-1 0 0 0,-1 1 0 0 0,0 0 0 0 0,1-1 0 0 0,-1 1 0 0 0,0 0 0 0 0,1-1 0 0 0,-1 1 0 0 0,1 0 0 0 0,-1-1 0 0 0,1 1 0 0 0,0 0 0 0 0,13-9 0 0 0,-9 7 14 0 0,-1 0-1 0 0,1 1 0 0 0,0-1 1 0 0,0 1-1 0 0,-1 0 0 0 0,1 1 1 0 0,9-1-1 0 0,8-2 481 0 0,287-34 3218 0 0,-208 27-3972 0 0,-65 6 1158 0 0,-1-1-249 0 0,0 2-1 0 0,1 2 1 0 0,56 4-1 0 0,-87-2-608 0 0,0 0 0 0 0,1 0 0 0 0,-1 1 0 0 0,0-1-1 0 0,0 1 1 0 0,9 5 0 0 0,-12-6-9 0 0,0 0-1 0 0,0 1 1 0 0,0-1 0 0 0,0 1-1 0 0,0 0 1 0 0,0-1-1 0 0,0 1 1 0 0,-1 0-1 0 0,1 0 1 0 0,-1 0 0 0 0,1 0-1 0 0,-1 1 1 0 0,0-1-1 0 0,0 0 1 0 0,0 1 0 0 0,1 2-1 0 0,0 9 127 0 0</inkml:trace>
</inkml:ink>
</file>

<file path=ppt/ink/ink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10:40.56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1 112 6553 0 0,'2'-3'16'0'0,"0"0"0"0"0,0 0-1 0 0,0 0 1 0 0,1 0 0 0 0,-1 1 0 0 0,1-1-1 0 0,0 1 1 0 0,3-3 0 0 0,29-17 109 0 0,-21 13-166 0 0,-7 5 74 0 0,9-6-72 0 0,0 0 1 0 0,24-9 0 0 0,-35 17 90 0 0,0 0 0 0 0,1 0-1 0 0,-1 1 1 0 0,0 0 0 0 0,1 0 0 0 0,0 0 0 0 0,-1 1 0 0 0,1-1 0 0 0,-1 2 0 0 0,1-1 0 0 0,-1 0-1 0 0,10 3 1 0 0,96 33 1866 0 0,22 6 449 0 0,215 27 3657 0 0,-335-68-5777 0 0,0 2 1 0 0,0 0-1 0 0,0 0 0 0 0,0 1 1 0 0,23 12-1 0 0,-23-9 89 0 0</inkml:trace>
</inkml:ink>
</file>

<file path=ppt/ink/ink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10:41.38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52 6553 0 0,'0'0'1'0'0,"0"-1"10"0"0,0-1 0 0 0,1 1 0 0 0,-1-1 0 0 0,1 1 0 0 0,-1-1 0 0 0,1 1 0 0 0,-1 0 0 0 0,1-1 0 0 0,0 1 0 0 0,0 0 0 0 0,-1-1 0 0 0,1 1 0 0 0,0 0 0 0 0,0 0 0 0 0,1 0 0 0 0,-1 0 0 0 0,0 0 0 0 0,0 0 0 0 0,0 0 0 0 0,1 0 0 0 0,-1 1 0 0 0,0-1-1 0 0,1 0 1 0 0,-1 1 0 0 0,0-1 0 0 0,4 0 0 0 0,13-5 414 0 0,0 1-1 0 0,1 1 0 0 0,0 1 1 0 0,-1 1-1 0 0,1 0 1 0 0,28 2-1 0 0,115 15 2316 0 0,-141-12-2465 0 0,45 6 1962 0 0,131-2-1 0 0,-9-8 877 0 0,-163 2-2665 0 0</inkml:trace>
</inkml:ink>
</file>

<file path=ppt/ink/ink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10:41.77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78 6553 0 0,'21'-6'0'0'0,"-2"2"721"0"0,-2 1-721 0 0,-5 1 241 0 0,-2 4-241 0 0,8-5 990 0 0,14-2-990 0 0,17-4 760 0 0,20-3 442 0 0,11 0-1786 0 0,4 0 584 0 0,-9 5-524 0 0,-8 2 524 0 0,-10 5 1623 0 0,-6 5-1623 0 0,2 10 1361 0 0,-13 4-1361 0 0</inkml:trace>
</inkml:ink>
</file>

<file path=ppt/ink/ink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10:49.95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1147 970 6553 0 0,'149'6'4101'0'0,"155"28"-1"0"0,66 4 2164 0 0,177 11-2365 0 0,-166-9-4368 0 0,2-27 596 0 0,184-56-2579 0 0,-472 34 441 0 0,532-26-1148 0 0,-205 8 7077 0 0,-218-1-1602 0 0,-2-12-5228 0 0,-155 27 1771 0 0,0-2 1 0 0,72-35 0 0 0,-88 34 483 0 0,-1-1 1 0 0,-1-1-1 0 0,-1-1 0 0 0,41-37 1 0 0,-62 50 498 0 0,0-1 1 0 0,0 0 0 0 0,-1 0-1 0 0,0-1 1 0 0,0 1-1 0 0,-1-1 1 0 0,5-11 0 0 0,-8 16 106 0 0,-1 0 0 0 0,0 0 0 0 0,0 0 0 0 0,0 0 0 0 0,-1 0 0 0 0,1 0 0 0 0,-1-1 0 0 0,1 1 1 0 0,-1 0-1 0 0,0 0 0 0 0,-1 0 0 0 0,1-1 0 0 0,0 1 0 0 0,-1 0 0 0 0,0 0 0 0 0,1 0 0 0 0,-1-1 1 0 0,-1 1-1 0 0,1 0 0 0 0,0 1 0 0 0,-1-1 0 0 0,1 0 0 0 0,-1 0 0 0 0,-4-4 0 0 0,-1-1-161 0 0,-1-1-1 0 0,-1 2 0 0 0,1-1 1 0 0,-1 1-1 0 0,-1 1 0 0 0,1-1 1 0 0,-1 2-1 0 0,-16-8 0 0 0,-9-1-909 0 0,-44-13 0 0 0,-30-3 1040 0 0,-2 5 0 0 0,-1 5 0 0 0,-142-9 0 0 0,-369-30 82 0 0,325 2 0 0 0,4-23 0 0 0,-119-26 0 0 0,207 70 246 0 0,-346-17-1 0 0,169 45 2818 0 0,2 16 3363 0 0,42 11-290 0 0,0 15-4183 0 0,-326 89-2000 0 0,560-96 47 0 0,2 4 0 0 0,-190 87 0 0 0,284-114 0 0 0,-17 10 0 0 0,25-14 0 0 0,0 1 0 0 0,0 0 0 0 0,0-1 0 0 0,0 1 0 0 0,0 0 0 0 0,0 0 0 0 0,0 0 0 0 0,0-1 0 0 0,0 1 0 0 0,1 0 0 0 0,-1 0 0 0 0,0 0 0 0 0,1 1 0 0 0,-1-1 0 0 0,0 0 0 0 0,1 0 0 0 0,0 0 0 0 0,-1 1 0 0 0,1-1 0 0 0,0 0 0 0 0,0 0 0 0 0,1 0 0 0 0,-1 0 0 0 0,0 0 0 0 0,1 0 0 0 0,-1-1 0 0 0,1 1 0 0 0,-1 0 0 0 0,1 0 0 0 0,-1-1 0 0 0,1 1 0 0 0,-1 0 0 0 0,1-1 0 0 0,0 1 0 0 0,-1 0 0 0 0,1-1 0 0 0,0 1 0 0 0,0-1 0 0 0,-1 1 0 0 0,1-1 0 0 0,0 0 0 0 0,0 1 0 0 0,0-1 0 0 0,1 1 0 0 0,26 7 0 0 0,-23-6 0 0 0,45 9 0 0 0,93 8 0 0 0,-73-12 0 0 0,-22-1 0 0 0,456 73 0 0 0,-465-70 0 0 0,-1 1 0 0 0,0 2 0 0 0,-1 2 0 0 0,-1 1 0 0 0,0 2 0 0 0,-1 2 0 0 0,49 33 0 0 0,-40-18 0 0 0</inkml:trace>
</inkml:ink>
</file>

<file path=ppt/ink/ink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11:12.42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1 124 6553 0 0,'0'-4'0'0'0,"1"-1"0"0"0,0 1 0 0 0,0-1 0 0 0,1 1 0 0 0,-1 0 0 0 0,1 0 0 0 0,0 0 0 0 0,0 0 0 0 0,1 0 0 0 0,-1 0 0 0 0,6-6 0 0 0,-3 4 0 0 0,1 0 0 0 0,0 1 0 0 0,0-1 0 0 0,0 1 0 0 0,0 1 0 0 0,1-1 0 0 0,0 1 0 0 0,0 0 0 0 0,0 1 0 0 0,1 0 0 0 0,11-4 0 0 0,-7 4 0 0 0,0 1 0 0 0,1 0 0 0 0,0 1 0 0 0,-1 0 0 0 0,1 1 0 0 0,21 2 0 0 0,27 6 1664 0 0,99 26 0 0 0,56 32 2037 0 0,-170-52-2984 0 0,-44-13-672 0 0,107 37 1912 0 0,-94-31-1582 0 0,0 0-1 0 0,-1 1 1 0 0,1 0-1 0 0,23 20 1 0 0,-34-25-281 0 0,0 0-1 0 0,0 1 1 0 0,-1 0-1 0 0,1 0 1 0 0,-1 0-1 0 0,0 0 1 0 0,-1 0-1 0 0,1 0 1 0 0,-1 1-1 0 0,1 0 1 0 0,-1-1-1 0 0,-1 1 1 0 0,1 0 0 0 0,-1 0-1 0 0,0 0 1 0 0,0 0-1 0 0,0 0 1 0 0,0 9-1 0 0,-2-5 129 0 0,0 0-1 0 0,0 0 1 0 0,-1 0-1 0 0,0-1 1 0 0,0 1-1 0 0,-1 0 1 0 0,-1-1-1 0 0,1 0 1 0 0,-9 15-1 0 0,-13 18 530 0 0,-2-2-1 0 0,-32 37 1 0 0,-70 67-583 0 0,2-3-179 0 0,119-131 11 0 0,1 0 0 0 0,-1 1 0 0 0,2 0 0 0 0,0 0 0 0 0,-10 21 0 0 0,15-26 0 0 0,-1-1 0 0 0,1 1 0 0 0,0 0 0 0 0,0 0 0 0 0,1 0 0 0 0,-1 0 0 0 0,1 0 0 0 0,0 0 0 0 0,0 0 0 0 0,1 0 0 0 0,-1 0 0 0 0,1 0 0 0 0,0 0 0 0 0,1 0 0 0 0,-1-1 0 0 0,4 8 0 0 0,2 2 0 0 0,1 0 0 0 0,0-1 0 0 0,1 0 0 0 0,10 12 0 0 0,45 46 0 0 0,-49-56 0 0 0,117 117 0 0 0,13 15 0 0 0,-134-136 0 0 0,2 2 0 0 0,-1 0 0 0 0,0 1 0 0 0,-1 0 0 0 0,-1 1 0 0 0,17 29 0 0 0,-26-41 0 0 0,0-1 0 0 0,0 1 0 0 0,0 0 0 0 0,0-1 0 0 0,-1 1 0 0 0,1 0 0 0 0,-1-1 0 0 0,0 1 0 0 0,0 0 0 0 0,0-1 0 0 0,0 1 0 0 0,0 0 0 0 0,0 0 0 0 0,-1-1 0 0 0,1 1 0 0 0,-1 0 0 0 0,0-1 0 0 0,-1 4 0 0 0,0-3 0 0 0,0 0 0 0 0,0 0 0 0 0,0 0 0 0 0,-1 0 0 0 0,1-1 0 0 0,-1 1 0 0 0,0-1 0 0 0,1 1 0 0 0,-1-1 0 0 0,0 0 0 0 0,0 0 0 0 0,0 0 0 0 0,-6 2 0 0 0,-14 5 0 0 0,1-1 0 0 0,-48 10 0 0 0,-51 2 0 0 0,63-12 0 0 0,-16 3 0 0 0,-94 17 0 0 0,139-22 0 0 0,0 2 0 0 0,1 1 0 0 0,-45 21 0 0 0,66-27 0 0 0,-1 1 0 0 0,1 1 0 0 0,0-1 0 0 0,1 1 0 0 0,-1 0 0 0 0,1 1 0 0 0,0 0 0 0 0,0 0 0 0 0,-7 10 0 0 0,10-12 0 0 0,0 0 0 0 0,1 0 0 0 0,0 1 0 0 0,0-1 0 0 0,0 1 0 0 0,1-1 0 0 0,-1 1 0 0 0,1-1 0 0 0,0 1 0 0 0,1 0 0 0 0,-1 0 0 0 0,1-1 0 0 0,0 1 0 0 0,0 0 0 0 0,0 0 0 0 0,1 0 0 0 0,1 8 0 0 0,11 24 0 0 0</inkml:trace>
</inkml:ink>
</file>

<file path=ppt/ink/ink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11:21.74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213 751 6553 0 0,'1'0'20'0'0,"0"0"0"0"0,0 1 0 0 0,0-1 0 0 0,-1 0 0 0 0,1 1 0 0 0,0-1 0 0 0,0 1 0 0 0,-1-1 0 0 0,1 1 0 0 0,-1 0 0 0 0,1-1 0 0 0,0 1 0 0 0,-1 0-1 0 0,1-1 1 0 0,-1 1 0 0 0,1 0 0 0 0,-1 0 0 0 0,0-1 0 0 0,1 1 0 0 0,0 1 0 0 0,8 15 249 0 0,-6-12-132 0 0,1 0 0 0 0,0 0-1 0 0,0 0 1 0 0,0 0 0 0 0,0 0-1 0 0,1-1 1 0 0,0 0 0 0 0,5 4-1 0 0,-1-3 148 0 0,1 0 0 0 0,0 0-1 0 0,16 4 1 0 0,88 40 1842 0 0,-78-32-1101 0 0,0-2 0 0 0,61 18 1 0 0,-58-25-130 0 0,0-2 0 0 0,0-2 0 0 0,0-1 1 0 0,0-2-1 0 0,54-5 0 0 0,51-17 879 0 0,-3-12-3469 0 0,-3-10 115 0 0,-72 22 911 0 0,-46 14 635 0 0,0-1-1 0 0,-1 0 0 0 0,24-15 0 0 0,-35 19-36 0 0,-1-1-1 0 0,0 0 0 0 0,0 0 0 0 0,0 0 1 0 0,-1-1-1 0 0,0-1 0 0 0,0 1 1 0 0,0-1-1 0 0,-1 0 0 0 0,8-12 1 0 0,-12 17 36 0 0,-1 0 1 0 0,1-1-1 0 0,0 1 1 0 0,-1-1 0 0 0,1 1-1 0 0,-1-1 1 0 0,1 1-1 0 0,-1-1 1 0 0,0 1-1 0 0,0-1 1 0 0,-1 0-1 0 0,1 1 1 0 0,0-1 0 0 0,-1 1-1 0 0,1-1 1 0 0,-1 1-1 0 0,0 0 1 0 0,0-1-1 0 0,0 1 1 0 0,0 0 0 0 0,-2-3-1 0 0,-3-5-124 0 0,-1 0-1 0 0,-1 1 1 0 0,-10-12 0 0 0,1 1-153 0 0,-57-86-1104 0 0,48 67 544 0 0,-45-54 0 0 0,-8-5-530 0 0,52 62 697 0 0,-2 1 1 0 0,-34-33-1 0 0,51 58 480 0 0,-1 0 0 0 0,0 1-1 0 0,0 1 1 0 0,-1 0 0 0 0,-24-10 0 0 0,-76-22-658 0 0,108 38 907 0 0,-20-7 210 0 0,-1 2 1 0 0,0 0-1 0 0,-1 2 1 0 0,1 1-1 0 0,-1 2 1 0 0,0 0-1 0 0,0 2 1 0 0,0 1-1 0 0,-49 8 1 0 0,-122 44 3553 0 0,61-14-1416 0 0,118-34-1983 0 0,1 0 1 0 0,-32 15-1 0 0,42-16-173 0 0,1 1 0 0 0,0-1-1 0 0,1 2 1 0 0,-1-1 0 0 0,1 1 0 0 0,0 0-1 0 0,1 0 1 0 0,-9 11 0 0 0,4-3 148 0 0,0 1 0 0 0,1 1 0 0 0,1 0-1 0 0,0 1 1 0 0,1-1 0 0 0,1 1 0 0 0,1 1 0 0 0,-7 30 0 0 0,9-26 70 0 0,0 1 0 0 0,2-1-1 0 0,1 1 1 0 0,1 0 0 0 0,1 0 0 0 0,6 38 0 0 0,-2-28-425 0 0,2 1 1 0 0,1-1-1 0 0,1 0 1 0 0,24 53-1 0 0,-27-75-10 0 0,0 0 0 0 0,1 0 0 0 0,1-1 0 0 0,0 0 0 0 0,0 0 0 0 0,1-1 0 0 0,0 0 0 0 0,0-1 0 0 0,1 0 0 0 0,0 0 0 0 0,0-1 0 0 0,21 11 0 0 0,6-2 0 0 0,-1-2 0 0 0,69 18 0 0 0,-58-19 0 0 0,46 20 0 0 0,-89-32 0 0 0,0 1 0 0 0,0 0 0 0 0,0 0 0 0 0,0 0 0 0 0,0 1 0 0 0,-1-1 0 0 0,1 1 0 0 0,-1 0 0 0 0,1 0 0 0 0,-1 0 0 0 0,0 0 0 0 0,0 1 0 0 0,-1-1 0 0 0,1 1 0 0 0,-1 0 0 0 0,1 0 0 0 0,-1 0 0 0 0,-1 0 0 0 0,4 7 0 0 0,1 13 0 0 0</inkml:trace>
</inkml:ink>
</file>

<file path=ppt/ink/ink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11:27.22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1226 112 6553 0 0,'-3'-8'7'0'0,"-2"-4"-11"0"0,0 1 1 0 0,-1-1-1 0 0,0 1 1 0 0,-10-14-1 0 0,13 22 10 0 0,1 0 1 0 0,0 1-1 0 0,-1-1 0 0 0,0 1 0 0 0,1-1 1 0 0,-1 1-1 0 0,0 0 0 0 0,0 0 0 0 0,-1 1 1 0 0,1-1-1 0 0,0 1 0 0 0,0-1 0 0 0,-1 1 1 0 0,1 0-1 0 0,-1 0 0 0 0,1 0 0 0 0,-1 1 1 0 0,1-1-1 0 0,-1 1 0 0 0,-4 0 1 0 0,-15 2 548 0 0,0 0 0 0 0,1 2 1 0 0,-29 8-1 0 0,-66 27 2226 0 0,85-28-2566 0 0,-37 15 1375 0 0,2 3 1 0 0,1 3 0 0 0,-92 61 0 0 0,134-77-908 0 0,1 2 0 0 0,1 1-1 0 0,-24 26 1 0 0,-54 69 1710 0 0,66-71-1959 0 0,1 2 0 0 0,-48 91 0 0 0,62-98-455 0 0,1 1 0 0 0,3 0 0 0 0,1 1 0 0 0,-12 57 0 0 0,18-36 21 0 0,2 1 0 0 0,3 105 0 0 0,4-76 0 0 0,-8 259 0 0 0,-1 241 0 0 0,15-360 0 0 0,38 235 0 0 0,-10-242 0 0 0,25 204 0 0 0,-48-303 0 0 0,-7 184 0 0 0,-21-60 0 0 0,-2 245 0 0 0,32-298 0 0 0,3 152 0 0 0,-19-294 0 0 0,-3-1 0 0 0,-20 97 0 0 0,-47 100 0 0 0,59-211 0 0 0,2 1 0 0 0,1 0 0 0 0,2 1 0 0 0,-3 58 0 0 0,10-79 0 0 0,1 1 0 0 0,1-1 0 0 0,1 0 0 0 0,1 0 0 0 0,1 0 0 0 0,0 0 0 0 0,1 0 0 0 0,1-1 0 0 0,1 0 0 0 0,19 36 0 0 0,-13-35 0 0 0,1-1 0 0 0,1 0 0 0 0,1-1 0 0 0,1-1 0 0 0,23 20 0 0 0,-15-15 0 0 0,40 48 0 0 0,-60-63 0 0 0,0 0 0 0 0,0 0 0 0 0,-1 0 0 0 0,0 1 0 0 0,-1 0 0 0 0,0-1 0 0 0,0 1 0 0 0,0 1 0 0 0,-1-1 0 0 0,1 9 0 0 0,-1 6 0 0 0,-1 1 0 0 0,-2 31 0 0 0,0-37 0 0 0,1-3 0 0 0,1 0 0 0 0,0 0 0 0 0,1-1 0 0 0,0 1 0 0 0,1-1 0 0 0,1 1 0 0 0,0-1 0 0 0,1 0 0 0 0,1-1 0 0 0,0 1 0 0 0,0-1 0 0 0,10 13 0 0 0,-12-19 0 0 0,11 15 0 0 0,26 34 0 0 0,-34-49 0 0 0,0 0 0 0 0,0-1 0 0 0,0 0 0 0 0,0 0 0 0 0,1 0 0 0 0,0-1 0 0 0,0 0 0 0 0,11 4 0 0 0,0-2 0 0 0,1-1 0 0 0,-1 0 0 0 0,1-1 0 0 0,0-2 0 0 0,24 2 0 0 0,105-1 0 0 0,-117-4 0 0 0,-21 1 0 0 0,-1-1 0 0 0,0 0 0 0 0,15-2 0 0 0,-22 2 0 0 0,-1-1 0 0 0,0 1 0 0 0,0-1 0 0 0,1 1 0 0 0,-1-1 0 0 0,0 0 0 0 0,0 0 0 0 0,0 0 0 0 0,0 0 0 0 0,0 0 0 0 0,0-1 0 0 0,-1 1 0 0 0,1 0 0 0 0,0-1 0 0 0,-1 1 0 0 0,1-1 0 0 0,1-2 0 0 0,5-17 0 0 0</inkml:trace>
</inkml:ink>
</file>

<file path=ppt/ink/ink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11:38.05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1512 151 6553 0 0,'24'-14'182'0'0,"0"-1"0"0"0,0-2 0 0 0,-2 0 0 0 0,36-34 0 0 0,-56 49-186 0 0,-1 0-1 0 0,1 0 1 0 0,0 0 0 0 0,-1 0-1 0 0,0 0 1 0 0,0 0 0 0 0,1 0-1 0 0,-1 0 1 0 0,1-4 0 0 0,-2 5 4 0 0,0 1 1 0 0,0 0-1 0 0,0-1 0 0 0,0 1 1 0 0,0-1-1 0 0,0 1 1 0 0,0 0-1 0 0,0-1 1 0 0,0 1-1 0 0,0 0 0 0 0,0-1 1 0 0,0 1-1 0 0,0-1 1 0 0,-1 1-1 0 0,1 0 1 0 0,0-1-1 0 0,0 1 0 0 0,0 0 1 0 0,-1-1-1 0 0,1 1 1 0 0,0 0-1 0 0,0 0 1 0 0,-1-1-1 0 0,1 1 0 0 0,-1-1 13 0 0,0 1-1 0 0,0-1 1 0 0,0 1 0 0 0,0 0-1 0 0,0-1 1 0 0,0 1-1 0 0,-1 0 1 0 0,1 0-1 0 0,0 0 1 0 0,0 0-1 0 0,0 0 1 0 0,0 0-1 0 0,-1 0 1 0 0,-16 3 403 0 0,0 0-1 0 0,0 1 1 0 0,-23 9-1 0 0,10-3 215 0 0,1-1-71 0 0,-610 169 10689 0 0,438-134-8590 0 0,-279 29-2446 0 0,464-71-212 0 0,-1 1 0 0 0,0-1 0 0 0,0 0 0 0 0,0-2 0 0 0,0 0 0 0 0,-33-4 0 0 0,34-3 0 0 0,17 7 0 0 0,-1 0 0 0 0,1 0 0 0 0,0 0 0 0 0,-1-1 0 0 0,1 1 0 0 0,0 0 0 0 0,-1 0 0 0 0,1-1 0 0 0,0 1 0 0 0,-1 0 0 0 0,1 0 0 0 0,0-1 0 0 0,0 1 0 0 0,-1 0 0 0 0,1-1 0 0 0,0 1 0 0 0,0-1 0 0 0,0 1 0 0 0,0 0 0 0 0,-1-1 0 0 0,1 1 0 0 0,0 0 0 0 0,0-1 0 0 0,0 1 0 0 0,0-1 0 0 0,0 1 0 0 0,0 0 0 0 0,0-1 0 0 0,0 1 0 0 0,0-1 0 0 0,0 1 0 0 0,0 0 0 0 0,0-1 0 0 0,1 1 0 0 0,-1-1 0 0 0,0 1 0 0 0,0-1 0 0 0,6-6 0 0 0</inkml:trace>
</inkml:ink>
</file>

<file path=ppt/ink/ink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11:38.35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493 51 6553 0 0,'-1'-3'32'0'0,"-1"0"0"0"0,1 0-1 0 0,-1 0 1 0 0,0 0-1 0 0,1 1 1 0 0,-2-1-1 0 0,1 0 1 0 0,0 1-1 0 0,0 0 1 0 0,-1-1-1 0 0,1 1 1 0 0,-1 0 0 0 0,0 0-1 0 0,0 0 1 0 0,0 1-1 0 0,0-1 1 0 0,0 1-1 0 0,0 0 1 0 0,-6-2-1 0 0,-2 1 170 0 0,0 1 0 0 0,0 0 0 0 0,0 0-1 0 0,-1 2 1 0 0,1-1 0 0 0,0 1 0 0 0,0 1-1 0 0,0 0 1 0 0,0 1 0 0 0,1 0 0 0 0,-1 0-1 0 0,1 1 1 0 0,-1 0 0 0 0,-13 9 0 0 0,-1 2 407 0 0,1 0 1 0 0,1 2-1 0 0,0 0 1 0 0,-29 30-1 0 0,39-34-260 0 0,1 1-1 0 0,0-1 0 0 0,1 2 0 0 0,1-1 1 0 0,0 2-1 0 0,1-1 0 0 0,1 1 0 0 0,-9 25 0 0 0,14-31-167 0 0,0-1-1 0 0,1 1 1 0 0,0-1-1 0 0,0 1 1 0 0,1 0-1 0 0,1 0 1 0 0,0 13-1 0 0,1-15-25 0 0,0-1 0 0 0,0 0 1 0 0,1 0-1 0 0,0 0 0 0 0,0 0 0 0 0,1-1 1 0 0,0 1-1 0 0,0 0 0 0 0,0-1 0 0 0,9 12 0 0 0,-8-14-40 0 0,0 1-1 0 0,0-1 0 0 0,0 0 0 0 0,1 0 0 0 0,0-1 0 0 0,-1 0 0 0 0,1 1 0 0 0,0-1 0 0 0,0-1 0 0 0,1 1 0 0 0,-1-1 0 0 0,1 0 0 0 0,-1 0 0 0 0,1-1 0 0 0,0 1 0 0 0,-1-1 0 0 0,1-1 0 0 0,8 1 0 0 0,9-1 400 0 0,1 0 0 0 0,-1-2 0 0 0,30-7-1 0 0,-37 7-347 0 0,96-18 14 0 0,-11 2-2685 0 0,119-6 1 0 0,-147 23 1303 0 0</inkml:trace>
</inkml:ink>
</file>

<file path=ppt/ink/ink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11:40.85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35 139 6553 0 0,'-3'0'40'0'0,"1"-1"0"0"0,-1 1 1 0 0,0 0-1 0 0,0-1 0 0 0,1 1 0 0 0,-1-1 0 0 0,0 0 0 0 0,1 0 0 0 0,-1 0 0 0 0,1 0 0 0 0,-3-1 0 0 0,5 1-40 0 0,0 1 0 0 0,0 0 0 0 0,0 0 0 0 0,0 0 0 0 0,0 0 0 0 0,0 0 0 0 0,0 0 0 0 0,0 0-1 0 0,0 0 1 0 0,0-1 0 0 0,0 1 0 0 0,0 0 0 0 0,0 0 0 0 0,0 0 0 0 0,0 0 0 0 0,0 0 0 0 0,0 0 0 0 0,0 0 0 0 0,0 0 0 0 0,0 0 0 0 0,0-1 0 0 0,0 1 0 0 0,0 0 0 0 0,0 0 0 0 0,0 0-1 0 0,0 0 1 0 0,1 0 0 0 0,-1 0 0 0 0,0 0 0 0 0,0 0 0 0 0,0 0 0 0 0,0 0 0 0 0,0 0 0 0 0,0 0 0 0 0,0 0 0 0 0,0 0 0 0 0,0 0 0 0 0,0 0 0 0 0,1 0 0 0 0,-1 0 0 0 0,0 0 0 0 0,0 0-1 0 0,0 0 1 0 0,0 0 0 0 0,0 0 0 0 0,0 0 0 0 0,0 0 0 0 0,0 0 0 0 0,1 0 0 0 0,-1 0 0 0 0,0 0 0 0 0,0 0 0 0 0,0 0 0 0 0,0 0 0 0 0,0 0 0 0 0,0 0 0 0 0,0 0 0 0 0,0 0 0 0 0,0 0-1 0 0,1 0 1 0 0,-1 0 0 0 0,7 1 84 0 0,44 9 1165 0 0,1-3 0 0 0,0-2 0 0 0,1-2 0 0 0,61-4 0 0 0,209-35 1558 0 0,-278 30-3377 0 0,349-42-3549 0 0,-372 45 4019 0 0,225-26-2454 0 0,-1 16 3903 0 0,-94 10 922 0 0,75 1 987 0 0,-50 11-422 0 0,-166-8-2696 0 0,-6-1-69 0 0,0 1-1 0 0,0-1 1 0 0,1 0-1 0 0,-1 0 0 0 0,0-1 1 0 0,0 1-1 0 0,0-1 1 0 0,9-3-1 0 0,-13 4-69 0 0,-1 0 0 0 0,0 0 0 0 0,0 0 0 0 0,0 0 0 0 0,0 0 0 0 0,0 0 0 0 0,0 0 0 0 0,0 0 0 0 0,0 0 1 0 0,0 0-1 0 0,0 0 0 0 0,0 0 0 0 0,0-1 0 0 0,0 1 0 0 0,0 0 0 0 0,1 0 0 0 0,-1 0 0 0 0,0 0 0 0 0,0 0 0 0 0,0 0 0 0 0,0 0 0 0 0,0 0 0 0 0,0 0 0 0 0,0 0 0 0 0,0 0 0 0 0,0 0 0 0 0,0 0 0 0 0,0-1 1 0 0,0 1-1 0 0,0 0 0 0 0,0 0 0 0 0,0 0 0 0 0,0 0 0 0 0,0 0 0 0 0,0 0 0 0 0,0 0 0 0 0,0 0 0 0 0,0 0 0 0 0,0 0 0 0 0,0 0 0 0 0,0 0 0 0 0,0-1 0 0 0,0 1 0 0 0,0 0 0 0 0,0 0 0 0 0,0 0 0 0 0,-1 0 0 0 0,1 0 1 0 0,0 0-1 0 0,0 0 0 0 0,0 0 0 0 0,0 0 0 0 0,0 0 0 0 0,0 0 0 0 0,0 0 0 0 0,0 0 0 0 0,-7-4 142 0 0,-10-1 170 0 0,-9 2 202 0 0,0 2 0 0 0,1 0 0 0 0,-1 2 0 0 0,0 0 1 0 0,1 2-1 0 0,-49 12 0 0 0,40-6 67 0 0</inkml:trace>
</inkml:ink>
</file>

<file path=ppt/ink/ink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11:41.33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352 113 6553 0 0,'-25'-4'44'0'0,"-6"-1"234"0"0,-48-2 1 0 0,58 7 323 0 0,-28 6-1 0 0,13-1 103 0 0,-51 4 462 0 0,85-8-1136 0 0,1-1 0 0 0,0 0 0 0 0,0 1-1 0 0,0-1 1 0 0,0 1 0 0 0,0-1-1 0 0,0 1 1 0 0,0-1 0 0 0,0 1-1 0 0,0 0 1 0 0,0 0 0 0 0,0-1 0 0 0,0 1-1 0 0,0 0 1 0 0,0 0 0 0 0,1 0-1 0 0,-1 0 1 0 0,0 0 0 0 0,1 0-1 0 0,-1 0 1 0 0,1 0 0 0 0,-1 0 0 0 0,1 0-1 0 0,-1 0 1 0 0,1 1 0 0 0,0-1-1 0 0,0 0 1 0 0,-1 0 0 0 0,1 0-1 0 0,0 2 1 0 0,0-1 3 0 0,0-1 0 0 0,0 1-1 0 0,0 0 1 0 0,0-1 0 0 0,0 1 0 0 0,0 0-1 0 0,1-1 1 0 0,-1 1 0 0 0,0-1-1 0 0,1 1 1 0 0,-1 0 0 0 0,1-1 0 0 0,0 1-1 0 0,0-1 1 0 0,-1 1 0 0 0,1-1 0 0 0,0 0-1 0 0,0 1 1 0 0,0-1 0 0 0,1 0-1 0 0,1 2 1 0 0,1 0 87 0 0,1-1-1 0 0,-1 0 1 0 0,1 0-1 0 0,0-1 1 0 0,0 1-1 0 0,0-1 0 0 0,0 0 1 0 0,0 0-1 0 0,10 0 1 0 0,49-3 982 0 0,-59 1-1015 0 0,202-18 3306 0 0,104-22-6052 0 0,118-12-1821 0 0,-384 48 3969 0 0,390-31 1313 0 0,-307 29 1091 0 0,210-9 3171 0 0,-321 16-4897 0 0,1 0 138 0 0,-1-1 1 0 0,0 0 0 0 0,1-1 0 0 0,26-7-1 0 0,-49 7-252 0 0,-7 1 104 0 0,-31 1 508 0 0,10 2-70 0 0</inkml:trace>
</inkml:ink>
</file>

<file path=ppt/ink/ink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12:15.02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14 3 6553 0 0,'0'-1'11'0'0,"0"1"0"0"0,-1 0 0 0 0,1 0 0 0 0,-1-1 0 0 0,1 1 0 0 0,-1 0 0 0 0,1 0 0 0 0,0 0 0 0 0,-1 0 0 0 0,1 0 0 0 0,-1 0 0 0 0,1 0 0 0 0,-1 0 0 0 0,1 0 0 0 0,-1 0 0 0 0,1 0 0 0 0,-1 0 0 0 0,1 0 0 0 0,-1 0 0 0 0,1 0 0 0 0,0 0 0 0 0,-1 1 0 0 0,1-1 0 0 0,-1 0 0 0 0,1 0 0 0 0,0 0 0 0 0,-1 1 0 0 0,1-1 0 0 0,-1 1 0 0 0,5 1 347 0 0,2-1-275 0 0,0 0-1 0 0,0 1 1 0 0,0-2-1 0 0,0 1 1 0 0,0-1-1 0 0,0 0 1 0 0,11-1-1 0 0,15-2 735 0 0,0 2 0 0 0,0 0 0 0 0,61 9 0 0 0,-71-7-260 0 0,0 0 0 0 0,1-1 0 0 0,36-6 0 0 0,26 0 836 0 0,-82 5-1351 0 0,-1 1-1 0 0,1 0 1 0 0,-1 1-1 0 0,1-1 1 0 0,-1 0-1 0 0,1 1 1 0 0,-1-1-1 0 0,1 1 1 0 0,-1 0 0 0 0,5 2-1 0 0,-4 0 242 0 0</inkml:trace>
</inkml:ink>
</file>

<file path=ppt/ink/ink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12:15.43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397 20 6553 0 0,'-2'-2'33'0'0,"-1"0"0"0"0,1 0 0 0 0,-1 0 0 0 0,0 0 0 0 0,0 1 0 0 0,0-1 0 0 0,1 1 0 0 0,-2 0 0 0 0,1 0 0 0 0,0 0 0 0 0,0 0 0 0 0,0 1 0 0 0,0-1 0 0 0,-1 1 0 0 0,1 0 0 0 0,-4 0 0 0 0,-3 1 158 0 0,0 0 1 0 0,0 1-1 0 0,0 0 0 0 0,1 1 0 0 0,-1 0 0 0 0,1 1 1 0 0,0 0-1 0 0,0 0 0 0 0,0 1 0 0 0,1 0 0 0 0,-13 10 1 0 0,-5 6 612 0 0,1 2 1 0 0,-24 27-1 0 0,11-10 223 0 0,26-28-656 0 0,1 1-1 0 0,0 0 1 0 0,-11 18 0 0 0,19-26-255 0 0,0 0 1 0 0,0 0-1 0 0,0 1 1 0 0,0-1-1 0 0,1 1 1 0 0,0 0-1 0 0,1 0 1 0 0,-1 0-1 0 0,1 0 1 0 0,0 0-1 0 0,1 0 1 0 0,-1 8-1 0 0,1-12-76 0 0,1 0-1 0 0,-1 0 1 0 0,0 0-1 0 0,1 0 0 0 0,0-1 1 0 0,-1 1-1 0 0,1 0 1 0 0,0 0-1 0 0,0-1 0 0 0,0 1 1 0 0,0 0-1 0 0,0-1 1 0 0,1 1-1 0 0,-1-1 0 0 0,2 2 1 0 0,0 0 51 0 0,1-1 0 0 0,-1 1 0 0 0,1-1 0 0 0,-1 1 0 0 0,1-1 0 0 0,6 2 0 0 0,0-1 124 0 0,0 0 0 0 0,-1 0 0 0 0,1-1 0 0 0,1 0 0 0 0,10 0 0 0 0,27 1 545 0 0,32 2 603 0 0,-77-5-1280 0 0,1 0 0 0 0,0 0 0 0 0,-1 0-1 0 0,1 1 1 0 0,0 0 0 0 0,5 1 0 0 0,-3 1 117 0 0</inkml:trace>
</inkml:ink>
</file>

<file path=ppt/ink/ink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12:16.21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23 505 6553 0 0,'-5'-2'28'0'0,"-11"-3"465"0"0,16 5-290 0 0,-1 2-213 0 0,6 1 137 0 0,5-3 85 0 0,-1 0-1 0 0,1 0 0 0 0,-1 0 1 0 0,1-1-1 0 0,-1-1 0 0 0,0 0 1 0 0,17-5-1 0 0,-5 0-224 0 0,0-1 0 0 0,-1 0 0 0 0,0-2 1 0 0,0-1-1 0 0,-1 0 0 0 0,0-1 0 0 0,-1-1 0 0 0,31-29 0 0 0,-39 32-45 0 0,-1-1 0 0 0,0 0-1 0 0,0 0 1 0 0,-1-1-1 0 0,-1 0 1 0 0,9-19 0 0 0,-11 22 27 0 0,-2-1 0 0 0,1 0 0 0 0,-2 0 0 0 0,1-1 0 0 0,-1 1 1 0 0,-1 0-1 0 0,0-1 0 0 0,0 0 0 0 0,-2-14 0 0 0,0 17 2 0 0,0 0 0 0 0,-1 0-1 0 0,1 0 1 0 0,-2 0 0 0 0,1 0 0 0 0,-1 0-1 0 0,-1 1 1 0 0,1-1 0 0 0,-1 1 0 0 0,-9-13-1 0 0,9 16 23 0 0,0-1-1 0 0,0 1 1 0 0,0-1-1 0 0,0 1 1 0 0,-1 1-1 0 0,1-1 1 0 0,-1 0-1 0 0,0 1 0 0 0,0 0 1 0 0,0 0-1 0 0,-1 1 1 0 0,1 0-1 0 0,-1-1 1 0 0,1 2-1 0 0,-13-3 1 0 0,15 3 65 0 0,0 1 0 0 0,-1-1-1 0 0,1 1 1 0 0,-1 0 0 0 0,1 1 0 0 0,0-1 0 0 0,-1 0 0 0 0,1 1 0 0 0,0 0 0 0 0,-1 0 0 0 0,1 0 0 0 0,0 0 0 0 0,0 0 0 0 0,0 1 0 0 0,-6 3 0 0 0,5-2 35 0 0,1 0 1 0 0,-1 1 0 0 0,1-1-1 0 0,0 1 1 0 0,0-1-1 0 0,0 1 1 0 0,0 0 0 0 0,1 0-1 0 0,0 0 1 0 0,-3 6-1 0 0,0 3 191 0 0,1 1 0 0 0,1-1 0 0 0,0 1-1 0 0,0-1 1 0 0,1 1 0 0 0,1 26 0 0 0,2-7 449 0 0,1 0 0 0 0,2-1 0 0 0,14 53 0 0 0,37 94 2367 0 0,-23-83-1311 0 0,-12-31-1059 0 0,51 192 3489 0 0,-68-246-4169 0 0,-2-8-50 0 0,0 0 0 0 0,0 0 1 0 0,-1 0-1 0 0,1 0 0 0 0,-1 0 0 0 0,1 0 1 0 0,-1 0-1 0 0,0 0 0 0 0,-1 5 0 0 0,-5-3 0 0 0,2-6 0 0 0</inkml:trace>
</inkml:ink>
</file>

<file path=ppt/ink/ink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12:16.39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4 227 6553 0 0,'-1'-2'0'0'0,"0"1"0"0"0,1-1 0 0 0,-1 0 0 0 0,1 0 0 0 0,0 0 0 0 0,0 1 0 0 0,0-1 0 0 0,0 0 0 0 0,0 0 0 0 0,0 0 0 0 0,0 0 0 0 0,0 0 0 0 0,1 1 0 0 0,-1-1 0 0 0,1 0 0 0 0,-1 0 0 0 0,1 1 0 0 0,1-4 0 0 0,2 1 0 0 0,-1-1 0 0 0,1 1 0 0 0,-1 0 0 0 0,1 0 0 0 0,5-3 0 0 0,-7 4 0 0 0,9-6 0 0 0,1 1 0 0 0,0 0 0 0 0,0 0 0 0 0,0 1 0 0 0,1 1 0 0 0,19-8 0 0 0,86-21 0 0 0,-38 14 0 0 0,1-10 0 0 0,-56 20 0 0 0</inkml:trace>
</inkml:ink>
</file>

<file path=ppt/ink/ink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12:16.64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106 38 6553 0 0,'-1'-2'8'0'0,"0"-2"-11"0"0,-1 0-1 0 0,0 0 0 0 0,1 0 1 0 0,-1 1-1 0 0,-4-7 0 0 0,5 10 11 0 0,1-1 0 0 0,-1 1 0 0 0,1-1 0 0 0,-1 1 0 0 0,1-1-1 0 0,-1 1 1 0 0,0-1 0 0 0,1 1 0 0 0,-1 0 0 0 0,1-1 0 0 0,-1 1-1 0 0,0 0 1 0 0,1 0 0 0 0,-1-1 0 0 0,0 1 0 0 0,1 0 0 0 0,-1 0 0 0 0,0 0-1 0 0,1 0 1 0 0,-1 0 0 0 0,0 0 0 0 0,0 0 0 0 0,1 0 0 0 0,-1 0-1 0 0,0 0 1 0 0,1 0 0 0 0,-1 0 0 0 0,0 1 0 0 0,1-1 0 0 0,-1 0 0 0 0,0 0-1 0 0,1 1 1 0 0,-1-1 0 0 0,1 0 0 0 0,-1 1 0 0 0,0-1 0 0 0,1 1 0 0 0,-1-1-1 0 0,1 1 1 0 0,-1-1 0 0 0,1 1 0 0 0,-1 0 0 0 0,-4 4 147 0 0,1 1 0 0 0,0-1 1 0 0,1 1-1 0 0,-1 0 1 0 0,1 0-1 0 0,0 0 0 0 0,0 0 1 0 0,-2 11-1 0 0,-12 54 1320 0 0,17-70-1444 0 0,-5 34 644 0 0,1-1-1 0 0,2 0 0 0 0,1 1 0 0 0,1 0 0 0 0,3-1 0 0 0,0 0 0 0 0,3 1 0 0 0,16 61 0 0 0,-20-93-600 0 0,-1 1 1 0 0,1 0-1 0 0,0 0 1 0 0,0-1-1 0 0,0 1 1 0 0,0-1 0 0 0,0 1-1 0 0,1-1 1 0 0,0 0-1 0 0,-1 0 1 0 0,1 0-1 0 0,0 0 1 0 0,1-1-1 0 0,-1 1 1 0 0,0-1-1 0 0,1 0 1 0 0,-1 0-1 0 0,1 0 1 0 0,0 0 0 0 0,0-1-1 0 0,0 1 1 0 0,-1-1-1 0 0,1 0 1 0 0,5 1-1 0 0,5-2-73 0 0</inkml:trace>
</inkml:ink>
</file>

<file path=ppt/ink/ink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12:17.12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0 206 6553 0 0,'1'-7'0'0'0,"1"1"0"0"0,-1-1 0 0 0,1 0 0 0 0,0 1 0 0 0,1 0 0 0 0,0-1 0 0 0,0 1 0 0 0,0 0 0 0 0,1 0 0 0 0,-1 1 0 0 0,2-1 0 0 0,-1 1 0 0 0,6-6 0 0 0,0 1-1 0 0,1-1-1 0 0,0 1 0 0 0,0 1 0 0 0,2 0 1 0 0,-1 0-1 0 0,1 1 0 0 0,17-8 0 0 0,-25 14 51 0 0,-1 1 0 0 0,0-1 0 0 0,0 1 0 0 0,0 0 0 0 0,1 0 1 0 0,-1 0-1 0 0,0 0 0 0 0,1 1 0 0 0,-1 0 0 0 0,1 0 0 0 0,-1 0 0 0 0,1 0 0 0 0,-1 1 0 0 0,0 0 0 0 0,1 0 0 0 0,-1 0 0 0 0,0 0 0 0 0,0 1 0 0 0,1-1 0 0 0,-1 1 0 0 0,0 0 0 0 0,-1 0 0 0 0,1 1 0 0 0,0-1 0 0 0,-1 1 0 0 0,1 0 1 0 0,-1 0-1 0 0,0 0 0 0 0,3 4 0 0 0,-2-3 70 0 0,-1 0 1 0 0,0 1 0 0 0,0-1-1 0 0,-1 1 1 0 0,1-1 0 0 0,-1 1-1 0 0,0 0 1 0 0,0 0 0 0 0,-1 0-1 0 0,0 0 1 0 0,2 10 0 0 0,-2-7 40 0 0,-1 1 0 0 0,0-1 0 0 0,-1 0 1 0 0,0 0-1 0 0,0 0 0 0 0,-1 0 0 0 0,-2 8 0 0 0,-3 4 256 0 0,-1-1 0 0 0,0-1 0 0 0,-2 1-1 0 0,0-1 1 0 0,-15 20 0 0 0,11-19-82 0 0,6-9-97 0 0,1 0 0 0 0,0 0 0 0 0,1 1 0 0 0,-6 13 1 0 0,11-24-228 0 0,1 0 1 0 0,0 0-1 0 0,0 0 1 0 0,0 0-1 0 0,0 0 1 0 0,0 1-1 0 0,-1-1 1 0 0,1 0 0 0 0,0 0-1 0 0,0 0 1 0 0,0 1-1 0 0,0-1 1 0 0,0 0-1 0 0,0 0 1 0 0,0 0-1 0 0,0 1 1 0 0,0-1 0 0 0,0 0-1 0 0,0 0 1 0 0,0 0-1 0 0,0 1 1 0 0,0-1-1 0 0,0 0 1 0 0,0 0-1 0 0,0 1 1 0 0,0-1 0 0 0,0 0-1 0 0,0 0 1 0 0,0 0-1 0 0,0 1 1 0 0,0-1-1 0 0,0 0 1 0 0,1 0-1 0 0,-1 0 1 0 0,0 0 0 0 0,0 1-1 0 0,0-1 1 0 0,0 0-1 0 0,0 0 1 0 0,1 0-1 0 0,7-4 182 0 0,10-13 58 0 0,5-9-623 0 0,-1-1 0 0 0,-1 0 0 0 0,-2-2 0 0 0,-1-1 0 0 0,-1 0 0 0 0,-1-1-1 0 0,18-55 1 0 0,-20 49 120 0 0,-7 18-68 0 0,9-34 0 0 0,-16 53 321 0 0,0 0-1 0 0,0 0 1 0 0,0-1-1 0 0,0 1 1 0 0,1 0-1 0 0,-1 0 1 0 0,0 0-1 0 0,0 0 1 0 0,0 0-1 0 0,0 0 1 0 0,0-1-1 0 0,0 1 1 0 0,0 0-1 0 0,0 0 1 0 0,0 0-1 0 0,0 0 1 0 0,0-1-1 0 0,0 1 1 0 0,0 0-1 0 0,0 0 1 0 0,0 0-1 0 0,0 0 1 0 0,0-1-1 0 0,0 1 1 0 0,0 0-1 0 0,0 0 1 0 0,0 0-1 0 0,0 0 1 0 0,0 0-1 0 0,0-1 1 0 0,0 1-1 0 0,0 0 1 0 0,0 0-1 0 0,0 0 1 0 0,-1 0-1 0 0,1 0 1 0 0,0-1-1 0 0,0 1 1 0 0,0 0-1 0 0,0 0 1 0 0,0 0-1 0 0,0 0 1 0 0,0 0-1 0 0,-1 0 1 0 0,1 0-1 0 0,0 0 1 0 0,0 0-1 0 0,0-1 1 0 0,0 1-1 0 0,-1 0 1 0 0,-7 8-83 0 0,-9 14 342 0 0,0 5 203 0 0,0 0 1 0 0,2 2-1 0 0,1 0 1 0 0,-10 31-1 0 0,20-47-269 0 0,1 1 0 0 0,0-1 0 0 0,0 1 0 0 0,2-1 0 0 0,-1 16 0 0 0,2-20-56 0 0,1 0 1 0 0,0 0 0 0 0,0 0-1 0 0,1-1 1 0 0,0 1 0 0 0,0 0 0 0 0,1-1-1 0 0,6 15 1 0 0,-7-19-74 0 0,1 0 0 0 0,-1-1 0 0 0,0 1 0 0 0,1 0 0 0 0,0-1 0 0 0,0 1 0 0 0,0-1 0 0 0,0 0 0 0 0,1 0 0 0 0,-1 0 0 0 0,1 0 0 0 0,0-1 0 0 0,-1 1 0 0 0,1-1 0 0 0,1 0 0 0 0,7 3 0 0 0,-5-4 38 0 0,0 1 0 0 0,1-1 0 0 0,-1 0 0 0 0,1 0-1 0 0,-1-1 1 0 0,0 0 0 0 0,1-1 0 0 0,-1 1 0 0 0,12-4-1 0 0,-11 3 20 0 0,-1-1 0 0 0,1 0-1 0 0,-1 0 1 0 0,1-1 0 0 0,-1 0 0 0 0,13-7-1 0 0,-10 2-120 0 0</inkml:trace>
</inkml:ink>
</file>

<file path=ppt/ink/ink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12:17.26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15 87 6553 0 0,'-6'-2'0'0'0,"2"1"0"0"0,1-2 0 0 0,1 1 0 0 0,4 2 0 0 0,1-1 0 0 0,3-1 241 0 0,3-1-241 0 0,4-1-7 0 0,5-1 7 0 0,6-2-14 0 0,3-3 14 0 0,3 1-13 0 0,3 0 13 0 0,2-1-17 0 0,-1 1 17 0 0,-2 0-7 0 0</inkml:trace>
</inkml:ink>
</file>

<file path=ppt/ink/ink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12:17.51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7 6553 0 0,'1'-1'25'0'0,"-1"1"-1"0"0,1-1 1 0 0,0 0-1 0 0,0 1 1 0 0,0-1-1 0 0,-1 1 1 0 0,1 0-1 0 0,0-1 1 0 0,0 1-1 0 0,0-1 1 0 0,0 1-1 0 0,0 0 1 0 0,0 0-1 0 0,0 0 1 0 0,0 0-1 0 0,0-1 1 0 0,-1 1-1 0 0,1 0 0 0 0,2 1 1 0 0,-1-1 39 0 0,1 1 0 0 0,-1-1 1 0 0,1 1-1 0 0,-1 0 0 0 0,1 0 1 0 0,-1 0-1 0 0,3 2 0 0 0,4 3 240 0 0,0 1 1 0 0,13 12-1 0 0,-20-18-254 0 0,7 9 212 0 0,1 0 0 0 0,-1 1 0 0 0,-1 0-1 0 0,1 0 1 0 0,-2 1 0 0 0,0 0 0 0 0,0 0-1 0 0,-1 1 1 0 0,-1 0 0 0 0,0 0 0 0 0,-1 0-1 0 0,0 1 1 0 0,-1-1 0 0 0,2 17 0 0 0,-3-11 88 0 0,-1 0 0 0 0,-1 1 1 0 0,-1-1-1 0 0,-1 0 1 0 0,0 0-1 0 0,-1 0 1 0 0,-1 0-1 0 0,-1 0 0 0 0,-12 30 1 0 0,-56 100 2476 0 0,62-129-2538 0 0,4-5-32 0 0,7-14-248 0 0,0-1 0 0 0,0 0 0 0 0,0 0 0 0 0,-1 1 0 0 0,1-1 0 0 0,0 0 0 0 0,0 1 0 0 0,0-1 0 0 0,0 1 0 0 0,0-1 0 0 0,0 0 0 0 0,-1 1 0 0 0,1-1 0 0 0,0 0 0 0 0,0 1 0 0 0,0-1 0 0 0,0 1 0 0 0,0-1 0 0 0,1 0 0 0 0,-1 1 0 0 0,0-1 0 0 0,0 0 0 0 0,0 1 0 0 0,0-1 0 0 0,0 0 0 0 0,0 1 0 0 0,1-1 0 0 0,-1 0 0 0 0,0 1 0 0 0,0-1 0 0 0,0 0 0 0 0,1 1 0 0 0,-1-1 0 0 0,5 0 191 0 0</inkml:trace>
</inkml:ink>
</file>

<file path=ppt/ink/ink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12:17.68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23 6553 0 0,'2'-1'40'0'0,"-1"-1"-1"0"0,1 0 0 0 0,0 0 0 0 0,0 0 0 0 0,0 1 0 0 0,0-1 0 0 0,0 1 0 0 0,0-1 0 0 0,0 1 0 0 0,0 0 1 0 0,1 0-1 0 0,-1 0 0 0 0,0 0 0 0 0,1 0 0 0 0,-1 1 0 0 0,1-1 0 0 0,-1 1 0 0 0,1 0 0 0 0,-1-1 1 0 0,1 1-1 0 0,2 0 0 0 0,9 1 260 0 0,0 0 1 0 0,22 4-1 0 0,-25-3-135 0 0,-7-2-59 0 0,0 1 0 0 0,0 0 0 0 0,0 0 1 0 0,0 1-1 0 0,0-1 0 0 0,6 4 0 0 0,-9-5-84 0 0,0 1 0 0 0,-1-1 0 0 0,1 1-1 0 0,0-1 1 0 0,0 1 0 0 0,-1 0 0 0 0,1-1-1 0 0,0 1 1 0 0,-1 0 0 0 0,1-1-1 0 0,-1 1 1 0 0,1 0 0 0 0,-1 0 0 0 0,1-1-1 0 0,-1 1 1 0 0,0 0 0 0 0,1 0 0 0 0,-1 0-1 0 0,0 0 1 0 0,0-1 0 0 0,1 1 0 0 0,-1 0-1 0 0,0 0 1 0 0,0 0 0 0 0,0 0 0 0 0,0 0-1 0 0,0 0 1 0 0,0 0 0 0 0,0 0 0 0 0,-1 0-1 0 0,1-1 1 0 0,0 1 0 0 0,0 0 0 0 0,-1 0-1 0 0,0 1 1 0 0,-3 6 236 0 0</inkml:trace>
</inkml:ink>
</file>

<file path=ppt/ink/ink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12:17.83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26 1 6553 0 0,'-18'19'538'0'0,"13"-14"-538"0"0,4-2 0 0 0,-1-2 0 0 0,2 2 240 0 0,0 2-240 0 0,2-1 0 0 0,2 1 240 0 0,1-1-240 0 0,4-1 481 0 0,1-1-481 0 0,4-2 240 0 0,1 0 0 0 0,1-2 241 0 0,5-1-481 0 0,2 0 481 0 0</inkml:trace>
</inkml:ink>
</file>

<file path=ppt/ink/ink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12:18.25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149 208 6553 0 0,'-7'-11'24'0'0,"5"8"-31"0"0,1 0 0 0 0,-1 0 0 0 0,-1 0 0 0 0,1 0 1 0 0,0 0-1 0 0,-5-3 0 0 0,7 5 16 0 0,-1 1 0 0 0,0-1 1 0 0,0 1-1 0 0,1 0 0 0 0,-1-1 0 0 0,0 1 0 0 0,0 0 1 0 0,1 0-1 0 0,-1-1 0 0 0,0 1 0 0 0,0 0 0 0 0,0 0 0 0 0,1 0 1 0 0,-1 0-1 0 0,0 0 0 0 0,0 0 0 0 0,0 0 0 0 0,1 1 0 0 0,-1-1 1 0 0,0 0-1 0 0,0 0 0 0 0,0 0 0 0 0,1 1 0 0 0,-1-1 1 0 0,0 1-1 0 0,1-1 0 0 0,-1 0 0 0 0,0 1 0 0 0,1-1 0 0 0,-1 1 1 0 0,0-1-1 0 0,1 1 0 0 0,-1 0 0 0 0,0 0 0 0 0,-4 5 146 0 0,1-1-1 0 0,0 1 1 0 0,0 0-1 0 0,0 0 1 0 0,1 1-1 0 0,0-1 1 0 0,0 1-1 0 0,0-1 1 0 0,1 1-1 0 0,0 0 1 0 0,-1 11-1 0 0,1-6 65 0 0,0 0 1 0 0,2-1-1 0 0,-1 1 0 0 0,2 0 1 0 0,-1-1-1 0 0,4 16 0 0 0,-3-21-106 0 0,0-1-1 0 0,1 1 0 0 0,-1 0 0 0 0,1-1 0 0 0,1 0 1 0 0,-1 1-1 0 0,1-1 0 0 0,0 0 0 0 0,0 0 0 0 0,0 0 0 0 0,1-1 1 0 0,-1 1-1 0 0,1-1 0 0 0,0 0 0 0 0,1 0 0 0 0,-1 0 1 0 0,1-1-1 0 0,0 1 0 0 0,-1-1 0 0 0,1 0 0 0 0,1-1 1 0 0,-1 1-1 0 0,0-1 0 0 0,1 0 0 0 0,-1 0 0 0 0,1-1 1 0 0,0 1-1 0 0,11 0 0 0 0,-6-2 66 0 0,-1 0-1 0 0,1 0 1 0 0,0-1 0 0 0,0-1-1 0 0,0 0 1 0 0,0 0-1 0 0,-1-1 1 0 0,1 0 0 0 0,-1-1-1 0 0,0 0 1 0 0,0-1 0 0 0,9-6-1 0 0,-1 0-326 0 0,-1 0 0 0 0,0-2 0 0 0,-1 0-1 0 0,0-1 1 0 0,18-22 0 0 0,-27 28 41 0 0,-1 0 0 0 0,0 0 0 0 0,-1 0 0 0 0,0 0 0 0 0,0-1 0 0 0,-1 0-1 0 0,0 0 1 0 0,3-10 0 0 0,-5 13 55 0 0,-1 0-1 0 0,0 0 0 0 0,0 0 0 0 0,0 0 1 0 0,-1 0-1 0 0,0 0 0 0 0,0 0 0 0 0,0-1 1 0 0,-1 1-1 0 0,0 0 0 0 0,0 0 0 0 0,-1 0 1 0 0,0 0-1 0 0,-2-6 0 0 0,-1 2 0 0 0,0-1 1 0 0,-1 2-1 0 0,0-1 0 0 0,-1 1 0 0 0,0 0 0 0 0,-1 0 1 0 0,1 0-1 0 0,-1 1 0 0 0,-1 1 0 0 0,0-1 0 0 0,0 1 1 0 0,0 1-1 0 0,-1 0 0 0 0,0 0 0 0 0,0 1 0 0 0,-1 0 1 0 0,1 1-1 0 0,-1 0 0 0 0,0 0 0 0 0,0 2 0 0 0,0-1 1 0 0,0 1-1 0 0,-1 1 0 0 0,1 0 0 0 0,-1 0 0 0 0,1 1 1 0 0,-1 1-1 0 0,1 0 0 0 0,0 1 0 0 0,-1 0 0 0 0,1 0 1 0 0,0 1-1 0 0,0 1 0 0 0,0 0 0 0 0,-15 8 0 0 0,17-7 223 0 0,-1 1-1 0 0,1 0 0 0 0,0 1 0 0 0,1 0 1 0 0,0 0-1 0 0,0 1 0 0 0,0 0 0 0 0,1 1 1 0 0,0 0-1 0 0,1 0 0 0 0,0 0 0 0 0,-8 17 1 0 0,-1 13 344 0 0</inkml:trace>
</inkml:ink>
</file>

<file path=ppt/ink/ink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12:23.19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174 169 6553 0 0,'-5'4'175'0'0,"-1"0"0"0"0,0 0-1 0 0,-1-1 1 0 0,1 0-1 0 0,0-1 1 0 0,-1 1 0 0 0,0-1-1 0 0,0 0 1 0 0,-7 0-1 0 0,9-1-64 0 0,0 0-1 0 0,0 0 1 0 0,0-1 0 0 0,1 0-1 0 0,-1 0 1 0 0,0-1-1 0 0,0 1 1 0 0,0-1 0 0 0,0 0-1 0 0,1 0 1 0 0,-1 0-1 0 0,0-1 1 0 0,-7-3 0 0 0,10 3-115 0 0,-1 0 0 0 0,1 0 0 0 0,0 0 1 0 0,0 0-1 0 0,0 0 0 0 0,1-1 1 0 0,-1 1-1 0 0,0-1 0 0 0,1 1 1 0 0,0-1-1 0 0,-1 1 0 0 0,1-1 1 0 0,0 0-1 0 0,0 1 0 0 0,1-1 1 0 0,-1 0-1 0 0,0 0 0 0 0,1 0 0 0 0,0-4 1 0 0,-1 1-19 0 0,1 0 0 0 0,1 0 0 0 0,-1 0 1 0 0,1 0-1 0 0,0 0 0 0 0,0 0 0 0 0,1 1 0 0 0,3-10 0 0 0,-5 14 28 0 0,0 1-1 0 0,1-1 0 0 0,-1 0 0 0 0,0 0 0 0 0,1 1 1 0 0,-1-1-1 0 0,0 0 0 0 0,1 1 0 0 0,-1-1 0 0 0,1 0 0 0 0,-1 1 1 0 0,1-1-1 0 0,-1 1 0 0 0,1-1 0 0 0,0 1 0 0 0,-1-1 0 0 0,1 1 1 0 0,0-1-1 0 0,-1 1 0 0 0,1 0 0 0 0,0-1 0 0 0,-1 1 1 0 0,1 0-1 0 0,0 0 0 0 0,0-1 0 0 0,0 1 0 0 0,-1 0 0 0 0,1 0 1 0 0,0 0-1 0 0,0 0 0 0 0,-1 0 0 0 0,1 0 0 0 0,0 0 0 0 0,0 0 1 0 0,0 0-1 0 0,-1 1 0 0 0,1-1 0 0 0,0 0 0 0 0,0 0 1 0 0,-1 1-1 0 0,1-1 0 0 0,0 1 0 0 0,-1-1 0 0 0,1 0 0 0 0,0 1 1 0 0,-1-1-1 0 0,1 1 0 0 0,0 0 0 0 0,5 4 194 0 0,0 1-1 0 0,0 0 1 0 0,10 13 0 0 0,-6-6 38 0 0,-3-6-88 0 0,-1 0 0 0 0,2-1-1 0 0,-1 0 1 0 0,1 0 0 0 0,-1-1-1 0 0,2 0 1 0 0,-1 0 0 0 0,0-1-1 0 0,14 6 1 0 0,-16-9-49 0 0,0 1 0 0 0,0-1 0 0 0,-1 0 0 0 0,1-1 0 0 0,0 1 0 0 0,0-1 1 0 0,0 0-1 0 0,0 0 0 0 0,0-1 0 0 0,-1 0 0 0 0,1 0 0 0 0,0 0 0 0 0,0-1 0 0 0,-1 0 0 0 0,1 0 0 0 0,8-4 0 0 0,5-5-167 0 0,-1-1 0 0 0,0 0 0 0 0,0-1 0 0 0,-1-1 0 0 0,-1 0 0 0 0,0-2 0 0 0,16-19-1 0 0,-32 34 63 0 0,1 0 0 0 0,-1 0-1 0 0,1 0 1 0 0,-1 1 0 0 0,1-1-1 0 0,0 0 1 0 0,-1 1 0 0 0,1-1-1 0 0,0 0 1 0 0,-1 1-1 0 0,1-1 1 0 0,0 1 0 0 0,0-1-1 0 0,0 1 1 0 0,-1-1 0 0 0,1 1-1 0 0,0 0 1 0 0,0-1-1 0 0,0 1 1 0 0,0 0 0 0 0,0 0-1 0 0,0 0 1 0 0,0 0 0 0 0,1 0-1 0 0,-1 0 28 0 0,1 1 0 0 0,-1 0 0 0 0,0 0-1 0 0,0 0 1 0 0,0 0 0 0 0,0 0 0 0 0,0 0-1 0 0,0 0 1 0 0,0 0 0 0 0,0 0 0 0 0,0 1-1 0 0,-1-1 1 0 0,1 0 0 0 0,0 1 0 0 0,0 2-1 0 0,4 8 151 0 0,1 0 0 0 0,1-1-1 0 0,0 1 1 0 0,11 13-1 0 0,-13-20-86 0 0,-1-1-1 0 0,1 1 0 0 0,0-1 1 0 0,0 0-1 0 0,0 0 1 0 0,0 0-1 0 0,1-1 0 0 0,0 0 1 0 0,-1 0-1 0 0,1-1 0 0 0,8 3 1 0 0,-5-2 8 0 0,0-1 0 0 0,0-1 0 0 0,0 1 0 0 0,0-2 0 0 0,0 1 1 0 0,0-1-1 0 0,0 0 0 0 0,0-1 0 0 0,0 0 0 0 0,0-1 0 0 0,0 0 0 0 0,0 0 1 0 0,0-1-1 0 0,-1 0 0 0 0,13-6 0 0 0,7-7-313 0 0,-2 0 0 0 0,0-1 0 0 0,29-25 0 0 0,-13 9-512 0 0,-40 31 701 0 0,0 0-1 0 0,1 1 1 0 0,-1-1 0 0 0,1 1-1 0 0,-1-1 1 0 0,1 1 0 0 0,0 0-1 0 0,0 0 1 0 0,0 0 0 0 0,-1 1 0 0 0,5-2-1 0 0,-5 2 37 0 0,0 0 1 0 0,0 1-1 0 0,-1-1 0 0 0,1 0 0 0 0,0 1 0 0 0,0-1 0 0 0,-1 1 0 0 0,1-1 0 0 0,0 1 1 0 0,-1 0-1 0 0,1-1 0 0 0,-1 1 0 0 0,1 0 0 0 0,-1 0 0 0 0,1 0 0 0 0,-1 0 1 0 0,0 1-1 0 0,0-1 0 0 0,1 0 0 0 0,0 2 0 0 0,6 7 148 0 0,1 0-1 0 0,0-1 1 0 0,0-1-1 0 0,1 1 0 0 0,0-2 1 0 0,12 8-1 0 0,-13-10-33 0 0,-1-1 0 0 0,1 0-1 0 0,0-1 1 0 0,0 0-1 0 0,0 0 1 0 0,1-1 0 0 0,-1 0-1 0 0,18 1 1 0 0,-13-2 41 0 0,-1-1 1 0 0,1-1 0 0 0,-1-1-1 0 0,1 0 1 0 0,-1 0-1 0 0,17-6 1 0 0,74-32-280 0 0,-71 25-626 0 0,54-16 1 0 0,-80 30 728 0 0,-1 0 1 0 0,1 0-1 0 0,-1 0 0 0 0,1 1 1 0 0,-1 0-1 0 0,1 0 1 0 0,0 0-1 0 0,-1 1 1 0 0,9 2-1 0 0,-3 0 164 0 0,-1 1-1 0 0,1 0 1 0 0,-1 1 0 0 0,12 7-1 0 0,-11-6-72 0 0,0-1 0 0 0,0 0 0 0 0,0-1 0 0 0,1 0 0 0 0,-1-1 0 0 0,1-1 0 0 0,0 0-1 0 0,0 0 1 0 0,0-1 0 0 0,0-1 0 0 0,0 0 0 0 0,0-1 0 0 0,0-1 0 0 0,0 1-1 0 0,0-2 1 0 0,0 0 0 0 0,-1-1 0 0 0,1 0 0 0 0,22-11 0 0 0,-28 11-219 0 0,18-10-405 0 0,42-16 0 0 0,-66 29 545 0 0,1 0 0 0 0,-1 1 0 0 0,0-1 0 0 0,1 1 0 0 0,-1 0 0 0 0,1-1-1 0 0,-1 1 1 0 0,1 0 0 0 0,-1 0 0 0 0,1 0 0 0 0,-1 0 0 0 0,1 0 0 0 0,0 0 0 0 0,-1 0 0 0 0,1 1 0 0 0,-1-1-1 0 0,0 1 1 0 0,1-1 0 0 0,-1 1 0 0 0,1-1 0 0 0,-1 1 0 0 0,0 0 0 0 0,1-1 0 0 0,-1 1 0 0 0,0 0-1 0 0,2 2 1 0 0,-1-1 29 0 0,0 1 0 0 0,-1-1-1 0 0,1 1 1 0 0,-1 0 0 0 0,0-1-1 0 0,0 1 1 0 0,0 0 0 0 0,0 0 0 0 0,-1-1-1 0 0,1 1 1 0 0,-1 0 0 0 0,1 0-1 0 0,-1 4 1 0 0,0 13 142 0 0</inkml:trace>
</inkml:ink>
</file>

<file path=ppt/ink/ink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12:25.80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2 457 6553 0 0,'-1'-1'215'0'0,"4"4"-84"0"0,7 6 61 0 0,-3-6-48 0 0,0-1-1 0 0,-1 1 1 0 0,1-1 0 0 0,0-1 0 0 0,0 1 0 0 0,1-1 0 0 0,-1 0 0 0 0,0-1 0 0 0,0 1 0 0 0,0-1 0 0 0,1-1-1 0 0,-1 0 1 0 0,0 0 0 0 0,0 0 0 0 0,0-1 0 0 0,10-3 0 0 0,-9 2-106 0 0,0-1-1 0 0,-1 1 1 0 0,1-1-1 0 0,-1 0 1 0 0,0-1 0 0 0,-1 0-1 0 0,1 0 1 0 0,-1 0-1 0 0,0-1 1 0 0,0 0 0 0 0,-1 0-1 0 0,0 0 1 0 0,0-1-1 0 0,5-7 1 0 0,-2-2-111 0 0,-1 1 0 0 0,0-1-1 0 0,-1 0 1 0 0,-1-1 0 0 0,-1 1 0 0 0,0-1 0 0 0,-1 0-1 0 0,-1 0 1 0 0,1-19 0 0 0,-3 24 27 0 0,0-1 0 0 0,-1 1 0 0 0,0-1 0 0 0,-1 1 0 0 0,-1-1 0 0 0,0 1 0 0 0,0 0 0 0 0,-1 0 0 0 0,-1 1 0 0 0,0-1 0 0 0,-1 1 0 0 0,0 0 0 0 0,-8-12 0 0 0,12 21 32 0 0,1 0-1 0 0,-1 0 1 0 0,0-1 0 0 0,0 1 0 0 0,0 0 0 0 0,0 1-1 0 0,0-1 1 0 0,-1 0 0 0 0,1 1 0 0 0,0-1 0 0 0,-1 1-1 0 0,1 0 1 0 0,-1-1 0 0 0,0 1 0 0 0,-2 0 0 0 0,3 0 36 0 0,0 1 0 0 0,0 0 0 0 0,0 0 0 0 0,0 1 0 0 0,0-1 0 0 0,0 0 0 0 0,0 1 0 0 0,0-1 0 0 0,0 1 0 0 0,0 0 0 0 0,0-1 1 0 0,0 1-1 0 0,1 0 0 0 0,-1 0 0 0 0,0 0 0 0 0,0 0 0 0 0,1 1 0 0 0,-1-1 0 0 0,1 0 0 0 0,0 1 0 0 0,-1-1 0 0 0,-1 3 0 0 0,-1 2 92 0 0,0-1 0 0 0,1 1-1 0 0,-1 0 1 0 0,1 0-1 0 0,0 0 1 0 0,1 1 0 0 0,-1-1-1 0 0,1 1 1 0 0,-1 8-1 0 0,0 1 323 0 0,1 1 0 0 0,-1 28-1 0 0,4-27-70 0 0,1 1 1 0 0,0-1-1 0 0,1 0 0 0 0,7 23 0 0 0,29 70 1482 0 0,-17-50-857 0 0,9 27 406 0 0,45 138 2058 0 0,-64-188-2988 0 0,18 71 1253 0 0,-30-109-1712 0 0,0 0 0 0 0,0 1 0 0 0,1-1 1 0 0,-1 0-1 0 0,0 1 0 0 0,0-1 0 0 0,0 0 0 0 0,0 1 0 0 0,0-1 0 0 0,0 0 0 0 0,0 1 0 0 0,0-1 0 0 0,0 0 0 0 0,0 1 1 0 0,0-1-1 0 0,0 0 0 0 0,0 1 0 0 0,0-1 0 0 0,0 0 0 0 0,0 1 0 0 0,-1-1 0 0 0,1 0 0 0 0,0 1 0 0 0,0-1 1 0 0,0 0-1 0 0,0 1 0 0 0,-1-1 0 0 0,1 0 0 0 0,0 0 0 0 0,0 1 0 0 0,-1-1 0 0 0,1 0 0 0 0,0 0 0 0 0,0 0 1 0 0,-1 1-1 0 0,1-1 0 0 0,0 0 0 0 0,-1 0 0 0 0,1 0 0 0 0,0 0 0 0 0,-1 0 0 0 0,1 1 0 0 0,0-1 0 0 0,-1 0 1 0 0,1 0-1 0 0,0 0 0 0 0,-1 0 0 0 0,1 0 0 0 0,-1 0 0 0 0,-6-1 246 0 0</inkml:trace>
</inkml:ink>
</file>

<file path=ppt/ink/ink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12:25.95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1 152 6553 0 0,'0'-2'0'0'0,"0"0"0"0"0,0-1 0 0 0,0 1 0 0 0,0 0 0 0 0,0 0 0 0 0,0-1 0 0 0,0 1 0 0 0,1 0 0 0 0,-1 0 0 0 0,1-1 0 0 0,0 1 0 0 0,0 0 0 0 0,0 0 0 0 0,0 0 0 0 0,0 0 0 0 0,0 0 0 0 0,2-2 0 0 0,2-4 0 0 0,1 1 0 0 0,12-13 0 0 0,-7 10 0 0 0,1 1 0 0 0,1 0 0 0 0,0 1 0 0 0,0 0 0 0 0,19-8 0 0 0,-19 10 0 0 0,5-3 0 0 0</inkml:trace>
</inkml:ink>
</file>

<file path=ppt/ink/ink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12:26.21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56 44 6553 0 0,'-1'-3'23'0'0,"1"-1"0"0"0,-1 1 0 0 0,1-1 0 0 0,-1 1-1 0 0,0 0 1 0 0,0-1 0 0 0,-1 1 0 0 0,1 0-1 0 0,-1 0 1 0 0,1 0 0 0 0,-3-3 0 0 0,3 5-11 0 0,1 1-1 0 0,0 0 1 0 0,-1 0 0 0 0,1 0-1 0 0,-1 0 1 0 0,1-1 0 0 0,0 1 0 0 0,-1 0-1 0 0,1 0 1 0 0,-1 0 0 0 0,1 0 0 0 0,0 0-1 0 0,-1 0 1 0 0,1 0 0 0 0,-1 0 0 0 0,1 0-1 0 0,0 0 1 0 0,-1 1 0 0 0,1-1 0 0 0,-1 0-1 0 0,1 0 1 0 0,0 0 0 0 0,-1 0-1 0 0,1 0 1 0 0,0 1 0 0 0,-1-1 0 0 0,1 0-1 0 0,0 0 1 0 0,-1 1 0 0 0,1-1 0 0 0,0 0-1 0 0,0 1 1 0 0,-1-1 0 0 0,1 0 0 0 0,0 1-1 0 0,0-1 1 0 0,-1 0 0 0 0,1 1 0 0 0,0-1-1 0 0,0 0 1 0 0,0 1 0 0 0,-9 18 337 0 0,9-18-338 0 0,-4 13 347 0 0,0 1 0 0 0,1-1 0 0 0,0 1 0 0 0,0 23 0 0 0,2 62 1146 0 0,1-93-1406 0 0,7 84 1460 0 0,-5-78-1258 0 0,1 1 0 0 0,0-1 0 0 0,1-1 0 0 0,9 23 0 0 0,-4-19-21 0 0</inkml:trace>
</inkml:ink>
</file>

<file path=ppt/ink/ink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12:26.47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163 47 6553 0 0,'-6'-38'0'0'0,"6"37"0"0"0,0 1 0 0 0,0-1 0 0 0,0 1-1 0 0,-1-1 1 0 0,1 1 0 0 0,0-1 0 0 0,-1 1 0 0 0,1 0-1 0 0,0-1 1 0 0,-1 1 0 0 0,1 0 0 0 0,0-1-1 0 0,-1 1 1 0 0,1 0 0 0 0,-1-1 0 0 0,1 1 0 0 0,-1 0-1 0 0,1 0 1 0 0,-1 0 0 0 0,1-1 0 0 0,-1 1-1 0 0,1 0 1 0 0,0 0 0 0 0,-1 0 0 0 0,1 0-1 0 0,-1 0 1 0 0,0 0 0 0 0,1 0 0 0 0,-1 0 0 0 0,1 0-1 0 0,-1 0 1 0 0,-16 4 97 0 0,11 0 50 0 0,0 0 0 0 0,0 0 1 0 0,1 0-1 0 0,0 1 0 0 0,0-1 1 0 0,0 1-1 0 0,0 1 0 0 0,1-1 0 0 0,0 0 1 0 0,0 1-1 0 0,1 0 0 0 0,-5 9 0 0 0,-2 7 340 0 0,1 1 0 0 0,-8 27 0 0 0,11-25 145 0 0,0-1 0 0 0,1 1 0 0 0,2 0-1 0 0,-2 49 1 0 0,6-58-365 0 0,0-1-1 0 0,0 0 1 0 0,2 0 0 0 0,-1 0-1 0 0,2-1 1 0 0,0 1 0 0 0,1-1-1 0 0,1 0 1 0 0,10 22 0 0 0,-12-31-139 0 0,0 1 1 0 0,-1-1 0 0 0,2 0 0 0 0,-1 0-1 0 0,1-1 1 0 0,-1 1 0 0 0,1-1 0 0 0,0 0-1 0 0,1 0 1 0 0,-1-1 0 0 0,1 0 0 0 0,-1 0-1 0 0,1 0 1 0 0,7 2 0 0 0,2 0 128 0 0</inkml:trace>
</inkml:ink>
</file>

<file path=ppt/ink/ink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12:26.93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1 152 6553 0 0,'1'-6'0'0'0,"0"0"0"0"0,0 1 0 0 0,1-1 0 0 0,0 1 0 0 0,0-1 0 0 0,0 1 0 0 0,1 0 0 0 0,-1-1 0 0 0,1 1 0 0 0,1 1 0 0 0,-1-1 0 0 0,1 0 0 0 0,0 1 0 0 0,7-7 0 0 0,-5 5 1 0 0,1 1-1 0 0,-1 1 0 0 0,1-1 1 0 0,0 1-1 0 0,0 0 1 0 0,0 1-1 0 0,1 0 0 0 0,10-3 1 0 0,-16 5 31 0 0,1 0 1 0 0,-1 1 0 0 0,1-1 0 0 0,0 1-1 0 0,-1 0 1 0 0,1 0 0 0 0,0 0-1 0 0,-1 0 1 0 0,1 1 0 0 0,0-1 0 0 0,-1 1-1 0 0,1-1 1 0 0,-1 1 0 0 0,1 0 0 0 0,-1 0-1 0 0,1 0 1 0 0,-1 0 0 0 0,0 1-1 0 0,1-1 1 0 0,-1 1 0 0 0,0-1 0 0 0,0 1-1 0 0,0 0 1 0 0,0-1 0 0 0,0 1 0 0 0,-1 0-1 0 0,1 0 1 0 0,-1 1 0 0 0,3 2-1 0 0,-1 1 111 0 0,0 1-1 0 0,0 0 0 0 0,-1 0 0 0 0,0 0 0 0 0,0 0 0 0 0,0 0 0 0 0,-1 0 0 0 0,0 0 1 0 0,0 1-1 0 0,-1-1 0 0 0,0 0 0 0 0,-1 1 0 0 0,1-1 0 0 0,-1 0 0 0 0,-3 10 0 0 0,-3 12 584 0 0,-2 0 0 0 0,-16 37 0 0 0,17-47-439 0 0,4-9-140 0 0,2-6-68 0 0,0 1 0 0 0,0-1 0 0 0,0 0 0 0 0,1 1 0 0 0,0 0 0 0 0,0-1 1 0 0,0 1-1 0 0,0 0 0 0 0,1 5 0 0 0,0-9-76 0 0,0-1 1 0 0,0 0 0 0 0,0 0-1 0 0,0 1 1 0 0,0-1 0 0 0,0 0-1 0 0,0 0 1 0 0,0 1 0 0 0,0-1-1 0 0,0 0 1 0 0,0 0-1 0 0,0 1 1 0 0,0-1 0 0 0,1 0-1 0 0,-1 0 1 0 0,0 0 0 0 0,0 1-1 0 0,0-1 1 0 0,0 0-1 0 0,1 0 1 0 0,-1 0 0 0 0,0 0-1 0 0,0 1 1 0 0,1-1 0 0 0,-1 0-1 0 0,0 0 1 0 0,0 0 0 0 0,0 0-1 0 0,1 0 1 0 0,-1 0-1 0 0,0 0 1 0 0,1 0 0 0 0,9-3 273 0 0,8-10 254 0 0,2-8-671 0 0,-1 0-1 0 0,-1-1 0 0 0,0 0 1 0 0,19-35-1 0 0,-14 15-517 0 0,33-80 0 0 0,-53 115 592 0 0,-1 2 16 0 0,0 0 0 0 0,0 0 0 0 0,0 0-1 0 0,-1 0 1 0 0,1 0 0 0 0,-1 0 0 0 0,0-1 0 0 0,-1 1 0 0 0,1-8 0 0 0,-2 13 49 0 0,1 0 0 0 0,0 0 0 0 0,0 0 0 0 0,0 0 0 0 0,-1 0 0 0 0,1-1 0 0 0,0 1 0 0 0,0 0 0 0 0,0 0 0 0 0,-1 0 0 0 0,1 0 0 0 0,0 0 0 0 0,0 1 0 0 0,0-1 0 0 0,-1 0 0 0 0,1 0 0 0 0,0 0 0 0 0,0 0 0 0 0,0 0 0 0 0,-1 0 0 0 0,1 0 0 0 0,0 0 0 0 0,0 0 0 0 0,0 0 0 0 0,0 1 0 0 0,-1-1 0 0 0,1 0 0 0 0,0 0 0 0 0,0 0 0 0 0,0 0 0 0 0,0 0 0 0 0,0 1 0 0 0,-1-1 0 0 0,1 0 0 0 0,0 0 0 0 0,0 0 0 0 0,0 1 0 0 0,0-1 0 0 0,0 0 0 0 0,0 0 0 0 0,0 0 0 0 0,0 1 0 0 0,-7 9-155 0 0,-10 19 732 0 0,2 1-1 0 0,-15 37 1 0 0,24-52-328 0 0,2 0 0 0 0,-1 0 0 0 0,2 1-1 0 0,0-1 1 0 0,1 1 0 0 0,-1 28-1 0 0,3-39-190 0 0,0 0-1 0 0,1-1 0 0 0,-1 0 0 0 0,1 1 0 0 0,0-1 0 0 0,0 1 0 0 0,1-1 0 0 0,-1 0 0 0 0,1 0 0 0 0,0 1 0 0 0,0-1 0 0 0,0-1 0 0 0,4 7 0 0 0,-3-8-6 0 0,-1 0-1 0 0,1 0 1 0 0,-1 0-1 0 0,1 0 1 0 0,-1 0-1 0 0,1 0 1 0 0,0-1-1 0 0,0 1 1 0 0,0-1-1 0 0,0 0 1 0 0,0 0-1 0 0,0 0 1 0 0,0 0-1 0 0,0 0 1 0 0,1-1-1 0 0,-1 0 1 0 0,0 1-1 0 0,0-1 1 0 0,6-1-1 0 0,4 0-12 0 0,0-1-1 0 0,0 0 1 0 0,1-1-1 0 0,-1 0 1 0 0,-1-1-1 0 0,1-1 0 0 0,-1 0 1 0 0,1-1-1 0 0,13-9 1 0 0,-19 10-160 0 0</inkml:trace>
</inkml:ink>
</file>

<file path=ppt/ink/ink1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12:27.10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6 158 6553 0 0,'-1'0'0'0'0,"1"0"0"0"0,0 0 0 0 0,0 0 0 0 0,-1 0 0 0 0,1-1 0 0 0,0 1 0 0 0,0 0 0 0 0,0 0 0 0 0,-1 0 0 0 0,1 0 0 0 0,0-1 0 0 0,0 1 0 0 0,0 0 0 0 0,-1 0 0 0 0,1 0 0 0 0,0-1 0 0 0,0 1 0 0 0,0 0 0 0 0,0 0 0 0 0,0 0 0 0 0,-1-1 0 0 0,1 1 0 0 0,0 0 0 0 0,0 0 0 0 0,0-1 0 0 0,0 1 0 0 0,0 0 0 0 0,0-1 0 0 0,0 1 0 0 0,0 0 0 0 0,0 0 0 0 0,0-1 0 0 0,7-7 0 0 0,17-4 0 0 0,-20 10 0 0 0,199-79 0 0 0,-105 45 0 0 0,-69 24 0 0 0</inkml:trace>
</inkml:ink>
</file>

<file path=ppt/ink/ink1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12:27.34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38 6553 0 0,'0'-1'2'0'0,"0"-1"1"0"0,0 0-1 0 0,1 0 0 0 0,-1 1 0 0 0,0-1 0 0 0,1 0 0 0 0,0 1 0 0 0,-1-1 0 0 0,1 0 0 0 0,0 1 0 0 0,0-1 0 0 0,0 1 0 0 0,0-1 1 0 0,0 1-1 0 0,0 0 0 0 0,0-1 0 0 0,0 1 0 0 0,0 0 0 0 0,4-2 0 0 0,-3 2 51 0 0,0 0 1 0 0,0 0-1 0 0,1 1 0 0 0,-1-1 0 0 0,0 1 1 0 0,1-1-1 0 0,-1 1 0 0 0,0 0 1 0 0,1 0-1 0 0,-1 0 0 0 0,1 0 1 0 0,-1 0-1 0 0,0 1 0 0 0,4 0 0 0 0,0 1 62 0 0,-1 0-1 0 0,1 0 0 0 0,0 0 0 0 0,-1 1 1 0 0,1 0-1 0 0,-1 0 0 0 0,0 0 0 0 0,0 1 0 0 0,0 0 1 0 0,0 0-1 0 0,-1 0 0 0 0,1 0 0 0 0,-1 1 1 0 0,0 0-1 0 0,-1-1 0 0 0,1 2 0 0 0,-1-1 0 0 0,4 8 1 0 0,2 5 334 0 0,-2-1 0 0 0,0 1 0 0 0,-1 0 0 0 0,6 34 0 0 0,-8-21 297 0 0,0 1 1 0 0,-2 0-1 0 0,-2-1 0 0 0,0 1 0 0 0,-11 61 0 0 0,-5-12 1332 0 0,-28 85 0 0 0,20-92-1113 0 0,19-55-765 0 0</inkml:trace>
</inkml:ink>
</file>

<file path=ppt/ink/ink1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12:27.68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12 61 6553 0 0,'-11'-8'-66'0'0,"11"8"71"0"0,0 0 0 0 0,0-1 0 0 0,0 1 0 0 0,0 0 1 0 0,0 0-1 0 0,0 0 0 0 0,0 0 0 0 0,0 0 0 0 0,0 0 0 0 0,0-1 0 0 0,0 1 1 0 0,0 0-1 0 0,0 0 0 0 0,0 0 0 0 0,0 0 0 0 0,0 0 0 0 0,0-1 0 0 0,0 1 1 0 0,0 0-1 0 0,0 0 0 0 0,0 0 0 0 0,0 0 0 0 0,0 0 0 0 0,0-1 1 0 0,0 1-1 0 0,0 0 0 0 0,0 0 0 0 0,0 0 0 0 0,0 0 0 0 0,0 0 0 0 0,0 0 1 0 0,0-1-1 0 0,0 1 0 0 0,1 0 0 0 0,-1 0 0 0 0,0 0 0 0 0,0 0 0 0 0,19-5 583 0 0,-7 3-494 0 0,151-35 2311 0 0,-130 34-1700 0 0,-21 3-705 0 0</inkml:trace>
</inkml:ink>
</file>

<file path=ppt/ink/ink1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12:27.82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36 6553 0 0,'0'2'0'0'0,"2"-2"0"0"0,2 0 0 0 0,-2 0 241 0 0,1 1-241 0 0,0-1 0 0 0,3 0 0 0 0,4 0 480 0 0,7 0-480 0 0,5-3 961 0 0,5 2-961 0 0,2-2 962 0 0,1-2-962 0 0,-2 1 990 0 0,2-2-990 0 0,-1 0 991 0 0,1 1-991 0 0,-3-1 481 0 0</inkml:trace>
</inkml:ink>
</file>

<file path=ppt/ink/ink1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12:28.15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76 266 6553 0 0,'-3'-4'-13'0'0,"-7"-8"88"0"0,6 12 125 0 0,3 9 179 0 0,1 15 176 0 0,1-1-1 0 0,1 1 0 0 0,1-1 1 0 0,11 40-1 0 0,-11-53-363 0 0,0 0 1 0 0,1-1-1 0 0,0 1 1 0 0,1-1-1 0 0,0 0 1 0 0,0 0-1 0 0,1-1 1 0 0,0 0-1 0 0,0 0 1 0 0,1 0-1 0 0,0 0 1 0 0,1-1-1 0 0,11 9 1 0 0,-14-13-92 0 0,-1-1 0 0 0,1 1 1 0 0,0 0-1 0 0,0-1 1 0 0,0 0-1 0 0,1-1 0 0 0,-1 1 1 0 0,0-1-1 0 0,1 0 1 0 0,-1 0-1 0 0,10 0 0 0 0,-7-1 145 0 0,1-1-1 0 0,-1 1 0 0 0,1-2 0 0 0,-1 1 0 0 0,0-1 0 0 0,16-6 0 0 0,-9 1-151 0 0,0 0 0 0 0,0-1 0 0 0,-1-1 0 0 0,0 0 0 0 0,0-1 0 0 0,-1 0 0 0 0,13-15 0 0 0,-13 12-305 0 0,-1-1 0 0 0,0 0 0 0 0,-1-1 0 0 0,0-1 0 0 0,-2 0 0 0 0,15-31 0 0 0,-19 34 81 0 0,0 1-1 0 0,-1-1 1 0 0,-1 0 0 0 0,0-1-1 0 0,-1 1 1 0 0,0 0-1 0 0,-1-1 1 0 0,0 1 0 0 0,-1-1-1 0 0,-3-16 1 0 0,2 22 32 0 0,-1-1-1 0 0,-1 1 1 0 0,1-1 0 0 0,-2 1 0 0 0,1 0-1 0 0,-1 0 1 0 0,0 0 0 0 0,0 0 0 0 0,-1 1-1 0 0,0 0 1 0 0,-1 0 0 0 0,0 0-1 0 0,0 1 1 0 0,0 0 0 0 0,0 0 0 0 0,-14-9-1 0 0,13 10 29 0 0,1 1 0 0 0,-1 0-1 0 0,-1 0 1 0 0,1 1 0 0 0,-1 0-1 0 0,1 0 1 0 0,-1 0 0 0 0,0 1 0 0 0,0 1-1 0 0,0-1 1 0 0,0 1 0 0 0,0 0-1 0 0,0 1 1 0 0,0 0 0 0 0,0 1-1 0 0,0-1 1 0 0,0 1 0 0 0,-11 3-1 0 0,3 2 399 0 0,-1 0-1 0 0,1 1 0 0 0,0 1 1 0 0,0 1-1 0 0,1 0 1 0 0,0 1-1 0 0,-22 19 0 0 0,11-6 377 0 0,1 2 0 0 0,-40 51 0 0 0,22-15 97 0 0</inkml:trace>
</inkml:ink>
</file>

<file path=ppt/ink/ink1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12:32.13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103 61 6553 0 0,'-28'-26'260'0'0,"22"20"-270"0"0,0 0 1 0 0,0 0 0 0 0,-13-7-1 0 0,19 12 12 0 0,0 1 0 0 0,-1 0 0 0 0,1 0 0 0 0,0-1-1 0 0,-1 1 1 0 0,1 0 0 0 0,-1 0 0 0 0,1 0 0 0 0,0-1-1 0 0,-1 1 1 0 0,1 0 0 0 0,-1 0 0 0 0,1 0-1 0 0,-1 0 1 0 0,1 0 0 0 0,0 0 0 0 0,-1 0 0 0 0,1 0-1 0 0,-1 0 1 0 0,1 0 0 0 0,-1 0 0 0 0,1 0-1 0 0,-1 0 1 0 0,1 1 0 0 0,0-1 0 0 0,-1 0 0 0 0,1 0-1 0 0,-1 0 1 0 0,0 1 0 0 0,1 0 16 0 0,-1 0-1 0 0,1 0 1 0 0,-1-1 0 0 0,0 1-1 0 0,1 0 1 0 0,0 0-1 0 0,-1 0 1 0 0,1 0 0 0 0,0 0-1 0 0,-1 0 1 0 0,1 0 0 0 0,0 2-1 0 0,-1 5 161 0 0,1-1-1 0 0,1 15 0 0 0,-1-18-126 0 0,4 108 3463 0 0,-18 176-1 0 0,10-250-3169 0 0,1-11 369 0 0,1 1-1 0 0,2 41 1 0 0,0-66-662 0 0,0-1 0 0 0,1 1-1 0 0,-1-1 1 0 0,1 1 0 0 0,-1-1 0 0 0,1 1 0 0 0,0-1 0 0 0,0 0 0 0 0,0 1 0 0 0,0-1 0 0 0,1 0 0 0 0,-1 0 0 0 0,0 0 0 0 0,1 0 0 0 0,0 0 0 0 0,-1 0 0 0 0,5 3 0 0 0,-4-3 4 0 0,1 0-1 0 0,1-1 1 0 0,-1 1-1 0 0,0-1 1 0 0,0 0-1 0 0,0 0 0 0 0,1 0 1 0 0,-1 0-1 0 0,0-1 1 0 0,1 1-1 0 0,-1-1 1 0 0,7 0-1 0 0,32-2 681 0 0,0-3 0 0 0,75-17 0 0 0,-11 1-2657 0 0,261-16-3045 0 0,-327 34 4466 0 0,99-5-922 0 0,71 5 3925 0 0,9 0 489 0 0,202-3 2012 0 0,-122 3-3091 0 0,-184 1-1912 0 0,233-8 0 0 0,84-6-734 0 0,-147 8-2256 0 0,-109 4 3703 0 0,45-3 70 0 0,-1-16-7 0 0,-207 20-812 0 0,144-27-1734 0 0,-115 20 561 0 0,68-27 1 0 0,-96 30 1073 0 0,-6 0-127 0 0</inkml:trace>
</inkml:ink>
</file>

<file path=ppt/ink/ink1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12:32.30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159 201 6553 0 0,'-12'-11'0'0'0,"1"0"0"0"0,0 0 0 0 0,0-1 0 0 0,1-1 0 0 0,1 0 0 0 0,0 0 0 0 0,1-1 0 0 0,0 0 0 0 0,1 0 0 0 0,1-1 0 0 0,0 0 0 0 0,-4-18 0 0 0,8 21-6 0 0,3 14 23 0 0,4 19 373 0 0,-2 16 499 0 0,-2 0 0 0 0,-2 1 0 0 0,-1-1 0 0 0,-11 58 1 0 0,-12 37 975 0 0,17-78-1064 0 0</inkml:trace>
</inkml:ink>
</file>

<file path=ppt/ink/ink1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13:03.22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67 74 6553 0 0,'-7'-11'44'0'0,"0"0"0"0"0,1-1-1 0 0,0 1 1 0 0,-6-18 0 0 0,15 41 252 0 0,-2 1 1 0 0,0-1-1 0 0,0 0 1 0 0,-1 1-1 0 0,-2 17 1 0 0,-18 168 2964 0 0,14-138-2073 0 0,3-44-854 0 0,1 0 1 0 0,1 1-1 0 0,1-1 0 0 0,0 1 0 0 0,1-1 0 0 0,4 24 0 0 0,-3-33-275 0 0,3 9 311 0 0,-1 1 1 0 0,-1 0 0 0 0,0 0 0 0 0,-1 1 0 0 0,-1 32 0 0 0,-1-48-328 0 0,0 0 1 0 0,-1 0-1 0 0,1 0 1 0 0,1-1-1 0 0,-1 1 1 0 0,0 0 0 0 0,0 0-1 0 0,1 0 1 0 0,-1 0-1 0 0,1 0 1 0 0,0-1 0 0 0,-1 1-1 0 0,1 0 1 0 0,0 0-1 0 0,0-1 1 0 0,0 1-1 0 0,0-1 1 0 0,0 1 0 0 0,0-1-1 0 0,1 1 1 0 0,-1-1-1 0 0,1 0 1 0 0,-1 1-1 0 0,1-1 1 0 0,-1 0 0 0 0,1 0-1 0 0,-1 0 1 0 0,1 0-1 0 0,0-1 1 0 0,0 1 0 0 0,-1 0-1 0 0,1-1 1 0 0,4 2-1 0 0,5 0 229 0 0,1 0 0 0 0,-1-1 0 0 0,1 0 0 0 0,16-1 0 0 0,-17 0-68 0 0,210-16 3212 0 0,-33 0-2925 0 0,293-24-2001 0 0,-151 8-4460 0 0,-34 7 1167 0 0,84-5-792 0 0,-170 14 5428 0 0,60-4 351 0 0,-1 19 4746 0 0,-36 2-1490 0 0,-149 0-2006 0 0,34-2 494 0 0,-104 0-1642 0 0,-1-1 0 0 0,0 0-1 0 0,0-1 1 0 0,0 0 0 0 0,0-1 0 0 0,20-10-1 0 0,-33 14-268 0 0,0 0-1 0 0,1 0 1 0 0,-1 0-1 0 0,1-1 1 0 0,-1 1-1 0 0,0 0 1 0 0,0 0-1 0 0,1 0 1 0 0,-1-1-1 0 0,0 1 1 0 0,1 0-1 0 0,-1 0 1 0 0,0-1-1 0 0,0 1 1 0 0,1 0-1 0 0,-1-1 1 0 0,0 1-1 0 0,0 0 1 0 0,0-1-1 0 0,1 1 1 0 0,-1 0-1 0 0,0-1 1 0 0,0 1-1 0 0,0 0 1 0 0,0-1-1 0 0,0 1 1 0 0,0 0-1 0 0,0-1 1 0 0,-7-9 45 0 0,-18-5-541 0 0,20 12 327 0 0,-5-2-49 0 0,0-1 1 0 0,1 0-1 0 0,0-1 1 0 0,0 0-1 0 0,-15-16 1 0 0,20 19 118 0 0,1-1 1 0 0,0 1 0 0 0,0-1-1 0 0,1 1 1 0 0,-1-1 0 0 0,1 0 0 0 0,0 0-1 0 0,0 0 1 0 0,1 0 0 0 0,-1 0-1 0 0,1-1 1 0 0,0 1 0 0 0,1 0 0 0 0,-1-10-1 0 0,2-10-296 0 0,0-1-1 0 0,1 1 0 0 0,2 0 0 0 0,1 0 0 0 0,0 0 1 0 0,2 1-1 0 0,1 0 0 0 0,11-24 0 0 0,-18 47 356 0 0,0 0-1 0 0,-1-1 1 0 0,1 1 0 0 0,-1 0-1 0 0,1-1 1 0 0,-1 1-1 0 0,0 0 1 0 0,1-1 0 0 0,-1 1-1 0 0,0-1 1 0 0,0 1-1 0 0,0 0 1 0 0,0-1 0 0 0,-1 1-1 0 0,1-3 1 0 0,0 4 18 0 0,-1-1 0 0 0,1 1 0 0 0,0 0 0 0 0,0-1 0 0 0,0 1 0 0 0,-1 0 0 0 0,1 0 0 0 0,0-1 0 0 0,0 1 0 0 0,-1 0 0 0 0,1 0 0 0 0,0-1 0 0 0,0 1 0 0 0,-1 0 0 0 0,1 0 0 0 0,0 0 0 0 0,-1 0 0 0 0,1 0 0 0 0,0-1 0 0 0,-1 1 0 0 0,1 0 0 0 0,0 0 0 0 0,-1 0 0 0 0,-13 4 119 0 0,9-2-56 0 0,1 0 1 0 0,-1 1 0 0 0,1-1-1 0 0,0 1 1 0 0,0 0 0 0 0,0 1-1 0 0,1-1 1 0 0,-1 1 0 0 0,1-1-1 0 0,0 1 1 0 0,0 0 0 0 0,0 0-1 0 0,0 0 1 0 0,1 1 0 0 0,-1-1-1 0 0,1 1 1 0 0,-2 6-1 0 0,1 4 60 0 0</inkml:trace>
</inkml:ink>
</file>

<file path=ppt/ink/ink1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13:05.21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28 65 6553 0 0,'-5'-14'0'0'0,"2"4"0"0"0,2 2 0 0 0,-1 4 0 0 0,2 1 0 0 0,-3 0 0 0 0,-1-6 0 0 0,-5-5 0 0 0</inkml:trace>
</inkml:ink>
</file>

<file path=ppt/ink/ink1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13:05.77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349 67 6553 0 0,'-16'-3'345'0'0,"1"0"0"0"0,-1-1 0 0 0,0-1 0 0 0,-14-6 0 0 0,-45-23 216 0 0,70 32-462 0 0,-1 1 1 0 0,1 0-1 0 0,-1 0 0 0 0,1 0 1 0 0,-1 1-1 0 0,0-1 0 0 0,1 2 0 0 0,-1-1 1 0 0,0 0-1 0 0,-9 3 0 0 0,7-1 27 0 0,0 0-1 0 0,1 0 1 0 0,-1 1-1 0 0,1 0 1 0 0,0 0-1 0 0,0 0 0 0 0,-8 6 1 0 0,12-6-35 0 0,-1 0 1 0 0,0 1 0 0 0,1-1-1 0 0,0 1 1 0 0,0 0 0 0 0,0 0-1 0 0,0 0 1 0 0,1 0-1 0 0,-1 1 1 0 0,1-1 0 0 0,0 0-1 0 0,1 1 1 0 0,-1 0 0 0 0,1-1-1 0 0,0 1 1 0 0,0 0-1 0 0,0 0 1 0 0,0 0 0 0 0,1 0-1 0 0,0 7 1 0 0,1 8 319 0 0,1 0 0 0 0,1 0 0 0 0,9 32 0 0 0,2 2 810 0 0,3 0-1 0 0,3 0 1 0 0,43 85 0 0 0,-59-132-1081 0 0,0 1 1 0 0,1-1-1 0 0,0 0 1 0 0,0 0-1 0 0,1 0 1 0 0,-1-1-1 0 0,2 0 1 0 0,-1 0-1 0 0,1 0 1 0 0,-1-1 0 0 0,2 0-1 0 0,-1 0 1 0 0,0-1-1 0 0,1 0 1 0 0,0 0-1 0 0,0-1 1 0 0,0 0-1 0 0,0 0 1 0 0,1-1-1 0 0,-1 0 1 0 0,14 1 0 0 0,27 0 859 0 0,61-3-1 0 0,20 0-901 0 0,139 23-98 0 0,-226-18 0 0 0</inkml:trace>
</inkml:ink>
</file>

<file path=ppt/ink/ink1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13:04.56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98 68 6553 0 0,'-40'3'867'0'0,"-6"0"-235"0"0,46-2-611 0 0,-1-1 0 0 0,0 1 0 0 0,1-1 0 0 0,-1 1 0 0 0,1-1 0 0 0,-1 1 0 0 0,1 0 0 0 0,-1-1 0 0 0,1 1 0 0 0,0-1 0 0 0,-1 1 0 0 0,1 0 0 0 0,0 0 0 0 0,-1-1 0 0 0,1 1 0 0 0,0 0 0 0 0,0-1 0 0 0,0 1 0 0 0,0 0 0 0 0,-1 1 0 0 0,-1 20 280 0 0,2-19-239 0 0,-1 4 70 0 0,1-1 0 0 0,0 1 0 0 0,0-1 0 0 0,1 1 0 0 0,0-1 0 0 0,0 0 0 0 0,0 1 1 0 0,1-1-1 0 0,0 0 0 0 0,0 0 0 0 0,1 0 0 0 0,-1 0 0 0 0,1 0 0 0 0,0-1 0 0 0,1 1 0 0 0,5 5 1 0 0,13 18 444 0 0,-4-6 472 0 0,30 50-1 0 0,-46-69-974 0 0,0 0-1 0 0,-1 1 1 0 0,1-1 0 0 0,-1 1 0 0 0,0-1-1 0 0,0 1 1 0 0,0 0 0 0 0,-1-1 0 0 0,0 1 0 0 0,1 0-1 0 0,-2-1 1 0 0,1 1 0 0 0,0 0 0 0 0,-2 5-1 0 0,-2 5 357 0 0,-1 1 0 0 0,-12 26-1 0 0,-2 5 479 0 0,15-36-648 0 0,2-5-137 0 0,0 1 0 0 0,0-1 0 0 0,1 0 0 0 0,-1 1 1 0 0,1 7-1 0 0,1-13-94 0 0,0 1-1 0 0,0-1 1 0 0,0 0 0 0 0,0 1 0 0 0,0-1-1 0 0,1 1 1 0 0,-1-1 0 0 0,0 0 0 0 0,1 1 0 0 0,-1-1-1 0 0,1 0 1 0 0,0 1 0 0 0,-1-1 0 0 0,1 0-1 0 0,0 0 1 0 0,0 0 0 0 0,0 1 0 0 0,0-1-1 0 0,0 0 1 0 0,0 0 0 0 0,0 0 0 0 0,0-1 0 0 0,0 1-1 0 0,0 0 1 0 0,0 0 0 0 0,1 0 0 0 0,-1-1-1 0 0,0 1 1 0 0,2 0 0 0 0,7 2 181 0 0,0-1 1 0 0,0 0-1 0 0,1 0 1 0 0,-1-1-1 0 0,0 0 1 0 0,1-1-1 0 0,14-1 1 0 0,77-14 1709 0 0,-70 9-1263 0 0,227-32-1147 0 0,1 21 632 0 0,-168 19 129 0 0,0 3 0 0 0,114 22 0 0 0,-195-25-275 0 0,24 5 177 0 0,62 4-1 0 0,-86-11-195 0 0,-1 0-1 0 0,0-1 0 0 0,0 1 0 0 0,1-2 0 0 0,-1 0 0 0 0,0 0 0 0 0,0-1 0 0 0,0 0 1 0 0,-1-1-1 0 0,17-8 0 0 0,-23 11-25 0 0,-1 0 0 0 0,0-1 0 0 0,0 1 0 0 0,0-1 0 0 0,0 0 0 0 0,0 0 0 0 0,0 0 0 0 0,-1 1 0 0 0,1-2 0 0 0,0 1 0 0 0,-1 0 0 0 0,0 0 0 0 0,1 0 0 0 0,-1-1 0 0 0,0 1 0 0 0,1-4 0 0 0,-1 2-28 0 0,-1 1 1 0 0,1-1-1 0 0,-1 1 0 0 0,0-1 0 0 0,0 1 1 0 0,0-1-1 0 0,-1 0 0 0 0,1 1 0 0 0,-1-1 1 0 0,-2-5-1 0 0,-3-6-231 0 0,0 1 0 0 0,-1-1 0 0 0,-1 2 0 0 0,-14-20 0 0 0,10 15-22 0 0,6 9 108 0 0,0-1 0 0 0,0 0 0 0 0,1 0 0 0 0,0-1 0 0 0,1 0 0 0 0,0 0 0 0 0,1 0 0 0 0,0 0 1 0 0,1 0-1 0 0,0-1 0 0 0,1 1 0 0 0,0-1 0 0 0,1 1 0 0 0,0-1 0 0 0,1 1 0 0 0,4-23 0 0 0,-2 20-80 0 0,1 1 1 0 0,1 0 0 0 0,0 0-1 0 0,10-17 1 0 0,33-43-1046 0 0,-28 43 750 0 0,-17 21 435 0 0,-8 8-14 0 0,-13 10 13 0 0,5-1 297 0 0</inkml:trace>
</inkml:ink>
</file>

<file path=ppt/ink/ink1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13:06.50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24 326 6553 0 0,'-1'0'46'0'0,"0"-1"0"0"0,-1 1-1 0 0,1-1 1 0 0,0 1 0 0 0,0-1-1 0 0,0 0 1 0 0,-1 1 0 0 0,1-1 0 0 0,0 0-1 0 0,0 0 1 0 0,0 0 0 0 0,0 0-1 0 0,0 0 1 0 0,1 0 0 0 0,-1 0-1 0 0,0 0 1 0 0,0 0 0 0 0,1 0-1 0 0,-1 0 1 0 0,0-1 0 0 0,1 1-1 0 0,-1-2 1 0 0,0 1-30 0 0,1-1 0 0 0,0 1 0 0 0,0-1 0 0 0,0 1 0 0 0,0-1-1 0 0,0 1 1 0 0,1-1 0 0 0,-1 1 0 0 0,1-1 0 0 0,0 1 0 0 0,1-4 0 0 0,1-2-43 0 0,2-1 1 0 0,-1 1-1 0 0,1 0 0 0 0,1 0 1 0 0,9-12-1 0 0,-11 15 18 0 0,1-1 0 0 0,-1 1 0 0 0,0-1-1 0 0,0 0 1 0 0,-1 0 0 0 0,0-1 0 0 0,4-10 0 0 0,-6 12 3 0 0,0 1-1 0 0,0-1 1 0 0,0 1 0 0 0,-1-1 0 0 0,1 1-1 0 0,-1-1 1 0 0,0 0 0 0 0,-1 1 0 0 0,1-1-1 0 0,-1 1 1 0 0,0-1 0 0 0,-2-7-1 0 0,1 6 0 0 0,-16-38-43 0 0,17 41 45 0 0,-1 1 0 0 0,0-1 0 0 0,1 0 1 0 0,-1 0-1 0 0,0 1 0 0 0,0-1 0 0 0,-1 1 0 0 0,1 0 1 0 0,0 0-1 0 0,-1 0 0 0 0,-5-4 0 0 0,8 6 7 0 0,-1 0-1 0 0,1 0 0 0 0,0 0 0 0 0,-1-1 0 0 0,1 1 1 0 0,-1 0-1 0 0,1 0 0 0 0,0 0 0 0 0,-1 0 1 0 0,1 0-1 0 0,-1 0 0 0 0,1 0 0 0 0,-1 0 0 0 0,1 0 1 0 0,-1 0-1 0 0,1 0 0 0 0,-1 0 0 0 0,1 0 1 0 0,0 0-1 0 0,-1 0 0 0 0,1 1 0 0 0,-1-1 1 0 0,1 0-1 0 0,0 0 0 0 0,-1 0 0 0 0,1 1 0 0 0,-1-1 1 0 0,-7 14 245 0 0,4 16 288 0 0,4-15-256 0 0,0-1 1 0 0,2 0 0 0 0,0 0 0 0 0,0 0 0 0 0,2 0 0 0 0,6 20-1 0 0,39 79 1682 0 0,-41-95-1835 0 0,-1-3 228 0 0,-1-3-108 0 0,0 0-1 0 0,0 0 1 0 0,-2 0 0 0 0,0 1-1 0 0,0 0 1 0 0,-1 0-1 0 0,2 14 1 0 0,-5-10-169 0 0</inkml:trace>
</inkml:ink>
</file>

<file path=ppt/ink/ink1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13:06.69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15 44 6553 0 0,'-13'1'319'0'0,"11"0"-147"0"0,9 1 98 0 0,8-2 80 0 0,1 0-1 0 0,0 0 1 0 0,0-2-1 0 0,-1 0 0 0 0,24-6 1 0 0,1 0 683 0 0,-23 5-935 0 0,108-17-433 0 0,-97 17 646 0 0,1 1 0 0 0,40 3 0 0 0,-63 0-223 0 0,0-1 0 0 0,0 1 1 0 0,0 0-1 0 0,1 1 0 0 0,10 4 0 0 0,0 2 140 0 0</inkml:trace>
</inkml:ink>
</file>

<file path=ppt/ink/ink1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13:06.95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 82 6553 0 0,'0'-2'7'0'0,"0"0"0"0"0,0 0 0 0 0,1 0 0 0 0,-1 0 0 0 0,1 0 0 0 0,-1 0 0 0 0,1 0 0 0 0,0 1 0 0 0,0-1 0 0 0,0 0 0 0 0,0 0 0 0 0,0 1 0 0 0,0-1 0 0 0,0 0 0 0 0,1 1 0 0 0,-1-1 0 0 0,1 1 0 0 0,-1 0 0 0 0,1-1 0 0 0,-1 1 0 0 0,1 0 0 0 0,0 0 0 0 0,2-1 0 0 0,5-2 228 0 0,0 0 0 0 0,0 0 0 0 0,15-3-1 0 0,-11 3-69 0 0,2-1 131 0 0,1 1-1 0 0,0 1 0 0 0,1 0 0 0 0,-1 1 1 0 0,1 0-1 0 0,20 2 0 0 0,-35 0-259 0 0,-1 0 0 0 0,1 0 0 0 0,-1 0 0 0 0,1 0 0 0 0,0 1 0 0 0,-1-1 0 0 0,0 1 0 0 0,1-1 0 0 0,-1 1 0 0 0,1-1 0 0 0,-1 1 0 0 0,1 0 0 0 0,-1-1 0 0 0,0 1 0 0 0,0 0 0 0 0,1 0 0 0 0,-1 0 0 0 0,0 0 0 0 0,0 0 0 0 0,0 0 0 0 0,0 0 0 0 0,0 1 0 0 0,0-1 0 0 0,0 0-1 0 0,1 3 1 0 0,-2-2 21 0 0,0 0-1 0 0,1 1 1 0 0,-1-1-1 0 0,0 0 1 0 0,0 0-1 0 0,0 1 0 0 0,0-1 1 0 0,-1 0-1 0 0,1 0 1 0 0,-1 1-1 0 0,1-1 0 0 0,-1 0 1 0 0,0 0-1 0 0,1 0 1 0 0,-1 0-1 0 0,-2 4 0 0 0,-3 4 165 0 0,-1-1-1 0 0,0 1 1 0 0,0-1-1 0 0,-1 0 1 0 0,0 0-1 0 0,-9 7 1 0 0,-60 42 1410 0 0,55-43-911 0 0,1 1 0 0 0,-38 36 0 0 0,57-50-671 0 0,0 0 1 0 0,1 0-1 0 0,-1 1 1 0 0,0-1-1 0 0,1 0 0 0 0,0 1 1 0 0,-1-1-1 0 0,1 1 0 0 0,0 0 1 0 0,0-1-1 0 0,-1 6 1 0 0,2-7-19 0 0,0 0 1 0 0,0 1 0 0 0,0-1 0 0 0,0 0 0 0 0,1 0-1 0 0,-1 0 1 0 0,0 0 0 0 0,0 0 0 0 0,1 0 0 0 0,-1 1 0 0 0,1-1-1 0 0,-1 0 1 0 0,1 0 0 0 0,-1 0 0 0 0,1 0 0 0 0,0-1-1 0 0,0 1 1 0 0,-1 0 0 0 0,1 0 0 0 0,0 0 0 0 0,0 0 0 0 0,0-1-1 0 0,0 1 1 0 0,0 0 0 0 0,0-1 0 0 0,0 1 0 0 0,0-1-1 0 0,0 1 1 0 0,0-1 0 0 0,2 1 0 0 0,5 1 136 0 0,-1 0 0 0 0,1 0 0 0 0,0 0 1 0 0,0-1-1 0 0,1-1 0 0 0,-1 1 0 0 0,9-2 0 0 0,60-7 1269 0 0,-60 6-989 0 0,38-6 358 0 0,82-9 916 0 0,-93 15-1605 0 0</inkml:trace>
</inkml:ink>
</file>

<file path=ppt/ink/ink1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13:08.22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69 62 6553 0 0,'-48'-58'0'0'0,"48"58"4"0"0,0-1 0 0 0,0 1-1 0 0,0 0 1 0 0,0 0-1 0 0,0 0 1 0 0,-1-1 0 0 0,1 1-1 0 0,0 0 1 0 0,0 0-1 0 0,0 0 1 0 0,-1 0 0 0 0,1-1-1 0 0,0 1 1 0 0,0 0-1 0 0,0 0 1 0 0,-1 0 0 0 0,1 0-1 0 0,0 0 1 0 0,0 0-1 0 0,-1 0 1 0 0,1-1 0 0 0,0 1-1 0 0,0 0 1 0 0,-1 0-1 0 0,1 0 1 0 0,0 0 0 0 0,0 0-1 0 0,-1 0 1 0 0,1 0-1 0 0,0 0 1 0 0,0 0 0 0 0,-1 1-1 0 0,1-1 1 0 0,0 0-1 0 0,0 0 1 0 0,0 0 0 0 0,-1 0-1 0 0,1 0 1 0 0,0 0-1 0 0,0 0 1 0 0,-1 1 0 0 0,1-1-1 0 0,0 0 1 0 0,0 0-1 0 0,0 0 1 0 0,0 0 0 0 0,-1 1-1 0 0,1-1 1 0 0,0 0-1 0 0,0 0 1 0 0,0 0 0 0 0,0 1-1 0 0,0-1 1 0 0,-1 0-1 0 0,1 0 1 0 0,0 1 0 0 0,0-1-1 0 0,0 0 1 0 0,0 0-1 0 0,0 1 1 0 0,0-1 0 0 0,0 0-1 0 0,-2 22 517 0 0,2-16-466 0 0,-8 396 6790 0 0,8-395-6759 0 0,4 108 3095 0 0,5 0 1 0 0,46 223-1 0 0,-29-248-2429 0 0,-10-37-751 0 0</inkml:trace>
</inkml:ink>
</file>

<file path=ppt/ink/ink1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13:09.33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66 83 6553 0 0,'-5'-22'0'0'0,"5"19"0"0"0,-1 0 0 0 0,1 0 0 0 0,-1 0 0 0 0,0 0 0 0 0,0 0 0 0 0,0 0 0 0 0,0 0 0 0 0,-3-4 0 0 0,4 6 3 0 0,0 1-1 0 0,-1 0 0 0 0,1-1 0 0 0,0 1 1 0 0,-1 0-1 0 0,1 0 0 0 0,0 0 1 0 0,0-1-1 0 0,-1 1 0 0 0,1 0 0 0 0,-1 0 1 0 0,1 0-1 0 0,0 0 0 0 0,-1 0 0 0 0,1-1 1 0 0,0 1-1 0 0,-1 0 0 0 0,1 0 0 0 0,0 0 1 0 0,-1 0-1 0 0,1 0 0 0 0,-1 0 0 0 0,1 0 1 0 0,0 0-1 0 0,-1 1 0 0 0,1-1 1 0 0,0 0-1 0 0,-1 0 0 0 0,1 0 0 0 0,0 0 1 0 0,-1 0-1 0 0,1 0 0 0 0,0 1 0 0 0,-1-1 1 0 0,1 0-1 0 0,0 0 0 0 0,-1 1 0 0 0,1-1 1 0 0,0 0-1 0 0,0 0 0 0 0,-1 1 1 0 0,1-1-1 0 0,0 0 0 0 0,0 1 0 0 0,0-1 1 0 0,-1 0-1 0 0,1 1 0 0 0,0 0 0 0 0,-11 18 363 0 0,10-18-317 0 0,-3 7 162 0 0,0 0-1 0 0,1 1 1 0 0,0-1 0 0 0,0 1 0 0 0,-3 18-1 0 0,6-21-86 0 0,0 0-1 0 0,0-1 1 0 0,0 1-1 0 0,0 0 1 0 0,1 0-1 0 0,0 0 1 0 0,0 0-1 0 0,1-1 1 0 0,-1 1-1 0 0,4 6 1 0 0,9 16 663 0 0,1-1 0 0 0,2-1 0 0 0,34 43 0 0 0,-16-23 331 0 0,-25-33-806 0 0,1 0-1 0 0,0 0 0 0 0,0-1 1 0 0,2-1-1 0 0,-1 1 0 0 0,2-2 0 0 0,-1 0 1 0 0,1-1-1 0 0,1 0 0 0 0,30 13 0 0 0,-36-19-130 0 0,0 0 0 0 0,1 0 0 0 0,0-1-1 0 0,-1 0 1 0 0,1 0 0 0 0,0-1 0 0 0,0-1 0 0 0,0 0-1 0 0,0 0 1 0 0,-1-1 0 0 0,1 0 0 0 0,0 0 0 0 0,0-1-1 0 0,-1-1 1 0 0,1 1 0 0 0,-1-2 0 0 0,0 1-1 0 0,0-1 1 0 0,16-10 0 0 0,-15 8-354 0 0,-1-1-1 0 0,0 0 1 0 0,0 0 0 0 0,-1-1 0 0 0,0 0-1 0 0,0-1 1 0 0,-1 0 0 0 0,0 0-1 0 0,-1 0 1 0 0,6-11 0 0 0,-4 2-161 0 0,0 0 1 0 0,-1 0 0 0 0,-1 0-1 0 0,-1-1 1 0 0,4-21-1 0 0,3-30-1060 0 0,4-80 0 0 0,-16 149 1379 0 0,1-4-58 0 0,-1 1 1 0 0,0-1 0 0 0,0 1 0 0 0,0-1 0 0 0,-1 1 0 0 0,1-1-1 0 0,-1 1 1 0 0,0-1 0 0 0,-3-5 0 0 0,8 31 56 0 0,19 27 585 0 0,-12-24-288 0 0</inkml:trace>
</inkml:ink>
</file>

<file path=ppt/ink/ink1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13:10.32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60 6553 0 0,'0'-1'0'0'0,"0"0"0"0"0,0 0 0 0 0,0 0 0 0 0,0 0 0 0 0,0 0 0 0 0,0 0 0 0 0,0 0 0 0 0,0 0 0 0 0,0 0 0 0 0,0 0 0 0 0,1 0 0 0 0,-1 0 0 0 0,0 1 0 0 0,1-1 0 0 0,-1 0 0 0 0,0 0 0 0 0,2-1 0 0 0,4 2 0 0 0,-3 2 44 0 0,1-1 0 0 0,-1 1 0 0 0,0 0 0 0 0,0 0 0 0 0,0 0-1 0 0,0 1 1 0 0,0-1 0 0 0,4 6 0 0 0,22 29 835 0 0,-2 5-134 0 0,-9-14 77 0 0,1 0 0 0 0,25 28 0 0 0,-36-48-595 0 0,-1 0 0 0 0,2-1 0 0 0,-1 0 0 0 0,1 0 1 0 0,0-1-1 0 0,0 0 0 0 0,1 0 0 0 0,0-1 0 0 0,0-1 1 0 0,16 6-1 0 0,-12-6 69 0 0,-1-1 0 0 0,1 0-1 0 0,-1-1 1 0 0,20 0 0 0 0,-28-2-227 0 0,-1 0-1 0 0,1 0 1 0 0,-1 0-1 0 0,1-1 0 0 0,-1 0 1 0 0,1 0-1 0 0,-1 0 1 0 0,1 0-1 0 0,-1-1 1 0 0,0 1-1 0 0,1-1 0 0 0,-1 0 1 0 0,0 0-1 0 0,0-1 1 0 0,-1 1-1 0 0,8-7 1 0 0,-9 7-77 0 0,0-1 1 0 0,-1 0 0 0 0,1 0 0 0 0,0 0-1 0 0,-1 0 1 0 0,0 0 0 0 0,1 0 0 0 0,-1 0-1 0 0,0 0 1 0 0,-1 0 0 0 0,1-1 0 0 0,-1 1 0 0 0,1 0-1 0 0,-1-6 1 0 0,0-4-203 0 0,-1-1 0 0 0,-4-17 1 0 0,3 14 85 0 0,-19-101-1009 0 0,9 57 570 0 0,9 49 532 0 0,4 15 31 0 0</inkml:trace>
</inkml:ink>
</file>

<file path=ppt/ink/ink1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13:11.84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11 2 6553 0 0,'-8'-2'0'0'0,"5"2"241"0"0,3 2-241 0 0,2-1 0 0 0,-1 1 240 0 0,1-2-240 0 0,-2 1 0 0 0,1 1 0 0 0</inkml:trace>
</inkml:ink>
</file>

<file path=ppt/ink/ink1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14:38.61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44 195 6553 0 0,'-4'0'75'0'0,"0"-1"0"0"0,0 0-1 0 0,1 0 1 0 0,-1 0-1 0 0,1 0 1 0 0,-1-1-1 0 0,1 1 1 0 0,0-1 0 0 0,-1 0-1 0 0,-3-4 1 0 0,6 6-70 0 0,1 0 1 0 0,0-1-1 0 0,0 1 0 0 0,0 0 1 0 0,0-1-1 0 0,0 1 1 0 0,0 0-1 0 0,0 0 0 0 0,0-1 1 0 0,0 1-1 0 0,0 0 1 0 0,1-1-1 0 0,-1 1 0 0 0,0 0 1 0 0,0-1-1 0 0,0 1 1 0 0,0 0-1 0 0,0 0 1 0 0,0-1-1 0 0,1 1 0 0 0,-1 0 1 0 0,0 0-1 0 0,0-1 1 0 0,0 1-1 0 0,1 0 0 0 0,-1 0 1 0 0,0-1-1 0 0,0 1 1 0 0,1 0-1 0 0,-1 0 0 0 0,0 0 1 0 0,1 0-1 0 0,-1 0 1 0 0,0-1-1 0 0,0 1 0 0 0,1 0 1 0 0,-1 0-1 0 0,0 0 1 0 0,1 0-1 0 0,-1 0 0 0 0,0 0 1 0 0,1 0-1 0 0,15-6 298 0 0,-15 6-298 0 0,35-10 231 0 0,9-2 268 0 0,0-2 0 0 0,-1-1 1 0 0,56-30-1 0 0,-71 30-634 0 0,-9 5 34 0 0,0-2-1 0 0,24-17 1 0 0,-95 70 1319 0 0,2 1 0 0 0,3 3 0 0 0,-47 56 0 0 0,90-97-1176 0 0,-10 12 188 0 0,13-15-230 0 0,0-1 1 0 0,-1 1 0 0 0,1-1-1 0 0,-1 1 1 0 0,1 0 0 0 0,0-1-1 0 0,0 1 1 0 0,-1-1 0 0 0,1 1 0 0 0,0 0-1 0 0,0-1 1 0 0,0 1 0 0 0,0 0-1 0 0,-1-1 1 0 0,1 1 0 0 0,0 0-1 0 0,0-1 1 0 0,1 1 0 0 0,-1 0-1 0 0,0-1 1 0 0,0 2 0 0 0,0-2 7 0 0,1 1 0 0 0,-1-1 0 0 0,1 0 1 0 0,-1 0-1 0 0,1 0 0 0 0,-1 1 0 0 0,0-1 1 0 0,1 0-1 0 0,-1 0 0 0 0,1 0 0 0 0,-1 0 1 0 0,1 0-1 0 0,-1 0 0 0 0,1 0 0 0 0,-1 0 1 0 0,1 0-1 0 0,-1 0 0 0 0,1 0 0 0 0,-1 0 1 0 0,0-1-1 0 0,1 1 0 0 0,-1 0 0 0 0,1 0 1 0 0,-1 0-1 0 0,1-1 0 0 0,0 1 0 0 0,13-8 163 0 0,-12 7-112 0 0,83-49-61 0 0,-27 14-999 0 0,92-40-1 0 0,-91 54 549 0 0</inkml:trace>
</inkml:ink>
</file>

<file path=ppt/ink/ink1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14:46.93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1540 512 6553 0 0,'1'-2'0'0'0,"1"0"0"0"0,-1 0 0 0 0,0 0 0 0 0,0 0 0 0 0,0 0 0 0 0,0 0 0 0 0,0-1 0 0 0,0 1 0 0 0,0 0 0 0 0,0-4 0 0 0,0 1 0 0 0,1-3 0 0 0,-1 1 0 0 0,1-1 0 0 0,-1 1 0 0 0,-1-1 0 0 0,0 0 0 0 0,0 1 0 0 0,0-1 0 0 0,-1 0 0 0 0,-3-12 0 0 0,1 9 0 0 0,0 1 0 0 0,-1-1 0 0 0,-1 1 0 0 0,1 0 0 0 0,-2 1 0 0 0,-5-10 0 0 0,-10-9 0 0 0,-1 2 0 0 0,-2 1 0 0 0,-33-30 0 0 0,41 40 0 0 0,-6-5 0 0 0,-1 1 0 0 0,0 1 0 0 0,-1 1 0 0 0,-1 0 0 0 0,-33-14 0 0 0,42 23 0 0 0,-1 2 0 0 0,0 0 0 0 0,-1 1 0 0 0,1 0 0 0 0,-1 1 0 0 0,0 1 0 0 0,0 1 0 0 0,0 1 0 0 0,-32 1 0 0 0,0 5 1027 0 0,1 2-1 0 0,-1 2 1 0 0,2 2-1 0 0,-92 34 1 0 0,103-29-167 0 0,2 2 1 0 0,0 2 0 0 0,1 1-1 0 0,1 1 1 0 0,1 2-1 0 0,1 1 1 0 0,-47 51 0 0 0,29-21 640 0 0,2 2 0 0 0,2 2 0 0 0,-45 81 0 0 0,74-110-1501 0 0,1 0 0 0 0,1 2 0 0 0,1 0 0 0 0,2 0 0 0 0,-13 65 0 0 0,16-41 0 0 0,1 0 0 0 0,2 102 0 0 0,8-104 0 0 0,1 1 0 0 0,15 66 0 0 0,-10-81 0 0 0,2 0 0 0 0,2-1 0 0 0,28 60 0 0 0,-20-61 0 0 0,2-1 0 0 0,2-1 0 0 0,37 42 0 0 0,-9-13 0 0 0,-41-49 0 0 0,1-1 0 0 0,0 0 0 0 0,2 0 0 0 0,-1-2 0 0 0,2 0 0 0 0,0-1 0 0 0,0 0 0 0 0,1-1 0 0 0,0-1 0 0 0,1-1 0 0 0,0 0 0 0 0,1-1 0 0 0,0-1 0 0 0,0-1 0 0 0,26 5 0 0 0,57 4 0 0 0,148 5 0 0 0,-217-20-20 0 0,0-1 0 0 0,1-1 0 0 0,36-8 0 0 0,-50 6-340 0 0,0-2 0 0 0,0 0 0 0 0,-1-1 0 0 0,1-1 0 0 0,-1-1 0 0 0,21-13 0 0 0,-2-3-569 0 0,-1-2-1 0 0,-1-2 1 0 0,-2-1-1 0 0,0-2 1 0 0,45-56-1 0 0,-45 44-248 0 0,-2-1 0 0 0,-1-2 0 0 0,-3-1 0 0 0,28-65 0 0 0,-43 79 382 0 0,-1-1 0 0 0,-1-1 0 0 0,8-49 0 0 0,-11 28 411 0 0,2-84-1 0 0,-9 101 386 0 0,-3 1 0 0 0,-11-75 0 0 0,8 92 0 0 0,0 0 0 0 0,-2 1 0 0 0,0 0 0 0 0,-1 0 0 0 0,-2 0 0 0 0,-18-31 0 0 0,-16-21 0 0 0,2-1 0 0 0,-31-82 0 0 0,71 149 9 0 0,-1 1-1 0 0,0 0 0 0 0,-1 0 1 0 0,-6-8-1 0 0,10 14 2 0 0,-1-1 0 0 0,0 0 0 0 0,1 0 0 0 0,-1 1 0 0 0,0-1 0 0 0,0 0 0 0 0,0 1 0 0 0,1-1 0 0 0,-1 1-1 0 0,0-1 1 0 0,0 1 0 0 0,0-1 0 0 0,0 1 0 0 0,0-1 0 0 0,0 1 0 0 0,-2 0 0 0 0,3 0 1 0 0,-1 0 0 0 0,0 0-1 0 0,0 0 1 0 0,0 1 0 0 0,0-1 0 0 0,1 0 0 0 0,-1 1-1 0 0,0-1 1 0 0,0 1 0 0 0,1-1 0 0 0,-1 1 0 0 0,0-1-1 0 0,1 1 1 0 0,-1-1 0 0 0,1 1 0 0 0,-1 0 0 0 0,1-1-1 0 0,-1 1 1 0 0,1 0 0 0 0,-1-1 0 0 0,1 1 0 0 0,-1 0-1 0 0,1 0 1 0 0,-1 1 0 0 0,-3 10 229 0 0</inkml:trace>
</inkml:ink>
</file>

<file path=ppt/ink/ink1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14:50.67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115 137 6553 0 0,'-1'-3'0'0'0,"-1"0"0"0"0,1 0 0 0 0,0 0 0 0 0,0-1 0 0 0,0 1 0 0 0,1 0 0 0 0,-1-1 0 0 0,1 1 0 0 0,0 0 0 0 0,0-7 0 0 0,1 1 0 0 0,1 1 0 0 0,4-15 0 0 0,-4 16 0 0 0,0 0 0 0 0,0 0 0 0 0,-1 0 0 0 0,1-12 0 0 0,-2 19 1 0 0,0 0-1 0 0,0-1 1 0 0,0 1-1 0 0,0 0 0 0 0,0-1 1 0 0,0 1-1 0 0,0 0 1 0 0,0 0-1 0 0,0-1 0 0 0,0 1 1 0 0,0 0-1 0 0,0 0 1 0 0,0-1-1 0 0,0 1 0 0 0,0 0 1 0 0,-1 0-1 0 0,1-1 1 0 0,0 1-1 0 0,0 0 0 0 0,0 0 1 0 0,0-1-1 0 0,-1 1 1 0 0,1 0-1 0 0,0 0 0 0 0,0 0 1 0 0,0 0-1 0 0,-1-1 1 0 0,1 1-1 0 0,0 0 0 0 0,0 0 1 0 0,-1 0-1 0 0,1 0 1 0 0,0 0-1 0 0,-1-1 0 0 0,-10 4 210 0 0,-10 12 247 0 0,16-11-309 0 0,0 2-1 0 0,0-1 1 0 0,0 1-1 0 0,1-1 1 0 0,0 1-1 0 0,0 0 0 0 0,1 1 1 0 0,-1-1-1 0 0,1 1 1 0 0,1-1-1 0 0,-1 1 1 0 0,0 7-1 0 0,-1 4 263 0 0,1 0 0 0 0,1 0 0 0 0,1 29 0 0 0,-3 22 834 0 0,2-44-738 0 0,1-1 1 0 0,2 28-1 0 0,-1-51-493 0 0,0-1 0 0 0,0 1 0 0 0,0 0 0 0 0,1 0 0 0 0,-1 0 0 0 0,0 0 0 0 0,0-1 0 0 0,1 1 0 0 0,-1 0 1 0 0,0 0-1 0 0,1-1 0 0 0,-1 1 0 0 0,0 0 0 0 0,1 0 0 0 0,0 0 0 0 0,-1-1-6 0 0,0 0 0 0 0,1 0 1 0 0,-1 0-1 0 0,0 0 0 0 0,0 1 1 0 0,1-1-1 0 0,-1 0 0 0 0,0 0 0 0 0,0 0 1 0 0,1 0-1 0 0,-1 0 0 0 0,0 0 1 0 0,0 0-1 0 0,1 0 0 0 0,-1 0 0 0 0,0 0 1 0 0,0 0-1 0 0,1 0 0 0 0,-1-1 0 0 0,0 1 1 0 0,0 0-1 0 0,1 0 0 0 0,-1 0 1 0 0,0 0-1 0 0,0 0 0 0 0,0 0 0 0 0,1-1 1 0 0,-1 1-1 0 0,0 0 0 0 0,0 0 1 0 0,2-2 28 0 0,-1 1 1 0 0,1-1-1 0 0,-1 0 0 0 0,0 0 1 0 0,0 1-1 0 0,0-1 1 0 0,0 0-1 0 0,0 0 1 0 0,0 0-1 0 0,0-3 1 0 0,5-28-402 0 0,-1-1 0 0 0,-2 1 0 0 0,-3-57 0 0 0,0 57 77 0 0,0 33 287 0 0,-2-34-117 0 0,2 32 101 0 0,0 0 0 0 0,-1 0-1 0 0,1 0 1 0 0,0 1 0 0 0,-1-1 0 0 0,0 0 0 0 0,1 0 0 0 0,-1 1 0 0 0,0-1-1 0 0,0 0 1 0 0,0 1 0 0 0,0-1 0 0 0,0 1 0 0 0,0 0 0 0 0,0-1 0 0 0,-3-1-1 0 0,4 3 18 0 0,-1 0-1 0 0,0-1 0 0 0,1 1 0 0 0,-1 0 1 0 0,0 0-1 0 0,0 0 0 0 0,1 0 0 0 0,-1 0 1 0 0,0 1-1 0 0,1-1 0 0 0,-1 0 0 0 0,0 0 0 0 0,1 0 1 0 0,-1 1-1 0 0,0-1 0 0 0,1 0 0 0 0,-1 1 1 0 0,0-1-1 0 0,1 0 0 0 0,-1 1 0 0 0,1-1 1 0 0,-1 1-1 0 0,1-1 0 0 0,-1 1 0 0 0,1-1 1 0 0,-1 1-1 0 0,1-1 0 0 0,0 1 0 0 0,-1 0 1 0 0,1-1-1 0 0,0 1 0 0 0,-1 0 0 0 0,1 0 0 0 0,-12 24 253 0 0,9-17-126 0 0,1 1 0 0 0,0 0 0 0 0,0 0 0 0 0,0 0-1 0 0,1 0 1 0 0,1 0 0 0 0,0 0 0 0 0,0 0-1 0 0,0 1 1 0 0,1-1 0 0 0,1 0 0 0 0,3 13 0 0 0,-1-11-126 0 0</inkml:trace>
</inkml:ink>
</file>

<file path=ppt/ink/ink1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15:11.20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28 217 6553 0 0,'-2'-3'46'0'0,"1"1"-1"0"0,-1-1 0 0 0,1 0 0 0 0,-1 0 1 0 0,1 1-1 0 0,0-1 0 0 0,0 0 0 0 0,0 0 1 0 0,0 0-1 0 0,0-4 0 0 0,1 4-71 0 0,-2-2 22 0 0,-1-6-3 0 0,1 0 1 0 0,-1 0-1 0 0,2-1 0 0 0,-1-18 0 0 0,2 27 5 0 0,0 0 1 0 0,0 0-1 0 0,1 0 1 0 0,0 0-1 0 0,-1 0 1 0 0,1 0-1 0 0,0 1 1 0 0,0-1-1 0 0,0 0 0 0 0,1 0 1 0 0,-1 1-1 0 0,1-1 1 0 0,-1 1-1 0 0,1-1 1 0 0,0 1-1 0 0,0 0 1 0 0,0 0-1 0 0,0-1 1 0 0,0 1-1 0 0,1 1 0 0 0,-1-1 1 0 0,6-3-1 0 0,4-1 256 0 0,0 0-1 0 0,1 1 0 0 0,0 0 0 0 0,1 1 0 0 0,-1 1 1 0 0,1 0-1 0 0,-1 1 0 0 0,1 0 0 0 0,0 1 0 0 0,0 0 1 0 0,-1 1-1 0 0,20 3 0 0 0,0 2 566 0 0,0 2 0 0 0,0 1-1 0 0,60 23 1 0 0,-55-16 240 0 0,2-1-1 0 0,57 11 1 0 0,-84-23-805 0 0,1 0 1 0 0,1-1-1 0 0,-1 0 0 0 0,0-1 1 0 0,0-1-1 0 0,0 0 1 0 0,0-1-1 0 0,0-1 0 0 0,0 0 1 0 0,25-9-1 0 0,-11 1 380 0 0,-10 2-831 0 0,0 2 0 0 0,1 1 1 0 0,0 0-1 0 0,37-6 0 0 0,-36 11 342 0 0,0 0-1 0 0,0 1 1 0 0,1 2-1 0 0,35 5 1 0 0,76 28 600 0 0,-57-14-403 0 0,-37-13-77 0 0,0-1 0 0 0,0-2 0 0 0,0-1 0 0 0,52-3 1 0 0,154-21 998 0 0,-156 10-747 0 0,147 2-1 0 0,-94 17-516 0 0,66 3 0 0 0,-152-12 0 0 0,96-11 0 0 0,-108 5 0 0 0,52-7 0 0 0,-83 12 0 0 0,1 1 0 0 0,0 0 0 0 0,-1 1 0 0 0,1 1 0 0 0,17 3 0 0 0,7 9 0 0 0</inkml:trace>
</inkml:ink>
</file>

<file path=ppt/ink/ink1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15:55.00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1951 730 6553 0 0,'-7'-7'94'0'0,"0"0"0"0"0,0 0 0 0 0,0 1 0 0 0,-14-10 0 0 0,-8-6 115 0 0,13 6-227 0 0,0-1 0 0 0,1 0 0 0 0,-15-24 0 0 0,6 8-7 0 0,16 24 11 0 0,0 0 1 0 0,-1 0-1 0 0,-1 1 1 0 0,0 0-1 0 0,0 0 1 0 0,0 1-1 0 0,-1 0 0 0 0,0 1 1 0 0,0 0-1 0 0,0 1 1 0 0,-1 1-1 0 0,0-1 1 0 0,0 2-1 0 0,-18-4 1 0 0,-8 1 582 0 0,-1 1-1 0 0,0 2 1 0 0,-54 3 0 0 0,-285 33 5941 0 0,1 33-361 0 0,344-60-5848 0 0,1 2 0 0 0,0 2 0 0 0,0 1 0 0 0,1 1 0 0 0,0 1 0 0 0,2 2 0 0 0,-1 1 0 0 0,-34 26 0 0 0,34-19-301 0 0,2 0 0 0 0,1 2 0 0 0,-42 48 0 0 0,51-51 0 0 0,2 1 0 0 0,0 1 0 0 0,1 1 0 0 0,2 0 0 0 0,-15 37 0 0 0,14-23 0 0 0,-19 80 0 0 0,29-95 0 0 0,0 0 0 0 0,2 1 0 0 0,1-1 0 0 0,3 42 0 0 0,-1-56 0 0 0,1 0 0 0 0,0 1 0 0 0,1-1 0 0 0,0-1 0 0 0,1 1 0 0 0,0 0 0 0 0,0-1 0 0 0,1 0 0 0 0,0 0 0 0 0,1 0 0 0 0,0 0 0 0 0,0-1 0 0 0,8 8 0 0 0,10 7 0 0 0,2 0 0 0 0,45 32 0 0 0,-16-14 0 0 0,85 84 0 0 0,-86-74 0 0 0,77 56 0 0 0,-110-94 0 0 0,1 0 0 0 0,0-2 0 0 0,1 0 0 0 0,0-2 0 0 0,0 0 0 0 0,1-2 0 0 0,46 9 0 0 0,12-5 0 0 0,84 1 0 0 0,-136-11 0 0 0,220-5 36 0 0,0-19-376 0 0,-213 19 162 0 0,339-64-6174 0 0,-7-33-471 0 0,-290 79 5790 0 0,154-48-1975 0 0,-8-19 2684 0 0,-212 83 324 0 0,0 0 0 0 0,-1-2 0 0 0,0 1 0 0 0,0-2 0 0 0,0 1 0 0 0,-1-2 0 0 0,-1 1 0 0 0,0-1 0 0 0,0-1 0 0 0,0 0 0 0 0,-2 0 0 0 0,1-1 0 0 0,-2 0 0 0 0,1-1 0 0 0,-2 0 0 0 0,0 0 0 0 0,0 0 0 0 0,-1-1 0 0 0,4-16 0 0 0,-4 6 0 0 0,-1 0 0 0 0,-1 0 0 0 0,-1 0 0 0 0,-1-32 0 0 0,-3 14 0 0 0,-14-72 0 0 0,3 58 0 0 0,-2 0 0 0 0,-27-64 0 0 0,-60-100 0 0 0,75 170 0 0 0,-3 1 0 0 0,-1 1 0 0 0,-3 2 0 0 0,-44-47 0 0 0,47 61 0 0 0,-2 1 0 0 0,-1 1 0 0 0,-1 2 0 0 0,-1 1 0 0 0,-69-37 0 0 0,63 43-20 0 0,-1 2-1 0 0,0 1 0 0 0,-53-13 1 0 0,62 23 225 0 0,0 1 0 0 0,0 2 0 0 0,-1 1 0 0 0,-67 1 0 0 0,63 6 1834 0 0,-56 10 1 0 0,53-4-1721 0 0,1 2 0 0 0,-70 29 0 0 0,8 8 1295 0 0</inkml:trace>
</inkml:ink>
</file>

<file path=ppt/ink/ink1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16:00.54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1110 585 6553 0 0,'-1'-3'0'0'0,"0"0"0"0"0,0-1 0 0 0,0 1 0 0 0,-1 0 0 0 0,1 0 0 0 0,-1 0 0 0 0,0 1 0 0 0,0-1 0 0 0,0 0 0 0 0,0 1 0 0 0,-1-1 0 0 0,1 1 0 0 0,-1 0 0 0 0,1 0 0 0 0,-1 0 0 0 0,-5-3 0 0 0,-5-3 0 0 0,0 2 0 0 0,-20-9 0 0 0,-1 4-15 0 0,1 1 1 0 0,-2 1-1 0 0,-42-5 0 0 0,25 8 907 0 0,-79 1 0 0 0,84 7 285 0 0,1 1-1 0 0,-1 2 0 0 0,-85 23 1 0 0,105-21-623 0 0,1 2 1 0 0,0 1 0 0 0,0 1 0 0 0,2 1 0 0 0,-1 1 0 0 0,1 2 0 0 0,-41 32 0 0 0,52-35-233 0 0,1-1 1 0 0,1 2-1 0 0,0 0 1 0 0,1 0-1 0 0,1 1 1 0 0,0 0-1 0 0,0 0 1 0 0,2 1-1 0 0,0 1 1 0 0,0-1-1 0 0,1 1 1 0 0,1 0-1 0 0,-2 17 0 0 0,2-6 8 0 0,1 0 0 0 0,2 0 0 0 0,1 0-1 0 0,1 0 1 0 0,1 1 0 0 0,1-1 0 0 0,8 35-1 0 0,-4-38-329 0 0,1-1 0 0 0,1 1 0 0 0,1-2 0 0 0,1 1 0 0 0,1-1 0 0 0,24 37 0 0 0,-10-24 0 0 0,2-1 0 0 0,1-1 0 0 0,32 30 0 0 0,77 54 0 0 0,-65-58 0 0 0,48 37 0 0 0,-98-81 0 0 0,1-1 0 0 0,0 0 0 0 0,43 16 0 0 0,-45-22 0 0 0,2-1 0 0 0,-1-1 0 0 0,1-1 0 0 0,0 0 0 0 0,0-2 0 0 0,0-1 0 0 0,1-1 0 0 0,23-2 0 0 0,-20-2 0 0 0,0-1 0 0 0,-1-1 0 0 0,0-1 0 0 0,0-1 0 0 0,0-1 0 0 0,42-20 0 0 0,-26 6-878 0 0,0-2-1 0 0,-2-1 0 0 0,0-2 1 0 0,-2-2-1 0 0,-1-1 1 0 0,-2-3-1 0 0,-1 0 1 0 0,-1-2-1 0 0,-2-1 0 0 0,45-70 1 0 0,-20 17-1506 0 0,-4-4 0 0 0,52-125 0 0 0,-79 154 2143 0 0,-3-2 0 0 0,-2 0 0 0 0,-3-1 0 0 0,12-107-1 0 0,-27 149 242 0 0,-1 0 0 0 0,-1 0 0 0 0,-2 0 0 0 0,0 0 0 0 0,-2 0 0 0 0,0 0 0 0 0,-2 1 0 0 0,-1-1 0 0 0,-15-35 0 0 0,16 45 0 0 0,-1 0 0 0 0,-1 0 0 0 0,-1 1 0 0 0,0 1 0 0 0,0-1 0 0 0,-1 1 0 0 0,-1 1 0 0 0,0 0 0 0 0,-1 1 0 0 0,0 0 0 0 0,-1 0 0 0 0,0 2 0 0 0,-1-1 0 0 0,0 2 0 0 0,-25-12 0 0 0,16 11 9 0 0,-2 1-1 0 0,1 2 0 0 0,-1 0 0 0 0,0 2 0 0 0,0 1 1 0 0,0 1-1 0 0,0 0 0 0 0,-31 4 0 0 0,13 2 522 0 0,1 1 0 0 0,0 3 1 0 0,0 1-1 0 0,-44 16 0 0 0,10 3 548 0 0</inkml:trace>
</inkml:ink>
</file>

<file path=ppt/ink/ink1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16:03.24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1066 57 6553 0 0,'0'0'7'0'0,"1"-1"-1"0"0,-1 1 0 0 0,0-1 0 0 0,1 1 0 0 0,-1-1 0 0 0,0 0 0 0 0,1 1 0 0 0,-1-1 1 0 0,0 1-1 0 0,0-1 0 0 0,0 0 0 0 0,0 1 0 0 0,0-1 0 0 0,0 0 0 0 0,0 1 0 0 0,0-1 1 0 0,0 1-1 0 0,0-1 0 0 0,0 0 0 0 0,0 1 0 0 0,0-1 0 0 0,0 0 0 0 0,-1 1 1 0 0,1-1-1 0 0,0 1 0 0 0,0-1 0 0 0,-1 0 0 0 0,1 1 0 0 0,0-1 0 0 0,-1 1 0 0 0,1-1 1 0 0,0 1-1 0 0,-1-1 0 0 0,1 1 0 0 0,-2-1 0 0 0,0 0 32 0 0,1 1 1 0 0,-1 0-1 0 0,0-1 0 0 0,0 1 1 0 0,0 0-1 0 0,0 0 1 0 0,0 0-1 0 0,0 1 0 0 0,0-1 1 0 0,0 0-1 0 0,-3 2 0 0 0,-35 9 769 0 0,28-7-469 0 0,-1 0-1 0 0,0-1 0 0 0,-26 3 0 0 0,-151-3 3067 0 0,153-2-2841 0 0,14 1-36 0 0,-1-2 0 0 0,1 0 0 0 0,-1-1 0 0 0,-42-9 1 0 0,-9-13-7 0 0,-16-3-958 0 0,75 22 625 0 0,0 1-1 0 0,0 1 1 0 0,-32 0-1 0 0,30 4 3 0 0,0 0-1 0 0,1 1 1 0 0,-1 0 0 0 0,-30 12-1 0 0,-64 33 798 0 0,109-47-959 0 0,0 1 0 0 0,0-1 0 0 0,0 1 1 0 0,0 0-1 0 0,0 0 0 0 0,0 1 0 0 0,1-1 0 0 0,-1 0 0 0 0,1 1 0 0 0,0 0 1 0 0,-4 5-1 0 0,5-7-17 0 0,1 0 0 0 0,-1 0-1 0 0,1 1 1 0 0,-1-1 0 0 0,1 0 0 0 0,0 0 0 0 0,0 0 0 0 0,0 1 0 0 0,-1-1 0 0 0,1 0 0 0 0,0 0-1 0 0,0 1 1 0 0,1-1 0 0 0,-1 0 0 0 0,0 0 0 0 0,0 1 0 0 0,0-1 0 0 0,1 0 0 0 0,-1 0 0 0 0,1 0 0 0 0,-1 0-1 0 0,1 0 1 0 0,-1 1 0 0 0,1-1 0 0 0,0 0 0 0 0,0 0 0 0 0,-1 0 0 0 0,1-1 0 0 0,0 1 0 0 0,0 0-1 0 0,0 0 1 0 0,0 0 0 0 0,0-1 0 0 0,0 1 0 0 0,2 1 0 0 0,-2-2-1 0 0,0 1-1 0 0,0 0 1 0 0,0-1 0 0 0,0 1 0 0 0,0-1-1 0 0,0 1 1 0 0,0-1 0 0 0,0 0-1 0 0,1 1 1 0 0,-1-1 0 0 0,0 0 0 0 0,0 0-1 0 0,0 0 1 0 0,0 0 0 0 0,0 0 0 0 0,3 0-1 0 0,7-6 129 0 0</inkml:trace>
</inkml:ink>
</file>

<file path=ppt/ink/ink1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16:03.66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313 0 6553 0 0,'-32'20'1125'0'0,"-37"15"-1"0"0,43-22-439 0 0,1 0-1 0 0,1 1 1 0 0,-34 25-1 0 0,49-32-489 0 0,1 0 1 0 0,-1 1-1 0 0,1-1 1 0 0,1 2-1 0 0,0-1 1 0 0,0 1-1 0 0,0 0 1 0 0,-4 11-1 0 0,10-18-146 0 0,0 1 0 0 0,0 0-1 0 0,0 0 1 0 0,1 0 0 0 0,-1 0-1 0 0,1 0 1 0 0,0 0 0 0 0,0 0 0 0 0,0 0-1 0 0,0-1 1 0 0,1 1 0 0 0,-1 0 0 0 0,1 0-1 0 0,0 0 1 0 0,0 0 0 0 0,0 0 0 0 0,0-1-1 0 0,0 1 1 0 0,0 0 0 0 0,3 2-1 0 0,-2-2 13 0 0,-1 0-1 0 0,1 0 1 0 0,0-1-1 0 0,1 1 0 0 0,-1-1 1 0 0,0 0-1 0 0,1 1 1 0 0,-1-1-1 0 0,1 0 0 0 0,0-1 1 0 0,0 1-1 0 0,0 0 0 0 0,-1-1 1 0 0,2 0-1 0 0,-1 1 1 0 0,0-1-1 0 0,5 1 0 0 0,20 0 635 0 0,0-1-1 0 0,0-2 1 0 0,40-5-1 0 0,-35 2 303 0 0,59 2 0 0 0,-89 2-945 0 0,0 0 1 0 0,0 0-1 0 0,-1 1 0 0 0,1-1 0 0 0,0 1 0 0 0,-1 0 0 0 0,1-1 1 0 0,-1 1-1 0 0,1 1 0 0 0,-1-1 0 0 0,1 0 0 0 0,-1 1 0 0 0,0-1 1 0 0,1 1-1 0 0,-1-1 0 0 0,0 1 0 0 0,0 0 0 0 0,0 0 0 0 0,0 0 1 0 0,-1 0-1 0 0,1 1 0 0 0,-1-1 0 0 0,1 0 0 0 0,0 3 0 0 0,1 1 60 0 0,-1 0 0 0 0,-1 0 0 0 0,1 0-1 0 0,-1 1 1 0 0,0-1 0 0 0,0 0-1 0 0,-1 0 1 0 0,0 1 0 0 0,-1 10 0 0 0,-2 14 288 0 0</inkml:trace>
</inkml:ink>
</file>

<file path=ppt/ink/ink1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16:08.15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34 152 6553 0 0,'-33'1'721'0'0,"32"-3"-657"0"0,6-2 90 0 0,5-4 198 0 0,10-1-323 0 0,1 1-1 0 0,0 0 1 0 0,1 2 0 0 0,37-7-1 0 0,93-4 1235 0 0,26-4 603 0 0,-86-4-2284 0 0,-57 14 192 0 0,54-9 1 0 0,-80 19 353 0 0,-2 1-96 0 0</inkml:trace>
</inkml:ink>
</file>

<file path=ppt/ink/ink1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16:08.56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353 146 6553 0 0,'-9'-5'0'0'0,"1"-1"0"0"0,0 1 0 0 0,0-2 0 0 0,1 1 0 0 0,0-1 0 0 0,0 0 0 0 0,-11-15 0 0 0,8 7 0 0 0,6 8 0 0 0,-1 0 0 0 0,1 0 0 0 0,-1 1 0 0 0,0-1 0 0 0,-1 1 0 0 0,0 1 0 0 0,0-1 0 0 0,-8-5 0 0 0,13 10 8 0 0,0 1-1 0 0,-1-1 1 0 0,1 1-1 0 0,-1-1 0 0 0,1 1 1 0 0,-1 0-1 0 0,0-1 0 0 0,1 1 1 0 0,-1 0-1 0 0,1 0 0 0 0,-1 0 1 0 0,1 1-1 0 0,-1-1 1 0 0,1 0-1 0 0,-1 0 0 0 0,1 1 1 0 0,-1-1-1 0 0,1 1 0 0 0,-1-1 1 0 0,1 1-1 0 0,-1 0 1 0 0,1 0-1 0 0,0-1 0 0 0,0 1 1 0 0,-1 0-1 0 0,1 0 0 0 0,0 0 1 0 0,0 1-1 0 0,0-1 1 0 0,-1 1-1 0 0,-5 6 226 0 0,0 1 1 0 0,1-1-1 0 0,-8 13 1 0 0,8-11 47 0 0,-14 21 466 0 0,2 1 0 0 0,1 1 1 0 0,2 0-1 0 0,0 1 0 0 0,3 1 1 0 0,1 0-1 0 0,-9 51 0 0 0,18-78-607 0 0,1 0-1 0 0,0 0 1 0 0,1 0 0 0 0,0 0-1 0 0,2 12 1 0 0,-2-18-106 0 0,0-1 1 0 0,0 1-1 0 0,1 0 0 0 0,-1-1 0 0 0,1 1 1 0 0,-1 0-1 0 0,1-1 0 0 0,0 1 1 0 0,0-1-1 0 0,0 1 0 0 0,0-1 1 0 0,0 1-1 0 0,0-1 0 0 0,0 0 1 0 0,0 1-1 0 0,0-1 0 0 0,1 0 1 0 0,-1 0-1 0 0,0 0 0 0 0,1 0 1 0 0,-1 0-1 0 0,1 0 0 0 0,-1 0 1 0 0,1-1-1 0 0,0 1 0 0 0,-1 0 1 0 0,1-1-1 0 0,0 1 0 0 0,-1-1 1 0 0,4 0-1 0 0,3 1 148 0 0,-1-1 0 0 0,0 0 0 0 0,0-1 1 0 0,0 0-1 0 0,0 0 0 0 0,13-4 0 0 0,38-19 421 0 0,-46 18-662 0 0,0 1 1 0 0,0 0 0 0 0,0 1 0 0 0,1 0-1 0 0,23-3 1 0 0,-34 7 71 0 0,0 0 0 0 0,0 0 0 0 0,0 0 1 0 0,0 1-1 0 0,0-1 0 0 0,0 0 0 0 0,0 1 0 0 0,0 0 0 0 0,0-1 0 0 0,-1 1 1 0 0,1 0-1 0 0,3 2 0 0 0,3 4-13 0 0</inkml:trace>
</inkml:ink>
</file>

<file path=ppt/ink/ink1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16:45.81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11 296 6553 0 0,'0'0'27'0'0,"-7"-1"-89"0"0,7 1 71 0 0,0 0 1 0 0,0 0-1 0 0,0 0 1 0 0,-1 0-1 0 0,1 0 1 0 0,0 0-1 0 0,0 0 1 0 0,0 0-1 0 0,0 0 1 0 0,0 0-1 0 0,0 0 1 0 0,0 0-1 0 0,-1 0 1 0 0,1 0-1 0 0,0 0 0 0 0,0 0 1 0 0,0 0-1 0 0,0 0 1 0 0,0 0-1 0 0,0 0 1 0 0,0 0-1 0 0,-1 0 1 0 0,1 0-1 0 0,0 0 1 0 0,0 0-1 0 0,0 0 1 0 0,0 0-1 0 0,0 1 1 0 0,0-1-1 0 0,0 0 1 0 0,0 0-1 0 0,0 0 1 0 0,0 0-1 0 0,0 0 0 0 0,-1 0 1 0 0,1 0-1 0 0,0 0 1 0 0,0 1-1 0 0,0-1 1 0 0,0 0-1 0 0,0 0 1 0 0,0 0-1 0 0,0 0 1 0 0,0 0-1 0 0,0 0 1 0 0,0 0-1 0 0,0 1 1 0 0,0-1-1 0 0,0 0 1 0 0,0 0-1 0 0,0 0 1 0 0,0 0-1 0 0,0 0 1 0 0,1 0-1 0 0,-1 0 0 0 0,0 1 1 0 0,0-1-1 0 0,0 0 1 0 0,5 3 136 0 0,2 1 10 0 0,1-1 0 0 0,-1-1 0 0 0,1 1 0 0 0,0-1 1 0 0,0-1-1 0 0,0 0 0 0 0,15 1 0 0 0,222 28 4270 0 0,18 1 46 0 0,151-16 2386 0 0,-47-20-6500 0 0,-131-2-369 0 0,6 1 11 0 0,111 1 0 0 0,-103 7 0 0 0,131 3 0 0 0,-138-1 0 0 0,90 5 0 0 0,573 15 0 0 0,-651-25 0 0 0,144-5 0 0 0,-309 3-231 0 0,221-11 588 0 0,-104-1-3315 0 0,-40 1 2544 0 0,276-28-5948 0 0,-142 12 2439 0 0,-26 2-145 0 0,112 1 4392 0 0,-139 12 3158 0 0,15 3-2485 0 0,124-13 4656 0 0,-340 19-5913 0 0,238-33-2216 0 0,-199 24 932 0 0,107-35 0 0 0,-165 41 1171 0 0,0 0 0 0 0,-1-3 0 0 0,42-22 0 0 0,-68 33 354 0 0,7-6-121 0 0,-10 4-36 0 0</inkml:trace>
</inkml:ink>
</file>

<file path=ppt/ink/ink1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14:41.53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20 435 6553 0 0,'-8'-14'0'0'0,"-3"-6"0"0"0,12 18 51 0 0,1 1-1 0 0,0 0 1 0 0,0 0-1 0 0,0 0 0 0 0,0 0 1 0 0,0 0-1 0 0,0 1 1 0 0,0-1-1 0 0,0 0 1 0 0,4 0-1 0 0,-3 1 76 0 0,5-3-74 0 0,-1 0-1 0 0,1-1 1 0 0,-1 0-1 0 0,1 0 1 0 0,-1 0-1 0 0,-1-1 1 0 0,1 0-1 0 0,-1 0 1 0 0,1-1-1 0 0,-2 0 1 0 0,1 0-1 0 0,9-12 1 0 0,-4 1-97 0 0,0-1 1 0 0,-1 1-1 0 0,-1-2 1 0 0,7-20-1 0 0,-11 24 19 0 0,0 1-1 0 0,-1-1 1 0 0,0 0-1 0 0,2-26 0 0 0,-6 35 19 0 0,1 1 0 0 0,-1 0 0 0 0,0-1 0 0 0,-1 1-1 0 0,1-1 1 0 0,-1 1 0 0 0,0-1 0 0 0,0 1-1 0 0,-1 0 1 0 0,0 0 0 0 0,0-1 0 0 0,0 1-1 0 0,0 1 1 0 0,-1-1 0 0 0,0 0 0 0 0,-5-6-1 0 0,8 10 17 0 0,-1 0-1 0 0,0 0 0 0 0,1 1 1 0 0,-1-1-1 0 0,0 0 0 0 0,0 0 1 0 0,0 1-1 0 0,1-1 0 0 0,-1 0 1 0 0,0 1-1 0 0,0-1 0 0 0,0 1 0 0 0,0 0 1 0 0,0-1-1 0 0,0 1 0 0 0,0 0 1 0 0,0-1-1 0 0,-1 1 0 0 0,1 0 1 0 0,0 0-1 0 0,0 0 0 0 0,0 0 1 0 0,-1 0-1 0 0,0 1 28 0 0,1-1 0 0 0,-1 1 0 0 0,1 0 0 0 0,0-1 0 0 0,-1 1 0 0 0,1 0 1 0 0,0 0-1 0 0,0 0 0 0 0,0 0 0 0 0,0 0 0 0 0,0 0 0 0 0,0 0 0 0 0,0 1 0 0 0,-2 1 0 0 0,0 4 122 0 0,-1-1-1 0 0,1 1 1 0 0,0 0 0 0 0,1 0-1 0 0,-4 12 1 0 0,2 6 406 0 0,1 0 1 0 0,0 0-1 0 0,2 0 1 0 0,3 33-1 0 0,16 102 2228 0 0,-16-148-2492 0 0,52 302 4285 0 0,-35-230-2089 0 0,51 136 0 0 0,-62-200-2451 0 0</inkml:trace>
</inkml:ink>
</file>

<file path=ppt/ink/ink1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14:41.71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3 241 6553 0 0,'-1'-1'0'0'0,"1"0"0"0"0,0 0 0 0 0,-1-1 0 0 0,1 1 0 0 0,0 0 0 0 0,0 0 0 0 0,0 0 0 0 0,0-1 0 0 0,0 1 0 0 0,0 0 0 0 0,0-2 0 0 0,9-6 0 0 0,-4 6 0 0 0,69-61 0 0 0,-24 33 0 0 0,1 2 0 0 0,55-23 0 0 0,-63 32 0 0 0,-11 4 0 0 0</inkml:trace>
</inkml:ink>
</file>

<file path=ppt/ink/ink1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14:41.88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26 61 6553 0 0,'-10'-23'0'0'0,"2"8"0"0"0,4 2 0 0 0,1 5 0 0 0,4 7 0 0 0,1 1 0 0 0,-2 1 0 0 0,0 5 0 0 0,1 5 0 0 0,-1 7 721 0 0,2 6-721 0 0,-2 4 961 0 0,-2 10-961 0 0,1 2 1442 0 0,1-4-1442 0 0,-2 8 721 0 0</inkml:trace>
</inkml:ink>
</file>

<file path=ppt/ink/ink1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16:52.61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33 192 6553 0 0,'2'-39'0'0'0,"-2"15"0"0"0,1 1 0 0 0,-2 0 0 0 0,0-1 0 0 0,-7-35 0 0 0,5 105 641 0 0,-19 727 12543 0 0,37 2-8321 0 0,-5-390-5529 0 0,23 859 666 0 0,-6-209 0 0 0,-3-309 0 0 0,33-4 0 0 0,-47-630 0 0 0,68 451 0 0 0,-69-512 0 0 0,-5-22 0 0 0</inkml:trace>
</inkml:ink>
</file>

<file path=ppt/ink/ink1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16:53.44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270 97 6553 0 0,'47'-72'228'0'0,"-29"47"-235"0"0,-23 31 127 0 0,0 0 1 0 0,-1 0-1 0 0,-6 5 0 0 0,-10 11 293 0 0,-13 21 1246 0 0,-35 54 0 0 0,-22 54 1224 0 0,66-108-1998 0 0,13-21-663 0 0,4-10 102 0 0,1 1 0 0 0,1 1 0 0 0,0 0 0 0 0,-9 26-1 0 0,16-38-287 0 0,-1-1-1 0 0,1 0 1 0 0,0 0-1 0 0,0 0 1 0 0,-1 0-1 0 0,1 0 1 0 0,0 1-1 0 0,0-1 0 0 0,0 0 1 0 0,0 0-1 0 0,1 2 1 0 0,3-2 198 0 0,4-7-165 0 0,4-8-268 0 0,1-1-1 0 0,13-23 1 0 0,-5 8-152 0 0,14-25-1026 0 0,57-118-1 0 0,-63 116 711 0 0,-18 35 206 0 0,26-40 0 0 0,-36 62 454 0 0,-1-1 1 0 0,0 1-1 0 0,0 0 0 0 0,1-1 1 0 0,-1 1-1 0 0,0-1 0 0 0,1 1 0 0 0,-1 0 1 0 0,0-1-1 0 0,1 1 0 0 0,-1 0 1 0 0,1 0-1 0 0,-1-1 0 0 0,0 1 0 0 0,1 0 1 0 0,-1 0-1 0 0,1-1 0 0 0,-1 1 1 0 0,1 0-1 0 0,-1 0 0 0 0,1 0 1 0 0,0 0 9 0 0,-1 0 0 0 0,0 0 0 0 0,1 1 0 0 0,-1-1 1 0 0,0 0-1 0 0,0 0 0 0 0,1 0 0 0 0,-1 1 1 0 0,0-1-1 0 0,0 0 0 0 0,1 1 0 0 0,-1-1 1 0 0,0 0-1 0 0,0 1 0 0 0,0-1 0 0 0,1 0 1 0 0,-1 1-1 0 0,0-1 0 0 0,0 0 0 0 0,0 1 0 0 0,0-1 1 0 0,0 1-1 0 0,3 27 388 0 0,-3-19-292 0 0,14 108 2311 0 0,40 164 0 0 0,-44-248-1904 0 0,1 0 0 0 0,1-1-1 0 0,2-1 1 0 0,1 0-1 0 0,22 31 1 0 0,-21-36-365 0 0</inkml:trace>
</inkml:ink>
</file>

<file path=ppt/ink/ink1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16:54.25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182 93 6553 0 0,'-3'-29'0'0'0,"3"24"0"0"0,-1 0 0 0 0,1 0 0 0 0,-1 0 0 0 0,0 0 0 0 0,-1-6 0 0 0,1 10 0 0 0,1 0 0 0 0,-1 0 0 0 0,0 0 0 0 0,1 0 0 0 0,-1 0 0 0 0,0 0 0 0 0,1 0 0 0 0,-1 0 0 0 0,0 0 0 0 0,0 0 0 0 0,0 0 0 0 0,0 0 0 0 0,0 1 0 0 0,0-1 0 0 0,0 0 0 0 0,0 1 0 0 0,0-1 0 0 0,0 1 0 0 0,0-1 0 0 0,0 1 0 0 0,-1-1 0 0 0,1 1 0 0 0,0 0 0 0 0,0 0 0 0 0,-2-1 0 0 0,0 2 27 0 0,1-1 0 0 0,-1 0-1 0 0,1 1 1 0 0,-1-1-1 0 0,1 1 1 0 0,0 0-1 0 0,-1 0 1 0 0,1 0 0 0 0,0 0-1 0 0,-1 0 1 0 0,1 0-1 0 0,0 1 1 0 0,-2 1 0 0 0,-25 22 728 0 0,19-15-484 0 0,1 0-1 0 0,1 1 1 0 0,0 0 0 0 0,0 0-1 0 0,1 1 1 0 0,0 0 0 0 0,-6 17-1 0 0,10-22-134 0 0,1-1-1 0 0,0 1 1 0 0,0 0-1 0 0,0 0 0 0 0,1 0 1 0 0,0 0-1 0 0,1 0 0 0 0,0 0 1 0 0,0 0-1 0 0,0 0 0 0 0,0 0 1 0 0,1 0-1 0 0,1 0 0 0 0,-1 0 1 0 0,5 13-1 0 0,-3-15-24 0 0,0 0 1 0 0,0 0-1 0 0,1 0 1 0 0,-1 0-1 0 0,1 0 1 0 0,0-1-1 0 0,0 0 1 0 0,1 0-1 0 0,-1 0 1 0 0,1 0-1 0 0,0-1 1 0 0,0 0-1 0 0,0 1 1 0 0,0-2-1 0 0,11 5 1 0 0,-4-3 167 0 0,0 0 0 0 0,0-1 1 0 0,0 0-1 0 0,0-1 0 0 0,1 0 1 0 0,19-1-1 0 0,-26-1-267 0 0,-1-1 0 0 0,0 1 0 0 0,0-1 0 0 0,0 0 1 0 0,0-1-1 0 0,0 1 0 0 0,0-1 0 0 0,0 0 0 0 0,0-1 0 0 0,0 1 0 0 0,-1-1 0 0 0,0 0 0 0 0,1 0 1 0 0,-1 0-1 0 0,0 0 0 0 0,0-1 0 0 0,-1 0 0 0 0,1 0 0 0 0,-1 0 0 0 0,0 0 0 0 0,0 0 1 0 0,0-1-1 0 0,0 1 0 0 0,2-8 0 0 0,-1 5-111 0 0,-1-1 0 0 0,0 0 0 0 0,-1 0 0 0 0,0 1 0 0 0,0-2-1 0 0,-1 1 1 0 0,1 0 0 0 0,-2 0 0 0 0,1 0 0 0 0,-1-1 0 0 0,-1 1 0 0 0,0 0 0 0 0,0 0 0 0 0,-4-16 0 0 0,0 12-41 0 0,0-1 1 0 0,-1 1-1 0 0,-1 1 1 0 0,0-1-1 0 0,0 1 1 0 0,-1 1-1 0 0,-1-1 1 0 0,0 1-1 0 0,0 1 1 0 0,0 0-1 0 0,-13-9 1 0 0,19 16 120 0 0,0 0 1 0 0,0 0 0 0 0,0 0 0 0 0,-1 1 0 0 0,1 0-1 0 0,-1-1 1 0 0,1 1 0 0 0,-1 0 0 0 0,0 0 0 0 0,1 1-1 0 0,-1-1 1 0 0,0 1 0 0 0,1 0 0 0 0,-1 0 0 0 0,0 0-1 0 0,-5 1 1 0 0,4 0 97 0 0,-1 1 0 0 0,1-1 0 0 0,-1 1 0 0 0,1 0 0 0 0,0 0 0 0 0,0 0 0 0 0,0 1 0 0 0,0 0 0 0 0,1 0 0 0 0,-6 4 0 0 0,-31 31 496 0 0,28-23-384 0 0</inkml:trace>
</inkml:ink>
</file>

<file path=ppt/ink/ink1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16:58.36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19 6772 6553 0 0,'0'2'56'0'0,"-1"-1"-1"0"0,0 1 1 0 0,0-1-1 0 0,0 1 1 0 0,0-1-1 0 0,0 1 1 0 0,0-1-1 0 0,0 0 0 0 0,0 0 1 0 0,0 0-1 0 0,-1 1 1 0 0,-1 0-1 0 0,3-2-55 0 0,0 0 0 0 0,0 0 0 0 0,-1 0 0 0 0,1 1 0 0 0,0-1 0 0 0,0 0 0 0 0,0 0 0 0 0,-1 0 0 0 0,1 1 0 0 0,0-1 0 0 0,0 0 0 0 0,0 0 0 0 0,0 1 0 0 0,-1-1 0 0 0,1 0 0 0 0,0 0 0 0 0,0 1 0 0 0,0-1 0 0 0,0 0 0 0 0,0 1 0 0 0,0-1 0 0 0,0 0 0 0 0,0 1 0 0 0,0-1 0 0 0,0 0 0 0 0,0 0 0 0 0,0 1 0 0 0,0-1 0 0 0,0 0 0 0 0,0 1 0 0 0,0-1 0 0 0,0 2 0 0 0,2-2 0 0 0,2-4 90 0 0,15-22 495 0 0,-16 21-564 0 0,0 0 0 0 0,0 0 0 0 0,1 0 0 0 0,-1 0 0 0 0,1 1 0 0 0,0-1 0 0 0,1 1 0 0 0,-1 0 0 0 0,1 0 0 0 0,0 1 0 0 0,0 0 0 0 0,0-1 1 0 0,6-1-1 0 0,15-5 196 0 0,-1 2-253 0 0,-2 0 1 0 0,1-2 0 0 0,-1-1-1 0 0,23-15 1 0 0,348-215-878 0 0,-342 213 782 0 0,-1-3 0 0 0,-1-1 0 0 0,-2-3 0 0 0,-2-1 0 0 0,51-52 0 0 0,73-96 96 0 0,72-72 38 0 0,19-12-3 0 0,10-11 0 0 0,143-165 0 0 0,25-70 0 0 0,-319 374 0 0 0,44-48 0 0 0,220-270 0 0 0,101-220 0 0 0,-134 179 0 0 0,-17 73 0 0 0,-240 311 0 0 0,457-512 0 0 0,-489 560 0 0 0,204-216 0 0 0,59-66 0 0 0,-293 314 0 0 0,194-199 0 0 0,-209 219-19 0 0,1 0 0 0 0,1 2-1 0 0,28-16 1 0 0,-39 24 106 0 0,1 1 0 0 0,-1 0 0 0 0,1 1 1 0 0,0 0-1 0 0,0 0 0 0 0,0 1 0 0 0,1 0 0 0 0,-1 0 0 0 0,1 1 0 0 0,18 1 0 0 0,-27 0-80 0 0,0 0-1 0 0,0 0 0 0 0,1 0 0 0 0,-1 0 0 0 0,0 1 0 0 0,0-1 0 0 0,1 0 0 0 0,-1 1 0 0 0,0-1 0 0 0,0 1 1 0 0,0-1-1 0 0,2 2 0 0 0,-3-2 0 0 0,0 0 1 0 0,0 0 0 0 0,1 1-1 0 0,-1-1 1 0 0,0 0-1 0 0,0 0 1 0 0,0 1-1 0 0,0-1 1 0 0,0 0 0 0 0,0 0-1 0 0,0 1 1 0 0,0-1-1 0 0,0 0 1 0 0,0 0-1 0 0,0 1 1 0 0,0-1-1 0 0,0 0 1 0 0,0 1 0 0 0,0-1-1 0 0,0 0 1 0 0,0 0-1 0 0,0 1 1 0 0,0-1-1 0 0,0 0 1 0 0,-1 0 0 0 0,1 0-1 0 0,0 1 1 0 0,0-1-1 0 0,0 0 1 0 0,0 0-1 0 0,-1 1 1 0 0,1-1 0 0 0,0 0-1 0 0,0 0 1 0 0,-4 4 128 0 0,0-1 1 0 0,0 0-1 0 0,0 0 1 0 0,-7 3-1 0 0,7-3-14 0 0,-13 7 59 0 0,-3 2 267 0 0</inkml:trace>
</inkml:ink>
</file>

<file path=ppt/ink/ink1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16:59.79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22 12 6553 0 0,'-1'-1'16'0'0,"0"0"-1"0"0,0 0 1 0 0,0 0-1 0 0,0 0 0 0 0,0 0 1 0 0,0 0-1 0 0,0 0 1 0 0,-1 0-1 0 0,1 1 0 0 0,0-1 1 0 0,0 0-1 0 0,-3 0 1 0 0,4 1-13 0 0,0 0 1 0 0,0 0 0 0 0,0 0 0 0 0,0 0-1 0 0,-1 0 1 0 0,1 0 0 0 0,0 0-1 0 0,0 0 1 0 0,0 0 0 0 0,0 0 0 0 0,0 1-1 0 0,0-1 1 0 0,-1 0 0 0 0,1 0 0 0 0,0 0-1 0 0,0 0 1 0 0,0 0 0 0 0,0 0-1 0 0,0 0 1 0 0,0 0 0 0 0,0 0 0 0 0,0 1-1 0 0,0-1 1 0 0,-1 0 0 0 0,1 0 0 0 0,0 0-1 0 0,0 0 1 0 0,0 0 0 0 0,0 0-1 0 0,0 1 1 0 0,0-1 0 0 0,0 0 0 0 0,0 0-1 0 0,0 0 1 0 0,0 0 0 0 0,0 0-1 0 0,0 0 1 0 0,0 1 0 0 0,0-1 0 0 0,0 0-1 0 0,0 0 1 0 0,0 0 0 0 0,-1 17 402 0 0,0-1-1 0 0,1 0 1 0 0,1 1 0 0 0,6 30 0 0 0,-3-18 207 0 0,75 672 11296 0 0,-39-179-8600 0 0,-10-100-3508 0 0,15-42 199 0 0,-39-339 0 0 0,-2 1 0 0 0,-2 0 0 0 0,-1-1 0 0 0,-11 82 0 0 0,10-119 0 0 0,-3 12 0 0 0,0-1 0 0 0,1 1 0 0 0,1 0 0 0 0,2 21 0 0 0,-1-36 0 0 0,0 0 0 0 0,0 0 0 0 0,0 0 0 0 0,1 0 0 0 0,-1-1 0 0 0,0 1 0 0 0,1 0 0 0 0,-1 0 0 0 0,1 0 0 0 0,-1 0 0 0 0,1-1 0 0 0,-1 1 0 0 0,1 0 0 0 0,-1-1 0 0 0,2 2 0 0 0,1 1 0 0 0</inkml:trace>
</inkml:ink>
</file>

<file path=ppt/ink/ink1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17:00.78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81 21 6553 0 0,'0'-3'0'0'0,"0"1"0"0"0,-1 1 0 0 0,1 0 0 0 0,0 0 0 0 0,0 0 0 0 0,0-1 0 0 0,1 1 0 0 0,-1 0 0 0 0,0 0 0 0 0,0 0 0 0 0,0 0 0 0 0,1 0 0 0 0,0-2 0 0 0,0 3 16 0 0,0 1-1 0 0,-1 0 1 0 0,1-1-1 0 0,0 1 0 0 0,-1 0 1 0 0,1-1-1 0 0,0 1 1 0 0,-1 0-1 0 0,1 0 0 0 0,-1-1 1 0 0,1 1-1 0 0,-1 1 1 0 0,4 10 253 0 0,0 0 1 0 0,-1 0-1 0 0,-1 0 1 0 0,0 0 0 0 0,-1 0-1 0 0,0 22 1 0 0,0-9 255 0 0,-1 193 3389 0 0,-17 0-201 0 0,7-111-1919 0 0,-15 242 3509 0 0,13-116-4618 0 0,3 37-685 0 0,-14 211 0 0 0,14-343 0 0 0,5 1 0 0 0,19 184 0 0 0,9-168 0 0 0,0 0 0 0 0,-21-126 0 0 0,-2 1 0 0 0,0 0 0 0 0,-6 37 0 0 0,-6 72 0 0 0,11-138 0 0 0,0-1-1 0 0,0 1 0 0 0,0 0 1 0 0,0-1-1 0 0,0 1 0 0 0,0 0 0 0 0,0 0 1 0 0,0-1-1 0 0,0 1 0 0 0,1 0 1 0 0,-1-1-1 0 0,0 1 0 0 0,0 0 1 0 0,1-1-1 0 0,-1 1 0 0 0,1 1 1 0 0,-1-2 1 0 0,1 0 0 0 0,-1 0 0 0 0,0-1 0 0 0,1 1 1 0 0,-1 0-1 0 0,0 0 0 0 0,0 0 0 0 0,1 0 0 0 0,-1-1 1 0 0,0 1-1 0 0,0 0 0 0 0,1 0 0 0 0,-1-1 0 0 0,0 1 1 0 0,0 0-1 0 0,1 0 0 0 0,-1-1 0 0 0,0 1 0 0 0,0 0 1 0 0,0 0-1 0 0,0-1 0 0 0,0 1 0 0 0,1-1 1 0 0,8-25-220 0 0,-7 18 138 0 0,-2 1-120 0 0</inkml:trace>
</inkml:ink>
</file>

<file path=ppt/ink/ink1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17:03.56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302 164 6553 0 0,'0'-9'0'0'0,"2"-1"0"0"0,-1 1 0 0 0,6-17 0 0 0,0-7 0 0 0,-6 28-2 0 0,0 0 0 0 0,0 0 0 0 0,-1 1 0 0 0,0-1-1 0 0,0 0 1 0 0,-1 0 0 0 0,-1-10 0 0 0,2 14 9 0 0,-1-1 1 0 0,1 1-1 0 0,-1-1 1 0 0,0 1-1 0 0,0-1 1 0 0,1 1-1 0 0,-1 0 1 0 0,0-1-1 0 0,0 1 1 0 0,0 0-1 0 0,0 0 1 0 0,0 0-1 0 0,-1 0 1 0 0,1 0-1 0 0,0 0 1 0 0,-1 0 0 0 0,1 0-1 0 0,0 0 1 0 0,-1 0-1 0 0,1 1 1 0 0,-1-1-1 0 0,1 1 1 0 0,-1-1-1 0 0,1 1 1 0 0,-1-1-1 0 0,1 1 1 0 0,-1 0-1 0 0,-1 0 1 0 0,-7 0 208 0 0,0 0 1 0 0,0 0-1 0 0,0 1 1 0 0,0 1 0 0 0,-14 3-1 0 0,-46 18 927 0 0,63-20-959 0 0,-1 0 0 0 0,1 1 0 0 0,0-1 0 0 0,1 2 1 0 0,-1-1-1 0 0,1 1 0 0 0,0 0 0 0 0,0 0 0 0 0,0 1 0 0 0,-8 10 1 0 0,7-7 63 0 0,1 0 0 0 0,0 1 1 0 0,0 0-1 0 0,1 1 0 0 0,1-1 0 0 0,-7 21 1 0 0,7-14 65 0 0,0-1 1 0 0,1 1-1 0 0,1 0 1 0 0,1 0-1 0 0,0 0 1 0 0,2 0-1 0 0,-1 0 1 0 0,2 0 0 0 0,7 33-1 0 0,-8-46-226 0 0,1 0 0 0 0,-1 0 0 0 0,1 0 0 0 0,-1 0 0 0 0,1-1 0 0 0,0 1 0 0 0,1 0 0 0 0,-1-1 0 0 0,1 1 0 0 0,-1-1-1 0 0,1 0 1 0 0,0 0 0 0 0,0 0 0 0 0,1 0 0 0 0,-1-1 0 0 0,0 1 0 0 0,6 2 0 0 0,-5-3-20 0 0,-1-1 0 0 0,1 0 0 0 0,-1 0 0 0 0,1 0 0 0 0,0 0 0 0 0,-1 0 1 0 0,1-1-1 0 0,0 0 0 0 0,0 1 0 0 0,-1-1 0 0 0,1-1 0 0 0,0 1 0 0 0,0-1 0 0 0,-1 1 0 0 0,1-1 0 0 0,-1 0 0 0 0,1 0 0 0 0,0-1 0 0 0,-1 1 0 0 0,4-3 0 0 0,2-2-105 0 0,0 0 0 0 0,-1 0-1 0 0,0 0 1 0 0,0-1 0 0 0,-1-1-1 0 0,0 1 1 0 0,0-1 0 0 0,-1-1-1 0 0,0 1 1 0 0,0-1-1 0 0,5-12 1 0 0,0-1-458 0 0,-1-1 0 0 0,-1 1 0 0 0,10-42 0 0 0,-15 51 310 0 0,-1 1 1 0 0,-1-1-1 0 0,0 0 0 0 0,0 0 1 0 0,-1 0-1 0 0,-1 0 0 0 0,-2-22 0 0 0,-2 52 224 0 0,2 24 397 0 0,3-1 0 0 0,1 0 0 0 0,2 1 0 0 0,9 41 0 0 0,-10-67-284 0 0,1 0 1 0 0,0 0-1 0 0,1-1 1 0 0,1 1-1 0 0,8 15 1 0 0,-11-25-102 0 0,-1-1 0 0 0,1-1 0 0 0,0 1 0 0 0,0 0 0 0 0,0-1 0 0 0,0 1 0 0 0,0-1 0 0 0,1 0 0 0 0,0 0 1 0 0,-1 0-1 0 0,1-1 0 0 0,0 1 0 0 0,0-1 0 0 0,1 0 0 0 0,-1 0 0 0 0,0 0 0 0 0,1-1 0 0 0,-1 0 0 0 0,1 1 1 0 0,-1-2-1 0 0,8 2 0 0 0,0-2 56 0 0,0 0 0 0 0,1-1 0 0 0,-1 0 0 0 0,0-1 1 0 0,19-5-1 0 0,8-4 275 0 0</inkml:trace>
</inkml:ink>
</file>

<file path=ppt/ink/ink1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17:04.41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21 56 6553 0 0,'-1'-3'0'0'0,"1"0"-1"0"0,-1 0 1 0 0,1-1-1 0 0,0 1 1 0 0,0 0-1 0 0,1-7 1 0 0,-1 7 8 0 0,1-1 1 0 0,-1 0 0 0 0,0 0 0 0 0,-2-7-1 0 0,-5 54 1234 0 0,-5 297 4224 0 0,12-324-5218 0 0,2 44 928 0 0,-2-54-1071 0 0,1 0-1 0 0,0 0 0 0 0,1 0 0 0 0,-1 0 1 0 0,1 0-1 0 0,0-1 0 0 0,5 10 1 0 0,-7-14-90 0 0,1-1 1 0 0,-1 1-1 0 0,0-1 0 0 0,0 1 1 0 0,1-1-1 0 0,-1 1 1 0 0,0-1-1 0 0,1 0 1 0 0,-1 1-1 0 0,1-1 0 0 0,-1 1 1 0 0,1-1-1 0 0,-1 0 1 0 0,0 0-1 0 0,1 1 1 0 0,-1-1-1 0 0,1 0 0 0 0,-1 0 1 0 0,1 1-1 0 0,-1-1 1 0 0,1 0-1 0 0,0 0 1 0 0,-1 0-1 0 0,1 0 0 0 0,-1 0 1 0 0,1 0-1 0 0,-1 0 1 0 0,2 0-1 0 0,-1 0 27 0 0,0-1 0 0 0,0 1 0 0 0,1-1 0 0 0,-1 0 1 0 0,0 1-1 0 0,0-1 0 0 0,0 0 0 0 0,0 0 0 0 0,0 0 0 0 0,0 0 0 0 0,2-2 0 0 0,2-4 67 0 0,0-1 1 0 0,8-14-1 0 0,-10 17-247 0 0,29-63-507 0 0,5-9-296 0 0,-31 66 776 0 0,1 1 1 0 0,0 0-1 0 0,0 1 0 0 0,16-18 1 0 0,-21 25 143 0 0,0 1 1 0 0,0-1 0 0 0,0 0 0 0 0,0 1 0 0 0,0-1-1 0 0,0 1 1 0 0,0 0 0 0 0,1-1 0 0 0,-1 1-1 0 0,0 0 1 0 0,1 1 0 0 0,-1-1 0 0 0,1 0-1 0 0,-1 1 1 0 0,1-1 0 0 0,-1 1 0 0 0,1 0-1 0 0,-1 0 1 0 0,1 0 0 0 0,4 0 0 0 0,-5 1 46 0 0,1 0 1 0 0,0 0 0 0 0,-1 0-1 0 0,1 1 1 0 0,-1-1 0 0 0,1 1-1 0 0,-1-1 1 0 0,1 1 0 0 0,-1 0-1 0 0,0 0 1 0 0,0 0 0 0 0,0 0-1 0 0,0 0 1 0 0,0 0 0 0 0,-1 1-1 0 0,1-1 1 0 0,2 6 0 0 0,1 2 122 0 0,0 1 0 0 0,0-1 0 0 0,-1 1 1 0 0,0 1-1 0 0,-1-1 0 0 0,-1 0 0 0 0,1 1 1 0 0,-2 0-1 0 0,1 13 0 0 0,-2-18-78 0 0,0-1 0 0 0,-1 1 0 0 0,1-1 0 0 0,-2 1 1 0 0,1-1-1 0 0,0 0 0 0 0,-1 1 0 0 0,0-1 0 0 0,-1 0 0 0 0,0 0 0 0 0,1 0 0 0 0,-2-1 0 0 0,1 1 0 0 0,-1-1 0 0 0,0 0 0 0 0,0 0 0 0 0,-9 9 0 0 0,5-7 72 0 0,-1-1-1 0 0,0 0 0 0 0,0-1 1 0 0,0 0-1 0 0,0 0 0 0 0,-1-1 0 0 0,0 0 1 0 0,-15 4-1 0 0,10-4 47 0 0,0-1-1 0 0,-1-1 1 0 0,0 0 0 0 0,-31-1-1 0 0,36-2-2 0 0,0-1-1 0 0,-17-4 0 0 0,19 4-185 0 0</inkml:trace>
</inkml:ink>
</file>

<file path=ppt/ink/ink1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17:06.03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2 6553 0 0,'0'-1'0'0'0,"0"1"4"0"0,1 1 1 0 0,-1-1-1 0 0,0 1 0 0 0,0 0 0 0 0,1-1 0 0 0,-1 1 0 0 0,0-1 0 0 0,1 1 0 0 0,-1-1 0 0 0,0 1 0 0 0,1-1 0 0 0,-1 1 0 0 0,1-1 0 0 0,-1 1 0 0 0,1-1 1 0 0,-1 1-1 0 0,1-1 0 0 0,-1 0 0 0 0,1 1 0 0 0,0-1 0 0 0,0 1 0 0 0,3 1 100 0 0,-2-2-73 0 0,-1 1 0 0 0,1 0 1 0 0,-1-1-1 0 0,1 1 0 0 0,-1 0 0 0 0,1-1 1 0 0,-1 0-1 0 0,1 1 0 0 0,0-1 0 0 0,2 0 1 0 0,0-1-32 0 0</inkml:trace>
</inkml:ink>
</file>

<file path=ppt/ink/ink1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17:07.08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33 384 6553 0 0,'-2'-1'28'0'0,"1"0"0"0"0,-1 0 0 0 0,0 0 0 0 0,0 0 0 0 0,1 0-1 0 0,-1-1 1 0 0,1 1 0 0 0,-1-1 0 0 0,1 1 0 0 0,-1-1-1 0 0,1 0 1 0 0,0 1 0 0 0,0-1 0 0 0,0 0 0 0 0,0 0 0 0 0,-1-2-1 0 0,0-4-31 0 0,0 1 0 0 0,1-1 0 0 0,0 0-1 0 0,0 0 1 0 0,1 1 0 0 0,-1-1 0 0 0,2 0-1 0 0,-1 0 1 0 0,4-13 0 0 0,2-8-16 0 0,13-33 1 0 0,-14 48 10 0 0,1-8-2 0 0,-2 7 2 0 0,1 0 0 0 0,0 0 0 0 0,2 0 1 0 0,-1 0-1 0 0,2 1 0 0 0,14-22 0 0 0,-21 35 7 0 0,0 0 1 0 0,-1 0-1 0 0,1 0 1 0 0,0 0-1 0 0,0 0 0 0 0,0 0 1 0 0,0 0-1 0 0,0 1 1 0 0,0-1-1 0 0,0 0 0 0 0,0 1 1 0 0,0-1-1 0 0,0 1 1 0 0,1-1-1 0 0,-1 1 1 0 0,0-1-1 0 0,2 1 0 0 0,-2 0 13 0 0,0 0 0 0 0,-1 0 0 0 0,1 0 0 0 0,0 0-1 0 0,0 1 1 0 0,0-1 0 0 0,0 0 0 0 0,-1 1 0 0 0,1-1-1 0 0,0 0 1 0 0,0 1 0 0 0,-1-1 0 0 0,1 1-1 0 0,0-1 1 0 0,-1 1 0 0 0,1-1 0 0 0,0 1 0 0 0,0 1-1 0 0,2 2 110 0 0,0 0-1 0 0,-1 0 1 0 0,0 0-1 0 0,0 0 1 0 0,0 1-1 0 0,-1-1 0 0 0,3 8 1 0 0,14 95 1555 0 0,1 8 322 0 0,-15-101-1724 0 0,0-1-1 0 0,1 1 1 0 0,0-1-1 0 0,1 0 1 0 0,14 24-1 0 0,-18-34-195 0 0,0 0-1 0 0,0 0 0 0 0,1 0 0 0 0,0 0 0 0 0,-1-1 0 0 0,1 1 0 0 0,0-1 1 0 0,0 0-1 0 0,0 1 0 0 0,0-2 0 0 0,4 3 0 0 0,-5-3-45 0 0,-1-1-1 0 0,1 1 1 0 0,-1-1-1 0 0,1 1 1 0 0,-1-1-1 0 0,1 0 1 0 0,0 0-1 0 0,-1 0 1 0 0,1 0-1 0 0,0 0 1 0 0,-1 0-1 0 0,1 0 1 0 0,0 0-1 0 0,-1-1 1 0 0,1 1-1 0 0,-1 0 1 0 0,1-1-1 0 0,-1 0 1 0 0,1 1-1 0 0,-1-1 1 0 0,1 0-1 0 0,-1 0 1 0 0,1 0-1 0 0,-1 0 1 0 0,0 0-1 0 0,0 0 1 0 0,2-1-1 0 0,3-6-89 0 0,1 0-1 0 0,-1 0 0 0 0,0-1 1 0 0,-1 0-1 0 0,0 0 0 0 0,0 0 0 0 0,-1 0 1 0 0,0-1-1 0 0,-1 0 0 0 0,0 0 0 0 0,3-15 1 0 0,-1-13-564 0 0,2-67 0 0 0,-6 74 375 0 0,-1 20 186 0 0,3-21-149 0 0,4 58 500 0 0,4 50 666 0 0,-7-39-367 0 0,11 46 0 0 0,-12-72-430 0 0,0 0 0 0 0,1-1 1 0 0,0 1-1 0 0,1-1 1 0 0,0 0-1 0 0,0-1 0 0 0,1 1 1 0 0,12 14-1 0 0,-16-21-119 0 0,0-1 1 0 0,0 0-1 0 0,0 0 0 0 0,0 0 0 0 0,1-1 1 0 0,-1 1-1 0 0,0 0 0 0 0,1-1 0 0 0,-1 1 1 0 0,1-1-1 0 0,0 0 0 0 0,-1 0 0 0 0,1 0 1 0 0,0 0-1 0 0,0-1 0 0 0,0 1 1 0 0,-1-1-1 0 0,1 0 0 0 0,0 1 0 0 0,0-1 1 0 0,0 0-1 0 0,0-1 0 0 0,0 1 0 0 0,0-1 1 0 0,-1 1-1 0 0,1-1 0 0 0,0 0 0 0 0,0 0 1 0 0,-1 0-1 0 0,1 0 0 0 0,0 0 0 0 0,-1-1 1 0 0,4-2-1 0 0,1-1-57 0 0,1 0 0 0 0,-1-1 0 0 0,-1 0 0 0 0,1-1 0 0 0,-1 1 0 0 0,0-1 0 0 0,-1 0 0 0 0,0-1 0 0 0,7-12 0 0 0,-5 5-187 0 0,-1-1 1 0 0,0 1 0 0 0,-1-1-1 0 0,-1 0 1 0 0,-1-1-1 0 0,0 1 1 0 0,-1 0-1 0 0,-1-1 1 0 0,0 0-1 0 0,-2 1 1 0 0,0-1-1 0 0,0 1 1 0 0,-7-29-1 0 0,7 43 181 0 0,1 0 0 0 0,-1 0 0 0 0,0 1-1 0 0,1-1 1 0 0,-1 0 0 0 0,0 0 0 0 0,0 0-1 0 0,0 1 1 0 0,-2-3 0 0 0,3 4 18 0 0,0 0 1 0 0,0-1-1 0 0,-1 1 1 0 0,1 0-1 0 0,0 0 1 0 0,0 0-1 0 0,0 0 1 0 0,-1 0-1 0 0,1-1 1 0 0,0 1-1 0 0,0 0 1 0 0,0 0-1 0 0,-1 0 1 0 0,1 0-1 0 0,0 0 1 0 0,0 0-1 0 0,-1 0 1 0 0,1 0-1 0 0,0 0 1 0 0,0 0-1 0 0,-1 0 1 0 0,1 0-1 0 0,0 0 1 0 0,-1 0-1 0 0,1 0 1 0 0,0 0-1 0 0,0 0 1 0 0,-1 0-1 0 0,1 1 3 0 0,-1-1-1 0 0,0 1 1 0 0,1 0-1 0 0,-1-1 0 0 0,0 1 1 0 0,1 0-1 0 0,-1-1 0 0 0,1 1 1 0 0,-1 0-1 0 0,1 0 0 0 0,-1-1 1 0 0,1 1-1 0 0,0 1 1 0 0,-4 7 140 0 0,1 1 0 0 0,0-1 0 0 0,1 1 1 0 0,0 0-1 0 0,0 10 0 0 0,0 51 527 0 0,2-69-655 0 0,0 18 269 0 0,2 1 0 0 0,0-1 0 0 0,5 22 0 0 0,-4-31-144 0 0,0 0 0 0 0,0 0 0 0 0,2 0 0 0 0,-1-1 0 0 0,1 1 0 0 0,12 18 0 0 0,-14-25-90 0 0,0-1 0 0 0,0 1 1 0 0,0-1-1 0 0,0 1 0 0 0,1-1 0 0 0,0 0 0 0 0,-1-1 0 0 0,1 1 0 0 0,0-1 0 0 0,1 1 0 0 0,-1-1 0 0 0,0 0 0 0 0,0-1 0 0 0,1 1 0 0 0,-1-1 1 0 0,1 0-1 0 0,0 0 0 0 0,-1 0 0 0 0,1-1 0 0 0,0 1 0 0 0,-1-1 0 0 0,1 0 0 0 0,0-1 0 0 0,-1 1 0 0 0,7-2 0 0 0,15-3 232 0 0</inkml:trace>
</inkml:ink>
</file>

<file path=ppt/ink/ink1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17:07.51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237 32 6553 0 0,'-2'-3'37'0'0,"-1"0"0"0"0,0 1 0 0 0,0-1 0 0 0,0 1 0 0 0,0-1-1 0 0,0 1 1 0 0,0 0 0 0 0,0 0 0 0 0,-1 1 0 0 0,1-1 0 0 0,-1 1 0 0 0,0-1-1 0 0,1 1 1 0 0,-1 0 0 0 0,0 1 0 0 0,0-1 0 0 0,1 1 0 0 0,-1-1 0 0 0,0 1-1 0 0,0 0 1 0 0,0 1 0 0 0,-7 0 0 0 0,4 1 94 0 0,1-1 1 0 0,-1 1-1 0 0,1 0 0 0 0,0 0 1 0 0,-1 1-1 0 0,1 0 0 0 0,0 0 1 0 0,1 1-1 0 0,-1 0 0 0 0,0-1 1 0 0,1 2-1 0 0,0-1 0 0 0,0 1 1 0 0,0 0-1 0 0,1 0 0 0 0,0 0 1 0 0,0 0-1 0 0,-5 8 0 0 0,3-2 90 0 0,0-1 0 0 0,1 1 0 0 0,1 0 0 0 0,-1 0 0 0 0,2 0 0 0 0,-1 0 0 0 0,2 1 0 0 0,-1-1 0 0 0,0 22 0 0 0,3-29-141 0 0,0 1 0 0 0,0-1 1 0 0,0 0-1 0 0,1 0 1 0 0,-1 0-1 0 0,1 1 1 0 0,0-1-1 0 0,0 0 1 0 0,3 4-1 0 0,-4-7-47 0 0,1 1 0 0 0,0-1 1 0 0,0 0-1 0 0,0 1 0 0 0,0-1 0 0 0,0 0 1 0 0,0 0-1 0 0,0 0 0 0 0,0 0 0 0 0,0 0 0 0 0,0 0 1 0 0,1 0-1 0 0,-1 0 0 0 0,0 0 0 0 0,1-1 1 0 0,-1 1-1 0 0,1-1 0 0 0,-1 1 0 0 0,1-1 1 0 0,-1 1-1 0 0,1-1 0 0 0,-1 0 0 0 0,1 0 0 0 0,-1 1 1 0 0,1-1-1 0 0,2-1 0 0 0,3 0 55 0 0,-1 0 0 0 0,1 0 1 0 0,-1-1-1 0 0,1 0 0 0 0,-1 0 0 0 0,0-1 0 0 0,0 0 1 0 0,0 0-1 0 0,0 0 0 0 0,-1-1 0 0 0,1 0 0 0 0,5-5 0 0 0,0-1-233 0 0,0 0 0 0 0,-1 0-1 0 0,-1-1 1 0 0,14-19-1 0 0,-16 18-9 0 0,-1-1-1 0 0,1 1 1 0 0,5-20-1 0 0,0 0-191 0 0,-12 32 349 0 0,0 0 0 0 0,0 0 0 0 0,0 0 1 0 0,0 0-1 0 0,0 0 0 0 0,0 0 0 0 0,1 0 1 0 0,-1 0-1 0 0,0 1 0 0 0,0-1 0 0 0,0 0 1 0 0,0 0-1 0 0,0 0 0 0 0,0 0 0 0 0,0 0 1 0 0,0 0-1 0 0,0 0 0 0 0,0 0 0 0 0,0 0 1 0 0,0 0-1 0 0,0 0 0 0 0,0 0 0 0 0,0 0 1 0 0,0 0-1 0 0,0 0 0 0 0,0 0 0 0 0,1 0 1 0 0,-1 0-1 0 0,0 1 0 0 0,0-1 0 0 0,0 0 1 0 0,0 0-1 0 0,0 0 0 0 0,0 0 0 0 0,0 0 1 0 0,0 0-1 0 0,0 0 0 0 0,0 0 0 0 0,0 0 1 0 0,1 0-1 0 0,-1 0 0 0 0,0 0 0 0 0,0-1 1 0 0,0 1-1 0 0,0 0 0 0 0,0 0 0 0 0,0 0 1 0 0,0 0-1 0 0,0 0 0 0 0,0 0 0 0 0,0 0 1 0 0,0 0-1 0 0,0 0 0 0 0,1 0 0 0 0,-1 0 1 0 0,0 0-1 0 0,0 0 0 0 0,0 0 0 0 0,0 0 1 0 0,0 0-1 0 0,0 0 0 0 0,0 0 0 0 0,0-1 1 0 0,0 1-1 0 0,0 0 0 0 0,0 0 0 0 0,0 0 1 0 0,0 0-1 0 0,0 0 0 0 0,4 11 165 0 0,1 16 56 0 0,55 599 6557 0 0,-59-604-6499 0 0,0 94 880 0 0,-2-104-1002 0 0,-1 0 1 0 0,1 0-1 0 0,-2 0 1 0 0,1-1-1 0 0,-2 1 1 0 0,0-1-1 0 0,-7 16 0 0 0,9-23-112 0 0,-1 0-1 0 0,1 0 1 0 0,-1-1-1 0 0,0 1 1 0 0,0-1-1 0 0,0 0 1 0 0,-6 5-1 0 0,9-7-36 0 0,-1-1 0 0 0,0 1 0 0 0,0 0 0 0 0,0-1 0 0 0,0 1 0 0 0,0-1 0 0 0,0 1 0 0 0,0-1 0 0 0,0 1 0 0 0,0-1 0 0 0,0 0 0 0 0,0 1 0 0 0,0-1 0 0 0,0 0 0 0 0,0 0-1 0 0,0 0 1 0 0,0 0 0 0 0,0 0 0 0 0,0 0 0 0 0,-1 0 0 0 0,1 0 0 0 0,0 0 0 0 0,0-1 0 0 0,0 1 0 0 0,0 0 0 0 0,0-1 0 0 0,0 1 0 0 0,0 0 0 0 0,0-1 0 0 0,0 0 0 0 0,0 1 0 0 0,0-1 0 0 0,1 0-1 0 0,-1 1 1 0 0,-1-2 0 0 0,-4-6 169 0 0</inkml:trace>
</inkml:ink>
</file>

<file path=ppt/ink/ink1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17:07.94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229 160 6553 0 0,'-12'-44'0'0'0,"10"34"0"0"0,0-1 0 0 0,-1 1 0 0 0,-1 0 0 0 0,1-1 0 0 0,-2 1 0 0 0,1 1 0 0 0,-1-1 0 0 0,-9-11 0 0 0,13 20 4 0 0,0-1-1 0 0,0 1 0 0 0,0 0 1 0 0,0 0-1 0 0,0 1 0 0 0,0-1 1 0 0,0 0-1 0 0,0 0 0 0 0,0 0 1 0 0,-1 1-1 0 0,1-1 0 0 0,0 0 1 0 0,-1 1-1 0 0,1-1 0 0 0,0 1 1 0 0,-1 0-1 0 0,1-1 0 0 0,0 1 1 0 0,-1 0-1 0 0,1 0 0 0 0,-3 0 1 0 0,1 1 28 0 0,1-1 0 0 0,0 1 0 0 0,0 0 0 0 0,0 0 1 0 0,0 0-1 0 0,0 0 0 0 0,0 0 0 0 0,0 0 0 0 0,0 1 0 0 0,0-1 1 0 0,1 0-1 0 0,-3 3 0 0 0,-4 5 253 0 0,1 0-1 0 0,1 0 1 0 0,0 0 0 0 0,-7 15-1 0 0,-3 7 799 0 0,-22 63-1 0 0,32-76-682 0 0,1 1-1 0 0,1 0 1 0 0,0 0-1 0 0,2 0 1 0 0,-1 21-1 0 0,3-36-333 0 0,0-1-1 0 0,1 1 0 0 0,-1 0 1 0 0,1-1-1 0 0,-1 1 0 0 0,1 0 0 0 0,0-1 1 0 0,1 1-1 0 0,-1-1 0 0 0,1 1 1 0 0,3 5-1 0 0,-4-8-36 0 0,-1 0-1 0 0,1 0 1 0 0,1 1 0 0 0,-1-1-1 0 0,0 0 1 0 0,0-1 0 0 0,0 1-1 0 0,0 0 1 0 0,1 0 0 0 0,-1 0-1 0 0,0-1 1 0 0,1 1 0 0 0,-1-1-1 0 0,1 1 1 0 0,-1-1 0 0 0,0 1-1 0 0,1-1 1 0 0,-1 0 0 0 0,1 0-1 0 0,-1 0 1 0 0,1 0 0 0 0,-1 0 0 0 0,1 0-1 0 0,-1 0 1 0 0,1 0 0 0 0,-1-1-1 0 0,1 1 1 0 0,-1 0 0 0 0,0-1-1 0 0,1 0 1 0 0,2 0 0 0 0,4-3-23 0 0,-1-1 1 0 0,1 1 0 0 0,0-1-1 0 0,-1-1 1 0 0,0 1 0 0 0,0-1-1 0 0,-1 0 1 0 0,0-1-1 0 0,6-7 1 0 0,-3 2-159 0 0,0 0 0 0 0,-1-1-1 0 0,-1 1 1 0 0,11-26 0 0 0,-10 14-302 0 0,9-42 0 0 0,1-6-129 0 0,-18 72 584 0 0,0 0 0 0 0,0-1 0 0 0,0 1 0 0 0,0 0-1 0 0,0 0 1 0 0,0 0 0 0 0,0 0 0 0 0,0 0-1 0 0,0 0 1 0 0,0-1 0 0 0,0 1 0 0 0,0 0 0 0 0,0 0-1 0 0,0 0 1 0 0,0 0 0 0 0,0 0 0 0 0,0 0 0 0 0,0 0-1 0 0,0-1 1 0 0,0 1 0 0 0,0 0 0 0 0,1 0-1 0 0,-1 0 1 0 0,0 0 0 0 0,0 0 0 0 0,0 0 0 0 0,0 0-1 0 0,0 0 1 0 0,0 0 0 0 0,0 0 0 0 0,0-1 0 0 0,0 1-1 0 0,1 0 1 0 0,-1 0 0 0 0,0 0 0 0 0,0 0-1 0 0,0 0 1 0 0,0 0 0 0 0,0 0 0 0 0,0 0 0 0 0,0 0-1 0 0,1 0 1 0 0,-1 0 0 0 0,0 0 0 0 0,0 0 0 0 0,0 0-1 0 0,0 0 1 0 0,0 0 0 0 0,0 0 0 0 0,0 0-1 0 0,1 0 1 0 0,-1 0 0 0 0,0 0 0 0 0,0 0 0 0 0,0 1-1 0 0,0-1 1 0 0,0 0 0 0 0,0 0 0 0 0,1 0 0 0 0,3 10 151 0 0,3 16 121 0 0,4 78 1091 0 0,-9-77-1006 0 0,0 0 0 0 0,2-1 0 0 0,10 36 0 0 0,-14-60-340 0 0,0 0 0 0 0,1-1 0 0 0,0 1 0 0 0,-1 0 0 0 0,1-1 0 0 0,0 1 0 0 0,0-1 0 0 0,0 1 0 0 0,0-1 0 0 0,0 1 0 0 0,0-1 0 0 0,0 0 0 0 0,1 0 0 0 0,-1 1 0 0 0,0-1 0 0 0,1 0 0 0 0,-1 0 0 0 0,1 0 0 0 0,-1 0 0 0 0,1-1 0 0 0,1 2 0 0 0,0-2 21 0 0,-1 1-1 0 0,0-1 1 0 0,0 0-1 0 0,1 0 1 0 0,-1 0-1 0 0,0 0 1 0 0,0-1-1 0 0,1 1 1 0 0,-1-1-1 0 0,0 1 1 0 0,0-1-1 0 0,0 0 1 0 0,0 1-1 0 0,0-1 1 0 0,0 0-1 0 0,3-2 1 0 0,13-11 46 0 0</inkml:trace>
</inkml:ink>
</file>

<file path=ppt/ink/ink1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17:08.29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67 30 6553 0 0,'-5'-7'0'0'0,"3"4"0"0"0,0 0 0 0 0,-1-1 0 0 0,0 1 0 0 0,0 0 0 0 0,-4-3 0 0 0,7 6 12 0 0,-1 1-1 0 0,0-1 1 0 0,1 1-1 0 0,-1-1 1 0 0,1 1-1 0 0,-1-1 1 0 0,1 1-1 0 0,0-1 1 0 0,-1 1-1 0 0,1-1 1 0 0,-1 1-1 0 0,1 0 1 0 0,0-1-1 0 0,0 1 1 0 0,-1 0-1 0 0,1-1 1 0 0,0 1-1 0 0,0 0 1 0 0,0 1-1 0 0,-1-1 43 0 0,-7 26 607 0 0,2 0 0 0 0,0 0 0 0 0,-2 38 1 0 0,2 85 2179 0 0,6-131-2494 0 0,3 86 2304 0 0,21 125-1 0 0,-12-134-959 0 0,-12-90-1623 0 0,2 3 127 0 0,-1 1 0 0 0,-1 0-1 0 0,0 0 1 0 0,-1 17 0 0 0,2-35-86 0 0,4-17-507 0 0,0 1 0 0 0,2-1 1 0 0,16-39-1 0 0,-10 39-214 0 0,20-33-1 0 0,-29 52 497 0 0,1 0-1 0 0,-1 0 0 0 0,1 0 0 0 0,1 0 0 0 0,-1 1 0 0 0,1 0 1 0 0,-1 0-1 0 0,2 1 0 0 0,-1-1 0 0 0,9-4 0 0 0,-12 8 111 0 0,-1 0-1 0 0,0 0 1 0 0,0 1-1 0 0,0-1 0 0 0,0 0 1 0 0,1 1-1 0 0,-1 0 1 0 0,0-1-1 0 0,1 1 1 0 0,-1 0-1 0 0,0 0 0 0 0,1 0 1 0 0,-1 1-1 0 0,0-1 1 0 0,0 1-1 0 0,1-1 0 0 0,2 2 1 0 0,-2 0 28 0 0,0-1 0 0 0,0 1 1 0 0,0 0-1 0 0,0 0 0 0 0,-1 0 1 0 0,1 0-1 0 0,-1 1 0 0 0,0-1 1 0 0,0 1-1 0 0,0-1 0 0 0,2 4 0 0 0,2 4 90 0 0,-2-1-1 0 0,1 1 1 0 0,-1 0-1 0 0,0 0 1 0 0,-1 0-1 0 0,3 18 1 0 0,-3-7 139 0 0,-2 1 1 0 0,0 0-1 0 0,-5 43 0 0 0,0 7 297 0 0,4-71-534 0 0,2 18 137 0 0,-3-19-149 0 0,1 1 1 0 0,0-1-1 0 0,0 1 1 0 0,0-1-1 0 0,0 1 1 0 0,0-1-1 0 0,0 0 1 0 0,1 1-1 0 0,-1-1 1 0 0,0 1-1 0 0,0-1 1 0 0,0 0-1 0 0,0 1 1 0 0,0-1-1 0 0,1 1 1 0 0,-1-1-1 0 0,0 0 1 0 0,0 1-1 0 0,0-1 1 0 0,1 0-1 0 0,-1 1 1 0 0,0-1-1 0 0,1 0 1 0 0,-1 0-1 0 0,0 1 1 0 0,1-1-1 0 0,-1 0 1 0 0,0 0-1 0 0,1 0 1 0 0,-1 1-1 0 0,0-1 1 0 0,1 0-1 0 0,-1 0 1 0 0,1 0-1 0 0,-1 0 1 0 0,1 0-2 0 0,-1 0-1 0 0,1 0 1 0 0,-1 0-1 0 0,0-1 1 0 0,1 1-1 0 0,-1 0 1 0 0,0-1 0 0 0,1 1-1 0 0,-1 0 1 0 0,0 0-1 0 0,0-1 1 0 0,1 1-1 0 0,-1 0 1 0 0,0-1 0 0 0,0 1-1 0 0,1-1 1 0 0,-1 1-1 0 0,0 0 1 0 0,0-1-1 0 0,0 0 1 0 0,1 1 5 0 0,2-9 85 0 0</inkml:trace>
</inkml:ink>
</file>

<file path=ppt/ink/ink1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17:08.86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9 73 6553 0 0,'-1'0'4'0'0,"1"0"0"0"0,0 0 0 0 0,0 0 0 0 0,0 0 0 0 0,-1 0 0 0 0,1 0 0 0 0,0 0 0 0 0,0 0 0 0 0,-1 0 0 0 0,1 0 0 0 0,0 0 0 0 0,0 0 0 0 0,0 0 0 0 0,-1 0 0 0 0,1 0 0 0 0,0 0 0 0 0,0 0 0 0 0,0 1 0 0 0,-1-1 0 0 0,1 0 0 0 0,0 0 0 0 0,0 0 0 0 0,0 0 0 0 0,0 0 0 0 0,-1 0 0 0 0,1 1-1 0 0,0-1 1 0 0,0 0 0 0 0,0 0 0 0 0,0 0 0 0 0,0 0 0 0 0,0 1 0 0 0,-1-1 0 0 0,1 0 0 0 0,0 0 0 0 0,0 0 0 0 0,0 0 0 0 0,0 1 0 0 0,0-1 0 0 0,0 0 0 0 0,0 0 0 0 0,0 0 0 0 0,0 1 0 0 0,0-1 0 0 0,0 0 0 0 0,-1 19 333 0 0,1-14-214 0 0,0 1 0 0 0,1-1 0 0 0,0 1 0 0 0,0-1 0 0 0,2 6 0 0 0,0-6 19 0 0,0 1-1 0 0,1-1 0 0 0,-1 0 1 0 0,1 0-1 0 0,0 0 0 0 0,0-1 0 0 0,8 7 1 0 0,39 26 873 0 0,-11-9 56 0 0,-15-7-371 0 0,-1 1 1 0 0,28 32 0 0 0,-40-39-305 0 0,0 1 0 0 0,-1 0 0 0 0,0 1-1 0 0,-1 0 1 0 0,8 21 0 0 0,-15-31-288 0 0,3 8 81 0 0,-5-16-168 0 0,0 1 1 0 0,-1-1-1 0 0,1 0 1 0 0,-1 0-1 0 0,1 0 1 0 0,-1 0-1 0 0,1 0 1 0 0,-1 0-1 0 0,0-1 0 0 0,1 0 1 0 0,-1 1 25 0 0,17-111-406 0 0,-11 62-35 0 0,-5 45 326 0 0,-1-1 0 0 0,1 1-1 0 0,1 0 1 0 0,-1 0 0 0 0,1-1-1 0 0,0 1 1 0 0,0 0 0 0 0,6-8-1 0 0,-7 11 49 0 0,1 0-1 0 0,-1 1 0 0 0,1-1 0 0 0,-1 0 1 0 0,1 1-1 0 0,0-1 0 0 0,0 1 1 0 0,0 0-1 0 0,0-1 0 0 0,0 1 0 0 0,0 0 1 0 0,0 0-1 0 0,0 0 0 0 0,0 1 1 0 0,1-1-1 0 0,-1 0 0 0 0,0 1 1 0 0,0-1-1 0 0,1 1 0 0 0,-1 0 0 0 0,0 0 1 0 0,5 0-1 0 0,47 8 617 0 0,-40-5-415 0 0,1-1 0 0 0,-1 0 0 0 0,19-1 0 0 0,-13-3-175 0 0,-1-1 1 0 0,1 0-1 0 0,-1-2 1 0 0,0 0 0 0 0,-1-1-1 0 0,1-1 1 0 0,-1-1-1 0 0,0-1 1 0 0,-1 0-1 0 0,0-1 1 0 0,16-13 0 0 0,-27 19-77 0 0,-1-1 0 0 0,1-1 1 0 0,-1 1-1 0 0,0-1 1 0 0,0 0-1 0 0,-1 0 1 0 0,0 0-1 0 0,6-12 1 0 0,-8 15 37 0 0,-1 0 1 0 0,1 0-1 0 0,-1 1 1 0 0,0-1-1 0 0,0 0 1 0 0,-1 0 0 0 0,1 0-1 0 0,-1 0 1 0 0,1-1-1 0 0,-1 1 1 0 0,0 0-1 0 0,0 0 1 0 0,0 0 0 0 0,-1 0-1 0 0,1 0 1 0 0,-1 0-1 0 0,0 0 1 0 0,1 0-1 0 0,-1 0 1 0 0,-1 0-1 0 0,1 0 1 0 0,0 0 0 0 0,-3-3-1 0 0,2 4 12 0 0,1 0 1 0 0,-1 1-1 0 0,0-1 0 0 0,0 1 0 0 0,0-1 0 0 0,1 1 1 0 0,-2 0-1 0 0,1 0 0 0 0,0 0 0 0 0,0 0 0 0 0,0 0 1 0 0,0 0-1 0 0,-1 1 0 0 0,1-1 0 0 0,0 1 0 0 0,-1-1 1 0 0,1 1-1 0 0,0 0 0 0 0,-1 0 0 0 0,1 0 0 0 0,0 0 1 0 0,-1 0-1 0 0,1 1 0 0 0,0-1 0 0 0,-5 2 0 0 0,2 0 80 0 0,0-1-1 0 0,1 1 0 0 0,-1 0 1 0 0,0 0-1 0 0,1 0 1 0 0,0 1-1 0 0,-1 0 0 0 0,1 0 1 0 0,0 0-1 0 0,0 0 0 0 0,-4 5 1 0 0,1 2 104 0 0,0 0 0 0 0,1 0 0 0 0,0 0 0 0 0,1 1 1 0 0,0 0-1 0 0,0 0 0 0 0,2 1 0 0 0,-1-1 1 0 0,-3 20-1 0 0,3 2 300 0 0,0 0 1 0 0,2 42 0 0 0,2-58-275 0 0,1 0-1 0 0,0 0 0 0 0,2 0 1 0 0,0-1-1 0 0,1 1 1 0 0,0-1-1 0 0,1 0 1 0 0,11 23-1 0 0,-12-32-94 0 0,-1-1 1 0 0,1 0-1 0 0,0 0 0 0 0,1 0 0 0 0,0 0 0 0 0,0-1 0 0 0,0 0 1 0 0,0 0-1 0 0,10 7 0 0 0,-10-9-24 0 0,0 0 0 0 0,0-1 0 0 0,1 1 1 0 0,-1-1-1 0 0,0-1 0 0 0,1 1 0 0 0,0-1 0 0 0,-1 1 0 0 0,1-1 1 0 0,0-1-1 0 0,-1 1 0 0 0,1-1 0 0 0,9-1 0 0 0,12-4 78 0 0,1-3 94 0 0</inkml:trace>
</inkml:ink>
</file>

<file path=ppt/ink/ink1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17:09.81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5 433 6553 0 0,'0'2'27'0'0,"-1"-1"0"0"0,0 0-1 0 0,1 0 1 0 0,-1 1-1 0 0,1-1 1 0 0,0 0-1 0 0,-1 1 1 0 0,1-1 0 0 0,0 0-1 0 0,0 1 1 0 0,0-1-1 0 0,0 1 1 0 0,0-1-1 0 0,0 0 1 0 0,0 1-1 0 0,1 1 1 0 0,5 23 525 0 0,-5-24-515 0 0,0 1-1 0 0,-1-1 1 0 0,1 0-1 0 0,0 0 1 0 0,0 0-1 0 0,0 0 1 0 0,0 0-1 0 0,0 0 0 0 0,1-1 1 0 0,-1 1-1 0 0,1 0 1 0 0,-1-1-1 0 0,1 1 1 0 0,-1-1-1 0 0,1 1 1 0 0,0-1-1 0 0,0 0 0 0 0,0 0 1 0 0,3 2-1 0 0,-2-2 37 0 0,-1 0 0 0 0,1-1 0 0 0,0 0 0 0 0,0 1 0 0 0,-1-1 0 0 0,1 0 0 0 0,0 0 0 0 0,0 0 0 0 0,0-1 0 0 0,0 1 0 0 0,-1-1 0 0 0,1 0 0 0 0,4-1 0 0 0,2-2 34 0 0,1 0-1 0 0,-1-1 1 0 0,1-1 0 0 0,-2 1-1 0 0,1-1 1 0 0,-1-1 0 0 0,9-8-1 0 0,1-3-214 0 0,-1 0-1 0 0,-1-2 0 0 0,-1 0 1 0 0,0-1-1 0 0,21-42 1 0 0,-28 46 26 0 0,0-1 1 0 0,-1 0-1 0 0,-1 0 1 0 0,-1 0-1 0 0,-1-1 1 0 0,0 0 0 0 0,-1 0-1 0 0,0-25 1 0 0,-3 36 45 0 0,0 0 0 0 0,-1 0 1 0 0,0 0-1 0 0,-1 0 0 0 0,0 0 0 0 0,0 1 1 0 0,0-1-1 0 0,-7-13 0 0 0,8 19 43 0 0,0 0 0 0 0,0 0 0 0 0,-1 0 0 0 0,1 0 0 0 0,0 1 0 0 0,-1-1 0 0 0,1 0 0 0 0,-1 1 0 0 0,1-1 0 0 0,-1 1 0 0 0,0-1 0 0 0,1 1 0 0 0,-1 0 0 0 0,0-1 0 0 0,0 1 0 0 0,0 0 0 0 0,0 1 0 0 0,0-1 0 0 0,0 0 0 0 0,0 0 0 0 0,-1 1 0 0 0,1-1 0 0 0,0 1 0 0 0,0 0-1 0 0,0 0 1 0 0,-1 0 0 0 0,1 0 0 0 0,0 0 0 0 0,0 0 0 0 0,-1 1 0 0 0,1-1 0 0 0,0 0 0 0 0,0 1 0 0 0,0 0 0 0 0,-3 1 0 0 0,0 1 91 0 0,0 0-1 0 0,0 0 1 0 0,0 0 0 0 0,1 1-1 0 0,0-1 1 0 0,0 1-1 0 0,0 0 1 0 0,0 0 0 0 0,0 1-1 0 0,1-1 1 0 0,0 1-1 0 0,0 0 1 0 0,0 0 0 0 0,-3 7-1 0 0,-2 8 358 0 0,0 1 1 0 0,-6 27-1 0 0,7-15 220 0 0,0 1 1 0 0,3-1-1 0 0,1 1 0 0 0,1 37 1 0 0,17 134 2344 0 0,-6-135-1698 0 0,3 0 1 0 0,4 0-1 0 0,2-2 0 0 0,47 115 0 0 0,-64-182-1319 0 0,5 13 4 0 0,0 1 0 0 0,-1-1 0 0 0,4 19 0 0 0,-9-25-7 0 0</inkml:trace>
</inkml:ink>
</file>

<file path=ppt/ink/ink1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17:10.12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12 271 6553 0 0,'-2'-3'40'0'0,"1"1"-25"0"0,0 1-1 0 0,0-1 0 0 0,0 1 1 0 0,0-1-1 0 0,0 0 1 0 0,0 0-1 0 0,0 1 1 0 0,1-1-1 0 0,-1 0 0 0 0,0-2 1 0 0,1 3-7 0 0,1 0 1 0 0,-1 0 0 0 0,0 0-1 0 0,0 1 1 0 0,1-1-1 0 0,-1 0 1 0 0,1 0 0 0 0,-1 0-1 0 0,1 1 1 0 0,-1-1-1 0 0,1 0 1 0 0,-1 1-1 0 0,1-1 1 0 0,0 0 0 0 0,-1 1-1 0 0,1-1 1 0 0,0 1-1 0 0,0-1 1 0 0,-1 1 0 0 0,1-1-1 0 0,0 1 1 0 0,0 0-1 0 0,0-1 1 0 0,0 1-1 0 0,-1 0 1 0 0,2-1 0 0 0,31-10-16 0 0,44-9 0 0 0,2-2-35 0 0,44-22-14 0 0,-106 37 47 0 0,-1-2 1 0 0,0 0-1 0 0,0 0 1 0 0,-1-1 0 0 0,15-14-1 0 0,-25 20 5 0 0,0 0 0 0 0,-1-1 0 0 0,6-7-1 0 0,-9 11 5 0 0,-1 0-1 0 0,1 0 1 0 0,0-1-1 0 0,0 1 0 0 0,-1 0 1 0 0,1-1-1 0 0,0 1 0 0 0,-1 0 1 0 0,1-1-1 0 0,-1 1 0 0 0,0-1 1 0 0,1 1-1 0 0,-1-1 0 0 0,0 1 1 0 0,0 0-1 0 0,0-1 0 0 0,0 1 1 0 0,0-1-1 0 0,0 1 0 0 0,-1-3 1 0 0,0 3 3 0 0,1 1-1 0 0,0-1 1 0 0,0 1 0 0 0,-1-1 0 0 0,1 1 0 0 0,0-1 0 0 0,-1 1 0 0 0,1-1 0 0 0,-1 1-1 0 0,1-1 1 0 0,0 1 0 0 0,-1 0 0 0 0,1-1 0 0 0,-1 1 0 0 0,1 0 0 0 0,-1-1 0 0 0,1 1-1 0 0,-1 0 1 0 0,1 0 0 0 0,-1 0 0 0 0,0 0 0 0 0,1-1 0 0 0,-1 1 0 0 0,1 0 0 0 0,-1 0-1 0 0,1 0 1 0 0,-1 0 0 0 0,0 0 0 0 0,1 0 0 0 0,-1 0 0 0 0,1 0 0 0 0,-1 0 0 0 0,1 1-1 0 0,-1-1 1 0 0,0 0 0 0 0,1 0 0 0 0,-1 0 0 0 0,1 1 0 0 0,-1-1 0 0 0,1 0 0 0 0,-1 1-1 0 0,1-1 1 0 0,0 0 0 0 0,-1 1 0 0 0,1-1 0 0 0,-1 1 0 0 0,-2 2 103 0 0,-1 0 0 0 0,2-1 0 0 0,-1 1 0 0 0,0 0 0 0 0,-3 5 0 0 0,1 0 66 0 0,1 0 1 0 0,-1 1-1 0 0,2 0 1 0 0,-1 0-1 0 0,1 0 1 0 0,0 0-1 0 0,-1 13 1 0 0,2-16-47 0 0,1 1 0 0 0,1 0 0 0 0,0-1 0 0 0,-1 1 1 0 0,2 0-1 0 0,-1-1 0 0 0,1 1 0 0 0,0-1 1 0 0,1 1-1 0 0,-1-1 0 0 0,4 9 0 0 0,-3-13-60 0 0,-1 1-1 0 0,1-1 1 0 0,-1 0-1 0 0,1 0 1 0 0,0 0 0 0 0,-1 0-1 0 0,1 0 1 0 0,0-1-1 0 0,1 1 1 0 0,-1 0-1 0 0,4 1 1 0 0,-6-3-44 0 0,1 1 0 0 0,-1-1 0 0 0,1 0 0 0 0,-1 0 0 0 0,1 1 0 0 0,0-1 0 0 0,-1 0-1 0 0,1 0 1 0 0,-1 0 0 0 0,1 0 0 0 0,0 0 0 0 0,-1 0 0 0 0,1 0 0 0 0,-1 0 0 0 0,1 0 0 0 0,0 0 0 0 0,-1 0 0 0 0,1 0 0 0 0,-1 0 0 0 0,2-1 0 0 0,-1 0-13 0 0,-1 1 0 0 0,1-1 0 0 0,-1 1 0 0 0,1-1 0 0 0,-1 0 0 0 0,1 1 0 0 0,-1-1 1 0 0,0 0-1 0 0,1 0 0 0 0,-1 1 0 0 0,0-1 0 0 0,0 0 0 0 0,1 0 0 0 0,-1 0 0 0 0,0 1 0 0 0,0-1 0 0 0,0 0 0 0 0,0 0 1 0 0,0 0-1 0 0,0-1 0 0 0,-2-7-26 0 0,-2-1-67 0 0</inkml:trace>
</inkml:ink>
</file>

<file path=ppt/ink/ink1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17:10.42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107 334 6553 0 0,'-13'-9'0'0'0,"1"0"0"0"0,1-1 0 0 0,0 0 0 0 0,0 0 0 0 0,1-2 0 0 0,-16-21 0 0 0,24 30 0 0 0,0-1 0 0 0,1 1 0 0 0,-1-1 0 0 0,1 1 0 0 0,0-1 0 0 0,0 0 0 0 0,0 0 0 0 0,0 1 0 0 0,1-1 0 0 0,0 0 0 0 0,-1 0 0 0 0,1 0 0 0 0,1 1 0 0 0,-1-1 0 0 0,1 0 0 0 0,-1 0 0 0 0,1 0 0 0 0,2-5 0 0 0,1-3 0 0 0,1 1 0 0 0,0-1 0 0 0,1 1 0 0 0,9-14 0 0 0,-9 17-2 0 0,0 0 0 0 0,0 1-1 0 0,0 0 1 0 0,1 0 0 0 0,1 1-1 0 0,-1 0 1 0 0,1 0 0 0 0,0 1-1 0 0,0 0 1 0 0,0 0-1 0 0,17-6 1 0 0,-20 8 19 0 0,1 1 0 0 0,0 0-1 0 0,-1 1 1 0 0,1-1 0 0 0,0 1 0 0 0,0 0-1 0 0,0 1 1 0 0,0-1 0 0 0,-1 1-1 0 0,1 0 1 0 0,0 1 0 0 0,0-1 0 0 0,0 1-1 0 0,0 1 1 0 0,0-1 0 0 0,-1 1 0 0 0,1 0-1 0 0,0 0 1 0 0,-1 0 0 0 0,6 4 0 0 0,-6-2 112 0 0,0 0 1 0 0,-1 0-1 0 0,1 1 1 0 0,-1-1-1 0 0,0 1 1 0 0,0 0-1 0 0,-1 0 1 0 0,1 0 0 0 0,-1 1-1 0 0,0-1 1 0 0,-1 1-1 0 0,1 0 1 0 0,-1 0-1 0 0,0 0 1 0 0,-1 0-1 0 0,1 0 1 0 0,-1 0-1 0 0,0 0 1 0 0,-1 0-1 0 0,0 10 1 0 0,0-5 105 0 0,0 0-1 0 0,-2 1 1 0 0,1-1 0 0 0,-1 0-1 0 0,-1 0 1 0 0,0 0 0 0 0,0 0-1 0 0,-1-1 1 0 0,-1 1 0 0 0,-8 14-1 0 0,5-13 20 0 0,-1 0-1 0 0,0 0 1 0 0,-1-1-1 0 0,0 0 1 0 0,-1 0-1 0 0,-1-1 0 0 0,-18 13 1 0 0,22-18-68 0 0,0 0 0 0 0,0 0 1 0 0,-1-1-1 0 0,1 0 0 0 0,-1 0 0 0 0,0-1 1 0 0,0 0-1 0 0,0-1 0 0 0,0 0 0 0 0,-1 0 1 0 0,1-1-1 0 0,0 0 0 0 0,-12-1 0 0 0,18 0-132 0 0,-1-1 0 0 0,1 0 0 0 0,0 1 0 0 0,0-1 0 0 0,0 0 0 0 0,0 0 0 0 0,0-1 0 0 0,-3-1-1 0 0,5 3-54 0 0,0-1 0 0 0,0 0 0 0 0,0 1 0 0 0,0-1 0 0 0,0 0 0 0 0,0 0 0 0 0,0 0 0 0 0,0 1 0 0 0,1-1-1 0 0,-1 0 1 0 0,0 0 0 0 0,1 0 0 0 0,-1 0 0 0 0,0 0 0 0 0,1-1 0 0 0,-1 1 0 0 0,1 0 0 0 0,0 0-1 0 0,-1 0 1 0 0,1 0 0 0 0,0 0 0 0 0,0-1 0 0 0,0 1 0 0 0,0-1 0 0 0,2-8-120 0 0</inkml:trace>
</inkml:ink>
</file>

<file path=ppt/ink/ink1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17:11.04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83 115 6553 0 0,'-9'-8'22'0'0,"7"6"15"0"0,0 0 0 0 0,-1 0 0 0 0,1 0 0 0 0,-1 1 0 0 0,1-1 0 0 0,-1 0 0 0 0,-3-1 0 0 0,5 3-20 0 0,0 0-1 0 0,0 0 1 0 0,0 0 0 0 0,0 0-1 0 0,0 0 1 0 0,0 0-1 0 0,0 0 1 0 0,0 0-1 0 0,0 0 1 0 0,1 0 0 0 0,-1 0-1 0 0,0 1 1 0 0,0-1-1 0 0,0 0 1 0 0,0 1-1 0 0,0-1 1 0 0,0 1 0 0 0,1-1-1 0 0,-1 1 1 0 0,0-1-1 0 0,0 1 1 0 0,1-1-1 0 0,-1 1 1 0 0,0 0 0 0 0,1-1-1 0 0,-1 1 1 0 0,1 0-1 0 0,-2 1 1 0 0,-1 4 113 0 0,-1 0 0 0 0,1 0 0 0 0,0 0 0 0 0,1 0 0 0 0,-1 0 0 0 0,1 1 0 0 0,1-1 0 0 0,-1 1 0 0 0,1-1 0 0 0,0 1 0 0 0,1 0 0 0 0,-1 0 0 0 0,1-1 0 0 0,1 1 0 0 0,1 11 0 0 0,-1-9 32 0 0,1-1 0 0 0,0 1 0 0 0,0 0 0 0 0,1-1 0 0 0,0 0 0 0 0,1 1 0 0 0,0-1 0 0 0,0-1 0 0 0,1 1 0 0 0,0 0 0 0 0,7 8 0 0 0,-11-15-124 0 0,1 1-1 0 0,-1-1 0 0 0,0 0 1 0 0,0 0-1 0 0,0 0 1 0 0,1 0-1 0 0,-1 0 0 0 0,0 0 1 0 0,1 0-1 0 0,-1-1 1 0 0,1 1-1 0 0,-1 0 0 0 0,1-1 1 0 0,-1 1-1 0 0,1-1 1 0 0,-1 0-1 0 0,1 0 0 0 0,0 1 1 0 0,-1-1-1 0 0,1 0 1 0 0,0 0-1 0 0,-1 0 0 0 0,4-1 1 0 0,-4 0-27 0 0,0 1-1 0 0,1-1 1 0 0,-1 0 0 0 0,0 1 0 0 0,0-1 0 0 0,1 0-1 0 0,-1 0 1 0 0,0 0 0 0 0,0 0 0 0 0,0 0 0 0 0,0 0 0 0 0,0-1-1 0 0,-1 1 1 0 0,1 0 0 0 0,0 0 0 0 0,-1-1 0 0 0,1 1-1 0 0,0 0 1 0 0,-1-1 0 0 0,1 1 0 0 0,-1 0 0 0 0,0-1 0 0 0,0 1-1 0 0,1-1 1 0 0,-1 1 0 0 0,0-3 0 0 0,0-4-59 0 0,-1 0 0 0 0,1 1 0 0 0,-1-1 1 0 0,0 0-1 0 0,-1 0 0 0 0,0 1 0 0 0,-3-9 0 0 0,-26-53-400 0 0,11 27 258 0 0,9 19-27 0 0,7 15 155 0 0,0-1 0 0 0,0 0-1 0 0,1 1 1 0 0,0-1 0 0 0,0 0-1 0 0,1-1 1 0 0,-2-13-1 0 0,4 23 62 0 0,1-1 0 0 0,-1 0-1 0 0,0 1 1 0 0,0-1 0 0 0,0 0-1 0 0,0 1 1 0 0,0-1 0 0 0,1 1-1 0 0,-1-1 1 0 0,0 0-1 0 0,1 1 1 0 0,-1-1 0 0 0,0 1-1 0 0,1-1 1 0 0,-1 1 0 0 0,1-1-1 0 0,-1 1 1 0 0,1-1 0 0 0,-1 1-1 0 0,1 0 1 0 0,-1-1 0 0 0,1 1-1 0 0,-1 0 1 0 0,1-1-1 0 0,-1 1 1 0 0,1 0 0 0 0,0 0-1 0 0,-1-1 1 0 0,1 1 0 0 0,0 0-1 0 0,-1 0 1 0 0,1 0 0 0 0,-1 0-1 0 0,1 0 1 0 0,0 0 0 0 0,-1 0-1 0 0,1 0 1 0 0,0 0-1 0 0,-1 0 1 0 0,1 0 0 0 0,0 0-1 0 0,0 1 1 0 0,6 0 112 0 0,-1 1 1 0 0,1 0-1 0 0,7 3 0 0 0,-10-4 51 0 0,19 7 247 0 0,10 3 161 0 0,-1 1 0 0 0,0 1-1 0 0,39 23 1 0 0,-66-32-479 0 0,0-1 0 0 0,0 1 0 0 0,0 0 0 0 0,-1 0 0 0 0,0 0-1 0 0,1 1 1 0 0,-1-1 0 0 0,-1 1 0 0 0,1 0 0 0 0,-1 1 0 0 0,1-1 0 0 0,-2 0-1 0 0,1 1 1 0 0,-1 0 0 0 0,1-1 0 0 0,-1 1 0 0 0,1 9 0 0 0,-2-9-4 0 0,-1 1 0 0 0,1 0 1 0 0,-1 0-1 0 0,-1 0 1 0 0,1 0-1 0 0,-1 0 0 0 0,0 0 1 0 0,-1-1-1 0 0,0 1 0 0 0,0 0 1 0 0,0-1-1 0 0,-1 1 1 0 0,0-1-1 0 0,0 0 0 0 0,-5 8 1 0 0,0-3 295 0 0,-17 21 1 0 0,21-29-304 0 0,1 1 0 0 0,-1-1 0 0 0,1 1 0 0 0,-1-1 0 0 0,0 0 0 0 0,0-1 0 0 0,0 1 1 0 0,-9 3-1 0 0,12-6-70 0 0,1 1 1 0 0,0-1 0 0 0,-1 0 0 0 0,1 0 0 0 0,0 0-1 0 0,-1 0 1 0 0,1 1 0 0 0,-1-1 0 0 0,1 0-1 0 0,0 0 1 0 0,-1 0 0 0 0,1 0 0 0 0,-1 0 0 0 0,1 0-1 0 0,-1 0 1 0 0,1 0 0 0 0,0 0 0 0 0,-1 0-1 0 0,1 0 1 0 0,-1-1 0 0 0,1 1 0 0 0,0 0 0 0 0,-1 0-1 0 0,1 0 1 0 0,0 0 0 0 0,-1-1 0 0 0,1 1 0 0 0,-1 0-1 0 0,1 0 1 0 0,0-1 0 0 0,0 1 0 0 0,-1 0-1 0 0,1-1 1 0 0,-1 0-10 0 0,1 0 0 0 0,0 0 0 0 0,0 0 0 0 0,0 0 0 0 0,0 0 0 0 0,0 0 0 0 0,0 0-1 0 0,0 0 1 0 0,0 0 0 0 0,0 0 0 0 0,0 0 0 0 0,1 0 0 0 0,-1-1 0 0 0,15-31-400 0 0,-14 31 363 0 0,21-39-746 0 0,1 1 0 0 0,2 0 1 0 0,50-59-1 0 0,-71 95 722 0 0,-1 0 1 0 0,1 1-1 0 0,0-1 1 0 0,0 1 0 0 0,1-1-1 0 0,-1 1 1 0 0,1 0-1 0 0,6-2 1 0 0,-10 4 63 0 0,0 1 0 0 0,0-1 0 0 0,1 1 0 0 0,-1 0-1 0 0,1 0 1 0 0,-1-1 0 0 0,0 1 0 0 0,1 0 0 0 0,-1 0 0 0 0,0 0 0 0 0,1 0 0 0 0,-1 0-1 0 0,1 1 1 0 0,-1-1 0 0 0,0 0 0 0 0,1 1 0 0 0,-1-1 0 0 0,0 1 0 0 0,1-1 0 0 0,-1 1 0 0 0,0 0-1 0 0,0-1 1 0 0,0 1 0 0 0,0 0 0 0 0,0 0 0 0 0,1 0 0 0 0,-1 0 0 0 0,-1 0 0 0 0,1 0 0 0 0,0 0-1 0 0,0 0 1 0 0,0 0 0 0 0,-1 0 0 0 0,1 1 0 0 0,1 1 0 0 0,1 4 85 0 0,0 0 1 0 0,0 1-1 0 0,-1-1 1 0 0,0 1-1 0 0,0-1 1 0 0,1 10-1 0 0,1 49 470 0 0,-2-15 8 0 0,-1-39-498 0 0,-1-8-30 0 0,0 0 1 0 0,0 0-1 0 0,1 0 0 0 0,-1 1 1 0 0,1-1-1 0 0,0 0 1 0 0,1 0-1 0 0,1 5 0 0 0,-3-9-35 0 0,0 0 1 0 0,1 0-1 0 0,-1 0 0 0 0,0 0 0 0 0,0 0 0 0 0,0 0 0 0 0,1 0 1 0 0,-1 0-1 0 0,0 0 0 0 0,0 0 0 0 0,0 0 0 0 0,1 0 0 0 0,-1 0 0 0 0,0 0 1 0 0,0 0-1 0 0,0 0 0 0 0,0 0 0 0 0,1-1 0 0 0,-1 1 0 0 0,0 0 1 0 0,0 0-1 0 0,0 0 0 0 0,0 0 0 0 0,0 0 0 0 0,1 0 0 0 0,-1-1 1 0 0,0 1-1 0 0,0 0 0 0 0,0 0 0 0 0,0 0 0 0 0,0 0 0 0 0,0-1 0 0 0,0 1 1 0 0,0 0-1 0 0,0 0 0 0 0,0 0 0 0 0,1-1 0 0 0,-1 1 0 0 0,0 0 1 0 0,0 0-1 0 0,0 0 0 0 0,0-1 0 0 0,0 1 0 0 0,-1 0 0 0 0,5-12 150 0 0,-4 2-154 0 0</inkml:trace>
</inkml:ink>
</file>

<file path=ppt/ink/ink1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17:11.19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19 53 6553 0 0,'-8'-10'0'0'0,"4"4"0"0"0,-1 0 0 0 0,4 1 0 0 0,1 2 0 0 0,0 2 0 0 0,0-1 0 0 0,0-1 0 0 0,1-1 0 0 0,2-1 0 0 0,2 1 0 0 0,1 1 0 0 0,4 4 0 0 0,-2-1 241 0 0</inkml:trace>
</inkml:ink>
</file>

<file path=ppt/ink/ink1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17:11.56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18 0 6553 0 0,'0'0'14'0'0,"-1"1"0"0"0,0-1 0 0 0,1 0 0 0 0,-1 0 0 0 0,1 1 0 0 0,-1-1 0 0 0,1 0 0 0 0,-1 1 0 0 0,1-1 0 0 0,-1 1 0 0 0,1-1 0 0 0,-1 1 0 0 0,1-1 0 0 0,-1 1 0 0 0,1-1 0 0 0,0 1 0 0 0,-1-1 0 0 0,1 1-1 0 0,0-1 1 0 0,0 1 0 0 0,-1 0 0 0 0,1-1 0 0 0,0 1 0 0 0,0-1 0 0 0,0 1 0 0 0,0 1 0 0 0,-4 22 629 0 0,3-18-482 0 0,-1 20 462 0 0,1 0 1 0 0,1 1-1 0 0,7 48 0 0 0,24 78 1868 0 0,1 16 314 0 0,-29-124-2081 0 0,-3-42-664 0 0,0 0 0 0 0,0 0-1 0 0,-1 0 1 0 0,1 0 0 0 0,-1 0 0 0 0,1-1 0 0 0,-1 1 0 0 0,0 0-1 0 0,0 0 1 0 0,0 0 0 0 0,-1 0 0 0 0,-2 3 0 0 0,4-6-51 0 0,0 0 1 0 0,0 0-1 0 0,0 1 0 0 0,0-1 1 0 0,0 0-1 0 0,0 0 0 0 0,0 0 1 0 0,0 0-1 0 0,-1 0 1 0 0,1 1-1 0 0,0-1 0 0 0,0 0 1 0 0,0 0-1 0 0,0 0 1 0 0,0 0-1 0 0,-1 0 0 0 0,1 0 1 0 0,0 0-1 0 0,0 1 1 0 0,0-1-1 0 0,0 0 0 0 0,-1 0 1 0 0,1 0-1 0 0,0 0 1 0 0,0 0-1 0 0,0 0 0 0 0,0 0 1 0 0,-1 0-1 0 0,1 0 1 0 0,0 0-1 0 0,0 0 0 0 0,0 0 1 0 0,-1 0-1 0 0,1 0 1 0 0,0 0-1 0 0,0 0 0 0 0,0 0 1 0 0,0-1-1 0 0,-1 1 1 0 0,1 0-1 0 0,0 0 0 0 0,0 0 1 0 0,0 0-1 0 0,0 0 1 0 0,-1 0-1 0 0,1 0 0 0 0,0-1 1 0 0,-4-11 237 0 0,3-16-560 0 0,3 8 50 0 0,1 0-1 0 0,1 0 1 0 0,10-31 0 0 0,-11 42 155 0 0,0 1 0 0 0,1-1 1 0 0,0 1-1 0 0,0 0 0 0 0,1 0 1 0 0,0 1-1 0 0,0-1 0 0 0,1 1 0 0 0,0 0 1 0 0,9-7-1 0 0,-14 13 110 0 0,0 0 0 0 0,0 0-1 0 0,0 1 1 0 0,0-1 0 0 0,0 0 0 0 0,0 1 0 0 0,0-1-1 0 0,0 1 1 0 0,0-1 0 0 0,0 1 0 0 0,0 0-1 0 0,1-1 1 0 0,-1 1 0 0 0,0 0 0 0 0,0 0 0 0 0,0 0-1 0 0,1 0 1 0 0,-1 0 0 0 0,0 0 0 0 0,0 0 0 0 0,0 0-1 0 0,2 1 1 0 0,0 0 23 0 0,-1 0 1 0 0,0 0-1 0 0,0 1 0 0 0,0-1 0 0 0,0 0 0 0 0,-1 1 0 0 0,1-1 0 0 0,0 1 1 0 0,0 0-1 0 0,2 3 0 0 0,1 2 78 0 0,-1 0-1 0 0,1 0 1 0 0,-1 1 0 0 0,-1-1 0 0 0,4 13-1 0 0,-3-5 98 0 0,0 1 1 0 0,-2 0-1 0 0,2 24 0 0 0,2 18 320 0 0,-6-57-508 0 0,1 0 0 0 0,-1 0 0 0 0,0 0-1 0 0,1 0 1 0 0,-1 1 0 0 0,0-1 0 0 0,1 0 0 0 0,-1 0-1 0 0,1-1 1 0 0,0 1 0 0 0,-1 0 0 0 0,1 0 0 0 0,0 0 0 0 0,0 0-1 0 0,0 1 1 0 0,0-2-4 0 0,-1 0-1 0 0,1 0 1 0 0,-1 0 0 0 0,1 1-1 0 0,-1-1 1 0 0,1 0 0 0 0,-1 0-1 0 0,1 0 1 0 0,-1 0 0 0 0,1 0-1 0 0,-1 0 1 0 0,1 0-1 0 0,-1 0 1 0 0,1 0 0 0 0,-1 0-1 0 0,1 0 1 0 0,-1 0 0 0 0,1 0-1 0 0,-1 0 1 0 0,1-1-1 0 0,-1 1 1 0 0,1 0 0 0 0,-1 0-1 0 0,1-1 1 0 0,-1 1 0 0 0,0 0-1 0 0,1 0 1 0 0,-1-1-1 0 0,1 1 1 0 0,-1 0 0 0 0,0-1-1 0 0,1 1 1 0 0,-1-1 0 0 0,1 0-1 0 0,3-5-7 0 0</inkml:trace>
</inkml:ink>
</file>

<file path=ppt/ink/ink1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17:11.70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14 86 6553 0 0,'-7'-10'0'0'0,"4"4"0"0"0,0-2 0 0 0,3 2 0 0 0,0 3 0 0 0,1 0 0 0 0,1 0 0 0 0,1-1 0 0 0,1-2 0 0 0,2-3 0 0 0,2 0 0 0 0,1 1 0 0 0,1 2 0 0 0,-2 2 0 0 0,1 4 0 0 0,0 0 481 0 0,-2 3-481 0 0,-1 3 0 0 0</inkml:trace>
</inkml:ink>
</file>

<file path=ppt/ink/ink1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17:12.32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1 212 6553 0 0,'7'11'295'0'0,"0"1"0"0"0,0-1-1 0 0,-2 2 1 0 0,1-1-1 0 0,-1 1 1 0 0,-1-1-1 0 0,4 20 1 0 0,7 20 734 0 0,-13-46-896 0 0,0 0 0 0 0,1 0-1 0 0,0 0 1 0 0,0 0 0 0 0,0 0-1 0 0,8 10 1 0 0,-9-14-92 0 0,-1-1 1 0 0,1 0-1 0 0,-1 1 1 0 0,1-1-1 0 0,-1 0 0 0 0,1 0 1 0 0,0 0-1 0 0,-1 0 1 0 0,1-1-1 0 0,0 1 0 0 0,0 0 1 0 0,0-1-1 0 0,0 1 1 0 0,-1-1-1 0 0,1 0 0 0 0,0 1 1 0 0,0-1-1 0 0,0 0 1 0 0,0 0-1 0 0,0 0 1 0 0,0-1-1 0 0,0 1 0 0 0,0 0 1 0 0,0-1-1 0 0,0 1 1 0 0,-1-1-1 0 0,1 0 0 0 0,2-1 1 0 0,1 0-56 0 0,0 0 0 0 0,-1-1 1 0 0,1 0-1 0 0,-1 0 0 0 0,0 0 0 0 0,0-1 1 0 0,0 0-1 0 0,0 1 0 0 0,-1-1 0 0 0,1 0 1 0 0,-1-1-1 0 0,0 1 0 0 0,0 0 0 0 0,-1-1 1 0 0,1 0-1 0 0,-1 0 0 0 0,0 0 1 0 0,0 0-1 0 0,-1 0 0 0 0,1 0 0 0 0,-1 0 1 0 0,0 0-1 0 0,-1-1 0 0 0,1 1 0 0 0,-1 0 1 0 0,0 0-1 0 0,-1-1 0 0 0,1 1 0 0 0,-3-10 1 0 0,3 13 3 0 0,-2-5-41 0 0,0-1 0 0 0,1 1 0 0 0,0-1 0 0 0,0 0 0 0 0,1-8 0 0 0,0 14 43 0 0,0 1 1 0 0,0-1-1 0 0,1 1 0 0 0,-1-1 0 0 0,0 1 0 0 0,1-1 0 0 0,-1 1 1 0 0,1-1-1 0 0,0 1 0 0 0,-1 0 0 0 0,1-1 0 0 0,0 1 0 0 0,0 0 1 0 0,0-1-1 0 0,0 1 0 0 0,0 0 0 0 0,0 0 0 0 0,0 0 1 0 0,0 0-1 0 0,0 0 0 0 0,1 0 0 0 0,-1 0 0 0 0,0 1 0 0 0,1-1 1 0 0,-1 0-1 0 0,0 1 0 0 0,1-1 0 0 0,-1 1 0 0 0,1-1 0 0 0,-1 1 1 0 0,4-1-1 0 0,7 1 212 0 0,0 0-1 0 0,0 0 1 0 0,0 1 0 0 0,0 1-1 0 0,0 0 1 0 0,18 5 0 0 0,10 2 372 0 0,-24-6-339 0 0,0-1 1 0 0,1-1 0 0 0,-1 0-1 0 0,1-1 1 0 0,-1-1-1 0 0,1-1 1 0 0,18-4-1 0 0,-25 4-263 0 0,1-1 0 0 0,0-1 0 0 0,-1 0 0 0 0,0 0 1 0 0,0-1-1 0 0,0-1 0 0 0,-1 1 0 0 0,1-2 0 0 0,-1 1 0 0 0,-1-1 0 0 0,13-13 0 0 0,-13 12-102 0 0,0-1 0 0 0,0-1 0 0 0,-1 1 0 0 0,9-17 0 0 0,-15 23 99 0 0,1 0 0 0 0,-1 0 0 0 0,1 0 0 0 0,-1 0 0 0 0,0-1 0 0 0,0 1 0 0 0,-1 0 0 0 0,1 0 0 0 0,0-1 1 0 0,-1 1-1 0 0,0-1 0 0 0,0 1 0 0 0,0 0 0 0 0,0-1 0 0 0,-1 1 0 0 0,1 0 0 0 0,-1-1 0 0 0,0 1 0 0 0,0 0 0 0 0,-3-6 1 0 0,3 7 29 0 0,0 1 0 0 0,0-1 0 0 0,0 1 0 0 0,0 0 1 0 0,-1-1-1 0 0,1 1 0 0 0,-1 0 0 0 0,1 0 0 0 0,-1 0 1 0 0,1 0-1 0 0,-1 0 0 0 0,0 0 0 0 0,1 0 1 0 0,-1 1-1 0 0,0-1 0 0 0,0 1 0 0 0,0-1 0 0 0,0 1 1 0 0,1-1-1 0 0,-1 1 0 0 0,0 0 0 0 0,0 0 0 0 0,0 0 1 0 0,0 0-1 0 0,0 1 0 0 0,0-1 0 0 0,1 0 1 0 0,-1 1-1 0 0,-3 0 0 0 0,-2 1 89 0 0,1 0 1 0 0,-1 1-1 0 0,1 0 0 0 0,0 0 1 0 0,0 0-1 0 0,0 1 0 0 0,-5 3 1 0 0,1 2 73 0 0,1 0 0 0 0,0 0 1 0 0,1 1-1 0 0,-1 0 1 0 0,2 1-1 0 0,0-1 1 0 0,0 2-1 0 0,1-1 1 0 0,0 1-1 0 0,1-1 1 0 0,-5 20-1 0 0,3-9 161 0 0,2 1 0 0 0,1 0 0 0 0,0 0-1 0 0,2 0 1 0 0,0 36 0 0 0,2-49-212 0 0,1 0 1 0 0,0 1-1 0 0,0-1 0 0 0,1 0 0 0 0,1 0 0 0 0,-1 0 1 0 0,2-1-1 0 0,5 15 0 0 0,-6-20-45 0 0,0 1-1 0 0,0 0 0 0 0,0-1 1 0 0,1 1-1 0 0,-1-1 1 0 0,1 0-1 0 0,0 0 1 0 0,0-1-1 0 0,1 1 1 0 0,-1-1-1 0 0,1 0 1 0 0,0 0-1 0 0,0 0 1 0 0,0-1-1 0 0,0 1 1 0 0,0-1-1 0 0,6 1 0 0 0,5 0 159 0 0,0 0-1 0 0,0-1 1 0 0,0-1-1 0 0,0 0 1 0 0,30-4-1 0 0,7 1 175 0 0,-40 2-248 0 0</inkml:trace>
</inkml:ink>
</file>

<file path=ppt/ink/ink1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17:14.38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188 148 6553 0 0,'1'-2'0'0'0,"0"-1"0"0"0,-1 0-1 0 0,1 0 1 0 0,-1 0 0 0 0,1 0-1 0 0,-1 0 1 0 0,0 0 0 0 0,0 0-1 0 0,-1 0 1 0 0,1 0 0 0 0,-1 0-1 0 0,1 0 1 0 0,-3-4-1 0 0,3 6 3 0 0,0 0-1 0 0,0 0 1 0 0,-1 0-1 0 0,1 0 0 0 0,0 0 1 0 0,-1 0-1 0 0,1 1 0 0 0,-1-1 1 0 0,1 0-1 0 0,-1 0 0 0 0,0 1 1 0 0,1-1-1 0 0,-1 0 1 0 0,0 1-1 0 0,1-1 0 0 0,-1 1 1 0 0,0-1-1 0 0,0 1 0 0 0,0-1 1 0 0,1 1-1 0 0,-1-1 1 0 0,0 1-1 0 0,0 0 0 0 0,0-1 1 0 0,0 1-1 0 0,0 0 0 0 0,0 0 1 0 0,0 0-1 0 0,0 0 1 0 0,1 0-1 0 0,-1 0 0 0 0,0 0 1 0 0,0 0-1 0 0,0 0 0 0 0,0 0 1 0 0,0 0-1 0 0,0 1 0 0 0,0-1 1 0 0,0 0-1 0 0,0 1 1 0 0,1-1-1 0 0,-1 0 0 0 0,0 1 1 0 0,-1 0-1 0 0,-3 3 110 0 0,1-1-1 0 0,0 1 1 0 0,-1 0 0 0 0,1 0-1 0 0,0 0 1 0 0,1 1-1 0 0,-1-1 1 0 0,1 1 0 0 0,0 0-1 0 0,0 0 1 0 0,1 0 0 0 0,-1 0-1 0 0,-2 9 1 0 0,-2 7 393 0 0,1 1 0 0 0,-3 23 0 0 0,7-30-203 0 0,0 0 1 0 0,1 1-1 0 0,0-1 0 0 0,1 0 1 0 0,2 16-1 0 0,-1-24-196 0 0,0-1-1 0 0,0 0 1 0 0,1 0 0 0 0,-1 0-1 0 0,1 0 1 0 0,0 0 0 0 0,1-1 0 0 0,0 1-1 0 0,-1-1 1 0 0,2 1 0 0 0,-1-1-1 0 0,1 0 1 0 0,0 0 0 0 0,0-1-1 0 0,5 6 1 0 0,-7-8-40 0 0,0-1 0 0 0,1 1 0 0 0,-1-1 0 0 0,1 1 0 0 0,-1-1 0 0 0,1 0 0 0 0,0 0 0 0 0,-1 0 0 0 0,1 0 0 0 0,0-1 0 0 0,0 1 0 0 0,0-1 0 0 0,-1 1 0 0 0,1-1-1 0 0,5 0 1 0 0,-3-1 6 0 0,0 0-1 0 0,-1 0 0 0 0,1 0 0 0 0,0 0 0 0 0,0-1 0 0 0,0 0 0 0 0,-1 0 0 0 0,7-4 0 0 0,-3 1-125 0 0,0 0-1 0 0,0-1 1 0 0,0-1-1 0 0,-1 1 1 0 0,0-1-1 0 0,0 0 1 0 0,-1-1-1 0 0,9-12 1 0 0,-10 11-27 0 0,-1 1 1 0 0,-1-1-1 0 0,1 1 1 0 0,-2-1-1 0 0,1 0 1 0 0,-1 0-1 0 0,0 0 1 0 0,-1-1-1 0 0,0 1 1 0 0,-1 0 0 0 0,0 0-1 0 0,0-1 1 0 0,-1 1-1 0 0,0 0 1 0 0,-3-12-1 0 0,-1 3-103 0 0,0 0-1 0 0,0 1 0 0 0,-2 0 1 0 0,0 0-1 0 0,-1 1 1 0 0,-19-29-1 0 0,22 39 105 0 0,0-1-1 0 0,0 1 1 0 0,0 0-1 0 0,-1 0 1 0 0,0 0-1 0 0,0 1 1 0 0,-1 0-1 0 0,1 0 1 0 0,-10-5-1 0 0,12 8 76 0 0,1 1-1 0 0,0-1 1 0 0,-1 1-1 0 0,1 0 1 0 0,-1 0-1 0 0,0 0 1 0 0,1 0-1 0 0,-1 1 1 0 0,0-1 0 0 0,1 1-1 0 0,-1 0 1 0 0,0 0-1 0 0,1 1 1 0 0,-1-1-1 0 0,0 1 1 0 0,1 0-1 0 0,-1 0 1 0 0,1 0-1 0 0,-1 0 1 0 0,1 0-1 0 0,-1 1 1 0 0,-4 3 0 0 0,1 0 130 0 0,0 0 1 0 0,1 0 0 0 0,0 1-1 0 0,0 0 1 0 0,0 0-1 0 0,1 1 1 0 0,0-1 0 0 0,0 1-1 0 0,0 0 1 0 0,1 1 0 0 0,0-1-1 0 0,1 1 1 0 0,-5 12 0 0 0,4-6 97 0 0,1-1-1 0 0,-1 1 1 0 0,2 0 0 0 0,0 0 0 0 0,1 0 0 0 0,0 0-1 0 0,2 19 1 0 0,0-25-108 0 0,0 0 0 0 0,1-1-1 0 0,0 1 1 0 0,0-1-1 0 0,1 1 1 0 0,-1-1 0 0 0,2 0-1 0 0,-1 0 1 0 0,1 0-1 0 0,0 0 1 0 0,1 0 0 0 0,-1-1-1 0 0,1 0 1 0 0,0 0 0 0 0,1-1-1 0 0,0 1 1 0 0,9 7-1 0 0,-9-9-11 0 0,-1-1-1 0 0,1 1 0 0 0,0-1 0 0 0,0 0 0 0 0,0 0 0 0 0,1-1 1 0 0,-1 0-1 0 0,0 0 0 0 0,1-1 0 0 0,0 1 0 0 0,-1-1 0 0 0,1-1 0 0 0,0 1 1 0 0,-1-1-1 0 0,1 0 0 0 0,0-1 0 0 0,-1 0 0 0 0,1 0 0 0 0,0 0 1 0 0,10-4-1 0 0,-10 2-158 0 0,1 0 0 0 0,-1 0 0 0 0,0-1 1 0 0,0 0-1 0 0,0 0 0 0 0,0 0 1 0 0,-1-1-1 0 0,0 0 0 0 0,0-1 0 0 0,0 1 1 0 0,-1-1-1 0 0,1 0 0 0 0,-1-1 0 0 0,-1 1 1 0 0,1-1-1 0 0,-1 0 0 0 0,0 0 0 0 0,-1 0 1 0 0,0-1-1 0 0,0 1 0 0 0,-1-1 0 0 0,1 0 1 0 0,-2 0-1 0 0,1 0 0 0 0,0-8 1 0 0,-2 5-93 0 0,0 0 0 0 0,0 0 0 0 0,-1 0 1 0 0,-1 0-1 0 0,1 0 0 0 0,-2 0 0 0 0,0 0 1 0 0,0 1-1 0 0,-1-1 0 0 0,0 1 1 0 0,-8-14-1 0 0,9 18 70 0 0,-1 0 1 0 0,0 1 0 0 0,0-1-1 0 0,0 1 1 0 0,0 0-1 0 0,-1 0 1 0 0,0 0-1 0 0,0 1 1 0 0,0 0-1 0 0,-1 0 1 0 0,1 0-1 0 0,-1 1 1 0 0,0-1 0 0 0,0 1-1 0 0,0 1 1 0 0,0-1-1 0 0,-1 1 1 0 0,1 0-1 0 0,-1 1 1 0 0,-6-2-1 0 0,8 3 104 0 0,0 0-1 0 0,1 0 1 0 0,-1 0-1 0 0,0 0 0 0 0,1 1 1 0 0,-1 0-1 0 0,0 0 1 0 0,1 0-1 0 0,-1 0 1 0 0,1 1-1 0 0,0-1 0 0 0,-1 1 1 0 0,1 1-1 0 0,-5 2 1 0 0,4-1 60 0 0,-1 1 0 0 0,1-1 1 0 0,0 1-1 0 0,0 0 0 0 0,1 1 1 0 0,-1-1-1 0 0,1 1 1 0 0,-6 11-1 0 0,3-3 96 0 0,1 0 0 0 0,1 0 0 0 0,0 0 0 0 0,1 1 0 0 0,0 0 1 0 0,1 0-1 0 0,1 0 0 0 0,-1 17 0 0 0,3-18-27 0 0,1-1 1 0 0,0 0-1 0 0,0 0 0 0 0,1 0 1 0 0,1 0-1 0 0,0-1 0 0 0,1 1 1 0 0,6 13-1 0 0,-8-20-81 0 0,1 0 1 0 0,0 0 0 0 0,0-1-1 0 0,1 1 1 0 0,-1-1 0 0 0,1 0-1 0 0,1 0 1 0 0,-1 0 0 0 0,1 0-1 0 0,0-1 1 0 0,0 1 0 0 0,0-1-1 0 0,0-1 1 0 0,1 1-1 0 0,-1-1 1 0 0,1 0 0 0 0,0 0-1 0 0,7 2 1 0 0,-8-4-37 0 0,0 0 0 0 0,1 0 0 0 0,-1-1 0 0 0,0 1 0 0 0,0-1-1 0 0,1-1 1 0 0,-1 1 0 0 0,0-1 0 0 0,0 1 0 0 0,1-1 0 0 0,-1-1 0 0 0,0 1 0 0 0,0-1 0 0 0,0 0 0 0 0,-1 0-1 0 0,1-1 1 0 0,0 1 0 0 0,-1-1 0 0 0,1 0 0 0 0,-1 0 0 0 0,0 0 0 0 0,0-1 0 0 0,5-5 0 0 0,-1 1-208 0 0,-1-1 0 0 0,0 0 0 0 0,0 0 0 0 0,-1-1 0 0 0,0 0 1 0 0,-1 0-1 0 0,0 0 0 0 0,-1-1 0 0 0,6-20 0 0 0,-7 20 2 0 0,-1 0 0 0 0,-1 0 0 0 0,0-1 0 0 0,-1 1 0 0 0,0-1 0 0 0,-1 1 1 0 0,0 0-1 0 0,0-1 0 0 0,-2 1 0 0 0,-5-19 0 0 0,6 24 70 0 0,0 1 0 0 0,-1-1-1 0 0,0 1 1 0 0,0-1 0 0 0,0 1 0 0 0,0 0 0 0 0,-1 1 0 0 0,0-1 0 0 0,-7-7 0 0 0,8 10 40 0 0,-1-1 0 0 0,1 0 0 0 0,-1 1 1 0 0,0 0-1 0 0,0 0 0 0 0,0 0 0 0 0,0 1 0 0 0,0-1 1 0 0,0 1-1 0 0,0 0 0 0 0,0 0 0 0 0,-1 0 1 0 0,1 1-1 0 0,-8-1 0 0 0,4 2 104 0 0,1 0 1 0 0,-1 0-1 0 0,0 1 1 0 0,1 0-1 0 0,-1 0 1 0 0,1 0-1 0 0,0 1 0 0 0,0 0 1 0 0,0 1-1 0 0,0 0 1 0 0,0 0-1 0 0,1 0 1 0 0,0 1-1 0 0,-10 8 0 0 0,7-4 88 0 0,0 0-1 0 0,0 1 0 0 0,1 0 1 0 0,1 0-1 0 0,-1 1 1 0 0,1 0-1 0 0,1 0 0 0 0,-5 13 1 0 0,8-16-27 0 0,0 0 1 0 0,0 1-1 0 0,1 0 1 0 0,0-1-1 0 0,1 1 1 0 0,0 0 0 0 0,0 0-1 0 0,1 0 1 0 0,0 0-1 0 0,2 13 1 0 0,-2-17-57 0 0,1-1 0 0 0,0 1-1 0 0,1-1 1 0 0,-1 0 0 0 0,1 0-1 0 0,0 0 1 0 0,0 0 0 0 0,0 0 0 0 0,0 0-1 0 0,1 0 1 0 0,0-1 0 0 0,0 1 0 0 0,0-1-1 0 0,0 0 1 0 0,0 1 0 0 0,0-2 0 0 0,1 1-1 0 0,0 0 1 0 0,-1-1 0 0 0,1 1 0 0 0,0-1-1 0 0,7 3 1 0 0,-3-3 39 0 0,0 0 0 0 0,0 0 0 0 0,0-1 0 0 0,1 0 0 0 0,-1 0 0 0 0,0-1 0 0 0,0 0 0 0 0,0 0 0 0 0,1-1 0 0 0,-1 0 0 0 0,0-1-1 0 0,0 0 1 0 0,8-3 0 0 0,-4 1-102 0 0,0 0 0 0 0,-1-1-1 0 0,0 0 1 0 0,0-1 0 0 0,-1-1 0 0 0,1 0-1 0 0,-1 0 1 0 0,9-9 0 0 0,-15 12-65 0 0,0 0 0 0 0,0-1 1 0 0,0 1-1 0 0,-1-1 0 0 0,1 1 0 0 0,-1-1 1 0 0,-1 0-1 0 0,1 0 0 0 0,-1-1 1 0 0,0 1-1 0 0,0 0 0 0 0,0-1 0 0 0,-1 1 1 0 0,1-1-1 0 0,-2 0 0 0 0,1 1 1 0 0,0-7-1 0 0,-2 7 6 0 0,1 0 0 0 0,-1 0 0 0 0,0 0 1 0 0,0 0-1 0 0,0 0 0 0 0,0 1 0 0 0,-1-1 1 0 0,0 0-1 0 0,0 1 0 0 0,0 0 0 0 0,-1-1 0 0 0,0 1 1 0 0,1 0-1 0 0,-1 0 0 0 0,-1 0 0 0 0,1 1 0 0 0,-1-1 1 0 0,1 1-1 0 0,-1 0 0 0 0,-4-3 0 0 0,4 3 53 0 0,0 1 1 0 0,-1-1-1 0 0,1 1 1 0 0,-1 0-1 0 0,0 0 0 0 0,1 1 1 0 0,-1-1-1 0 0,0 1 0 0 0,0 0 1 0 0,0 0-1 0 0,0 1 0 0 0,0-1 1 0 0,0 1-1 0 0,0 0 1 0 0,0 1-1 0 0,0-1 0 0 0,0 1 1 0 0,0 0-1 0 0,-9 3 0 0 0,9-2 72 0 0,0 0 1 0 0,-1 1-1 0 0,1-1 0 0 0,1 1 0 0 0,-1 0 1 0 0,0 1-1 0 0,1-1 0 0 0,-1 1 0 0 0,1 0 0 0 0,0 0 1 0 0,0 0-1 0 0,1 0 0 0 0,-1 1 0 0 0,1-1 0 0 0,0 1 1 0 0,0 0-1 0 0,-3 8 0 0 0,4-6 18 0 0,0 0 1 0 0,1 1-1 0 0,-1-1 0 0 0,1 0 1 0 0,1 1-1 0 0,0-1 0 0 0,0 1 1 0 0,0-1-1 0 0,1 0 0 0 0,0 1 0 0 0,0-1 1 0 0,1 0-1 0 0,4 14 0 0 0,-4-17-32 0 0,0 0-1 0 0,0 1 1 0 0,0-1-1 0 0,0 0 1 0 0,1 0-1 0 0,0-1 1 0 0,0 1-1 0 0,0 0 1 0 0,0-1 0 0 0,5 5-1 0 0,-5-6-11 0 0,0-1 0 0 0,-1 1 0 0 0,1-1 0 0 0,0 1 0 0 0,0-1 1 0 0,0 0-1 0 0,0 0 0 0 0,0 0 0 0 0,0 0 0 0 0,0-1 0 0 0,0 1 0 0 0,1-1 0 0 0,-1 0 0 0 0,0 0 0 0 0,0 0 0 0 0,5 0 0 0 0,-2-2-48 0 0,0 1 0 0 0,0-1-1 0 0,0 0 1 0 0,0 0-1 0 0,0 0 1 0 0,-1-1-1 0 0,1 0 1 0 0,-1 0 0 0 0,0-1-1 0 0,0 1 1 0 0,0-1-1 0 0,0 0 1 0 0,0 0-1 0 0,-1-1 1 0 0,0 1-1 0 0,0-1 1 0 0,0 0 0 0 0,-1 0-1 0 0,1-1 1 0 0,3-9-1 0 0,-4 10-65 0 0,-1-1 0 0 0,1 0 0 0 0,-1 0-1 0 0,-1 1 1 0 0,1-1 0 0 0,-1 0 0 0 0,0 0-1 0 0,-1 0 1 0 0,1 0 0 0 0,-1-1 0 0 0,0 1-1 0 0,-1 0 1 0 0,0 0 0 0 0,0 0 0 0 0,0 0-1 0 0,0 0 1 0 0,-1 1 0 0 0,0-1 0 0 0,0 0-1 0 0,-1 1 1 0 0,-3-7 0 0 0,3 7 0 0 0,0 0 0 0 0,-1 1 0 0 0,0-1-1 0 0,0 1 1 0 0,0 0 0 0 0,0 0 0 0 0,0 0 0 0 0,-1 1 0 0 0,0-1 0 0 0,0 1-1 0 0,-8-4 1 0 0,10 6 87 0 0,0 0-1 0 0,0 0 0 0 0,0 0 1 0 0,0 0-1 0 0,-1 1 0 0 0,1-1 1 0 0,0 1-1 0 0,0 0 0 0 0,-1 0 1 0 0,1 0-1 0 0,0 0 0 0 0,0 1 1 0 0,-1-1-1 0 0,1 1 0 0 0,0 0 1 0 0,0 0-1 0 0,0 0 0 0 0,0 1 1 0 0,0-1-1 0 0,0 0 0 0 0,-5 5 1 0 0,0 0 97 0 0,0 0 0 0 0,1 1 1 0 0,0 1-1 0 0,0-1 1 0 0,1 1-1 0 0,-1 0 1 0 0,2 0-1 0 0,-1 1 0 0 0,1 0 1 0 0,1 0-1 0 0,-1 0 1 0 0,2 0-1 0 0,-6 18 1 0 0,8-20-20 0 0,-1 0 1 0 0,1 0-1 0 0,0 1 1 0 0,1-1-1 0 0,0 0 1 0 0,0 0 0 0 0,0 1-1 0 0,3 12 1 0 0,-1-15-34 0 0,-1 1 1 0 0,1-1 0 0 0,0-1-1 0 0,0 1 1 0 0,0 0 0 0 0,1 0-1 0 0,0-1 1 0 0,0 1 0 0 0,0-1-1 0 0,0 0 1 0 0,1 0-1 0 0,0 0 1 0 0,4 3 0 0 0,-6-5 1 0 0,1 0 1 0 0,0 1-1 0 0,0-2 0 0 0,1 1 1 0 0,-1 0-1 0 0,0-1 0 0 0,0 1 1 0 0,1-1-1 0 0,-1 0 1 0 0,1 0-1 0 0,-1 0 0 0 0,1-1 1 0 0,0 1-1 0 0,5-1 1 0 0,-3 0-24 0 0,-1-1 0 0 0,1 0 1 0 0,0 0-1 0 0,-1 0 1 0 0,1-1-1 0 0,-1 0 1 0 0,0 0-1 0 0,9-4 1 0 0,-4 0-162 0 0,-1 0 0 0 0,1-1 1 0 0,-1 0-1 0 0,-1 0 0 0 0,0-1 1 0 0,0 0-1 0 0,0 0 0 0 0,12-18 1 0 0,-16 20 35 0 0,-1 0-1 0 0,0-1 1 0 0,0 0 0 0 0,0 1 0 0 0,-1-1 0 0 0,0 0 0 0 0,0 0-1 0 0,-1 0 1 0 0,1 0 0 0 0,-2 0 0 0 0,1-1 0 0 0,-1 1 0 0 0,0 0-1 0 0,-1 0 1 0 0,1 0 0 0 0,-4-14 0 0 0,2 16 42 0 0,1 1 0 0 0,-1-1 0 0 0,0 0 0 0 0,0 0 0 0 0,0 1 1 0 0,-1-1-1 0 0,1 1 0 0 0,-1 0 0 0 0,-1 0 0 0 0,1 0 0 0 0,0 0 0 0 0,-1 0 0 0 0,0 1 1 0 0,0 0-1 0 0,0-1 0 0 0,0 1 0 0 0,0 1 0 0 0,0-1 0 0 0,-1 1 0 0 0,0 0 0 0 0,1 0 0 0 0,-1 0 1 0 0,0 0-1 0 0,-7-1 0 0 0,7 3 114 0 0,-1-1 1 0 0,1 1 0 0 0,0 0-1 0 0,-1 0 1 0 0,1 1-1 0 0,-1-1 1 0 0,1 1 0 0 0,0 1-1 0 0,-1-1 1 0 0,1 1-1 0 0,0-1 1 0 0,0 2 0 0 0,0-1-1 0 0,0 0 1 0 0,1 1-1 0 0,-1 0 1 0 0,1 0 0 0 0,-1 0-1 0 0,1 1 1 0 0,0 0 0 0 0,0-1-1 0 0,1 1 1 0 0,-1 1-1 0 0,-3 4 1 0 0,3-3 11 0 0,0 0 0 0 0,0 0 0 0 0,1 0 0 0 0,-1 0 0 0 0,1 1 0 0 0,1-1 0 0 0,-1 1 0 0 0,1 0 0 0 0,1 0 0 0 0,-1 0 0 0 0,1 0 0 0 0,0 0 0 0 0,1 0 0 0 0,-1 0 0 0 0,1 0 0 0 0,1 0 0 0 0,-1 0 1 0 0,3 8-1 0 0,-2-12-35 0 0,-1 0-1 0 0,1-1 1 0 0,0 1 0 0 0,1 0 0 0 0,-1 0 0 0 0,0-1 0 0 0,1 1 0 0 0,-1-1 0 0 0,1 0 0 0 0,0 1 0 0 0,0-1 0 0 0,0 0 0 0 0,0 0 0 0 0,0 0 0 0 0,1 0 0 0 0,-1 0 0 0 0,0-1 0 0 0,1 1 0 0 0,4 1 0 0 0,-2-1 23 0 0,0-1 1 0 0,0 1-1 0 0,0-1 0 0 0,0 0 1 0 0,0-1-1 0 0,1 0 0 0 0,-1 1 1 0 0,0-1-1 0 0,10-2 1 0 0,-3 0 48 0 0</inkml:trace>
</inkml:ink>
</file>

<file path=ppt/ink/ink1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17:40.87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 98 1152 0 0,'-5'0'18508'0'0,"6"3"-18508"0"0,0 1 0 0 0,1-1 0 0 0,-1 0 0 0 0,1 0 0 0 0,0-1 0 0 0,0 1 0 0 0,0 0 0 0 0,0-1 0 0 0,0 1 0 0 0,1-1 0 0 0,-1 1 0 0 0,1-1 0 0 0,0 0 0 0 0,-1 0 0 0 0,7 3 0 0 0,1-2 0 0 0,1 1 0 0 0,0-1 0 0 0,0-1 0 0 0,0 0 0 0 0,0 0 0 0 0,18 0 0 0 0,72-7 0 0 0,-45 1 0 0 0,286-10-3700 0 0,171 0-6831 0 0,-383 8 7348 0 0,169-28 3389 0 0,-68 17 25 0 0,35-6-91 0 0,-220 17 476 0 0,12-2 1371 0 0,-22-2 2214 0 0,-22 3-536 0 0,-14 6-3552 0 0,0 1 0 0 0,1 0-1 0 0,-1 0 1 0 0,0 0 0 0 0,1-1 0 0 0,-1 1-1 0 0,0 0 1 0 0,0 0 0 0 0,1-1 0 0 0,-1 1-1 0 0,0 0 1 0 0,0-1 0 0 0,1 1 0 0 0,-1 0-1 0 0,0-1 1 0 0,0 1 0 0 0,0 0 0 0 0,0-1-1 0 0,0 1 1 0 0,0 0 0 0 0,1-1 0 0 0,-1 1-1 0 0,0 0 1 0 0,0-1 0 0 0,0 1 0 0 0,0-1-1 0 0,0 1 1 0 0,0 0 0 0 0,0-1 0 0 0,-1 1-1 0 0,1 0 1 0 0,0-1 0 0 0,0 1 0 0 0,0-1 56 0 0,-2 0-466 0 0,-8 6 2542 0 0,3 1-2193 0 0,0-1 0 0 0,0 1 1 0 0,1 0-1 0 0,-1 1 0 0 0,1 0 0 0 0,1 0 0 0 0,-8 11 0 0 0,5-4-52 0 0</inkml:trace>
</inkml:ink>
</file>

<file path=ppt/ink/ink1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17:42.28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17 348 1612 0 0,'-14'-17'20047'0'0,"12"13"-19149"0"0,27 5-3795 0 0,37 2 2892 0 0,111-10 0 0 0,-91 2-242 0 0,285-24-4655 0 0,-133 8 372 0 0,-42 11 880 0 0,-32 3-785 0 0,-54-3 4625 0 0,250-39 8 0 0,-202 27-84 0 0,-32 1 13 0 0,38-5-52 0 0,-23 12-60 0 0,85-10 20 0 0,-164 15-25 0 0,101-31 0 0 0,-134 32 1049 0 0,1-1 0 0 0,27-10 12825 0 0,-80 40-11729 0 0,-33 23-3339 0 0,34-29 1049 0 0</inkml:trace>
</inkml:ink>
</file>

<file path=ppt/ink/ink1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17:24.52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91 196 228 0 0,'-29'-27'4054'0'0,"-6"-7"5615"0"0,14 10-6159 0 0,20 23-3421 0 0,1 0 0 0 0,-1 0 0 0 0,1 1 0 0 0,-1-1 0 0 0,1 0 0 0 0,-1 0 0 0 0,1 0 0 0 0,-1 0 0 0 0,1 0 0 0 0,0 0 0 0 0,0 0 0 0 0,-1 0 0 0 0,1 0 0 0 0,0 0 0 0 0,0 0 0 0 0,0 0 0 0 0,0 0 0 0 0,0 0 0 0 0,0 0 0 0 0,0 0 0 0 0,1-2 0 0 0,0 2-56 0 0,0 0 0 0 0,-1 0 0 0 0,1-1 0 0 0,0 1 0 0 0,0 0 0 0 0,0 0 0 0 0,0 0 0 0 0,0 0 0 0 0,0 0 1 0 0,1 0-1 0 0,-1 0 0 0 0,0 0 0 0 0,2-1 0 0 0,5-2-145 0 0,1 1-1 0 0,-1-1 1 0 0,18-3 0 0 0,-18 5 232 0 0,49-13-2076 0 0,0 2 0 0 0,0 4 0 0 0,1 1 0 0 0,0 3 0 0 0,1 3 0 0 0,-1 2 0 0 0,93 13 1 0 0,76 33 1914 0 0,-5 17 346 0 0,13 3-7 0 0,-222-62-285 0 0,465 129 232 0 0,-380-100-196 0 0,-2 4 0 0 0,163 90-1 0 0,-169-74-6 0 0,-3 5 0 0 0,-2 3 0 0 0,137 129 0 0 0,-74-35 170 0 0,-7 6 0 0 0,126 189 0 0 0,470 824 568 0 0,-110 1-371 0 0,-496-923-360 0 0,96 141 158 0 0,40-30 136 0 0,-6-73-168 0 0,-174-205-154 0 0,116 89-1 0 0,-72-78-22 0 0,4-6 0 0 0,3-6 0 0 0,190 84 0 0 0,-299-155-248 0 0,56 16 1 0 0,-55-22-252 0 0</inkml:trace>
</inkml:ink>
</file>

<file path=ppt/ink/ink1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17:26.75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295 335 1280 0 0,'-11'-19'11167'0'0,"1"3"-5301"0"0,-7-3-3702 0 0,8 10-2436 0 0,-1 1-1 0 0,-20-13 1 0 0,-31-24 272 0 0,60 45 0 0 0,1 0 0 0 0,0 0 0 0 0,-1-1 1 0 0,1 1-1 0 0,0 0 0 0 0,0 0 0 0 0,-1-1 0 0 0,1 1 0 0 0,0 0 0 0 0,-1 0 0 0 0,1 0 0 0 0,-1 0 0 0 0,1 0 0 0 0,0-1 0 0 0,-1 1 1 0 0,1 0-1 0 0,0 0 0 0 0,-1 0 0 0 0,1 0 0 0 0,-1 0 0 0 0,1 0 0 0 0,0 0 0 0 0,-1 0 0 0 0,1 0 0 0 0,-1 1 0 0 0,1-1 1 0 0,0 0-1 0 0,-1 0 0 0 0,1 0 0 0 0,0 0 0 0 0,-1 0 0 0 0,1 1 0 0 0,0-1 0 0 0,-1 0 0 0 0,0 1-1 0 0,0 1 1 0 0,0-1-1 0 0,1 0 0 0 0,-1 0 0 0 0,0 0 1 0 0,1 0-1 0 0,-1 1 0 0 0,1-1 0 0 0,-1 0 1 0 0,1 2-1 0 0,-2 4-3 0 0,1 0 0 0 0,0 0 0 0 0,0 8 0 0 0,1-12 3 0 0,1 0 0 0 0,-1 0 0 0 0,1 0 0 0 0,-1 0-1 0 0,1 1 1 0 0,0-1 0 0 0,1 3 0 0 0,-2-6 2 0 0,1 1-1 0 0,-1-1 1 0 0,0 1 0 0 0,0-1-1 0 0,0 1 1 0 0,1-1-1 0 0,-1 1 1 0 0,0-1 0 0 0,1 0-1 0 0,-1 1 1 0 0,0-1-1 0 0,1 1 1 0 0,-1-1 0 0 0,0 0-1 0 0,1 1 1 0 0,-1-1-1 0 0,1 0 1 0 0,-1 0 0 0 0,1 1-1 0 0,-1-1 1 0 0,1 0-1 0 0,-1 0 1 0 0,1 0 0 0 0,-1 1-1 0 0,1-1 1 0 0,-1 0-1 0 0,1 0 1 0 0,-1 0 0 0 0,1 0-1 0 0,-1 0 1 0 0,1 0-1 0 0,-1 0 1 0 0,1 0 0 0 0,-1 0-1 0 0,1 0 1 0 0,-1 0-1 0 0,1-1 1 0 0,-1 1 0 0 0,1 0-1 0 0,-1 0 1 0 0,1 0-1 0 0,-1-1 1 0 0,1 1 0 0 0,-1 0-1 0 0,0-1 1 0 0,1 1-1 0 0,-1 0 1 0 0,1-1 0 0 0,0 0-1 0 0,2-1-1 0 0,0-1 0 0 0,0 0 0 0 0,0 0 0 0 0,0 0 1 0 0,-1-1-1 0 0,1 1 0 0 0,-1 0 0 0 0,0-1 0 0 0,0 0 0 0 0,3-6 0 0 0,-5 8 2 0 0,1-1-1 0 0,0 1 1 0 0,-1-1-1 0 0,0 0 1 0 0,0 1-1 0 0,0-1 1 0 0,0 0-1 0 0,0 1 1 0 0,0-1-1 0 0,-1 1 1 0 0,1-1-1 0 0,-1 0 1 0 0,0 1 0 0 0,0-1-1 0 0,0 1 1 0 0,0-1-1 0 0,0 1 1 0 0,-2-3-1 0 0,-4-7-297 0 0,-21-34-1660 0 0,25 43 1335 0 0,1 0 1 0 0,-1 0 0 0 0,0 0 0 0 0,0 0 0 0 0,0 0 0 0 0,0 0 0 0 0,0 1 0 0 0,-1-1 0 0 0,1 1 0 0 0,-5-2-1 0 0,5 3 1 0 0,1 0 0 0 0,0 1 0 0 0,-1 0 0 0 0,1-1-1 0 0,-1 1 1 0 0,1 0 0 0 0,-1 0 0 0 0,0 0 0 0 0,-3 1-1 0 0,-26 6-1422 0 0,14-2 2565 0 0,17-4-473 0 0,0-1-1 0 0,0 1 1 0 0,0-1-1 0 0,0 1 0 0 0,0 0 1 0 0,1-1-1 0 0,-1 1 1 0 0,0 0-1 0 0,0 0 1 0 0,1-1-1 0 0,-1 1 0 0 0,1 0 1 0 0,-1 0-1 0 0,1 0 1 0 0,-1 0-1 0 0,1 0 0 0 0,-1 0 1 0 0,1 0-1 0 0,0 0 1 0 0,0 0-1 0 0,-1 0 1 0 0,1 2-1 0 0,-3 28-565 0 0,3-27 495 0 0,-1 16-161 0 0,-1 61 49 0 0,2-70 142 0 0,1 0-1 0 0,0 0 1 0 0,1 0-1 0 0,1 0 0 0 0,3 12 1 0 0,-6-22 26 0 0,1 0 1 0 0,-1 0 0 0 0,0 0 0 0 0,1 0-1 0 0,-1 0 1 0 0,1 0 0 0 0,-1 0 0 0 0,1 0-1 0 0,-1 0 1 0 0,1 0 0 0 0,0 0 0 0 0,-1-1-1 0 0,1 1 1 0 0,0 0 0 0 0,0 0 0 0 0,1 0-1 0 0,-2-1-35 0 0,1 0 0 0 0,-1 0 0 0 0,1 0 0 0 0,-1 0 0 0 0,0 0-1 0 0,1 0 1 0 0,-1 0 0 0 0,1 0 0 0 0,-1 0 0 0 0,0-1-1 0 0,1 1 1 0 0,-1 0 0 0 0,0 0 0 0 0,1 0 0 0 0,-1-1-1 0 0,0 1 1 0 0,1 0 0 0 0,-1-1 0 0 0,0 1 0 0 0,1 0-1 0 0,-1 0 1 0 0,0-1 0 0 0,0 1 0 0 0,0-1 0 0 0,1 1 0 0 0,-1 0-1 0 0,0-1 1 0 0,0 1 0 0 0,3-8-37 0 0,0 1 0 0 0,0-1 1 0 0,1-9-1 0 0,-2 9 331 0 0,7-23-376 0 0,-2-1 0 0 0,-2 0 0 0 0,0-1 0 0 0,-2 1 0 0 0,-2-1 0 0 0,-3-40-1 0 0,2 69 91 0 0,0 1 4 0 0,0 0-1 0 0,-1 0 1 0 0,1 0-1 0 0,-1 0 1 0 0,1 0-1 0 0,-1 0 1 0 0,0 0 0 0 0,0 0-1 0 0,-3-4 1 0 0,6 41 104 0 0,-2-1 61 0 0,-6 50 0 0 0,2-50-407 0 0,2 51 0 0 0,2-82 279 0 0,0 0 0 0 0,1 0 0 0 0,-1 1 0 0 0,0-1 0 0 0,1 0 1 0 0,0 0-1 0 0,-1 0 0 0 0,1 0 0 0 0,0 0 0 0 0,0 0 0 0 0,0 0 0 0 0,0 0 0 0 0,3 3 1 0 0,-3-5 43 0 0,-1 1 1 0 0,0-1 0 0 0,1 0 0 0 0,-1 1 0 0 0,1-1 0 0 0,-1 0-1 0 0,1 0 1 0 0,-1 1 0 0 0,1-1 0 0 0,-1 0 0 0 0,1 0 0 0 0,-1 0 0 0 0,1 1-1 0 0,-1-1 1 0 0,1 0 0 0 0,-1 0 0 0 0,1 0 0 0 0,-1 0 0 0 0,1 0-1 0 0,-1 0 1 0 0,1 0 0 0 0,0-1 0 0 0,0 1 94 0 0,1-1 1 0 0,-1 1-1 0 0,0-1 0 0 0,0 0 0 0 0,0 1 1 0 0,0-1-1 0 0,0 0 0 0 0,0 0 0 0 0,0 0 1 0 0,-1 0-1 0 0,1 0 0 0 0,0 0 0 0 0,1-2 1 0 0,2-4 741 0 0,0 0-1 0 0,0-1 1 0 0,-1 0 0 0 0,0 0 0 0 0,0 0 0 0 0,-1 0 0 0 0,0 0 0 0 0,-1 0-1 0 0,1-1 1 0 0,-1-15 0 0 0,-1 15-724 0 0,0-1 1 0 0,-1 1-1 0 0,-1 0 0 0 0,-1-9 0 0 0,1 11-661 0 0,0 0 0 0 0,-1 1 0 0 0,0-1 0 0 0,0 1 0 0 0,-6-10 0 0 0,9 15 325 0 0,-1 0 0 0 0,1-1 1 0 0,-1 1-1 0 0,0 0 0 0 0,0 0 0 0 0,0 0 1 0 0,1 0-1 0 0,-1 0 0 0 0,0 1 0 0 0,0-1 0 0 0,0 0 1 0 0,0 0-1 0 0,0 1 0 0 0,-1-1 0 0 0,1 0 1 0 0,0 1-1 0 0,0-1 0 0 0,0 1 0 0 0,0-1 1 0 0,-1 1-1 0 0,1 0 0 0 0,-2-1 0 0 0,2 2 301 0 0,0-1 0 0 0,0 1 0 0 0,0-1 1 0 0,0 1-1 0 0,0 0 0 0 0,0-1 0 0 0,0 1 0 0 0,0 0 0 0 0,0 0 0 0 0,0 0 0 0 0,0-1 0 0 0,0 1 0 0 0,0 0 0 0 0,0 0 0 0 0,1 0 0 0 0,-1 0 0 0 0,0 1 0 0 0,1-1 0 0 0,-1 0 0 0 0,1 0 0 0 0,0 0 0 0 0,-1 2 0 0 0,-6 13 377 0 0,2 1 1 0 0,-5 18-1 0 0,9-30-892 0 0,0 1 0 0 0,0-1 0 0 0,1 1 0 0 0,0-1 0 0 0,-1 1 0 0 0,2-1 0 0 0,-1 0 0 0 0,1 1 0 0 0,0-1 0 0 0,2 10 0 0 0,-2-14-12 0 0,-1 0 0 0 0,1 1 0 0 0,-1-1 0 0 0,1-1 0 0 0,-1 1 0 0 0,1 0 0 0 0,0 0 0 0 0,0 0 0 0 0,-1 0 0 0 0,1 0 0 0 0,0-1 0 0 0,0 1 0 0 0,0 0-1 0 0,2 0 1 0 0,-1 0 70 0 0,0 0-1 0 0,0 0 1 0 0,0-1-1 0 0,0 1 0 0 0,1-1 1 0 0,-1 1-1 0 0,0-1 0 0 0,1 0 1 0 0,-1 0-1 0 0,3 0 1 0 0,11-2-1682 0 0</inkml:trace>
</inkml:ink>
</file>

<file path=ppt/ink/ink1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17:28.33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1 125 1612 0 0,'21'-24'18048'0'0,"-21"24"-18048"0"0,0 0 0 0 0,0 0 0 0 0,0 0 0 0 0,1 0 0 0 0,-1 0 0 0 0,0 0 0 0 0,0 0 0 0 0,0 0 0 0 0,0 0 0 0 0,0 0 0 0 0,1 0 0 0 0,-1 0 0 0 0,0 0 0 0 0,0 0 0 0 0,0 0 0 0 0,0 0 0 0 0,0 0 0 0 0,1 0 0 0 0,-1 0 0 0 0,0 0 0 0 0,0 0 0 0 0,0 0 0 0 0,0 0 0 0 0,0 0 0 0 0,0 0 0 0 0,1 0 0 0 0,-1 1 0 0 0,0-1 0 0 0,0 0 0 0 0,0 0 0 0 0,0 0 0 0 0,0 0 0 0 0,0 0 0 0 0,0 0 0 0 0,0 0 0 0 0,1 1 0 0 0,-1-1 0 0 0,0 0 0 0 0,0 0 0 0 0,0 0 0 0 0,0 0 0 0 0,0 0 0 0 0,0 0 0 0 0,0 1 0 0 0,0-1 0 0 0,0 0 0 0 0,0 0 0 0 0,0 0 0 0 0,0 0 0 0 0,0 0 0 0 0,0 1 0 0 0,0-1 0 0 0,0 0 0 0 0,0 0 0 0 0,0 0 0 0 0,0 0 0 0 0,0 0 0 0 0,0 1 0 0 0,0-1 0 0 0,0 0 0 0 0,-1 0 0 0 0,-1 7 0 0 0,5-9 0 0 0,0-1 0 0 0,-1 1 0 0 0,1-1 0 0 0,-1 1 0 0 0,1-1 0 0 0,-1 0 0 0 0,0 0 0 0 0,0 0 0 0 0,2-5 0 0 0,-3 6 0 0 0,0 1 0 0 0,-1-1 0 0 0,1 1 0 0 0,-1-1 0 0 0,1 1 0 0 0,-1-1 0 0 0,0 0 0 0 0,0 1 0 0 0,1-1 0 0 0,-1 0 0 0 0,0 1 0 0 0,0-1 0 0 0,-1 0 0 0 0,1 1 0 0 0,0-1 0 0 0,-1 0 0 0 0,1 1 0 0 0,-1-1 0 0 0,1 1 0 0 0,-1-1 0 0 0,0 1 0 0 0,1-1 0 0 0,-1 1 0 0 0,0-1 0 0 0,0 1 0 0 0,0 0 0 0 0,-2-3 0 0 0,3 4 0 0 0,0 0 0 0 0,0 0 0 0 0,0 0 0 0 0,0 0 0 0 0,-1 0 0 0 0,1-1 0 0 0,0 1 0 0 0,0 0 0 0 0,0 0 0 0 0,0 0 0 0 0,0 0 0 0 0,0 0 0 0 0,-1 0 0 0 0,1 0 0 0 0,0-1 0 0 0,0 1 0 0 0,0 0 0 0 0,0 0 0 0 0,-1 0 0 0 0,1 0 0 0 0,0 0 0 0 0,0 0 0 0 0,0 0 0 0 0,0 0 0 0 0,-1 0 0 0 0,1 0 0 0 0,0 0 0 0 0,0 0 0 0 0,0 0 0 0 0,0 0 0 0 0,-1 0 0 0 0,1 0 0 0 0,0 0 0 0 0,0 0 0 0 0,0 0 0 0 0,0 0 0 0 0,-1 0 0 0 0,1 1 0 0 0,0-1 0 0 0,0 0 0 0 0,0 0 0 0 0,0 0 0 0 0,0 0 0 0 0,-1 0 0 0 0,1 0 0 0 0,0 1 0 0 0,-3 10 0 0 0,4 19 0 0 0,-1-27 0 0 0,1 12 0 0 0,1 0 0 0 0,0 0 0 0 0,1 0 0 0 0,8 21 0 0 0,-9-28 0 0 0,1-1 0 0 0,0 1 0 0 0,1-1 0 0 0,0-1 0 0 0,0 1 0 0 0,0 0 0 0 0,1-1 0 0 0,0 0 0 0 0,0 0 0 0 0,9 8 0 0 0,-14-14 0 0 0,1 1 0 0 0,0 0 0 0 0,0-1 0 0 0,-1 1 0 0 0,1 0 0 0 0,0-1 0 0 0,0 1 0 0 0,0-1 0 0 0,0 1 0 0 0,-1-1 0 0 0,1 0 0 0 0,0 1 0 0 0,0-1 0 0 0,0 0 0 0 0,0 0 0 0 0,0 0 0 0 0,0 0 0 0 0,0 0 0 0 0,0 0 0 0 0,0 0 0 0 0,0 0 0 0 0,0 0 0 0 0,0 0 0 0 0,0 0 0 0 0,2-1 0 0 0,-3 0 0 0 0,1 0 0 0 0,0 1 0 0 0,0-1 0 0 0,0 0 0 0 0,-1 0 0 0 0,1 0 0 0 0,0 0 0 0 0,-1 0 0 0 0,1 0 0 0 0,-1 0 0 0 0,1 0 0 0 0,-1 0 0 0 0,0 0 0 0 0,1 0 0 0 0,-1 0 0 0 0,0-1 0 0 0,0 1 0 0 0,0 0 0 0 0,0 0 0 0 0,0 0 0 0 0,0-2 0 0 0,0-10 2 0 0,-2 1 0 0 0,1-1 0 0 0,-2 1 0 0 0,-3-15-1 0 0,-20-49-1204 0 0,21 62 565 0 0,0-1 74 0 0,2 6-844 0 0,0 0-1 0 0,-1 0 0 0 0,-8-14 1 0 0,11 23 1314 0 0,1 0 0 0 0,0 0 1 0 0,0 1-1 0 0,-1 0-468 0 0,1-1 469 0 0,-1 0-1 0 0,1 1 1 0 0,0-1-1 0 0,0 0 0 0 0,0 0 1 0 0,0 1-1 0 0,0-1 0 0 0,0 0 1 0 0,0 1-1 0 0,0-1 1 0 0,0 0-1 0 0,0 0 0 0 0,0 1 1 0 0,0-1-1 0 0,0 0 1 0 0,0 1-1 0 0,0-1 0 0 0,0 0 1 0 0,0 0-1 0 0,0 1 1 0 0,0-1-1 0 0,0 14-2645 0 0,0 5 3176 0 0,1 49-220 0 0,0-61-145 0 0,0 0 0 0 0,0 0-1 0 0,0 0 1 0 0,1 0 0 0 0,0 0 0 0 0,6 12 0 0 0,-7-17-33 0 0,-1-1 0 0 0,1 0 0 0 0,-1 0 0 0 0,1 0 0 0 0,0 0 0 0 0,-1 0 0 0 0,1 0 0 0 0,0 0 0 0 0,0 0 0 0 0,-1 0 0 0 0,1-1 0 0 0,0 1 0 0 0,0 0 0 0 0,0 0 0 0 0,0-1 0 0 0,0 1 0 0 0,0-1 0 0 0,0 1 0 0 0,1-1 0 0 0,-1 1 0 0 0,0-1 0 0 0,0 1 0 0 0,0-1 0 0 0,0 0 0 0 0,1 0 0 0 0,-1 0 0 0 0,0 0 0 0 0,0 0 0 0 0,0 0 0 0 0,1 0 0 0 0,-1 0 0 0 0,0 0 0 0 0,0 0 0 0 0,0-1 0 0 0,0 1 0 0 0,1-1 0 0 0,-1 1 0 0 0,0 0 0 0 0,0-1 0 0 0,0 0 0 0 0,0 1 0 0 0,0-1 0 0 0,0 0 0 0 0,0 1 0 0 0,1-2 0 0 0,2-2 590 0 0,0 0 0 0 0,0 0 0 0 0,0 0 0 0 0,-1-1 0 0 0,1 1 0 0 0,-1-1 0 0 0,0 1 0 0 0,4-10 0 0 0,-4 6 72 0 0,-1 0 1 0 0,1 0 0 0 0,-1 0-1 0 0,-1 0 1 0 0,0 0-1 0 0,1-11 1 0 0,-2 14-683 0 0,0 0-1 0 0,0 1 1 0 0,0-1-1 0 0,-1 0 1 0 0,0 0 0 0 0,0 1-1 0 0,0-1 1 0 0,-1 1 0 0 0,1-1-1 0 0,-1 1 1 0 0,0-1 0 0 0,-4-5-1 0 0,6 10-18 0 0,0-1 0 0 0,0 1 0 0 0,0 0 0 0 0,-1-1 0 0 0,1 1 0 0 0,0 0 0 0 0,0-1 0 0 0,0 1 1 0 0,0 0-1 0 0,-1 0 0 0 0,1-1 0 0 0,0 1 0 0 0,0 0 0 0 0,-1 0 0 0 0,1-1 0 0 0,0 1 0 0 0,-1 0 0 0 0,1 0 0 0 0,0 0 0 0 0,0 0 0 0 0,-1-1 0 0 0,1 1 0 0 0,0 0 0 0 0,-1 0 0 0 0,1 0 0 0 0,0 0 0 0 0,-1 0 0 0 0,1 0 0 0 0,0 0 0 0 0,-1 0 0 0 0,1 0 0 0 0,0 0 0 0 0,-1 0 0 0 0,1 0 0 0 0,0 0 0 0 0,-1 0 0 0 0,1 0 1 0 0,0 0-1 0 0,-1 0 0 0 0,1 1 0 0 0,0-1 0 0 0,-1 0 0 0 0,1 0 0 0 0,0 0 0 0 0,-1 0 0 0 0,1 1 0 0 0,0-1 0 0 0,0 0 0 0 0,-1 0 0 0 0,1 1 0 0 0,0-1 0 0 0,0 0 0 0 0,0 0 0 0 0,-1 1 0 0 0,1-1 0 0 0,0 0 0 0 0,0 1 0 0 0,0-1 0 0 0,0 0 0 0 0,0 1 0 0 0,0-1 0 0 0,0 0 0 0 0,-1 1 0 0 0,1 0 0 0 0,-5 23-29 0 0,4-5-106 0 0</inkml:trace>
</inkml:ink>
</file>

<file path=ppt/ink/ink1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17:29.57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176 151 1840 0 0,'-13'2'2055'0'0,"-6"-2"5755"0"0,-5 0 666 0 0,9 3-8997 0 0,14-2 522 0 0,0-1 0 0 0,1 1-1 0 0,-1 0 1 0 0,0 0-1 0 0,0 0 1 0 0,0-1 0 0 0,0 1-1 0 0,1 0 1 0 0,-1 0 0 0 0,0 0-1 0 0,1 0 1 0 0,-1 0 0 0 0,1 1-1 0 0,-1-1 1 0 0,1 0 0 0 0,-1 0-1 0 0,1 0 1 0 0,0 0 0 0 0,-1 2-1 0 0,-2 28-185 0 0,2-18-288 0 0,-10 54-1622 0 0,6-41-460 0 0,1 0-1 0 0,-1 34 1 0 0,5-58 2354 0 0,0 0-1 0 0,0 0 1 0 0,0 0 0 0 0,0 0 0 0 0,1 0 0 0 0,-1 0 0 0 0,1-1 0 0 0,-1 1 0 0 0,1 0-1 0 0,-1 0 1 0 0,1 0 0 0 0,0 0 0 0 0,0-1 0 0 0,0 1 0 0 0,0 0 0 0 0,0-1-1 0 0,2 2 1 0 0,-2-2 211 0 0,0-1-1 0 0,0 1 0 0 0,0-1 1 0 0,0 1-1 0 0,0-1 0 0 0,0 0 1 0 0,0 1-1 0 0,0-1 0 0 0,0 0 1 0 0,0 0-1 0 0,1 0 0 0 0,-1 0 1 0 0,0 0-1 0 0,0 0 0 0 0,0 0 0 0 0,0 0 1 0 0,0 0-1 0 0,0-1 0 0 0,0 1 1 0 0,0 0-1 0 0,0-1 0 0 0,0 1 1 0 0,0-1-1 0 0,0 1 0 0 0,0-1 1 0 0,0 1-1 0 0,0-1 0 0 0,0 0 1 0 0,0 1-1 0 0,-1-1 0 0 0,1 0 1 0 0,0-1-1 0 0,10-7 69 0 0,-1-2 0 0 0,-1 1 0 0 0,0-1 0 0 0,-1-1 0 0 0,0 1 0 0 0,11-22 0 0 0,-7 8 69 0 0,0-1 0 0 0,10-38 0 0 0,-19 51-130 0 0,0 0 1 0 0,0 0 0 0 0,-1 0-1 0 0,-1 0 1 0 0,0-22 0 0 0,-1 30-5 0 0,-1-1 0 0 0,1 1 1 0 0,-1 0-1 0 0,0 0 1 0 0,0 0-1 0 0,-1 0 1 0 0,1 0-1 0 0,-1 0 0 0 0,0 0 1 0 0,-1 1-1 0 0,1-1 1 0 0,-1 1-1 0 0,0-1 0 0 0,0 1 1 0 0,0 0-1 0 0,-1 0 1 0 0,-4-4-1 0 0,8 7-3 0 0,-1 1-1 0 0,0-1 1 0 0,0 0 0 0 0,0 1 0 0 0,0-1-1 0 0,0 0 1 0 0,0 1 0 0 0,0 0 0 0 0,0-1-1 0 0,0 1 1 0 0,0-1 0 0 0,0 1-1 0 0,0 0 1 0 0,0 0 0 0 0,-1 0 0 0 0,1 0-1 0 0,0 0 1 0 0,0 0 0 0 0,0 0 0 0 0,0 0-1 0 0,0 0 1 0 0,-2 1 0 0 0,2-1 64 0 0,-1 1 0 0 0,0 0 0 0 0,1 0 0 0 0,-1 0 0 0 0,1 0 0 0 0,-1 0 0 0 0,1 1 0 0 0,-1-1-1 0 0,1 0 1 0 0,0 1 0 0 0,0-1 0 0 0,-2 2 0 0 0,-2 6 351 0 0,0 0 0 0 0,1 0 0 0 0,-7 19 0 0 0,9-23-417 0 0,-37 118-1937 0 0,34-104 1884 0 0,1 1-1 0 0,1 0 1 0 0,1 0-1 0 0,0 29 1 0 0,2-45 97 0 0,0 0 1 0 0,1 0-1 0 0,-1 0 1 0 0,1 0 0 0 0,0 0-1 0 0,0 0 1 0 0,1-1-1 0 0,-1 1 1 0 0,1 0 0 0 0,0-1-1 0 0,0 1 1 0 0,3 4-1 0 0,-4-6-57 0 0,1-1-1 0 0,-1 1 0 0 0,1-1 0 0 0,-1 0 0 0 0,1 0 1 0 0,-1 0-1 0 0,1 0 0 0 0,0 0 0 0 0,-1 0 0 0 0,1 0 1 0 0,0 0-1 0 0,0-1 0 0 0,0 1 0 0 0,0-1 0 0 0,-1 1 0 0 0,1-1 1 0 0,0 0-1 0 0,0 1 0 0 0,0-1 0 0 0,0 0 0 0 0,0-1 1 0 0,0 1-1 0 0,0 0 0 0 0,0 0 0 0 0,0-1 0 0 0,0 1 1 0 0,2-2-1 0 0,3-1 49 0 0,-1 0 1 0 0,1 0 0 0 0,-1-1 0 0 0,0 0-1 0 0,-1 0 1 0 0,1 0 0 0 0,0-1 0 0 0,-1 1-1 0 0,7-9 1 0 0,1-3 96 0 0,-1 0 0 0 0,11-18 1 0 0,-16 22 135 0 0,-1 0 1 0 0,0 0-1 0 0,0-1 1 0 0,-1 1 0 0 0,-1-1-1 0 0,0 0 1 0 0,3-25-1 0 0,-6 28 371 0 0,0 0-1 0 0,-1 0 1 0 0,0 0-1 0 0,0 0 1 0 0,-1 1-1 0 0,-1-1 1 0 0,1 0-1 0 0,-2 1 1 0 0,1-1-1 0 0,-1 1 1 0 0,-7-14-1 0 0,8 19-610 0 0,0 0-1 0 0,0 0 0 0 0,-1 0 0 0 0,0 0 0 0 0,0 1 0 0 0,0-1 0 0 0,0 1 0 0 0,-6-5 0 0 0,8 7-36 0 0,0 0 1 0 0,-1 0-1 0 0,1 0 0 0 0,-1 1 1 0 0,0-1-1 0 0,1 0 0 0 0,-1 1 1 0 0,0-1-1 0 0,1 1 1 0 0,-1-1-1 0 0,0 1 0 0 0,1 0 1 0 0,-1-1-1 0 0,0 1 0 0 0,0 0 1 0 0,0 0-1 0 0,1 1 0 0 0,-1-1 1 0 0,0 0-1 0 0,1 0 0 0 0,-1 1 1 0 0,0-1-1 0 0,0 1 1 0 0,1 0-1 0 0,-3 0 0 0 0,-3 4-20 0 0,1-1 0 0 0,-1 1 0 0 0,1 0 0 0 0,-1 1-1 0 0,1 0 1 0 0,1 0 0 0 0,-1 0 0 0 0,-6 11 0 0 0,-34 61-1022 0 0,39-66 847 0 0,0 2-346 0 0,-5 8-913 0 0,-10 24-1 0 0,19-39 917 0 0,1-1-1 0 0,0 1 1 0 0,0-1 0 0 0,1 1 0 0 0,0-1-1 0 0,0 1 1 0 0,1 0 0 0 0,-1 0 0 0 0,2 6-1 0 0,-1-11 536 0 0,0-1-1 0 0,0 1 0 0 0,0 0 0 0 0,1-1 0 0 0,-1 1 1 0 0,1-1-1 0 0,-1 1 0 0 0,1-1 0 0 0,-1 1 0 0 0,1-1 1 0 0,0 1-1 0 0,0-1 0 0 0,0 0 0 0 0,0 1 0 0 0,0-1 1 0 0,0 0-1 0 0,0 0 0 0 0,0 0 0 0 0,0 0 0 0 0,1 0 1 0 0,0 1-1 0 0,0-1 10 0 0,0 0-1 0 0,0-1 1 0 0,0 1 0 0 0,0-1 0 0 0,1 1 0 0 0,-1-1 0 0 0,0 0 0 0 0,0 0-1 0 0,0 0 1 0 0,0 0 0 0 0,0 0 0 0 0,0 0 0 0 0,5-2 0 0 0,0 0 223 0 0,1 0 1 0 0,-1-1 0 0 0,0 0 0 0 0,0-1 0 0 0,0 0-1 0 0,0 0 1 0 0,8-7 0 0 0,-8 5 415 0 0,0 0 0 0 0,-1 0 0 0 0,0 0 0 0 0,0-1 0 0 0,-1 0-1 0 0,0 0 1 0 0,0-1 0 0 0,5-12 0 0 0,-8 17-527 0 0,-1 0 0 0 0,1-1 0 0 0,-1 0 0 0 0,0 1-1 0 0,0-1 1 0 0,0 0 0 0 0,-1 1 0 0 0,1-1 0 0 0,-1 0-1 0 0,0 0 1 0 0,0 1 0 0 0,0-1 0 0 0,-1 0 0 0 0,1 0 0 0 0,-1 1-1 0 0,0-1 1 0 0,0 0 0 0 0,0 1 0 0 0,-1-1 0 0 0,1 1 0 0 0,-1-1-1 0 0,-3-4 1 0 0,4 6-117 0 0,0 0 0 0 0,-1 1 0 0 0,1-1 0 0 0,-1 1 0 0 0,1-1 0 0 0,-1 1 0 0 0,0-1 0 0 0,1 1 0 0 0,-1 0 0 0 0,0 0 0 0 0,0 0 0 0 0,0 0 0 0 0,0 0 0 0 0,0 0 0 0 0,0 1 0 0 0,0-1 0 0 0,0 1 0 0 0,0-1 0 0 0,0 1 0 0 0,-1 0 0 0 0,1 0 0 0 0,0 0 0 0 0,0 0 0 0 0,0 0 0 0 0,0 0 0 0 0,-1 1 0 0 0,1-1 0 0 0,0 1 0 0 0,0-1 0 0 0,-4 3 0 0 0,1-1 0 0 0,0 0 0 0 0,0 1 0 0 0,0 0 0 0 0,1 0 0 0 0,-1 1 0 0 0,0-1 0 0 0,1 1 0 0 0,0 0 0 0 0,0 0 0 0 0,-5 8 0 0 0,-9 14-274 0 0,-22 44 0 0 0,30-49-1325 0 0,-8 26 1 0 0,17-45 1359 0 0,0 0 0 0 0,1 0 0 0 0,-1 0 0 0 0,1 0 1 0 0,0 0-1 0 0,-1 0 0 0 0,1 0 0 0 0,0 0 0 0 0,0 1 1 0 0,0-1-1 0 0,1 0 0 0 0,-1 0 0 0 0,1 3 0 0 0,0-5 211 0 0,-1 1 0 0 0,1 0 0 0 0,-1 0 0 0 0,1-1 0 0 0,-1 1 0 0 0,1 0 0 0 0,-1-1 0 0 0,1 1-1 0 0,0-1 1 0 0,-1 1 0 0 0,1-1 0 0 0,0 1 0 0 0,-1-1 0 0 0,1 1 0 0 0,0-1 0 0 0,0 0 0 0 0,0 1 0 0 0,-1-1-1 0 0,1 0 1 0 0,0 0 0 0 0,0 0 0 0 0,0 0 0 0 0,0 1 0 0 0,-1-1 0 0 0,1 0 0 0 0,0 0 0 0 0,0-1 0 0 0,0 1 0 0 0,0 0-1 0 0,0 0 1 0 0,-1 0 0 0 0,1 0 0 0 0,0-1 0 0 0,1 0 0 0 0,9-3 660 0 0,-1 0 1 0 0,0-1-1 0 0,0 0 0 0 0,17-13 0 0 0,-7 5-1081 0 0,10-5-3238 0 0</inkml:trace>
</inkml:ink>
</file>

<file path=ppt/ink/ink1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17:48.48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 0 776 0 0,'5'141'11496'0'0,"-11"1"-8531"0"0,1-39-4866 0 0,14 884-10208 0 0,31-431 11600 0 0,20 338 664 0 0,-45-233-187 0 0,-15-661 32 0 0,3 814-12 0 0,-2-777 27 0 0,7 134-4 0 0,-4-127 2 0 0,17 78 1 0 0,22-43 15998 0 0,-44-83-15532 0 0,-1-2-94 0 0,0-1 1 0 0,0 0 0 0 0,1 0-1 0 0,0 0 1 0 0,0-8-1 0 0,1 14-388 0 0,0 0-1 0 0,0 0 0 0 0,0 0 1 0 0,0 0-1 0 0,0 0 0 0 0,1 0 1 0 0,-1 0-1 0 0,0 1 0 0 0,0-1 1 0 0,1 0-1 0 0,-1 0 1 0 0,1 0-1 0 0,-1 0 0 0 0,1 1 1 0 0,-1-1-1 0 0,1 0 0 0 0,-1 0 1 0 0,1 1-1 0 0,1-2 1 0 0,-1 2 3 0 0,0-1 0 0 0,0 1 0 0 0,0-1 0 0 0,1 1 0 0 0,-1 0 0 0 0,0 0 0 0 0,1-1 0 0 0,-1 1 0 0 0,0 0 0 0 0,0 0 0 0 0,1 0 0 0 0,-1 0 0 0 0,0 1 0 0 0,1-1 0 0 0,-1 0 0 0 0,0 0 0 0 0,0 1 0 0 0,2 0 0 0 0,8 2-1 0 0,24 7 0 0 0,-32-9 0 0 0,0-1 0 0 0,0 1 0 0 0,0-1 0 0 0,0 0 0 0 0,0 0 0 0 0,0 0 0 0 0,0 0 0 0 0,0 0 0 0 0,3-2 0 0 0,1 0 0 0 0</inkml:trace>
</inkml:ink>
</file>

<file path=ppt/ink/ink1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17:50.96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166 134 688 0 0,'-1'-13'3263'0'0,"0"0"0"0"0,0 1 0 0 0,-5-18 0 0 0,0 10-303 0 0,-9-24 0 0 0,15 44-2960 0 0,0-1 0 0 0,0 1 0 0 0,0 0 0 0 0,-1 0 0 0 0,1 0 0 0 0,0 0 0 0 0,0 0 0 0 0,0 0 0 0 0,0 0 0 0 0,0 0 0 0 0,-1-1 0 0 0,1 1 0 0 0,0 0 0 0 0,0 0 0 0 0,0 0 0 0 0,0 0 0 0 0,-1 0 0 0 0,1 0 0 0 0,0 0 0 0 0,0 0 0 0 0,0 0 0 0 0,0 0 0 0 0,-1 0 0 0 0,1 0 0 0 0,0 0 0 0 0,0 0 0 0 0,0 0 0 0 0,0 0 0 0 0,-1 0 0 0 0,1 0 0 0 0,0 0 0 0 0,0 1 0 0 0,0-1 0 0 0,0 0 0 0 0,-1 0 0 0 0,1 0 0 0 0,0 0 0 0 0,0 0 0 0 0,0 0 0 0 0,0 0 0 0 0,0 0 0 0 0,0 1 0 0 0,-1-1 0 0 0,1 0 0 0 0,0 0 0 0 0,0 0 0 0 0,0 0 0 0 0,0 1 0 0 0,0-1 0 0 0,0 0 0 0 0,0 0 0 0 0,0 0 0 0 0,0 0 0 0 0,0 1 0 0 0,-8 12 0 0 0,6-11 0 0 0,-10 17 19 0 0,-14 25-2541 0 0,-24 52 0 0 0,46-86 681 0 0,1-1 1 0 0,-5 17 0 0 0,7-24 1631 0 0,1 0 1 0 0,0-1 0 0 0,-1 1 0 0 0,1 0-1 0 0,0 0 1 0 0,0 0 0 0 0,0 0 0 0 0,0-1-1 0 0,0 1 1 0 0,0 0 0 0 0,1 0-1 0 0,-1 0 1 0 0,0-1 0 0 0,1 1 0 0 0,0 0-1 0 0,-1 0 1 0 0,1-1 0 0 0,0 1 0 0 0,0 0-1 0 0,0-1 1 0 0,0 1 0 0 0,2 1 0 0 0,-2-2 268 0 0,0 0 1 0 0,0-1-1 0 0,0 1 1 0 0,1-1-1 0 0,-1 0 1 0 0,0 1-1 0 0,0-1 1 0 0,0 0-1 0 0,1 0 1 0 0,-1 1-1 0 0,0-1 1 0 0,0 0-1 0 0,1 0 1 0 0,-1-1-1 0 0,0 1 1 0 0,0 0 0 0 0,0 0-1 0 0,1 0 1 0 0,-1-1-1 0 0,2 0 1 0 0,25-11 1526 0 0,-23 9-1533 0 0,9-5 50 0 0,0 0 0 0 0,-1 0 1 0 0,0-1-1 0 0,17-16 0 0 0,-24 19-90 0 0,0 0 1 0 0,0 0-1 0 0,0-1 0 0 0,-1 0 0 0 0,0 0 0 0 0,0 0 0 0 0,-1-1 1 0 0,0 0-1 0 0,5-13 0 0 0,-8 19-76 0 0,-1 1 1 0 0,1-1 0 0 0,-1 1-1 0 0,1-1 1 0 0,-1 0-1 0 0,0 0 1 0 0,0 1 0 0 0,0-1-1 0 0,0 0 1 0 0,0 1-1 0 0,0-1 1 0 0,0 0 0 0 0,-1 1-1 0 0,1-1 1 0 0,-1 0-1 0 0,0-2 1 0 0,0 2 54 0 0,0 1 0 0 0,0 0 1 0 0,0 0-1 0 0,0 0 0 0 0,0 0 0 0 0,0 0 0 0 0,0 0 1 0 0,0 1-1 0 0,0-1 0 0 0,0 0 0 0 0,-1 0 1 0 0,1 1-1 0 0,0-1 0 0 0,0 1 0 0 0,-1-1 0 0 0,-1 0 1 0 0,-2 0 30 0 0,0 1 0 0 0,-1-1 0 0 0,1 1 0 0 0,0 0 0 0 0,0 1 0 0 0,-1-1 0 0 0,1 1 0 0 0,0 0 0 0 0,-9 3 0 0 0,2 0-29 0 0,0 0 0 0 0,0 1 0 0 0,1 1 0 0 0,0 0 0 0 0,-20 15 0 0 0,26-18 7 0 0,1 0-1 0 0,0 1 0 0 0,0 0 0 0 0,0 0 0 0 0,0 0 1 0 0,0 1-1 0 0,1-1 0 0 0,0 1 0 0 0,0 0 0 0 0,0 0 1 0 0,1 0-1 0 0,0 0 0 0 0,0 0 0 0 0,0 0 0 0 0,-2 11 1 0 0,4-15-11 0 0,-1 1 0 0 0,1 0 0 0 0,0-1 0 0 0,0 1 0 0 0,0 0 0 0 0,0-1 0 0 0,1 1 0 0 0,-1-1 0 0 0,0 1 0 0 0,1 0 0 0 0,-1-1 0 0 0,1 1 0 0 0,-1-1 0 0 0,1 1 0 0 0,0-1 0 0 0,0 1 0 0 0,0-1 0 0 0,0 0 0 0 0,1 2 0 0 0,0-1 49 0 0,-1-1 0 0 0,2 1 0 0 0,-1-1 0 0 0,0 1 0 0 0,0-1 0 0 0,0 0 0 0 0,1 0 0 0 0,-1 0 0 0 0,0 0 0 0 0,1 0 0 0 0,2 0 0 0 0,5 1 312 0 0,0-1 0 0 0,1 0 1 0 0,-1 0-1 0 0,19-2 0 0 0,0-2-597 0 0,47-10 0 0 0,-62 10 160 0 0,0-1 0 0 0,-1 0 0 0 0,1-1 0 0 0,-1-1 0 0 0,17-10 0 0 0,-27 15 99 0 0,-1-1 0 0 0,0 1 0 0 0,0-1 0 0 0,0 0 0 0 0,0 1 0 0 0,0-1-1 0 0,0 0 1 0 0,0 0 0 0 0,-1 0 0 0 0,1-1 0 0 0,-1 1 0 0 0,1 0-1 0 0,-1-1 1 0 0,2-4 0 0 0,-3 6-34 0 0,0-1 1 0 0,0 1-1 0 0,1-1 0 0 0,-2 1 0 0 0,1-1 1 0 0,0 1-1 0 0,0 0 0 0 0,0-1 0 0 0,-1 1 1 0 0,1-1-1 0 0,0 1 0 0 0,-1 0 0 0 0,1-1 1 0 0,-1 1-1 0 0,0 0 0 0 0,0-1 1 0 0,1 1-1 0 0,-1 0 0 0 0,0 0 0 0 0,0 0 1 0 0,0 0-1 0 0,0 0 0 0 0,0 0 0 0 0,0 0 1 0 0,0 0-1 0 0,-1 0 0 0 0,1 0 0 0 0,-2 0 1 0 0,-5-3 60 0 0,1 1 1 0 0,0-1-1 0 0,-1 2 1 0 0,1-1-1 0 0,-1 1 1 0 0,0 1-1 0 0,0-1 1 0 0,0 1-1 0 0,1 1 1 0 0,-1-1-1 0 0,0 1 1 0 0,-14 2-1 0 0,5 0-88 0 0,1 1 0 0 0,-1 1-1 0 0,1 0 1 0 0,-32 13 0 0 0,40-14 8 0 0,0 1 0 0 0,0 1 0 0 0,0-1 0 0 0,0 1 0 0 0,1 0 0 0 0,-8 7 0 0 0,14-11 41 0 0,0 0-1 0 0,0 0 1 0 0,0 0-1 0 0,0 1 1 0 0,0-1-1 0 0,0 0 1 0 0,0 0-1 0 0,0 1 1 0 0,1-1-1 0 0,-1 0 1 0 0,0 1-1 0 0,1-1 1 0 0,-1 0-1 0 0,1 1 1 0 0,-1-1-1 0 0,1 1 1 0 0,0-1-1 0 0,-1 1 1 0 0,1-1 0 0 0,0 1-1 0 0,0-1 1 0 0,0 1-1 0 0,1-1 1 0 0,-1 1-1 0 0,0-1 1 0 0,0 1-1 0 0,1-1 1 0 0,-1 1-1 0 0,1-1 1 0 0,-1 1-1 0 0,1-1 1 0 0,0 0-1 0 0,-1 1 1 0 0,1-1-1 0 0,0 0 1 0 0,0 0-1 0 0,0 1 1 0 0,0-1-1 0 0,0 0 1 0 0,0 0-1 0 0,1 0 1 0 0,-1 0-1 0 0,2 1 1 0 0,15 10-520 0 0,4 2-2068 0 0</inkml:trace>
</inkml:ink>
</file>

<file path=ppt/ink/ink1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17:52.70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2 253 1612 0 0,'-1'-12'18010'0'0,"8"9"-18150"0"0,94-9 318 0 0,127-23-783 0 0,-9 2-2180 0 0,431-53-8902 0 0,-560 77 11864 0 0,78-5-103 0 0,6 0-80 0 0,-136 0 14400 0 0,-135 0-13956 0 0,94 13-438 0 0,-35-4 0 0 0,36 5-11 0 0,1 3-46 0 0</inkml:trace>
</inkml:ink>
</file>

<file path=ppt/ink/ink1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17:52.85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40 20 1604 0 0,'-5'-12'3424'0'0,"2"6"-3336"0"0,-19 4 9308 0 0,13 5-9396 0 0</inkml:trace>
</inkml:ink>
</file>

<file path=ppt/ink/ink1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17:53.10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434 4 688 0 0,'18'1'3685'0'0,"0"0"0"0"0,0-1 0 0 0,18-2 1 0 0,3 0-2877 0 0,22 1-1361 0 0,118 0-2362 0 0,-148 3 806 0 0,0 1 0 0 0,-1 1 0 0 0,53 15-1 0 0,-78-18 1953 0 0,-1 1 0 0 0,0-1 0 0 0,1 1 0 0 0,-1 0-1 0 0,0 1 1 0 0,0-1 0 0 0,0 1 0 0 0,4 3 0 0 0,-7-5 193 0 0,0 0 0 0 0,-1-1 0 0 0,1 1-1 0 0,0 0 1 0 0,-1 0 0 0 0,1 0 0 0 0,-1 0 0 0 0,1-1 0 0 0,-1 1 0 0 0,0 0 0 0 0,1 0 0 0 0,-1 0 0 0 0,0 0 0 0 0,0 0 0 0 0,1 0 0 0 0,-1 0 0 0 0,0 0 0 0 0,0 1 0 0 0,-1-1 54 0 0,1 1-1 0 0,0-1 1 0 0,-1 1 0 0 0,1-1 0 0 0,-1 0 0 0 0,0 1 0 0 0,1-1 0 0 0,-1 0 0 0 0,0 0-1 0 0,0 0 1 0 0,0 1 0 0 0,0-1 0 0 0,0 0 0 0 0,0 0 0 0 0,0 0 0 0 0,-1 0-1 0 0,-17 15 1801 0 0,-32 18-1 0 0,-26 6-1438 0 0,-86 26-3658 0 0,112-47 2529 0 0,-256 79-2564 0 0,85-30 2565 0 0,159-47 596 0 0,2-3 71 0 0</inkml:trace>
</inkml:ink>
</file>

<file path=ppt/ink/ink1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17:53.47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340 37 1612 0 0,'-3'-3'906'0'0,"-21"-20"1460"0"0,22 22-2028 0 0,1 0-1 0 0,-1 0 0 0 0,0 0 1 0 0,1 0-1 0 0,-1 0 0 0 0,0 0 1 0 0,0 0-1 0 0,0 1 0 0 0,0-1 1 0 0,0 1-1 0 0,1-1 0 0 0,-1 1 1 0 0,0 0-1 0 0,-4 0 1 0 0,-14 2 2863 0 0,-32 8 0 0 0,35-5-2234 0 0,0 0 0 0 0,-21 11 0 0 0,28-12-935 0 0,1 1 0 0 0,0 0-1 0 0,0 1 1 0 0,0-1 0 0 0,1 2-1 0 0,-1-1 1 0 0,2 1 0 0 0,-1 1-1 0 0,1-1 1 0 0,0 1 0 0 0,1 1 0 0 0,-7 10-1 0 0,9-12-31 0 0,0 1 0 0 0,0 0 0 0 0,1 0 0 0 0,0 1 0 0 0,1-1 0 0 0,0 0 0 0 0,0 1 0 0 0,1 0 0 0 0,0 16 0 0 0,1-21 0 0 0,0-1 0 0 0,0 1 0 0 0,0 0 0 0 0,1 0 0 0 0,0-1 0 0 0,0 1 0 0 0,0-1 0 0 0,0 1 0 0 0,0-1 0 0 0,1 1 0 0 0,0-1 0 0 0,-1 0 0 0 0,1 1 0 0 0,1-1 0 0 0,-1 0 0 0 0,0 0 0 0 0,1-1 0 0 0,-1 1 0 0 0,1 0 0 0 0,0-1 0 0 0,0 0 0 0 0,0 0 0 0 0,0 0 0 0 0,0 0 0 0 0,5 2 0 0 0,0-1 6 0 0,1 0-1 0 0,-1-1 1 0 0,1 0-1 0 0,0 0 1 0 0,-1-1 0 0 0,1 0-1 0 0,12-1 1 0 0,62-6-508 0 0,-79 5 422 0 0,52-7-960 0 0,36-3-1938 0 0,-79 10 1823 0 0,0 0 1 0 0,0 2-1 0 0,1 0 0 0 0,21 4 0 0 0,-17 1-2537 0 0,-4 4 1203 0 0</inkml:trace>
</inkml:ink>
</file>

<file path=ppt/ink/ink1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17:54.14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12 105 1612 0 0,'-11'-11'17003'0'0,"15"9"-17774"0"0,30-4 1337 0 0,0 1 0 0 0,36-1 0 0 0,-27 3-448 0 0,256-33-3961 0 0,-103 10-1650 0 0,-152 21 3750 0 0,-1 2 0 0 0,1 1 0 0 0,58 7 0 0 0,-78-1 303 0 0</inkml:trace>
</inkml:ink>
</file>

<file path=ppt/ink/ink1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17:54.43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0 159 2072 0 0,'4'-13'519'0'0,"-2"7"103"0"0,-1 1 0 0 0,1 0-1 0 0,0-1 1 0 0,1 1 0 0 0,-1 0-1 0 0,1 0 1 0 0,0 0 0 0 0,0 0-1 0 0,1 1 1 0 0,-1-1-1 0 0,7-5 1 0 0,9-5 2612 0 0,22-12-1 0 0,-30 21-2542 0 0,1 0 0 0 0,-1 0-1 0 0,21-5 1 0 0,-25 9-671 0 0,0 0 0 0 0,-1 0 0 0 0,1 1 0 0 0,0 0 0 0 0,0 1 0 0 0,0 0 0 0 0,0 0 0 0 0,0 0-1 0 0,0 1 1 0 0,0 0 0 0 0,0 0 0 0 0,-1 0 0 0 0,1 1 0 0 0,0 0 0 0 0,-1 1 0 0 0,1 0 0 0 0,-1 0 0 0 0,12 7 0 0 0,-6-1-20 0 0,-1 0 0 0 0,0 0 0 0 0,0 1 0 0 0,-1 1 0 0 0,0 0 0 0 0,-1 0 0 0 0,0 1 0 0 0,8 14 0 0 0,-11-15 0 0 0,0 0 0 0 0,-1 0 0 0 0,0 0 0 0 0,-1 1 0 0 0,0 0 0 0 0,0 0 0 0 0,-2 0 0 0 0,0 0 0 0 0,0 0 0 0 0,0 13 0 0 0,-2-19 1 0 0,-1 0 0 0 0,1 0 0 0 0,-1-1 0 0 0,0 1 0 0 0,-1 0 1 0 0,1 0-1 0 0,-1-1 0 0 0,0 0 0 0 0,-1 1 0 0 0,1-1 0 0 0,-7 9 0 0 0,4-6-59 0 0,-2-1 1 0 0,1 1-1 0 0,-1-1 1 0 0,0-1-1 0 0,0 1 1 0 0,-11 6-1 0 0,-1 1-1669 0 0</inkml:trace>
</inkml:ink>
</file>

<file path=ppt/ink/ink1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17:54.73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499 1 228 0 0,'-33'-1'2703'0'0,"0"1"1"0"0,0 2-1 0 0,-38 7 1 0 0,-37 14-3539 0 0,93-18 372 0 0,0 0 0 0 0,0 1 0 0 0,0 0 0 0 0,1 1 0 0 0,0 1 0 0 0,1 0 0 0 0,-24 18 0 0 0,30-20 355 0 0,0 1 0 0 0,0-1 1 0 0,0 1-1 0 0,1 0 1 0 0,0 1-1 0 0,0-1 0 0 0,1 1 1 0 0,0 0-1 0 0,1 1 0 0 0,-1-1 1 0 0,2 1-1 0 0,-1 0 1 0 0,1 0-1 0 0,-2 10 0 0 0,4-13 136 0 0,0 0-1 0 0,1 0 1 0 0,0 0 0 0 0,0 0-1 0 0,0 0 1 0 0,1 1-1 0 0,0-1 1 0 0,0 0-1 0 0,0 0 1 0 0,1-1-1 0 0,0 1 1 0 0,0 0 0 0 0,1-1-1 0 0,-1 1 1 0 0,1-1-1 0 0,0 1 1 0 0,1-1-1 0 0,5 7 1 0 0,-2-5 51 0 0,-1 0 1 0 0,1-1-1 0 0,0 0 0 0 0,1-1 0 0 0,-1 0 1 0 0,1 0-1 0 0,0 0 0 0 0,0-1 1 0 0,1 0-1 0 0,-1-1 0 0 0,16 5 1 0 0,41 8 251 0 0,83 26-542 0 0,-121-31-2097 0 0</inkml:trace>
</inkml:ink>
</file>

<file path=ppt/ink/ink1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18:00.17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188 120 1612 0 0,'-13'-16'10501'0'0,"3"0"-4843"0"0,0-5-3351 0 0,-1-10-3131 0 0,2 4 1230 0 0,9 26-406 0 0,0 1 0 0 0,0-1 0 0 0,-1 1 0 0 0,1-1 0 0 0,0 1 0 0 0,-1 0 0 0 0,1-1 0 0 0,0 1 0 0 0,-1-1 0 0 0,1 1 0 0 0,-1-1 0 0 0,1 1 0 0 0,-1 0 0 0 0,1-1 0 0 0,0 1 0 0 0,-1 0 0 0 0,0 0 0 0 0,1-1 0 0 0,-1 1 0 0 0,1 0 0 0 0,-1 0 0 0 0,1 0 0 0 0,-1 0 0 0 0,1 0 0 0 0,-1 0 0 0 0,1-1 0 0 0,-1 1 0 0 0,0 0 0 0 0,1 1 0 0 0,-1-1 0 0 0,1 0 0 0 0,-1 0 0 0 0,1 0 0 0 0,-1 0 0 0 0,1 0 0 0 0,-1 0 0 0 0,1 1 0 0 0,-1-1 0 0 0,1 0 0 0 0,-1 1 0 0 0,1-1 0 0 0,-2 1 0 0 0,-24 18 0 0 0,17-12 0 0 0,-3 2 0 0 0,-1 1 1 0 0,-11 13-1 0 0,21-20-1 0 0,0 0 1 0 0,0 0-1 0 0,1 0 1 0 0,-1 0-1 0 0,1 1 0 0 0,0-1 1 0 0,0 1-1 0 0,0-1 1 0 0,0 1-1 0 0,1 0 1 0 0,0 0-1 0 0,0-1 0 0 0,-2 9 1 0 0,3-9 0 0 0,1 0 1 0 0,-1 0-1 0 0,1 0 0 0 0,0 0 1 0 0,0 0-1 0 0,0 0 1 0 0,0 0-1 0 0,0-1 1 0 0,0 1-1 0 0,1 0 0 0 0,-1-1 1 0 0,1 1-1 0 0,0-1 1 0 0,0 0-1 0 0,0 1 0 0 0,0-1 1 0 0,4 3-1 0 0,15 11 0 0 0</inkml:trace>
</inkml:ink>
</file>

<file path=ppt/ink/ink1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18:01.23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264 222 228 0 0,'2'-6'1748'0'0,"0"-1"1"0"0,0 0 0 0 0,1 1 0 0 0,-1 0-1 0 0,1-1 1 0 0,1 1 0 0 0,6-8-1 0 0,-6 7-972 0 0,0 1-1 0 0,0-1 1 0 0,0 0-1 0 0,-1 0 1 0 0,0 0-1 0 0,2-11 1 0 0,-4 16-776 0 0,-1 0 1 0 0,0 0-1 0 0,0 0 1 0 0,0-1-1 0 0,0 1 1 0 0,0 0-1 0 0,-1 0 1 0 0,1 0-1 0 0,-1 0 1 0 0,1 0-1 0 0,-1 0 1 0 0,0 0-1 0 0,1 0 1 0 0,-1 0-1 0 0,0 0 1 0 0,-1 1-1 0 0,1-1 1 0 0,0 0-1 0 0,0 0 1 0 0,-1 1-1 0 0,1-1 1 0 0,-1 1-1 0 0,1 0 1 0 0,-1-1-1 0 0,0 1 1 0 0,1 0-1 0 0,-1 0 1 0 0,0 0-1 0 0,0 0 1 0 0,0 0-1 0 0,-3-1 0 0 0,-2 0 0 0 0,1-1 0 0 0,-1 2 0 0 0,0-1 0 0 0,1 1 0 0 0,-1 0 0 0 0,0 0-1 0 0,0 0 1 0 0,-11 2 0 0 0,4 1-376 0 0,0 0 1 0 0,1 1-1 0 0,-1 1 0 0 0,1 0 0 0 0,0 1 0 0 0,0 0 1 0 0,-15 9-1 0 0,11-4-2145 0 0,2 0 1 0 0,-24 19-1 0 0,26-16-1737 0 0,7 2 4851 0 0,6-15-473 0 0,0 1-1 0 0,0-1 1 0 0,0 1-1 0 0,0-1 1 0 0,0 1-1 0 0,0-1 1 0 0,0 1-1 0 0,0-1 1 0 0,0 1-1 0 0,0-1 1 0 0,0 1-1 0 0,1-1 1 0 0,-1 1 0 0 0,0-1-1 0 0,0 1 1 0 0,1-1-1 0 0,-1 1 1 0 0,0-1-1 0 0,1 1 1 0 0,-1-1-1 0 0,0 0 1 0 0,1 1-1 0 0,0 0 51 0 0,0 0 0 0 0,0-1 0 0 0,1 1 0 0 0,-1 0 0 0 0,0-1-1 0 0,0 0 1 0 0,1 1 0 0 0,-1-1 0 0 0,0 0 0 0 0,1 1 0 0 0,-1-1 0 0 0,3 0-1 0 0,13 1 1367 0 0,27-3 0 0 0,50-12-4124 0 0,-57 8 2090 0 0,-14 3-570 0 0,60-12-3145 0 0,-75 13 3901 0 0,-1-1 0 0 0,1 0 0 0 0,-1 0 0 0 0,1 0 0 0 0,-1-1 0 0 0,0 0 0 0 0,0 0 0 0 0,6-6 0 0 0,-12 10 325 0 0,1-1 1 0 0,-1 0-1 0 0,0 0 1 0 0,0 0-1 0 0,0 0 0 0 0,0 0 1 0 0,0 0-1 0 0,0 0 0 0 0,0 0 1 0 0,-1 0-1 0 0,1 0 1 0 0,0-1-1 0 0,-1 1 0 0 0,1 0 1 0 0,-1-1-1 0 0,1 1 0 0 0,-1 0 1 0 0,1-1-1 0 0,-1 1 0 0 0,0 0 1 0 0,0-1-1 0 0,0 1 1 0 0,0 0-1 0 0,0-1 0 0 0,0 1 1 0 0,0-1-1 0 0,0 1 0 0 0,0 0 1 0 0,-1-1-1 0 0,1 1 1 0 0,0 0-1 0 0,-1-1 0 0 0,1 1 1 0 0,-1 0-1 0 0,0-1 0 0 0,1 1 1 0 0,-1 0-1 0 0,0 0 1 0 0,0 0-1 0 0,0 0 0 0 0,0 0 1 0 0,0 0-1 0 0,-1-1 0 0 0,-3-2 86 0 0,0 0 0 0 0,0 1 0 0 0,0-1 0 0 0,-1 1 0 0 0,1 0 0 0 0,-1 1-1 0 0,0-1 1 0 0,-8-2 0 0 0,-2 2-86 0 0,1 0 1 0 0,-1 0-1 0 0,0 2 0 0 0,0 0 0 0 0,0 1 0 0 0,-19 2 1 0 0,6 1-121 0 0,0 2 0 0 0,-41 11 1 0 0,65-14 121 0 0,-2-1 7 0 0,1 1 0 0 0,-1 0 1 0 0,1 0-1 0 0,0 1 0 0 0,0 0 0 0 0,0 0 0 0 0,0 0 0 0 0,0 1 0 0 0,-8 6 0 0 0,14-10-8 0 0,-1 1 0 0 0,1-1 0 0 0,-1 1 0 0 0,1 0 0 0 0,0-1 0 0 0,-1 1-1 0 0,1 0 1 0 0,-1-1 0 0 0,1 1 0 0 0,0 0 0 0 0,0 0 0 0 0,0-1 0 0 0,-1 1 0 0 0,1 0 0 0 0,0 0 0 0 0,0-1 0 0 0,0 1 0 0 0,0 0 0 0 0,0 0 0 0 0,0-1 0 0 0,0 1 0 0 0,0 0-1 0 0,1 1 1 0 0,0 0-10 0 0,-1-1 0 0 0,1 1-1 0 0,0 0 1 0 0,0-1 0 0 0,0 1-1 0 0,0-1 1 0 0,1 1 0 0 0,-1-1 0 0 0,2 2-1 0 0,4 2 57 0 0,0 0 0 0 0,-1 0-1 0 0,11 4 1 0 0,5 2-335 0 0,2 0-23 0 0</inkml:trace>
</inkml:ink>
</file>

<file path=ppt/ink/ink1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18:05.20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2540 447 1612 0 0,'-30'-51'12158'0'0,"9"12"-7033"0"0,-5 3-4360 0 0,21 31-765 0 0,-1 1 0 0 0,0-1 0 0 0,0 1 0 0 0,0 1 0 0 0,0-1 0 0 0,-1 1 0 0 0,1 0 0 0 0,-14-4 0 0 0,-6-4 0 0 0,-10-7 30 0 0,2-2-1 0 0,-55-42 1 0 0,-14-9-714 0 0,85 60 9 0 0,0 2 1 0 0,0 0-1 0 0,-1 1 1 0 0,-24-7-1 0 0,6 6-1505 0 0,-75-8 0 0 0,-41 7-2800 0 0,61 5 1998 0 0,-231-3 2346 0 0,248 11 664 0 0,1 4 1 0 0,-98 21 0 0 0,148-23-7 0 0,0 1 0 0 0,1 2 1 0 0,0 0-1 0 0,-27 15 0 0 0,36-15 7 0 0,1 0-1 0 0,0 1 0 0 0,0 0 0 0 0,1 1 0 0 0,0 0 1 0 0,1 1-1 0 0,-17 21 0 0 0,-43 75-28 0 0,21-29 53 0 0,-132 151-199 0 0,105-139 146 0 0,3 4 0 0 0,5 2 0 0 0,-58 107 0 0 0,120-189-7 0 0,1 0 1 0 0,0 0-1 0 0,1 1 1 0 0,0 0-1 0 0,1-1 1 0 0,1 2-1 0 0,0-1 1 0 0,2 0-1 0 0,-1 1 1 0 0,2-1-1 0 0,0 1 1 0 0,1-1-1 0 0,0 1 1 0 0,1-1-1 0 0,8 28 1 0 0,-4-23-4 0 0,0-2 0 0 0,2 1 0 0 0,0-1 0 0 0,1 0 0 0 0,1-1 0 0 0,0 0 0 0 0,1-1 0 0 0,1 0 0 0 0,1 0 0 0 0,0-2 0 0 0,29 26 0 0 0,-13-18 6 0 0,0-2 1 0 0,2 0-1 0 0,0-3 0 0 0,1 0 1 0 0,1-2-1 0 0,0-1 1 0 0,1-2-1 0 0,43 9 1 0 0,256 43 1 0 0,-235-52 6 0 0,143-3 1 0 0,-120-13 20 0 0,-1-6 0 0 0,0-4 1 0 0,118-32-1 0 0,208-78-25 0 0,-382 100 0 0 0,-1-1 0 0 0,-2-4 0 0 0,0-2 0 0 0,102-72 0 0 0,-108 60 42 0 0,-2-2 1 0 0,52-56 0 0 0,-89 82-43 0 0,0-1 0 0 0,-2-1 0 0 0,0-1 0 0 0,-2 0 0 0 0,0 0 0 0 0,-2-1 0 0 0,15-44 0 0 0,-20 48 0 0 0,0 0-1 0 0,-1 0 1 0 0,-1-1 0 0 0,-1 1 0 0 0,0-1 0 0 0,-2 0 0 0 0,0 1-1 0 0,-4-27 1 0 0,2 33 9 0 0,0 1 0 0 0,-1 0 0 0 0,0-1 0 0 0,-1 1 0 0 0,-1 1 0 0 0,1-1 0 0 0,-2 1 0 0 0,0-1 0 0 0,0 1 0 0 0,-1 1 0 0 0,0 0 0 0 0,-1 0-1 0 0,0 0 1 0 0,-11-8 0 0 0,-3 0 38 0 0,-1 1-1 0 0,0 1 1 0 0,-2 1-1 0 0,0 1 0 0 0,0 1 1 0 0,-1 2-1 0 0,-1 0 1 0 0,-46-11-1 0 0,17 9-14 0 0,0 3 0 0 0,0 3-1 0 0,-78-2 1 0 0,-78 18-224 0 0,171-5-1061 0 0</inkml:trace>
</inkml:ink>
</file>

<file path=ppt/ink/ink1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18:13.81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237 90 928 0 0,'-31'-22'2971'0'0,"8"8"-1037"0"0,5 10 915 0 0,12 4-2849 0 0,-9-3 2931 0 0,-15-8-2931 0 0,-19-5-889 0 0,-16-4 889 0 0</inkml:trace>
</inkml:ink>
</file>

<file path=ppt/ink/ink1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18:15.57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941 259 688 0 0,'-11'-12'12465'0'0,"4"6"-9972"0"0,-6-3 1008 0 0,-8-1-2626 0 0,14 6-965 0 0,1 1-1 0 0,-1-1 1 0 0,-7-6-1 0 0,9 5 91 0 0,-1 0 0 0 0,2-1 0 0 0,-1 1 0 0 0,-5-10 0 0 0,8 12 0 0 0,-1-1 0 0 0,1 0 0 0 0,-1 1 0 0 0,0-1 0 0 0,0 1 0 0 0,0 0 0 0 0,0 0 0 0 0,0 0 0 0 0,-1 0 0 0 0,1 1 0 0 0,-1 0 0 0 0,0-1 0 0 0,0 1 0 0 0,-7-3 0 0 0,-39-8-2211 0 0,-33-12-2747 0 0,65 18 3974 0 0,-1 2 1 0 0,-1 0-1 0 0,1 1 1 0 0,-1 1-1 0 0,-27 0 0 0 0,18 3-491 0 0,0 1 0 0 0,1 1-1 0 0,-32 8 1 0 0,18-3 1475 0 0,21-4 0 0 0,0 1 0 0 0,-1 1 0 0 0,1 1 0 0 0,1 0 0 0 0,-31 15 0 0 0,44-16 28 0 0,0 0-1 0 0,0 0 1 0 0,1 0 0 0 0,0 1 0 0 0,0 0 0 0 0,0 0 0 0 0,1 0 0 0 0,0 1-1 0 0,0 0 1 0 0,0 0 0 0 0,-3 8 0 0 0,-3 6-153 0 0,2 1 1 0 0,-12 37-1 0 0,12-27 135 0 0,1 1 0 0 0,1 0-1 0 0,2 0 1 0 0,1 0 0 0 0,2 1 0 0 0,3 47 0 0 0,0-68-12 0 0,1 1-1 0 0,1-1 1 0 0,0 0-1 0 0,1 0 1 0 0,0 0-1 0 0,1 0 1 0 0,0-1-1 0 0,1 0 1 0 0,1 0-1 0 0,0 0 1 0 0,0-1 0 0 0,12 13-1 0 0,-11-14 90 0 0,1 0-1 0 0,1-1 1 0 0,0-1-1 0 0,0 1 1 0 0,0-2-1 0 0,1 1 1 0 0,14 6-1 0 0,-8-6-87 0 0,1 0 0 0 0,0-1 0 0 0,0-1 0 0 0,24 4 0 0 0,-13-3-55 0 0,0-3 0 0 0,0 0 0 0 0,1-2 0 0 0,-1-1 0 0 0,1-1 0 0 0,-1-2 0 0 0,1-1 0 0 0,-1-1 0 0 0,0-1 0 0 0,0-2 0 0 0,-1-1 0 0 0,52-22 0 0 0,-39 12 66 0 0,-1-2 1 0 0,56-37 0 0 0,-84 48-9 0 0,-1 1 1 0 0,0-1 0 0 0,0-1-1 0 0,-1 0 1 0 0,0-1 0 0 0,0 0-1 0 0,-2 0 1 0 0,1-1 0 0 0,-1 0-1 0 0,-1-1 1 0 0,11-25 0 0 0,-12 22 6 0 0,-2 0 1 0 0,0-1-1 0 0,0 1 1 0 0,-2-1-1 0 0,0 0 0 0 0,-1 1 1 0 0,0-1-1 0 0,-2 0 1 0 0,0 0-1 0 0,-1 1 1 0 0,0-1-1 0 0,-1 1 0 0 0,-1-1 1 0 0,-9-21-1 0 0,-39-88 2260 0 0,39 98-2273 0 0,-2 0 0 0 0,-23-33 0 0 0,33 55-28 0 0,1 1-1 0 0,-1-1 1 0 0,0 1-1 0 0,0-1 1 0 0,0 1-1 0 0,-1 1 1 0 0,0-1 0 0 0,0 1-1 0 0,-8-4 1 0 0,10 6-53 0 0,0 0 0 0 0,-1 1 0 0 0,1-1 0 0 0,0 1 0 0 0,-1 0 0 0 0,1 0 0 0 0,-1 1 0 0 0,0-1 0 0 0,1 1 0 0 0,-1 0 0 0 0,1 0 0 0 0,-1 1 0 0 0,1 0 0 0 0,-1-1 0 0 0,1 1 0 0 0,-6 2 0 0 0,-24 10 22 0 0,1 2 1 0 0,-62 36 0 0 0,31-13 56 0 0</inkml:trace>
</inkml:ink>
</file>

<file path=ppt/ink/ink1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19:14.04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40 2992 0 0,'28'-5'14347'0'0,"9"-2"-12026"0"0,224-19-2847 0 0,-243 25-2008 0 0</inkml:trace>
</inkml:ink>
</file>

<file path=ppt/ink/ink1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19:08.08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43 532 2072 0 0,'-33'-14'14992'0'0,"24"9"-12396"0"0,9 4-2596 0 0,0 1 0 0 0,0 0 0 0 0,0 0 0 0 0,1 0 0 0 0,-1-1 0 0 0,0 1 0 0 0,0 0 0 0 0,0 0 0 0 0,0 0 0 0 0,1-1 0 0 0,-1 1 0 0 0,0 0 0 0 0,0 0 0 0 0,0 0 0 0 0,1 0 0 0 0,-1 0 0 0 0,0 0 0 0 0,0-1 0 0 0,0 1 0 0 0,1 0 0 0 0,-1 0 0 0 0,0 0 0 0 0,0 0 0 0 0,1 0 0 0 0,-1 0 0 0 0,0 0 0 0 0,0 0 0 0 0,1 0 0 0 0,-1 0 0 0 0,0 0 0 0 0,0 0 0 0 0,1 0 0 0 0,-1 0 0 0 0,0 0 0 0 0,14-1 0 0 0,79-5-35 0 0,330-33-668 0 0,389-68-9971 0 0,-464 69 10606 0 0,814-65 405 0 0,-871 80-242 0 0,1847-68 133 0 0,-1536 87-92 0 0,-271-5-88 0 0,-98 3-48 0 0,-14-12 15 0 0,-1-16-125 0 0,-142 21-100 0 0,-68 12 31 0 0,-2 0 337 0 0,1 0-1 0 0,0 0 0 0 0,-1-1 1 0 0,1 0-1 0 0,6-3 0 0 0,-8 2-757 0 0</inkml:trace>
</inkml:ink>
</file>

<file path=ppt/ink/ink1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19:09.42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28 4096 460 0 0,'-14'17'9703'0'0,"6"2"-3422"0"0,6-14-5383 0 0,1 0 0 0 0,0-1 0 0 0,0 1 0 0 0,0 8-1 0 0,1-7-816 0 0,1-1 0 0 0,-1 0 0 0 0,1 1-1 0 0,1 5 1 0 0,-1-7-327 0 0,1 1 0 0 0,-1-1 0 0 0,1 0 0 0 0,0 0 0 0 0,0 0 0 0 0,0 0 0 0 0,1 0 0 0 0,-1 0 0 0 0,1 0 0 0 0,0-1 0 0 0,0 0 0 0 0,4 4 0 0 0,-4-4 384 0 0,0-1 1 0 0,0 0-1 0 0,0-1 0 0 0,0 1 0 0 0,0 0 1 0 0,0-1-1 0 0,0 0 0 0 0,1 1 1 0 0,-1-1-1 0 0,5 0 0 0 0,6 1-138 0 0,0-1 0 0 0,0-1 0 0 0,0 0 0 0 0,0-1 0 0 0,21-4 0 0 0,70-20 0 0 0,-93 22 0 0 0,63-18-834 0 0,106-46 0 0 0,-133 45-528 0 0,-1-2 0 0 0,-1-3-1 0 0,48-34 1 0 0,45-49-2272 0 0,60-64 3413 0 0,-170 148 149 0 0,450-463 108 0 0,-379 377 12 0 0,159-189 64 0 0,-12-33 221 0 0,-160 215-174 0 0,169-293 60 0 0,-87 129-126 0 0,-65 129-93 0 0,217-246 0 0 0,122-45 88 0 0,-290 307 1 0 0,180-154 24 0 0,-173 171-82 0 0,-128 101-18 0 0,0 1 0 0 0,1 2 0 0 0,47-18 1 0 0,-69 32 33 0 0,-1 0 1 0 0,1 0-1 0 0,-1 1 1 0 0,1 1 0 0 0,0 0-1 0 0,0 0 1 0 0,11 1 0 0 0,-17 0 243 0 0,1 1 0 0 0,-1-1 1 0 0,0 1-1 0 0,1 0 0 0 0,-1 1 1 0 0,0-1-1 0 0,0 1 1 0 0,1 0-1 0 0,-1 0 0 0 0,-1 1 1 0 0,1-1-1 0 0,0 1 1 0 0,-1 0-1 0 0,1 1 0 0 0,6 5 1 0 0,-5 0-31 0 0,-1 1-1689 0 0</inkml:trace>
</inkml:ink>
</file>

<file path=ppt/ink/ink1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19:10.47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14 95 460 0 0,'-6'-15'10494'0'0,"5"6"-8396"0"0,0-18 3068 0 0,-2-6-3724 0 0,1 22-1442 0 0,2 16 0 0 0,4 24 0 0 0,-3-22 0 0 0,31 337-4267 0 0,-24 2-3605 0 0,-29 29 6944 0 0,8-204-47 0 0,10-127-1075 0 0</inkml:trace>
</inkml:ink>
</file>

<file path=ppt/ink/ink1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19:11.12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245 197 1380 0 0,'0'-16'12045'0'0,"7"-11"-6942"0"0,-3 14-3971 0 0,-3 7-1132 0 0,0 0 0 0 0,0 0 0 0 0,0 0 0 0 0,-1 0 0 0 0,0 0 0 0 0,0 0 0 0 0,0 0 0 0 0,-1 0 0 0 0,0 0 0 0 0,0 0 0 0 0,-1 0 0 0 0,-3-9 0 0 0,4 12 0 0 0,-1-1 0 0 0,0 1 0 0 0,0 0 0 0 0,0-1 0 0 0,0 1 0 0 0,0 0 0 0 0,-1 0 0 0 0,1 1 0 0 0,-1-1 0 0 0,0 1 0 0 0,0-1 0 0 0,0 1 0 0 0,0 0 0 0 0,0 0 0 0 0,0 0 0 0 0,-1 0 0 0 0,1 1 0 0 0,0-1 0 0 0,-1 1 0 0 0,0 0 0 0 0,-5-1 0 0 0,5 1 0 0 0,1 1 0 0 0,-1 0 0 0 0,0 0 0 0 0,1 0 0 0 0,-1 1 0 0 0,1 0 0 0 0,-1-1 0 0 0,1 1 0 0 0,-1 0 0 0 0,1 0 0 0 0,0 1 0 0 0,-1-1 0 0 0,1 1 0 0 0,0 0 0 0 0,0 0 0 0 0,0 0 0 0 0,0 0 0 0 0,1 0 0 0 0,-1 0 0 0 0,0 1 0 0 0,1 0 0 0 0,0-1 0 0 0,-4 6 0 0 0,-4 6 0 0 0,1 1 0 0 0,0 0 0 0 0,-10 24 0 0 0,16-32 0 0 0,-35 87 0 0 0,34-82 0 0 0,1 0 0 0 0,0 0 0 0 0,1 0 0 0 0,0 0 0 0 0,1 0 0 0 0,0 15 0 0 0,1-25 0 0 0,0-1 0 0 0,0 1 0 0 0,0 0 0 0 0,0-1 0 0 0,0 1 0 0 0,1 0 0 0 0,-1-1 0 0 0,1 1 0 0 0,-1-1 0 0 0,1 1 0 0 0,-1 0 0 0 0,1-1 0 0 0,0 1 0 0 0,0-1 0 0 0,0 0 0 0 0,0 1 0 0 0,0-1 0 0 0,0 0 0 0 0,0 1 0 0 0,0-1 0 0 0,0 0 0 0 0,1 0 0 0 0,-1 0 0 0 0,0 0 0 0 0,1 0 0 0 0,-1 0 0 0 0,1-1 0 0 0,-1 1 0 0 0,1 0 0 0 0,-1-1 0 0 0,1 1 0 0 0,-1-1 0 0 0,1 0 0 0 0,0 1 0 0 0,-1-1 0 0 0,1 0 0 0 0,0 0 0 0 0,-1 0 0 0 0,1 0 0 0 0,0 0 0 0 0,-1 0 0 0 0,3-1 0 0 0,3-1 0 0 0,1 1 0 0 0,-1-1 0 0 0,0-1 0 0 0,0 0 0 0 0,0 0 0 0 0,0 0 0 0 0,-1 0 0 0 0,8-6 0 0 0,-3 1-93 0 0,-1 0 0 0 0,0-1 0 0 0,-1-1-1 0 0,0 1 1 0 0,0-1 0 0 0,-1-1 0 0 0,-1 0-1 0 0,10-16 1 0 0,2-10-2517 0 0,18-52 0 0 0,-23 51-344 0 0,-7 25 1777 0 0,-4 13 1892 0 0,0 6 1311 0 0,9 55 2286 0 0,-8-39-4053 0 0,0 0-1 0 0,2 0 1 0 0,9 25-1 0 0,-13-41-440 0 0,1 0-1 0 0,0 0 1 0 0,0-1-1 0 0,1 1 1 0 0,0-1-1 0 0,0 0 1 0 0,0 0-1 0 0,0 0 1 0 0,1 0-1 0 0,-1-1 1 0 0,1 0-1 0 0,1 0 1 0 0,-1 0-1 0 0,0 0 1 0 0,10 4-1 0 0,-5-4-554 0 0,0-1-1 0 0,-1 0 1 0 0,18 3-1 0 0,7-1-3939 0 0</inkml:trace>
</inkml:ink>
</file>

<file path=ppt/ink/ink1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19:11.80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0 120 460 0 0,'20'-25'11429'0'0,"12"-7"-5714"0"0,-3 2-3659 0 0,-23 24-2056 0 0,1 0 0 0 0,-1 0 0 0 0,11-8 0 0 0,-17 14 0 0 0,1 0 0 0 0,-1 0 0 0 0,0 0 0 0 0,0 0 0 0 0,0 0 0 0 0,1 0 0 0 0,-1 0 0 0 0,0 0 0 0 0,0 0 0 0 0,1 0 0 0 0,-1 0 0 0 0,0 0 0 0 0,0 0 0 0 0,0 0 0 0 0,1 0 0 0 0,-1 0 0 0 0,0 0 0 0 0,0 0 0 0 0,0 0 0 0 0,1 0 0 0 0,-1 0 0 0 0,0 1 0 0 0,0-1 0 0 0,0 0 0 0 0,0 0 0 0 0,1 0 0 0 0,-1 0 0 0 0,0 0 0 0 0,0 1 0 0 0,0-1 0 0 0,0 0 0 0 0,0 0 0 0 0,1 0 0 0 0,-1 0 0 0 0,0 1 0 0 0,0-1 0 0 0,0 0 0 0 0,0 0 0 0 0,0 0 0 0 0,0 1 0 0 0,0-1 0 0 0,0 0 0 0 0,0 0 0 0 0,0 0 0 0 0,0 1 0 0 0,0-1 0 0 0,0 0 0 0 0,0 0 0 0 0,0 1 0 0 0,0-1 0 0 0,1 9 0 0 0,-25 586-11848 0 0,10-448 11919 0 0,-7 105 128 0 0,18-188-142 0 0,13 124 0 0 0,-6-164-91 0 0,0 1 0 0 0,2-1 0 0 0,1 0 0 0 0,1 0 0 0 0,0-1 0 0 0,2 0 0 0 0,1-1 0 0 0,16 25 0 0 0,-7-18-264 0 0</inkml:trace>
</inkml:ink>
</file>

<file path=ppt/ink/ink1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19:12.58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16 0 2992 0 0,'-13'3'16668'0'0,"11"23"-16668"0"0,2 0 0 0 0,1 0 0 0 0,0 0 0 0 0,2 0 0 0 0,1 0 0 0 0,10 34 0 0 0,24 69 0 0 0,-38-129 0 0 0,0 1 0 0 0,0-1 0 0 0,0 0 0 0 0,0 1 0 0 0,0-1 0 0 0,0 0 0 0 0,1 0 0 0 0,-1 1 0 0 0,0-1 0 0 0,0 0 0 0 0,0 0 0 0 0,0 1 0 0 0,0-1 0 0 0,0 0 0 0 0,1 0 0 0 0,-1 1 0 0 0,0-1 0 0 0,0 0 0 0 0,0 0 0 0 0,1 0 0 0 0,-1 0 0 0 0,0 1 0 0 0,0-1 0 0 0,1 0 0 0 0,-1 0 0 0 0,0 0 0 0 0,0 0 0 0 0,1 0 0 0 0,-1 0 0 0 0,0 0 0 0 0,0 1 0 0 0,1-1 0 0 0,-1 0 0 0 0,0 0 0 0 0,1 0 0 0 0,-1 0 0 0 0,0 0 0 0 0,1 0 0 0 0,9-9 0 0 0,3-16 0 0 0,-10 19 56 0 0,8-17-153 0 0,1 0 0 0 0,20-30 0 0 0,-28 47 59 0 0,-1 1-1 0 0,2 0 0 0 0,-1 0 1 0 0,1 0-1 0 0,-1 0 1 0 0,1 1-1 0 0,1 0 0 0 0,-1 0 1 0 0,0 0-1 0 0,1 1 0 0 0,0-1 1 0 0,0 2-1 0 0,0-1 0 0 0,12-3 1 0 0,-13 5-251 0 0,-1 1-1 0 0,0-1 1 0 0,0 1 0 0 0,1 0 0 0 0,-1 1-1 0 0,0-1 1 0 0,0 1 0 0 0,0 0 0 0 0,0 0-1 0 0,0 0 1 0 0,0 1 0 0 0,0-1 0 0 0,0 1 0 0 0,0 0-1 0 0,0 0 1 0 0,-1 0 0 0 0,1 0 0 0 0,-1 1-1 0 0,1 0 1 0 0,3 3 0 0 0,-4-2 193 0 0,0-1 0 0 0,0 0 0 0 0,0 1 0 0 0,0 0 1 0 0,-1-1-1 0 0,0 1 0 0 0,1 0 0 0 0,-1 0 0 0 0,-1 0 0 0 0,1 1 0 0 0,-1-1 0 0 0,1 0 0 0 0,-1 1 1 0 0,0-1-1 0 0,-1 1 0 0 0,1-1 0 0 0,-1 1 0 0 0,0-1 0 0 0,0 6 0 0 0,-1-6 105 0 0,0 0-1 0 0,0-1 1 0 0,-1 1-1 0 0,1 0 1 0 0,-1-1 0 0 0,0 1-1 0 0,0-1 1 0 0,0 0-1 0 0,0 0 1 0 0,0 1-1 0 0,-1-2 1 0 0,1 1-1 0 0,-1 0 1 0 0,0 0-1 0 0,0-1 1 0 0,0 1 0 0 0,0-1-1 0 0,-1 0 1 0 0,1 0-1 0 0,-1 0 1 0 0,1-1-1 0 0,-5 2 1 0 0,-5 2 41 0 0,0 0 1 0 0,0-2-1 0 0,-1 1 0 0 0,-26 1 1 0 0,23-3-156 0 0,0-2 0 0 0,-1-1 1 0 0,1 0-1 0 0,0-1 0 0 0,0 0 0 0 0,-25-8 1 0 0,28 5-3678 0 0</inkml:trace>
</inkml:ink>
</file>

<file path=ppt/ink/ink1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19:14.96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81 13 2992 0 0,'-5'-5'904'0'0,"4"4"-397"0"0,-1-1 0 0 0,-30-3 13708 0 0,30 7-13680 0 0,-2 1-535 0 0,1 0 0 0 0,0 0 0 0 0,0 1 0 0 0,0-1 0 0 0,0 1 0 0 0,1 0 0 0 0,-1-1 0 0 0,1 1 0 0 0,0 0 0 0 0,0 0 0 0 0,0 1 0 0 0,1-1 0 0 0,0 0 0 0 0,-1 1 0 0 0,2-1 0 0 0,-1 1 0 0 0,0-1 0 0 0,1 9 0 0 0,0 5 0 0 0,0-1 0 0 0,2 1 0 0 0,4 24 0 0 0,25 81 0 0 0,2 10 0 0 0,-25-98 73 0 0,-5-25-781 0 0,-1-1 1 0 0,0 1-1 0 0,1 18 0 0 0</inkml:trace>
</inkml:ink>
</file>

<file path=ppt/ink/ink1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19:15.17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1 110 2992 0 0,'17'-9'16668'0'0,"93"-12"-16668"0"0,87-18 0 0 0,-141 25-1 0 0,57-11-155 0 0,-101 23 313 0 0</inkml:trace>
</inkml:ink>
</file>

<file path=ppt/ink/ink1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19:20.21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11 95 6553 0 0,'-2'-6'0'0'0,"0"1"0"0"0,1-1 0 0 0,-1 0 0 0 0,1 1 0 0 0,0-1 0 0 0,0 0 0 0 0,1-6 0 0 0,0 10 0 0 0,0 1 0 0 0,0-1 0 0 0,1 1 0 0 0,-1-1 0 0 0,0 1 0 0 0,1-1 0 0 0,0 1 0 0 0,-1-1 0 0 0,1 1 0 0 0,0-1 0 0 0,0 1 0 0 0,0 0 0 0 0,0-1 0 0 0,0 1 0 0 0,0 0 0 0 0,0 0 0 0 0,0 0 0 0 0,0 0 0 0 0,0 0 0 0 0,1 0 0 0 0,-1 0 0 0 0,0 0 0 0 0,1 0 0 0 0,-1 1 0 0 0,1-1 0 0 0,-1 0 0 0 0,3 0 0 0 0,6-1 175 0 0,0 0 0 0 0,-1 0 0 0 0,1 1-1 0 0,0 0 1 0 0,0 0 0 0 0,0 1 0 0 0,17 3-1 0 0,5 2 770 0 0,32 9 0 0 0,280 82 5385 0 0,-224-67-4595 0 0,131 37 2797 0 0,-171-41-3460 0 0,83 38 0 0 0,-55-12-1071 0 0,-4 5 0 0 0,-1 4 0 0 0,136 107 0 0 0,406 356 0 0 0,-517-406 0 0 0,-5 5 0 0 0,191 248 0 0 0,-24 40 0 0 0,91 121 0 0 0,-100-196 0 0 0,19-16 0 0 0,-292-311 0 0 0,167 168 0 0 0,321 250 0 0 0,-423-375 0 0 0,116 63 0 0 0,90 19 0 0 0,-162-85 0 0 0,1-6 0 0 0,178 39 0 0 0,-255-74 0 0 0,-1-2 0 0 0,80 0 0 0 0,-119-5 0 0 0,-1 0 0 0 0,0 0 0 0 0,0 1 0 0 0,0-1 0 0 0,0 0 0 0 0,1 0 0 0 0,-1 0 0 0 0,0 0 0 0 0,0 0 0 0 0,0 0 0 0 0,1 0 0 0 0,-1 0 0 0 0,0 0 0 0 0,0 0 0 0 0,0 0 0 0 0,1 0 0 0 0,-1 0 0 0 0,0 0 0 0 0,0 0 0 0 0,0 0 0 0 0,1 0 0 0 0,-1 0 0 0 0,0 0 0 0 0,0 0 0 0 0,0 0 0 0 0,0-1 0 0 0,1 1 0 0 0,-1 0 0 0 0,0 0 0 0 0,0 0 0 0 0,0 0 0 0 0,0 0 0 0 0,1 0 0 0 0,-1-1 0 0 0,0 1 0 0 0,0 0 0 0 0,0 0 0 0 0,0 0 0 0 0,0 0 0 0 0,0-1 0 0 0,0 1 0 0 0,0 0 0 0 0,1 0 0 0 0,-1 0 0 0 0,0 0 0 0 0,0-1 0 0 0,0 1 0 0 0,0 0 0 0 0,0 0 0 0 0,0 0 0 0 0,0-1 0 0 0,0 1 0 0 0,0 0 0 0 0,0 0 0 0 0,0 0 0 0 0,0-1 0 0 0,0 1 0 0 0,-1 0 0 0 0,1 0 0 0 0,0 0 0 0 0,0-1 0 0 0,0 1 0 0 0,0 0 0 0 0,0 0 0 0 0,0 0 0 0 0,0 0 0 0 0,0-1 0 0 0,-1 1 0 0 0,1 0 0 0 0,0 0 0 0 0,-7-11 0 0 0</inkml:trace>
</inkml:ink>
</file>

<file path=ppt/ink/ink1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19:20.92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103 48 6553 0 0,'-6'7'247'0'0,"1"0"-1"0"0,0 0 0 0 0,-5 9 0 0 0,-2 2 213 0 0,-7 8-83 0 0,-10 14 402 0 0,27-36-683 0 0,0 1 0 0 0,0-1 1 0 0,0 0-1 0 0,0 0 0 0 0,1 1 0 0 0,-1-1 0 0 0,1 1 1 0 0,-1 5-1 0 0,2-9-77 0 0,0 0 0 0 0,0-1 0 0 0,0 1 0 0 0,0 0 1 0 0,0 0-1 0 0,0 0 0 0 0,0-1 0 0 0,0 1 0 0 0,0 0 0 0 0,1 0 0 0 0,-1-1 0 0 0,0 1 1 0 0,0 0-1 0 0,1 0 0 0 0,-1-1 0 0 0,0 1 0 0 0,1 0 0 0 0,-1-1 0 0 0,1 1 0 0 0,-1 0 0 0 0,1-1 1 0 0,-1 1-1 0 0,1-1 0 0 0,0 2 0 0 0,1-2 8 0 0,-1 1 0 0 0,0-1 0 0 0,1 1 1 0 0,-1-1-1 0 0,0 1 0 0 0,1-1 0 0 0,-1 0 0 0 0,1 0 0 0 0,-1 0 1 0 0,0 0-1 0 0,1 0 0 0 0,2 0 0 0 0,3-2 160 0 0,1 1 1 0 0,-1-1-1 0 0,14-6 0 0 0,-6 2-162 0 0,-1-2 0 0 0,1 1 0 0 0,-1-2 0 0 0,25-19 0 0 0,-32 22-75 0 0,-1 1 1 0 0,0-1-1 0 0,0 0 0 0 0,-1-1 0 0 0,0 1 0 0 0,0-1 0 0 0,0 0 0 0 0,-1 0 0 0 0,0 0 0 0 0,0-1 1 0 0,3-12-1 0 0,-6 17 32 0 0,0 0 1 0 0,0 0 0 0 0,-1 1 0 0 0,0-1-1 0 0,1 0 1 0 0,-1 0 0 0 0,0 0 0 0 0,0 0-1 0 0,-1 0 1 0 0,1 0 0 0 0,-1 0-1 0 0,1 0 1 0 0,-1 0 0 0 0,0 0 0 0 0,0 0-1 0 0,-2-3 1 0 0,2 5 29 0 0,0-1-1 0 0,0 1 1 0 0,-1-1 0 0 0,1 1 0 0 0,0 0-1 0 0,-1-1 1 0 0,1 1 0 0 0,0 0 0 0 0,-1 0-1 0 0,0 0 1 0 0,1 0 0 0 0,-1 0 0 0 0,0 1-1 0 0,1-1 1 0 0,-1 0 0 0 0,0 1-1 0 0,0-1 1 0 0,1 1 0 0 0,-1 0 0 0 0,0-1-1 0 0,0 1 1 0 0,0 0 0 0 0,0 0 0 0 0,1 0-1 0 0,-1 0 1 0 0,-4 1 0 0 0,-2 1 122 0 0,0 1 1 0 0,-1 0 0 0 0,1 0-1 0 0,0 0 1 0 0,0 1-1 0 0,1 0 1 0 0,-1 0 0 0 0,1 1-1 0 0,0 0 1 0 0,-8 8 0 0 0,2-1 125 0 0,1 0 1 0 0,0 1 0 0 0,0 0 0 0 0,-10 17 0 0 0,20-27-197 0 0,0 1 1 0 0,0-1-1 0 0,0 1 0 0 0,0 0 0 0 0,1 0 1 0 0,-1 0-1 0 0,-1 6 0 0 0,3-8-40 0 0,0-1 0 0 0,0 1-1 0 0,0-1 1 0 0,0 1 0 0 0,0-1-1 0 0,0 1 1 0 0,0-1 0 0 0,0 1-1 0 0,1-1 1 0 0,-1 1 0 0 0,1-1-1 0 0,-1 1 1 0 0,1-1 0 0 0,-1 0-1 0 0,1 1 1 0 0,0-1 0 0 0,0 0-1 0 0,-1 1 1 0 0,1-1 0 0 0,0 0-1 0 0,0 0 1 0 0,0 0 0 0 0,2 2-1 0 0,4 2 93 0 0,0-1 0 0 0,1 1 0 0 0,-1-1-1 0 0,1-1 1 0 0,-1 1 0 0 0,1-1-1 0 0,0-1 1 0 0,13 4 0 0 0,12 0 375 0 0</inkml:trace>
</inkml:ink>
</file>

<file path=ppt/ink/ink1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19:21.93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360 31 6553 0 0,'0'-2'88'0'0,"1"-1"-1"0"0,-1 1 1 0 0,0-1-1 0 0,0 1 0 0 0,0-1 1 0 0,0 1-1 0 0,0-1 0 0 0,-1 1 1 0 0,1-1-1 0 0,-2-3 1 0 0,-8 27 449 0 0,-7 27 447 0 0,-15 52 691 0 0,32-100-1676 0 0,0 0 1 0 0,0 0-1 0 0,0 0 1 0 0,-1 0-1 0 0,1 0 1 0 0,0 0-1 0 0,0 0 1 0 0,0 0-1 0 0,0 0 1 0 0,0 0-1 0 0,0 0 1 0 0,0 0-1 0 0,0 0 1 0 0,0 0-1 0 0,0 0 1 0 0,0 0-1 0 0,0 0 1 0 0,0 0-1 0 0,0 0 1 0 0,-1 0 0 0 0,1 0-1 0 0,0 0 1 0 0,0 0-1 0 0,0 0 1 0 0,0 0-1 0 0,0 0 1 0 0,0 0-1 0 0,0 0 1 0 0,0 0-1 0 0,0 0 1 0 0,0 0-1 0 0,0 0 1 0 0,0 0-1 0 0,0 0 1 0 0,0 0-1 0 0,-1 0 1 0 0,1 0-1 0 0,0 0 1 0 0,0 0-1 0 0,0 0 1 0 0,0 0-1 0 0,0 0 1 0 0,0 0 0 0 0,0 0-1 0 0,0 1 1 0 0,0-1-1 0 0,0 0 1 0 0,0 0-1 0 0,0 0 1 0 0,0 0-1 0 0,0 0 1 0 0,0 0-1 0 0,-4-17 316 0 0,2 4-23 0 0,0-1-291 0 0,-6-23-1 0 0,7 33-20 0 0,0 1 0 0 0,0 0-1 0 0,-1-1 1 0 0,1 1-1 0 0,-1 0 1 0 0,0 0-1 0 0,0 0 1 0 0,0 0 0 0 0,0 0-1 0 0,-1 0 1 0 0,1 0-1 0 0,-5-3 1 0 0,7 6 28 0 0,-1-1 0 0 0,0 1 0 0 0,1-1 0 0 0,-1 1 0 0 0,0 0 0 0 0,1 0 0 0 0,-1-1 1 0 0,0 1-1 0 0,1 0 0 0 0,-1 0 0 0 0,0 0 0 0 0,1 0 0 0 0,-1 0 0 0 0,0 0 0 0 0,0 0 0 0 0,1 0 0 0 0,-1 0 0 0 0,0 0 0 0 0,0 0 1 0 0,1 0-1 0 0,-1 0 0 0 0,0 1 0 0 0,1-1 0 0 0,-2 1 0 0 0,0 0 20 0 0,0 0 0 0 0,1 0-1 0 0,-1 0 1 0 0,0 1 0 0 0,1-1 0 0 0,-1 1-1 0 0,1-1 1 0 0,-2 4 0 0 0,-2 2 113 0 0,1 0 0 0 0,-1 0 1 0 0,-3 11-1 0 0,4-7 72 0 0,-1 1-1 0 0,-3 18 1 0 0,7-27-159 0 0,0 1 0 0 0,1 0 1 0 0,-1 0-1 0 0,1 0 0 0 0,0 0 0 0 0,0 0 0 0 0,0 0 0 0 0,1 0 1 0 0,0 0-1 0 0,-1 0 0 0 0,1-1 0 0 0,2 5 0 0 0,-3-7-34 0 0,1 0 0 0 0,0 1 0 0 0,-1-1 0 0 0,1 0 0 0 0,0 0 1 0 0,0 0-1 0 0,0 0 0 0 0,-1 0 0 0 0,1 0 0 0 0,1 0 0 0 0,-1 0 0 0 0,0 0 0 0 0,0-1 0 0 0,0 1 0 0 0,0 0 0 0 0,0-1 0 0 0,1 1 0 0 0,-1-1 0 0 0,2 1 0 0 0,0 0 38 0 0,0-1 0 0 0,-1 0 1 0 0,1 0-1 0 0,0 0 1 0 0,0 0-1 0 0,0 0 0 0 0,-1 0 1 0 0,1-1-1 0 0,3 0 0 0 0,1-1-15 0 0,-1 0 1 0 0,0-1-1 0 0,1 0 0 0 0,-1 0 1 0 0,0 0-1 0 0,0 0 0 0 0,5-6 1 0 0,-7 6-87 0 0,0-1 0 0 0,-1 0 0 0 0,1 0 0 0 0,-1 0 0 0 0,0 0 0 0 0,0 0 0 0 0,-1-1 1 0 0,1 0-1 0 0,-1 1 0 0 0,0-1 0 0 0,0 0 0 0 0,0 0 0 0 0,-1 0 0 0 0,0 0 1 0 0,0 0-1 0 0,1-8 0 0 0,-2 9 19 0 0,0 1 0 0 0,0 0 0 0 0,0 0 0 0 0,-1 0 0 0 0,1 0 0 0 0,-1 0 0 0 0,0 0 0 0 0,0 0 0 0 0,0 0 0 0 0,0 0 0 0 0,0 1 0 0 0,0-1 0 0 0,-1 0 0 0 0,1 0 1 0 0,-1 1-1 0 0,0-1 0 0 0,0 1 0 0 0,0 0 0 0 0,0-1 0 0 0,0 1 0 0 0,-1 0 0 0 0,1 0 0 0 0,-1 1 0 0 0,1-1 0 0 0,-1 0 0 0 0,1 1 0 0 0,-1-1 0 0 0,0 1 0 0 0,-4-1 0 0 0,-1 0 86 0 0,1 0 0 0 0,-1 1 0 0 0,0 0 0 0 0,0 1 0 0 0,1-1 0 0 0,-1 1 0 0 0,0 1 0 0 0,0 0 0 0 0,0 0 0 0 0,1 0 1 0 0,-1 1-1 0 0,1 0 0 0 0,-1 1 0 0 0,1 0 0 0 0,-9 4 0 0 0,0 1 198 0 0,0 1-1 0 0,0 1 1 0 0,1 0 0 0 0,0 1 0 0 0,-18 18 0 0 0,32-28-246 0 0,-23 24 355 0 0,23-23-350 0 0,-1-1 0 0 0,1 1 1 0 0,0 0-1 0 0,0 0 0 0 0,0 0 0 0 0,0 0 0 0 0,0 0 0 0 0,0 0 1 0 0,0 1-1 0 0,1-1 0 0 0,-1 0 0 0 0,0 4 0 0 0,2-5-9 0 0,-1-1 0 0 0,0 1-1 0 0,0 0 1 0 0,0 0 0 0 0,1 0 0 0 0,-1-1-1 0 0,0 1 1 0 0,1 0 0 0 0,-1 0 0 0 0,1-1-1 0 0,-1 1 1 0 0,1 0 0 0 0,-1-1 0 0 0,1 1-1 0 0,-1 0 1 0 0,1-1 0 0 0,0 1 0 0 0,-1-1-1 0 0,1 1 1 0 0,0-1 0 0 0,-1 1 0 0 0,1-1-1 0 0,0 0 1 0 0,0 1 0 0 0,0-1 0 0 0,-1 0-1 0 0,1 0 1 0 0,0 1 0 0 0,0-1 0 0 0,1 0-1 0 0,27 2 426 0 0,-27-2-417 0 0,124-9 1264 0 0,-61 2-405 0 0,-39 5-775 0 0</inkml:trace>
</inkml:ink>
</file>

<file path=ppt/ink/ink1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19:28.40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244 75 6553 0 0,'0'-1'-11'0'0,"-1"-2"21"0"0,1 0 0 0 0,0 0 0 0 0,-1 0 0 0 0,0 0 0 0 0,0 0 0 0 0,-1-3 0 0 0,2 5-2 0 0,-1 0 1 0 0,0 0-1 0 0,1 0 1 0 0,-1 0-1 0 0,0 0 1 0 0,1 0-1 0 0,-1 1 1 0 0,0-1-1 0 0,0 0 1 0 0,0 1-1 0 0,0-1 1 0 0,0 1-1 0 0,0-1 1 0 0,0 1-1 0 0,0-1 1 0 0,0 1-1 0 0,0-1 0 0 0,0 1 1 0 0,0 0-1 0 0,-2-1 1 0 0,-4 1 139 0 0,0-1 0 0 0,-1 1 0 0 0,1 0 0 0 0,0 1 0 0 0,0 0 0 0 0,0 0 0 0 0,0 0 0 0 0,0 1 0 0 0,-9 4 0 0 0,10-4-52 0 0,1 0-1 0 0,0 0 1 0 0,0 0-1 0 0,0 1 1 0 0,1 0-1 0 0,-1 0 1 0 0,1 0-1 0 0,-1 1 1 0 0,1 0-1 0 0,0 0 0 0 0,1 0 1 0 0,-7 8-1 0 0,9-12-84 0 0,1 1-1 0 0,-1 0 1 0 0,1-1-1 0 0,0 1 1 0 0,-1-1-1 0 0,1 1 1 0 0,0 0-1 0 0,-1-1 1 0 0,1 1-1 0 0,0 0 1 0 0,0-1-1 0 0,0 1 1 0 0,-1 0-1 0 0,1-1 1 0 0,0 1-1 0 0,0 0 1 0 0,0-1-1 0 0,0 1 1 0 0,0 0-1 0 0,0-1 1 0 0,0 1-1 0 0,1 0 1 0 0,-1 0-1 0 0,0-1 1 0 0,0 1-1 0 0,0 0 1 0 0,1-1-1 0 0,-1 2 1 0 0,1-2 18 0 0,0 1 0 0 0,0-1-1 0 0,0 1 1 0 0,0 0 0 0 0,0-1 0 0 0,0 0 0 0 0,1 1-1 0 0,-1-1 1 0 0,0 0 0 0 0,0 1 0 0 0,0-1 0 0 0,0 0-1 0 0,0 0 1 0 0,0 0 0 0 0,2 0 0 0 0,7 0 183 0 0,-1-1 0 0 0,0-1 0 0 0,10-2 1 0 0,-18 4-191 0 0,8-2 115 0 0,8-1 13 0 0,0-1-1 0 0,-1-1 1 0 0,1 0-1 0 0,-1-1 1 0 0,24-13-1 0 0,-39 18-160 0 0,1 0 1 0 0,-1 0-1 0 0,1 0 0 0 0,-1 0 0 0 0,1-1 1 0 0,-1 1-1 0 0,0 0 0 0 0,0-1 0 0 0,0 1 1 0 0,0-1-1 0 0,0 1 0 0 0,0-1 0 0 0,0 0 1 0 0,0 1-1 0 0,-1-1 0 0 0,1 0 1 0 0,0 0-1 0 0,-1 1 0 0 0,0-1 0 0 0,1 0 1 0 0,-1 0-1 0 0,0 0 0 0 0,0 0 0 0 0,0-1 1 0 0,0 1-2 0 0,-1 1 1 0 0,1-1-1 0 0,-1 1 1 0 0,1-1-1 0 0,-1 1 1 0 0,0 0-1 0 0,1 0 1 0 0,-1-1-1 0 0,0 1 1 0 0,0 0-1 0 0,0 0 1 0 0,0 0-1 0 0,0 0 1 0 0,0-1-1 0 0,0 2 1 0 0,0-1-1 0 0,0 0 1 0 0,0 0-1 0 0,-1 0 1 0 0,1 0-1 0 0,0 1 1 0 0,-1-1-1 0 0,1 1 1 0 0,0-1-1 0 0,-1 1 1 0 0,1-1-1 0 0,-1 1 1 0 0,1 0-1 0 0,-1 0 1 0 0,-1 0-1 0 0,-3 0 80 0 0,0 0-1 0 0,0 0 0 0 0,1 1 1 0 0,-1 0-1 0 0,0 0 1 0 0,1 1-1 0 0,-1-1 0 0 0,0 1 1 0 0,1 1-1 0 0,0-1 0 0 0,-5 4 1 0 0,5-4-3 0 0,1 0 1 0 0,0 1 0 0 0,1 0 0 0 0,-1-1 0 0 0,0 1 0 0 0,1 1 0 0 0,0-1-1 0 0,0 0 1 0 0,0 1 0 0 0,0 0 0 0 0,0 0 0 0 0,1 0 0 0 0,-1 0 0 0 0,-1 5 0 0 0,4-9-56 0 0,-1 1 0 0 0,1 0 0 0 0,0 0 0 0 0,0-1 0 0 0,0 1 0 0 0,0 0 1 0 0,-1 0-1 0 0,1-1 0 0 0,0 1 0 0 0,0 0 0 0 0,0 0 0 0 0,1-1 1 0 0,-1 1-1 0 0,0 0 0 0 0,0 0 0 0 0,0 0 0 0 0,0-1 0 0 0,1 1 0 0 0,-1 0 1 0 0,0-1-1 0 0,1 1 0 0 0,-1 0 0 0 0,1-1 0 0 0,-1 1 0 0 0,1 0 1 0 0,0 0-1 0 0,1 0 15 0 0,-1 0 1 0 0,1 0-1 0 0,-1 0 1 0 0,1 0 0 0 0,0 0-1 0 0,0-1 1 0 0,-1 1-1 0 0,1 0 1 0 0,0-1 0 0 0,3 1-1 0 0,5 0 133 0 0,-1-1-1 0 0,1 0 1 0 0,11-2-1 0 0,-8 1 50 0 0,-5 1-97 0 0,0-1 0 0 0,-1 1 0 0 0,1-2 0 0 0,-1 1 0 0 0,1-1 0 0 0,-1 0 0 0 0,11-5 0 0 0,-18 7-105 0 0,1 0 0 0 0,-1-1 1 0 0,0 1-1 0 0,0 0 0 0 0,0 0 0 0 0,1 0 1 0 0,-1 0-1 0 0,0 0 0 0 0,0 0 0 0 0,0-1 1 0 0,1 1-1 0 0,-1 0 0 0 0,0 0 0 0 0,0 0 1 0 0,0 0-1 0 0,0-1 0 0 0,0 1 1 0 0,1 0-1 0 0,-1 0 0 0 0,0-1 0 0 0,0 1 1 0 0,0 0-1 0 0,0 0 0 0 0,0 0 0 0 0,0-1 1 0 0,0 1-1 0 0,0 0 0 0 0,0 0 0 0 0,0-1 1 0 0,0 1-1 0 0,0 0 0 0 0,0 0 0 0 0,0-1 1 0 0,0 1-1 0 0,0 0 0 0 0,0 0 1 0 0,0-1-1 0 0,0 1 0 0 0,0 0 0 0 0,0 0 1 0 0,-1-1-1 0 0,-10-6 173 0 0,-15-2 217 0 0,16 8-263 0 0,1 1-1 0 0,0 0 0 0 0,-1 1 0 0 0,1 0 0 0 0,0 0 0 0 0,0 1 0 0 0,0 0 0 0 0,0 1 0 0 0,0 0 0 0 0,0 0 0 0 0,1 1 1 0 0,-13 7-1 0 0,1 2 256 0 0,-1 0 0 0 0,2 1 0 0 0,-29 28 0 0 0,46-40-337 0 0,-1 0 0 0 0,1 0 1 0 0,1 0-1 0 0,-1 1 0 0 0,0-1 0 0 0,0 0 1 0 0,1 1-1 0 0,0 0 0 0 0,-1-1 1 0 0,0 5-1 0 0,2-7-41 0 0,0 1 1 0 0,0-1-1 0 0,-1 1 1 0 0,1 0-1 0 0,0-1 0 0 0,0 1 1 0 0,0-1-1 0 0,0 1 1 0 0,0 0-1 0 0,1-1 1 0 0,-1 1-1 0 0,0-1 0 0 0,0 1 1 0 0,0-1-1 0 0,0 1 1 0 0,1 0-1 0 0,-1-1 1 0 0,0 1-1 0 0,1-1 1 0 0,-1 1-1 0 0,1 0 0 0 0,0-1 16 0 0,0 1-1 0 0,0 0 0 0 0,0-1 1 0 0,0 1-1 0 0,0 0 0 0 0,0-1 1 0 0,0 1-1 0 0,0-1 0 0 0,0 0 1 0 0,0 1-1 0 0,1-1 0 0 0,-1 0 1 0 0,0 0-1 0 0,3 0 0 0 0,3 0 114 0 0,1 0-1 0 0,0-1 0 0 0,-1 1 0 0 0,1-2 1 0 0,14-3-1 0 0,38-17 202 0 0,-43 15-739 0 0,-6 3 224 0 0,0-1-1 0 0,0 0 1 0 0,-1 0-1 0 0,1-1 1 0 0,-1-1-1 0 0,-1 0 0 0 0,1 0 1 0 0,-1 0-1 0 0,0-1 1 0 0,13-16-1 0 0,-22 24 171 0 0,0-1 0 0 0,0 1-1 0 0,0 0 1 0 0,0 0 0 0 0,1 0 0 0 0,-1 0-1 0 0,0 0 1 0 0,0 0 0 0 0,0-1 0 0 0,0 1-1 0 0,0 0 1 0 0,0 0 0 0 0,0 0 0 0 0,1 0-1 0 0,-1-1 1 0 0,0 1 0 0 0,0 0-1 0 0,0 0 1 0 0,0 0 0 0 0,0-1 0 0 0,0 1-1 0 0,0 0 1 0 0,0 0 0 0 0,0 0 0 0 0,0-1-1 0 0,0 1 1 0 0,0 0 0 0 0,0 0 0 0 0,0 0-1 0 0,0 0 1 0 0,0-1 0 0 0,0 1-1 0 0,0 0 1 0 0,0 0 0 0 0,-1 0 0 0 0,1-1-1 0 0,0 1 1 0 0,0 0 0 0 0,0 0 0 0 0,0 0-1 0 0,0 0 1 0 0,0 0 0 0 0,0-1 0 0 0,-1 1-1 0 0,-10 0-83 0 0,-13 8 184 0 0,-5 7 156 0 0,0 1-1 0 0,1 1 1 0 0,-43 37-1 0 0,63-49-194 0 0,1 2 0 0 0,1-1 0 0 0,-1 1-1 0 0,1 0 1 0 0,0 0 0 0 0,0 0 0 0 0,-8 15 0 0 0,6-4 5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B05A5A-ED40-4D0B-99B6-56CF24A0DC0D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BC42D-ADC0-4F31-B177-2A65A577A9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72042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C7EFE7-B25F-4EEC-8FDE-93DAC99EC1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04DFC4-1184-47BB-B9F1-33A537F229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8EFA60-04D0-489E-8841-6062BB0AC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3CCF0-AA23-48AB-AA3D-85F921082895}" type="datetime1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27EF65-790F-435B-9735-A10209571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791A31-A4FF-46C1-AFB2-8AAF2C5D0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B94AB-8D80-4C43-803C-5BFB4A6765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944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4D39A-0E3D-44E6-BA2B-803DC375B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33A1F8-FE03-41D7-B7A4-14323CFE8F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BEA6EA-D920-4153-B812-88D531036A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840FE-5F2A-435B-B2D8-DA3D5D635068}" type="datetime1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A852E4-6995-4ED5-9FEF-3E83DC919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34DC7-0C74-4661-94C6-CA2FE40FA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B94AB-8D80-4C43-803C-5BFB4A6765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1129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64D88-0333-4929-93D5-FF2042532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804783-79CB-48CC-9FD9-51A5184D4F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B19C97-9B89-47F8-90AE-3D988D01C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DBE03-7C0C-4025-B80E-639C1AE6BBFF}" type="datetime1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60FD42-E3D3-4706-BDBB-95721808ED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8A9A5C-570C-41E9-B6E5-29D2C4ED5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B94AB-8D80-4C43-803C-5BFB4A6765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19470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60F15-E1B0-43C5-AC6B-6F7C8611D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AB228E-E3B9-46E7-AA8C-62B149871B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163FDF-78C3-4E6D-81FC-4779EBC501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96023E-67F4-4914-A582-196DEAA8B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2813D-58E7-408F-AEA7-FB056E8D44E3}" type="datetime1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523477-70FF-447F-ABF2-A2993DAF1F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FF5F84-A5D3-4578-9007-5FAC026E4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B94AB-8D80-4C43-803C-5BFB4A6765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8324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EBA83C-B190-4177-B2A9-0DE9BF6F7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11DE3-D026-42C4-AB42-A5BCF4A5E7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44F1D6-DBD7-44FF-8598-F33EAA4713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99A9F1-63AA-4A68-9BCF-828AE9F2C1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D2F121B-BF15-44F8-996C-F348EF2992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1612903-9E72-4409-B60D-0F380B4EF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9A1FC-1BCE-47B7-B0EA-4327AAF0EB07}" type="datetime1">
              <a:rPr lang="en-US" smtClean="0"/>
              <a:t>12/16/2025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D6FF09B-4AAD-45BA-AF33-E33E4046A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9FEA06-45C7-4DBE-AB56-9028B031C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B94AB-8D80-4C43-803C-5BFB4A6765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2072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744F5-6489-4C19-AB7E-0D22888D8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E089F6-BC89-4762-8839-35F327246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00AA0-39BB-437D-B663-106449B11EB8}" type="datetime1">
              <a:rPr lang="en-US" smtClean="0"/>
              <a:t>12/16/2025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5D7D72-8685-47E7-8001-212BB58CD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7CD59D-1EED-4038-B31D-524F2F55E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B94AB-8D80-4C43-803C-5BFB4A6765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7651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2C80863-FB16-4E84-9735-CA7338AE86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9C87E-8453-4EBF-A204-D65B3DD30F32}" type="datetime1">
              <a:rPr lang="en-US" smtClean="0"/>
              <a:t>12/16/2025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B5F3FA-7DB8-40B4-942A-267EB3657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1D8E1B-EA38-4869-B2F9-93895AA8A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B94AB-8D80-4C43-803C-5BFB4A6765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8865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90199-EBAF-4423-B003-D8A750407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730205-CBEE-4CEA-AA27-68DC5FE1E9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830517-1E34-4750-98A5-50ADFB24CF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0491CD-F73E-4D0F-884F-87A93498C7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1851B-1CCD-4EA5-8E3C-96E632C06565}" type="datetime1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68A4B2-5590-4CF2-A253-7868FA446A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DF4BBD-D239-40C2-9909-9BA89B7A5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B94AB-8D80-4C43-803C-5BFB4A6765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4305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8BE25-BE6B-400E-9BC0-0907A96D7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CDC9E86-FC65-48A9-9555-FD5A11583B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3DF1EF-A7AE-4AB0-8C31-5BB3E5FCDE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85541D-0B18-4D22-9A64-9BF028722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6C52F-B1FD-4188-B381-9CE250EC66C5}" type="datetime1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6F5594-EB21-41EB-9644-0FF6233BE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DC6BE9-4940-40B1-A1AC-3D03201A0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B94AB-8D80-4C43-803C-5BFB4A6765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3483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70E98-E853-42EB-88B2-CEAB9BA87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CF8521-1C3E-4CAF-A335-31329169FA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7BBEB7-9226-4C73-94AC-50B21EB3A5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2DA0B-885A-4011-92E8-A4603765F473}" type="datetime1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E21675-DCA1-4C1D-A89F-FA66EEFCA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C69021-AE74-42EF-9862-CE0A0F28A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B94AB-8D80-4C43-803C-5BFB4A6765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8186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EB58F19-C48A-4745-A3F0-15DF22DDE3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0D22FE-D38E-4668-84AF-53D0C2E28C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D3F87D-523F-459D-8BE3-17D265966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91C01D-0BFF-403C-BE2A-919C384F8AD3}" type="datetime1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1E55BB-AB82-4455-A285-1D2F6982F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92ECEC-A937-4183-8A29-CDF7E2C37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B94AB-8D80-4C43-803C-5BFB4A6765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6375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551DE-D01A-42AE-83AD-8CA7C9092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248B31-74D2-4B7D-82A4-5B3E876488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F32DB6-C884-4B32-AB91-31D1DC64CD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EB33A-AC89-4B39-AA18-C6D4FD95481C}" type="datetime1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16542C-C43A-40C0-9805-D2179E06A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2D81D4-3D08-476C-96DF-A0E399957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A2B03-C065-430E-988D-44590E20A9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514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6DDDC7B-4745-4774-8D1C-85E40C4DCF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8B1BA1-5F31-4535-A3A0-516F35110E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BA5C29-688C-4B85-A7C6-C73BAF2099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6AE0E6-4460-4721-A279-C21D7633775F}" type="datetime1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E5335F-E1AD-448C-82A4-DD40B875AD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491FDF-E2AB-4CA0-8ECA-3825E123E3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7B94AB-8D80-4C43-803C-5BFB4A6765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9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2.xml"/><Relationship Id="rId6" Type="http://schemas.openxmlformats.org/officeDocument/2006/relationships/customXml" Target="../ink/ink3.xml"/><Relationship Id="rId11" Type="http://schemas.openxmlformats.org/officeDocument/2006/relationships/image" Target="../media/image5.png"/><Relationship Id="rId5" Type="http://schemas.openxmlformats.org/officeDocument/2006/relationships/image" Target="../media/image2.png"/><Relationship Id="rId10" Type="http://schemas.openxmlformats.org/officeDocument/2006/relationships/customXml" Target="../ink/ink5.xml"/><Relationship Id="rId4" Type="http://schemas.openxmlformats.org/officeDocument/2006/relationships/customXml" Target="../ink/ink2.xml"/><Relationship Id="rId9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png"/><Relationship Id="rId18" Type="http://schemas.openxmlformats.org/officeDocument/2006/relationships/customXml" Target="../ink/ink14.xml"/><Relationship Id="rId26" Type="http://schemas.openxmlformats.org/officeDocument/2006/relationships/customXml" Target="../ink/ink18.xml"/><Relationship Id="rId39" Type="http://schemas.openxmlformats.org/officeDocument/2006/relationships/image" Target="../media/image24.png"/><Relationship Id="rId21" Type="http://schemas.openxmlformats.org/officeDocument/2006/relationships/image" Target="../media/image15.png"/><Relationship Id="rId34" Type="http://schemas.openxmlformats.org/officeDocument/2006/relationships/customXml" Target="../ink/ink22.xml"/><Relationship Id="rId42" Type="http://schemas.openxmlformats.org/officeDocument/2006/relationships/customXml" Target="../ink/ink26.xml"/><Relationship Id="rId47" Type="http://schemas.openxmlformats.org/officeDocument/2006/relationships/image" Target="../media/image28.png"/><Relationship Id="rId50" Type="http://schemas.openxmlformats.org/officeDocument/2006/relationships/customXml" Target="../ink/ink30.xml"/><Relationship Id="rId55" Type="http://schemas.openxmlformats.org/officeDocument/2006/relationships/image" Target="../media/image32.png"/><Relationship Id="rId7" Type="http://schemas.openxmlformats.org/officeDocument/2006/relationships/image" Target="../media/image8.png"/><Relationship Id="rId2" Type="http://schemas.openxmlformats.org/officeDocument/2006/relationships/customXml" Target="../ink/ink6.xml"/><Relationship Id="rId16" Type="http://schemas.openxmlformats.org/officeDocument/2006/relationships/customXml" Target="../ink/ink13.xml"/><Relationship Id="rId29" Type="http://schemas.openxmlformats.org/officeDocument/2006/relationships/image" Target="../media/image19.png"/><Relationship Id="rId11" Type="http://schemas.openxmlformats.org/officeDocument/2006/relationships/image" Target="../media/image10.png"/><Relationship Id="rId24" Type="http://schemas.openxmlformats.org/officeDocument/2006/relationships/customXml" Target="../ink/ink17.xml"/><Relationship Id="rId32" Type="http://schemas.openxmlformats.org/officeDocument/2006/relationships/customXml" Target="../ink/ink21.xml"/><Relationship Id="rId37" Type="http://schemas.openxmlformats.org/officeDocument/2006/relationships/image" Target="../media/image23.png"/><Relationship Id="rId40" Type="http://schemas.openxmlformats.org/officeDocument/2006/relationships/customXml" Target="../ink/ink25.xml"/><Relationship Id="rId45" Type="http://schemas.openxmlformats.org/officeDocument/2006/relationships/image" Target="../media/image27.png"/><Relationship Id="rId53" Type="http://schemas.openxmlformats.org/officeDocument/2006/relationships/image" Target="../media/image31.png"/><Relationship Id="rId5" Type="http://schemas.openxmlformats.org/officeDocument/2006/relationships/image" Target="../media/image7.png"/><Relationship Id="rId10" Type="http://schemas.openxmlformats.org/officeDocument/2006/relationships/customXml" Target="../ink/ink10.xml"/><Relationship Id="rId19" Type="http://schemas.openxmlformats.org/officeDocument/2006/relationships/image" Target="../media/image14.png"/><Relationship Id="rId31" Type="http://schemas.openxmlformats.org/officeDocument/2006/relationships/image" Target="../media/image20.png"/><Relationship Id="rId44" Type="http://schemas.openxmlformats.org/officeDocument/2006/relationships/customXml" Target="../ink/ink27.xml"/><Relationship Id="rId52" Type="http://schemas.openxmlformats.org/officeDocument/2006/relationships/customXml" Target="../ink/ink31.xml"/><Relationship Id="rId4" Type="http://schemas.openxmlformats.org/officeDocument/2006/relationships/customXml" Target="../ink/ink7.xml"/><Relationship Id="rId9" Type="http://schemas.openxmlformats.org/officeDocument/2006/relationships/image" Target="../media/image9.png"/><Relationship Id="rId14" Type="http://schemas.openxmlformats.org/officeDocument/2006/relationships/customXml" Target="../ink/ink12.xml"/><Relationship Id="rId22" Type="http://schemas.openxmlformats.org/officeDocument/2006/relationships/customXml" Target="../ink/ink16.xml"/><Relationship Id="rId27" Type="http://schemas.openxmlformats.org/officeDocument/2006/relationships/image" Target="../media/image18.png"/><Relationship Id="rId30" Type="http://schemas.openxmlformats.org/officeDocument/2006/relationships/customXml" Target="../ink/ink20.xml"/><Relationship Id="rId35" Type="http://schemas.openxmlformats.org/officeDocument/2006/relationships/image" Target="../media/image22.png"/><Relationship Id="rId43" Type="http://schemas.openxmlformats.org/officeDocument/2006/relationships/image" Target="../media/image26.png"/><Relationship Id="rId48" Type="http://schemas.openxmlformats.org/officeDocument/2006/relationships/customXml" Target="../ink/ink29.xml"/><Relationship Id="rId8" Type="http://schemas.openxmlformats.org/officeDocument/2006/relationships/customXml" Target="../ink/ink9.xml"/><Relationship Id="rId51" Type="http://schemas.openxmlformats.org/officeDocument/2006/relationships/image" Target="../media/image30.png"/><Relationship Id="rId3" Type="http://schemas.openxmlformats.org/officeDocument/2006/relationships/image" Target="../media/image6.png"/><Relationship Id="rId12" Type="http://schemas.openxmlformats.org/officeDocument/2006/relationships/customXml" Target="../ink/ink11.xml"/><Relationship Id="rId17" Type="http://schemas.openxmlformats.org/officeDocument/2006/relationships/image" Target="../media/image13.png"/><Relationship Id="rId25" Type="http://schemas.openxmlformats.org/officeDocument/2006/relationships/image" Target="../media/image17.png"/><Relationship Id="rId33" Type="http://schemas.openxmlformats.org/officeDocument/2006/relationships/image" Target="../media/image21.png"/><Relationship Id="rId38" Type="http://schemas.openxmlformats.org/officeDocument/2006/relationships/customXml" Target="../ink/ink24.xml"/><Relationship Id="rId46" Type="http://schemas.openxmlformats.org/officeDocument/2006/relationships/customXml" Target="../ink/ink28.xml"/><Relationship Id="rId20" Type="http://schemas.openxmlformats.org/officeDocument/2006/relationships/customXml" Target="../ink/ink15.xml"/><Relationship Id="rId41" Type="http://schemas.openxmlformats.org/officeDocument/2006/relationships/image" Target="../media/image25.png"/><Relationship Id="rId54" Type="http://schemas.openxmlformats.org/officeDocument/2006/relationships/customXml" Target="../ink/ink32.xml"/><Relationship Id="rId1" Type="http://schemas.openxmlformats.org/officeDocument/2006/relationships/slideLayout" Target="../slideLayouts/slideLayout12.xml"/><Relationship Id="rId6" Type="http://schemas.openxmlformats.org/officeDocument/2006/relationships/customXml" Target="../ink/ink8.xml"/><Relationship Id="rId15" Type="http://schemas.openxmlformats.org/officeDocument/2006/relationships/image" Target="../media/image12.png"/><Relationship Id="rId23" Type="http://schemas.openxmlformats.org/officeDocument/2006/relationships/image" Target="../media/image16.png"/><Relationship Id="rId28" Type="http://schemas.openxmlformats.org/officeDocument/2006/relationships/customXml" Target="../ink/ink19.xml"/><Relationship Id="rId36" Type="http://schemas.openxmlformats.org/officeDocument/2006/relationships/customXml" Target="../ink/ink23.xml"/><Relationship Id="rId49" Type="http://schemas.openxmlformats.org/officeDocument/2006/relationships/image" Target="../media/image29.png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0.png"/><Relationship Id="rId18" Type="http://schemas.openxmlformats.org/officeDocument/2006/relationships/customXml" Target="../ink/ink39.xml"/><Relationship Id="rId26" Type="http://schemas.openxmlformats.org/officeDocument/2006/relationships/customXml" Target="../ink/ink43.xml"/><Relationship Id="rId3" Type="http://schemas.openxmlformats.org/officeDocument/2006/relationships/image" Target="../media/image34.svg"/><Relationship Id="rId21" Type="http://schemas.openxmlformats.org/officeDocument/2006/relationships/image" Target="../media/image44.png"/><Relationship Id="rId7" Type="http://schemas.openxmlformats.org/officeDocument/2006/relationships/image" Target="../media/image37.png"/><Relationship Id="rId12" Type="http://schemas.openxmlformats.org/officeDocument/2006/relationships/customXml" Target="../ink/ink36.xml"/><Relationship Id="rId17" Type="http://schemas.openxmlformats.org/officeDocument/2006/relationships/image" Target="../media/image42.png"/><Relationship Id="rId25" Type="http://schemas.openxmlformats.org/officeDocument/2006/relationships/image" Target="../media/image46.png"/><Relationship Id="rId33" Type="http://schemas.openxmlformats.org/officeDocument/2006/relationships/image" Target="../media/image50.png"/><Relationship Id="rId2" Type="http://schemas.openxmlformats.org/officeDocument/2006/relationships/image" Target="../media/image33.png"/><Relationship Id="rId16" Type="http://schemas.openxmlformats.org/officeDocument/2006/relationships/customXml" Target="../ink/ink38.xml"/><Relationship Id="rId20" Type="http://schemas.openxmlformats.org/officeDocument/2006/relationships/customXml" Target="../ink/ink40.xml"/><Relationship Id="rId29" Type="http://schemas.openxmlformats.org/officeDocument/2006/relationships/image" Target="../media/image48.png"/><Relationship Id="rId1" Type="http://schemas.openxmlformats.org/officeDocument/2006/relationships/slideLayout" Target="../slideLayouts/slideLayout12.xml"/><Relationship Id="rId6" Type="http://schemas.openxmlformats.org/officeDocument/2006/relationships/customXml" Target="../ink/ink33.xml"/><Relationship Id="rId11" Type="http://schemas.openxmlformats.org/officeDocument/2006/relationships/image" Target="../media/image39.png"/><Relationship Id="rId24" Type="http://schemas.openxmlformats.org/officeDocument/2006/relationships/customXml" Target="../ink/ink42.xml"/><Relationship Id="rId32" Type="http://schemas.openxmlformats.org/officeDocument/2006/relationships/customXml" Target="../ink/ink46.xml"/><Relationship Id="rId5" Type="http://schemas.openxmlformats.org/officeDocument/2006/relationships/image" Target="../media/image36.svg"/><Relationship Id="rId15" Type="http://schemas.openxmlformats.org/officeDocument/2006/relationships/image" Target="../media/image41.png"/><Relationship Id="rId23" Type="http://schemas.openxmlformats.org/officeDocument/2006/relationships/image" Target="../media/image45.png"/><Relationship Id="rId28" Type="http://schemas.openxmlformats.org/officeDocument/2006/relationships/customXml" Target="../ink/ink44.xml"/><Relationship Id="rId10" Type="http://schemas.openxmlformats.org/officeDocument/2006/relationships/customXml" Target="../ink/ink35.xml"/><Relationship Id="rId19" Type="http://schemas.openxmlformats.org/officeDocument/2006/relationships/image" Target="../media/image43.png"/><Relationship Id="rId31" Type="http://schemas.openxmlformats.org/officeDocument/2006/relationships/image" Target="../media/image49.png"/><Relationship Id="rId4" Type="http://schemas.openxmlformats.org/officeDocument/2006/relationships/image" Target="../media/image35.png"/><Relationship Id="rId9" Type="http://schemas.openxmlformats.org/officeDocument/2006/relationships/image" Target="../media/image38.png"/><Relationship Id="rId14" Type="http://schemas.openxmlformats.org/officeDocument/2006/relationships/customXml" Target="../ink/ink37.xml"/><Relationship Id="rId22" Type="http://schemas.openxmlformats.org/officeDocument/2006/relationships/customXml" Target="../ink/ink41.xml"/><Relationship Id="rId27" Type="http://schemas.openxmlformats.org/officeDocument/2006/relationships/image" Target="../media/image47.png"/><Relationship Id="rId30" Type="http://schemas.openxmlformats.org/officeDocument/2006/relationships/customXml" Target="../ink/ink45.xml"/><Relationship Id="rId8" Type="http://schemas.openxmlformats.org/officeDocument/2006/relationships/customXml" Target="../ink/ink34.xml"/></Relationships>
</file>

<file path=ppt/slides/_rels/slide5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04.xml"/><Relationship Id="rId21" Type="http://schemas.openxmlformats.org/officeDocument/2006/relationships/customXml" Target="../ink/ink56.xml"/><Relationship Id="rId42" Type="http://schemas.openxmlformats.org/officeDocument/2006/relationships/image" Target="../media/image71.png"/><Relationship Id="rId63" Type="http://schemas.openxmlformats.org/officeDocument/2006/relationships/customXml" Target="../ink/ink77.xml"/><Relationship Id="rId84" Type="http://schemas.openxmlformats.org/officeDocument/2006/relationships/image" Target="../media/image92.png"/><Relationship Id="rId138" Type="http://schemas.openxmlformats.org/officeDocument/2006/relationships/image" Target="../media/image119.png"/><Relationship Id="rId159" Type="http://schemas.openxmlformats.org/officeDocument/2006/relationships/customXml" Target="../ink/ink125.xml"/><Relationship Id="rId170" Type="http://schemas.openxmlformats.org/officeDocument/2006/relationships/image" Target="../media/image135.png"/><Relationship Id="rId191" Type="http://schemas.openxmlformats.org/officeDocument/2006/relationships/customXml" Target="../ink/ink141.xml"/><Relationship Id="rId205" Type="http://schemas.openxmlformats.org/officeDocument/2006/relationships/customXml" Target="../ink/ink148.xml"/><Relationship Id="rId226" Type="http://schemas.openxmlformats.org/officeDocument/2006/relationships/image" Target="../media/image163.png"/><Relationship Id="rId247" Type="http://schemas.openxmlformats.org/officeDocument/2006/relationships/customXml" Target="../ink/ink169.xml"/><Relationship Id="rId107" Type="http://schemas.openxmlformats.org/officeDocument/2006/relationships/customXml" Target="../ink/ink99.xml"/><Relationship Id="rId11" Type="http://schemas.openxmlformats.org/officeDocument/2006/relationships/customXml" Target="../ink/ink51.xml"/><Relationship Id="rId32" Type="http://schemas.openxmlformats.org/officeDocument/2006/relationships/image" Target="../media/image66.png"/><Relationship Id="rId53" Type="http://schemas.openxmlformats.org/officeDocument/2006/relationships/customXml" Target="../ink/ink72.xml"/><Relationship Id="rId74" Type="http://schemas.openxmlformats.org/officeDocument/2006/relationships/image" Target="../media/image87.png"/><Relationship Id="rId128" Type="http://schemas.openxmlformats.org/officeDocument/2006/relationships/image" Target="../media/image114.png"/><Relationship Id="rId149" Type="http://schemas.openxmlformats.org/officeDocument/2006/relationships/customXml" Target="../ink/ink120.xml"/><Relationship Id="rId5" Type="http://schemas.openxmlformats.org/officeDocument/2006/relationships/customXml" Target="../ink/ink48.xml"/><Relationship Id="rId95" Type="http://schemas.openxmlformats.org/officeDocument/2006/relationships/customXml" Target="../ink/ink93.xml"/><Relationship Id="rId160" Type="http://schemas.openxmlformats.org/officeDocument/2006/relationships/image" Target="../media/image130.png"/><Relationship Id="rId181" Type="http://schemas.openxmlformats.org/officeDocument/2006/relationships/customXml" Target="../ink/ink136.xml"/><Relationship Id="rId216" Type="http://schemas.openxmlformats.org/officeDocument/2006/relationships/image" Target="../media/image158.png"/><Relationship Id="rId237" Type="http://schemas.openxmlformats.org/officeDocument/2006/relationships/customXml" Target="../ink/ink164.xml"/><Relationship Id="rId22" Type="http://schemas.openxmlformats.org/officeDocument/2006/relationships/image" Target="../media/image61.png"/><Relationship Id="rId43" Type="http://schemas.openxmlformats.org/officeDocument/2006/relationships/customXml" Target="../ink/ink67.xml"/><Relationship Id="rId64" Type="http://schemas.openxmlformats.org/officeDocument/2006/relationships/image" Target="../media/image82.png"/><Relationship Id="rId118" Type="http://schemas.openxmlformats.org/officeDocument/2006/relationships/image" Target="../media/image109.png"/><Relationship Id="rId139" Type="http://schemas.openxmlformats.org/officeDocument/2006/relationships/customXml" Target="../ink/ink115.xml"/><Relationship Id="rId85" Type="http://schemas.openxmlformats.org/officeDocument/2006/relationships/customXml" Target="../ink/ink88.xml"/><Relationship Id="rId150" Type="http://schemas.openxmlformats.org/officeDocument/2006/relationships/image" Target="../media/image125.png"/><Relationship Id="rId171" Type="http://schemas.openxmlformats.org/officeDocument/2006/relationships/customXml" Target="../ink/ink131.xml"/><Relationship Id="rId192" Type="http://schemas.openxmlformats.org/officeDocument/2006/relationships/image" Target="../media/image146.png"/><Relationship Id="rId206" Type="http://schemas.openxmlformats.org/officeDocument/2006/relationships/image" Target="../media/image153.png"/><Relationship Id="rId227" Type="http://schemas.openxmlformats.org/officeDocument/2006/relationships/customXml" Target="../ink/ink159.xml"/><Relationship Id="rId248" Type="http://schemas.openxmlformats.org/officeDocument/2006/relationships/image" Target="../media/image174.png"/><Relationship Id="rId12" Type="http://schemas.openxmlformats.org/officeDocument/2006/relationships/image" Target="../media/image56.png"/><Relationship Id="rId33" Type="http://schemas.openxmlformats.org/officeDocument/2006/relationships/customXml" Target="../ink/ink62.xml"/><Relationship Id="rId108" Type="http://schemas.openxmlformats.org/officeDocument/2006/relationships/image" Target="../media/image104.png"/><Relationship Id="rId129" Type="http://schemas.openxmlformats.org/officeDocument/2006/relationships/customXml" Target="../ink/ink110.xml"/><Relationship Id="rId54" Type="http://schemas.openxmlformats.org/officeDocument/2006/relationships/image" Target="../media/image77.png"/><Relationship Id="rId75" Type="http://schemas.openxmlformats.org/officeDocument/2006/relationships/customXml" Target="../ink/ink83.xml"/><Relationship Id="rId96" Type="http://schemas.openxmlformats.org/officeDocument/2006/relationships/image" Target="../media/image98.png"/><Relationship Id="rId140" Type="http://schemas.openxmlformats.org/officeDocument/2006/relationships/image" Target="../media/image120.png"/><Relationship Id="rId161" Type="http://schemas.openxmlformats.org/officeDocument/2006/relationships/customXml" Target="../ink/ink126.xml"/><Relationship Id="rId182" Type="http://schemas.openxmlformats.org/officeDocument/2006/relationships/image" Target="../media/image141.png"/><Relationship Id="rId217" Type="http://schemas.openxmlformats.org/officeDocument/2006/relationships/customXml" Target="../ink/ink154.xml"/><Relationship Id="rId6" Type="http://schemas.openxmlformats.org/officeDocument/2006/relationships/image" Target="../media/image53.png"/><Relationship Id="rId238" Type="http://schemas.openxmlformats.org/officeDocument/2006/relationships/image" Target="../media/image169.png"/><Relationship Id="rId23" Type="http://schemas.openxmlformats.org/officeDocument/2006/relationships/customXml" Target="../ink/ink57.xml"/><Relationship Id="rId119" Type="http://schemas.openxmlformats.org/officeDocument/2006/relationships/customXml" Target="../ink/ink105.xml"/><Relationship Id="rId44" Type="http://schemas.openxmlformats.org/officeDocument/2006/relationships/image" Target="../media/image72.png"/><Relationship Id="rId65" Type="http://schemas.openxmlformats.org/officeDocument/2006/relationships/customXml" Target="../ink/ink78.xml"/><Relationship Id="rId86" Type="http://schemas.openxmlformats.org/officeDocument/2006/relationships/image" Target="../media/image93.png"/><Relationship Id="rId130" Type="http://schemas.openxmlformats.org/officeDocument/2006/relationships/image" Target="../media/image115.png"/><Relationship Id="rId151" Type="http://schemas.openxmlformats.org/officeDocument/2006/relationships/customXml" Target="../ink/ink121.xml"/><Relationship Id="rId172" Type="http://schemas.openxmlformats.org/officeDocument/2006/relationships/image" Target="../media/image136.png"/><Relationship Id="rId193" Type="http://schemas.openxmlformats.org/officeDocument/2006/relationships/customXml" Target="../ink/ink142.xml"/><Relationship Id="rId207" Type="http://schemas.openxmlformats.org/officeDocument/2006/relationships/customXml" Target="../ink/ink149.xml"/><Relationship Id="rId228" Type="http://schemas.openxmlformats.org/officeDocument/2006/relationships/image" Target="../media/image164.png"/><Relationship Id="rId249" Type="http://schemas.openxmlformats.org/officeDocument/2006/relationships/customXml" Target="../ink/ink170.xml"/><Relationship Id="rId13" Type="http://schemas.openxmlformats.org/officeDocument/2006/relationships/customXml" Target="../ink/ink52.xml"/><Relationship Id="rId109" Type="http://schemas.openxmlformats.org/officeDocument/2006/relationships/customXml" Target="../ink/ink100.xml"/><Relationship Id="rId34" Type="http://schemas.openxmlformats.org/officeDocument/2006/relationships/image" Target="../media/image67.png"/><Relationship Id="rId55" Type="http://schemas.openxmlformats.org/officeDocument/2006/relationships/customXml" Target="../ink/ink73.xml"/><Relationship Id="rId76" Type="http://schemas.openxmlformats.org/officeDocument/2006/relationships/image" Target="../media/image88.png"/><Relationship Id="rId97" Type="http://schemas.openxmlformats.org/officeDocument/2006/relationships/customXml" Target="../ink/ink94.xml"/><Relationship Id="rId120" Type="http://schemas.openxmlformats.org/officeDocument/2006/relationships/image" Target="../media/image110.png"/><Relationship Id="rId141" Type="http://schemas.openxmlformats.org/officeDocument/2006/relationships/customXml" Target="../ink/ink116.xml"/><Relationship Id="rId7" Type="http://schemas.openxmlformats.org/officeDocument/2006/relationships/customXml" Target="../ink/ink49.xml"/><Relationship Id="rId162" Type="http://schemas.openxmlformats.org/officeDocument/2006/relationships/image" Target="../media/image131.png"/><Relationship Id="rId183" Type="http://schemas.openxmlformats.org/officeDocument/2006/relationships/customXml" Target="../ink/ink137.xml"/><Relationship Id="rId218" Type="http://schemas.openxmlformats.org/officeDocument/2006/relationships/image" Target="../media/image159.png"/><Relationship Id="rId239" Type="http://schemas.openxmlformats.org/officeDocument/2006/relationships/customXml" Target="../ink/ink165.xml"/><Relationship Id="rId250" Type="http://schemas.openxmlformats.org/officeDocument/2006/relationships/image" Target="../media/image175.png"/><Relationship Id="rId24" Type="http://schemas.openxmlformats.org/officeDocument/2006/relationships/image" Target="../media/image62.png"/><Relationship Id="rId45" Type="http://schemas.openxmlformats.org/officeDocument/2006/relationships/customXml" Target="../ink/ink68.xml"/><Relationship Id="rId66" Type="http://schemas.openxmlformats.org/officeDocument/2006/relationships/image" Target="../media/image83.png"/><Relationship Id="rId87" Type="http://schemas.openxmlformats.org/officeDocument/2006/relationships/customXml" Target="../ink/ink89.xml"/><Relationship Id="rId110" Type="http://schemas.openxmlformats.org/officeDocument/2006/relationships/image" Target="../media/image105.png"/><Relationship Id="rId131" Type="http://schemas.openxmlformats.org/officeDocument/2006/relationships/customXml" Target="../ink/ink111.xml"/><Relationship Id="rId152" Type="http://schemas.openxmlformats.org/officeDocument/2006/relationships/image" Target="../media/image126.png"/><Relationship Id="rId173" Type="http://schemas.openxmlformats.org/officeDocument/2006/relationships/customXml" Target="../ink/ink132.xml"/><Relationship Id="rId194" Type="http://schemas.openxmlformats.org/officeDocument/2006/relationships/image" Target="../media/image147.png"/><Relationship Id="rId208" Type="http://schemas.openxmlformats.org/officeDocument/2006/relationships/image" Target="../media/image154.png"/><Relationship Id="rId229" Type="http://schemas.openxmlformats.org/officeDocument/2006/relationships/customXml" Target="../ink/ink160.xml"/><Relationship Id="rId240" Type="http://schemas.openxmlformats.org/officeDocument/2006/relationships/image" Target="../media/image170.png"/><Relationship Id="rId14" Type="http://schemas.openxmlformats.org/officeDocument/2006/relationships/image" Target="../media/image57.png"/><Relationship Id="rId35" Type="http://schemas.openxmlformats.org/officeDocument/2006/relationships/customXml" Target="../ink/ink63.xml"/><Relationship Id="rId56" Type="http://schemas.openxmlformats.org/officeDocument/2006/relationships/image" Target="../media/image78.png"/><Relationship Id="rId77" Type="http://schemas.openxmlformats.org/officeDocument/2006/relationships/customXml" Target="../ink/ink84.xml"/><Relationship Id="rId100" Type="http://schemas.openxmlformats.org/officeDocument/2006/relationships/image" Target="../media/image100.png"/><Relationship Id="rId8" Type="http://schemas.openxmlformats.org/officeDocument/2006/relationships/image" Target="../media/image54.png"/><Relationship Id="rId98" Type="http://schemas.openxmlformats.org/officeDocument/2006/relationships/image" Target="../media/image99.png"/><Relationship Id="rId121" Type="http://schemas.openxmlformats.org/officeDocument/2006/relationships/customXml" Target="../ink/ink106.xml"/><Relationship Id="rId142" Type="http://schemas.openxmlformats.org/officeDocument/2006/relationships/image" Target="../media/image121.png"/><Relationship Id="rId163" Type="http://schemas.openxmlformats.org/officeDocument/2006/relationships/customXml" Target="../ink/ink127.xml"/><Relationship Id="rId184" Type="http://schemas.openxmlformats.org/officeDocument/2006/relationships/image" Target="../media/image142.png"/><Relationship Id="rId219" Type="http://schemas.openxmlformats.org/officeDocument/2006/relationships/customXml" Target="../ink/ink155.xml"/><Relationship Id="rId230" Type="http://schemas.openxmlformats.org/officeDocument/2006/relationships/image" Target="../media/image165.png"/><Relationship Id="rId25" Type="http://schemas.openxmlformats.org/officeDocument/2006/relationships/customXml" Target="../ink/ink58.xml"/><Relationship Id="rId46" Type="http://schemas.openxmlformats.org/officeDocument/2006/relationships/image" Target="../media/image73.png"/><Relationship Id="rId67" Type="http://schemas.openxmlformats.org/officeDocument/2006/relationships/customXml" Target="../ink/ink79.xml"/><Relationship Id="rId88" Type="http://schemas.openxmlformats.org/officeDocument/2006/relationships/image" Target="../media/image94.png"/><Relationship Id="rId111" Type="http://schemas.openxmlformats.org/officeDocument/2006/relationships/customXml" Target="../ink/ink101.xml"/><Relationship Id="rId132" Type="http://schemas.openxmlformats.org/officeDocument/2006/relationships/image" Target="../media/image116.png"/><Relationship Id="rId153" Type="http://schemas.openxmlformats.org/officeDocument/2006/relationships/customXml" Target="../ink/ink122.xml"/><Relationship Id="rId174" Type="http://schemas.openxmlformats.org/officeDocument/2006/relationships/image" Target="../media/image137.png"/><Relationship Id="rId195" Type="http://schemas.openxmlformats.org/officeDocument/2006/relationships/customXml" Target="../ink/ink143.xml"/><Relationship Id="rId209" Type="http://schemas.openxmlformats.org/officeDocument/2006/relationships/customXml" Target="../ink/ink150.xml"/><Relationship Id="rId220" Type="http://schemas.openxmlformats.org/officeDocument/2006/relationships/image" Target="../media/image160.png"/><Relationship Id="rId241" Type="http://schemas.openxmlformats.org/officeDocument/2006/relationships/customXml" Target="../ink/ink166.xml"/><Relationship Id="rId15" Type="http://schemas.openxmlformats.org/officeDocument/2006/relationships/customXml" Target="../ink/ink53.xml"/><Relationship Id="rId36" Type="http://schemas.openxmlformats.org/officeDocument/2006/relationships/image" Target="../media/image68.png"/><Relationship Id="rId57" Type="http://schemas.openxmlformats.org/officeDocument/2006/relationships/customXml" Target="../ink/ink74.xml"/><Relationship Id="rId78" Type="http://schemas.openxmlformats.org/officeDocument/2006/relationships/image" Target="../media/image89.png"/><Relationship Id="rId99" Type="http://schemas.openxmlformats.org/officeDocument/2006/relationships/customXml" Target="../ink/ink95.xml"/><Relationship Id="rId101" Type="http://schemas.openxmlformats.org/officeDocument/2006/relationships/customXml" Target="../ink/ink96.xml"/><Relationship Id="rId122" Type="http://schemas.openxmlformats.org/officeDocument/2006/relationships/image" Target="../media/image111.png"/><Relationship Id="rId143" Type="http://schemas.openxmlformats.org/officeDocument/2006/relationships/customXml" Target="../ink/ink117.xml"/><Relationship Id="rId164" Type="http://schemas.openxmlformats.org/officeDocument/2006/relationships/image" Target="../media/image132.png"/><Relationship Id="rId185" Type="http://schemas.openxmlformats.org/officeDocument/2006/relationships/customXml" Target="../ink/ink138.xml"/><Relationship Id="rId4" Type="http://schemas.openxmlformats.org/officeDocument/2006/relationships/image" Target="../media/image52.png"/><Relationship Id="rId9" Type="http://schemas.openxmlformats.org/officeDocument/2006/relationships/customXml" Target="../ink/ink50.xml"/><Relationship Id="rId180" Type="http://schemas.openxmlformats.org/officeDocument/2006/relationships/image" Target="../media/image140.png"/><Relationship Id="rId210" Type="http://schemas.openxmlformats.org/officeDocument/2006/relationships/image" Target="../media/image155.png"/><Relationship Id="rId215" Type="http://schemas.openxmlformats.org/officeDocument/2006/relationships/customXml" Target="../ink/ink153.xml"/><Relationship Id="rId236" Type="http://schemas.openxmlformats.org/officeDocument/2006/relationships/image" Target="../media/image168.png"/><Relationship Id="rId26" Type="http://schemas.openxmlformats.org/officeDocument/2006/relationships/image" Target="../media/image63.png"/><Relationship Id="rId231" Type="http://schemas.openxmlformats.org/officeDocument/2006/relationships/customXml" Target="../ink/ink161.xml"/><Relationship Id="rId47" Type="http://schemas.openxmlformats.org/officeDocument/2006/relationships/customXml" Target="../ink/ink69.xml"/><Relationship Id="rId68" Type="http://schemas.openxmlformats.org/officeDocument/2006/relationships/image" Target="../media/image84.png"/><Relationship Id="rId89" Type="http://schemas.openxmlformats.org/officeDocument/2006/relationships/customXml" Target="../ink/ink90.xml"/><Relationship Id="rId112" Type="http://schemas.openxmlformats.org/officeDocument/2006/relationships/image" Target="../media/image106.png"/><Relationship Id="rId133" Type="http://schemas.openxmlformats.org/officeDocument/2006/relationships/customXml" Target="../ink/ink112.xml"/><Relationship Id="rId154" Type="http://schemas.openxmlformats.org/officeDocument/2006/relationships/image" Target="../media/image127.png"/><Relationship Id="rId175" Type="http://schemas.openxmlformats.org/officeDocument/2006/relationships/customXml" Target="../ink/ink133.xml"/><Relationship Id="rId196" Type="http://schemas.openxmlformats.org/officeDocument/2006/relationships/image" Target="../media/image148.png"/><Relationship Id="rId200" Type="http://schemas.openxmlformats.org/officeDocument/2006/relationships/image" Target="../media/image150.png"/><Relationship Id="rId16" Type="http://schemas.openxmlformats.org/officeDocument/2006/relationships/image" Target="../media/image58.png"/><Relationship Id="rId221" Type="http://schemas.openxmlformats.org/officeDocument/2006/relationships/customXml" Target="../ink/ink156.xml"/><Relationship Id="rId242" Type="http://schemas.openxmlformats.org/officeDocument/2006/relationships/image" Target="../media/image171.png"/><Relationship Id="rId37" Type="http://schemas.openxmlformats.org/officeDocument/2006/relationships/customXml" Target="../ink/ink64.xml"/><Relationship Id="rId58" Type="http://schemas.openxmlformats.org/officeDocument/2006/relationships/image" Target="../media/image79.png"/><Relationship Id="rId79" Type="http://schemas.openxmlformats.org/officeDocument/2006/relationships/customXml" Target="../ink/ink85.xml"/><Relationship Id="rId102" Type="http://schemas.openxmlformats.org/officeDocument/2006/relationships/image" Target="../media/image101.png"/><Relationship Id="rId123" Type="http://schemas.openxmlformats.org/officeDocument/2006/relationships/customXml" Target="../ink/ink107.xml"/><Relationship Id="rId144" Type="http://schemas.openxmlformats.org/officeDocument/2006/relationships/image" Target="../media/image122.png"/><Relationship Id="rId90" Type="http://schemas.openxmlformats.org/officeDocument/2006/relationships/image" Target="../media/image95.png"/><Relationship Id="rId165" Type="http://schemas.openxmlformats.org/officeDocument/2006/relationships/customXml" Target="../ink/ink128.xml"/><Relationship Id="rId186" Type="http://schemas.openxmlformats.org/officeDocument/2006/relationships/image" Target="../media/image143.png"/><Relationship Id="rId211" Type="http://schemas.openxmlformats.org/officeDocument/2006/relationships/customXml" Target="../ink/ink151.xml"/><Relationship Id="rId232" Type="http://schemas.openxmlformats.org/officeDocument/2006/relationships/image" Target="../media/image166.png"/><Relationship Id="rId27" Type="http://schemas.openxmlformats.org/officeDocument/2006/relationships/customXml" Target="../ink/ink59.xml"/><Relationship Id="rId48" Type="http://schemas.openxmlformats.org/officeDocument/2006/relationships/image" Target="../media/image74.png"/><Relationship Id="rId69" Type="http://schemas.openxmlformats.org/officeDocument/2006/relationships/customXml" Target="../ink/ink80.xml"/><Relationship Id="rId113" Type="http://schemas.openxmlformats.org/officeDocument/2006/relationships/customXml" Target="../ink/ink102.xml"/><Relationship Id="rId134" Type="http://schemas.openxmlformats.org/officeDocument/2006/relationships/image" Target="../media/image117.png"/><Relationship Id="rId80" Type="http://schemas.openxmlformats.org/officeDocument/2006/relationships/image" Target="../media/image90.png"/><Relationship Id="rId155" Type="http://schemas.openxmlformats.org/officeDocument/2006/relationships/customXml" Target="../ink/ink123.xml"/><Relationship Id="rId176" Type="http://schemas.openxmlformats.org/officeDocument/2006/relationships/image" Target="../media/image138.png"/><Relationship Id="rId197" Type="http://schemas.openxmlformats.org/officeDocument/2006/relationships/customXml" Target="../ink/ink144.xml"/><Relationship Id="rId201" Type="http://schemas.openxmlformats.org/officeDocument/2006/relationships/customXml" Target="../ink/ink146.xml"/><Relationship Id="rId222" Type="http://schemas.openxmlformats.org/officeDocument/2006/relationships/image" Target="../media/image161.png"/><Relationship Id="rId243" Type="http://schemas.openxmlformats.org/officeDocument/2006/relationships/customXml" Target="../ink/ink167.xml"/><Relationship Id="rId17" Type="http://schemas.openxmlformats.org/officeDocument/2006/relationships/customXml" Target="../ink/ink54.xml"/><Relationship Id="rId38" Type="http://schemas.openxmlformats.org/officeDocument/2006/relationships/image" Target="../media/image69.png"/><Relationship Id="rId59" Type="http://schemas.openxmlformats.org/officeDocument/2006/relationships/customXml" Target="../ink/ink75.xml"/><Relationship Id="rId103" Type="http://schemas.openxmlformats.org/officeDocument/2006/relationships/customXml" Target="../ink/ink97.xml"/><Relationship Id="rId124" Type="http://schemas.openxmlformats.org/officeDocument/2006/relationships/image" Target="../media/image112.png"/><Relationship Id="rId70" Type="http://schemas.openxmlformats.org/officeDocument/2006/relationships/image" Target="../media/image85.png"/><Relationship Id="rId91" Type="http://schemas.openxmlformats.org/officeDocument/2006/relationships/customXml" Target="../ink/ink91.xml"/><Relationship Id="rId145" Type="http://schemas.openxmlformats.org/officeDocument/2006/relationships/customXml" Target="../ink/ink118.xml"/><Relationship Id="rId166" Type="http://schemas.openxmlformats.org/officeDocument/2006/relationships/image" Target="../media/image133.png"/><Relationship Id="rId187" Type="http://schemas.openxmlformats.org/officeDocument/2006/relationships/customXml" Target="../ink/ink139.xml"/><Relationship Id="rId1" Type="http://schemas.openxmlformats.org/officeDocument/2006/relationships/slideLayout" Target="../slideLayouts/slideLayout12.xml"/><Relationship Id="rId212" Type="http://schemas.openxmlformats.org/officeDocument/2006/relationships/image" Target="../media/image156.png"/><Relationship Id="rId233" Type="http://schemas.openxmlformats.org/officeDocument/2006/relationships/customXml" Target="../ink/ink162.xml"/><Relationship Id="rId28" Type="http://schemas.openxmlformats.org/officeDocument/2006/relationships/image" Target="../media/image64.png"/><Relationship Id="rId49" Type="http://schemas.openxmlformats.org/officeDocument/2006/relationships/customXml" Target="../ink/ink70.xml"/><Relationship Id="rId114" Type="http://schemas.openxmlformats.org/officeDocument/2006/relationships/image" Target="../media/image107.png"/><Relationship Id="rId60" Type="http://schemas.openxmlformats.org/officeDocument/2006/relationships/image" Target="../media/image80.png"/><Relationship Id="rId81" Type="http://schemas.openxmlformats.org/officeDocument/2006/relationships/customXml" Target="../ink/ink86.xml"/><Relationship Id="rId135" Type="http://schemas.openxmlformats.org/officeDocument/2006/relationships/customXml" Target="../ink/ink113.xml"/><Relationship Id="rId156" Type="http://schemas.openxmlformats.org/officeDocument/2006/relationships/image" Target="../media/image128.png"/><Relationship Id="rId177" Type="http://schemas.openxmlformats.org/officeDocument/2006/relationships/customXml" Target="../ink/ink134.xml"/><Relationship Id="rId198" Type="http://schemas.openxmlformats.org/officeDocument/2006/relationships/image" Target="../media/image149.png"/><Relationship Id="rId202" Type="http://schemas.openxmlformats.org/officeDocument/2006/relationships/image" Target="../media/image151.png"/><Relationship Id="rId223" Type="http://schemas.openxmlformats.org/officeDocument/2006/relationships/customXml" Target="../ink/ink157.xml"/><Relationship Id="rId244" Type="http://schemas.openxmlformats.org/officeDocument/2006/relationships/image" Target="../media/image172.png"/><Relationship Id="rId18" Type="http://schemas.openxmlformats.org/officeDocument/2006/relationships/image" Target="../media/image59.png"/><Relationship Id="rId39" Type="http://schemas.openxmlformats.org/officeDocument/2006/relationships/customXml" Target="../ink/ink65.xml"/><Relationship Id="rId50" Type="http://schemas.openxmlformats.org/officeDocument/2006/relationships/image" Target="../media/image75.png"/><Relationship Id="rId104" Type="http://schemas.openxmlformats.org/officeDocument/2006/relationships/image" Target="../media/image102.png"/><Relationship Id="rId125" Type="http://schemas.openxmlformats.org/officeDocument/2006/relationships/customXml" Target="../ink/ink108.xml"/><Relationship Id="rId146" Type="http://schemas.openxmlformats.org/officeDocument/2006/relationships/image" Target="../media/image123.png"/><Relationship Id="rId167" Type="http://schemas.openxmlformats.org/officeDocument/2006/relationships/customXml" Target="../ink/ink129.xml"/><Relationship Id="rId188" Type="http://schemas.openxmlformats.org/officeDocument/2006/relationships/image" Target="../media/image144.png"/><Relationship Id="rId71" Type="http://schemas.openxmlformats.org/officeDocument/2006/relationships/customXml" Target="../ink/ink81.xml"/><Relationship Id="rId92" Type="http://schemas.openxmlformats.org/officeDocument/2006/relationships/image" Target="../media/image96.png"/><Relationship Id="rId213" Type="http://schemas.openxmlformats.org/officeDocument/2006/relationships/customXml" Target="../ink/ink152.xml"/><Relationship Id="rId234" Type="http://schemas.openxmlformats.org/officeDocument/2006/relationships/image" Target="../media/image167.png"/><Relationship Id="rId2" Type="http://schemas.openxmlformats.org/officeDocument/2006/relationships/image" Target="../media/image51.png"/><Relationship Id="rId29" Type="http://schemas.openxmlformats.org/officeDocument/2006/relationships/customXml" Target="../ink/ink60.xml"/><Relationship Id="rId40" Type="http://schemas.openxmlformats.org/officeDocument/2006/relationships/image" Target="../media/image70.png"/><Relationship Id="rId115" Type="http://schemas.openxmlformats.org/officeDocument/2006/relationships/customXml" Target="../ink/ink103.xml"/><Relationship Id="rId136" Type="http://schemas.openxmlformats.org/officeDocument/2006/relationships/image" Target="../media/image118.png"/><Relationship Id="rId157" Type="http://schemas.openxmlformats.org/officeDocument/2006/relationships/customXml" Target="../ink/ink124.xml"/><Relationship Id="rId178" Type="http://schemas.openxmlformats.org/officeDocument/2006/relationships/image" Target="../media/image139.png"/><Relationship Id="rId61" Type="http://schemas.openxmlformats.org/officeDocument/2006/relationships/customXml" Target="../ink/ink76.xml"/><Relationship Id="rId82" Type="http://schemas.openxmlformats.org/officeDocument/2006/relationships/image" Target="../media/image91.png"/><Relationship Id="rId199" Type="http://schemas.openxmlformats.org/officeDocument/2006/relationships/customXml" Target="../ink/ink145.xml"/><Relationship Id="rId203" Type="http://schemas.openxmlformats.org/officeDocument/2006/relationships/customXml" Target="../ink/ink147.xml"/><Relationship Id="rId19" Type="http://schemas.openxmlformats.org/officeDocument/2006/relationships/customXml" Target="../ink/ink55.xml"/><Relationship Id="rId224" Type="http://schemas.openxmlformats.org/officeDocument/2006/relationships/image" Target="../media/image162.png"/><Relationship Id="rId245" Type="http://schemas.openxmlformats.org/officeDocument/2006/relationships/customXml" Target="../ink/ink168.xml"/><Relationship Id="rId30" Type="http://schemas.openxmlformats.org/officeDocument/2006/relationships/image" Target="../media/image65.png"/><Relationship Id="rId105" Type="http://schemas.openxmlformats.org/officeDocument/2006/relationships/customXml" Target="../ink/ink98.xml"/><Relationship Id="rId126" Type="http://schemas.openxmlformats.org/officeDocument/2006/relationships/image" Target="../media/image113.png"/><Relationship Id="rId147" Type="http://schemas.openxmlformats.org/officeDocument/2006/relationships/customXml" Target="../ink/ink119.xml"/><Relationship Id="rId168" Type="http://schemas.openxmlformats.org/officeDocument/2006/relationships/image" Target="../media/image134.png"/><Relationship Id="rId51" Type="http://schemas.openxmlformats.org/officeDocument/2006/relationships/customXml" Target="../ink/ink71.xml"/><Relationship Id="rId72" Type="http://schemas.openxmlformats.org/officeDocument/2006/relationships/image" Target="../media/image86.png"/><Relationship Id="rId93" Type="http://schemas.openxmlformats.org/officeDocument/2006/relationships/customXml" Target="../ink/ink92.xml"/><Relationship Id="rId189" Type="http://schemas.openxmlformats.org/officeDocument/2006/relationships/customXml" Target="../ink/ink140.xml"/><Relationship Id="rId3" Type="http://schemas.openxmlformats.org/officeDocument/2006/relationships/customXml" Target="../ink/ink47.xml"/><Relationship Id="rId214" Type="http://schemas.openxmlformats.org/officeDocument/2006/relationships/image" Target="../media/image157.png"/><Relationship Id="rId235" Type="http://schemas.openxmlformats.org/officeDocument/2006/relationships/customXml" Target="../ink/ink163.xml"/><Relationship Id="rId116" Type="http://schemas.openxmlformats.org/officeDocument/2006/relationships/image" Target="../media/image108.png"/><Relationship Id="rId137" Type="http://schemas.openxmlformats.org/officeDocument/2006/relationships/customXml" Target="../ink/ink114.xml"/><Relationship Id="rId158" Type="http://schemas.openxmlformats.org/officeDocument/2006/relationships/image" Target="../media/image129.png"/><Relationship Id="rId20" Type="http://schemas.openxmlformats.org/officeDocument/2006/relationships/image" Target="../media/image60.png"/><Relationship Id="rId41" Type="http://schemas.openxmlformats.org/officeDocument/2006/relationships/customXml" Target="../ink/ink66.xml"/><Relationship Id="rId62" Type="http://schemas.openxmlformats.org/officeDocument/2006/relationships/image" Target="../media/image81.png"/><Relationship Id="rId83" Type="http://schemas.openxmlformats.org/officeDocument/2006/relationships/customXml" Target="../ink/ink87.xml"/><Relationship Id="rId179" Type="http://schemas.openxmlformats.org/officeDocument/2006/relationships/customXml" Target="../ink/ink135.xml"/><Relationship Id="rId190" Type="http://schemas.openxmlformats.org/officeDocument/2006/relationships/image" Target="../media/image145.png"/><Relationship Id="rId204" Type="http://schemas.openxmlformats.org/officeDocument/2006/relationships/image" Target="../media/image152.png"/><Relationship Id="rId225" Type="http://schemas.openxmlformats.org/officeDocument/2006/relationships/customXml" Target="../ink/ink158.xml"/><Relationship Id="rId246" Type="http://schemas.openxmlformats.org/officeDocument/2006/relationships/image" Target="../media/image173.png"/><Relationship Id="rId106" Type="http://schemas.openxmlformats.org/officeDocument/2006/relationships/image" Target="../media/image103.png"/><Relationship Id="rId127" Type="http://schemas.openxmlformats.org/officeDocument/2006/relationships/customXml" Target="../ink/ink109.xml"/><Relationship Id="rId10" Type="http://schemas.openxmlformats.org/officeDocument/2006/relationships/image" Target="../media/image55.png"/><Relationship Id="rId31" Type="http://schemas.openxmlformats.org/officeDocument/2006/relationships/customXml" Target="../ink/ink61.xml"/><Relationship Id="rId52" Type="http://schemas.openxmlformats.org/officeDocument/2006/relationships/image" Target="../media/image76.png"/><Relationship Id="rId73" Type="http://schemas.openxmlformats.org/officeDocument/2006/relationships/customXml" Target="../ink/ink82.xml"/><Relationship Id="rId94" Type="http://schemas.openxmlformats.org/officeDocument/2006/relationships/image" Target="../media/image97.png"/><Relationship Id="rId148" Type="http://schemas.openxmlformats.org/officeDocument/2006/relationships/image" Target="../media/image124.png"/><Relationship Id="rId169" Type="http://schemas.openxmlformats.org/officeDocument/2006/relationships/customXml" Target="../ink/ink13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83.png"/><Relationship Id="rId18" Type="http://schemas.openxmlformats.org/officeDocument/2006/relationships/customXml" Target="../ink/ink178.xml"/><Relationship Id="rId26" Type="http://schemas.openxmlformats.org/officeDocument/2006/relationships/customXml" Target="../ink/ink182.xml"/><Relationship Id="rId39" Type="http://schemas.openxmlformats.org/officeDocument/2006/relationships/image" Target="../media/image196.png"/><Relationship Id="rId21" Type="http://schemas.openxmlformats.org/officeDocument/2006/relationships/image" Target="../media/image187.png"/><Relationship Id="rId34" Type="http://schemas.openxmlformats.org/officeDocument/2006/relationships/customXml" Target="../ink/ink186.xml"/><Relationship Id="rId42" Type="http://schemas.openxmlformats.org/officeDocument/2006/relationships/customXml" Target="../ink/ink190.xml"/><Relationship Id="rId47" Type="http://schemas.openxmlformats.org/officeDocument/2006/relationships/image" Target="../media/image200.png"/><Relationship Id="rId50" Type="http://schemas.openxmlformats.org/officeDocument/2006/relationships/customXml" Target="../ink/ink194.xml"/><Relationship Id="rId7" Type="http://schemas.openxmlformats.org/officeDocument/2006/relationships/image" Target="../media/image180.png"/><Relationship Id="rId2" Type="http://schemas.openxmlformats.org/officeDocument/2006/relationships/image" Target="../media/image177.png"/><Relationship Id="rId16" Type="http://schemas.openxmlformats.org/officeDocument/2006/relationships/customXml" Target="../ink/ink177.xml"/><Relationship Id="rId29" Type="http://schemas.openxmlformats.org/officeDocument/2006/relationships/image" Target="../media/image191.png"/><Relationship Id="rId11" Type="http://schemas.openxmlformats.org/officeDocument/2006/relationships/image" Target="../media/image182.png"/><Relationship Id="rId24" Type="http://schemas.openxmlformats.org/officeDocument/2006/relationships/customXml" Target="../ink/ink181.xml"/><Relationship Id="rId32" Type="http://schemas.openxmlformats.org/officeDocument/2006/relationships/customXml" Target="../ink/ink185.xml"/><Relationship Id="rId37" Type="http://schemas.openxmlformats.org/officeDocument/2006/relationships/image" Target="../media/image195.png"/><Relationship Id="rId40" Type="http://schemas.openxmlformats.org/officeDocument/2006/relationships/customXml" Target="../ink/ink189.xml"/><Relationship Id="rId45" Type="http://schemas.openxmlformats.org/officeDocument/2006/relationships/image" Target="../media/image199.png"/><Relationship Id="rId53" Type="http://schemas.openxmlformats.org/officeDocument/2006/relationships/image" Target="../media/image203.png"/><Relationship Id="rId5" Type="http://schemas.openxmlformats.org/officeDocument/2006/relationships/image" Target="../media/image179.png"/><Relationship Id="rId10" Type="http://schemas.openxmlformats.org/officeDocument/2006/relationships/customXml" Target="../ink/ink174.xml"/><Relationship Id="rId19" Type="http://schemas.openxmlformats.org/officeDocument/2006/relationships/image" Target="../media/image186.png"/><Relationship Id="rId31" Type="http://schemas.openxmlformats.org/officeDocument/2006/relationships/image" Target="../media/image192.png"/><Relationship Id="rId44" Type="http://schemas.openxmlformats.org/officeDocument/2006/relationships/customXml" Target="../ink/ink191.xml"/><Relationship Id="rId52" Type="http://schemas.openxmlformats.org/officeDocument/2006/relationships/customXml" Target="../ink/ink195.xml"/><Relationship Id="rId4" Type="http://schemas.openxmlformats.org/officeDocument/2006/relationships/customXml" Target="../ink/ink171.xml"/><Relationship Id="rId9" Type="http://schemas.openxmlformats.org/officeDocument/2006/relationships/image" Target="../media/image181.png"/><Relationship Id="rId14" Type="http://schemas.openxmlformats.org/officeDocument/2006/relationships/customXml" Target="../ink/ink176.xml"/><Relationship Id="rId22" Type="http://schemas.openxmlformats.org/officeDocument/2006/relationships/customXml" Target="../ink/ink180.xml"/><Relationship Id="rId27" Type="http://schemas.openxmlformats.org/officeDocument/2006/relationships/image" Target="../media/image190.png"/><Relationship Id="rId30" Type="http://schemas.openxmlformats.org/officeDocument/2006/relationships/customXml" Target="../ink/ink184.xml"/><Relationship Id="rId35" Type="http://schemas.openxmlformats.org/officeDocument/2006/relationships/image" Target="../media/image194.png"/><Relationship Id="rId43" Type="http://schemas.openxmlformats.org/officeDocument/2006/relationships/image" Target="../media/image198.png"/><Relationship Id="rId48" Type="http://schemas.openxmlformats.org/officeDocument/2006/relationships/customXml" Target="../ink/ink193.xml"/><Relationship Id="rId8" Type="http://schemas.openxmlformats.org/officeDocument/2006/relationships/customXml" Target="../ink/ink173.xml"/><Relationship Id="rId51" Type="http://schemas.openxmlformats.org/officeDocument/2006/relationships/image" Target="../media/image202.png"/><Relationship Id="rId3" Type="http://schemas.openxmlformats.org/officeDocument/2006/relationships/image" Target="../media/image178.svg"/><Relationship Id="rId12" Type="http://schemas.openxmlformats.org/officeDocument/2006/relationships/customXml" Target="../ink/ink175.xml"/><Relationship Id="rId17" Type="http://schemas.openxmlformats.org/officeDocument/2006/relationships/image" Target="../media/image185.png"/><Relationship Id="rId25" Type="http://schemas.openxmlformats.org/officeDocument/2006/relationships/image" Target="../media/image189.png"/><Relationship Id="rId33" Type="http://schemas.openxmlformats.org/officeDocument/2006/relationships/image" Target="../media/image193.png"/><Relationship Id="rId38" Type="http://schemas.openxmlformats.org/officeDocument/2006/relationships/customXml" Target="../ink/ink188.xml"/><Relationship Id="rId46" Type="http://schemas.openxmlformats.org/officeDocument/2006/relationships/customXml" Target="../ink/ink192.xml"/><Relationship Id="rId20" Type="http://schemas.openxmlformats.org/officeDocument/2006/relationships/customXml" Target="../ink/ink179.xml"/><Relationship Id="rId41" Type="http://schemas.openxmlformats.org/officeDocument/2006/relationships/image" Target="../media/image197.png"/><Relationship Id="rId1" Type="http://schemas.openxmlformats.org/officeDocument/2006/relationships/slideLayout" Target="../slideLayouts/slideLayout12.xml"/><Relationship Id="rId6" Type="http://schemas.openxmlformats.org/officeDocument/2006/relationships/customXml" Target="../ink/ink172.xml"/><Relationship Id="rId15" Type="http://schemas.openxmlformats.org/officeDocument/2006/relationships/image" Target="../media/image184.png"/><Relationship Id="rId23" Type="http://schemas.openxmlformats.org/officeDocument/2006/relationships/image" Target="../media/image188.png"/><Relationship Id="rId28" Type="http://schemas.openxmlformats.org/officeDocument/2006/relationships/customXml" Target="../ink/ink183.xml"/><Relationship Id="rId36" Type="http://schemas.openxmlformats.org/officeDocument/2006/relationships/customXml" Target="../ink/ink187.xml"/><Relationship Id="rId49" Type="http://schemas.openxmlformats.org/officeDocument/2006/relationships/image" Target="../media/image201.png"/></Relationships>
</file>

<file path=ppt/slides/_rels/slide8.xml.rels><?xml version="1.0" encoding="UTF-8" standalone="yes"?>
<Relationships xmlns="http://schemas.openxmlformats.org/package/2006/relationships"><Relationship Id="rId26" Type="http://schemas.openxmlformats.org/officeDocument/2006/relationships/customXml" Target="../ink/ink208.xml"/><Relationship Id="rId21" Type="http://schemas.openxmlformats.org/officeDocument/2006/relationships/image" Target="../media/image213.png"/><Relationship Id="rId42" Type="http://schemas.openxmlformats.org/officeDocument/2006/relationships/customXml" Target="../ink/ink216.xml"/><Relationship Id="rId47" Type="http://schemas.openxmlformats.org/officeDocument/2006/relationships/image" Target="../media/image225.png"/><Relationship Id="rId63" Type="http://schemas.openxmlformats.org/officeDocument/2006/relationships/image" Target="../media/image233.png"/><Relationship Id="rId68" Type="http://schemas.openxmlformats.org/officeDocument/2006/relationships/customXml" Target="../ink/ink229.xml"/><Relationship Id="rId16" Type="http://schemas.openxmlformats.org/officeDocument/2006/relationships/customXml" Target="../ink/ink203.xml"/><Relationship Id="rId11" Type="http://schemas.openxmlformats.org/officeDocument/2006/relationships/image" Target="../media/image208.png"/><Relationship Id="rId32" Type="http://schemas.openxmlformats.org/officeDocument/2006/relationships/customXml" Target="../ink/ink211.xml"/><Relationship Id="rId37" Type="http://schemas.openxmlformats.org/officeDocument/2006/relationships/image" Target="../media/image221.png"/><Relationship Id="rId53" Type="http://schemas.openxmlformats.org/officeDocument/2006/relationships/image" Target="../media/image228.png"/><Relationship Id="rId58" Type="http://schemas.openxmlformats.org/officeDocument/2006/relationships/customXml" Target="../ink/ink224.xml"/><Relationship Id="rId74" Type="http://schemas.openxmlformats.org/officeDocument/2006/relationships/customXml" Target="../ink/ink232.xml"/><Relationship Id="rId79" Type="http://schemas.openxmlformats.org/officeDocument/2006/relationships/image" Target="../media/image241.png"/><Relationship Id="rId5" Type="http://schemas.openxmlformats.org/officeDocument/2006/relationships/image" Target="../media/image205.png"/><Relationship Id="rId61" Type="http://schemas.openxmlformats.org/officeDocument/2006/relationships/image" Target="../media/image232.png"/><Relationship Id="rId19" Type="http://schemas.openxmlformats.org/officeDocument/2006/relationships/image" Target="../media/image212.png"/><Relationship Id="rId14" Type="http://schemas.openxmlformats.org/officeDocument/2006/relationships/customXml" Target="../ink/ink202.xml"/><Relationship Id="rId22" Type="http://schemas.openxmlformats.org/officeDocument/2006/relationships/customXml" Target="../ink/ink206.xml"/><Relationship Id="rId27" Type="http://schemas.openxmlformats.org/officeDocument/2006/relationships/image" Target="../media/image216.png"/><Relationship Id="rId30" Type="http://schemas.openxmlformats.org/officeDocument/2006/relationships/customXml" Target="../ink/ink210.xml"/><Relationship Id="rId35" Type="http://schemas.openxmlformats.org/officeDocument/2006/relationships/image" Target="../media/image220.png"/><Relationship Id="rId43" Type="http://schemas.openxmlformats.org/officeDocument/2006/relationships/image" Target="../media/image223.png"/><Relationship Id="rId48" Type="http://schemas.openxmlformats.org/officeDocument/2006/relationships/customXml" Target="../ink/ink219.xml"/><Relationship Id="rId56" Type="http://schemas.openxmlformats.org/officeDocument/2006/relationships/customXml" Target="../ink/ink223.xml"/><Relationship Id="rId64" Type="http://schemas.openxmlformats.org/officeDocument/2006/relationships/customXml" Target="../ink/ink227.xml"/><Relationship Id="rId69" Type="http://schemas.openxmlformats.org/officeDocument/2006/relationships/image" Target="../media/image236.png"/><Relationship Id="rId77" Type="http://schemas.openxmlformats.org/officeDocument/2006/relationships/image" Target="../media/image240.png"/><Relationship Id="rId8" Type="http://schemas.openxmlformats.org/officeDocument/2006/relationships/customXml" Target="../ink/ink199.xml"/><Relationship Id="rId51" Type="http://schemas.openxmlformats.org/officeDocument/2006/relationships/image" Target="../media/image227.png"/><Relationship Id="rId72" Type="http://schemas.openxmlformats.org/officeDocument/2006/relationships/customXml" Target="../ink/ink231.xml"/><Relationship Id="rId80" Type="http://schemas.openxmlformats.org/officeDocument/2006/relationships/customXml" Target="../ink/ink235.xml"/><Relationship Id="rId3" Type="http://schemas.openxmlformats.org/officeDocument/2006/relationships/image" Target="../media/image204.png"/><Relationship Id="rId12" Type="http://schemas.openxmlformats.org/officeDocument/2006/relationships/customXml" Target="../ink/ink201.xml"/><Relationship Id="rId17" Type="http://schemas.openxmlformats.org/officeDocument/2006/relationships/image" Target="../media/image211.png"/><Relationship Id="rId25" Type="http://schemas.openxmlformats.org/officeDocument/2006/relationships/image" Target="../media/image215.png"/><Relationship Id="rId33" Type="http://schemas.openxmlformats.org/officeDocument/2006/relationships/image" Target="../media/image219.png"/><Relationship Id="rId38" Type="http://schemas.openxmlformats.org/officeDocument/2006/relationships/customXml" Target="../ink/ink214.xml"/><Relationship Id="rId46" Type="http://schemas.openxmlformats.org/officeDocument/2006/relationships/customXml" Target="../ink/ink218.xml"/><Relationship Id="rId59" Type="http://schemas.openxmlformats.org/officeDocument/2006/relationships/image" Target="../media/image231.png"/><Relationship Id="rId67" Type="http://schemas.openxmlformats.org/officeDocument/2006/relationships/image" Target="../media/image235.png"/><Relationship Id="rId20" Type="http://schemas.openxmlformats.org/officeDocument/2006/relationships/customXml" Target="../ink/ink205.xml"/><Relationship Id="rId41" Type="http://schemas.openxmlformats.org/officeDocument/2006/relationships/image" Target="../media/image222.png"/><Relationship Id="rId54" Type="http://schemas.openxmlformats.org/officeDocument/2006/relationships/customXml" Target="../ink/ink222.xml"/><Relationship Id="rId62" Type="http://schemas.openxmlformats.org/officeDocument/2006/relationships/customXml" Target="../ink/ink226.xml"/><Relationship Id="rId70" Type="http://schemas.openxmlformats.org/officeDocument/2006/relationships/customXml" Target="../ink/ink230.xml"/><Relationship Id="rId75" Type="http://schemas.openxmlformats.org/officeDocument/2006/relationships/image" Target="../media/image239.png"/><Relationship Id="rId1" Type="http://schemas.openxmlformats.org/officeDocument/2006/relationships/slideLayout" Target="../slideLayouts/slideLayout12.xml"/><Relationship Id="rId6" Type="http://schemas.openxmlformats.org/officeDocument/2006/relationships/customXml" Target="../ink/ink198.xml"/><Relationship Id="rId15" Type="http://schemas.openxmlformats.org/officeDocument/2006/relationships/image" Target="../media/image210.png"/><Relationship Id="rId23" Type="http://schemas.openxmlformats.org/officeDocument/2006/relationships/image" Target="../media/image214.png"/><Relationship Id="rId28" Type="http://schemas.openxmlformats.org/officeDocument/2006/relationships/customXml" Target="../ink/ink209.xml"/><Relationship Id="rId36" Type="http://schemas.openxmlformats.org/officeDocument/2006/relationships/customXml" Target="../ink/ink213.xml"/><Relationship Id="rId49" Type="http://schemas.openxmlformats.org/officeDocument/2006/relationships/image" Target="../media/image226.png"/><Relationship Id="rId57" Type="http://schemas.openxmlformats.org/officeDocument/2006/relationships/image" Target="../media/image230.png"/><Relationship Id="rId10" Type="http://schemas.openxmlformats.org/officeDocument/2006/relationships/customXml" Target="../ink/ink200.xml"/><Relationship Id="rId31" Type="http://schemas.openxmlformats.org/officeDocument/2006/relationships/image" Target="../media/image218.png"/><Relationship Id="rId44" Type="http://schemas.openxmlformats.org/officeDocument/2006/relationships/customXml" Target="../ink/ink217.xml"/><Relationship Id="rId52" Type="http://schemas.openxmlformats.org/officeDocument/2006/relationships/customXml" Target="../ink/ink221.xml"/><Relationship Id="rId60" Type="http://schemas.openxmlformats.org/officeDocument/2006/relationships/customXml" Target="../ink/ink225.xml"/><Relationship Id="rId65" Type="http://schemas.openxmlformats.org/officeDocument/2006/relationships/image" Target="../media/image234.png"/><Relationship Id="rId73" Type="http://schemas.openxmlformats.org/officeDocument/2006/relationships/image" Target="../media/image238.png"/><Relationship Id="rId78" Type="http://schemas.openxmlformats.org/officeDocument/2006/relationships/customXml" Target="../ink/ink234.xml"/><Relationship Id="rId81" Type="http://schemas.openxmlformats.org/officeDocument/2006/relationships/image" Target="../media/image242.png"/><Relationship Id="rId4" Type="http://schemas.openxmlformats.org/officeDocument/2006/relationships/customXml" Target="../ink/ink197.xml"/><Relationship Id="rId9" Type="http://schemas.openxmlformats.org/officeDocument/2006/relationships/image" Target="../media/image207.png"/><Relationship Id="rId13" Type="http://schemas.openxmlformats.org/officeDocument/2006/relationships/image" Target="../media/image209.png"/><Relationship Id="rId18" Type="http://schemas.openxmlformats.org/officeDocument/2006/relationships/customXml" Target="../ink/ink204.xml"/><Relationship Id="rId39" Type="http://schemas.openxmlformats.org/officeDocument/2006/relationships/image" Target="../media/image167.png"/><Relationship Id="rId34" Type="http://schemas.openxmlformats.org/officeDocument/2006/relationships/customXml" Target="../ink/ink212.xml"/><Relationship Id="rId50" Type="http://schemas.openxmlformats.org/officeDocument/2006/relationships/customXml" Target="../ink/ink220.xml"/><Relationship Id="rId55" Type="http://schemas.openxmlformats.org/officeDocument/2006/relationships/image" Target="../media/image229.png"/><Relationship Id="rId76" Type="http://schemas.openxmlformats.org/officeDocument/2006/relationships/customXml" Target="../ink/ink233.xml"/><Relationship Id="rId7" Type="http://schemas.openxmlformats.org/officeDocument/2006/relationships/image" Target="../media/image206.png"/><Relationship Id="rId71" Type="http://schemas.openxmlformats.org/officeDocument/2006/relationships/image" Target="../media/image237.png"/><Relationship Id="rId2" Type="http://schemas.openxmlformats.org/officeDocument/2006/relationships/customXml" Target="../ink/ink196.xml"/><Relationship Id="rId29" Type="http://schemas.openxmlformats.org/officeDocument/2006/relationships/image" Target="../media/image217.png"/><Relationship Id="rId24" Type="http://schemas.openxmlformats.org/officeDocument/2006/relationships/customXml" Target="../ink/ink207.xml"/><Relationship Id="rId40" Type="http://schemas.openxmlformats.org/officeDocument/2006/relationships/customXml" Target="../ink/ink215.xml"/><Relationship Id="rId45" Type="http://schemas.openxmlformats.org/officeDocument/2006/relationships/image" Target="../media/image224.png"/><Relationship Id="rId66" Type="http://schemas.openxmlformats.org/officeDocument/2006/relationships/customXml" Target="../ink/ink228.xml"/></Relationships>
</file>

<file path=ppt/slides/_rels/slide9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302.png"/><Relationship Id="rId21" Type="http://schemas.openxmlformats.org/officeDocument/2006/relationships/image" Target="../media/image254.png"/><Relationship Id="rId42" Type="http://schemas.openxmlformats.org/officeDocument/2006/relationships/customXml" Target="../ink/ink254.xml"/><Relationship Id="rId63" Type="http://schemas.openxmlformats.org/officeDocument/2006/relationships/image" Target="../media/image275.png"/><Relationship Id="rId84" Type="http://schemas.openxmlformats.org/officeDocument/2006/relationships/customXml" Target="../ink/ink275.xml"/><Relationship Id="rId138" Type="http://schemas.openxmlformats.org/officeDocument/2006/relationships/customXml" Target="../ink/ink302.xml"/><Relationship Id="rId159" Type="http://schemas.openxmlformats.org/officeDocument/2006/relationships/image" Target="../media/image323.png"/><Relationship Id="rId170" Type="http://schemas.openxmlformats.org/officeDocument/2006/relationships/customXml" Target="../ink/ink318.xml"/><Relationship Id="rId191" Type="http://schemas.openxmlformats.org/officeDocument/2006/relationships/image" Target="../media/image339.png"/><Relationship Id="rId205" Type="http://schemas.openxmlformats.org/officeDocument/2006/relationships/image" Target="../media/image346.png"/><Relationship Id="rId107" Type="http://schemas.openxmlformats.org/officeDocument/2006/relationships/image" Target="../media/image297.png"/><Relationship Id="rId11" Type="http://schemas.openxmlformats.org/officeDocument/2006/relationships/image" Target="../media/image249.png"/><Relationship Id="rId32" Type="http://schemas.openxmlformats.org/officeDocument/2006/relationships/customXml" Target="../ink/ink249.xml"/><Relationship Id="rId53" Type="http://schemas.openxmlformats.org/officeDocument/2006/relationships/image" Target="../media/image270.png"/><Relationship Id="rId74" Type="http://schemas.openxmlformats.org/officeDocument/2006/relationships/customXml" Target="../ink/ink270.xml"/><Relationship Id="rId128" Type="http://schemas.openxmlformats.org/officeDocument/2006/relationships/customXml" Target="../ink/ink297.xml"/><Relationship Id="rId149" Type="http://schemas.openxmlformats.org/officeDocument/2006/relationships/image" Target="../media/image318.png"/><Relationship Id="rId5" Type="http://schemas.openxmlformats.org/officeDocument/2006/relationships/image" Target="../media/image246.svg"/><Relationship Id="rId95" Type="http://schemas.openxmlformats.org/officeDocument/2006/relationships/image" Target="../media/image291.png"/><Relationship Id="rId160" Type="http://schemas.openxmlformats.org/officeDocument/2006/relationships/customXml" Target="../ink/ink313.xml"/><Relationship Id="rId181" Type="http://schemas.openxmlformats.org/officeDocument/2006/relationships/image" Target="../media/image334.png"/><Relationship Id="rId22" Type="http://schemas.openxmlformats.org/officeDocument/2006/relationships/customXml" Target="../ink/ink244.xml"/><Relationship Id="rId43" Type="http://schemas.openxmlformats.org/officeDocument/2006/relationships/image" Target="../media/image265.png"/><Relationship Id="rId64" Type="http://schemas.openxmlformats.org/officeDocument/2006/relationships/customXml" Target="../ink/ink265.xml"/><Relationship Id="rId118" Type="http://schemas.openxmlformats.org/officeDocument/2006/relationships/customXml" Target="../ink/ink292.xml"/><Relationship Id="rId139" Type="http://schemas.openxmlformats.org/officeDocument/2006/relationships/image" Target="../media/image313.png"/><Relationship Id="rId85" Type="http://schemas.openxmlformats.org/officeDocument/2006/relationships/image" Target="../media/image286.png"/><Relationship Id="rId150" Type="http://schemas.openxmlformats.org/officeDocument/2006/relationships/customXml" Target="../ink/ink308.xml"/><Relationship Id="rId171" Type="http://schemas.openxmlformats.org/officeDocument/2006/relationships/image" Target="../media/image329.png"/><Relationship Id="rId192" Type="http://schemas.openxmlformats.org/officeDocument/2006/relationships/customXml" Target="../ink/ink329.xml"/><Relationship Id="rId206" Type="http://schemas.openxmlformats.org/officeDocument/2006/relationships/customXml" Target="../ink/ink336.xml"/><Relationship Id="rId12" Type="http://schemas.openxmlformats.org/officeDocument/2006/relationships/customXml" Target="../ink/ink239.xml"/><Relationship Id="rId33" Type="http://schemas.openxmlformats.org/officeDocument/2006/relationships/image" Target="../media/image260.png"/><Relationship Id="rId108" Type="http://schemas.openxmlformats.org/officeDocument/2006/relationships/customXml" Target="../ink/ink287.xml"/><Relationship Id="rId129" Type="http://schemas.openxmlformats.org/officeDocument/2006/relationships/image" Target="../media/image308.png"/><Relationship Id="rId54" Type="http://schemas.openxmlformats.org/officeDocument/2006/relationships/customXml" Target="../ink/ink260.xml"/><Relationship Id="rId75" Type="http://schemas.openxmlformats.org/officeDocument/2006/relationships/image" Target="../media/image281.png"/><Relationship Id="rId96" Type="http://schemas.openxmlformats.org/officeDocument/2006/relationships/customXml" Target="../ink/ink281.xml"/><Relationship Id="rId140" Type="http://schemas.openxmlformats.org/officeDocument/2006/relationships/customXml" Target="../ink/ink303.xml"/><Relationship Id="rId161" Type="http://schemas.openxmlformats.org/officeDocument/2006/relationships/image" Target="../media/image324.png"/><Relationship Id="rId182" Type="http://schemas.openxmlformats.org/officeDocument/2006/relationships/customXml" Target="../ink/ink324.xml"/><Relationship Id="rId6" Type="http://schemas.openxmlformats.org/officeDocument/2006/relationships/customXml" Target="../ink/ink236.xml"/><Relationship Id="rId23" Type="http://schemas.openxmlformats.org/officeDocument/2006/relationships/image" Target="../media/image255.png"/><Relationship Id="rId119" Type="http://schemas.openxmlformats.org/officeDocument/2006/relationships/image" Target="../media/image303.png"/><Relationship Id="rId44" Type="http://schemas.openxmlformats.org/officeDocument/2006/relationships/customXml" Target="../ink/ink255.xml"/><Relationship Id="rId65" Type="http://schemas.openxmlformats.org/officeDocument/2006/relationships/image" Target="../media/image276.png"/><Relationship Id="rId86" Type="http://schemas.openxmlformats.org/officeDocument/2006/relationships/customXml" Target="../ink/ink276.xml"/><Relationship Id="rId130" Type="http://schemas.openxmlformats.org/officeDocument/2006/relationships/customXml" Target="../ink/ink298.xml"/><Relationship Id="rId151" Type="http://schemas.openxmlformats.org/officeDocument/2006/relationships/image" Target="../media/image319.png"/><Relationship Id="rId172" Type="http://schemas.openxmlformats.org/officeDocument/2006/relationships/customXml" Target="../ink/ink319.xml"/><Relationship Id="rId193" Type="http://schemas.openxmlformats.org/officeDocument/2006/relationships/image" Target="../media/image340.png"/><Relationship Id="rId207" Type="http://schemas.openxmlformats.org/officeDocument/2006/relationships/image" Target="../media/image347.png"/><Relationship Id="rId13" Type="http://schemas.openxmlformats.org/officeDocument/2006/relationships/image" Target="../media/image250.png"/><Relationship Id="rId109" Type="http://schemas.openxmlformats.org/officeDocument/2006/relationships/image" Target="../media/image298.png"/><Relationship Id="rId34" Type="http://schemas.openxmlformats.org/officeDocument/2006/relationships/customXml" Target="../ink/ink250.xml"/><Relationship Id="rId55" Type="http://schemas.openxmlformats.org/officeDocument/2006/relationships/image" Target="../media/image271.png"/><Relationship Id="rId76" Type="http://schemas.openxmlformats.org/officeDocument/2006/relationships/customXml" Target="../ink/ink271.xml"/><Relationship Id="rId97" Type="http://schemas.openxmlformats.org/officeDocument/2006/relationships/image" Target="../media/image292.png"/><Relationship Id="rId120" Type="http://schemas.openxmlformats.org/officeDocument/2006/relationships/customXml" Target="../ink/ink293.xml"/><Relationship Id="rId141" Type="http://schemas.openxmlformats.org/officeDocument/2006/relationships/image" Target="../media/image314.png"/><Relationship Id="rId7" Type="http://schemas.openxmlformats.org/officeDocument/2006/relationships/image" Target="../media/image247.png"/><Relationship Id="rId162" Type="http://schemas.openxmlformats.org/officeDocument/2006/relationships/customXml" Target="../ink/ink314.xml"/><Relationship Id="rId183" Type="http://schemas.openxmlformats.org/officeDocument/2006/relationships/image" Target="../media/image335.png"/><Relationship Id="rId24" Type="http://schemas.openxmlformats.org/officeDocument/2006/relationships/customXml" Target="../ink/ink245.xml"/><Relationship Id="rId45" Type="http://schemas.openxmlformats.org/officeDocument/2006/relationships/image" Target="../media/image266.png"/><Relationship Id="rId66" Type="http://schemas.openxmlformats.org/officeDocument/2006/relationships/customXml" Target="../ink/ink266.xml"/><Relationship Id="rId87" Type="http://schemas.openxmlformats.org/officeDocument/2006/relationships/image" Target="../media/image287.png"/><Relationship Id="rId110" Type="http://schemas.openxmlformats.org/officeDocument/2006/relationships/customXml" Target="../ink/ink288.xml"/><Relationship Id="rId131" Type="http://schemas.openxmlformats.org/officeDocument/2006/relationships/image" Target="../media/image309.png"/><Relationship Id="rId61" Type="http://schemas.openxmlformats.org/officeDocument/2006/relationships/image" Target="../media/image274.png"/><Relationship Id="rId82" Type="http://schemas.openxmlformats.org/officeDocument/2006/relationships/customXml" Target="../ink/ink274.xml"/><Relationship Id="rId152" Type="http://schemas.openxmlformats.org/officeDocument/2006/relationships/customXml" Target="../ink/ink309.xml"/><Relationship Id="rId173" Type="http://schemas.openxmlformats.org/officeDocument/2006/relationships/image" Target="../media/image330.png"/><Relationship Id="rId194" Type="http://schemas.openxmlformats.org/officeDocument/2006/relationships/customXml" Target="../ink/ink330.xml"/><Relationship Id="rId199" Type="http://schemas.openxmlformats.org/officeDocument/2006/relationships/image" Target="../media/image343.png"/><Relationship Id="rId203" Type="http://schemas.openxmlformats.org/officeDocument/2006/relationships/image" Target="../media/image345.png"/><Relationship Id="rId208" Type="http://schemas.openxmlformats.org/officeDocument/2006/relationships/customXml" Target="../ink/ink337.xml"/><Relationship Id="rId19" Type="http://schemas.openxmlformats.org/officeDocument/2006/relationships/image" Target="../media/image253.png"/><Relationship Id="rId14" Type="http://schemas.openxmlformats.org/officeDocument/2006/relationships/customXml" Target="../ink/ink240.xml"/><Relationship Id="rId30" Type="http://schemas.openxmlformats.org/officeDocument/2006/relationships/customXml" Target="../ink/ink248.xml"/><Relationship Id="rId35" Type="http://schemas.openxmlformats.org/officeDocument/2006/relationships/image" Target="../media/image261.png"/><Relationship Id="rId56" Type="http://schemas.openxmlformats.org/officeDocument/2006/relationships/customXml" Target="../ink/ink261.xml"/><Relationship Id="rId77" Type="http://schemas.openxmlformats.org/officeDocument/2006/relationships/image" Target="../media/image282.png"/><Relationship Id="rId100" Type="http://schemas.openxmlformats.org/officeDocument/2006/relationships/customXml" Target="../ink/ink283.xml"/><Relationship Id="rId105" Type="http://schemas.openxmlformats.org/officeDocument/2006/relationships/image" Target="../media/image296.png"/><Relationship Id="rId126" Type="http://schemas.openxmlformats.org/officeDocument/2006/relationships/customXml" Target="../ink/ink296.xml"/><Relationship Id="rId147" Type="http://schemas.openxmlformats.org/officeDocument/2006/relationships/image" Target="../media/image317.png"/><Relationship Id="rId168" Type="http://schemas.openxmlformats.org/officeDocument/2006/relationships/customXml" Target="../ink/ink317.xml"/><Relationship Id="rId8" Type="http://schemas.openxmlformats.org/officeDocument/2006/relationships/customXml" Target="../ink/ink237.xml"/><Relationship Id="rId51" Type="http://schemas.openxmlformats.org/officeDocument/2006/relationships/image" Target="../media/image269.png"/><Relationship Id="rId72" Type="http://schemas.openxmlformats.org/officeDocument/2006/relationships/customXml" Target="../ink/ink269.xml"/><Relationship Id="rId93" Type="http://schemas.openxmlformats.org/officeDocument/2006/relationships/image" Target="../media/image290.png"/><Relationship Id="rId98" Type="http://schemas.openxmlformats.org/officeDocument/2006/relationships/customXml" Target="../ink/ink282.xml"/><Relationship Id="rId121" Type="http://schemas.openxmlformats.org/officeDocument/2006/relationships/image" Target="../media/image304.png"/><Relationship Id="rId142" Type="http://schemas.openxmlformats.org/officeDocument/2006/relationships/customXml" Target="../ink/ink304.xml"/><Relationship Id="rId163" Type="http://schemas.openxmlformats.org/officeDocument/2006/relationships/image" Target="../media/image325.png"/><Relationship Id="rId184" Type="http://schemas.openxmlformats.org/officeDocument/2006/relationships/customXml" Target="../ink/ink325.xml"/><Relationship Id="rId189" Type="http://schemas.openxmlformats.org/officeDocument/2006/relationships/image" Target="../media/image338.png"/><Relationship Id="rId3" Type="http://schemas.openxmlformats.org/officeDocument/2006/relationships/image" Target="../media/image244.svg"/><Relationship Id="rId25" Type="http://schemas.openxmlformats.org/officeDocument/2006/relationships/image" Target="../media/image256.png"/><Relationship Id="rId46" Type="http://schemas.openxmlformats.org/officeDocument/2006/relationships/customXml" Target="../ink/ink256.xml"/><Relationship Id="rId67" Type="http://schemas.openxmlformats.org/officeDocument/2006/relationships/image" Target="../media/image277.png"/><Relationship Id="rId116" Type="http://schemas.openxmlformats.org/officeDocument/2006/relationships/customXml" Target="../ink/ink291.xml"/><Relationship Id="rId137" Type="http://schemas.openxmlformats.org/officeDocument/2006/relationships/image" Target="../media/image312.png"/><Relationship Id="rId158" Type="http://schemas.openxmlformats.org/officeDocument/2006/relationships/customXml" Target="../ink/ink312.xml"/><Relationship Id="rId20" Type="http://schemas.openxmlformats.org/officeDocument/2006/relationships/customXml" Target="../ink/ink243.xml"/><Relationship Id="rId41" Type="http://schemas.openxmlformats.org/officeDocument/2006/relationships/image" Target="../media/image264.png"/><Relationship Id="rId62" Type="http://schemas.openxmlformats.org/officeDocument/2006/relationships/customXml" Target="../ink/ink264.xml"/><Relationship Id="rId83" Type="http://schemas.openxmlformats.org/officeDocument/2006/relationships/image" Target="../media/image285.png"/><Relationship Id="rId88" Type="http://schemas.openxmlformats.org/officeDocument/2006/relationships/customXml" Target="../ink/ink277.xml"/><Relationship Id="rId111" Type="http://schemas.openxmlformats.org/officeDocument/2006/relationships/image" Target="../media/image299.png"/><Relationship Id="rId132" Type="http://schemas.openxmlformats.org/officeDocument/2006/relationships/customXml" Target="../ink/ink299.xml"/><Relationship Id="rId153" Type="http://schemas.openxmlformats.org/officeDocument/2006/relationships/image" Target="../media/image320.png"/><Relationship Id="rId174" Type="http://schemas.openxmlformats.org/officeDocument/2006/relationships/customXml" Target="../ink/ink320.xml"/><Relationship Id="rId179" Type="http://schemas.openxmlformats.org/officeDocument/2006/relationships/image" Target="../media/image333.png"/><Relationship Id="rId195" Type="http://schemas.openxmlformats.org/officeDocument/2006/relationships/image" Target="../media/image341.png"/><Relationship Id="rId209" Type="http://schemas.openxmlformats.org/officeDocument/2006/relationships/image" Target="../media/image348.png"/><Relationship Id="rId190" Type="http://schemas.openxmlformats.org/officeDocument/2006/relationships/customXml" Target="../ink/ink328.xml"/><Relationship Id="rId204" Type="http://schemas.openxmlformats.org/officeDocument/2006/relationships/customXml" Target="../ink/ink335.xml"/><Relationship Id="rId15" Type="http://schemas.openxmlformats.org/officeDocument/2006/relationships/image" Target="../media/image251.png"/><Relationship Id="rId36" Type="http://schemas.openxmlformats.org/officeDocument/2006/relationships/customXml" Target="../ink/ink251.xml"/><Relationship Id="rId57" Type="http://schemas.openxmlformats.org/officeDocument/2006/relationships/image" Target="../media/image272.png"/><Relationship Id="rId106" Type="http://schemas.openxmlformats.org/officeDocument/2006/relationships/customXml" Target="../ink/ink286.xml"/><Relationship Id="rId127" Type="http://schemas.openxmlformats.org/officeDocument/2006/relationships/image" Target="../media/image307.png"/><Relationship Id="rId10" Type="http://schemas.openxmlformats.org/officeDocument/2006/relationships/customXml" Target="../ink/ink238.xml"/><Relationship Id="rId31" Type="http://schemas.openxmlformats.org/officeDocument/2006/relationships/image" Target="../media/image259.png"/><Relationship Id="rId52" Type="http://schemas.openxmlformats.org/officeDocument/2006/relationships/customXml" Target="../ink/ink259.xml"/><Relationship Id="rId73" Type="http://schemas.openxmlformats.org/officeDocument/2006/relationships/image" Target="../media/image280.png"/><Relationship Id="rId78" Type="http://schemas.openxmlformats.org/officeDocument/2006/relationships/customXml" Target="../ink/ink272.xml"/><Relationship Id="rId94" Type="http://schemas.openxmlformats.org/officeDocument/2006/relationships/customXml" Target="../ink/ink280.xml"/><Relationship Id="rId99" Type="http://schemas.openxmlformats.org/officeDocument/2006/relationships/image" Target="../media/image293.png"/><Relationship Id="rId101" Type="http://schemas.openxmlformats.org/officeDocument/2006/relationships/image" Target="../media/image294.png"/><Relationship Id="rId122" Type="http://schemas.openxmlformats.org/officeDocument/2006/relationships/customXml" Target="../ink/ink294.xml"/><Relationship Id="rId143" Type="http://schemas.openxmlformats.org/officeDocument/2006/relationships/image" Target="../media/image315.png"/><Relationship Id="rId148" Type="http://schemas.openxmlformats.org/officeDocument/2006/relationships/customXml" Target="../ink/ink307.xml"/><Relationship Id="rId164" Type="http://schemas.openxmlformats.org/officeDocument/2006/relationships/customXml" Target="../ink/ink315.xml"/><Relationship Id="rId169" Type="http://schemas.openxmlformats.org/officeDocument/2006/relationships/image" Target="../media/image328.png"/><Relationship Id="rId185" Type="http://schemas.openxmlformats.org/officeDocument/2006/relationships/image" Target="../media/image336.png"/><Relationship Id="rId4" Type="http://schemas.openxmlformats.org/officeDocument/2006/relationships/image" Target="../media/image245.png"/><Relationship Id="rId9" Type="http://schemas.openxmlformats.org/officeDocument/2006/relationships/image" Target="../media/image248.png"/><Relationship Id="rId180" Type="http://schemas.openxmlformats.org/officeDocument/2006/relationships/customXml" Target="../ink/ink323.xml"/><Relationship Id="rId26" Type="http://schemas.openxmlformats.org/officeDocument/2006/relationships/customXml" Target="../ink/ink246.xml"/><Relationship Id="rId47" Type="http://schemas.openxmlformats.org/officeDocument/2006/relationships/image" Target="../media/image267.png"/><Relationship Id="rId68" Type="http://schemas.openxmlformats.org/officeDocument/2006/relationships/customXml" Target="../ink/ink267.xml"/><Relationship Id="rId89" Type="http://schemas.openxmlformats.org/officeDocument/2006/relationships/image" Target="../media/image288.png"/><Relationship Id="rId112" Type="http://schemas.openxmlformats.org/officeDocument/2006/relationships/customXml" Target="../ink/ink289.xml"/><Relationship Id="rId133" Type="http://schemas.openxmlformats.org/officeDocument/2006/relationships/image" Target="../media/image310.png"/><Relationship Id="rId154" Type="http://schemas.openxmlformats.org/officeDocument/2006/relationships/customXml" Target="../ink/ink310.xml"/><Relationship Id="rId175" Type="http://schemas.openxmlformats.org/officeDocument/2006/relationships/image" Target="../media/image331.png"/><Relationship Id="rId196" Type="http://schemas.openxmlformats.org/officeDocument/2006/relationships/customXml" Target="../ink/ink331.xml"/><Relationship Id="rId200" Type="http://schemas.openxmlformats.org/officeDocument/2006/relationships/customXml" Target="../ink/ink333.xml"/><Relationship Id="rId16" Type="http://schemas.openxmlformats.org/officeDocument/2006/relationships/customXml" Target="../ink/ink241.xml"/><Relationship Id="rId37" Type="http://schemas.openxmlformats.org/officeDocument/2006/relationships/image" Target="../media/image262.png"/><Relationship Id="rId58" Type="http://schemas.openxmlformats.org/officeDocument/2006/relationships/customXml" Target="../ink/ink262.xml"/><Relationship Id="rId79" Type="http://schemas.openxmlformats.org/officeDocument/2006/relationships/image" Target="../media/image283.png"/><Relationship Id="rId102" Type="http://schemas.openxmlformats.org/officeDocument/2006/relationships/customXml" Target="../ink/ink284.xml"/><Relationship Id="rId123" Type="http://schemas.openxmlformats.org/officeDocument/2006/relationships/image" Target="../media/image305.png"/><Relationship Id="rId144" Type="http://schemas.openxmlformats.org/officeDocument/2006/relationships/customXml" Target="../ink/ink305.xml"/><Relationship Id="rId90" Type="http://schemas.openxmlformats.org/officeDocument/2006/relationships/customXml" Target="../ink/ink278.xml"/><Relationship Id="rId165" Type="http://schemas.openxmlformats.org/officeDocument/2006/relationships/image" Target="../media/image326.png"/><Relationship Id="rId186" Type="http://schemas.openxmlformats.org/officeDocument/2006/relationships/customXml" Target="../ink/ink326.xml"/><Relationship Id="rId27" Type="http://schemas.openxmlformats.org/officeDocument/2006/relationships/image" Target="../media/image257.png"/><Relationship Id="rId48" Type="http://schemas.openxmlformats.org/officeDocument/2006/relationships/customXml" Target="../ink/ink257.xml"/><Relationship Id="rId69" Type="http://schemas.openxmlformats.org/officeDocument/2006/relationships/image" Target="../media/image278.png"/><Relationship Id="rId113" Type="http://schemas.openxmlformats.org/officeDocument/2006/relationships/image" Target="../media/image300.png"/><Relationship Id="rId134" Type="http://schemas.openxmlformats.org/officeDocument/2006/relationships/customXml" Target="../ink/ink300.xml"/><Relationship Id="rId80" Type="http://schemas.openxmlformats.org/officeDocument/2006/relationships/customXml" Target="../ink/ink273.xml"/><Relationship Id="rId155" Type="http://schemas.openxmlformats.org/officeDocument/2006/relationships/image" Target="../media/image321.png"/><Relationship Id="rId176" Type="http://schemas.openxmlformats.org/officeDocument/2006/relationships/customXml" Target="../ink/ink321.xml"/><Relationship Id="rId197" Type="http://schemas.openxmlformats.org/officeDocument/2006/relationships/image" Target="../media/image342.png"/><Relationship Id="rId201" Type="http://schemas.openxmlformats.org/officeDocument/2006/relationships/image" Target="../media/image344.png"/><Relationship Id="rId17" Type="http://schemas.openxmlformats.org/officeDocument/2006/relationships/image" Target="../media/image252.png"/><Relationship Id="rId38" Type="http://schemas.openxmlformats.org/officeDocument/2006/relationships/customXml" Target="../ink/ink252.xml"/><Relationship Id="rId59" Type="http://schemas.openxmlformats.org/officeDocument/2006/relationships/image" Target="../media/image273.png"/><Relationship Id="rId103" Type="http://schemas.openxmlformats.org/officeDocument/2006/relationships/image" Target="../media/image295.png"/><Relationship Id="rId124" Type="http://schemas.openxmlformats.org/officeDocument/2006/relationships/customXml" Target="../ink/ink295.xml"/><Relationship Id="rId70" Type="http://schemas.openxmlformats.org/officeDocument/2006/relationships/customXml" Target="../ink/ink268.xml"/><Relationship Id="rId91" Type="http://schemas.openxmlformats.org/officeDocument/2006/relationships/image" Target="../media/image289.png"/><Relationship Id="rId145" Type="http://schemas.openxmlformats.org/officeDocument/2006/relationships/image" Target="../media/image316.png"/><Relationship Id="rId166" Type="http://schemas.openxmlformats.org/officeDocument/2006/relationships/customXml" Target="../ink/ink316.xml"/><Relationship Id="rId187" Type="http://schemas.openxmlformats.org/officeDocument/2006/relationships/image" Target="../media/image337.png"/><Relationship Id="rId1" Type="http://schemas.openxmlformats.org/officeDocument/2006/relationships/slideLayout" Target="../slideLayouts/slideLayout12.xml"/><Relationship Id="rId28" Type="http://schemas.openxmlformats.org/officeDocument/2006/relationships/customXml" Target="../ink/ink247.xml"/><Relationship Id="rId49" Type="http://schemas.openxmlformats.org/officeDocument/2006/relationships/image" Target="../media/image268.png"/><Relationship Id="rId114" Type="http://schemas.openxmlformats.org/officeDocument/2006/relationships/customXml" Target="../ink/ink290.xml"/><Relationship Id="rId60" Type="http://schemas.openxmlformats.org/officeDocument/2006/relationships/customXml" Target="../ink/ink263.xml"/><Relationship Id="rId81" Type="http://schemas.openxmlformats.org/officeDocument/2006/relationships/image" Target="../media/image284.png"/><Relationship Id="rId135" Type="http://schemas.openxmlformats.org/officeDocument/2006/relationships/image" Target="../media/image311.png"/><Relationship Id="rId156" Type="http://schemas.openxmlformats.org/officeDocument/2006/relationships/customXml" Target="../ink/ink311.xml"/><Relationship Id="rId177" Type="http://schemas.openxmlformats.org/officeDocument/2006/relationships/image" Target="../media/image332.png"/><Relationship Id="rId198" Type="http://schemas.openxmlformats.org/officeDocument/2006/relationships/customXml" Target="../ink/ink332.xml"/><Relationship Id="rId202" Type="http://schemas.openxmlformats.org/officeDocument/2006/relationships/customXml" Target="../ink/ink334.xml"/><Relationship Id="rId18" Type="http://schemas.openxmlformats.org/officeDocument/2006/relationships/customXml" Target="../ink/ink242.xml"/><Relationship Id="rId39" Type="http://schemas.openxmlformats.org/officeDocument/2006/relationships/image" Target="../media/image263.png"/><Relationship Id="rId50" Type="http://schemas.openxmlformats.org/officeDocument/2006/relationships/customXml" Target="../ink/ink258.xml"/><Relationship Id="rId104" Type="http://schemas.openxmlformats.org/officeDocument/2006/relationships/customXml" Target="../ink/ink285.xml"/><Relationship Id="rId125" Type="http://schemas.openxmlformats.org/officeDocument/2006/relationships/image" Target="../media/image306.png"/><Relationship Id="rId146" Type="http://schemas.openxmlformats.org/officeDocument/2006/relationships/customXml" Target="../ink/ink306.xml"/><Relationship Id="rId167" Type="http://schemas.openxmlformats.org/officeDocument/2006/relationships/image" Target="../media/image327.png"/><Relationship Id="rId188" Type="http://schemas.openxmlformats.org/officeDocument/2006/relationships/customXml" Target="../ink/ink327.xml"/><Relationship Id="rId71" Type="http://schemas.openxmlformats.org/officeDocument/2006/relationships/image" Target="../media/image279.png"/><Relationship Id="rId92" Type="http://schemas.openxmlformats.org/officeDocument/2006/relationships/customXml" Target="../ink/ink279.xml"/><Relationship Id="rId2" Type="http://schemas.openxmlformats.org/officeDocument/2006/relationships/image" Target="../media/image243.png"/><Relationship Id="rId29" Type="http://schemas.openxmlformats.org/officeDocument/2006/relationships/image" Target="../media/image258.png"/><Relationship Id="rId40" Type="http://schemas.openxmlformats.org/officeDocument/2006/relationships/customXml" Target="../ink/ink253.xml"/><Relationship Id="rId115" Type="http://schemas.openxmlformats.org/officeDocument/2006/relationships/image" Target="../media/image301.png"/><Relationship Id="rId136" Type="http://schemas.openxmlformats.org/officeDocument/2006/relationships/customXml" Target="../ink/ink301.xml"/><Relationship Id="rId157" Type="http://schemas.openxmlformats.org/officeDocument/2006/relationships/image" Target="../media/image322.png"/><Relationship Id="rId178" Type="http://schemas.openxmlformats.org/officeDocument/2006/relationships/customXml" Target="../ink/ink322.xml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55.png"/><Relationship Id="rId18" Type="http://schemas.openxmlformats.org/officeDocument/2006/relationships/customXml" Target="../ink/ink345.xml"/><Relationship Id="rId26" Type="http://schemas.openxmlformats.org/officeDocument/2006/relationships/customXml" Target="../ink/ink349.xml"/><Relationship Id="rId39" Type="http://schemas.openxmlformats.org/officeDocument/2006/relationships/image" Target="../media/image367.png"/><Relationship Id="rId21" Type="http://schemas.openxmlformats.org/officeDocument/2006/relationships/image" Target="../media/image358.png"/><Relationship Id="rId34" Type="http://schemas.openxmlformats.org/officeDocument/2006/relationships/customXml" Target="../ink/ink353.xml"/><Relationship Id="rId42" Type="http://schemas.openxmlformats.org/officeDocument/2006/relationships/customXml" Target="../ink/ink357.xml"/><Relationship Id="rId7" Type="http://schemas.openxmlformats.org/officeDocument/2006/relationships/image" Target="../media/image352.png"/><Relationship Id="rId2" Type="http://schemas.openxmlformats.org/officeDocument/2006/relationships/image" Target="../media/image349.png"/><Relationship Id="rId16" Type="http://schemas.openxmlformats.org/officeDocument/2006/relationships/customXml" Target="../ink/ink344.xml"/><Relationship Id="rId29" Type="http://schemas.openxmlformats.org/officeDocument/2006/relationships/image" Target="../media/image362.png"/><Relationship Id="rId1" Type="http://schemas.openxmlformats.org/officeDocument/2006/relationships/slideLayout" Target="../slideLayouts/slideLayout12.xml"/><Relationship Id="rId6" Type="http://schemas.openxmlformats.org/officeDocument/2006/relationships/customXml" Target="../ink/ink339.xml"/><Relationship Id="rId11" Type="http://schemas.openxmlformats.org/officeDocument/2006/relationships/image" Target="../media/image354.png"/><Relationship Id="rId24" Type="http://schemas.openxmlformats.org/officeDocument/2006/relationships/customXml" Target="../ink/ink348.xml"/><Relationship Id="rId32" Type="http://schemas.openxmlformats.org/officeDocument/2006/relationships/customXml" Target="../ink/ink352.xml"/><Relationship Id="rId37" Type="http://schemas.openxmlformats.org/officeDocument/2006/relationships/image" Target="../media/image366.png"/><Relationship Id="rId40" Type="http://schemas.openxmlformats.org/officeDocument/2006/relationships/customXml" Target="../ink/ink356.xml"/><Relationship Id="rId45" Type="http://schemas.openxmlformats.org/officeDocument/2006/relationships/image" Target="../media/image370.png"/><Relationship Id="rId5" Type="http://schemas.openxmlformats.org/officeDocument/2006/relationships/image" Target="../media/image351.png"/><Relationship Id="rId15" Type="http://schemas.openxmlformats.org/officeDocument/2006/relationships/image" Target="../media/image356.png"/><Relationship Id="rId23" Type="http://schemas.openxmlformats.org/officeDocument/2006/relationships/image" Target="../media/image359.png"/><Relationship Id="rId28" Type="http://schemas.openxmlformats.org/officeDocument/2006/relationships/customXml" Target="../ink/ink350.xml"/><Relationship Id="rId36" Type="http://schemas.openxmlformats.org/officeDocument/2006/relationships/customXml" Target="../ink/ink354.xml"/><Relationship Id="rId10" Type="http://schemas.openxmlformats.org/officeDocument/2006/relationships/customXml" Target="../ink/ink341.xml"/><Relationship Id="rId19" Type="http://schemas.openxmlformats.org/officeDocument/2006/relationships/image" Target="../media/image357.png"/><Relationship Id="rId31" Type="http://schemas.openxmlformats.org/officeDocument/2006/relationships/image" Target="../media/image363.png"/><Relationship Id="rId44" Type="http://schemas.openxmlformats.org/officeDocument/2006/relationships/customXml" Target="../ink/ink358.xml"/><Relationship Id="rId4" Type="http://schemas.openxmlformats.org/officeDocument/2006/relationships/customXml" Target="../ink/ink338.xml"/><Relationship Id="rId9" Type="http://schemas.openxmlformats.org/officeDocument/2006/relationships/image" Target="../media/image353.png"/><Relationship Id="rId14" Type="http://schemas.openxmlformats.org/officeDocument/2006/relationships/customXml" Target="../ink/ink343.xml"/><Relationship Id="rId22" Type="http://schemas.openxmlformats.org/officeDocument/2006/relationships/customXml" Target="../ink/ink347.xml"/><Relationship Id="rId27" Type="http://schemas.openxmlformats.org/officeDocument/2006/relationships/image" Target="../media/image361.png"/><Relationship Id="rId30" Type="http://schemas.openxmlformats.org/officeDocument/2006/relationships/customXml" Target="../ink/ink351.xml"/><Relationship Id="rId35" Type="http://schemas.openxmlformats.org/officeDocument/2006/relationships/image" Target="../media/image365.png"/><Relationship Id="rId43" Type="http://schemas.openxmlformats.org/officeDocument/2006/relationships/image" Target="../media/image369.png"/><Relationship Id="rId8" Type="http://schemas.openxmlformats.org/officeDocument/2006/relationships/customXml" Target="../ink/ink340.xml"/><Relationship Id="rId3" Type="http://schemas.openxmlformats.org/officeDocument/2006/relationships/image" Target="../media/image350.svg"/><Relationship Id="rId12" Type="http://schemas.openxmlformats.org/officeDocument/2006/relationships/customXml" Target="../ink/ink342.xml"/><Relationship Id="rId17" Type="http://schemas.openxmlformats.org/officeDocument/2006/relationships/image" Target="../media/image167.png"/><Relationship Id="rId25" Type="http://schemas.openxmlformats.org/officeDocument/2006/relationships/image" Target="../media/image360.png"/><Relationship Id="rId33" Type="http://schemas.openxmlformats.org/officeDocument/2006/relationships/image" Target="../media/image364.png"/><Relationship Id="rId38" Type="http://schemas.openxmlformats.org/officeDocument/2006/relationships/customXml" Target="../ink/ink355.xml"/><Relationship Id="rId20" Type="http://schemas.openxmlformats.org/officeDocument/2006/relationships/customXml" Target="../ink/ink346.xml"/><Relationship Id="rId41" Type="http://schemas.openxmlformats.org/officeDocument/2006/relationships/image" Target="../media/image368.png"/></Relationships>
</file>

<file path=ppt/slides/_rels/slide11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415.xml"/><Relationship Id="rId21" Type="http://schemas.openxmlformats.org/officeDocument/2006/relationships/image" Target="../media/image382.png"/><Relationship Id="rId42" Type="http://schemas.openxmlformats.org/officeDocument/2006/relationships/customXml" Target="../ink/ink377.xml"/><Relationship Id="rId63" Type="http://schemas.openxmlformats.org/officeDocument/2006/relationships/image" Target="../media/image403.png"/><Relationship Id="rId84" Type="http://schemas.openxmlformats.org/officeDocument/2006/relationships/customXml" Target="../ink/ink398.xml"/><Relationship Id="rId138" Type="http://schemas.openxmlformats.org/officeDocument/2006/relationships/image" Target="../media/image439.png"/><Relationship Id="rId16" Type="http://schemas.openxmlformats.org/officeDocument/2006/relationships/customXml" Target="../ink/ink364.xml"/><Relationship Id="rId107" Type="http://schemas.openxmlformats.org/officeDocument/2006/relationships/image" Target="../media/image424.png"/><Relationship Id="rId11" Type="http://schemas.openxmlformats.org/officeDocument/2006/relationships/image" Target="../media/image377.png"/><Relationship Id="rId32" Type="http://schemas.openxmlformats.org/officeDocument/2006/relationships/customXml" Target="../ink/ink372.xml"/><Relationship Id="rId37" Type="http://schemas.openxmlformats.org/officeDocument/2006/relationships/image" Target="../media/image390.png"/><Relationship Id="rId53" Type="http://schemas.openxmlformats.org/officeDocument/2006/relationships/image" Target="../media/image398.png"/><Relationship Id="rId58" Type="http://schemas.openxmlformats.org/officeDocument/2006/relationships/customXml" Target="../ink/ink385.xml"/><Relationship Id="rId74" Type="http://schemas.openxmlformats.org/officeDocument/2006/relationships/customXml" Target="../ink/ink393.xml"/><Relationship Id="rId79" Type="http://schemas.openxmlformats.org/officeDocument/2006/relationships/image" Target="../media/image410.png"/><Relationship Id="rId102" Type="http://schemas.openxmlformats.org/officeDocument/2006/relationships/customXml" Target="../ink/ink407.xml"/><Relationship Id="rId123" Type="http://schemas.openxmlformats.org/officeDocument/2006/relationships/customXml" Target="../ink/ink418.xml"/><Relationship Id="rId128" Type="http://schemas.openxmlformats.org/officeDocument/2006/relationships/image" Target="../media/image434.png"/><Relationship Id="rId5" Type="http://schemas.openxmlformats.org/officeDocument/2006/relationships/image" Target="../media/image374.svg"/><Relationship Id="rId90" Type="http://schemas.openxmlformats.org/officeDocument/2006/relationships/customXml" Target="../ink/ink401.xml"/><Relationship Id="rId95" Type="http://schemas.openxmlformats.org/officeDocument/2006/relationships/image" Target="../media/image418.png"/><Relationship Id="rId22" Type="http://schemas.openxmlformats.org/officeDocument/2006/relationships/customXml" Target="../ink/ink367.xml"/><Relationship Id="rId27" Type="http://schemas.openxmlformats.org/officeDocument/2006/relationships/image" Target="../media/image385.png"/><Relationship Id="rId43" Type="http://schemas.openxmlformats.org/officeDocument/2006/relationships/image" Target="../media/image393.png"/><Relationship Id="rId48" Type="http://schemas.openxmlformats.org/officeDocument/2006/relationships/customXml" Target="../ink/ink380.xml"/><Relationship Id="rId64" Type="http://schemas.openxmlformats.org/officeDocument/2006/relationships/customXml" Target="../ink/ink388.xml"/><Relationship Id="rId69" Type="http://schemas.openxmlformats.org/officeDocument/2006/relationships/image" Target="../media/image167.png"/><Relationship Id="rId113" Type="http://schemas.openxmlformats.org/officeDocument/2006/relationships/image" Target="../media/image427.png"/><Relationship Id="rId118" Type="http://schemas.openxmlformats.org/officeDocument/2006/relationships/image" Target="../media/image429.png"/><Relationship Id="rId134" Type="http://schemas.openxmlformats.org/officeDocument/2006/relationships/image" Target="../media/image437.png"/><Relationship Id="rId80" Type="http://schemas.openxmlformats.org/officeDocument/2006/relationships/customXml" Target="../ink/ink396.xml"/><Relationship Id="rId85" Type="http://schemas.openxmlformats.org/officeDocument/2006/relationships/image" Target="../media/image413.png"/><Relationship Id="rId12" Type="http://schemas.openxmlformats.org/officeDocument/2006/relationships/customXml" Target="../ink/ink362.xml"/><Relationship Id="rId17" Type="http://schemas.openxmlformats.org/officeDocument/2006/relationships/image" Target="../media/image380.png"/><Relationship Id="rId33" Type="http://schemas.openxmlformats.org/officeDocument/2006/relationships/image" Target="../media/image388.png"/><Relationship Id="rId38" Type="http://schemas.openxmlformats.org/officeDocument/2006/relationships/customXml" Target="../ink/ink375.xml"/><Relationship Id="rId59" Type="http://schemas.openxmlformats.org/officeDocument/2006/relationships/image" Target="../media/image401.png"/><Relationship Id="rId103" Type="http://schemas.openxmlformats.org/officeDocument/2006/relationships/image" Target="../media/image422.png"/><Relationship Id="rId108" Type="http://schemas.openxmlformats.org/officeDocument/2006/relationships/customXml" Target="../ink/ink410.xml"/><Relationship Id="rId124" Type="http://schemas.openxmlformats.org/officeDocument/2006/relationships/image" Target="../media/image432.png"/><Relationship Id="rId129" Type="http://schemas.openxmlformats.org/officeDocument/2006/relationships/customXml" Target="../ink/ink421.xml"/><Relationship Id="rId54" Type="http://schemas.openxmlformats.org/officeDocument/2006/relationships/customXml" Target="../ink/ink383.xml"/><Relationship Id="rId70" Type="http://schemas.openxmlformats.org/officeDocument/2006/relationships/customXml" Target="../ink/ink391.xml"/><Relationship Id="rId75" Type="http://schemas.openxmlformats.org/officeDocument/2006/relationships/image" Target="../media/image408.png"/><Relationship Id="rId91" Type="http://schemas.openxmlformats.org/officeDocument/2006/relationships/image" Target="../media/image416.png"/><Relationship Id="rId96" Type="http://schemas.openxmlformats.org/officeDocument/2006/relationships/customXml" Target="../ink/ink404.xml"/><Relationship Id="rId1" Type="http://schemas.openxmlformats.org/officeDocument/2006/relationships/slideLayout" Target="../slideLayouts/slideLayout12.xml"/><Relationship Id="rId6" Type="http://schemas.openxmlformats.org/officeDocument/2006/relationships/customXml" Target="../ink/ink359.xml"/><Relationship Id="rId23" Type="http://schemas.openxmlformats.org/officeDocument/2006/relationships/image" Target="../media/image383.png"/><Relationship Id="rId28" Type="http://schemas.openxmlformats.org/officeDocument/2006/relationships/customXml" Target="../ink/ink370.xml"/><Relationship Id="rId49" Type="http://schemas.openxmlformats.org/officeDocument/2006/relationships/image" Target="../media/image396.png"/><Relationship Id="rId114" Type="http://schemas.openxmlformats.org/officeDocument/2006/relationships/customXml" Target="../ink/ink413.xml"/><Relationship Id="rId119" Type="http://schemas.openxmlformats.org/officeDocument/2006/relationships/customXml" Target="../ink/ink416.xml"/><Relationship Id="rId44" Type="http://schemas.openxmlformats.org/officeDocument/2006/relationships/customXml" Target="../ink/ink378.xml"/><Relationship Id="rId60" Type="http://schemas.openxmlformats.org/officeDocument/2006/relationships/customXml" Target="../ink/ink386.xml"/><Relationship Id="rId65" Type="http://schemas.openxmlformats.org/officeDocument/2006/relationships/image" Target="../media/image404.png"/><Relationship Id="rId81" Type="http://schemas.openxmlformats.org/officeDocument/2006/relationships/image" Target="../media/image411.png"/><Relationship Id="rId86" Type="http://schemas.openxmlformats.org/officeDocument/2006/relationships/customXml" Target="../ink/ink399.xml"/><Relationship Id="rId130" Type="http://schemas.openxmlformats.org/officeDocument/2006/relationships/image" Target="../media/image435.png"/><Relationship Id="rId135" Type="http://schemas.openxmlformats.org/officeDocument/2006/relationships/customXml" Target="../ink/ink424.xml"/><Relationship Id="rId13" Type="http://schemas.openxmlformats.org/officeDocument/2006/relationships/image" Target="../media/image378.png"/><Relationship Id="rId18" Type="http://schemas.openxmlformats.org/officeDocument/2006/relationships/customXml" Target="../ink/ink365.xml"/><Relationship Id="rId39" Type="http://schemas.openxmlformats.org/officeDocument/2006/relationships/image" Target="../media/image391.png"/><Relationship Id="rId109" Type="http://schemas.openxmlformats.org/officeDocument/2006/relationships/image" Target="../media/image425.png"/><Relationship Id="rId34" Type="http://schemas.openxmlformats.org/officeDocument/2006/relationships/customXml" Target="../ink/ink373.xml"/><Relationship Id="rId50" Type="http://schemas.openxmlformats.org/officeDocument/2006/relationships/customXml" Target="../ink/ink381.xml"/><Relationship Id="rId55" Type="http://schemas.openxmlformats.org/officeDocument/2006/relationships/image" Target="../media/image399.png"/><Relationship Id="rId76" Type="http://schemas.openxmlformats.org/officeDocument/2006/relationships/customXml" Target="../ink/ink394.xml"/><Relationship Id="rId97" Type="http://schemas.openxmlformats.org/officeDocument/2006/relationships/image" Target="../media/image419.png"/><Relationship Id="rId104" Type="http://schemas.openxmlformats.org/officeDocument/2006/relationships/customXml" Target="../ink/ink408.xml"/><Relationship Id="rId120" Type="http://schemas.openxmlformats.org/officeDocument/2006/relationships/image" Target="../media/image430.png"/><Relationship Id="rId125" Type="http://schemas.openxmlformats.org/officeDocument/2006/relationships/customXml" Target="../ink/ink419.xml"/><Relationship Id="rId7" Type="http://schemas.openxmlformats.org/officeDocument/2006/relationships/image" Target="../media/image375.png"/><Relationship Id="rId71" Type="http://schemas.openxmlformats.org/officeDocument/2006/relationships/image" Target="../media/image406.png"/><Relationship Id="rId92" Type="http://schemas.openxmlformats.org/officeDocument/2006/relationships/customXml" Target="../ink/ink402.xml"/><Relationship Id="rId2" Type="http://schemas.openxmlformats.org/officeDocument/2006/relationships/image" Target="../media/image371.png"/><Relationship Id="rId29" Type="http://schemas.openxmlformats.org/officeDocument/2006/relationships/image" Target="../media/image386.png"/><Relationship Id="rId24" Type="http://schemas.openxmlformats.org/officeDocument/2006/relationships/customXml" Target="../ink/ink368.xml"/><Relationship Id="rId40" Type="http://schemas.openxmlformats.org/officeDocument/2006/relationships/customXml" Target="../ink/ink376.xml"/><Relationship Id="rId45" Type="http://schemas.openxmlformats.org/officeDocument/2006/relationships/image" Target="../media/image394.png"/><Relationship Id="rId66" Type="http://schemas.openxmlformats.org/officeDocument/2006/relationships/customXml" Target="../ink/ink389.xml"/><Relationship Id="rId87" Type="http://schemas.openxmlformats.org/officeDocument/2006/relationships/image" Target="../media/image414.png"/><Relationship Id="rId110" Type="http://schemas.openxmlformats.org/officeDocument/2006/relationships/customXml" Target="../ink/ink411.xml"/><Relationship Id="rId115" Type="http://schemas.openxmlformats.org/officeDocument/2006/relationships/customXml" Target="../ink/ink414.xml"/><Relationship Id="rId131" Type="http://schemas.openxmlformats.org/officeDocument/2006/relationships/customXml" Target="../ink/ink422.xml"/><Relationship Id="rId136" Type="http://schemas.openxmlformats.org/officeDocument/2006/relationships/image" Target="../media/image438.png"/><Relationship Id="rId61" Type="http://schemas.openxmlformats.org/officeDocument/2006/relationships/image" Target="../media/image402.png"/><Relationship Id="rId82" Type="http://schemas.openxmlformats.org/officeDocument/2006/relationships/customXml" Target="../ink/ink397.xml"/><Relationship Id="rId19" Type="http://schemas.openxmlformats.org/officeDocument/2006/relationships/image" Target="../media/image381.png"/><Relationship Id="rId14" Type="http://schemas.openxmlformats.org/officeDocument/2006/relationships/customXml" Target="../ink/ink363.xml"/><Relationship Id="rId30" Type="http://schemas.openxmlformats.org/officeDocument/2006/relationships/customXml" Target="../ink/ink371.xml"/><Relationship Id="rId35" Type="http://schemas.openxmlformats.org/officeDocument/2006/relationships/image" Target="../media/image389.png"/><Relationship Id="rId56" Type="http://schemas.openxmlformats.org/officeDocument/2006/relationships/customXml" Target="../ink/ink384.xml"/><Relationship Id="rId77" Type="http://schemas.openxmlformats.org/officeDocument/2006/relationships/image" Target="../media/image409.png"/><Relationship Id="rId100" Type="http://schemas.openxmlformats.org/officeDocument/2006/relationships/customXml" Target="../ink/ink406.xml"/><Relationship Id="rId105" Type="http://schemas.openxmlformats.org/officeDocument/2006/relationships/image" Target="../media/image423.png"/><Relationship Id="rId126" Type="http://schemas.openxmlformats.org/officeDocument/2006/relationships/image" Target="../media/image433.png"/><Relationship Id="rId8" Type="http://schemas.openxmlformats.org/officeDocument/2006/relationships/customXml" Target="../ink/ink360.xml"/><Relationship Id="rId51" Type="http://schemas.openxmlformats.org/officeDocument/2006/relationships/image" Target="../media/image397.png"/><Relationship Id="rId72" Type="http://schemas.openxmlformats.org/officeDocument/2006/relationships/customXml" Target="../ink/ink392.xml"/><Relationship Id="rId93" Type="http://schemas.openxmlformats.org/officeDocument/2006/relationships/image" Target="../media/image417.png"/><Relationship Id="rId98" Type="http://schemas.openxmlformats.org/officeDocument/2006/relationships/customXml" Target="../ink/ink405.xml"/><Relationship Id="rId121" Type="http://schemas.openxmlformats.org/officeDocument/2006/relationships/customXml" Target="../ink/ink417.xml"/><Relationship Id="rId3" Type="http://schemas.openxmlformats.org/officeDocument/2006/relationships/image" Target="../media/image372.svg"/><Relationship Id="rId25" Type="http://schemas.openxmlformats.org/officeDocument/2006/relationships/image" Target="../media/image384.png"/><Relationship Id="rId46" Type="http://schemas.openxmlformats.org/officeDocument/2006/relationships/customXml" Target="../ink/ink379.xml"/><Relationship Id="rId67" Type="http://schemas.openxmlformats.org/officeDocument/2006/relationships/image" Target="../media/image405.png"/><Relationship Id="rId116" Type="http://schemas.openxmlformats.org/officeDocument/2006/relationships/image" Target="../media/image428.png"/><Relationship Id="rId137" Type="http://schemas.openxmlformats.org/officeDocument/2006/relationships/customXml" Target="../ink/ink425.xml"/><Relationship Id="rId20" Type="http://schemas.openxmlformats.org/officeDocument/2006/relationships/customXml" Target="../ink/ink366.xml"/><Relationship Id="rId41" Type="http://schemas.openxmlformats.org/officeDocument/2006/relationships/image" Target="../media/image392.png"/><Relationship Id="rId62" Type="http://schemas.openxmlformats.org/officeDocument/2006/relationships/customXml" Target="../ink/ink387.xml"/><Relationship Id="rId83" Type="http://schemas.openxmlformats.org/officeDocument/2006/relationships/image" Target="../media/image412.png"/><Relationship Id="rId88" Type="http://schemas.openxmlformats.org/officeDocument/2006/relationships/customXml" Target="../ink/ink400.xml"/><Relationship Id="rId111" Type="http://schemas.openxmlformats.org/officeDocument/2006/relationships/image" Target="../media/image426.png"/><Relationship Id="rId132" Type="http://schemas.openxmlformats.org/officeDocument/2006/relationships/image" Target="../media/image436.png"/><Relationship Id="rId15" Type="http://schemas.openxmlformats.org/officeDocument/2006/relationships/image" Target="../media/image379.png"/><Relationship Id="rId36" Type="http://schemas.openxmlformats.org/officeDocument/2006/relationships/customXml" Target="../ink/ink374.xml"/><Relationship Id="rId57" Type="http://schemas.openxmlformats.org/officeDocument/2006/relationships/image" Target="../media/image400.png"/><Relationship Id="rId106" Type="http://schemas.openxmlformats.org/officeDocument/2006/relationships/customXml" Target="../ink/ink409.xml"/><Relationship Id="rId127" Type="http://schemas.openxmlformats.org/officeDocument/2006/relationships/customXml" Target="../ink/ink420.xml"/><Relationship Id="rId10" Type="http://schemas.openxmlformats.org/officeDocument/2006/relationships/customXml" Target="../ink/ink361.xml"/><Relationship Id="rId31" Type="http://schemas.openxmlformats.org/officeDocument/2006/relationships/image" Target="../media/image387.png"/><Relationship Id="rId52" Type="http://schemas.openxmlformats.org/officeDocument/2006/relationships/customXml" Target="../ink/ink382.xml"/><Relationship Id="rId73" Type="http://schemas.openxmlformats.org/officeDocument/2006/relationships/image" Target="../media/image407.png"/><Relationship Id="rId78" Type="http://schemas.openxmlformats.org/officeDocument/2006/relationships/customXml" Target="../ink/ink395.xml"/><Relationship Id="rId94" Type="http://schemas.openxmlformats.org/officeDocument/2006/relationships/customXml" Target="../ink/ink403.xml"/><Relationship Id="rId99" Type="http://schemas.openxmlformats.org/officeDocument/2006/relationships/image" Target="../media/image420.png"/><Relationship Id="rId101" Type="http://schemas.openxmlformats.org/officeDocument/2006/relationships/image" Target="../media/image421.png"/><Relationship Id="rId122" Type="http://schemas.openxmlformats.org/officeDocument/2006/relationships/image" Target="../media/image431.png"/><Relationship Id="rId4" Type="http://schemas.openxmlformats.org/officeDocument/2006/relationships/image" Target="../media/image373.png"/><Relationship Id="rId9" Type="http://schemas.openxmlformats.org/officeDocument/2006/relationships/image" Target="../media/image376.png"/><Relationship Id="rId26" Type="http://schemas.openxmlformats.org/officeDocument/2006/relationships/customXml" Target="../ink/ink369.xml"/><Relationship Id="rId47" Type="http://schemas.openxmlformats.org/officeDocument/2006/relationships/image" Target="../media/image395.png"/><Relationship Id="rId68" Type="http://schemas.openxmlformats.org/officeDocument/2006/relationships/customXml" Target="../ink/ink390.xml"/><Relationship Id="rId89" Type="http://schemas.openxmlformats.org/officeDocument/2006/relationships/image" Target="../media/image415.png"/><Relationship Id="rId112" Type="http://schemas.openxmlformats.org/officeDocument/2006/relationships/customXml" Target="../ink/ink412.xml"/><Relationship Id="rId133" Type="http://schemas.openxmlformats.org/officeDocument/2006/relationships/customXml" Target="../ink/ink42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1.svg"/><Relationship Id="rId2" Type="http://schemas.openxmlformats.org/officeDocument/2006/relationships/image" Target="../media/image44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100.png"/><Relationship Id="rId5" Type="http://schemas.openxmlformats.org/officeDocument/2006/relationships/image" Target="../media/image443.svg"/><Relationship Id="rId4" Type="http://schemas.openxmlformats.org/officeDocument/2006/relationships/image" Target="../media/image44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7.png"/><Relationship Id="rId13" Type="http://schemas.openxmlformats.org/officeDocument/2006/relationships/customXml" Target="../ink/ink431.xml"/><Relationship Id="rId18" Type="http://schemas.openxmlformats.org/officeDocument/2006/relationships/image" Target="../media/image452.png"/><Relationship Id="rId26" Type="http://schemas.openxmlformats.org/officeDocument/2006/relationships/image" Target="../media/image456.png"/><Relationship Id="rId3" Type="http://schemas.openxmlformats.org/officeDocument/2006/relationships/customXml" Target="../ink/ink426.xml"/><Relationship Id="rId21" Type="http://schemas.openxmlformats.org/officeDocument/2006/relationships/customXml" Target="../ink/ink435.xml"/><Relationship Id="rId7" Type="http://schemas.openxmlformats.org/officeDocument/2006/relationships/customXml" Target="../ink/ink428.xml"/><Relationship Id="rId12" Type="http://schemas.openxmlformats.org/officeDocument/2006/relationships/image" Target="../media/image449.png"/><Relationship Id="rId17" Type="http://schemas.openxmlformats.org/officeDocument/2006/relationships/customXml" Target="../ink/ink433.xml"/><Relationship Id="rId25" Type="http://schemas.openxmlformats.org/officeDocument/2006/relationships/customXml" Target="../ink/ink437.xml"/><Relationship Id="rId2" Type="http://schemas.openxmlformats.org/officeDocument/2006/relationships/image" Target="../media/image444.png"/><Relationship Id="rId16" Type="http://schemas.openxmlformats.org/officeDocument/2006/relationships/image" Target="../media/image451.png"/><Relationship Id="rId20" Type="http://schemas.openxmlformats.org/officeDocument/2006/relationships/image" Target="../media/image453.png"/><Relationship Id="rId29" Type="http://schemas.openxmlformats.org/officeDocument/2006/relationships/customXml" Target="../ink/ink43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46.png"/><Relationship Id="rId11" Type="http://schemas.openxmlformats.org/officeDocument/2006/relationships/customXml" Target="../ink/ink430.xml"/><Relationship Id="rId24" Type="http://schemas.openxmlformats.org/officeDocument/2006/relationships/image" Target="../media/image455.png"/><Relationship Id="rId32" Type="http://schemas.openxmlformats.org/officeDocument/2006/relationships/image" Target="../media/image459.png"/><Relationship Id="rId5" Type="http://schemas.openxmlformats.org/officeDocument/2006/relationships/customXml" Target="../ink/ink427.xml"/><Relationship Id="rId15" Type="http://schemas.openxmlformats.org/officeDocument/2006/relationships/customXml" Target="../ink/ink432.xml"/><Relationship Id="rId23" Type="http://schemas.openxmlformats.org/officeDocument/2006/relationships/customXml" Target="../ink/ink436.xml"/><Relationship Id="rId28" Type="http://schemas.openxmlformats.org/officeDocument/2006/relationships/image" Target="../media/image457.png"/><Relationship Id="rId10" Type="http://schemas.openxmlformats.org/officeDocument/2006/relationships/image" Target="../media/image448.png"/><Relationship Id="rId19" Type="http://schemas.openxmlformats.org/officeDocument/2006/relationships/customXml" Target="../ink/ink434.xml"/><Relationship Id="rId31" Type="http://schemas.openxmlformats.org/officeDocument/2006/relationships/customXml" Target="../ink/ink440.xml"/><Relationship Id="rId4" Type="http://schemas.openxmlformats.org/officeDocument/2006/relationships/image" Target="../media/image445.png"/><Relationship Id="rId9" Type="http://schemas.openxmlformats.org/officeDocument/2006/relationships/customXml" Target="../ink/ink429.xml"/><Relationship Id="rId14" Type="http://schemas.openxmlformats.org/officeDocument/2006/relationships/image" Target="../media/image450.png"/><Relationship Id="rId22" Type="http://schemas.openxmlformats.org/officeDocument/2006/relationships/image" Target="../media/image454.png"/><Relationship Id="rId27" Type="http://schemas.openxmlformats.org/officeDocument/2006/relationships/customXml" Target="../ink/ink438.xml"/><Relationship Id="rId30" Type="http://schemas.openxmlformats.org/officeDocument/2006/relationships/image" Target="../media/image458.png"/></Relationships>
</file>

<file path=ppt/slides/_rels/slide14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17.png"/><Relationship Id="rId671" Type="http://schemas.openxmlformats.org/officeDocument/2006/relationships/customXml" Target="../ink/ink776.xml"/><Relationship Id="rId769" Type="http://schemas.openxmlformats.org/officeDocument/2006/relationships/customXml" Target="../ink/ink825.xml"/><Relationship Id="rId21" Type="http://schemas.openxmlformats.org/officeDocument/2006/relationships/image" Target="../media/image469.png"/><Relationship Id="rId324" Type="http://schemas.openxmlformats.org/officeDocument/2006/relationships/image" Target="../media/image620.png"/><Relationship Id="rId531" Type="http://schemas.openxmlformats.org/officeDocument/2006/relationships/customXml" Target="../ink/ink706.xml"/><Relationship Id="rId629" Type="http://schemas.openxmlformats.org/officeDocument/2006/relationships/customXml" Target="../ink/ink755.xml"/><Relationship Id="rId170" Type="http://schemas.openxmlformats.org/officeDocument/2006/relationships/customXml" Target="../ink/ink525.xml"/><Relationship Id="rId836" Type="http://schemas.openxmlformats.org/officeDocument/2006/relationships/image" Target="../media/image876.png"/><Relationship Id="rId268" Type="http://schemas.openxmlformats.org/officeDocument/2006/relationships/image" Target="../media/image592.png"/><Relationship Id="rId475" Type="http://schemas.openxmlformats.org/officeDocument/2006/relationships/customXml" Target="../ink/ink678.xml"/><Relationship Id="rId682" Type="http://schemas.openxmlformats.org/officeDocument/2006/relationships/image" Target="../media/image799.png"/><Relationship Id="rId32" Type="http://schemas.openxmlformats.org/officeDocument/2006/relationships/customXml" Target="../ink/ink456.xml"/><Relationship Id="rId128" Type="http://schemas.openxmlformats.org/officeDocument/2006/relationships/customXml" Target="../ink/ink504.xml"/><Relationship Id="rId335" Type="http://schemas.openxmlformats.org/officeDocument/2006/relationships/customXml" Target="../ink/ink608.xml"/><Relationship Id="rId542" Type="http://schemas.openxmlformats.org/officeDocument/2006/relationships/image" Target="../media/image729.png"/><Relationship Id="rId181" Type="http://schemas.openxmlformats.org/officeDocument/2006/relationships/image" Target="../media/image549.png"/><Relationship Id="rId402" Type="http://schemas.openxmlformats.org/officeDocument/2006/relationships/image" Target="../media/image659.png"/><Relationship Id="rId279" Type="http://schemas.openxmlformats.org/officeDocument/2006/relationships/customXml" Target="../ink/ink580.xml"/><Relationship Id="rId486" Type="http://schemas.openxmlformats.org/officeDocument/2006/relationships/image" Target="../media/image701.png"/><Relationship Id="rId693" Type="http://schemas.openxmlformats.org/officeDocument/2006/relationships/customXml" Target="../ink/ink787.xml"/><Relationship Id="rId707" Type="http://schemas.openxmlformats.org/officeDocument/2006/relationships/customXml" Target="../ink/ink794.xml"/><Relationship Id="rId43" Type="http://schemas.openxmlformats.org/officeDocument/2006/relationships/image" Target="../media/image480.png"/><Relationship Id="rId139" Type="http://schemas.openxmlformats.org/officeDocument/2006/relationships/image" Target="../media/image528.png"/><Relationship Id="rId346" Type="http://schemas.openxmlformats.org/officeDocument/2006/relationships/image" Target="../media/image631.png"/><Relationship Id="rId553" Type="http://schemas.openxmlformats.org/officeDocument/2006/relationships/customXml" Target="../ink/ink717.xml"/><Relationship Id="rId760" Type="http://schemas.openxmlformats.org/officeDocument/2006/relationships/image" Target="../media/image838.png"/><Relationship Id="rId192" Type="http://schemas.openxmlformats.org/officeDocument/2006/relationships/customXml" Target="../ink/ink536.xml"/><Relationship Id="rId206" Type="http://schemas.openxmlformats.org/officeDocument/2006/relationships/image" Target="../media/image561.png"/><Relationship Id="rId413" Type="http://schemas.openxmlformats.org/officeDocument/2006/relationships/customXml" Target="../ink/ink647.xml"/><Relationship Id="rId497" Type="http://schemas.openxmlformats.org/officeDocument/2006/relationships/customXml" Target="../ink/ink689.xml"/><Relationship Id="rId620" Type="http://schemas.openxmlformats.org/officeDocument/2006/relationships/image" Target="../media/image768.png"/><Relationship Id="rId718" Type="http://schemas.openxmlformats.org/officeDocument/2006/relationships/image" Target="../media/image817.png"/><Relationship Id="rId357" Type="http://schemas.openxmlformats.org/officeDocument/2006/relationships/customXml" Target="../ink/ink619.xml"/><Relationship Id="rId54" Type="http://schemas.openxmlformats.org/officeDocument/2006/relationships/customXml" Target="../ink/ink467.xml"/><Relationship Id="rId217" Type="http://schemas.openxmlformats.org/officeDocument/2006/relationships/customXml" Target="../ink/ink549.xml"/><Relationship Id="rId564" Type="http://schemas.openxmlformats.org/officeDocument/2006/relationships/image" Target="../media/image740.png"/><Relationship Id="rId771" Type="http://schemas.openxmlformats.org/officeDocument/2006/relationships/customXml" Target="../ink/ink826.xml"/><Relationship Id="rId424" Type="http://schemas.openxmlformats.org/officeDocument/2006/relationships/image" Target="../media/image670.png"/><Relationship Id="rId631" Type="http://schemas.openxmlformats.org/officeDocument/2006/relationships/customXml" Target="../ink/ink756.xml"/><Relationship Id="rId729" Type="http://schemas.openxmlformats.org/officeDocument/2006/relationships/customXml" Target="../ink/ink805.xml"/><Relationship Id="rId270" Type="http://schemas.openxmlformats.org/officeDocument/2006/relationships/image" Target="../media/image593.png"/><Relationship Id="rId65" Type="http://schemas.openxmlformats.org/officeDocument/2006/relationships/image" Target="../media/image491.png"/><Relationship Id="rId130" Type="http://schemas.openxmlformats.org/officeDocument/2006/relationships/customXml" Target="../ink/ink505.xml"/><Relationship Id="rId368" Type="http://schemas.openxmlformats.org/officeDocument/2006/relationships/image" Target="../media/image642.png"/><Relationship Id="rId575" Type="http://schemas.openxmlformats.org/officeDocument/2006/relationships/customXml" Target="../ink/ink728.xml"/><Relationship Id="rId782" Type="http://schemas.openxmlformats.org/officeDocument/2006/relationships/image" Target="../media/image849.png"/><Relationship Id="rId228" Type="http://schemas.openxmlformats.org/officeDocument/2006/relationships/image" Target="../media/image572.png"/><Relationship Id="rId435" Type="http://schemas.openxmlformats.org/officeDocument/2006/relationships/customXml" Target="../ink/ink658.xml"/><Relationship Id="rId642" Type="http://schemas.openxmlformats.org/officeDocument/2006/relationships/image" Target="../media/image779.png"/><Relationship Id="rId281" Type="http://schemas.openxmlformats.org/officeDocument/2006/relationships/customXml" Target="../ink/ink581.xml"/><Relationship Id="rId502" Type="http://schemas.openxmlformats.org/officeDocument/2006/relationships/image" Target="../media/image709.png"/><Relationship Id="rId76" Type="http://schemas.openxmlformats.org/officeDocument/2006/relationships/customXml" Target="../ink/ink478.xml"/><Relationship Id="rId141" Type="http://schemas.openxmlformats.org/officeDocument/2006/relationships/image" Target="../media/image529.png"/><Relationship Id="rId379" Type="http://schemas.openxmlformats.org/officeDocument/2006/relationships/customXml" Target="../ink/ink630.xml"/><Relationship Id="rId586" Type="http://schemas.openxmlformats.org/officeDocument/2006/relationships/image" Target="../media/image751.png"/><Relationship Id="rId793" Type="http://schemas.openxmlformats.org/officeDocument/2006/relationships/customXml" Target="../ink/ink837.xml"/><Relationship Id="rId807" Type="http://schemas.openxmlformats.org/officeDocument/2006/relationships/customXml" Target="../ink/ink844.xml"/><Relationship Id="rId7" Type="http://schemas.openxmlformats.org/officeDocument/2006/relationships/image" Target="../media/image462.png"/><Relationship Id="rId239" Type="http://schemas.openxmlformats.org/officeDocument/2006/relationships/customXml" Target="../ink/ink560.xml"/><Relationship Id="rId446" Type="http://schemas.openxmlformats.org/officeDocument/2006/relationships/image" Target="../media/image681.png"/><Relationship Id="rId653" Type="http://schemas.openxmlformats.org/officeDocument/2006/relationships/customXml" Target="../ink/ink767.xml"/><Relationship Id="rId292" Type="http://schemas.openxmlformats.org/officeDocument/2006/relationships/image" Target="../media/image604.png"/><Relationship Id="rId306" Type="http://schemas.openxmlformats.org/officeDocument/2006/relationships/image" Target="../media/image611.png"/><Relationship Id="rId87" Type="http://schemas.openxmlformats.org/officeDocument/2006/relationships/image" Target="../media/image502.png"/><Relationship Id="rId513" Type="http://schemas.openxmlformats.org/officeDocument/2006/relationships/customXml" Target="../ink/ink697.xml"/><Relationship Id="rId597" Type="http://schemas.openxmlformats.org/officeDocument/2006/relationships/customXml" Target="../ink/ink739.xml"/><Relationship Id="rId720" Type="http://schemas.openxmlformats.org/officeDocument/2006/relationships/image" Target="../media/image818.png"/><Relationship Id="rId818" Type="http://schemas.openxmlformats.org/officeDocument/2006/relationships/image" Target="../media/image867.png"/><Relationship Id="rId152" Type="http://schemas.openxmlformats.org/officeDocument/2006/relationships/customXml" Target="../ink/ink516.xml"/><Relationship Id="rId457" Type="http://schemas.openxmlformats.org/officeDocument/2006/relationships/customXml" Target="../ink/ink669.xml"/><Relationship Id="rId664" Type="http://schemas.openxmlformats.org/officeDocument/2006/relationships/image" Target="../media/image790.png"/><Relationship Id="rId14" Type="http://schemas.openxmlformats.org/officeDocument/2006/relationships/customXml" Target="../ink/ink447.xml"/><Relationship Id="rId317" Type="http://schemas.openxmlformats.org/officeDocument/2006/relationships/customXml" Target="../ink/ink599.xml"/><Relationship Id="rId524" Type="http://schemas.openxmlformats.org/officeDocument/2006/relationships/image" Target="../media/image720.png"/><Relationship Id="rId731" Type="http://schemas.openxmlformats.org/officeDocument/2006/relationships/customXml" Target="../ink/ink806.xml"/><Relationship Id="rId98" Type="http://schemas.openxmlformats.org/officeDocument/2006/relationships/customXml" Target="../ink/ink489.xml"/><Relationship Id="rId163" Type="http://schemas.openxmlformats.org/officeDocument/2006/relationships/image" Target="../media/image540.png"/><Relationship Id="rId370" Type="http://schemas.openxmlformats.org/officeDocument/2006/relationships/image" Target="../media/image643.png"/><Relationship Id="rId829" Type="http://schemas.openxmlformats.org/officeDocument/2006/relationships/customXml" Target="../ink/ink855.xml"/><Relationship Id="rId230" Type="http://schemas.openxmlformats.org/officeDocument/2006/relationships/image" Target="../media/image573.png"/><Relationship Id="rId468" Type="http://schemas.openxmlformats.org/officeDocument/2006/relationships/image" Target="../media/image692.png"/><Relationship Id="rId675" Type="http://schemas.openxmlformats.org/officeDocument/2006/relationships/customXml" Target="../ink/ink778.xml"/><Relationship Id="rId25" Type="http://schemas.openxmlformats.org/officeDocument/2006/relationships/image" Target="../media/image471.png"/><Relationship Id="rId328" Type="http://schemas.openxmlformats.org/officeDocument/2006/relationships/image" Target="../media/image622.png"/><Relationship Id="rId535" Type="http://schemas.openxmlformats.org/officeDocument/2006/relationships/customXml" Target="../ink/ink708.xml"/><Relationship Id="rId742" Type="http://schemas.openxmlformats.org/officeDocument/2006/relationships/image" Target="../media/image829.png"/><Relationship Id="rId174" Type="http://schemas.openxmlformats.org/officeDocument/2006/relationships/customXml" Target="../ink/ink527.xml"/><Relationship Id="rId381" Type="http://schemas.openxmlformats.org/officeDocument/2006/relationships/customXml" Target="../ink/ink631.xml"/><Relationship Id="rId602" Type="http://schemas.openxmlformats.org/officeDocument/2006/relationships/image" Target="../media/image759.png"/><Relationship Id="rId241" Type="http://schemas.openxmlformats.org/officeDocument/2006/relationships/customXml" Target="../ink/ink561.xml"/><Relationship Id="rId479" Type="http://schemas.openxmlformats.org/officeDocument/2006/relationships/customXml" Target="../ink/ink680.xml"/><Relationship Id="rId686" Type="http://schemas.openxmlformats.org/officeDocument/2006/relationships/image" Target="../media/image801.png"/><Relationship Id="rId36" Type="http://schemas.openxmlformats.org/officeDocument/2006/relationships/customXml" Target="../ink/ink458.xml"/><Relationship Id="rId339" Type="http://schemas.openxmlformats.org/officeDocument/2006/relationships/customXml" Target="../ink/ink610.xml"/><Relationship Id="rId546" Type="http://schemas.openxmlformats.org/officeDocument/2006/relationships/image" Target="../media/image731.png"/><Relationship Id="rId753" Type="http://schemas.openxmlformats.org/officeDocument/2006/relationships/customXml" Target="../ink/ink817.xml"/><Relationship Id="rId101" Type="http://schemas.openxmlformats.org/officeDocument/2006/relationships/image" Target="../media/image509.png"/><Relationship Id="rId185" Type="http://schemas.openxmlformats.org/officeDocument/2006/relationships/image" Target="../media/image551.png"/><Relationship Id="rId406" Type="http://schemas.openxmlformats.org/officeDocument/2006/relationships/image" Target="../media/image661.png"/><Relationship Id="rId392" Type="http://schemas.openxmlformats.org/officeDocument/2006/relationships/image" Target="../media/image654.png"/><Relationship Id="rId613" Type="http://schemas.openxmlformats.org/officeDocument/2006/relationships/customXml" Target="../ink/ink747.xml"/><Relationship Id="rId697" Type="http://schemas.openxmlformats.org/officeDocument/2006/relationships/customXml" Target="../ink/ink789.xml"/><Relationship Id="rId820" Type="http://schemas.openxmlformats.org/officeDocument/2006/relationships/image" Target="../media/image868.png"/><Relationship Id="rId252" Type="http://schemas.openxmlformats.org/officeDocument/2006/relationships/image" Target="../media/image584.png"/><Relationship Id="rId47" Type="http://schemas.openxmlformats.org/officeDocument/2006/relationships/image" Target="../media/image482.png"/><Relationship Id="rId112" Type="http://schemas.openxmlformats.org/officeDocument/2006/relationships/customXml" Target="../ink/ink496.xml"/><Relationship Id="rId557" Type="http://schemas.openxmlformats.org/officeDocument/2006/relationships/customXml" Target="../ink/ink719.xml"/><Relationship Id="rId764" Type="http://schemas.openxmlformats.org/officeDocument/2006/relationships/image" Target="../media/image840.png"/><Relationship Id="rId196" Type="http://schemas.openxmlformats.org/officeDocument/2006/relationships/customXml" Target="../ink/ink538.xml"/><Relationship Id="rId417" Type="http://schemas.openxmlformats.org/officeDocument/2006/relationships/customXml" Target="../ink/ink649.xml"/><Relationship Id="rId624" Type="http://schemas.openxmlformats.org/officeDocument/2006/relationships/image" Target="../media/image770.png"/><Relationship Id="rId831" Type="http://schemas.openxmlformats.org/officeDocument/2006/relationships/customXml" Target="../ink/ink856.xml"/><Relationship Id="rId263" Type="http://schemas.openxmlformats.org/officeDocument/2006/relationships/customXml" Target="../ink/ink572.xml"/><Relationship Id="rId470" Type="http://schemas.openxmlformats.org/officeDocument/2006/relationships/image" Target="../media/image693.png"/><Relationship Id="rId58" Type="http://schemas.openxmlformats.org/officeDocument/2006/relationships/customXml" Target="../ink/ink469.xml"/><Relationship Id="rId123" Type="http://schemas.openxmlformats.org/officeDocument/2006/relationships/image" Target="../media/image520.png"/><Relationship Id="rId330" Type="http://schemas.openxmlformats.org/officeDocument/2006/relationships/image" Target="../media/image623.png"/><Relationship Id="rId568" Type="http://schemas.openxmlformats.org/officeDocument/2006/relationships/image" Target="../media/image742.png"/><Relationship Id="rId775" Type="http://schemas.openxmlformats.org/officeDocument/2006/relationships/customXml" Target="../ink/ink828.xml"/><Relationship Id="rId428" Type="http://schemas.openxmlformats.org/officeDocument/2006/relationships/image" Target="../media/image672.png"/><Relationship Id="rId635" Type="http://schemas.openxmlformats.org/officeDocument/2006/relationships/customXml" Target="../ink/ink758.xml"/><Relationship Id="rId274" Type="http://schemas.openxmlformats.org/officeDocument/2006/relationships/image" Target="../media/image595.png"/><Relationship Id="rId481" Type="http://schemas.openxmlformats.org/officeDocument/2006/relationships/customXml" Target="../ink/ink681.xml"/><Relationship Id="rId702" Type="http://schemas.openxmlformats.org/officeDocument/2006/relationships/image" Target="../media/image809.png"/><Relationship Id="rId69" Type="http://schemas.openxmlformats.org/officeDocument/2006/relationships/image" Target="../media/image493.png"/><Relationship Id="rId134" Type="http://schemas.openxmlformats.org/officeDocument/2006/relationships/customXml" Target="../ink/ink507.xml"/><Relationship Id="rId579" Type="http://schemas.openxmlformats.org/officeDocument/2006/relationships/customXml" Target="../ink/ink730.xml"/><Relationship Id="rId786" Type="http://schemas.openxmlformats.org/officeDocument/2006/relationships/image" Target="../media/image851.png"/><Relationship Id="rId341" Type="http://schemas.openxmlformats.org/officeDocument/2006/relationships/customXml" Target="../ink/ink611.xml"/><Relationship Id="rId439" Type="http://schemas.openxmlformats.org/officeDocument/2006/relationships/customXml" Target="../ink/ink660.xml"/><Relationship Id="rId646" Type="http://schemas.openxmlformats.org/officeDocument/2006/relationships/image" Target="../media/image781.png"/><Relationship Id="rId201" Type="http://schemas.openxmlformats.org/officeDocument/2006/relationships/customXml" Target="../ink/ink541.xml"/><Relationship Id="rId285" Type="http://schemas.openxmlformats.org/officeDocument/2006/relationships/customXml" Target="../ink/ink583.xml"/><Relationship Id="rId506" Type="http://schemas.openxmlformats.org/officeDocument/2006/relationships/image" Target="../media/image711.png"/><Relationship Id="rId492" Type="http://schemas.openxmlformats.org/officeDocument/2006/relationships/image" Target="../media/image704.png"/><Relationship Id="rId713" Type="http://schemas.openxmlformats.org/officeDocument/2006/relationships/customXml" Target="../ink/ink797.xml"/><Relationship Id="rId797" Type="http://schemas.openxmlformats.org/officeDocument/2006/relationships/customXml" Target="../ink/ink839.xml"/><Relationship Id="rId145" Type="http://schemas.openxmlformats.org/officeDocument/2006/relationships/image" Target="../media/image531.png"/><Relationship Id="rId352" Type="http://schemas.openxmlformats.org/officeDocument/2006/relationships/image" Target="../media/image634.png"/><Relationship Id="rId212" Type="http://schemas.openxmlformats.org/officeDocument/2006/relationships/image" Target="../media/image564.png"/><Relationship Id="rId657" Type="http://schemas.openxmlformats.org/officeDocument/2006/relationships/customXml" Target="../ink/ink769.xml"/><Relationship Id="rId296" Type="http://schemas.openxmlformats.org/officeDocument/2006/relationships/image" Target="../media/image606.png"/><Relationship Id="rId517" Type="http://schemas.openxmlformats.org/officeDocument/2006/relationships/customXml" Target="../ink/ink699.xml"/><Relationship Id="rId724" Type="http://schemas.openxmlformats.org/officeDocument/2006/relationships/image" Target="../media/image820.png"/><Relationship Id="rId60" Type="http://schemas.openxmlformats.org/officeDocument/2006/relationships/customXml" Target="../ink/ink470.xml"/><Relationship Id="rId156" Type="http://schemas.openxmlformats.org/officeDocument/2006/relationships/customXml" Target="../ink/ink518.xml"/><Relationship Id="rId363" Type="http://schemas.openxmlformats.org/officeDocument/2006/relationships/customXml" Target="../ink/ink622.xml"/><Relationship Id="rId570" Type="http://schemas.openxmlformats.org/officeDocument/2006/relationships/image" Target="../media/image743.png"/><Relationship Id="rId223" Type="http://schemas.openxmlformats.org/officeDocument/2006/relationships/customXml" Target="../ink/ink552.xml"/><Relationship Id="rId430" Type="http://schemas.openxmlformats.org/officeDocument/2006/relationships/image" Target="../media/image673.png"/><Relationship Id="rId668" Type="http://schemas.openxmlformats.org/officeDocument/2006/relationships/image" Target="../media/image792.png"/><Relationship Id="rId18" Type="http://schemas.openxmlformats.org/officeDocument/2006/relationships/customXml" Target="../ink/ink449.xml"/><Relationship Id="rId528" Type="http://schemas.openxmlformats.org/officeDocument/2006/relationships/image" Target="../media/image722.png"/><Relationship Id="rId735" Type="http://schemas.openxmlformats.org/officeDocument/2006/relationships/customXml" Target="../ink/ink808.xml"/><Relationship Id="rId167" Type="http://schemas.openxmlformats.org/officeDocument/2006/relationships/image" Target="../media/image542.png"/><Relationship Id="rId374" Type="http://schemas.openxmlformats.org/officeDocument/2006/relationships/image" Target="../media/image645.png"/><Relationship Id="rId581" Type="http://schemas.openxmlformats.org/officeDocument/2006/relationships/customXml" Target="../ink/ink731.xml"/><Relationship Id="rId71" Type="http://schemas.openxmlformats.org/officeDocument/2006/relationships/image" Target="../media/image494.png"/><Relationship Id="rId234" Type="http://schemas.openxmlformats.org/officeDocument/2006/relationships/image" Target="../media/image575.png"/><Relationship Id="rId679" Type="http://schemas.openxmlformats.org/officeDocument/2006/relationships/customXml" Target="../ink/ink780.xml"/><Relationship Id="rId802" Type="http://schemas.openxmlformats.org/officeDocument/2006/relationships/image" Target="../media/image859.png"/><Relationship Id="rId2" Type="http://schemas.openxmlformats.org/officeDocument/2006/relationships/customXml" Target="../ink/ink441.xml"/><Relationship Id="rId29" Type="http://schemas.openxmlformats.org/officeDocument/2006/relationships/image" Target="../media/image473.png"/><Relationship Id="rId441" Type="http://schemas.openxmlformats.org/officeDocument/2006/relationships/customXml" Target="../ink/ink661.xml"/><Relationship Id="rId539" Type="http://schemas.openxmlformats.org/officeDocument/2006/relationships/customXml" Target="../ink/ink710.xml"/><Relationship Id="rId746" Type="http://schemas.openxmlformats.org/officeDocument/2006/relationships/image" Target="../media/image831.png"/><Relationship Id="rId178" Type="http://schemas.openxmlformats.org/officeDocument/2006/relationships/customXml" Target="../ink/ink529.xml"/><Relationship Id="rId301" Type="http://schemas.openxmlformats.org/officeDocument/2006/relationships/customXml" Target="../ink/ink591.xml"/><Relationship Id="rId82" Type="http://schemas.openxmlformats.org/officeDocument/2006/relationships/customXml" Target="../ink/ink481.xml"/><Relationship Id="rId385" Type="http://schemas.openxmlformats.org/officeDocument/2006/relationships/customXml" Target="../ink/ink633.xml"/><Relationship Id="rId592" Type="http://schemas.openxmlformats.org/officeDocument/2006/relationships/image" Target="../media/image754.png"/><Relationship Id="rId606" Type="http://schemas.openxmlformats.org/officeDocument/2006/relationships/image" Target="../media/image761.png"/><Relationship Id="rId813" Type="http://schemas.openxmlformats.org/officeDocument/2006/relationships/customXml" Target="../ink/ink847.xml"/><Relationship Id="rId245" Type="http://schemas.openxmlformats.org/officeDocument/2006/relationships/customXml" Target="../ink/ink563.xml"/><Relationship Id="rId452" Type="http://schemas.openxmlformats.org/officeDocument/2006/relationships/image" Target="../media/image684.png"/><Relationship Id="rId105" Type="http://schemas.openxmlformats.org/officeDocument/2006/relationships/image" Target="../media/image511.png"/><Relationship Id="rId312" Type="http://schemas.openxmlformats.org/officeDocument/2006/relationships/image" Target="../media/image614.png"/><Relationship Id="rId757" Type="http://schemas.openxmlformats.org/officeDocument/2006/relationships/customXml" Target="../ink/ink819.xml"/><Relationship Id="rId93" Type="http://schemas.openxmlformats.org/officeDocument/2006/relationships/image" Target="../media/image505.png"/><Relationship Id="rId189" Type="http://schemas.openxmlformats.org/officeDocument/2006/relationships/image" Target="../media/image553.png"/><Relationship Id="rId396" Type="http://schemas.openxmlformats.org/officeDocument/2006/relationships/image" Target="../media/image656.png"/><Relationship Id="rId617" Type="http://schemas.openxmlformats.org/officeDocument/2006/relationships/customXml" Target="../ink/ink749.xml"/><Relationship Id="rId824" Type="http://schemas.openxmlformats.org/officeDocument/2006/relationships/image" Target="../media/image870.png"/><Relationship Id="rId256" Type="http://schemas.openxmlformats.org/officeDocument/2006/relationships/image" Target="../media/image586.png"/><Relationship Id="rId463" Type="http://schemas.openxmlformats.org/officeDocument/2006/relationships/customXml" Target="../ink/ink672.xml"/><Relationship Id="rId670" Type="http://schemas.openxmlformats.org/officeDocument/2006/relationships/image" Target="../media/image793.png"/><Relationship Id="rId116" Type="http://schemas.openxmlformats.org/officeDocument/2006/relationships/customXml" Target="../ink/ink498.xml"/><Relationship Id="rId323" Type="http://schemas.openxmlformats.org/officeDocument/2006/relationships/customXml" Target="../ink/ink602.xml"/><Relationship Id="rId530" Type="http://schemas.openxmlformats.org/officeDocument/2006/relationships/image" Target="../media/image723.png"/><Relationship Id="rId768" Type="http://schemas.openxmlformats.org/officeDocument/2006/relationships/image" Target="../media/image842.png"/><Relationship Id="rId20" Type="http://schemas.openxmlformats.org/officeDocument/2006/relationships/customXml" Target="../ink/ink450.xml"/><Relationship Id="rId628" Type="http://schemas.openxmlformats.org/officeDocument/2006/relationships/image" Target="../media/image772.png"/><Relationship Id="rId835" Type="http://schemas.openxmlformats.org/officeDocument/2006/relationships/customXml" Target="../ink/ink858.xml"/><Relationship Id="rId267" Type="http://schemas.openxmlformats.org/officeDocument/2006/relationships/customXml" Target="../ink/ink574.xml"/><Relationship Id="rId474" Type="http://schemas.openxmlformats.org/officeDocument/2006/relationships/image" Target="../media/image695.png"/><Relationship Id="rId127" Type="http://schemas.openxmlformats.org/officeDocument/2006/relationships/image" Target="../media/image522.png"/><Relationship Id="rId681" Type="http://schemas.openxmlformats.org/officeDocument/2006/relationships/customXml" Target="../ink/ink781.xml"/><Relationship Id="rId779" Type="http://schemas.openxmlformats.org/officeDocument/2006/relationships/customXml" Target="../ink/ink830.xml"/><Relationship Id="rId31" Type="http://schemas.openxmlformats.org/officeDocument/2006/relationships/image" Target="../media/image474.png"/><Relationship Id="rId334" Type="http://schemas.openxmlformats.org/officeDocument/2006/relationships/image" Target="../media/image625.png"/><Relationship Id="rId541" Type="http://schemas.openxmlformats.org/officeDocument/2006/relationships/customXml" Target="../ink/ink711.xml"/><Relationship Id="rId639" Type="http://schemas.openxmlformats.org/officeDocument/2006/relationships/customXml" Target="../ink/ink760.xml"/><Relationship Id="rId180" Type="http://schemas.openxmlformats.org/officeDocument/2006/relationships/customXml" Target="../ink/ink530.xml"/><Relationship Id="rId278" Type="http://schemas.openxmlformats.org/officeDocument/2006/relationships/image" Target="../media/image597.png"/><Relationship Id="rId401" Type="http://schemas.openxmlformats.org/officeDocument/2006/relationships/customXml" Target="../ink/ink641.xml"/><Relationship Id="rId485" Type="http://schemas.openxmlformats.org/officeDocument/2006/relationships/customXml" Target="../ink/ink683.xml"/><Relationship Id="rId692" Type="http://schemas.openxmlformats.org/officeDocument/2006/relationships/image" Target="../media/image804.png"/><Relationship Id="rId706" Type="http://schemas.openxmlformats.org/officeDocument/2006/relationships/image" Target="../media/image811.png"/><Relationship Id="rId42" Type="http://schemas.openxmlformats.org/officeDocument/2006/relationships/customXml" Target="../ink/ink461.xml"/><Relationship Id="rId138" Type="http://schemas.openxmlformats.org/officeDocument/2006/relationships/customXml" Target="../ink/ink509.xml"/><Relationship Id="rId345" Type="http://schemas.openxmlformats.org/officeDocument/2006/relationships/customXml" Target="../ink/ink613.xml"/><Relationship Id="rId552" Type="http://schemas.openxmlformats.org/officeDocument/2006/relationships/image" Target="../media/image734.png"/><Relationship Id="rId191" Type="http://schemas.openxmlformats.org/officeDocument/2006/relationships/image" Target="../media/image554.png"/><Relationship Id="rId205" Type="http://schemas.openxmlformats.org/officeDocument/2006/relationships/customXml" Target="../ink/ink543.xml"/><Relationship Id="rId412" Type="http://schemas.openxmlformats.org/officeDocument/2006/relationships/image" Target="../media/image664.png"/><Relationship Id="rId289" Type="http://schemas.openxmlformats.org/officeDocument/2006/relationships/customXml" Target="../ink/ink585.xml"/><Relationship Id="rId496" Type="http://schemas.openxmlformats.org/officeDocument/2006/relationships/image" Target="../media/image706.png"/><Relationship Id="rId717" Type="http://schemas.openxmlformats.org/officeDocument/2006/relationships/customXml" Target="../ink/ink799.xml"/><Relationship Id="rId53" Type="http://schemas.openxmlformats.org/officeDocument/2006/relationships/image" Target="../media/image485.png"/><Relationship Id="rId149" Type="http://schemas.openxmlformats.org/officeDocument/2006/relationships/image" Target="../media/image533.png"/><Relationship Id="rId356" Type="http://schemas.openxmlformats.org/officeDocument/2006/relationships/image" Target="../media/image636.png"/><Relationship Id="rId563" Type="http://schemas.openxmlformats.org/officeDocument/2006/relationships/customXml" Target="../ink/ink722.xml"/><Relationship Id="rId770" Type="http://schemas.openxmlformats.org/officeDocument/2006/relationships/image" Target="../media/image843.png"/><Relationship Id="rId216" Type="http://schemas.openxmlformats.org/officeDocument/2006/relationships/image" Target="../media/image566.png"/><Relationship Id="rId423" Type="http://schemas.openxmlformats.org/officeDocument/2006/relationships/customXml" Target="../ink/ink652.xml"/><Relationship Id="rId630" Type="http://schemas.openxmlformats.org/officeDocument/2006/relationships/image" Target="../media/image773.png"/><Relationship Id="rId728" Type="http://schemas.openxmlformats.org/officeDocument/2006/relationships/image" Target="../media/image822.png"/><Relationship Id="rId64" Type="http://schemas.openxmlformats.org/officeDocument/2006/relationships/customXml" Target="../ink/ink472.xml"/><Relationship Id="rId367" Type="http://schemas.openxmlformats.org/officeDocument/2006/relationships/customXml" Target="../ink/ink624.xml"/><Relationship Id="rId574" Type="http://schemas.openxmlformats.org/officeDocument/2006/relationships/image" Target="../media/image745.png"/><Relationship Id="rId227" Type="http://schemas.openxmlformats.org/officeDocument/2006/relationships/customXml" Target="../ink/ink554.xml"/><Relationship Id="rId781" Type="http://schemas.openxmlformats.org/officeDocument/2006/relationships/customXml" Target="../ink/ink831.xml"/><Relationship Id="rId434" Type="http://schemas.openxmlformats.org/officeDocument/2006/relationships/image" Target="../media/image675.png"/><Relationship Id="rId641" Type="http://schemas.openxmlformats.org/officeDocument/2006/relationships/customXml" Target="../ink/ink761.xml"/><Relationship Id="rId739" Type="http://schemas.openxmlformats.org/officeDocument/2006/relationships/customXml" Target="../ink/ink810.xml"/><Relationship Id="rId280" Type="http://schemas.openxmlformats.org/officeDocument/2006/relationships/image" Target="../media/image598.png"/><Relationship Id="rId501" Type="http://schemas.openxmlformats.org/officeDocument/2006/relationships/customXml" Target="../ink/ink691.xml"/><Relationship Id="rId75" Type="http://schemas.openxmlformats.org/officeDocument/2006/relationships/image" Target="../media/image496.png"/><Relationship Id="rId140" Type="http://schemas.openxmlformats.org/officeDocument/2006/relationships/customXml" Target="../ink/ink510.xml"/><Relationship Id="rId378" Type="http://schemas.openxmlformats.org/officeDocument/2006/relationships/image" Target="../media/image647.png"/><Relationship Id="rId585" Type="http://schemas.openxmlformats.org/officeDocument/2006/relationships/customXml" Target="../ink/ink733.xml"/><Relationship Id="rId792" Type="http://schemas.openxmlformats.org/officeDocument/2006/relationships/image" Target="../media/image854.png"/><Relationship Id="rId806" Type="http://schemas.openxmlformats.org/officeDocument/2006/relationships/image" Target="../media/image861.png"/><Relationship Id="rId6" Type="http://schemas.openxmlformats.org/officeDocument/2006/relationships/customXml" Target="../ink/ink443.xml"/><Relationship Id="rId238" Type="http://schemas.openxmlformats.org/officeDocument/2006/relationships/image" Target="../media/image577.png"/><Relationship Id="rId445" Type="http://schemas.openxmlformats.org/officeDocument/2006/relationships/customXml" Target="../ink/ink663.xml"/><Relationship Id="rId652" Type="http://schemas.openxmlformats.org/officeDocument/2006/relationships/image" Target="../media/image784.png"/><Relationship Id="rId291" Type="http://schemas.openxmlformats.org/officeDocument/2006/relationships/customXml" Target="../ink/ink586.xml"/><Relationship Id="rId305" Type="http://schemas.openxmlformats.org/officeDocument/2006/relationships/customXml" Target="../ink/ink593.xml"/><Relationship Id="rId512" Type="http://schemas.openxmlformats.org/officeDocument/2006/relationships/image" Target="../media/image714.png"/><Relationship Id="rId86" Type="http://schemas.openxmlformats.org/officeDocument/2006/relationships/customXml" Target="../ink/ink483.xml"/><Relationship Id="rId151" Type="http://schemas.openxmlformats.org/officeDocument/2006/relationships/image" Target="../media/image534.png"/><Relationship Id="rId389" Type="http://schemas.openxmlformats.org/officeDocument/2006/relationships/customXml" Target="../ink/ink635.xml"/><Relationship Id="rId596" Type="http://schemas.openxmlformats.org/officeDocument/2006/relationships/image" Target="../media/image756.png"/><Relationship Id="rId817" Type="http://schemas.openxmlformats.org/officeDocument/2006/relationships/customXml" Target="../ink/ink849.xml"/><Relationship Id="rId249" Type="http://schemas.openxmlformats.org/officeDocument/2006/relationships/customXml" Target="../ink/ink565.xml"/><Relationship Id="rId456" Type="http://schemas.openxmlformats.org/officeDocument/2006/relationships/image" Target="../media/image686.png"/><Relationship Id="rId663" Type="http://schemas.openxmlformats.org/officeDocument/2006/relationships/customXml" Target="../ink/ink772.xml"/><Relationship Id="rId13" Type="http://schemas.openxmlformats.org/officeDocument/2006/relationships/image" Target="../media/image465.png"/><Relationship Id="rId109" Type="http://schemas.openxmlformats.org/officeDocument/2006/relationships/image" Target="../media/image513.png"/><Relationship Id="rId316" Type="http://schemas.openxmlformats.org/officeDocument/2006/relationships/image" Target="../media/image616.png"/><Relationship Id="rId523" Type="http://schemas.openxmlformats.org/officeDocument/2006/relationships/customXml" Target="../ink/ink702.xml"/><Relationship Id="rId97" Type="http://schemas.openxmlformats.org/officeDocument/2006/relationships/image" Target="../media/image507.png"/><Relationship Id="rId730" Type="http://schemas.openxmlformats.org/officeDocument/2006/relationships/image" Target="../media/image823.png"/><Relationship Id="rId828" Type="http://schemas.openxmlformats.org/officeDocument/2006/relationships/image" Target="../media/image872.png"/><Relationship Id="rId162" Type="http://schemas.openxmlformats.org/officeDocument/2006/relationships/customXml" Target="../ink/ink521.xml"/><Relationship Id="rId218" Type="http://schemas.openxmlformats.org/officeDocument/2006/relationships/image" Target="../media/image567.png"/><Relationship Id="rId425" Type="http://schemas.openxmlformats.org/officeDocument/2006/relationships/customXml" Target="../ink/ink653.xml"/><Relationship Id="rId467" Type="http://schemas.openxmlformats.org/officeDocument/2006/relationships/customXml" Target="../ink/ink674.xml"/><Relationship Id="rId632" Type="http://schemas.openxmlformats.org/officeDocument/2006/relationships/image" Target="../media/image774.png"/><Relationship Id="rId271" Type="http://schemas.openxmlformats.org/officeDocument/2006/relationships/customXml" Target="../ink/ink576.xml"/><Relationship Id="rId674" Type="http://schemas.openxmlformats.org/officeDocument/2006/relationships/image" Target="../media/image795.png"/><Relationship Id="rId24" Type="http://schemas.openxmlformats.org/officeDocument/2006/relationships/customXml" Target="../ink/ink452.xml"/><Relationship Id="rId66" Type="http://schemas.openxmlformats.org/officeDocument/2006/relationships/customXml" Target="../ink/ink473.xml"/><Relationship Id="rId131" Type="http://schemas.openxmlformats.org/officeDocument/2006/relationships/image" Target="../media/image524.png"/><Relationship Id="rId327" Type="http://schemas.openxmlformats.org/officeDocument/2006/relationships/customXml" Target="../ink/ink604.xml"/><Relationship Id="rId369" Type="http://schemas.openxmlformats.org/officeDocument/2006/relationships/customXml" Target="../ink/ink625.xml"/><Relationship Id="rId534" Type="http://schemas.openxmlformats.org/officeDocument/2006/relationships/image" Target="../media/image725.png"/><Relationship Id="rId576" Type="http://schemas.openxmlformats.org/officeDocument/2006/relationships/image" Target="../media/image746.png"/><Relationship Id="rId741" Type="http://schemas.openxmlformats.org/officeDocument/2006/relationships/customXml" Target="../ink/ink811.xml"/><Relationship Id="rId783" Type="http://schemas.openxmlformats.org/officeDocument/2006/relationships/customXml" Target="../ink/ink832.xml"/><Relationship Id="rId839" Type="http://schemas.openxmlformats.org/officeDocument/2006/relationships/customXml" Target="../ink/ink860.xml"/><Relationship Id="rId173" Type="http://schemas.openxmlformats.org/officeDocument/2006/relationships/image" Target="../media/image545.png"/><Relationship Id="rId229" Type="http://schemas.openxmlformats.org/officeDocument/2006/relationships/customXml" Target="../ink/ink555.xml"/><Relationship Id="rId380" Type="http://schemas.openxmlformats.org/officeDocument/2006/relationships/image" Target="../media/image648.png"/><Relationship Id="rId436" Type="http://schemas.openxmlformats.org/officeDocument/2006/relationships/image" Target="../media/image676.png"/><Relationship Id="rId601" Type="http://schemas.openxmlformats.org/officeDocument/2006/relationships/customXml" Target="../ink/ink741.xml"/><Relationship Id="rId643" Type="http://schemas.openxmlformats.org/officeDocument/2006/relationships/customXml" Target="../ink/ink762.xml"/><Relationship Id="rId240" Type="http://schemas.openxmlformats.org/officeDocument/2006/relationships/image" Target="../media/image578.png"/><Relationship Id="rId478" Type="http://schemas.openxmlformats.org/officeDocument/2006/relationships/image" Target="../media/image697.png"/><Relationship Id="rId685" Type="http://schemas.openxmlformats.org/officeDocument/2006/relationships/customXml" Target="../ink/ink783.xml"/><Relationship Id="rId35" Type="http://schemas.openxmlformats.org/officeDocument/2006/relationships/image" Target="../media/image476.png"/><Relationship Id="rId77" Type="http://schemas.openxmlformats.org/officeDocument/2006/relationships/image" Target="../media/image497.png"/><Relationship Id="rId100" Type="http://schemas.openxmlformats.org/officeDocument/2006/relationships/customXml" Target="../ink/ink490.xml"/><Relationship Id="rId282" Type="http://schemas.openxmlformats.org/officeDocument/2006/relationships/image" Target="../media/image599.png"/><Relationship Id="rId338" Type="http://schemas.openxmlformats.org/officeDocument/2006/relationships/image" Target="../media/image627.png"/><Relationship Id="rId503" Type="http://schemas.openxmlformats.org/officeDocument/2006/relationships/customXml" Target="../ink/ink692.xml"/><Relationship Id="rId545" Type="http://schemas.openxmlformats.org/officeDocument/2006/relationships/customXml" Target="../ink/ink713.xml"/><Relationship Id="rId587" Type="http://schemas.openxmlformats.org/officeDocument/2006/relationships/customXml" Target="../ink/ink734.xml"/><Relationship Id="rId710" Type="http://schemas.openxmlformats.org/officeDocument/2006/relationships/image" Target="../media/image813.png"/><Relationship Id="rId752" Type="http://schemas.openxmlformats.org/officeDocument/2006/relationships/image" Target="../media/image834.png"/><Relationship Id="rId808" Type="http://schemas.openxmlformats.org/officeDocument/2006/relationships/image" Target="../media/image862.png"/><Relationship Id="rId8" Type="http://schemas.openxmlformats.org/officeDocument/2006/relationships/customXml" Target="../ink/ink444.xml"/><Relationship Id="rId142" Type="http://schemas.openxmlformats.org/officeDocument/2006/relationships/customXml" Target="../ink/ink511.xml"/><Relationship Id="rId184" Type="http://schemas.openxmlformats.org/officeDocument/2006/relationships/customXml" Target="../ink/ink532.xml"/><Relationship Id="rId391" Type="http://schemas.openxmlformats.org/officeDocument/2006/relationships/customXml" Target="../ink/ink636.xml"/><Relationship Id="rId405" Type="http://schemas.openxmlformats.org/officeDocument/2006/relationships/customXml" Target="../ink/ink643.xml"/><Relationship Id="rId447" Type="http://schemas.openxmlformats.org/officeDocument/2006/relationships/customXml" Target="../ink/ink664.xml"/><Relationship Id="rId612" Type="http://schemas.openxmlformats.org/officeDocument/2006/relationships/image" Target="../media/image764.png"/><Relationship Id="rId794" Type="http://schemas.openxmlformats.org/officeDocument/2006/relationships/image" Target="../media/image855.png"/><Relationship Id="rId251" Type="http://schemas.openxmlformats.org/officeDocument/2006/relationships/customXml" Target="../ink/ink566.xml"/><Relationship Id="rId489" Type="http://schemas.openxmlformats.org/officeDocument/2006/relationships/customXml" Target="../ink/ink685.xml"/><Relationship Id="rId654" Type="http://schemas.openxmlformats.org/officeDocument/2006/relationships/image" Target="../media/image785.png"/><Relationship Id="rId696" Type="http://schemas.openxmlformats.org/officeDocument/2006/relationships/image" Target="../media/image806.png"/><Relationship Id="rId46" Type="http://schemas.openxmlformats.org/officeDocument/2006/relationships/customXml" Target="../ink/ink463.xml"/><Relationship Id="rId293" Type="http://schemas.openxmlformats.org/officeDocument/2006/relationships/customXml" Target="../ink/ink587.xml"/><Relationship Id="rId307" Type="http://schemas.openxmlformats.org/officeDocument/2006/relationships/customXml" Target="../ink/ink594.xml"/><Relationship Id="rId349" Type="http://schemas.openxmlformats.org/officeDocument/2006/relationships/customXml" Target="../ink/ink615.xml"/><Relationship Id="rId514" Type="http://schemas.openxmlformats.org/officeDocument/2006/relationships/image" Target="../media/image715.png"/><Relationship Id="rId556" Type="http://schemas.openxmlformats.org/officeDocument/2006/relationships/image" Target="../media/image736.png"/><Relationship Id="rId721" Type="http://schemas.openxmlformats.org/officeDocument/2006/relationships/customXml" Target="../ink/ink801.xml"/><Relationship Id="rId763" Type="http://schemas.openxmlformats.org/officeDocument/2006/relationships/customXml" Target="../ink/ink822.xml"/><Relationship Id="rId88" Type="http://schemas.openxmlformats.org/officeDocument/2006/relationships/customXml" Target="../ink/ink484.xml"/><Relationship Id="rId111" Type="http://schemas.openxmlformats.org/officeDocument/2006/relationships/image" Target="../media/image514.png"/><Relationship Id="rId153" Type="http://schemas.openxmlformats.org/officeDocument/2006/relationships/image" Target="../media/image535.png"/><Relationship Id="rId195" Type="http://schemas.openxmlformats.org/officeDocument/2006/relationships/image" Target="../media/image556.png"/><Relationship Id="rId209" Type="http://schemas.openxmlformats.org/officeDocument/2006/relationships/customXml" Target="../ink/ink545.xml"/><Relationship Id="rId360" Type="http://schemas.openxmlformats.org/officeDocument/2006/relationships/image" Target="../media/image638.png"/><Relationship Id="rId416" Type="http://schemas.openxmlformats.org/officeDocument/2006/relationships/image" Target="../media/image666.png"/><Relationship Id="rId598" Type="http://schemas.openxmlformats.org/officeDocument/2006/relationships/image" Target="../media/image757.png"/><Relationship Id="rId819" Type="http://schemas.openxmlformats.org/officeDocument/2006/relationships/customXml" Target="../ink/ink850.xml"/><Relationship Id="rId220" Type="http://schemas.openxmlformats.org/officeDocument/2006/relationships/image" Target="../media/image568.png"/><Relationship Id="rId458" Type="http://schemas.openxmlformats.org/officeDocument/2006/relationships/image" Target="../media/image687.png"/><Relationship Id="rId623" Type="http://schemas.openxmlformats.org/officeDocument/2006/relationships/customXml" Target="../ink/ink752.xml"/><Relationship Id="rId665" Type="http://schemas.openxmlformats.org/officeDocument/2006/relationships/customXml" Target="../ink/ink773.xml"/><Relationship Id="rId830" Type="http://schemas.openxmlformats.org/officeDocument/2006/relationships/image" Target="../media/image873.png"/><Relationship Id="rId15" Type="http://schemas.openxmlformats.org/officeDocument/2006/relationships/image" Target="../media/image466.png"/><Relationship Id="rId57" Type="http://schemas.openxmlformats.org/officeDocument/2006/relationships/image" Target="../media/image487.png"/><Relationship Id="rId262" Type="http://schemas.openxmlformats.org/officeDocument/2006/relationships/image" Target="../media/image589.png"/><Relationship Id="rId318" Type="http://schemas.openxmlformats.org/officeDocument/2006/relationships/image" Target="../media/image617.png"/><Relationship Id="rId525" Type="http://schemas.openxmlformats.org/officeDocument/2006/relationships/customXml" Target="../ink/ink703.xml"/><Relationship Id="rId567" Type="http://schemas.openxmlformats.org/officeDocument/2006/relationships/customXml" Target="../ink/ink724.xml"/><Relationship Id="rId732" Type="http://schemas.openxmlformats.org/officeDocument/2006/relationships/image" Target="../media/image824.png"/><Relationship Id="rId99" Type="http://schemas.openxmlformats.org/officeDocument/2006/relationships/image" Target="../media/image508.png"/><Relationship Id="rId122" Type="http://schemas.openxmlformats.org/officeDocument/2006/relationships/customXml" Target="../ink/ink501.xml"/><Relationship Id="rId164" Type="http://schemas.openxmlformats.org/officeDocument/2006/relationships/customXml" Target="../ink/ink522.xml"/><Relationship Id="rId371" Type="http://schemas.openxmlformats.org/officeDocument/2006/relationships/customXml" Target="../ink/ink626.xml"/><Relationship Id="rId774" Type="http://schemas.openxmlformats.org/officeDocument/2006/relationships/image" Target="../media/image845.png"/><Relationship Id="rId427" Type="http://schemas.openxmlformats.org/officeDocument/2006/relationships/customXml" Target="../ink/ink654.xml"/><Relationship Id="rId469" Type="http://schemas.openxmlformats.org/officeDocument/2006/relationships/customXml" Target="../ink/ink675.xml"/><Relationship Id="rId634" Type="http://schemas.openxmlformats.org/officeDocument/2006/relationships/image" Target="../media/image775.png"/><Relationship Id="rId676" Type="http://schemas.openxmlformats.org/officeDocument/2006/relationships/image" Target="../media/image796.png"/><Relationship Id="rId26" Type="http://schemas.openxmlformats.org/officeDocument/2006/relationships/customXml" Target="../ink/ink453.xml"/><Relationship Id="rId231" Type="http://schemas.openxmlformats.org/officeDocument/2006/relationships/customXml" Target="../ink/ink556.xml"/><Relationship Id="rId273" Type="http://schemas.openxmlformats.org/officeDocument/2006/relationships/customXml" Target="../ink/ink577.xml"/><Relationship Id="rId329" Type="http://schemas.openxmlformats.org/officeDocument/2006/relationships/customXml" Target="../ink/ink605.xml"/><Relationship Id="rId480" Type="http://schemas.openxmlformats.org/officeDocument/2006/relationships/image" Target="../media/image698.png"/><Relationship Id="rId536" Type="http://schemas.openxmlformats.org/officeDocument/2006/relationships/image" Target="../media/image726.png"/><Relationship Id="rId701" Type="http://schemas.openxmlformats.org/officeDocument/2006/relationships/customXml" Target="../ink/ink791.xml"/><Relationship Id="rId68" Type="http://schemas.openxmlformats.org/officeDocument/2006/relationships/customXml" Target="../ink/ink474.xml"/><Relationship Id="rId133" Type="http://schemas.openxmlformats.org/officeDocument/2006/relationships/image" Target="../media/image525.png"/><Relationship Id="rId175" Type="http://schemas.openxmlformats.org/officeDocument/2006/relationships/image" Target="../media/image546.png"/><Relationship Id="rId340" Type="http://schemas.openxmlformats.org/officeDocument/2006/relationships/image" Target="../media/image628.png"/><Relationship Id="rId578" Type="http://schemas.openxmlformats.org/officeDocument/2006/relationships/image" Target="../media/image747.png"/><Relationship Id="rId743" Type="http://schemas.openxmlformats.org/officeDocument/2006/relationships/customXml" Target="../ink/ink812.xml"/><Relationship Id="rId785" Type="http://schemas.openxmlformats.org/officeDocument/2006/relationships/customXml" Target="../ink/ink833.xml"/><Relationship Id="rId200" Type="http://schemas.openxmlformats.org/officeDocument/2006/relationships/image" Target="../media/image558.png"/><Relationship Id="rId382" Type="http://schemas.openxmlformats.org/officeDocument/2006/relationships/image" Target="../media/image649.png"/><Relationship Id="rId438" Type="http://schemas.openxmlformats.org/officeDocument/2006/relationships/image" Target="../media/image677.png"/><Relationship Id="rId603" Type="http://schemas.openxmlformats.org/officeDocument/2006/relationships/customXml" Target="../ink/ink742.xml"/><Relationship Id="rId645" Type="http://schemas.openxmlformats.org/officeDocument/2006/relationships/customXml" Target="../ink/ink763.xml"/><Relationship Id="rId687" Type="http://schemas.openxmlformats.org/officeDocument/2006/relationships/customXml" Target="../ink/ink784.xml"/><Relationship Id="rId810" Type="http://schemas.openxmlformats.org/officeDocument/2006/relationships/image" Target="../media/image863.png"/><Relationship Id="rId242" Type="http://schemas.openxmlformats.org/officeDocument/2006/relationships/image" Target="../media/image579.png"/><Relationship Id="rId284" Type="http://schemas.openxmlformats.org/officeDocument/2006/relationships/image" Target="../media/image600.png"/><Relationship Id="rId491" Type="http://schemas.openxmlformats.org/officeDocument/2006/relationships/customXml" Target="../ink/ink686.xml"/><Relationship Id="rId505" Type="http://schemas.openxmlformats.org/officeDocument/2006/relationships/customXml" Target="../ink/ink693.xml"/><Relationship Id="rId712" Type="http://schemas.openxmlformats.org/officeDocument/2006/relationships/image" Target="../media/image814.png"/><Relationship Id="rId37" Type="http://schemas.openxmlformats.org/officeDocument/2006/relationships/image" Target="../media/image477.png"/><Relationship Id="rId79" Type="http://schemas.openxmlformats.org/officeDocument/2006/relationships/image" Target="../media/image498.png"/><Relationship Id="rId102" Type="http://schemas.openxmlformats.org/officeDocument/2006/relationships/customXml" Target="../ink/ink491.xml"/><Relationship Id="rId144" Type="http://schemas.openxmlformats.org/officeDocument/2006/relationships/customXml" Target="../ink/ink512.xml"/><Relationship Id="rId547" Type="http://schemas.openxmlformats.org/officeDocument/2006/relationships/customXml" Target="../ink/ink714.xml"/><Relationship Id="rId589" Type="http://schemas.openxmlformats.org/officeDocument/2006/relationships/customXml" Target="../ink/ink735.xml"/><Relationship Id="rId754" Type="http://schemas.openxmlformats.org/officeDocument/2006/relationships/image" Target="../media/image835.png"/><Relationship Id="rId796" Type="http://schemas.openxmlformats.org/officeDocument/2006/relationships/image" Target="../media/image856.png"/><Relationship Id="rId90" Type="http://schemas.openxmlformats.org/officeDocument/2006/relationships/customXml" Target="../ink/ink485.xml"/><Relationship Id="rId186" Type="http://schemas.openxmlformats.org/officeDocument/2006/relationships/customXml" Target="../ink/ink533.xml"/><Relationship Id="rId351" Type="http://schemas.openxmlformats.org/officeDocument/2006/relationships/customXml" Target="../ink/ink616.xml"/><Relationship Id="rId393" Type="http://schemas.openxmlformats.org/officeDocument/2006/relationships/customXml" Target="../ink/ink637.xml"/><Relationship Id="rId407" Type="http://schemas.openxmlformats.org/officeDocument/2006/relationships/customXml" Target="../ink/ink644.xml"/><Relationship Id="rId449" Type="http://schemas.openxmlformats.org/officeDocument/2006/relationships/customXml" Target="../ink/ink665.xml"/><Relationship Id="rId614" Type="http://schemas.openxmlformats.org/officeDocument/2006/relationships/image" Target="../media/image765.png"/><Relationship Id="rId656" Type="http://schemas.openxmlformats.org/officeDocument/2006/relationships/image" Target="../media/image786.png"/><Relationship Id="rId821" Type="http://schemas.openxmlformats.org/officeDocument/2006/relationships/customXml" Target="../ink/ink851.xml"/><Relationship Id="rId211" Type="http://schemas.openxmlformats.org/officeDocument/2006/relationships/customXml" Target="../ink/ink546.xml"/><Relationship Id="rId253" Type="http://schemas.openxmlformats.org/officeDocument/2006/relationships/customXml" Target="../ink/ink567.xml"/><Relationship Id="rId295" Type="http://schemas.openxmlformats.org/officeDocument/2006/relationships/customXml" Target="../ink/ink588.xml"/><Relationship Id="rId309" Type="http://schemas.openxmlformats.org/officeDocument/2006/relationships/customXml" Target="../ink/ink595.xml"/><Relationship Id="rId460" Type="http://schemas.openxmlformats.org/officeDocument/2006/relationships/image" Target="../media/image688.png"/><Relationship Id="rId516" Type="http://schemas.openxmlformats.org/officeDocument/2006/relationships/image" Target="../media/image716.png"/><Relationship Id="rId698" Type="http://schemas.openxmlformats.org/officeDocument/2006/relationships/image" Target="../media/image807.png"/><Relationship Id="rId48" Type="http://schemas.openxmlformats.org/officeDocument/2006/relationships/customXml" Target="../ink/ink464.xml"/><Relationship Id="rId113" Type="http://schemas.openxmlformats.org/officeDocument/2006/relationships/image" Target="../media/image515.png"/><Relationship Id="rId320" Type="http://schemas.openxmlformats.org/officeDocument/2006/relationships/image" Target="../media/image618.png"/><Relationship Id="rId558" Type="http://schemas.openxmlformats.org/officeDocument/2006/relationships/image" Target="../media/image737.png"/><Relationship Id="rId723" Type="http://schemas.openxmlformats.org/officeDocument/2006/relationships/customXml" Target="../ink/ink802.xml"/><Relationship Id="rId765" Type="http://schemas.openxmlformats.org/officeDocument/2006/relationships/customXml" Target="../ink/ink823.xml"/><Relationship Id="rId155" Type="http://schemas.openxmlformats.org/officeDocument/2006/relationships/image" Target="../media/image536.png"/><Relationship Id="rId197" Type="http://schemas.openxmlformats.org/officeDocument/2006/relationships/customXml" Target="../ink/ink539.xml"/><Relationship Id="rId362" Type="http://schemas.openxmlformats.org/officeDocument/2006/relationships/image" Target="../media/image639.png"/><Relationship Id="rId418" Type="http://schemas.openxmlformats.org/officeDocument/2006/relationships/image" Target="../media/image667.png"/><Relationship Id="rId625" Type="http://schemas.openxmlformats.org/officeDocument/2006/relationships/customXml" Target="../ink/ink753.xml"/><Relationship Id="rId832" Type="http://schemas.openxmlformats.org/officeDocument/2006/relationships/image" Target="../media/image874.png"/><Relationship Id="rId222" Type="http://schemas.openxmlformats.org/officeDocument/2006/relationships/image" Target="../media/image569.png"/><Relationship Id="rId264" Type="http://schemas.openxmlformats.org/officeDocument/2006/relationships/image" Target="../media/image590.png"/><Relationship Id="rId471" Type="http://schemas.openxmlformats.org/officeDocument/2006/relationships/customXml" Target="../ink/ink676.xml"/><Relationship Id="rId667" Type="http://schemas.openxmlformats.org/officeDocument/2006/relationships/customXml" Target="../ink/ink774.xml"/><Relationship Id="rId17" Type="http://schemas.openxmlformats.org/officeDocument/2006/relationships/image" Target="../media/image467.png"/><Relationship Id="rId59" Type="http://schemas.openxmlformats.org/officeDocument/2006/relationships/image" Target="../media/image488.png"/><Relationship Id="rId124" Type="http://schemas.openxmlformats.org/officeDocument/2006/relationships/customXml" Target="../ink/ink502.xml"/><Relationship Id="rId527" Type="http://schemas.openxmlformats.org/officeDocument/2006/relationships/customXml" Target="../ink/ink704.xml"/><Relationship Id="rId569" Type="http://schemas.openxmlformats.org/officeDocument/2006/relationships/customXml" Target="../ink/ink725.xml"/><Relationship Id="rId734" Type="http://schemas.openxmlformats.org/officeDocument/2006/relationships/image" Target="../media/image825.png"/><Relationship Id="rId776" Type="http://schemas.openxmlformats.org/officeDocument/2006/relationships/image" Target="../media/image846.png"/><Relationship Id="rId70" Type="http://schemas.openxmlformats.org/officeDocument/2006/relationships/customXml" Target="../ink/ink475.xml"/><Relationship Id="rId166" Type="http://schemas.openxmlformats.org/officeDocument/2006/relationships/customXml" Target="../ink/ink523.xml"/><Relationship Id="rId331" Type="http://schemas.openxmlformats.org/officeDocument/2006/relationships/customXml" Target="../ink/ink606.xml"/><Relationship Id="rId373" Type="http://schemas.openxmlformats.org/officeDocument/2006/relationships/customXml" Target="../ink/ink627.xml"/><Relationship Id="rId429" Type="http://schemas.openxmlformats.org/officeDocument/2006/relationships/customXml" Target="../ink/ink655.xml"/><Relationship Id="rId580" Type="http://schemas.openxmlformats.org/officeDocument/2006/relationships/image" Target="../media/image748.png"/><Relationship Id="rId636" Type="http://schemas.openxmlformats.org/officeDocument/2006/relationships/image" Target="../media/image776.png"/><Relationship Id="rId801" Type="http://schemas.openxmlformats.org/officeDocument/2006/relationships/customXml" Target="../ink/ink841.xml"/><Relationship Id="rId1" Type="http://schemas.openxmlformats.org/officeDocument/2006/relationships/slideLayout" Target="../slideLayouts/slideLayout7.xml"/><Relationship Id="rId233" Type="http://schemas.openxmlformats.org/officeDocument/2006/relationships/customXml" Target="../ink/ink557.xml"/><Relationship Id="rId440" Type="http://schemas.openxmlformats.org/officeDocument/2006/relationships/image" Target="../media/image678.png"/><Relationship Id="rId678" Type="http://schemas.openxmlformats.org/officeDocument/2006/relationships/image" Target="../media/image797.png"/><Relationship Id="rId28" Type="http://schemas.openxmlformats.org/officeDocument/2006/relationships/customXml" Target="../ink/ink454.xml"/><Relationship Id="rId275" Type="http://schemas.openxmlformats.org/officeDocument/2006/relationships/customXml" Target="../ink/ink578.xml"/><Relationship Id="rId300" Type="http://schemas.openxmlformats.org/officeDocument/2006/relationships/image" Target="../media/image608.png"/><Relationship Id="rId482" Type="http://schemas.openxmlformats.org/officeDocument/2006/relationships/image" Target="../media/image699.png"/><Relationship Id="rId538" Type="http://schemas.openxmlformats.org/officeDocument/2006/relationships/image" Target="../media/image727.png"/><Relationship Id="rId703" Type="http://schemas.openxmlformats.org/officeDocument/2006/relationships/customXml" Target="../ink/ink792.xml"/><Relationship Id="rId745" Type="http://schemas.openxmlformats.org/officeDocument/2006/relationships/customXml" Target="../ink/ink813.xml"/><Relationship Id="rId81" Type="http://schemas.openxmlformats.org/officeDocument/2006/relationships/image" Target="../media/image499.png"/><Relationship Id="rId135" Type="http://schemas.openxmlformats.org/officeDocument/2006/relationships/image" Target="../media/image526.png"/><Relationship Id="rId177" Type="http://schemas.openxmlformats.org/officeDocument/2006/relationships/image" Target="../media/image547.png"/><Relationship Id="rId342" Type="http://schemas.openxmlformats.org/officeDocument/2006/relationships/image" Target="../media/image629.png"/><Relationship Id="rId384" Type="http://schemas.openxmlformats.org/officeDocument/2006/relationships/image" Target="../media/image650.png"/><Relationship Id="rId591" Type="http://schemas.openxmlformats.org/officeDocument/2006/relationships/customXml" Target="../ink/ink736.xml"/><Relationship Id="rId605" Type="http://schemas.openxmlformats.org/officeDocument/2006/relationships/customXml" Target="../ink/ink743.xml"/><Relationship Id="rId787" Type="http://schemas.openxmlformats.org/officeDocument/2006/relationships/customXml" Target="../ink/ink834.xml"/><Relationship Id="rId812" Type="http://schemas.openxmlformats.org/officeDocument/2006/relationships/image" Target="../media/image864.png"/><Relationship Id="rId202" Type="http://schemas.openxmlformats.org/officeDocument/2006/relationships/image" Target="../media/image559.png"/><Relationship Id="rId244" Type="http://schemas.openxmlformats.org/officeDocument/2006/relationships/image" Target="../media/image580.png"/><Relationship Id="rId647" Type="http://schemas.openxmlformats.org/officeDocument/2006/relationships/customXml" Target="../ink/ink764.xml"/><Relationship Id="rId689" Type="http://schemas.openxmlformats.org/officeDocument/2006/relationships/customXml" Target="../ink/ink785.xml"/><Relationship Id="rId39" Type="http://schemas.openxmlformats.org/officeDocument/2006/relationships/image" Target="../media/image478.png"/><Relationship Id="rId286" Type="http://schemas.openxmlformats.org/officeDocument/2006/relationships/image" Target="../media/image601.png"/><Relationship Id="rId451" Type="http://schemas.openxmlformats.org/officeDocument/2006/relationships/customXml" Target="../ink/ink666.xml"/><Relationship Id="rId493" Type="http://schemas.openxmlformats.org/officeDocument/2006/relationships/customXml" Target="../ink/ink687.xml"/><Relationship Id="rId507" Type="http://schemas.openxmlformats.org/officeDocument/2006/relationships/customXml" Target="../ink/ink694.xml"/><Relationship Id="rId549" Type="http://schemas.openxmlformats.org/officeDocument/2006/relationships/customXml" Target="../ink/ink715.xml"/><Relationship Id="rId714" Type="http://schemas.openxmlformats.org/officeDocument/2006/relationships/image" Target="../media/image815.png"/><Relationship Id="rId756" Type="http://schemas.openxmlformats.org/officeDocument/2006/relationships/image" Target="../media/image836.png"/><Relationship Id="rId50" Type="http://schemas.openxmlformats.org/officeDocument/2006/relationships/customXml" Target="../ink/ink465.xml"/><Relationship Id="rId104" Type="http://schemas.openxmlformats.org/officeDocument/2006/relationships/customXml" Target="../ink/ink492.xml"/><Relationship Id="rId146" Type="http://schemas.openxmlformats.org/officeDocument/2006/relationships/customXml" Target="../ink/ink513.xml"/><Relationship Id="rId188" Type="http://schemas.openxmlformats.org/officeDocument/2006/relationships/customXml" Target="../ink/ink534.xml"/><Relationship Id="rId311" Type="http://schemas.openxmlformats.org/officeDocument/2006/relationships/customXml" Target="../ink/ink596.xml"/><Relationship Id="rId353" Type="http://schemas.openxmlformats.org/officeDocument/2006/relationships/customXml" Target="../ink/ink617.xml"/><Relationship Id="rId395" Type="http://schemas.openxmlformats.org/officeDocument/2006/relationships/customXml" Target="../ink/ink638.xml"/><Relationship Id="rId409" Type="http://schemas.openxmlformats.org/officeDocument/2006/relationships/customXml" Target="../ink/ink645.xml"/><Relationship Id="rId560" Type="http://schemas.openxmlformats.org/officeDocument/2006/relationships/image" Target="../media/image738.png"/><Relationship Id="rId798" Type="http://schemas.openxmlformats.org/officeDocument/2006/relationships/image" Target="../media/image857.png"/><Relationship Id="rId92" Type="http://schemas.openxmlformats.org/officeDocument/2006/relationships/customXml" Target="../ink/ink486.xml"/><Relationship Id="rId213" Type="http://schemas.openxmlformats.org/officeDocument/2006/relationships/customXml" Target="../ink/ink547.xml"/><Relationship Id="rId420" Type="http://schemas.openxmlformats.org/officeDocument/2006/relationships/image" Target="../media/image668.png"/><Relationship Id="rId616" Type="http://schemas.openxmlformats.org/officeDocument/2006/relationships/image" Target="../media/image766.png"/><Relationship Id="rId658" Type="http://schemas.openxmlformats.org/officeDocument/2006/relationships/image" Target="../media/image787.png"/><Relationship Id="rId823" Type="http://schemas.openxmlformats.org/officeDocument/2006/relationships/customXml" Target="../ink/ink852.xml"/><Relationship Id="rId255" Type="http://schemas.openxmlformats.org/officeDocument/2006/relationships/customXml" Target="../ink/ink568.xml"/><Relationship Id="rId297" Type="http://schemas.openxmlformats.org/officeDocument/2006/relationships/customXml" Target="../ink/ink589.xml"/><Relationship Id="rId462" Type="http://schemas.openxmlformats.org/officeDocument/2006/relationships/image" Target="../media/image689.png"/><Relationship Id="rId518" Type="http://schemas.openxmlformats.org/officeDocument/2006/relationships/image" Target="../media/image717.png"/><Relationship Id="rId725" Type="http://schemas.openxmlformats.org/officeDocument/2006/relationships/customXml" Target="../ink/ink803.xml"/><Relationship Id="rId115" Type="http://schemas.openxmlformats.org/officeDocument/2006/relationships/image" Target="../media/image516.png"/><Relationship Id="rId157" Type="http://schemas.openxmlformats.org/officeDocument/2006/relationships/image" Target="../media/image537.png"/><Relationship Id="rId322" Type="http://schemas.openxmlformats.org/officeDocument/2006/relationships/image" Target="../media/image619.png"/><Relationship Id="rId364" Type="http://schemas.openxmlformats.org/officeDocument/2006/relationships/image" Target="../media/image640.png"/><Relationship Id="rId767" Type="http://schemas.openxmlformats.org/officeDocument/2006/relationships/customXml" Target="../ink/ink824.xml"/><Relationship Id="rId61" Type="http://schemas.openxmlformats.org/officeDocument/2006/relationships/image" Target="../media/image489.png"/><Relationship Id="rId199" Type="http://schemas.openxmlformats.org/officeDocument/2006/relationships/customXml" Target="../ink/ink540.xml"/><Relationship Id="rId571" Type="http://schemas.openxmlformats.org/officeDocument/2006/relationships/customXml" Target="../ink/ink726.xml"/><Relationship Id="rId627" Type="http://schemas.openxmlformats.org/officeDocument/2006/relationships/customXml" Target="../ink/ink754.xml"/><Relationship Id="rId669" Type="http://schemas.openxmlformats.org/officeDocument/2006/relationships/customXml" Target="../ink/ink775.xml"/><Relationship Id="rId834" Type="http://schemas.openxmlformats.org/officeDocument/2006/relationships/image" Target="../media/image875.png"/><Relationship Id="rId19" Type="http://schemas.openxmlformats.org/officeDocument/2006/relationships/image" Target="../media/image468.png"/><Relationship Id="rId224" Type="http://schemas.openxmlformats.org/officeDocument/2006/relationships/image" Target="../media/image570.png"/><Relationship Id="rId266" Type="http://schemas.openxmlformats.org/officeDocument/2006/relationships/image" Target="../media/image591.png"/><Relationship Id="rId431" Type="http://schemas.openxmlformats.org/officeDocument/2006/relationships/customXml" Target="../ink/ink656.xml"/><Relationship Id="rId473" Type="http://schemas.openxmlformats.org/officeDocument/2006/relationships/customXml" Target="../ink/ink677.xml"/><Relationship Id="rId529" Type="http://schemas.openxmlformats.org/officeDocument/2006/relationships/customXml" Target="../ink/ink705.xml"/><Relationship Id="rId680" Type="http://schemas.openxmlformats.org/officeDocument/2006/relationships/image" Target="../media/image798.png"/><Relationship Id="rId736" Type="http://schemas.openxmlformats.org/officeDocument/2006/relationships/image" Target="../media/image826.png"/><Relationship Id="rId30" Type="http://schemas.openxmlformats.org/officeDocument/2006/relationships/customXml" Target="../ink/ink455.xml"/><Relationship Id="rId126" Type="http://schemas.openxmlformats.org/officeDocument/2006/relationships/customXml" Target="../ink/ink503.xml"/><Relationship Id="rId168" Type="http://schemas.openxmlformats.org/officeDocument/2006/relationships/customXml" Target="../ink/ink524.xml"/><Relationship Id="rId333" Type="http://schemas.openxmlformats.org/officeDocument/2006/relationships/customXml" Target="../ink/ink607.xml"/><Relationship Id="rId540" Type="http://schemas.openxmlformats.org/officeDocument/2006/relationships/image" Target="../media/image728.png"/><Relationship Id="rId778" Type="http://schemas.openxmlformats.org/officeDocument/2006/relationships/image" Target="../media/image847.png"/><Relationship Id="rId72" Type="http://schemas.openxmlformats.org/officeDocument/2006/relationships/customXml" Target="../ink/ink476.xml"/><Relationship Id="rId375" Type="http://schemas.openxmlformats.org/officeDocument/2006/relationships/customXml" Target="../ink/ink628.xml"/><Relationship Id="rId582" Type="http://schemas.openxmlformats.org/officeDocument/2006/relationships/image" Target="../media/image749.png"/><Relationship Id="rId638" Type="http://schemas.openxmlformats.org/officeDocument/2006/relationships/image" Target="../media/image777.png"/><Relationship Id="rId803" Type="http://schemas.openxmlformats.org/officeDocument/2006/relationships/customXml" Target="../ink/ink842.xml"/><Relationship Id="rId3" Type="http://schemas.openxmlformats.org/officeDocument/2006/relationships/image" Target="../media/image460.png"/><Relationship Id="rId235" Type="http://schemas.openxmlformats.org/officeDocument/2006/relationships/customXml" Target="../ink/ink558.xml"/><Relationship Id="rId277" Type="http://schemas.openxmlformats.org/officeDocument/2006/relationships/customXml" Target="../ink/ink579.xml"/><Relationship Id="rId400" Type="http://schemas.openxmlformats.org/officeDocument/2006/relationships/image" Target="../media/image658.png"/><Relationship Id="rId442" Type="http://schemas.openxmlformats.org/officeDocument/2006/relationships/image" Target="../media/image679.png"/><Relationship Id="rId484" Type="http://schemas.openxmlformats.org/officeDocument/2006/relationships/image" Target="../media/image700.png"/><Relationship Id="rId705" Type="http://schemas.openxmlformats.org/officeDocument/2006/relationships/customXml" Target="../ink/ink793.xml"/><Relationship Id="rId137" Type="http://schemas.openxmlformats.org/officeDocument/2006/relationships/image" Target="../media/image527.png"/><Relationship Id="rId302" Type="http://schemas.openxmlformats.org/officeDocument/2006/relationships/image" Target="../media/image609.png"/><Relationship Id="rId344" Type="http://schemas.openxmlformats.org/officeDocument/2006/relationships/image" Target="../media/image630.png"/><Relationship Id="rId691" Type="http://schemas.openxmlformats.org/officeDocument/2006/relationships/customXml" Target="../ink/ink786.xml"/><Relationship Id="rId747" Type="http://schemas.openxmlformats.org/officeDocument/2006/relationships/customXml" Target="../ink/ink814.xml"/><Relationship Id="rId789" Type="http://schemas.openxmlformats.org/officeDocument/2006/relationships/customXml" Target="../ink/ink835.xml"/><Relationship Id="rId41" Type="http://schemas.openxmlformats.org/officeDocument/2006/relationships/image" Target="../media/image479.png"/><Relationship Id="rId83" Type="http://schemas.openxmlformats.org/officeDocument/2006/relationships/image" Target="../media/image500.png"/><Relationship Id="rId179" Type="http://schemas.openxmlformats.org/officeDocument/2006/relationships/image" Target="../media/image548.png"/><Relationship Id="rId386" Type="http://schemas.openxmlformats.org/officeDocument/2006/relationships/image" Target="../media/image651.png"/><Relationship Id="rId551" Type="http://schemas.openxmlformats.org/officeDocument/2006/relationships/customXml" Target="../ink/ink716.xml"/><Relationship Id="rId593" Type="http://schemas.openxmlformats.org/officeDocument/2006/relationships/customXml" Target="../ink/ink737.xml"/><Relationship Id="rId607" Type="http://schemas.openxmlformats.org/officeDocument/2006/relationships/customXml" Target="../ink/ink744.xml"/><Relationship Id="rId649" Type="http://schemas.openxmlformats.org/officeDocument/2006/relationships/customXml" Target="../ink/ink765.xml"/><Relationship Id="rId814" Type="http://schemas.openxmlformats.org/officeDocument/2006/relationships/image" Target="../media/image865.png"/><Relationship Id="rId190" Type="http://schemas.openxmlformats.org/officeDocument/2006/relationships/customXml" Target="../ink/ink535.xml"/><Relationship Id="rId204" Type="http://schemas.openxmlformats.org/officeDocument/2006/relationships/image" Target="../media/image560.png"/><Relationship Id="rId246" Type="http://schemas.openxmlformats.org/officeDocument/2006/relationships/image" Target="../media/image581.png"/><Relationship Id="rId288" Type="http://schemas.openxmlformats.org/officeDocument/2006/relationships/image" Target="../media/image602.png"/><Relationship Id="rId411" Type="http://schemas.openxmlformats.org/officeDocument/2006/relationships/customXml" Target="../ink/ink646.xml"/><Relationship Id="rId453" Type="http://schemas.openxmlformats.org/officeDocument/2006/relationships/customXml" Target="../ink/ink667.xml"/><Relationship Id="rId509" Type="http://schemas.openxmlformats.org/officeDocument/2006/relationships/customXml" Target="../ink/ink695.xml"/><Relationship Id="rId660" Type="http://schemas.openxmlformats.org/officeDocument/2006/relationships/image" Target="../media/image788.png"/><Relationship Id="rId106" Type="http://schemas.openxmlformats.org/officeDocument/2006/relationships/customXml" Target="../ink/ink493.xml"/><Relationship Id="rId313" Type="http://schemas.openxmlformats.org/officeDocument/2006/relationships/customXml" Target="../ink/ink597.xml"/><Relationship Id="rId495" Type="http://schemas.openxmlformats.org/officeDocument/2006/relationships/customXml" Target="../ink/ink688.xml"/><Relationship Id="rId716" Type="http://schemas.openxmlformats.org/officeDocument/2006/relationships/image" Target="../media/image816.png"/><Relationship Id="rId758" Type="http://schemas.openxmlformats.org/officeDocument/2006/relationships/image" Target="../media/image837.png"/><Relationship Id="rId10" Type="http://schemas.openxmlformats.org/officeDocument/2006/relationships/customXml" Target="../ink/ink445.xml"/><Relationship Id="rId52" Type="http://schemas.openxmlformats.org/officeDocument/2006/relationships/customXml" Target="../ink/ink466.xml"/><Relationship Id="rId94" Type="http://schemas.openxmlformats.org/officeDocument/2006/relationships/customXml" Target="../ink/ink487.xml"/><Relationship Id="rId148" Type="http://schemas.openxmlformats.org/officeDocument/2006/relationships/customXml" Target="../ink/ink514.xml"/><Relationship Id="rId355" Type="http://schemas.openxmlformats.org/officeDocument/2006/relationships/customXml" Target="../ink/ink618.xml"/><Relationship Id="rId397" Type="http://schemas.openxmlformats.org/officeDocument/2006/relationships/customXml" Target="../ink/ink639.xml"/><Relationship Id="rId520" Type="http://schemas.openxmlformats.org/officeDocument/2006/relationships/image" Target="../media/image718.png"/><Relationship Id="rId562" Type="http://schemas.openxmlformats.org/officeDocument/2006/relationships/image" Target="../media/image739.png"/><Relationship Id="rId618" Type="http://schemas.openxmlformats.org/officeDocument/2006/relationships/image" Target="../media/image767.png"/><Relationship Id="rId825" Type="http://schemas.openxmlformats.org/officeDocument/2006/relationships/customXml" Target="../ink/ink853.xml"/><Relationship Id="rId215" Type="http://schemas.openxmlformats.org/officeDocument/2006/relationships/customXml" Target="../ink/ink548.xml"/><Relationship Id="rId257" Type="http://schemas.openxmlformats.org/officeDocument/2006/relationships/customXml" Target="../ink/ink569.xml"/><Relationship Id="rId422" Type="http://schemas.openxmlformats.org/officeDocument/2006/relationships/image" Target="../media/image669.png"/><Relationship Id="rId464" Type="http://schemas.openxmlformats.org/officeDocument/2006/relationships/image" Target="../media/image690.png"/><Relationship Id="rId299" Type="http://schemas.openxmlformats.org/officeDocument/2006/relationships/customXml" Target="../ink/ink590.xml"/><Relationship Id="rId727" Type="http://schemas.openxmlformats.org/officeDocument/2006/relationships/customXml" Target="../ink/ink804.xml"/><Relationship Id="rId63" Type="http://schemas.openxmlformats.org/officeDocument/2006/relationships/image" Target="../media/image490.png"/><Relationship Id="rId159" Type="http://schemas.openxmlformats.org/officeDocument/2006/relationships/image" Target="../media/image538.png"/><Relationship Id="rId366" Type="http://schemas.openxmlformats.org/officeDocument/2006/relationships/image" Target="../media/image641.png"/><Relationship Id="rId573" Type="http://schemas.openxmlformats.org/officeDocument/2006/relationships/customXml" Target="../ink/ink727.xml"/><Relationship Id="rId780" Type="http://schemas.openxmlformats.org/officeDocument/2006/relationships/image" Target="../media/image848.png"/><Relationship Id="rId226" Type="http://schemas.openxmlformats.org/officeDocument/2006/relationships/image" Target="../media/image571.png"/><Relationship Id="rId433" Type="http://schemas.openxmlformats.org/officeDocument/2006/relationships/customXml" Target="../ink/ink657.xml"/><Relationship Id="rId640" Type="http://schemas.openxmlformats.org/officeDocument/2006/relationships/image" Target="../media/image778.png"/><Relationship Id="rId738" Type="http://schemas.openxmlformats.org/officeDocument/2006/relationships/image" Target="../media/image827.png"/><Relationship Id="rId74" Type="http://schemas.openxmlformats.org/officeDocument/2006/relationships/customXml" Target="../ink/ink477.xml"/><Relationship Id="rId377" Type="http://schemas.openxmlformats.org/officeDocument/2006/relationships/customXml" Target="../ink/ink629.xml"/><Relationship Id="rId500" Type="http://schemas.openxmlformats.org/officeDocument/2006/relationships/image" Target="../media/image708.png"/><Relationship Id="rId584" Type="http://schemas.openxmlformats.org/officeDocument/2006/relationships/image" Target="../media/image750.png"/><Relationship Id="rId805" Type="http://schemas.openxmlformats.org/officeDocument/2006/relationships/customXml" Target="../ink/ink843.xml"/><Relationship Id="rId5" Type="http://schemas.openxmlformats.org/officeDocument/2006/relationships/image" Target="../media/image461.png"/><Relationship Id="rId237" Type="http://schemas.openxmlformats.org/officeDocument/2006/relationships/customXml" Target="../ink/ink559.xml"/><Relationship Id="rId791" Type="http://schemas.openxmlformats.org/officeDocument/2006/relationships/customXml" Target="../ink/ink836.xml"/><Relationship Id="rId444" Type="http://schemas.openxmlformats.org/officeDocument/2006/relationships/image" Target="../media/image680.png"/><Relationship Id="rId651" Type="http://schemas.openxmlformats.org/officeDocument/2006/relationships/customXml" Target="../ink/ink766.xml"/><Relationship Id="rId749" Type="http://schemas.openxmlformats.org/officeDocument/2006/relationships/customXml" Target="../ink/ink815.xml"/><Relationship Id="rId290" Type="http://schemas.openxmlformats.org/officeDocument/2006/relationships/image" Target="../media/image603.png"/><Relationship Id="rId304" Type="http://schemas.openxmlformats.org/officeDocument/2006/relationships/image" Target="../media/image610.png"/><Relationship Id="rId388" Type="http://schemas.openxmlformats.org/officeDocument/2006/relationships/image" Target="../media/image652.png"/><Relationship Id="rId511" Type="http://schemas.openxmlformats.org/officeDocument/2006/relationships/customXml" Target="../ink/ink696.xml"/><Relationship Id="rId609" Type="http://schemas.openxmlformats.org/officeDocument/2006/relationships/customXml" Target="../ink/ink745.xml"/><Relationship Id="rId85" Type="http://schemas.openxmlformats.org/officeDocument/2006/relationships/image" Target="../media/image501.png"/><Relationship Id="rId150" Type="http://schemas.openxmlformats.org/officeDocument/2006/relationships/customXml" Target="../ink/ink515.xml"/><Relationship Id="rId595" Type="http://schemas.openxmlformats.org/officeDocument/2006/relationships/customXml" Target="../ink/ink738.xml"/><Relationship Id="rId816" Type="http://schemas.openxmlformats.org/officeDocument/2006/relationships/image" Target="../media/image866.png"/><Relationship Id="rId248" Type="http://schemas.openxmlformats.org/officeDocument/2006/relationships/image" Target="../media/image582.png"/><Relationship Id="rId455" Type="http://schemas.openxmlformats.org/officeDocument/2006/relationships/customXml" Target="../ink/ink668.xml"/><Relationship Id="rId662" Type="http://schemas.openxmlformats.org/officeDocument/2006/relationships/image" Target="../media/image789.png"/><Relationship Id="rId12" Type="http://schemas.openxmlformats.org/officeDocument/2006/relationships/customXml" Target="../ink/ink446.xml"/><Relationship Id="rId108" Type="http://schemas.openxmlformats.org/officeDocument/2006/relationships/customXml" Target="../ink/ink494.xml"/><Relationship Id="rId315" Type="http://schemas.openxmlformats.org/officeDocument/2006/relationships/customXml" Target="../ink/ink598.xml"/><Relationship Id="rId522" Type="http://schemas.openxmlformats.org/officeDocument/2006/relationships/image" Target="../media/image719.png"/><Relationship Id="rId96" Type="http://schemas.openxmlformats.org/officeDocument/2006/relationships/customXml" Target="../ink/ink488.xml"/><Relationship Id="rId161" Type="http://schemas.openxmlformats.org/officeDocument/2006/relationships/image" Target="../media/image539.png"/><Relationship Id="rId399" Type="http://schemas.openxmlformats.org/officeDocument/2006/relationships/customXml" Target="../ink/ink640.xml"/><Relationship Id="rId827" Type="http://schemas.openxmlformats.org/officeDocument/2006/relationships/customXml" Target="../ink/ink854.xml"/><Relationship Id="rId259" Type="http://schemas.openxmlformats.org/officeDocument/2006/relationships/customXml" Target="../ink/ink570.xml"/><Relationship Id="rId466" Type="http://schemas.openxmlformats.org/officeDocument/2006/relationships/image" Target="../media/image691.png"/><Relationship Id="rId673" Type="http://schemas.openxmlformats.org/officeDocument/2006/relationships/customXml" Target="../ink/ink777.xml"/><Relationship Id="rId23" Type="http://schemas.openxmlformats.org/officeDocument/2006/relationships/image" Target="../media/image470.png"/><Relationship Id="rId119" Type="http://schemas.openxmlformats.org/officeDocument/2006/relationships/image" Target="../media/image518.png"/><Relationship Id="rId326" Type="http://schemas.openxmlformats.org/officeDocument/2006/relationships/image" Target="../media/image621.png"/><Relationship Id="rId533" Type="http://schemas.openxmlformats.org/officeDocument/2006/relationships/customXml" Target="../ink/ink707.xml"/><Relationship Id="rId740" Type="http://schemas.openxmlformats.org/officeDocument/2006/relationships/image" Target="../media/image828.png"/><Relationship Id="rId838" Type="http://schemas.openxmlformats.org/officeDocument/2006/relationships/image" Target="../media/image877.png"/><Relationship Id="rId172" Type="http://schemas.openxmlformats.org/officeDocument/2006/relationships/customXml" Target="../ink/ink526.xml"/><Relationship Id="rId477" Type="http://schemas.openxmlformats.org/officeDocument/2006/relationships/customXml" Target="../ink/ink679.xml"/><Relationship Id="rId600" Type="http://schemas.openxmlformats.org/officeDocument/2006/relationships/image" Target="../media/image758.png"/><Relationship Id="rId684" Type="http://schemas.openxmlformats.org/officeDocument/2006/relationships/image" Target="../media/image800.png"/><Relationship Id="rId337" Type="http://schemas.openxmlformats.org/officeDocument/2006/relationships/customXml" Target="../ink/ink609.xml"/><Relationship Id="rId34" Type="http://schemas.openxmlformats.org/officeDocument/2006/relationships/customXml" Target="../ink/ink457.xml"/><Relationship Id="rId544" Type="http://schemas.openxmlformats.org/officeDocument/2006/relationships/image" Target="../media/image730.png"/><Relationship Id="rId751" Type="http://schemas.openxmlformats.org/officeDocument/2006/relationships/customXml" Target="../ink/ink816.xml"/><Relationship Id="rId183" Type="http://schemas.openxmlformats.org/officeDocument/2006/relationships/image" Target="../media/image550.png"/><Relationship Id="rId390" Type="http://schemas.openxmlformats.org/officeDocument/2006/relationships/image" Target="../media/image653.png"/><Relationship Id="rId404" Type="http://schemas.openxmlformats.org/officeDocument/2006/relationships/image" Target="../media/image660.png"/><Relationship Id="rId611" Type="http://schemas.openxmlformats.org/officeDocument/2006/relationships/customXml" Target="../ink/ink746.xml"/><Relationship Id="rId250" Type="http://schemas.openxmlformats.org/officeDocument/2006/relationships/image" Target="../media/image583.png"/><Relationship Id="rId488" Type="http://schemas.openxmlformats.org/officeDocument/2006/relationships/image" Target="../media/image702.png"/><Relationship Id="rId695" Type="http://schemas.openxmlformats.org/officeDocument/2006/relationships/customXml" Target="../ink/ink788.xml"/><Relationship Id="rId709" Type="http://schemas.openxmlformats.org/officeDocument/2006/relationships/customXml" Target="../ink/ink795.xml"/><Relationship Id="rId45" Type="http://schemas.openxmlformats.org/officeDocument/2006/relationships/image" Target="../media/image481.png"/><Relationship Id="rId110" Type="http://schemas.openxmlformats.org/officeDocument/2006/relationships/customXml" Target="../ink/ink495.xml"/><Relationship Id="rId348" Type="http://schemas.openxmlformats.org/officeDocument/2006/relationships/image" Target="../media/image632.png"/><Relationship Id="rId555" Type="http://schemas.openxmlformats.org/officeDocument/2006/relationships/customXml" Target="../ink/ink718.xml"/><Relationship Id="rId762" Type="http://schemas.openxmlformats.org/officeDocument/2006/relationships/image" Target="../media/image839.png"/><Relationship Id="rId194" Type="http://schemas.openxmlformats.org/officeDocument/2006/relationships/customXml" Target="../ink/ink537.xml"/><Relationship Id="rId208" Type="http://schemas.openxmlformats.org/officeDocument/2006/relationships/image" Target="../media/image562.png"/><Relationship Id="rId415" Type="http://schemas.openxmlformats.org/officeDocument/2006/relationships/customXml" Target="../ink/ink648.xml"/><Relationship Id="rId622" Type="http://schemas.openxmlformats.org/officeDocument/2006/relationships/image" Target="../media/image769.png"/><Relationship Id="rId261" Type="http://schemas.openxmlformats.org/officeDocument/2006/relationships/customXml" Target="../ink/ink571.xml"/><Relationship Id="rId499" Type="http://schemas.openxmlformats.org/officeDocument/2006/relationships/customXml" Target="../ink/ink690.xml"/><Relationship Id="rId56" Type="http://schemas.openxmlformats.org/officeDocument/2006/relationships/customXml" Target="../ink/ink468.xml"/><Relationship Id="rId359" Type="http://schemas.openxmlformats.org/officeDocument/2006/relationships/customXml" Target="../ink/ink620.xml"/><Relationship Id="rId566" Type="http://schemas.openxmlformats.org/officeDocument/2006/relationships/image" Target="../media/image741.png"/><Relationship Id="rId773" Type="http://schemas.openxmlformats.org/officeDocument/2006/relationships/customXml" Target="../ink/ink827.xml"/><Relationship Id="rId121" Type="http://schemas.openxmlformats.org/officeDocument/2006/relationships/image" Target="../media/image519.png"/><Relationship Id="rId219" Type="http://schemas.openxmlformats.org/officeDocument/2006/relationships/customXml" Target="../ink/ink550.xml"/><Relationship Id="rId426" Type="http://schemas.openxmlformats.org/officeDocument/2006/relationships/image" Target="../media/image671.png"/><Relationship Id="rId633" Type="http://schemas.openxmlformats.org/officeDocument/2006/relationships/customXml" Target="../ink/ink757.xml"/><Relationship Id="rId840" Type="http://schemas.openxmlformats.org/officeDocument/2006/relationships/image" Target="../media/image878.png"/><Relationship Id="rId67" Type="http://schemas.openxmlformats.org/officeDocument/2006/relationships/image" Target="../media/image492.png"/><Relationship Id="rId272" Type="http://schemas.openxmlformats.org/officeDocument/2006/relationships/image" Target="../media/image594.png"/><Relationship Id="rId577" Type="http://schemas.openxmlformats.org/officeDocument/2006/relationships/customXml" Target="../ink/ink729.xml"/><Relationship Id="rId700" Type="http://schemas.openxmlformats.org/officeDocument/2006/relationships/image" Target="../media/image808.png"/><Relationship Id="rId132" Type="http://schemas.openxmlformats.org/officeDocument/2006/relationships/customXml" Target="../ink/ink506.xml"/><Relationship Id="rId784" Type="http://schemas.openxmlformats.org/officeDocument/2006/relationships/image" Target="../media/image850.png"/><Relationship Id="rId437" Type="http://schemas.openxmlformats.org/officeDocument/2006/relationships/customXml" Target="../ink/ink659.xml"/><Relationship Id="rId644" Type="http://schemas.openxmlformats.org/officeDocument/2006/relationships/image" Target="../media/image780.png"/><Relationship Id="rId283" Type="http://schemas.openxmlformats.org/officeDocument/2006/relationships/customXml" Target="../ink/ink582.xml"/><Relationship Id="rId490" Type="http://schemas.openxmlformats.org/officeDocument/2006/relationships/image" Target="../media/image703.png"/><Relationship Id="rId504" Type="http://schemas.openxmlformats.org/officeDocument/2006/relationships/image" Target="../media/image710.png"/><Relationship Id="rId711" Type="http://schemas.openxmlformats.org/officeDocument/2006/relationships/customXml" Target="../ink/ink796.xml"/><Relationship Id="rId78" Type="http://schemas.openxmlformats.org/officeDocument/2006/relationships/customXml" Target="../ink/ink479.xml"/><Relationship Id="rId143" Type="http://schemas.openxmlformats.org/officeDocument/2006/relationships/image" Target="../media/image530.png"/><Relationship Id="rId350" Type="http://schemas.openxmlformats.org/officeDocument/2006/relationships/image" Target="../media/image633.png"/><Relationship Id="rId588" Type="http://schemas.openxmlformats.org/officeDocument/2006/relationships/image" Target="../media/image752.png"/><Relationship Id="rId795" Type="http://schemas.openxmlformats.org/officeDocument/2006/relationships/customXml" Target="../ink/ink838.xml"/><Relationship Id="rId809" Type="http://schemas.openxmlformats.org/officeDocument/2006/relationships/customXml" Target="../ink/ink845.xml"/><Relationship Id="rId9" Type="http://schemas.openxmlformats.org/officeDocument/2006/relationships/image" Target="../media/image463.png"/><Relationship Id="rId210" Type="http://schemas.openxmlformats.org/officeDocument/2006/relationships/image" Target="../media/image563.png"/><Relationship Id="rId448" Type="http://schemas.openxmlformats.org/officeDocument/2006/relationships/image" Target="../media/image682.png"/><Relationship Id="rId655" Type="http://schemas.openxmlformats.org/officeDocument/2006/relationships/customXml" Target="../ink/ink768.xml"/><Relationship Id="rId294" Type="http://schemas.openxmlformats.org/officeDocument/2006/relationships/image" Target="../media/image605.png"/><Relationship Id="rId308" Type="http://schemas.openxmlformats.org/officeDocument/2006/relationships/image" Target="../media/image612.png"/><Relationship Id="rId515" Type="http://schemas.openxmlformats.org/officeDocument/2006/relationships/customXml" Target="../ink/ink698.xml"/><Relationship Id="rId722" Type="http://schemas.openxmlformats.org/officeDocument/2006/relationships/image" Target="../media/image819.png"/><Relationship Id="rId89" Type="http://schemas.openxmlformats.org/officeDocument/2006/relationships/image" Target="../media/image503.png"/><Relationship Id="rId154" Type="http://schemas.openxmlformats.org/officeDocument/2006/relationships/customXml" Target="../ink/ink517.xml"/><Relationship Id="rId361" Type="http://schemas.openxmlformats.org/officeDocument/2006/relationships/customXml" Target="../ink/ink621.xml"/><Relationship Id="rId599" Type="http://schemas.openxmlformats.org/officeDocument/2006/relationships/customXml" Target="../ink/ink740.xml"/><Relationship Id="rId459" Type="http://schemas.openxmlformats.org/officeDocument/2006/relationships/customXml" Target="../ink/ink670.xml"/><Relationship Id="rId666" Type="http://schemas.openxmlformats.org/officeDocument/2006/relationships/image" Target="../media/image791.png"/><Relationship Id="rId16" Type="http://schemas.openxmlformats.org/officeDocument/2006/relationships/customXml" Target="../ink/ink448.xml"/><Relationship Id="rId221" Type="http://schemas.openxmlformats.org/officeDocument/2006/relationships/customXml" Target="../ink/ink551.xml"/><Relationship Id="rId319" Type="http://schemas.openxmlformats.org/officeDocument/2006/relationships/customXml" Target="../ink/ink600.xml"/><Relationship Id="rId526" Type="http://schemas.openxmlformats.org/officeDocument/2006/relationships/image" Target="../media/image721.png"/><Relationship Id="rId733" Type="http://schemas.openxmlformats.org/officeDocument/2006/relationships/customXml" Target="../ink/ink807.xml"/><Relationship Id="rId165" Type="http://schemas.openxmlformats.org/officeDocument/2006/relationships/image" Target="../media/image541.png"/><Relationship Id="rId372" Type="http://schemas.openxmlformats.org/officeDocument/2006/relationships/image" Target="../media/image644.png"/><Relationship Id="rId677" Type="http://schemas.openxmlformats.org/officeDocument/2006/relationships/customXml" Target="../ink/ink779.xml"/><Relationship Id="rId800" Type="http://schemas.openxmlformats.org/officeDocument/2006/relationships/image" Target="../media/image858.png"/><Relationship Id="rId232" Type="http://schemas.openxmlformats.org/officeDocument/2006/relationships/image" Target="../media/image574.png"/><Relationship Id="rId27" Type="http://schemas.openxmlformats.org/officeDocument/2006/relationships/image" Target="../media/image472.png"/><Relationship Id="rId537" Type="http://schemas.openxmlformats.org/officeDocument/2006/relationships/customXml" Target="../ink/ink709.xml"/><Relationship Id="rId744" Type="http://schemas.openxmlformats.org/officeDocument/2006/relationships/image" Target="../media/image830.png"/><Relationship Id="rId80" Type="http://schemas.openxmlformats.org/officeDocument/2006/relationships/customXml" Target="../ink/ink480.xml"/><Relationship Id="rId176" Type="http://schemas.openxmlformats.org/officeDocument/2006/relationships/customXml" Target="../ink/ink528.xml"/><Relationship Id="rId383" Type="http://schemas.openxmlformats.org/officeDocument/2006/relationships/customXml" Target="../ink/ink632.xml"/><Relationship Id="rId590" Type="http://schemas.openxmlformats.org/officeDocument/2006/relationships/image" Target="../media/image753.png"/><Relationship Id="rId604" Type="http://schemas.openxmlformats.org/officeDocument/2006/relationships/image" Target="../media/image760.png"/><Relationship Id="rId811" Type="http://schemas.openxmlformats.org/officeDocument/2006/relationships/customXml" Target="../ink/ink846.xml"/><Relationship Id="rId243" Type="http://schemas.openxmlformats.org/officeDocument/2006/relationships/customXml" Target="../ink/ink562.xml"/><Relationship Id="rId450" Type="http://schemas.openxmlformats.org/officeDocument/2006/relationships/image" Target="../media/image683.png"/><Relationship Id="rId688" Type="http://schemas.openxmlformats.org/officeDocument/2006/relationships/image" Target="../media/image802.png"/><Relationship Id="rId38" Type="http://schemas.openxmlformats.org/officeDocument/2006/relationships/customXml" Target="../ink/ink459.xml"/><Relationship Id="rId103" Type="http://schemas.openxmlformats.org/officeDocument/2006/relationships/image" Target="../media/image510.png"/><Relationship Id="rId310" Type="http://schemas.openxmlformats.org/officeDocument/2006/relationships/image" Target="../media/image613.png"/><Relationship Id="rId548" Type="http://schemas.openxmlformats.org/officeDocument/2006/relationships/image" Target="../media/image732.png"/><Relationship Id="rId755" Type="http://schemas.openxmlformats.org/officeDocument/2006/relationships/customXml" Target="../ink/ink818.xml"/><Relationship Id="rId91" Type="http://schemas.openxmlformats.org/officeDocument/2006/relationships/image" Target="../media/image504.png"/><Relationship Id="rId187" Type="http://schemas.openxmlformats.org/officeDocument/2006/relationships/image" Target="../media/image552.png"/><Relationship Id="rId394" Type="http://schemas.openxmlformats.org/officeDocument/2006/relationships/image" Target="../media/image655.png"/><Relationship Id="rId408" Type="http://schemas.openxmlformats.org/officeDocument/2006/relationships/image" Target="../media/image662.png"/><Relationship Id="rId615" Type="http://schemas.openxmlformats.org/officeDocument/2006/relationships/customXml" Target="../ink/ink748.xml"/><Relationship Id="rId822" Type="http://schemas.openxmlformats.org/officeDocument/2006/relationships/image" Target="../media/image869.png"/><Relationship Id="rId254" Type="http://schemas.openxmlformats.org/officeDocument/2006/relationships/image" Target="../media/image585.png"/><Relationship Id="rId699" Type="http://schemas.openxmlformats.org/officeDocument/2006/relationships/customXml" Target="../ink/ink790.xml"/><Relationship Id="rId49" Type="http://schemas.openxmlformats.org/officeDocument/2006/relationships/image" Target="../media/image483.png"/><Relationship Id="rId114" Type="http://schemas.openxmlformats.org/officeDocument/2006/relationships/customXml" Target="../ink/ink497.xml"/><Relationship Id="rId461" Type="http://schemas.openxmlformats.org/officeDocument/2006/relationships/customXml" Target="../ink/ink671.xml"/><Relationship Id="rId559" Type="http://schemas.openxmlformats.org/officeDocument/2006/relationships/customXml" Target="../ink/ink720.xml"/><Relationship Id="rId766" Type="http://schemas.openxmlformats.org/officeDocument/2006/relationships/image" Target="../media/image841.png"/><Relationship Id="rId198" Type="http://schemas.openxmlformats.org/officeDocument/2006/relationships/image" Target="../media/image557.png"/><Relationship Id="rId321" Type="http://schemas.openxmlformats.org/officeDocument/2006/relationships/customXml" Target="../ink/ink601.xml"/><Relationship Id="rId419" Type="http://schemas.openxmlformats.org/officeDocument/2006/relationships/customXml" Target="../ink/ink650.xml"/><Relationship Id="rId626" Type="http://schemas.openxmlformats.org/officeDocument/2006/relationships/image" Target="../media/image771.png"/><Relationship Id="rId833" Type="http://schemas.openxmlformats.org/officeDocument/2006/relationships/customXml" Target="../ink/ink857.xml"/><Relationship Id="rId265" Type="http://schemas.openxmlformats.org/officeDocument/2006/relationships/customXml" Target="../ink/ink573.xml"/><Relationship Id="rId472" Type="http://schemas.openxmlformats.org/officeDocument/2006/relationships/image" Target="../media/image694.png"/><Relationship Id="rId125" Type="http://schemas.openxmlformats.org/officeDocument/2006/relationships/image" Target="../media/image521.png"/><Relationship Id="rId332" Type="http://schemas.openxmlformats.org/officeDocument/2006/relationships/image" Target="../media/image624.png"/><Relationship Id="rId777" Type="http://schemas.openxmlformats.org/officeDocument/2006/relationships/customXml" Target="../ink/ink829.xml"/><Relationship Id="rId637" Type="http://schemas.openxmlformats.org/officeDocument/2006/relationships/customXml" Target="../ink/ink759.xml"/><Relationship Id="rId276" Type="http://schemas.openxmlformats.org/officeDocument/2006/relationships/image" Target="../media/image596.png"/><Relationship Id="rId483" Type="http://schemas.openxmlformats.org/officeDocument/2006/relationships/customXml" Target="../ink/ink682.xml"/><Relationship Id="rId690" Type="http://schemas.openxmlformats.org/officeDocument/2006/relationships/image" Target="../media/image803.png"/><Relationship Id="rId704" Type="http://schemas.openxmlformats.org/officeDocument/2006/relationships/image" Target="../media/image810.png"/><Relationship Id="rId40" Type="http://schemas.openxmlformats.org/officeDocument/2006/relationships/customXml" Target="../ink/ink460.xml"/><Relationship Id="rId136" Type="http://schemas.openxmlformats.org/officeDocument/2006/relationships/customXml" Target="../ink/ink508.xml"/><Relationship Id="rId343" Type="http://schemas.openxmlformats.org/officeDocument/2006/relationships/customXml" Target="../ink/ink612.xml"/><Relationship Id="rId550" Type="http://schemas.openxmlformats.org/officeDocument/2006/relationships/image" Target="../media/image733.png"/><Relationship Id="rId788" Type="http://schemas.openxmlformats.org/officeDocument/2006/relationships/image" Target="../media/image852.png"/><Relationship Id="rId203" Type="http://schemas.openxmlformats.org/officeDocument/2006/relationships/customXml" Target="../ink/ink542.xml"/><Relationship Id="rId648" Type="http://schemas.openxmlformats.org/officeDocument/2006/relationships/image" Target="../media/image782.png"/><Relationship Id="rId287" Type="http://schemas.openxmlformats.org/officeDocument/2006/relationships/customXml" Target="../ink/ink584.xml"/><Relationship Id="rId410" Type="http://schemas.openxmlformats.org/officeDocument/2006/relationships/image" Target="../media/image663.png"/><Relationship Id="rId494" Type="http://schemas.openxmlformats.org/officeDocument/2006/relationships/image" Target="../media/image705.png"/><Relationship Id="rId508" Type="http://schemas.openxmlformats.org/officeDocument/2006/relationships/image" Target="../media/image712.png"/><Relationship Id="rId715" Type="http://schemas.openxmlformats.org/officeDocument/2006/relationships/customXml" Target="../ink/ink798.xml"/><Relationship Id="rId147" Type="http://schemas.openxmlformats.org/officeDocument/2006/relationships/image" Target="../media/image532.png"/><Relationship Id="rId354" Type="http://schemas.openxmlformats.org/officeDocument/2006/relationships/image" Target="../media/image635.png"/><Relationship Id="rId799" Type="http://schemas.openxmlformats.org/officeDocument/2006/relationships/customXml" Target="../ink/ink840.xml"/><Relationship Id="rId51" Type="http://schemas.openxmlformats.org/officeDocument/2006/relationships/image" Target="../media/image484.png"/><Relationship Id="rId561" Type="http://schemas.openxmlformats.org/officeDocument/2006/relationships/customXml" Target="../ink/ink721.xml"/><Relationship Id="rId659" Type="http://schemas.openxmlformats.org/officeDocument/2006/relationships/customXml" Target="../ink/ink770.xml"/><Relationship Id="rId214" Type="http://schemas.openxmlformats.org/officeDocument/2006/relationships/image" Target="../media/image565.png"/><Relationship Id="rId298" Type="http://schemas.openxmlformats.org/officeDocument/2006/relationships/image" Target="../media/image607.png"/><Relationship Id="rId421" Type="http://schemas.openxmlformats.org/officeDocument/2006/relationships/customXml" Target="../ink/ink651.xml"/><Relationship Id="rId519" Type="http://schemas.openxmlformats.org/officeDocument/2006/relationships/customXml" Target="../ink/ink700.xml"/><Relationship Id="rId158" Type="http://schemas.openxmlformats.org/officeDocument/2006/relationships/customXml" Target="../ink/ink519.xml"/><Relationship Id="rId726" Type="http://schemas.openxmlformats.org/officeDocument/2006/relationships/image" Target="../media/image821.png"/><Relationship Id="rId62" Type="http://schemas.openxmlformats.org/officeDocument/2006/relationships/customXml" Target="../ink/ink471.xml"/><Relationship Id="rId365" Type="http://schemas.openxmlformats.org/officeDocument/2006/relationships/customXml" Target="../ink/ink623.xml"/><Relationship Id="rId572" Type="http://schemas.openxmlformats.org/officeDocument/2006/relationships/image" Target="../media/image744.png"/><Relationship Id="rId225" Type="http://schemas.openxmlformats.org/officeDocument/2006/relationships/customXml" Target="../ink/ink553.xml"/><Relationship Id="rId432" Type="http://schemas.openxmlformats.org/officeDocument/2006/relationships/image" Target="../media/image674.png"/><Relationship Id="rId737" Type="http://schemas.openxmlformats.org/officeDocument/2006/relationships/customXml" Target="../ink/ink809.xml"/><Relationship Id="rId73" Type="http://schemas.openxmlformats.org/officeDocument/2006/relationships/image" Target="../media/image495.png"/><Relationship Id="rId169" Type="http://schemas.openxmlformats.org/officeDocument/2006/relationships/image" Target="../media/image543.png"/><Relationship Id="rId376" Type="http://schemas.openxmlformats.org/officeDocument/2006/relationships/image" Target="../media/image646.png"/><Relationship Id="rId583" Type="http://schemas.openxmlformats.org/officeDocument/2006/relationships/customXml" Target="../ink/ink732.xml"/><Relationship Id="rId790" Type="http://schemas.openxmlformats.org/officeDocument/2006/relationships/image" Target="../media/image853.png"/><Relationship Id="rId804" Type="http://schemas.openxmlformats.org/officeDocument/2006/relationships/image" Target="../media/image860.png"/><Relationship Id="rId4" Type="http://schemas.openxmlformats.org/officeDocument/2006/relationships/customXml" Target="../ink/ink442.xml"/><Relationship Id="rId236" Type="http://schemas.openxmlformats.org/officeDocument/2006/relationships/image" Target="../media/image576.png"/><Relationship Id="rId443" Type="http://schemas.openxmlformats.org/officeDocument/2006/relationships/customXml" Target="../ink/ink662.xml"/><Relationship Id="rId650" Type="http://schemas.openxmlformats.org/officeDocument/2006/relationships/image" Target="../media/image783.png"/><Relationship Id="rId303" Type="http://schemas.openxmlformats.org/officeDocument/2006/relationships/customXml" Target="../ink/ink592.xml"/><Relationship Id="rId748" Type="http://schemas.openxmlformats.org/officeDocument/2006/relationships/image" Target="../media/image832.png"/><Relationship Id="rId84" Type="http://schemas.openxmlformats.org/officeDocument/2006/relationships/customXml" Target="../ink/ink482.xml"/><Relationship Id="rId387" Type="http://schemas.openxmlformats.org/officeDocument/2006/relationships/customXml" Target="../ink/ink634.xml"/><Relationship Id="rId510" Type="http://schemas.openxmlformats.org/officeDocument/2006/relationships/image" Target="../media/image713.png"/><Relationship Id="rId594" Type="http://schemas.openxmlformats.org/officeDocument/2006/relationships/image" Target="../media/image755.png"/><Relationship Id="rId608" Type="http://schemas.openxmlformats.org/officeDocument/2006/relationships/image" Target="../media/image762.png"/><Relationship Id="rId815" Type="http://schemas.openxmlformats.org/officeDocument/2006/relationships/customXml" Target="../ink/ink848.xml"/><Relationship Id="rId247" Type="http://schemas.openxmlformats.org/officeDocument/2006/relationships/customXml" Target="../ink/ink564.xml"/><Relationship Id="rId107" Type="http://schemas.openxmlformats.org/officeDocument/2006/relationships/image" Target="../media/image512.png"/><Relationship Id="rId454" Type="http://schemas.openxmlformats.org/officeDocument/2006/relationships/image" Target="../media/image685.png"/><Relationship Id="rId661" Type="http://schemas.openxmlformats.org/officeDocument/2006/relationships/customXml" Target="../ink/ink771.xml"/><Relationship Id="rId759" Type="http://schemas.openxmlformats.org/officeDocument/2006/relationships/customXml" Target="../ink/ink820.xml"/><Relationship Id="rId11" Type="http://schemas.openxmlformats.org/officeDocument/2006/relationships/image" Target="../media/image464.png"/><Relationship Id="rId314" Type="http://schemas.openxmlformats.org/officeDocument/2006/relationships/image" Target="../media/image615.png"/><Relationship Id="rId398" Type="http://schemas.openxmlformats.org/officeDocument/2006/relationships/image" Target="../media/image657.png"/><Relationship Id="rId521" Type="http://schemas.openxmlformats.org/officeDocument/2006/relationships/customXml" Target="../ink/ink701.xml"/><Relationship Id="rId619" Type="http://schemas.openxmlformats.org/officeDocument/2006/relationships/customXml" Target="../ink/ink750.xml"/><Relationship Id="rId95" Type="http://schemas.openxmlformats.org/officeDocument/2006/relationships/image" Target="../media/image506.png"/><Relationship Id="rId160" Type="http://schemas.openxmlformats.org/officeDocument/2006/relationships/customXml" Target="../ink/ink520.xml"/><Relationship Id="rId826" Type="http://schemas.openxmlformats.org/officeDocument/2006/relationships/image" Target="../media/image871.png"/><Relationship Id="rId258" Type="http://schemas.openxmlformats.org/officeDocument/2006/relationships/image" Target="../media/image587.png"/><Relationship Id="rId465" Type="http://schemas.openxmlformats.org/officeDocument/2006/relationships/customXml" Target="../ink/ink673.xml"/><Relationship Id="rId672" Type="http://schemas.openxmlformats.org/officeDocument/2006/relationships/image" Target="../media/image794.png"/><Relationship Id="rId22" Type="http://schemas.openxmlformats.org/officeDocument/2006/relationships/customXml" Target="../ink/ink451.xml"/><Relationship Id="rId118" Type="http://schemas.openxmlformats.org/officeDocument/2006/relationships/customXml" Target="../ink/ink499.xml"/><Relationship Id="rId325" Type="http://schemas.openxmlformats.org/officeDocument/2006/relationships/customXml" Target="../ink/ink603.xml"/><Relationship Id="rId532" Type="http://schemas.openxmlformats.org/officeDocument/2006/relationships/image" Target="../media/image724.png"/><Relationship Id="rId171" Type="http://schemas.openxmlformats.org/officeDocument/2006/relationships/image" Target="../media/image544.png"/><Relationship Id="rId837" Type="http://schemas.openxmlformats.org/officeDocument/2006/relationships/customXml" Target="../ink/ink859.xml"/><Relationship Id="rId269" Type="http://schemas.openxmlformats.org/officeDocument/2006/relationships/customXml" Target="../ink/ink575.xml"/><Relationship Id="rId476" Type="http://schemas.openxmlformats.org/officeDocument/2006/relationships/image" Target="../media/image696.png"/><Relationship Id="rId683" Type="http://schemas.openxmlformats.org/officeDocument/2006/relationships/customXml" Target="../ink/ink782.xml"/><Relationship Id="rId33" Type="http://schemas.openxmlformats.org/officeDocument/2006/relationships/image" Target="../media/image475.png"/><Relationship Id="rId129" Type="http://schemas.openxmlformats.org/officeDocument/2006/relationships/image" Target="../media/image523.png"/><Relationship Id="rId336" Type="http://schemas.openxmlformats.org/officeDocument/2006/relationships/image" Target="../media/image626.png"/><Relationship Id="rId543" Type="http://schemas.openxmlformats.org/officeDocument/2006/relationships/customXml" Target="../ink/ink712.xml"/><Relationship Id="rId182" Type="http://schemas.openxmlformats.org/officeDocument/2006/relationships/customXml" Target="../ink/ink531.xml"/><Relationship Id="rId403" Type="http://schemas.openxmlformats.org/officeDocument/2006/relationships/customXml" Target="../ink/ink642.xml"/><Relationship Id="rId750" Type="http://schemas.openxmlformats.org/officeDocument/2006/relationships/image" Target="../media/image833.png"/><Relationship Id="rId487" Type="http://schemas.openxmlformats.org/officeDocument/2006/relationships/customXml" Target="../ink/ink684.xml"/><Relationship Id="rId610" Type="http://schemas.openxmlformats.org/officeDocument/2006/relationships/image" Target="../media/image763.png"/><Relationship Id="rId694" Type="http://schemas.openxmlformats.org/officeDocument/2006/relationships/image" Target="../media/image805.png"/><Relationship Id="rId708" Type="http://schemas.openxmlformats.org/officeDocument/2006/relationships/image" Target="../media/image812.png"/><Relationship Id="rId347" Type="http://schemas.openxmlformats.org/officeDocument/2006/relationships/customXml" Target="../ink/ink614.xml"/><Relationship Id="rId44" Type="http://schemas.openxmlformats.org/officeDocument/2006/relationships/customXml" Target="../ink/ink462.xml"/><Relationship Id="rId554" Type="http://schemas.openxmlformats.org/officeDocument/2006/relationships/image" Target="../media/image735.png"/><Relationship Id="rId761" Type="http://schemas.openxmlformats.org/officeDocument/2006/relationships/customXml" Target="../ink/ink821.xml"/><Relationship Id="rId193" Type="http://schemas.openxmlformats.org/officeDocument/2006/relationships/image" Target="../media/image555.png"/><Relationship Id="rId207" Type="http://schemas.openxmlformats.org/officeDocument/2006/relationships/customXml" Target="../ink/ink544.xml"/><Relationship Id="rId414" Type="http://schemas.openxmlformats.org/officeDocument/2006/relationships/image" Target="../media/image665.png"/><Relationship Id="rId498" Type="http://schemas.openxmlformats.org/officeDocument/2006/relationships/image" Target="../media/image707.png"/><Relationship Id="rId621" Type="http://schemas.openxmlformats.org/officeDocument/2006/relationships/customXml" Target="../ink/ink751.xml"/><Relationship Id="rId260" Type="http://schemas.openxmlformats.org/officeDocument/2006/relationships/image" Target="../media/image588.png"/><Relationship Id="rId719" Type="http://schemas.openxmlformats.org/officeDocument/2006/relationships/customXml" Target="../ink/ink800.xml"/><Relationship Id="rId55" Type="http://schemas.openxmlformats.org/officeDocument/2006/relationships/image" Target="../media/image486.png"/><Relationship Id="rId120" Type="http://schemas.openxmlformats.org/officeDocument/2006/relationships/customXml" Target="../ink/ink500.xml"/><Relationship Id="rId358" Type="http://schemas.openxmlformats.org/officeDocument/2006/relationships/image" Target="../media/image637.png"/><Relationship Id="rId565" Type="http://schemas.openxmlformats.org/officeDocument/2006/relationships/customXml" Target="../ink/ink723.xml"/><Relationship Id="rId772" Type="http://schemas.openxmlformats.org/officeDocument/2006/relationships/image" Target="../media/image844.png"/></Relationships>
</file>

<file path=ppt/slides/_rels/slide1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886.png"/><Relationship Id="rId18" Type="http://schemas.openxmlformats.org/officeDocument/2006/relationships/customXml" Target="../ink/ink867.xml"/><Relationship Id="rId26" Type="http://schemas.openxmlformats.org/officeDocument/2006/relationships/customXml" Target="../ink/ink871.xml"/><Relationship Id="rId39" Type="http://schemas.openxmlformats.org/officeDocument/2006/relationships/image" Target="../media/image899.png"/><Relationship Id="rId21" Type="http://schemas.openxmlformats.org/officeDocument/2006/relationships/image" Target="../media/image890.png"/><Relationship Id="rId34" Type="http://schemas.openxmlformats.org/officeDocument/2006/relationships/customXml" Target="../ink/ink875.xml"/><Relationship Id="rId7" Type="http://schemas.openxmlformats.org/officeDocument/2006/relationships/image" Target="../media/image883.png"/><Relationship Id="rId12" Type="http://schemas.openxmlformats.org/officeDocument/2006/relationships/customXml" Target="../ink/ink864.xml"/><Relationship Id="rId17" Type="http://schemas.openxmlformats.org/officeDocument/2006/relationships/image" Target="../media/image888.png"/><Relationship Id="rId25" Type="http://schemas.openxmlformats.org/officeDocument/2006/relationships/image" Target="../media/image892.png"/><Relationship Id="rId33" Type="http://schemas.openxmlformats.org/officeDocument/2006/relationships/image" Target="../media/image896.png"/><Relationship Id="rId38" Type="http://schemas.openxmlformats.org/officeDocument/2006/relationships/customXml" Target="../ink/ink877.xml"/><Relationship Id="rId2" Type="http://schemas.openxmlformats.org/officeDocument/2006/relationships/image" Target="../media/image879.png"/><Relationship Id="rId16" Type="http://schemas.openxmlformats.org/officeDocument/2006/relationships/customXml" Target="../ink/ink866.xml"/><Relationship Id="rId20" Type="http://schemas.openxmlformats.org/officeDocument/2006/relationships/customXml" Target="../ink/ink868.xml"/><Relationship Id="rId29" Type="http://schemas.openxmlformats.org/officeDocument/2006/relationships/image" Target="../media/image894.png"/><Relationship Id="rId1" Type="http://schemas.openxmlformats.org/officeDocument/2006/relationships/slideLayout" Target="../slideLayouts/slideLayout12.xml"/><Relationship Id="rId6" Type="http://schemas.openxmlformats.org/officeDocument/2006/relationships/customXml" Target="../ink/ink861.xml"/><Relationship Id="rId11" Type="http://schemas.openxmlformats.org/officeDocument/2006/relationships/image" Target="../media/image885.png"/><Relationship Id="rId24" Type="http://schemas.openxmlformats.org/officeDocument/2006/relationships/customXml" Target="../ink/ink870.xml"/><Relationship Id="rId32" Type="http://schemas.openxmlformats.org/officeDocument/2006/relationships/customXml" Target="../ink/ink874.xml"/><Relationship Id="rId37" Type="http://schemas.openxmlformats.org/officeDocument/2006/relationships/image" Target="../media/image898.png"/><Relationship Id="rId5" Type="http://schemas.openxmlformats.org/officeDocument/2006/relationships/image" Target="../media/image882.svg"/><Relationship Id="rId15" Type="http://schemas.openxmlformats.org/officeDocument/2006/relationships/image" Target="../media/image887.png"/><Relationship Id="rId23" Type="http://schemas.openxmlformats.org/officeDocument/2006/relationships/image" Target="../media/image891.png"/><Relationship Id="rId28" Type="http://schemas.openxmlformats.org/officeDocument/2006/relationships/customXml" Target="../ink/ink872.xml"/><Relationship Id="rId36" Type="http://schemas.openxmlformats.org/officeDocument/2006/relationships/customXml" Target="../ink/ink876.xml"/><Relationship Id="rId10" Type="http://schemas.openxmlformats.org/officeDocument/2006/relationships/customXml" Target="../ink/ink863.xml"/><Relationship Id="rId19" Type="http://schemas.openxmlformats.org/officeDocument/2006/relationships/image" Target="../media/image889.png"/><Relationship Id="rId31" Type="http://schemas.openxmlformats.org/officeDocument/2006/relationships/image" Target="../media/image895.png"/><Relationship Id="rId4" Type="http://schemas.openxmlformats.org/officeDocument/2006/relationships/image" Target="../media/image881.png"/><Relationship Id="rId9" Type="http://schemas.openxmlformats.org/officeDocument/2006/relationships/image" Target="../media/image884.png"/><Relationship Id="rId14" Type="http://schemas.openxmlformats.org/officeDocument/2006/relationships/customXml" Target="../ink/ink865.xml"/><Relationship Id="rId22" Type="http://schemas.openxmlformats.org/officeDocument/2006/relationships/customXml" Target="../ink/ink869.xml"/><Relationship Id="rId27" Type="http://schemas.openxmlformats.org/officeDocument/2006/relationships/image" Target="../media/image893.png"/><Relationship Id="rId30" Type="http://schemas.openxmlformats.org/officeDocument/2006/relationships/customXml" Target="../ink/ink873.xml"/><Relationship Id="rId35" Type="http://schemas.openxmlformats.org/officeDocument/2006/relationships/image" Target="../media/image897.png"/><Relationship Id="rId8" Type="http://schemas.openxmlformats.org/officeDocument/2006/relationships/customXml" Target="../ink/ink862.xml"/><Relationship Id="rId3" Type="http://schemas.openxmlformats.org/officeDocument/2006/relationships/image" Target="../media/image880.sv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6" Type="http://schemas.openxmlformats.org/officeDocument/2006/relationships/customXml" Target="../ink/ink889.xml"/><Relationship Id="rId21" Type="http://schemas.openxmlformats.org/officeDocument/2006/relationships/image" Target="../media/image911.png"/><Relationship Id="rId34" Type="http://schemas.openxmlformats.org/officeDocument/2006/relationships/customXml" Target="../ink/ink893.xml"/><Relationship Id="rId42" Type="http://schemas.openxmlformats.org/officeDocument/2006/relationships/customXml" Target="../ink/ink897.xml"/><Relationship Id="rId47" Type="http://schemas.openxmlformats.org/officeDocument/2006/relationships/image" Target="../media/image924.png"/><Relationship Id="rId50" Type="http://schemas.openxmlformats.org/officeDocument/2006/relationships/customXml" Target="../ink/ink901.xml"/><Relationship Id="rId55" Type="http://schemas.openxmlformats.org/officeDocument/2006/relationships/image" Target="../media/image928.png"/><Relationship Id="rId63" Type="http://schemas.openxmlformats.org/officeDocument/2006/relationships/image" Target="../media/image932.png"/><Relationship Id="rId68" Type="http://schemas.openxmlformats.org/officeDocument/2006/relationships/customXml" Target="../ink/ink910.xml"/><Relationship Id="rId7" Type="http://schemas.openxmlformats.org/officeDocument/2006/relationships/image" Target="../media/image904.png"/><Relationship Id="rId2" Type="http://schemas.openxmlformats.org/officeDocument/2006/relationships/image" Target="../media/image901.png"/><Relationship Id="rId16" Type="http://schemas.openxmlformats.org/officeDocument/2006/relationships/customXml" Target="../ink/ink884.xml"/><Relationship Id="rId29" Type="http://schemas.openxmlformats.org/officeDocument/2006/relationships/image" Target="../media/image915.png"/><Relationship Id="rId11" Type="http://schemas.openxmlformats.org/officeDocument/2006/relationships/image" Target="../media/image906.png"/><Relationship Id="rId24" Type="http://schemas.openxmlformats.org/officeDocument/2006/relationships/customXml" Target="../ink/ink888.xml"/><Relationship Id="rId32" Type="http://schemas.openxmlformats.org/officeDocument/2006/relationships/customXml" Target="../ink/ink892.xml"/><Relationship Id="rId37" Type="http://schemas.openxmlformats.org/officeDocument/2006/relationships/image" Target="../media/image919.png"/><Relationship Id="rId40" Type="http://schemas.openxmlformats.org/officeDocument/2006/relationships/customXml" Target="../ink/ink896.xml"/><Relationship Id="rId45" Type="http://schemas.openxmlformats.org/officeDocument/2006/relationships/image" Target="../media/image923.png"/><Relationship Id="rId53" Type="http://schemas.openxmlformats.org/officeDocument/2006/relationships/image" Target="../media/image927.png"/><Relationship Id="rId58" Type="http://schemas.openxmlformats.org/officeDocument/2006/relationships/customXml" Target="../ink/ink905.xml"/><Relationship Id="rId66" Type="http://schemas.openxmlformats.org/officeDocument/2006/relationships/customXml" Target="../ink/ink909.xml"/><Relationship Id="rId5" Type="http://schemas.openxmlformats.org/officeDocument/2006/relationships/image" Target="../media/image903.png"/><Relationship Id="rId61" Type="http://schemas.openxmlformats.org/officeDocument/2006/relationships/image" Target="../media/image931.png"/><Relationship Id="rId19" Type="http://schemas.openxmlformats.org/officeDocument/2006/relationships/image" Target="../media/image910.png"/><Relationship Id="rId14" Type="http://schemas.openxmlformats.org/officeDocument/2006/relationships/customXml" Target="../ink/ink883.xml"/><Relationship Id="rId22" Type="http://schemas.openxmlformats.org/officeDocument/2006/relationships/customXml" Target="../ink/ink887.xml"/><Relationship Id="rId27" Type="http://schemas.openxmlformats.org/officeDocument/2006/relationships/image" Target="../media/image914.png"/><Relationship Id="rId30" Type="http://schemas.openxmlformats.org/officeDocument/2006/relationships/customXml" Target="../ink/ink891.xml"/><Relationship Id="rId35" Type="http://schemas.openxmlformats.org/officeDocument/2006/relationships/image" Target="../media/image918.png"/><Relationship Id="rId43" Type="http://schemas.openxmlformats.org/officeDocument/2006/relationships/image" Target="../media/image922.png"/><Relationship Id="rId48" Type="http://schemas.openxmlformats.org/officeDocument/2006/relationships/customXml" Target="../ink/ink900.xml"/><Relationship Id="rId56" Type="http://schemas.openxmlformats.org/officeDocument/2006/relationships/customXml" Target="../ink/ink904.xml"/><Relationship Id="rId64" Type="http://schemas.openxmlformats.org/officeDocument/2006/relationships/customXml" Target="../ink/ink908.xml"/><Relationship Id="rId8" Type="http://schemas.openxmlformats.org/officeDocument/2006/relationships/customXml" Target="../ink/ink880.xml"/><Relationship Id="rId51" Type="http://schemas.openxmlformats.org/officeDocument/2006/relationships/image" Target="../media/image926.png"/><Relationship Id="rId3" Type="http://schemas.openxmlformats.org/officeDocument/2006/relationships/image" Target="../media/image902.svg"/><Relationship Id="rId12" Type="http://schemas.openxmlformats.org/officeDocument/2006/relationships/customXml" Target="../ink/ink882.xml"/><Relationship Id="rId17" Type="http://schemas.openxmlformats.org/officeDocument/2006/relationships/image" Target="../media/image909.png"/><Relationship Id="rId25" Type="http://schemas.openxmlformats.org/officeDocument/2006/relationships/image" Target="../media/image913.png"/><Relationship Id="rId33" Type="http://schemas.openxmlformats.org/officeDocument/2006/relationships/image" Target="../media/image917.png"/><Relationship Id="rId38" Type="http://schemas.openxmlformats.org/officeDocument/2006/relationships/customXml" Target="../ink/ink895.xml"/><Relationship Id="rId46" Type="http://schemas.openxmlformats.org/officeDocument/2006/relationships/customXml" Target="../ink/ink899.xml"/><Relationship Id="rId59" Type="http://schemas.openxmlformats.org/officeDocument/2006/relationships/image" Target="../media/image930.png"/><Relationship Id="rId67" Type="http://schemas.openxmlformats.org/officeDocument/2006/relationships/image" Target="../media/image934.png"/><Relationship Id="rId20" Type="http://schemas.openxmlformats.org/officeDocument/2006/relationships/customXml" Target="../ink/ink886.xml"/><Relationship Id="rId41" Type="http://schemas.openxmlformats.org/officeDocument/2006/relationships/image" Target="../media/image921.png"/><Relationship Id="rId54" Type="http://schemas.openxmlformats.org/officeDocument/2006/relationships/customXml" Target="../ink/ink903.xml"/><Relationship Id="rId62" Type="http://schemas.openxmlformats.org/officeDocument/2006/relationships/customXml" Target="../ink/ink907.xml"/><Relationship Id="rId1" Type="http://schemas.openxmlformats.org/officeDocument/2006/relationships/slideLayout" Target="../slideLayouts/slideLayout6.xml"/><Relationship Id="rId6" Type="http://schemas.openxmlformats.org/officeDocument/2006/relationships/customXml" Target="../ink/ink879.xml"/><Relationship Id="rId15" Type="http://schemas.openxmlformats.org/officeDocument/2006/relationships/image" Target="../media/image908.png"/><Relationship Id="rId23" Type="http://schemas.openxmlformats.org/officeDocument/2006/relationships/image" Target="../media/image912.png"/><Relationship Id="rId28" Type="http://schemas.openxmlformats.org/officeDocument/2006/relationships/customXml" Target="../ink/ink890.xml"/><Relationship Id="rId36" Type="http://schemas.openxmlformats.org/officeDocument/2006/relationships/customXml" Target="../ink/ink894.xml"/><Relationship Id="rId49" Type="http://schemas.openxmlformats.org/officeDocument/2006/relationships/image" Target="../media/image925.png"/><Relationship Id="rId57" Type="http://schemas.openxmlformats.org/officeDocument/2006/relationships/image" Target="../media/image929.png"/><Relationship Id="rId10" Type="http://schemas.openxmlformats.org/officeDocument/2006/relationships/customXml" Target="../ink/ink881.xml"/><Relationship Id="rId31" Type="http://schemas.openxmlformats.org/officeDocument/2006/relationships/image" Target="../media/image916.png"/><Relationship Id="rId44" Type="http://schemas.openxmlformats.org/officeDocument/2006/relationships/customXml" Target="../ink/ink898.xml"/><Relationship Id="rId52" Type="http://schemas.openxmlformats.org/officeDocument/2006/relationships/customXml" Target="../ink/ink902.xml"/><Relationship Id="rId60" Type="http://schemas.openxmlformats.org/officeDocument/2006/relationships/customXml" Target="../ink/ink906.xml"/><Relationship Id="rId65" Type="http://schemas.openxmlformats.org/officeDocument/2006/relationships/image" Target="../media/image933.png"/><Relationship Id="rId4" Type="http://schemas.openxmlformats.org/officeDocument/2006/relationships/customXml" Target="../ink/ink878.xml"/><Relationship Id="rId9" Type="http://schemas.openxmlformats.org/officeDocument/2006/relationships/image" Target="../media/image905.png"/><Relationship Id="rId13" Type="http://schemas.openxmlformats.org/officeDocument/2006/relationships/image" Target="../media/image907.png"/><Relationship Id="rId18" Type="http://schemas.openxmlformats.org/officeDocument/2006/relationships/customXml" Target="../ink/ink885.xml"/><Relationship Id="rId39" Type="http://schemas.openxmlformats.org/officeDocument/2006/relationships/image" Target="../media/image920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customXml" Target="../ink/ink913.xml"/><Relationship Id="rId13" Type="http://schemas.openxmlformats.org/officeDocument/2006/relationships/image" Target="../media/image941.png"/><Relationship Id="rId18" Type="http://schemas.openxmlformats.org/officeDocument/2006/relationships/customXml" Target="../ink/ink918.xml"/><Relationship Id="rId3" Type="http://schemas.openxmlformats.org/officeDocument/2006/relationships/image" Target="../media/image936.svg"/><Relationship Id="rId21" Type="http://schemas.openxmlformats.org/officeDocument/2006/relationships/image" Target="../media/image945.png"/><Relationship Id="rId7" Type="http://schemas.openxmlformats.org/officeDocument/2006/relationships/image" Target="../media/image938.png"/><Relationship Id="rId12" Type="http://schemas.openxmlformats.org/officeDocument/2006/relationships/customXml" Target="../ink/ink915.xml"/><Relationship Id="rId17" Type="http://schemas.openxmlformats.org/officeDocument/2006/relationships/image" Target="../media/image943.png"/><Relationship Id="rId2" Type="http://schemas.openxmlformats.org/officeDocument/2006/relationships/image" Target="../media/image935.png"/><Relationship Id="rId16" Type="http://schemas.openxmlformats.org/officeDocument/2006/relationships/customXml" Target="../ink/ink917.xml"/><Relationship Id="rId20" Type="http://schemas.openxmlformats.org/officeDocument/2006/relationships/customXml" Target="../ink/ink919.xml"/><Relationship Id="rId1" Type="http://schemas.openxmlformats.org/officeDocument/2006/relationships/slideLayout" Target="../slideLayouts/slideLayout12.xml"/><Relationship Id="rId6" Type="http://schemas.openxmlformats.org/officeDocument/2006/relationships/customXml" Target="../ink/ink912.xml"/><Relationship Id="rId11" Type="http://schemas.openxmlformats.org/officeDocument/2006/relationships/image" Target="../media/image940.png"/><Relationship Id="rId5" Type="http://schemas.openxmlformats.org/officeDocument/2006/relationships/image" Target="../media/image937.png"/><Relationship Id="rId15" Type="http://schemas.openxmlformats.org/officeDocument/2006/relationships/image" Target="../media/image942.png"/><Relationship Id="rId10" Type="http://schemas.openxmlformats.org/officeDocument/2006/relationships/customXml" Target="../ink/ink914.xml"/><Relationship Id="rId19" Type="http://schemas.openxmlformats.org/officeDocument/2006/relationships/image" Target="../media/image944.png"/><Relationship Id="rId4" Type="http://schemas.openxmlformats.org/officeDocument/2006/relationships/customXml" Target="../ink/ink911.xml"/><Relationship Id="rId9" Type="http://schemas.openxmlformats.org/officeDocument/2006/relationships/image" Target="../media/image939.png"/><Relationship Id="rId14" Type="http://schemas.openxmlformats.org/officeDocument/2006/relationships/customXml" Target="../ink/ink916.xml"/></Relationships>
</file>

<file path=ppt/slides/_rels/slide19.xml.rels><?xml version="1.0" encoding="UTF-8" standalone="yes"?>
<Relationships xmlns="http://schemas.openxmlformats.org/package/2006/relationships"><Relationship Id="rId26" Type="http://schemas.openxmlformats.org/officeDocument/2006/relationships/customXml" Target="../ink/ink931.xml"/><Relationship Id="rId21" Type="http://schemas.openxmlformats.org/officeDocument/2006/relationships/image" Target="../media/image956.png"/><Relationship Id="rId42" Type="http://schemas.openxmlformats.org/officeDocument/2006/relationships/customXml" Target="../ink/ink939.xml"/><Relationship Id="rId47" Type="http://schemas.openxmlformats.org/officeDocument/2006/relationships/image" Target="../media/image969.png"/><Relationship Id="rId63" Type="http://schemas.openxmlformats.org/officeDocument/2006/relationships/image" Target="../media/image977.png"/><Relationship Id="rId68" Type="http://schemas.openxmlformats.org/officeDocument/2006/relationships/customXml" Target="../ink/ink952.xml"/><Relationship Id="rId84" Type="http://schemas.openxmlformats.org/officeDocument/2006/relationships/image" Target="../media/image987.png"/><Relationship Id="rId89" Type="http://schemas.openxmlformats.org/officeDocument/2006/relationships/customXml" Target="../ink/ink963.xml"/><Relationship Id="rId16" Type="http://schemas.openxmlformats.org/officeDocument/2006/relationships/customXml" Target="../ink/ink926.xml"/><Relationship Id="rId11" Type="http://schemas.openxmlformats.org/officeDocument/2006/relationships/image" Target="../media/image951.png"/><Relationship Id="rId32" Type="http://schemas.openxmlformats.org/officeDocument/2006/relationships/customXml" Target="../ink/ink934.xml"/><Relationship Id="rId37" Type="http://schemas.openxmlformats.org/officeDocument/2006/relationships/image" Target="../media/image964.png"/><Relationship Id="rId53" Type="http://schemas.openxmlformats.org/officeDocument/2006/relationships/image" Target="../media/image972.png"/><Relationship Id="rId58" Type="http://schemas.openxmlformats.org/officeDocument/2006/relationships/customXml" Target="../ink/ink947.xml"/><Relationship Id="rId74" Type="http://schemas.openxmlformats.org/officeDocument/2006/relationships/customXml" Target="../ink/ink955.xml"/><Relationship Id="rId79" Type="http://schemas.openxmlformats.org/officeDocument/2006/relationships/image" Target="../media/image985.png"/><Relationship Id="rId5" Type="http://schemas.openxmlformats.org/officeDocument/2006/relationships/image" Target="../media/image948.png"/><Relationship Id="rId90" Type="http://schemas.openxmlformats.org/officeDocument/2006/relationships/image" Target="../media/image990.png"/><Relationship Id="rId95" Type="http://schemas.openxmlformats.org/officeDocument/2006/relationships/customXml" Target="../ink/ink966.xml"/><Relationship Id="rId22" Type="http://schemas.openxmlformats.org/officeDocument/2006/relationships/customXml" Target="../ink/ink929.xml"/><Relationship Id="rId27" Type="http://schemas.openxmlformats.org/officeDocument/2006/relationships/image" Target="../media/image959.png"/><Relationship Id="rId43" Type="http://schemas.openxmlformats.org/officeDocument/2006/relationships/image" Target="../media/image967.png"/><Relationship Id="rId48" Type="http://schemas.openxmlformats.org/officeDocument/2006/relationships/customXml" Target="../ink/ink942.xml"/><Relationship Id="rId64" Type="http://schemas.openxmlformats.org/officeDocument/2006/relationships/customXml" Target="../ink/ink950.xml"/><Relationship Id="rId69" Type="http://schemas.openxmlformats.org/officeDocument/2006/relationships/image" Target="../media/image980.png"/><Relationship Id="rId80" Type="http://schemas.openxmlformats.org/officeDocument/2006/relationships/customXml" Target="../ink/ink958.xml"/><Relationship Id="rId85" Type="http://schemas.openxmlformats.org/officeDocument/2006/relationships/customXml" Target="../ink/ink961.xml"/><Relationship Id="rId3" Type="http://schemas.openxmlformats.org/officeDocument/2006/relationships/image" Target="../media/image947.svg"/><Relationship Id="rId12" Type="http://schemas.openxmlformats.org/officeDocument/2006/relationships/customXml" Target="../ink/ink924.xml"/><Relationship Id="rId17" Type="http://schemas.openxmlformats.org/officeDocument/2006/relationships/image" Target="../media/image954.png"/><Relationship Id="rId25" Type="http://schemas.openxmlformats.org/officeDocument/2006/relationships/image" Target="../media/image958.png"/><Relationship Id="rId33" Type="http://schemas.openxmlformats.org/officeDocument/2006/relationships/image" Target="../media/image962.png"/><Relationship Id="rId38" Type="http://schemas.openxmlformats.org/officeDocument/2006/relationships/customXml" Target="../ink/ink937.xml"/><Relationship Id="rId46" Type="http://schemas.openxmlformats.org/officeDocument/2006/relationships/customXml" Target="../ink/ink941.xml"/><Relationship Id="rId59" Type="http://schemas.openxmlformats.org/officeDocument/2006/relationships/image" Target="../media/image975.png"/><Relationship Id="rId67" Type="http://schemas.openxmlformats.org/officeDocument/2006/relationships/image" Target="../media/image979.png"/><Relationship Id="rId20" Type="http://schemas.openxmlformats.org/officeDocument/2006/relationships/customXml" Target="../ink/ink928.xml"/><Relationship Id="rId41" Type="http://schemas.openxmlformats.org/officeDocument/2006/relationships/image" Target="../media/image966.png"/><Relationship Id="rId54" Type="http://schemas.openxmlformats.org/officeDocument/2006/relationships/customXml" Target="../ink/ink945.xml"/><Relationship Id="rId62" Type="http://schemas.openxmlformats.org/officeDocument/2006/relationships/customXml" Target="../ink/ink949.xml"/><Relationship Id="rId70" Type="http://schemas.openxmlformats.org/officeDocument/2006/relationships/customXml" Target="../ink/ink953.xml"/><Relationship Id="rId75" Type="http://schemas.openxmlformats.org/officeDocument/2006/relationships/image" Target="../media/image983.png"/><Relationship Id="rId83" Type="http://schemas.openxmlformats.org/officeDocument/2006/relationships/customXml" Target="../ink/ink960.xml"/><Relationship Id="rId88" Type="http://schemas.openxmlformats.org/officeDocument/2006/relationships/image" Target="../media/image989.png"/><Relationship Id="rId91" Type="http://schemas.openxmlformats.org/officeDocument/2006/relationships/customXml" Target="../ink/ink964.xml"/><Relationship Id="rId96" Type="http://schemas.openxmlformats.org/officeDocument/2006/relationships/image" Target="../media/image993.png"/><Relationship Id="rId1" Type="http://schemas.openxmlformats.org/officeDocument/2006/relationships/slideLayout" Target="../slideLayouts/slideLayout12.xml"/><Relationship Id="rId6" Type="http://schemas.openxmlformats.org/officeDocument/2006/relationships/customXml" Target="../ink/ink921.xml"/><Relationship Id="rId15" Type="http://schemas.openxmlformats.org/officeDocument/2006/relationships/image" Target="../media/image953.png"/><Relationship Id="rId23" Type="http://schemas.openxmlformats.org/officeDocument/2006/relationships/image" Target="../media/image957.png"/><Relationship Id="rId28" Type="http://schemas.openxmlformats.org/officeDocument/2006/relationships/customXml" Target="../ink/ink932.xml"/><Relationship Id="rId36" Type="http://schemas.openxmlformats.org/officeDocument/2006/relationships/customXml" Target="../ink/ink936.xml"/><Relationship Id="rId49" Type="http://schemas.openxmlformats.org/officeDocument/2006/relationships/image" Target="../media/image970.png"/><Relationship Id="rId57" Type="http://schemas.openxmlformats.org/officeDocument/2006/relationships/image" Target="../media/image974.png"/><Relationship Id="rId10" Type="http://schemas.openxmlformats.org/officeDocument/2006/relationships/customXml" Target="../ink/ink923.xml"/><Relationship Id="rId31" Type="http://schemas.openxmlformats.org/officeDocument/2006/relationships/image" Target="../media/image961.png"/><Relationship Id="rId44" Type="http://schemas.openxmlformats.org/officeDocument/2006/relationships/customXml" Target="../ink/ink940.xml"/><Relationship Id="rId52" Type="http://schemas.openxmlformats.org/officeDocument/2006/relationships/customXml" Target="../ink/ink944.xml"/><Relationship Id="rId60" Type="http://schemas.openxmlformats.org/officeDocument/2006/relationships/customXml" Target="../ink/ink948.xml"/><Relationship Id="rId65" Type="http://schemas.openxmlformats.org/officeDocument/2006/relationships/image" Target="../media/image978.png"/><Relationship Id="rId73" Type="http://schemas.openxmlformats.org/officeDocument/2006/relationships/image" Target="../media/image982.png"/><Relationship Id="rId78" Type="http://schemas.openxmlformats.org/officeDocument/2006/relationships/customXml" Target="../ink/ink957.xml"/><Relationship Id="rId81" Type="http://schemas.openxmlformats.org/officeDocument/2006/relationships/customXml" Target="../ink/ink959.xml"/><Relationship Id="rId86" Type="http://schemas.openxmlformats.org/officeDocument/2006/relationships/image" Target="../media/image988.png"/><Relationship Id="rId94" Type="http://schemas.openxmlformats.org/officeDocument/2006/relationships/image" Target="../media/image992.png"/><Relationship Id="rId4" Type="http://schemas.openxmlformats.org/officeDocument/2006/relationships/customXml" Target="../ink/ink920.xml"/><Relationship Id="rId9" Type="http://schemas.openxmlformats.org/officeDocument/2006/relationships/image" Target="../media/image950.png"/><Relationship Id="rId13" Type="http://schemas.openxmlformats.org/officeDocument/2006/relationships/image" Target="../media/image952.png"/><Relationship Id="rId18" Type="http://schemas.openxmlformats.org/officeDocument/2006/relationships/customXml" Target="../ink/ink927.xml"/><Relationship Id="rId39" Type="http://schemas.openxmlformats.org/officeDocument/2006/relationships/image" Target="../media/image965.png"/><Relationship Id="rId34" Type="http://schemas.openxmlformats.org/officeDocument/2006/relationships/customXml" Target="../ink/ink935.xml"/><Relationship Id="rId50" Type="http://schemas.openxmlformats.org/officeDocument/2006/relationships/customXml" Target="../ink/ink943.xml"/><Relationship Id="rId55" Type="http://schemas.openxmlformats.org/officeDocument/2006/relationships/image" Target="../media/image973.png"/><Relationship Id="rId76" Type="http://schemas.openxmlformats.org/officeDocument/2006/relationships/customXml" Target="../ink/ink956.xml"/><Relationship Id="rId97" Type="http://schemas.openxmlformats.org/officeDocument/2006/relationships/customXml" Target="../ink/ink967.xml"/><Relationship Id="rId7" Type="http://schemas.openxmlformats.org/officeDocument/2006/relationships/image" Target="../media/image949.png"/><Relationship Id="rId71" Type="http://schemas.openxmlformats.org/officeDocument/2006/relationships/image" Target="../media/image981.png"/><Relationship Id="rId92" Type="http://schemas.openxmlformats.org/officeDocument/2006/relationships/image" Target="../media/image991.png"/><Relationship Id="rId2" Type="http://schemas.openxmlformats.org/officeDocument/2006/relationships/image" Target="../media/image946.png"/><Relationship Id="rId29" Type="http://schemas.openxmlformats.org/officeDocument/2006/relationships/image" Target="../media/image960.png"/><Relationship Id="rId24" Type="http://schemas.openxmlformats.org/officeDocument/2006/relationships/customXml" Target="../ink/ink930.xml"/><Relationship Id="rId40" Type="http://schemas.openxmlformats.org/officeDocument/2006/relationships/customXml" Target="../ink/ink938.xml"/><Relationship Id="rId45" Type="http://schemas.openxmlformats.org/officeDocument/2006/relationships/image" Target="../media/image968.png"/><Relationship Id="rId66" Type="http://schemas.openxmlformats.org/officeDocument/2006/relationships/customXml" Target="../ink/ink951.xml"/><Relationship Id="rId87" Type="http://schemas.openxmlformats.org/officeDocument/2006/relationships/customXml" Target="../ink/ink962.xml"/><Relationship Id="rId61" Type="http://schemas.openxmlformats.org/officeDocument/2006/relationships/image" Target="../media/image976.png"/><Relationship Id="rId82" Type="http://schemas.openxmlformats.org/officeDocument/2006/relationships/image" Target="../media/image986.png"/><Relationship Id="rId19" Type="http://schemas.openxmlformats.org/officeDocument/2006/relationships/image" Target="../media/image955.png"/><Relationship Id="rId14" Type="http://schemas.openxmlformats.org/officeDocument/2006/relationships/customXml" Target="../ink/ink925.xml"/><Relationship Id="rId30" Type="http://schemas.openxmlformats.org/officeDocument/2006/relationships/customXml" Target="../ink/ink933.xml"/><Relationship Id="rId35" Type="http://schemas.openxmlformats.org/officeDocument/2006/relationships/image" Target="../media/image963.png"/><Relationship Id="rId56" Type="http://schemas.openxmlformats.org/officeDocument/2006/relationships/customXml" Target="../ink/ink946.xml"/><Relationship Id="rId77" Type="http://schemas.openxmlformats.org/officeDocument/2006/relationships/image" Target="../media/image984.png"/><Relationship Id="rId8" Type="http://schemas.openxmlformats.org/officeDocument/2006/relationships/customXml" Target="../ink/ink922.xml"/><Relationship Id="rId51" Type="http://schemas.openxmlformats.org/officeDocument/2006/relationships/image" Target="../media/image971.png"/><Relationship Id="rId72" Type="http://schemas.openxmlformats.org/officeDocument/2006/relationships/customXml" Target="../ink/ink954.xml"/><Relationship Id="rId93" Type="http://schemas.openxmlformats.org/officeDocument/2006/relationships/customXml" Target="../ink/ink965.xml"/><Relationship Id="rId98" Type="http://schemas.openxmlformats.org/officeDocument/2006/relationships/image" Target="../media/image994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98.png"/><Relationship Id="rId13" Type="http://schemas.openxmlformats.org/officeDocument/2006/relationships/customXml" Target="../ink/ink973.xml"/><Relationship Id="rId18" Type="http://schemas.openxmlformats.org/officeDocument/2006/relationships/image" Target="../media/image1003.png"/><Relationship Id="rId26" Type="http://schemas.openxmlformats.org/officeDocument/2006/relationships/image" Target="../media/image1007.png"/><Relationship Id="rId3" Type="http://schemas.openxmlformats.org/officeDocument/2006/relationships/customXml" Target="../ink/ink968.xml"/><Relationship Id="rId21" Type="http://schemas.openxmlformats.org/officeDocument/2006/relationships/customXml" Target="../ink/ink977.xml"/><Relationship Id="rId7" Type="http://schemas.openxmlformats.org/officeDocument/2006/relationships/customXml" Target="../ink/ink970.xml"/><Relationship Id="rId12" Type="http://schemas.openxmlformats.org/officeDocument/2006/relationships/image" Target="../media/image1000.png"/><Relationship Id="rId17" Type="http://schemas.openxmlformats.org/officeDocument/2006/relationships/customXml" Target="../ink/ink975.xml"/><Relationship Id="rId25" Type="http://schemas.openxmlformats.org/officeDocument/2006/relationships/customXml" Target="../ink/ink979.xml"/><Relationship Id="rId2" Type="http://schemas.openxmlformats.org/officeDocument/2006/relationships/image" Target="../media/image995.png"/><Relationship Id="rId16" Type="http://schemas.openxmlformats.org/officeDocument/2006/relationships/image" Target="../media/image1002.png"/><Relationship Id="rId20" Type="http://schemas.openxmlformats.org/officeDocument/2006/relationships/image" Target="../media/image1004.png"/><Relationship Id="rId29" Type="http://schemas.openxmlformats.org/officeDocument/2006/relationships/customXml" Target="../ink/ink98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97.png"/><Relationship Id="rId11" Type="http://schemas.openxmlformats.org/officeDocument/2006/relationships/customXml" Target="../ink/ink972.xml"/><Relationship Id="rId24" Type="http://schemas.openxmlformats.org/officeDocument/2006/relationships/image" Target="../media/image1006.png"/><Relationship Id="rId32" Type="http://schemas.openxmlformats.org/officeDocument/2006/relationships/image" Target="../media/image1010.png"/><Relationship Id="rId5" Type="http://schemas.openxmlformats.org/officeDocument/2006/relationships/customXml" Target="../ink/ink969.xml"/><Relationship Id="rId15" Type="http://schemas.openxmlformats.org/officeDocument/2006/relationships/customXml" Target="../ink/ink974.xml"/><Relationship Id="rId23" Type="http://schemas.openxmlformats.org/officeDocument/2006/relationships/customXml" Target="../ink/ink978.xml"/><Relationship Id="rId28" Type="http://schemas.openxmlformats.org/officeDocument/2006/relationships/image" Target="../media/image1008.png"/><Relationship Id="rId10" Type="http://schemas.openxmlformats.org/officeDocument/2006/relationships/image" Target="../media/image999.png"/><Relationship Id="rId19" Type="http://schemas.openxmlformats.org/officeDocument/2006/relationships/customXml" Target="../ink/ink976.xml"/><Relationship Id="rId31" Type="http://schemas.openxmlformats.org/officeDocument/2006/relationships/customXml" Target="../ink/ink982.xml"/><Relationship Id="rId4" Type="http://schemas.openxmlformats.org/officeDocument/2006/relationships/image" Target="../media/image996.png"/><Relationship Id="rId9" Type="http://schemas.openxmlformats.org/officeDocument/2006/relationships/customXml" Target="../ink/ink971.xml"/><Relationship Id="rId14" Type="http://schemas.openxmlformats.org/officeDocument/2006/relationships/image" Target="../media/image1001.png"/><Relationship Id="rId22" Type="http://schemas.openxmlformats.org/officeDocument/2006/relationships/image" Target="../media/image1005.png"/><Relationship Id="rId27" Type="http://schemas.openxmlformats.org/officeDocument/2006/relationships/customXml" Target="../ink/ink980.xml"/><Relationship Id="rId30" Type="http://schemas.openxmlformats.org/officeDocument/2006/relationships/image" Target="../media/image1009.png"/></Relationships>
</file>

<file path=ppt/slides/_rels/slide21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023.png"/><Relationship Id="rId21" Type="http://schemas.openxmlformats.org/officeDocument/2006/relationships/customXml" Target="../ink/ink991.xml"/><Relationship Id="rId42" Type="http://schemas.openxmlformats.org/officeDocument/2006/relationships/image" Target="../media/image1031.png"/><Relationship Id="rId47" Type="http://schemas.openxmlformats.org/officeDocument/2006/relationships/customXml" Target="../ink/ink1004.xml"/><Relationship Id="rId63" Type="http://schemas.openxmlformats.org/officeDocument/2006/relationships/customXml" Target="../ink/ink1012.xml"/><Relationship Id="rId68" Type="http://schemas.openxmlformats.org/officeDocument/2006/relationships/image" Target="../media/image1044.png"/><Relationship Id="rId2" Type="http://schemas.openxmlformats.org/officeDocument/2006/relationships/image" Target="../media/image3600.png"/><Relationship Id="rId16" Type="http://schemas.openxmlformats.org/officeDocument/2006/relationships/image" Target="../media/image1018.png"/><Relationship Id="rId29" Type="http://schemas.openxmlformats.org/officeDocument/2006/relationships/customXml" Target="../ink/ink995.xml"/><Relationship Id="rId11" Type="http://schemas.openxmlformats.org/officeDocument/2006/relationships/customXml" Target="../ink/ink986.xml"/><Relationship Id="rId24" Type="http://schemas.openxmlformats.org/officeDocument/2006/relationships/image" Target="../media/image1022.png"/><Relationship Id="rId32" Type="http://schemas.openxmlformats.org/officeDocument/2006/relationships/image" Target="../media/image1026.png"/><Relationship Id="rId37" Type="http://schemas.openxmlformats.org/officeDocument/2006/relationships/customXml" Target="../ink/ink999.xml"/><Relationship Id="rId40" Type="http://schemas.openxmlformats.org/officeDocument/2006/relationships/image" Target="../media/image1030.png"/><Relationship Id="rId45" Type="http://schemas.openxmlformats.org/officeDocument/2006/relationships/customXml" Target="../ink/ink1003.xml"/><Relationship Id="rId53" Type="http://schemas.openxmlformats.org/officeDocument/2006/relationships/customXml" Target="../ink/ink1007.xml"/><Relationship Id="rId58" Type="http://schemas.openxmlformats.org/officeDocument/2006/relationships/image" Target="../media/image1039.png"/><Relationship Id="rId66" Type="http://schemas.openxmlformats.org/officeDocument/2006/relationships/image" Target="../media/image1043.png"/><Relationship Id="rId74" Type="http://schemas.openxmlformats.org/officeDocument/2006/relationships/image" Target="../media/image1047.png"/><Relationship Id="rId5" Type="http://schemas.openxmlformats.org/officeDocument/2006/relationships/customXml" Target="../ink/ink983.xml"/><Relationship Id="rId61" Type="http://schemas.openxmlformats.org/officeDocument/2006/relationships/customXml" Target="../ink/ink1011.xml"/><Relationship Id="rId19" Type="http://schemas.openxmlformats.org/officeDocument/2006/relationships/customXml" Target="../ink/ink990.xml"/><Relationship Id="rId14" Type="http://schemas.openxmlformats.org/officeDocument/2006/relationships/image" Target="../media/image1017.png"/><Relationship Id="rId22" Type="http://schemas.openxmlformats.org/officeDocument/2006/relationships/image" Target="../media/image1021.png"/><Relationship Id="rId27" Type="http://schemas.openxmlformats.org/officeDocument/2006/relationships/customXml" Target="../ink/ink994.xml"/><Relationship Id="rId30" Type="http://schemas.openxmlformats.org/officeDocument/2006/relationships/image" Target="../media/image1025.png"/><Relationship Id="rId35" Type="http://schemas.openxmlformats.org/officeDocument/2006/relationships/customXml" Target="../ink/ink998.xml"/><Relationship Id="rId43" Type="http://schemas.openxmlformats.org/officeDocument/2006/relationships/customXml" Target="../ink/ink1002.xml"/><Relationship Id="rId48" Type="http://schemas.openxmlformats.org/officeDocument/2006/relationships/image" Target="../media/image1034.png"/><Relationship Id="rId56" Type="http://schemas.openxmlformats.org/officeDocument/2006/relationships/image" Target="../media/image1038.png"/><Relationship Id="rId64" Type="http://schemas.openxmlformats.org/officeDocument/2006/relationships/image" Target="../media/image1042.png"/><Relationship Id="rId69" Type="http://schemas.openxmlformats.org/officeDocument/2006/relationships/customXml" Target="../ink/ink1015.xml"/><Relationship Id="rId8" Type="http://schemas.openxmlformats.org/officeDocument/2006/relationships/image" Target="../media/image1014.png"/><Relationship Id="rId51" Type="http://schemas.openxmlformats.org/officeDocument/2006/relationships/customXml" Target="../ink/ink1006.xml"/><Relationship Id="rId72" Type="http://schemas.openxmlformats.org/officeDocument/2006/relationships/image" Target="../media/image1046.png"/><Relationship Id="rId3" Type="http://schemas.openxmlformats.org/officeDocument/2006/relationships/image" Target="../media/image1011.png"/><Relationship Id="rId12" Type="http://schemas.openxmlformats.org/officeDocument/2006/relationships/image" Target="../media/image1016.png"/><Relationship Id="rId17" Type="http://schemas.openxmlformats.org/officeDocument/2006/relationships/customXml" Target="../ink/ink989.xml"/><Relationship Id="rId25" Type="http://schemas.openxmlformats.org/officeDocument/2006/relationships/customXml" Target="../ink/ink993.xml"/><Relationship Id="rId33" Type="http://schemas.openxmlformats.org/officeDocument/2006/relationships/customXml" Target="../ink/ink997.xml"/><Relationship Id="rId38" Type="http://schemas.openxmlformats.org/officeDocument/2006/relationships/image" Target="../media/image1029.png"/><Relationship Id="rId46" Type="http://schemas.openxmlformats.org/officeDocument/2006/relationships/image" Target="../media/image1033.png"/><Relationship Id="rId59" Type="http://schemas.openxmlformats.org/officeDocument/2006/relationships/customXml" Target="../ink/ink1010.xml"/><Relationship Id="rId67" Type="http://schemas.openxmlformats.org/officeDocument/2006/relationships/customXml" Target="../ink/ink1014.xml"/><Relationship Id="rId20" Type="http://schemas.openxmlformats.org/officeDocument/2006/relationships/image" Target="../media/image1020.png"/><Relationship Id="rId41" Type="http://schemas.openxmlformats.org/officeDocument/2006/relationships/customXml" Target="../ink/ink1001.xml"/><Relationship Id="rId54" Type="http://schemas.openxmlformats.org/officeDocument/2006/relationships/image" Target="../media/image1037.png"/><Relationship Id="rId62" Type="http://schemas.openxmlformats.org/officeDocument/2006/relationships/image" Target="../media/image1041.png"/><Relationship Id="rId70" Type="http://schemas.openxmlformats.org/officeDocument/2006/relationships/image" Target="../media/image1045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13.png"/><Relationship Id="rId15" Type="http://schemas.openxmlformats.org/officeDocument/2006/relationships/customXml" Target="../ink/ink988.xml"/><Relationship Id="rId23" Type="http://schemas.openxmlformats.org/officeDocument/2006/relationships/customXml" Target="../ink/ink992.xml"/><Relationship Id="rId28" Type="http://schemas.openxmlformats.org/officeDocument/2006/relationships/image" Target="../media/image1024.png"/><Relationship Id="rId36" Type="http://schemas.openxmlformats.org/officeDocument/2006/relationships/image" Target="../media/image1028.png"/><Relationship Id="rId49" Type="http://schemas.openxmlformats.org/officeDocument/2006/relationships/customXml" Target="../ink/ink1005.xml"/><Relationship Id="rId57" Type="http://schemas.openxmlformats.org/officeDocument/2006/relationships/customXml" Target="../ink/ink1009.xml"/><Relationship Id="rId10" Type="http://schemas.openxmlformats.org/officeDocument/2006/relationships/image" Target="../media/image1015.png"/><Relationship Id="rId31" Type="http://schemas.openxmlformats.org/officeDocument/2006/relationships/customXml" Target="../ink/ink996.xml"/><Relationship Id="rId44" Type="http://schemas.openxmlformats.org/officeDocument/2006/relationships/image" Target="../media/image1032.png"/><Relationship Id="rId52" Type="http://schemas.openxmlformats.org/officeDocument/2006/relationships/image" Target="../media/image1036.png"/><Relationship Id="rId60" Type="http://schemas.openxmlformats.org/officeDocument/2006/relationships/image" Target="../media/image1040.png"/><Relationship Id="rId65" Type="http://schemas.openxmlformats.org/officeDocument/2006/relationships/customXml" Target="../ink/ink1013.xml"/><Relationship Id="rId73" Type="http://schemas.openxmlformats.org/officeDocument/2006/relationships/customXml" Target="../ink/ink1017.xml"/><Relationship Id="rId4" Type="http://schemas.openxmlformats.org/officeDocument/2006/relationships/image" Target="../media/image1012.svg"/><Relationship Id="rId9" Type="http://schemas.openxmlformats.org/officeDocument/2006/relationships/customXml" Target="../ink/ink985.xml"/><Relationship Id="rId13" Type="http://schemas.openxmlformats.org/officeDocument/2006/relationships/customXml" Target="../ink/ink987.xml"/><Relationship Id="rId18" Type="http://schemas.openxmlformats.org/officeDocument/2006/relationships/image" Target="../media/image1019.png"/><Relationship Id="rId39" Type="http://schemas.openxmlformats.org/officeDocument/2006/relationships/customXml" Target="../ink/ink1000.xml"/><Relationship Id="rId34" Type="http://schemas.openxmlformats.org/officeDocument/2006/relationships/image" Target="../media/image1027.png"/><Relationship Id="rId50" Type="http://schemas.openxmlformats.org/officeDocument/2006/relationships/image" Target="../media/image1035.png"/><Relationship Id="rId55" Type="http://schemas.openxmlformats.org/officeDocument/2006/relationships/customXml" Target="../ink/ink1008.xml"/><Relationship Id="rId7" Type="http://schemas.openxmlformats.org/officeDocument/2006/relationships/customXml" Target="../ink/ink984.xml"/><Relationship Id="rId71" Type="http://schemas.openxmlformats.org/officeDocument/2006/relationships/customXml" Target="../ink/ink1016.xml"/></Relationships>
</file>

<file path=ppt/slides/_rels/slide22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029.xml"/><Relationship Id="rId117" Type="http://schemas.openxmlformats.org/officeDocument/2006/relationships/image" Target="../media/image1105.png"/><Relationship Id="rId21" Type="http://schemas.openxmlformats.org/officeDocument/2006/relationships/image" Target="../media/image1057.png"/><Relationship Id="rId42" Type="http://schemas.openxmlformats.org/officeDocument/2006/relationships/customXml" Target="../ink/ink1037.xml"/><Relationship Id="rId47" Type="http://schemas.openxmlformats.org/officeDocument/2006/relationships/image" Target="../media/image1070.png"/><Relationship Id="rId63" Type="http://schemas.openxmlformats.org/officeDocument/2006/relationships/image" Target="../media/image1078.png"/><Relationship Id="rId68" Type="http://schemas.openxmlformats.org/officeDocument/2006/relationships/customXml" Target="../ink/ink1050.xml"/><Relationship Id="rId84" Type="http://schemas.openxmlformats.org/officeDocument/2006/relationships/customXml" Target="../ink/ink1058.xml"/><Relationship Id="rId89" Type="http://schemas.openxmlformats.org/officeDocument/2006/relationships/image" Target="../media/image1091.png"/><Relationship Id="rId112" Type="http://schemas.openxmlformats.org/officeDocument/2006/relationships/customXml" Target="../ink/ink1072.xml"/><Relationship Id="rId16" Type="http://schemas.openxmlformats.org/officeDocument/2006/relationships/customXml" Target="../ink/ink1024.xml"/><Relationship Id="rId107" Type="http://schemas.openxmlformats.org/officeDocument/2006/relationships/image" Target="../media/image1100.png"/><Relationship Id="rId11" Type="http://schemas.openxmlformats.org/officeDocument/2006/relationships/image" Target="../media/image1052.png"/><Relationship Id="rId32" Type="http://schemas.openxmlformats.org/officeDocument/2006/relationships/customXml" Target="../ink/ink1032.xml"/><Relationship Id="rId37" Type="http://schemas.openxmlformats.org/officeDocument/2006/relationships/image" Target="../media/image1065.png"/><Relationship Id="rId53" Type="http://schemas.openxmlformats.org/officeDocument/2006/relationships/image" Target="../media/image1073.png"/><Relationship Id="rId58" Type="http://schemas.openxmlformats.org/officeDocument/2006/relationships/customXml" Target="../ink/ink1045.xml"/><Relationship Id="rId74" Type="http://schemas.openxmlformats.org/officeDocument/2006/relationships/customXml" Target="../ink/ink1053.xml"/><Relationship Id="rId79" Type="http://schemas.openxmlformats.org/officeDocument/2006/relationships/image" Target="../media/image1086.png"/><Relationship Id="rId102" Type="http://schemas.openxmlformats.org/officeDocument/2006/relationships/customXml" Target="../ink/ink1067.xml"/><Relationship Id="rId5" Type="http://schemas.openxmlformats.org/officeDocument/2006/relationships/image" Target="../media/image1049.png"/><Relationship Id="rId90" Type="http://schemas.openxmlformats.org/officeDocument/2006/relationships/customXml" Target="../ink/ink1061.xml"/><Relationship Id="rId95" Type="http://schemas.openxmlformats.org/officeDocument/2006/relationships/image" Target="../media/image1094.png"/><Relationship Id="rId22" Type="http://schemas.openxmlformats.org/officeDocument/2006/relationships/customXml" Target="../ink/ink1027.xml"/><Relationship Id="rId27" Type="http://schemas.openxmlformats.org/officeDocument/2006/relationships/image" Target="../media/image1060.png"/><Relationship Id="rId43" Type="http://schemas.openxmlformats.org/officeDocument/2006/relationships/image" Target="../media/image1068.png"/><Relationship Id="rId48" Type="http://schemas.openxmlformats.org/officeDocument/2006/relationships/customXml" Target="../ink/ink1040.xml"/><Relationship Id="rId64" Type="http://schemas.openxmlformats.org/officeDocument/2006/relationships/customXml" Target="../ink/ink1048.xml"/><Relationship Id="rId69" Type="http://schemas.openxmlformats.org/officeDocument/2006/relationships/image" Target="../media/image1081.png"/><Relationship Id="rId113" Type="http://schemas.openxmlformats.org/officeDocument/2006/relationships/image" Target="../media/image1103.png"/><Relationship Id="rId80" Type="http://schemas.openxmlformats.org/officeDocument/2006/relationships/customXml" Target="../ink/ink1056.xml"/><Relationship Id="rId85" Type="http://schemas.openxmlformats.org/officeDocument/2006/relationships/image" Target="../media/image1089.png"/><Relationship Id="rId12" Type="http://schemas.openxmlformats.org/officeDocument/2006/relationships/customXml" Target="../ink/ink1022.xml"/><Relationship Id="rId17" Type="http://schemas.openxmlformats.org/officeDocument/2006/relationships/image" Target="../media/image1055.png"/><Relationship Id="rId33" Type="http://schemas.openxmlformats.org/officeDocument/2006/relationships/image" Target="../media/image1063.png"/><Relationship Id="rId38" Type="http://schemas.openxmlformats.org/officeDocument/2006/relationships/customXml" Target="../ink/ink1035.xml"/><Relationship Id="rId59" Type="http://schemas.openxmlformats.org/officeDocument/2006/relationships/image" Target="../media/image1076.png"/><Relationship Id="rId103" Type="http://schemas.openxmlformats.org/officeDocument/2006/relationships/image" Target="../media/image1098.png"/><Relationship Id="rId108" Type="http://schemas.openxmlformats.org/officeDocument/2006/relationships/customXml" Target="../ink/ink1070.xml"/><Relationship Id="rId54" Type="http://schemas.openxmlformats.org/officeDocument/2006/relationships/customXml" Target="../ink/ink1043.xml"/><Relationship Id="rId70" Type="http://schemas.openxmlformats.org/officeDocument/2006/relationships/customXml" Target="../ink/ink1051.xml"/><Relationship Id="rId75" Type="http://schemas.openxmlformats.org/officeDocument/2006/relationships/image" Target="../media/image1084.png"/><Relationship Id="rId91" Type="http://schemas.openxmlformats.org/officeDocument/2006/relationships/image" Target="../media/image1092.png"/><Relationship Id="rId96" Type="http://schemas.openxmlformats.org/officeDocument/2006/relationships/customXml" Target="../ink/ink1064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019.xml"/><Relationship Id="rId23" Type="http://schemas.openxmlformats.org/officeDocument/2006/relationships/image" Target="../media/image1058.png"/><Relationship Id="rId28" Type="http://schemas.openxmlformats.org/officeDocument/2006/relationships/customXml" Target="../ink/ink1030.xml"/><Relationship Id="rId49" Type="http://schemas.openxmlformats.org/officeDocument/2006/relationships/image" Target="../media/image1071.png"/><Relationship Id="rId114" Type="http://schemas.openxmlformats.org/officeDocument/2006/relationships/customXml" Target="../ink/ink1073.xml"/><Relationship Id="rId10" Type="http://schemas.openxmlformats.org/officeDocument/2006/relationships/customXml" Target="../ink/ink1021.xml"/><Relationship Id="rId31" Type="http://schemas.openxmlformats.org/officeDocument/2006/relationships/image" Target="../media/image1062.png"/><Relationship Id="rId44" Type="http://schemas.openxmlformats.org/officeDocument/2006/relationships/customXml" Target="../ink/ink1038.xml"/><Relationship Id="rId52" Type="http://schemas.openxmlformats.org/officeDocument/2006/relationships/customXml" Target="../ink/ink1042.xml"/><Relationship Id="rId60" Type="http://schemas.openxmlformats.org/officeDocument/2006/relationships/customXml" Target="../ink/ink1046.xml"/><Relationship Id="rId65" Type="http://schemas.openxmlformats.org/officeDocument/2006/relationships/image" Target="../media/image1079.png"/><Relationship Id="rId73" Type="http://schemas.openxmlformats.org/officeDocument/2006/relationships/image" Target="../media/image1083.png"/><Relationship Id="rId78" Type="http://schemas.openxmlformats.org/officeDocument/2006/relationships/customXml" Target="../ink/ink1055.xml"/><Relationship Id="rId81" Type="http://schemas.openxmlformats.org/officeDocument/2006/relationships/image" Target="../media/image1087.png"/><Relationship Id="rId86" Type="http://schemas.openxmlformats.org/officeDocument/2006/relationships/customXml" Target="../ink/ink1059.xml"/><Relationship Id="rId94" Type="http://schemas.openxmlformats.org/officeDocument/2006/relationships/customXml" Target="../ink/ink1063.xml"/><Relationship Id="rId99" Type="http://schemas.openxmlformats.org/officeDocument/2006/relationships/image" Target="../media/image1096.png"/><Relationship Id="rId101" Type="http://schemas.openxmlformats.org/officeDocument/2006/relationships/image" Target="../media/image1097.png"/><Relationship Id="rId4" Type="http://schemas.openxmlformats.org/officeDocument/2006/relationships/customXml" Target="../ink/ink1018.xml"/><Relationship Id="rId9" Type="http://schemas.openxmlformats.org/officeDocument/2006/relationships/image" Target="../media/image1051.png"/><Relationship Id="rId13" Type="http://schemas.openxmlformats.org/officeDocument/2006/relationships/image" Target="../media/image1053.png"/><Relationship Id="rId18" Type="http://schemas.openxmlformats.org/officeDocument/2006/relationships/customXml" Target="../ink/ink1025.xml"/><Relationship Id="rId39" Type="http://schemas.openxmlformats.org/officeDocument/2006/relationships/image" Target="../media/image1066.png"/><Relationship Id="rId109" Type="http://schemas.openxmlformats.org/officeDocument/2006/relationships/image" Target="../media/image1101.png"/><Relationship Id="rId34" Type="http://schemas.openxmlformats.org/officeDocument/2006/relationships/customXml" Target="../ink/ink1033.xml"/><Relationship Id="rId50" Type="http://schemas.openxmlformats.org/officeDocument/2006/relationships/customXml" Target="../ink/ink1041.xml"/><Relationship Id="rId55" Type="http://schemas.openxmlformats.org/officeDocument/2006/relationships/image" Target="../media/image1074.png"/><Relationship Id="rId76" Type="http://schemas.openxmlformats.org/officeDocument/2006/relationships/customXml" Target="../ink/ink1054.xml"/><Relationship Id="rId97" Type="http://schemas.openxmlformats.org/officeDocument/2006/relationships/image" Target="../media/image1095.png"/><Relationship Id="rId104" Type="http://schemas.openxmlformats.org/officeDocument/2006/relationships/customXml" Target="../ink/ink1068.xml"/><Relationship Id="rId7" Type="http://schemas.openxmlformats.org/officeDocument/2006/relationships/image" Target="../media/image1050.png"/><Relationship Id="rId71" Type="http://schemas.openxmlformats.org/officeDocument/2006/relationships/image" Target="../media/image1082.png"/><Relationship Id="rId92" Type="http://schemas.openxmlformats.org/officeDocument/2006/relationships/customXml" Target="../ink/ink1062.xml"/><Relationship Id="rId2" Type="http://schemas.openxmlformats.org/officeDocument/2006/relationships/image" Target="../media/image995.png"/><Relationship Id="rId29" Type="http://schemas.openxmlformats.org/officeDocument/2006/relationships/image" Target="../media/image1061.png"/><Relationship Id="rId24" Type="http://schemas.openxmlformats.org/officeDocument/2006/relationships/customXml" Target="../ink/ink1028.xml"/><Relationship Id="rId40" Type="http://schemas.openxmlformats.org/officeDocument/2006/relationships/customXml" Target="../ink/ink1036.xml"/><Relationship Id="rId45" Type="http://schemas.openxmlformats.org/officeDocument/2006/relationships/image" Target="../media/image1069.png"/><Relationship Id="rId66" Type="http://schemas.openxmlformats.org/officeDocument/2006/relationships/customXml" Target="../ink/ink1049.xml"/><Relationship Id="rId87" Type="http://schemas.openxmlformats.org/officeDocument/2006/relationships/image" Target="../media/image1090.png"/><Relationship Id="rId110" Type="http://schemas.openxmlformats.org/officeDocument/2006/relationships/customXml" Target="../ink/ink1071.xml"/><Relationship Id="rId115" Type="http://schemas.openxmlformats.org/officeDocument/2006/relationships/image" Target="../media/image1104.png"/><Relationship Id="rId61" Type="http://schemas.openxmlformats.org/officeDocument/2006/relationships/image" Target="../media/image1077.png"/><Relationship Id="rId82" Type="http://schemas.openxmlformats.org/officeDocument/2006/relationships/customXml" Target="../ink/ink1057.xml"/><Relationship Id="rId19" Type="http://schemas.openxmlformats.org/officeDocument/2006/relationships/image" Target="../media/image1056.png"/><Relationship Id="rId14" Type="http://schemas.openxmlformats.org/officeDocument/2006/relationships/customXml" Target="../ink/ink1023.xml"/><Relationship Id="rId30" Type="http://schemas.openxmlformats.org/officeDocument/2006/relationships/customXml" Target="../ink/ink1031.xml"/><Relationship Id="rId35" Type="http://schemas.openxmlformats.org/officeDocument/2006/relationships/image" Target="../media/image1064.png"/><Relationship Id="rId56" Type="http://schemas.openxmlformats.org/officeDocument/2006/relationships/customXml" Target="../ink/ink1044.xml"/><Relationship Id="rId77" Type="http://schemas.openxmlformats.org/officeDocument/2006/relationships/image" Target="../media/image1085.png"/><Relationship Id="rId100" Type="http://schemas.openxmlformats.org/officeDocument/2006/relationships/customXml" Target="../ink/ink1066.xml"/><Relationship Id="rId105" Type="http://schemas.openxmlformats.org/officeDocument/2006/relationships/image" Target="../media/image1099.png"/><Relationship Id="rId8" Type="http://schemas.openxmlformats.org/officeDocument/2006/relationships/customXml" Target="../ink/ink1020.xml"/><Relationship Id="rId51" Type="http://schemas.openxmlformats.org/officeDocument/2006/relationships/image" Target="../media/image1072.png"/><Relationship Id="rId72" Type="http://schemas.openxmlformats.org/officeDocument/2006/relationships/customXml" Target="../ink/ink1052.xml"/><Relationship Id="rId93" Type="http://schemas.openxmlformats.org/officeDocument/2006/relationships/image" Target="../media/image1093.png"/><Relationship Id="rId98" Type="http://schemas.openxmlformats.org/officeDocument/2006/relationships/customXml" Target="../ink/ink1065.xml"/><Relationship Id="rId3" Type="http://schemas.openxmlformats.org/officeDocument/2006/relationships/image" Target="../media/image1048.png"/><Relationship Id="rId25" Type="http://schemas.openxmlformats.org/officeDocument/2006/relationships/image" Target="../media/image1059.png"/><Relationship Id="rId46" Type="http://schemas.openxmlformats.org/officeDocument/2006/relationships/customXml" Target="../ink/ink1039.xml"/><Relationship Id="rId67" Type="http://schemas.openxmlformats.org/officeDocument/2006/relationships/image" Target="../media/image1080.png"/><Relationship Id="rId116" Type="http://schemas.openxmlformats.org/officeDocument/2006/relationships/customXml" Target="../ink/ink1074.xml"/><Relationship Id="rId20" Type="http://schemas.openxmlformats.org/officeDocument/2006/relationships/customXml" Target="../ink/ink1026.xml"/><Relationship Id="rId41" Type="http://schemas.openxmlformats.org/officeDocument/2006/relationships/image" Target="../media/image1067.png"/><Relationship Id="rId62" Type="http://schemas.openxmlformats.org/officeDocument/2006/relationships/customXml" Target="../ink/ink1047.xml"/><Relationship Id="rId83" Type="http://schemas.openxmlformats.org/officeDocument/2006/relationships/image" Target="../media/image1088.png"/><Relationship Id="rId88" Type="http://schemas.openxmlformats.org/officeDocument/2006/relationships/customXml" Target="../ink/ink1060.xml"/><Relationship Id="rId111" Type="http://schemas.openxmlformats.org/officeDocument/2006/relationships/image" Target="../media/image1102.png"/><Relationship Id="rId15" Type="http://schemas.openxmlformats.org/officeDocument/2006/relationships/image" Target="../media/image1054.png"/><Relationship Id="rId36" Type="http://schemas.openxmlformats.org/officeDocument/2006/relationships/customXml" Target="../ink/ink1034.xml"/><Relationship Id="rId57" Type="http://schemas.openxmlformats.org/officeDocument/2006/relationships/image" Target="../media/image1075.png"/><Relationship Id="rId106" Type="http://schemas.openxmlformats.org/officeDocument/2006/relationships/customXml" Target="../ink/ink1069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9.png"/><Relationship Id="rId13" Type="http://schemas.openxmlformats.org/officeDocument/2006/relationships/customXml" Target="../ink/ink1080.xml"/><Relationship Id="rId18" Type="http://schemas.openxmlformats.org/officeDocument/2006/relationships/image" Target="../media/image1114.png"/><Relationship Id="rId26" Type="http://schemas.openxmlformats.org/officeDocument/2006/relationships/image" Target="../media/image1118.png"/><Relationship Id="rId3" Type="http://schemas.openxmlformats.org/officeDocument/2006/relationships/customXml" Target="../ink/ink1075.xml"/><Relationship Id="rId21" Type="http://schemas.openxmlformats.org/officeDocument/2006/relationships/customXml" Target="../ink/ink1084.xml"/><Relationship Id="rId7" Type="http://schemas.openxmlformats.org/officeDocument/2006/relationships/customXml" Target="../ink/ink1077.xml"/><Relationship Id="rId12" Type="http://schemas.openxmlformats.org/officeDocument/2006/relationships/image" Target="../media/image1111.png"/><Relationship Id="rId17" Type="http://schemas.openxmlformats.org/officeDocument/2006/relationships/customXml" Target="../ink/ink1082.xml"/><Relationship Id="rId25" Type="http://schemas.openxmlformats.org/officeDocument/2006/relationships/customXml" Target="../ink/ink1086.xml"/><Relationship Id="rId2" Type="http://schemas.openxmlformats.org/officeDocument/2006/relationships/image" Target="../media/image1106.png"/><Relationship Id="rId16" Type="http://schemas.openxmlformats.org/officeDocument/2006/relationships/image" Target="../media/image1113.png"/><Relationship Id="rId20" Type="http://schemas.openxmlformats.org/officeDocument/2006/relationships/image" Target="../media/image11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08.png"/><Relationship Id="rId11" Type="http://schemas.openxmlformats.org/officeDocument/2006/relationships/customXml" Target="../ink/ink1079.xml"/><Relationship Id="rId24" Type="http://schemas.openxmlformats.org/officeDocument/2006/relationships/image" Target="../media/image1117.png"/><Relationship Id="rId5" Type="http://schemas.openxmlformats.org/officeDocument/2006/relationships/customXml" Target="../ink/ink1076.xml"/><Relationship Id="rId15" Type="http://schemas.openxmlformats.org/officeDocument/2006/relationships/customXml" Target="../ink/ink1081.xml"/><Relationship Id="rId23" Type="http://schemas.openxmlformats.org/officeDocument/2006/relationships/customXml" Target="../ink/ink1085.xml"/><Relationship Id="rId28" Type="http://schemas.openxmlformats.org/officeDocument/2006/relationships/image" Target="../media/image1119.png"/><Relationship Id="rId10" Type="http://schemas.openxmlformats.org/officeDocument/2006/relationships/image" Target="../media/image1110.png"/><Relationship Id="rId19" Type="http://schemas.openxmlformats.org/officeDocument/2006/relationships/customXml" Target="../ink/ink1083.xml"/><Relationship Id="rId4" Type="http://schemas.openxmlformats.org/officeDocument/2006/relationships/image" Target="../media/image1107.png"/><Relationship Id="rId9" Type="http://schemas.openxmlformats.org/officeDocument/2006/relationships/customXml" Target="../ink/ink1078.xml"/><Relationship Id="rId14" Type="http://schemas.openxmlformats.org/officeDocument/2006/relationships/image" Target="../media/image1112.png"/><Relationship Id="rId22" Type="http://schemas.openxmlformats.org/officeDocument/2006/relationships/image" Target="../media/image1116.png"/><Relationship Id="rId27" Type="http://schemas.openxmlformats.org/officeDocument/2006/relationships/customXml" Target="../ink/ink108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accent4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2C73A2-3598-4DAF-9F76-9BA79B003A7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marR="0" rtl="0"/>
            <a:r>
              <a:rPr lang="en-US" b="0" i="1" u="none" strike="noStrike" baseline="0">
                <a:latin typeface="TeXGyrePagella-Italic" panose="02000603020200000004" pitchFamily="50" charset="0"/>
              </a:rPr>
              <a:t>Bracketing</a:t>
            </a:r>
            <a:endParaRPr lang="en-US" b="0" i="0" u="none" strike="noStrike" baseline="0">
              <a:latin typeface="TeXGyrePagella-Regular" panose="02000603020200000003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0966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accent4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B1113-3E22-4B04-9066-F8BBD07E4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>
                <a:latin typeface="TeXGyrePagella-Italic" panose="02000603020200000004" pitchFamily="50" charset="0"/>
              </a:rPr>
              <a:t>Bracketing</a:t>
            </a:r>
            <a:endParaRPr lang="en-US" b="0" i="0" u="none" strike="noStrike" baseline="0" dirty="0">
              <a:latin typeface="TeXGyrePagella-Regular" panose="02000603020200000003" pitchFamily="50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BC563B-7C4B-4A72-89C5-10AEB6009E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Identifying an interval containing a local minimum </a:t>
            </a:r>
          </a:p>
          <a:p>
            <a:pPr marL="0" indent="0">
              <a:buNone/>
            </a:pPr>
            <a:r>
              <a:rPr lang="en-US" dirty="0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	and </a:t>
            </a:r>
          </a:p>
          <a:p>
            <a:r>
              <a:rPr lang="en-US" dirty="0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then successively shrinking that interval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CCD5B3-5189-40D5-AF59-E7AB106C0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A2B03-C065-430E-988D-44590E20A90E}" type="slidenum">
              <a:rPr lang="en-US" smtClean="0"/>
              <a:t>2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C1F1370-1EE9-B474-D795-B98B87D02B67}"/>
              </a:ext>
            </a:extLst>
          </p:cNvPr>
          <p:cNvGrpSpPr/>
          <p:nvPr/>
        </p:nvGrpSpPr>
        <p:grpSpPr>
          <a:xfrm>
            <a:off x="588575" y="1868382"/>
            <a:ext cx="189000" cy="455400"/>
            <a:chOff x="588575" y="1868382"/>
            <a:chExt cx="189000" cy="455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6146B1C7-8B12-8023-4AFB-979FD413056A}"/>
                    </a:ext>
                  </a:extLst>
                </p14:cNvPr>
                <p14:cNvContentPartPr/>
                <p14:nvPr/>
              </p14:nvContentPartPr>
              <p14:xfrm>
                <a:off x="588575" y="1975662"/>
                <a:ext cx="72000" cy="19008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6146B1C7-8B12-8023-4AFB-979FD413056A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584255" y="1971342"/>
                  <a:ext cx="8064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86CB7AE1-8D1B-54CA-E09C-276F1C893AB0}"/>
                    </a:ext>
                  </a:extLst>
                </p14:cNvPr>
                <p14:cNvContentPartPr/>
                <p14:nvPr/>
              </p14:nvContentPartPr>
              <p14:xfrm>
                <a:off x="671015" y="1868382"/>
                <a:ext cx="106560" cy="45540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86CB7AE1-8D1B-54CA-E09C-276F1C893AB0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66695" y="1864062"/>
                  <a:ext cx="115200" cy="464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EA6F84E5-9F9B-C972-8ED4-F5C1D45D10A0}"/>
              </a:ext>
            </a:extLst>
          </p:cNvPr>
          <p:cNvGrpSpPr/>
          <p:nvPr/>
        </p:nvGrpSpPr>
        <p:grpSpPr>
          <a:xfrm>
            <a:off x="638975" y="2906982"/>
            <a:ext cx="241200" cy="387000"/>
            <a:chOff x="638975" y="2906982"/>
            <a:chExt cx="241200" cy="387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D83E8378-A869-F090-9F67-379F5BD3FB85}"/>
                    </a:ext>
                  </a:extLst>
                </p14:cNvPr>
                <p14:cNvContentPartPr/>
                <p14:nvPr/>
              </p14:nvContentPartPr>
              <p14:xfrm>
                <a:off x="638975" y="2980422"/>
                <a:ext cx="183600" cy="2170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D83E8378-A869-F090-9F67-379F5BD3FB85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32855" y="2974302"/>
                  <a:ext cx="19584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54A7830B-9B39-710E-20B8-252C10BBA16D}"/>
                    </a:ext>
                  </a:extLst>
                </p14:cNvPr>
                <p14:cNvContentPartPr/>
                <p14:nvPr/>
              </p14:nvContentPartPr>
              <p14:xfrm>
                <a:off x="790175" y="2906982"/>
                <a:ext cx="90000" cy="38700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54A7830B-9B39-710E-20B8-252C10BBA16D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84055" y="2900862"/>
                  <a:ext cx="102240" cy="399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9A291476-B37F-9F03-0F1A-B01AFDA694F8}"/>
                  </a:ext>
                </a:extLst>
              </p14:cNvPr>
              <p14:cNvContentPartPr/>
              <p14:nvPr/>
            </p14:nvContentPartPr>
            <p14:xfrm>
              <a:off x="3826775" y="3266262"/>
              <a:ext cx="1191240" cy="5832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9A291476-B37F-9F03-0F1A-B01AFDA694F8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820655" y="3260142"/>
                <a:ext cx="1203480" cy="70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902280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accent4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B1113-3E22-4B04-9066-F8BBD07E4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>
                <a:latin typeface="TeXGyrePagella-Italic" panose="02000603020200000004" pitchFamily="50" charset="0"/>
              </a:rPr>
              <a:t>Unimodality</a:t>
            </a:r>
            <a:endParaRPr lang="en-US" b="0" i="0" u="none" strike="noStrike" baseline="0" dirty="0">
              <a:latin typeface="TeXGyrePagella-Regular" panose="02000603020200000003" pitchFamily="50" charset="0"/>
            </a:endParaRP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F3163A63-1659-4976-9C9B-69B7030F05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latin typeface="TeXGyrePagella-Regular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There exists a unique optimizer </a:t>
            </a:r>
            <a:r>
              <a:rPr lang="en-US" b="1" dirty="0">
                <a:latin typeface="TeXGyrePagella-Regular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x</a:t>
            </a:r>
            <a:r>
              <a:rPr lang="en-US" dirty="0">
                <a:latin typeface="TeXGyrePagella-Regular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*</a:t>
            </a:r>
            <a:r>
              <a:rPr lang="en-US" b="1" dirty="0">
                <a:latin typeface="TeXGyrePagella-Regular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 </a:t>
            </a:r>
            <a:r>
              <a:rPr lang="en-US" dirty="0">
                <a:latin typeface="TeXGyrePagella-Regular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such that </a:t>
            </a:r>
            <a:r>
              <a:rPr lang="en-US" i="1" dirty="0">
                <a:latin typeface="TeX Gyre Pagella"/>
                <a:ea typeface="TeX Gyre Pagella" panose="02000603020200000003" pitchFamily="50" charset="0"/>
                <a:cs typeface="TeX Gyre Pagella" panose="02000603020200000003" pitchFamily="50" charset="0"/>
              </a:rPr>
              <a:t>f</a:t>
            </a:r>
            <a:r>
              <a:rPr lang="en-US" dirty="0">
                <a:latin typeface="TeXGyrePagella-Regular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 is monotonically decreasing for </a:t>
            </a:r>
            <a:r>
              <a:rPr lang="en-US" b="1" dirty="0">
                <a:latin typeface="TeXGyrePagella-Regular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x</a:t>
            </a:r>
            <a:r>
              <a:rPr lang="en-US" dirty="0">
                <a:latin typeface="TeXGyrePagella-Regular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 ≤ </a:t>
            </a:r>
            <a:r>
              <a:rPr lang="en-US" b="1" dirty="0">
                <a:latin typeface="TeXGyrePagella-Regular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x</a:t>
            </a:r>
            <a:r>
              <a:rPr lang="en-US" dirty="0">
                <a:latin typeface="TeXGyrePagella-Regular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* and monotonically increasing for </a:t>
            </a:r>
            <a:r>
              <a:rPr lang="en-US" b="1" dirty="0">
                <a:latin typeface="TeXGyrePagella-Regular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x</a:t>
            </a:r>
            <a:r>
              <a:rPr lang="en-US" dirty="0">
                <a:latin typeface="TeXGyrePagella-Regular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 ≥ </a:t>
            </a:r>
            <a:r>
              <a:rPr lang="en-US" b="1" dirty="0">
                <a:latin typeface="TeXGyrePagella-Regular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x</a:t>
            </a:r>
            <a:r>
              <a:rPr lang="en-US" dirty="0">
                <a:latin typeface="TeXGyrePagella-Regular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*</a:t>
            </a:r>
          </a:p>
          <a:p>
            <a:endParaRPr lang="en-US" b="1" dirty="0">
              <a:latin typeface="TeXGyrePagella-Regular" panose="02000603020200000003" pitchFamily="50" charset="0"/>
              <a:ea typeface="TeXGyrePagella-Regular" panose="02000603020200000003" pitchFamily="50" charset="0"/>
              <a:cs typeface="TeXGyrePagella-Regular" panose="02000603020200000003" pitchFamily="50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74216B-EA10-4CB4-8E36-87FAFAA42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A2B03-C065-430E-988D-44590E20A90E}" type="slidenum">
              <a:rPr lang="en-US" smtClean="0"/>
              <a:t>3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8B9EA06A-99B3-A531-E4D9-AC6C3ED45A23}"/>
              </a:ext>
            </a:extLst>
          </p:cNvPr>
          <p:cNvGrpSpPr/>
          <p:nvPr/>
        </p:nvGrpSpPr>
        <p:grpSpPr>
          <a:xfrm>
            <a:off x="817175" y="3126582"/>
            <a:ext cx="2331360" cy="2048400"/>
            <a:chOff x="817175" y="3126582"/>
            <a:chExt cx="2331360" cy="2048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459FB3BF-8E01-8030-E02C-C623312A642B}"/>
                    </a:ext>
                  </a:extLst>
                </p14:cNvPr>
                <p14:cNvContentPartPr/>
                <p14:nvPr/>
              </p14:nvContentPartPr>
              <p14:xfrm>
                <a:off x="817175" y="3126582"/>
                <a:ext cx="2331360" cy="196956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459FB3BF-8E01-8030-E02C-C623312A642B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811055" y="3120462"/>
                  <a:ext cx="2343600" cy="19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C0505831-5BC6-9DD4-2D40-1D6BD6C8A2B9}"/>
                    </a:ext>
                  </a:extLst>
                </p14:cNvPr>
                <p14:cNvContentPartPr/>
                <p14:nvPr/>
              </p14:nvContentPartPr>
              <p14:xfrm>
                <a:off x="2106335" y="5042862"/>
                <a:ext cx="92880" cy="13212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C0505831-5BC6-9DD4-2D40-1D6BD6C8A2B9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100215" y="5036742"/>
                  <a:ext cx="105120" cy="144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ABA05C1-FCB8-5672-C2A7-57FA3B291358}"/>
              </a:ext>
            </a:extLst>
          </p:cNvPr>
          <p:cNvGrpSpPr/>
          <p:nvPr/>
        </p:nvGrpSpPr>
        <p:grpSpPr>
          <a:xfrm>
            <a:off x="1358975" y="2926062"/>
            <a:ext cx="1701000" cy="511920"/>
            <a:chOff x="1358975" y="2926062"/>
            <a:chExt cx="1701000" cy="511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E010C469-73D8-4243-447F-BE21729B50F2}"/>
                    </a:ext>
                  </a:extLst>
                </p14:cNvPr>
                <p14:cNvContentPartPr/>
                <p14:nvPr/>
              </p14:nvContentPartPr>
              <p14:xfrm>
                <a:off x="1358975" y="3224862"/>
                <a:ext cx="568080" cy="21312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E010C469-73D8-4243-447F-BE21729B50F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352855" y="3218742"/>
                  <a:ext cx="58032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C1C8ACB1-B95E-8F9F-5F8D-44A215B74C51}"/>
                    </a:ext>
                  </a:extLst>
                </p14:cNvPr>
                <p14:cNvContentPartPr/>
                <p14:nvPr/>
              </p14:nvContentPartPr>
              <p14:xfrm>
                <a:off x="1871615" y="3111102"/>
                <a:ext cx="25560" cy="5184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C1C8ACB1-B95E-8F9F-5F8D-44A215B74C5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865495" y="3104982"/>
                  <a:ext cx="3780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DE8B5BBA-E4E1-29E4-8140-7F3F8204C2FC}"/>
                    </a:ext>
                  </a:extLst>
                </p14:cNvPr>
                <p14:cNvContentPartPr/>
                <p14:nvPr/>
              </p14:nvContentPartPr>
              <p14:xfrm>
                <a:off x="2085815" y="3231342"/>
                <a:ext cx="246240" cy="1461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DE8B5BBA-E4E1-29E4-8140-7F3F8204C2FC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079695" y="3225222"/>
                  <a:ext cx="25848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64C3D2EB-A4B2-72EE-6868-79289AA5D5F5}"/>
                    </a:ext>
                  </a:extLst>
                </p14:cNvPr>
                <p14:cNvContentPartPr/>
                <p14:nvPr/>
              </p14:nvContentPartPr>
              <p14:xfrm>
                <a:off x="2368055" y="3001662"/>
                <a:ext cx="343080" cy="3513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64C3D2EB-A4B2-72EE-6868-79289AA5D5F5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361935" y="2995542"/>
                  <a:ext cx="355320" cy="36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A8C6D562-C8E7-8140-BB2E-8C7C1150A25C}"/>
                    </a:ext>
                  </a:extLst>
                </p14:cNvPr>
                <p14:cNvContentPartPr/>
                <p14:nvPr/>
              </p14:nvContentPartPr>
              <p14:xfrm>
                <a:off x="2738135" y="2926062"/>
                <a:ext cx="321840" cy="38232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A8C6D562-C8E7-8140-BB2E-8C7C1150A25C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732015" y="2919942"/>
                  <a:ext cx="334080" cy="394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93F347A-7CEC-8829-3EFB-63174FA6D732}"/>
              </a:ext>
            </a:extLst>
          </p:cNvPr>
          <p:cNvGrpSpPr/>
          <p:nvPr/>
        </p:nvGrpSpPr>
        <p:grpSpPr>
          <a:xfrm>
            <a:off x="5293415" y="3244302"/>
            <a:ext cx="4065480" cy="2342520"/>
            <a:chOff x="5293415" y="3244302"/>
            <a:chExt cx="4065480" cy="2342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E207F983-48DF-1BA8-F04A-259BDCF65898}"/>
                    </a:ext>
                  </a:extLst>
                </p14:cNvPr>
                <p14:cNvContentPartPr/>
                <p14:nvPr/>
              </p14:nvContentPartPr>
              <p14:xfrm>
                <a:off x="5293415" y="3244302"/>
                <a:ext cx="4065480" cy="18655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E207F983-48DF-1BA8-F04A-259BDCF65898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287295" y="3238182"/>
                  <a:ext cx="4077720" cy="18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15E7A06D-C4D9-EF23-AB06-B4147FE70430}"/>
                    </a:ext>
                  </a:extLst>
                </p14:cNvPr>
                <p14:cNvContentPartPr/>
                <p14:nvPr/>
              </p14:nvContentPartPr>
              <p14:xfrm>
                <a:off x="6055175" y="4516542"/>
                <a:ext cx="54360" cy="23040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15E7A06D-C4D9-EF23-AB06-B4147FE70430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049055" y="4510422"/>
                  <a:ext cx="6660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ECA9250F-DA80-9920-D9F6-5A982692CEC3}"/>
                    </a:ext>
                  </a:extLst>
                </p14:cNvPr>
                <p14:cNvContentPartPr/>
                <p14:nvPr/>
              </p14:nvContentPartPr>
              <p14:xfrm>
                <a:off x="6055535" y="4558302"/>
                <a:ext cx="145800" cy="22320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ECA9250F-DA80-9920-D9F6-5A982692CEC3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049415" y="4552182"/>
                  <a:ext cx="15804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EC1CF9AF-D06D-921F-1E21-C64D1E31255E}"/>
                    </a:ext>
                  </a:extLst>
                </p14:cNvPr>
                <p14:cNvContentPartPr/>
                <p14:nvPr/>
              </p14:nvContentPartPr>
              <p14:xfrm>
                <a:off x="7340015" y="4967622"/>
                <a:ext cx="50760" cy="21384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EC1CF9AF-D06D-921F-1E21-C64D1E31255E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7333895" y="4961502"/>
                  <a:ext cx="6300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D08F2DD0-147B-FCDC-2C95-A9CE93863C5B}"/>
                    </a:ext>
                  </a:extLst>
                </p14:cNvPr>
                <p14:cNvContentPartPr/>
                <p14:nvPr/>
              </p14:nvContentPartPr>
              <p14:xfrm>
                <a:off x="7309055" y="5054022"/>
                <a:ext cx="131760" cy="11268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D08F2DD0-147B-FCDC-2C95-A9CE93863C5B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302935" y="5047902"/>
                  <a:ext cx="14400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432DB117-0CC4-5A72-7120-A63BB4B70ECD}"/>
                    </a:ext>
                  </a:extLst>
                </p14:cNvPr>
                <p14:cNvContentPartPr/>
                <p14:nvPr/>
              </p14:nvContentPartPr>
              <p14:xfrm>
                <a:off x="8710175" y="4353462"/>
                <a:ext cx="46080" cy="2030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432DB117-0CC4-5A72-7120-A63BB4B70ECD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8704055" y="4347342"/>
                  <a:ext cx="5832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D960B502-7576-23E8-410A-69821ABF83A2}"/>
                    </a:ext>
                  </a:extLst>
                </p14:cNvPr>
                <p14:cNvContentPartPr/>
                <p14:nvPr/>
              </p14:nvContentPartPr>
              <p14:xfrm>
                <a:off x="8668415" y="4442022"/>
                <a:ext cx="163440" cy="1252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D960B502-7576-23E8-410A-69821ABF83A2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662295" y="4435902"/>
                  <a:ext cx="17568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12E39AB0-B5E0-0463-1753-B78CCCBBF2D5}"/>
                    </a:ext>
                  </a:extLst>
                </p14:cNvPr>
                <p14:cNvContentPartPr/>
                <p14:nvPr/>
              </p14:nvContentPartPr>
              <p14:xfrm>
                <a:off x="7089095" y="5216382"/>
                <a:ext cx="740520" cy="37044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12E39AB0-B5E0-0463-1753-B78CCCBBF2D5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082975" y="5210262"/>
                  <a:ext cx="752760" cy="38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04CD375A-19BB-F10B-295B-3B6BC9ADDA39}"/>
                    </a:ext>
                  </a:extLst>
                </p14:cNvPr>
                <p14:cNvContentPartPr/>
                <p14:nvPr/>
              </p14:nvContentPartPr>
              <p14:xfrm>
                <a:off x="7844015" y="5290902"/>
                <a:ext cx="7560" cy="14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04CD375A-19BB-F10B-295B-3B6BC9ADDA39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837895" y="5284782"/>
                  <a:ext cx="19800" cy="1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C555FEAC-167F-983C-3F58-5F3881E99D64}"/>
                    </a:ext>
                  </a:extLst>
                </p14:cNvPr>
                <p14:cNvContentPartPr/>
                <p14:nvPr/>
              </p14:nvContentPartPr>
              <p14:xfrm>
                <a:off x="7861655" y="5038902"/>
                <a:ext cx="1010160" cy="45504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C555FEAC-167F-983C-3F58-5F3881E99D64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855535" y="5032782"/>
                  <a:ext cx="1022400" cy="467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B7174B8C-334A-11EC-2B37-13AD12484E14}"/>
              </a:ext>
            </a:extLst>
          </p:cNvPr>
          <p:cNvGrpSpPr/>
          <p:nvPr/>
        </p:nvGrpSpPr>
        <p:grpSpPr>
          <a:xfrm>
            <a:off x="5114495" y="3220182"/>
            <a:ext cx="5199840" cy="2179800"/>
            <a:chOff x="5114495" y="3220182"/>
            <a:chExt cx="5199840" cy="2179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FAB1F8E0-C7E5-1C82-E482-D69240D3D743}"/>
                    </a:ext>
                  </a:extLst>
                </p14:cNvPr>
                <p14:cNvContentPartPr/>
                <p14:nvPr/>
              </p14:nvContentPartPr>
              <p14:xfrm>
                <a:off x="7007735" y="4417902"/>
                <a:ext cx="75240" cy="98208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FAB1F8E0-C7E5-1C82-E482-D69240D3D743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998735" y="4409262"/>
                  <a:ext cx="92880" cy="9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A3D0456F-714A-E982-A6D3-9D93142EB3A0}"/>
                    </a:ext>
                  </a:extLst>
                </p14:cNvPr>
                <p14:cNvContentPartPr/>
                <p14:nvPr/>
              </p14:nvContentPartPr>
              <p14:xfrm>
                <a:off x="7568255" y="4326822"/>
                <a:ext cx="123840" cy="8499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A3D0456F-714A-E982-A6D3-9D93142EB3A0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559255" y="4317822"/>
                  <a:ext cx="141480" cy="86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D9BD8458-F115-5174-B9F4-BE5C659D6F80}"/>
                    </a:ext>
                  </a:extLst>
                </p14:cNvPr>
                <p14:cNvContentPartPr/>
                <p14:nvPr/>
              </p14:nvContentPartPr>
              <p14:xfrm>
                <a:off x="7289255" y="4978422"/>
                <a:ext cx="216000" cy="23328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D9BD8458-F115-5174-B9F4-BE5C659D6F80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280255" y="4969422"/>
                  <a:ext cx="23364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DB2FC5EE-36B1-2CB6-0D5D-655797391CC6}"/>
                    </a:ext>
                  </a:extLst>
                </p14:cNvPr>
                <p14:cNvContentPartPr/>
                <p14:nvPr/>
              </p14:nvContentPartPr>
              <p14:xfrm>
                <a:off x="5808935" y="4076622"/>
                <a:ext cx="38160" cy="69516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DB2FC5EE-36B1-2CB6-0D5D-655797391CC6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800295" y="4067982"/>
                  <a:ext cx="55800" cy="71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70395B14-0ED3-12F5-765A-D4CC9FBDE959}"/>
                    </a:ext>
                  </a:extLst>
                </p14:cNvPr>
                <p14:cNvContentPartPr/>
                <p14:nvPr/>
              </p14:nvContentPartPr>
              <p14:xfrm>
                <a:off x="6295295" y="4125222"/>
                <a:ext cx="90360" cy="6991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70395B14-0ED3-12F5-765A-D4CC9FBDE959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286295" y="4116582"/>
                  <a:ext cx="108000" cy="71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F7839A18-929E-0638-AFD2-580C98BC1263}"/>
                    </a:ext>
                  </a:extLst>
                </p14:cNvPr>
                <p14:cNvContentPartPr/>
                <p14:nvPr/>
              </p14:nvContentPartPr>
              <p14:xfrm>
                <a:off x="5996855" y="4515462"/>
                <a:ext cx="222120" cy="26100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F7839A18-929E-0638-AFD2-580C98BC1263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988215" y="4506822"/>
                  <a:ext cx="23976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2E97DA3F-B376-A06C-685E-C046450B2F21}"/>
                    </a:ext>
                  </a:extLst>
                </p14:cNvPr>
                <p14:cNvContentPartPr/>
                <p14:nvPr/>
              </p14:nvContentPartPr>
              <p14:xfrm>
                <a:off x="8512175" y="4034502"/>
                <a:ext cx="47520" cy="94860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2E97DA3F-B376-A06C-685E-C046450B2F21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503535" y="4025502"/>
                  <a:ext cx="65160" cy="9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E94F8798-FF03-ACC3-9857-6D831C019070}"/>
                    </a:ext>
                  </a:extLst>
                </p14:cNvPr>
                <p14:cNvContentPartPr/>
                <p14:nvPr/>
              </p14:nvContentPartPr>
              <p14:xfrm>
                <a:off x="9017615" y="3955662"/>
                <a:ext cx="60120" cy="9900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E94F8798-FF03-ACC3-9857-6D831C019070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9008615" y="3946662"/>
                  <a:ext cx="77760" cy="10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3A6C3F94-4871-BE01-1827-3DF993CC4EC6}"/>
                    </a:ext>
                  </a:extLst>
                </p14:cNvPr>
                <p14:cNvContentPartPr/>
                <p14:nvPr/>
              </p14:nvContentPartPr>
              <p14:xfrm>
                <a:off x="8631695" y="4400622"/>
                <a:ext cx="245160" cy="18432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3A6C3F94-4871-BE01-1827-3DF993CC4EC6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623055" y="4391622"/>
                  <a:ext cx="26280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79B241F2-BBEF-3886-053F-109AB744BFA3}"/>
                    </a:ext>
                  </a:extLst>
                </p14:cNvPr>
                <p14:cNvContentPartPr/>
                <p14:nvPr/>
              </p14:nvContentPartPr>
              <p14:xfrm>
                <a:off x="5114495" y="3220182"/>
                <a:ext cx="5199840" cy="187740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79B241F2-BBEF-3886-053F-109AB744BFA3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105855" y="3211182"/>
                  <a:ext cx="5217480" cy="18950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7546553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accent4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67BC0-135A-4E01-A00B-FA42EEBAD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0" i="1" u="none" strike="noStrike" baseline="0" dirty="0">
                <a:latin typeface="TeXGyrePagella-Italic" panose="02000603020200000004" pitchFamily="50" charset="0"/>
              </a:rPr>
              <a:t>Finding an Initial Bracket</a:t>
            </a:r>
            <a:endParaRPr lang="en-US" b="0" i="0" u="none" strike="noStrike" baseline="0" dirty="0">
              <a:latin typeface="TeXGyrePagella-Regular" panose="02000603020200000003" pitchFamily="50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9DCA56-3545-47F5-AFD4-0E9B3D99B0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Given a unimodal function, the global minimum is guaranteed to be inside the interval [</a:t>
            </a:r>
            <a:r>
              <a:rPr lang="en-US" dirty="0" err="1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a,c</a:t>
            </a:r>
            <a:r>
              <a:rPr lang="en-US" dirty="0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] if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2D066B1-15B0-4F5C-B3A6-E46E9223C8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33762" y="2921825"/>
            <a:ext cx="5324476" cy="3255138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0999E15A-4296-4B55-AB2C-6BD59D4BB36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36309" t="10837" r="38184" b="80427"/>
          <a:stretch/>
        </p:blipFill>
        <p:spPr>
          <a:xfrm>
            <a:off x="5072935" y="1452314"/>
            <a:ext cx="5055594" cy="224078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D03999-9A16-48D6-ABBC-0B3AA11C7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A2B03-C065-430E-988D-44590E20A90E}" type="slidenum">
              <a:rPr lang="en-US" smtClean="0"/>
              <a:t>4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0B428AE9-010A-5AC9-6335-D409B761EB5F}"/>
                  </a:ext>
                </a:extLst>
              </p14:cNvPr>
              <p14:cNvContentPartPr/>
              <p14:nvPr/>
            </p14:nvContentPartPr>
            <p14:xfrm>
              <a:off x="4110815" y="5759262"/>
              <a:ext cx="562320" cy="44100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0B428AE9-010A-5AC9-6335-D409B761EB5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101815" y="5750262"/>
                <a:ext cx="579960" cy="45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8F09CE5C-5A71-6174-925F-AB59D3C9C1F9}"/>
                  </a:ext>
                </a:extLst>
              </p14:cNvPr>
              <p14:cNvContentPartPr/>
              <p14:nvPr/>
            </p14:nvContentPartPr>
            <p14:xfrm>
              <a:off x="7298615" y="5763582"/>
              <a:ext cx="391320" cy="36216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8F09CE5C-5A71-6174-925F-AB59D3C9C1F9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289615" y="5754942"/>
                <a:ext cx="408960" cy="379800"/>
              </a:xfrm>
              <a:prstGeom prst="rect">
                <a:avLst/>
              </a:prstGeom>
            </p:spPr>
          </p:pic>
        </mc:Fallback>
      </mc:AlternateContent>
      <p:grpSp>
        <p:nvGrpSpPr>
          <p:cNvPr id="14" name="Group 13">
            <a:extLst>
              <a:ext uri="{FF2B5EF4-FFF2-40B4-BE49-F238E27FC236}">
                <a16:creationId xmlns:a16="http://schemas.microsoft.com/office/drawing/2014/main" id="{ABDAFB09-41B4-B970-1563-762501191E07}"/>
              </a:ext>
            </a:extLst>
          </p:cNvPr>
          <p:cNvGrpSpPr/>
          <p:nvPr/>
        </p:nvGrpSpPr>
        <p:grpSpPr>
          <a:xfrm>
            <a:off x="5886695" y="2465982"/>
            <a:ext cx="3806640" cy="450000"/>
            <a:chOff x="5886695" y="2465982"/>
            <a:chExt cx="3806640" cy="450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A3318B8D-F0D4-AB15-4314-462C5CF97766}"/>
                    </a:ext>
                  </a:extLst>
                </p14:cNvPr>
                <p14:cNvContentPartPr/>
                <p14:nvPr/>
              </p14:nvContentPartPr>
              <p14:xfrm>
                <a:off x="5886695" y="2539422"/>
                <a:ext cx="3761280" cy="3765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A3318B8D-F0D4-AB15-4314-462C5CF9776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877695" y="2530782"/>
                  <a:ext cx="3778920" cy="39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4EAB852E-0CA6-7701-10B3-64813360547F}"/>
                    </a:ext>
                  </a:extLst>
                </p14:cNvPr>
                <p14:cNvContentPartPr/>
                <p14:nvPr/>
              </p14:nvContentPartPr>
              <p14:xfrm>
                <a:off x="9592535" y="2465982"/>
                <a:ext cx="100800" cy="3297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4EAB852E-0CA6-7701-10B3-64813360547F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583895" y="2456982"/>
                  <a:ext cx="118440" cy="347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B085ADDF-D198-A214-7D62-FDAD4A997F2F}"/>
              </a:ext>
            </a:extLst>
          </p:cNvPr>
          <p:cNvGrpSpPr/>
          <p:nvPr/>
        </p:nvGrpSpPr>
        <p:grpSpPr>
          <a:xfrm>
            <a:off x="4109375" y="3721662"/>
            <a:ext cx="3837240" cy="776160"/>
            <a:chOff x="4109375" y="3721662"/>
            <a:chExt cx="3837240" cy="776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957469D3-EEC4-11EA-BAE5-B4B5DC1C4B99}"/>
                    </a:ext>
                  </a:extLst>
                </p14:cNvPr>
                <p14:cNvContentPartPr/>
                <p14:nvPr/>
              </p14:nvContentPartPr>
              <p14:xfrm>
                <a:off x="6418415" y="4319982"/>
                <a:ext cx="62280" cy="17784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957469D3-EEC4-11EA-BAE5-B4B5DC1C4B99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409415" y="4311342"/>
                  <a:ext cx="7992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AE56343E-FEAC-0D6A-3A70-7C663D061ACE}"/>
                    </a:ext>
                  </a:extLst>
                </p14:cNvPr>
                <p14:cNvContentPartPr/>
                <p14:nvPr/>
              </p14:nvContentPartPr>
              <p14:xfrm>
                <a:off x="6394295" y="4323222"/>
                <a:ext cx="60480" cy="1389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AE56343E-FEAC-0D6A-3A70-7C663D061ACE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385655" y="4314582"/>
                  <a:ext cx="7812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F481B9DC-3E2B-7EA9-2B7C-FF0BBD852718}"/>
                    </a:ext>
                  </a:extLst>
                </p14:cNvPr>
                <p14:cNvContentPartPr/>
                <p14:nvPr/>
              </p14:nvContentPartPr>
              <p14:xfrm>
                <a:off x="6939695" y="4400982"/>
                <a:ext cx="2160" cy="21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F481B9DC-3E2B-7EA9-2B7C-FF0BBD85271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930695" y="4391982"/>
                  <a:ext cx="1980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FF15AFEF-A35C-310A-BBED-3DD4A9B70B90}"/>
                    </a:ext>
                  </a:extLst>
                </p14:cNvPr>
                <p14:cNvContentPartPr/>
                <p14:nvPr/>
              </p14:nvContentPartPr>
              <p14:xfrm>
                <a:off x="6960935" y="4372182"/>
                <a:ext cx="4680" cy="21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FF15AFEF-A35C-310A-BBED-3DD4A9B70B90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952295" y="4363182"/>
                  <a:ext cx="2232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76710760-4249-F889-340A-829A8EA7468F}"/>
                    </a:ext>
                  </a:extLst>
                </p14:cNvPr>
                <p14:cNvContentPartPr/>
                <p14:nvPr/>
              </p14:nvContentPartPr>
              <p14:xfrm>
                <a:off x="4109375" y="4298742"/>
                <a:ext cx="2882520" cy="7524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76710760-4249-F889-340A-829A8EA7468F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100375" y="4289742"/>
                  <a:ext cx="290016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E16007F4-7F5C-F918-86A0-E75CDAEAF300}"/>
                    </a:ext>
                  </a:extLst>
                </p14:cNvPr>
                <p14:cNvContentPartPr/>
                <p14:nvPr/>
              </p14:nvContentPartPr>
              <p14:xfrm>
                <a:off x="4329695" y="3721662"/>
                <a:ext cx="166320" cy="5889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E16007F4-7F5C-F918-86A0-E75CDAEAF300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321055" y="3712662"/>
                  <a:ext cx="183960" cy="60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28ED7E35-5671-920A-3BD6-07A672043115}"/>
                    </a:ext>
                  </a:extLst>
                </p14:cNvPr>
                <p14:cNvContentPartPr/>
                <p14:nvPr/>
              </p14:nvContentPartPr>
              <p14:xfrm>
                <a:off x="7003415" y="4318182"/>
                <a:ext cx="943200" cy="244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28ED7E35-5671-920A-3BD6-07A672043115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994415" y="4309182"/>
                  <a:ext cx="96084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349858A8-B536-0DF0-49B1-7881AD5801CD}"/>
                    </a:ext>
                  </a:extLst>
                </p14:cNvPr>
                <p14:cNvContentPartPr/>
                <p14:nvPr/>
              </p14:nvContentPartPr>
              <p14:xfrm>
                <a:off x="7486535" y="4175622"/>
                <a:ext cx="28800" cy="1594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349858A8-B536-0DF0-49B1-7881AD5801CD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477895" y="4166982"/>
                  <a:ext cx="4644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E3FBA794-3224-A263-3B77-7BF33222307A}"/>
                    </a:ext>
                  </a:extLst>
                </p14:cNvPr>
                <p14:cNvContentPartPr/>
                <p14:nvPr/>
              </p14:nvContentPartPr>
              <p14:xfrm>
                <a:off x="7414895" y="4269222"/>
                <a:ext cx="164520" cy="993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E3FBA794-3224-A263-3B77-7BF33222307A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405895" y="4260222"/>
                  <a:ext cx="182160" cy="117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B7E79F1A-4E8E-16F7-1F87-43729A2D03BE}"/>
                  </a:ext>
                </a:extLst>
              </p14:cNvPr>
              <p14:cNvContentPartPr/>
              <p14:nvPr/>
            </p14:nvContentPartPr>
            <p14:xfrm>
              <a:off x="4750535" y="6261102"/>
              <a:ext cx="2667960" cy="8064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B7E79F1A-4E8E-16F7-1F87-43729A2D03BE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4741535" y="6252462"/>
                <a:ext cx="2685600" cy="98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184454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C3DDDFF-E2C0-06D3-D106-149DF633686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368"/>
          <a:stretch>
            <a:fillRect/>
          </a:stretch>
        </p:blipFill>
        <p:spPr>
          <a:xfrm>
            <a:off x="790223" y="643466"/>
            <a:ext cx="10148071" cy="5571067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2DCA52-E89D-2C7F-E4A7-B8C34B101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48BA2B03-C065-430E-988D-44590E20A90E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516CD53-A64C-4182-CEE5-C8C6F8AE027A}"/>
                  </a:ext>
                </a:extLst>
              </p14:cNvPr>
              <p14:cNvContentPartPr/>
              <p14:nvPr/>
            </p14:nvContentPartPr>
            <p14:xfrm>
              <a:off x="3455615" y="-213138"/>
              <a:ext cx="9720" cy="219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516CD53-A64C-4182-CEE5-C8C6F8AE027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401615" y="-321138"/>
                <a:ext cx="117360" cy="237600"/>
              </a:xfrm>
              <a:prstGeom prst="rect">
                <a:avLst/>
              </a:prstGeom>
            </p:spPr>
          </p:pic>
        </mc:Fallback>
      </mc:AlternateContent>
      <p:grpSp>
        <p:nvGrpSpPr>
          <p:cNvPr id="58" name="Group 57">
            <a:extLst>
              <a:ext uri="{FF2B5EF4-FFF2-40B4-BE49-F238E27FC236}">
                <a16:creationId xmlns:a16="http://schemas.microsoft.com/office/drawing/2014/main" id="{AF694C64-A4F1-4043-8D10-068D92F30235}"/>
              </a:ext>
            </a:extLst>
          </p:cNvPr>
          <p:cNvGrpSpPr/>
          <p:nvPr/>
        </p:nvGrpSpPr>
        <p:grpSpPr>
          <a:xfrm>
            <a:off x="6139055" y="1241982"/>
            <a:ext cx="4202640" cy="2167200"/>
            <a:chOff x="6139055" y="1241982"/>
            <a:chExt cx="4202640" cy="2167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2FFA49AC-A5B4-F124-B09A-1EF63541A5F0}"/>
                    </a:ext>
                  </a:extLst>
                </p14:cNvPr>
                <p14:cNvContentPartPr/>
                <p14:nvPr/>
              </p14:nvContentPartPr>
              <p14:xfrm>
                <a:off x="8483375" y="1385982"/>
                <a:ext cx="217440" cy="16308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2FFA49AC-A5B4-F124-B09A-1EF63541A5F0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477255" y="1379862"/>
                  <a:ext cx="22968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40024F97-4600-85AF-B2CA-8FC9558BC1D9}"/>
                    </a:ext>
                  </a:extLst>
                </p14:cNvPr>
                <p14:cNvContentPartPr/>
                <p14:nvPr/>
              </p14:nvContentPartPr>
              <p14:xfrm>
                <a:off x="8756615" y="1527462"/>
                <a:ext cx="42120" cy="11772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40024F97-4600-85AF-B2CA-8FC9558BC1D9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8750495" y="1521342"/>
                  <a:ext cx="5436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B188C247-6B8D-9B41-D545-ECD7AE179769}"/>
                    </a:ext>
                  </a:extLst>
                </p14:cNvPr>
                <p14:cNvContentPartPr/>
                <p14:nvPr/>
              </p14:nvContentPartPr>
              <p14:xfrm>
                <a:off x="8914655" y="1241982"/>
                <a:ext cx="156960" cy="30888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B188C247-6B8D-9B41-D545-ECD7AE179769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8908535" y="1235862"/>
                  <a:ext cx="169200" cy="32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7361D6BF-B864-A5CD-D4A3-36C439619DE9}"/>
                    </a:ext>
                  </a:extLst>
                </p14:cNvPr>
                <p14:cNvContentPartPr/>
                <p14:nvPr/>
              </p14:nvContentPartPr>
              <p14:xfrm>
                <a:off x="9269975" y="1434942"/>
                <a:ext cx="140040" cy="291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7361D6BF-B864-A5CD-D4A3-36C439619DE9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9263855" y="1428822"/>
                  <a:ext cx="15228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819A5E3B-C08D-C6D8-3ED2-C04ACA9833CA}"/>
                    </a:ext>
                  </a:extLst>
                </p14:cNvPr>
                <p14:cNvContentPartPr/>
                <p14:nvPr/>
              </p14:nvContentPartPr>
              <p14:xfrm>
                <a:off x="9282935" y="1520622"/>
                <a:ext cx="122040" cy="1728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819A5E3B-C08D-C6D8-3ED2-C04ACA9833CA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9276815" y="1514502"/>
                  <a:ext cx="13428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52B829E4-60BF-A047-28BC-03FF51AEDB79}"/>
                    </a:ext>
                  </a:extLst>
                </p14:cNvPr>
                <p14:cNvContentPartPr/>
                <p14:nvPr/>
              </p14:nvContentPartPr>
              <p14:xfrm>
                <a:off x="9610175" y="1313622"/>
                <a:ext cx="164880" cy="20988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52B829E4-60BF-A047-28BC-03FF51AEDB79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9604055" y="1307502"/>
                  <a:ext cx="17712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23642811-2539-2B15-566B-3EC883DEDCD5}"/>
                    </a:ext>
                  </a:extLst>
                </p14:cNvPr>
                <p14:cNvContentPartPr/>
                <p14:nvPr/>
              </p14:nvContentPartPr>
              <p14:xfrm>
                <a:off x="9819695" y="1491822"/>
                <a:ext cx="75600" cy="15156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23642811-2539-2B15-566B-3EC883DEDCD5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9813575" y="1485702"/>
                  <a:ext cx="8784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827BC995-2022-C8D3-6304-8887CE84AB56}"/>
                    </a:ext>
                  </a:extLst>
                </p14:cNvPr>
                <p14:cNvContentPartPr/>
                <p14:nvPr/>
              </p14:nvContentPartPr>
              <p14:xfrm>
                <a:off x="10021655" y="1353222"/>
                <a:ext cx="320040" cy="14616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827BC995-2022-C8D3-6304-8887CE84AB56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0015535" y="1347102"/>
                  <a:ext cx="33228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5D1D8A0A-2525-8CC3-4E13-7D1AAD4B8138}"/>
                    </a:ext>
                  </a:extLst>
                </p14:cNvPr>
                <p14:cNvContentPartPr/>
                <p14:nvPr/>
              </p14:nvContentPartPr>
              <p14:xfrm>
                <a:off x="6314735" y="1776582"/>
                <a:ext cx="160200" cy="38988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5D1D8A0A-2525-8CC3-4E13-7D1AAD4B8138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6308615" y="1770462"/>
                  <a:ext cx="172440" cy="40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3D8736A4-8005-30AC-04D9-D7C51CEDE403}"/>
                    </a:ext>
                  </a:extLst>
                </p14:cNvPr>
                <p14:cNvContentPartPr/>
                <p14:nvPr/>
              </p14:nvContentPartPr>
              <p14:xfrm>
                <a:off x="6296375" y="1977822"/>
                <a:ext cx="222120" cy="1065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3D8736A4-8005-30AC-04D9-D7C51CEDE403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6290255" y="1971702"/>
                  <a:ext cx="23436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BA6B26DF-7479-0D02-0F53-33CA81220AFF}"/>
                    </a:ext>
                  </a:extLst>
                </p14:cNvPr>
                <p14:cNvContentPartPr/>
                <p14:nvPr/>
              </p14:nvContentPartPr>
              <p14:xfrm>
                <a:off x="7104215" y="1837062"/>
                <a:ext cx="2474640" cy="144036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BA6B26DF-7479-0D02-0F53-33CA81220AFF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7098095" y="1830942"/>
                  <a:ext cx="2486880" cy="145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C368D938-B2CF-9622-3EBA-421AE667CA44}"/>
                    </a:ext>
                  </a:extLst>
                </p14:cNvPr>
                <p14:cNvContentPartPr/>
                <p14:nvPr/>
              </p14:nvContentPartPr>
              <p14:xfrm>
                <a:off x="7711175" y="3016062"/>
                <a:ext cx="64440" cy="19332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C368D938-B2CF-9622-3EBA-421AE667CA44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7705055" y="3009942"/>
                  <a:ext cx="7668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FAA42188-E151-7555-6261-2C455B402B97}"/>
                    </a:ext>
                  </a:extLst>
                </p14:cNvPr>
                <p14:cNvContentPartPr/>
                <p14:nvPr/>
              </p14:nvContentPartPr>
              <p14:xfrm>
                <a:off x="9190775" y="2704662"/>
                <a:ext cx="58680" cy="26676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FAA42188-E151-7555-6261-2C455B402B97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9184655" y="2698542"/>
                  <a:ext cx="70920" cy="2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5C3D106B-5B37-9344-36B4-BBDF9FF70D57}"/>
                    </a:ext>
                  </a:extLst>
                </p14:cNvPr>
                <p14:cNvContentPartPr/>
                <p14:nvPr/>
              </p14:nvContentPartPr>
              <p14:xfrm>
                <a:off x="7094135" y="3236022"/>
                <a:ext cx="2781360" cy="17316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5C3D106B-5B37-9344-36B4-BBDF9FF70D57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7088015" y="3229902"/>
                  <a:ext cx="279360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49A915F7-E0C3-BDB3-86E6-0F0C73A6E406}"/>
                    </a:ext>
                  </a:extLst>
                </p14:cNvPr>
                <p14:cNvContentPartPr/>
                <p14:nvPr/>
              </p14:nvContentPartPr>
              <p14:xfrm>
                <a:off x="8224535" y="3222342"/>
                <a:ext cx="109080" cy="11412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49A915F7-E0C3-BDB3-86E6-0F0C73A6E406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8218415" y="3216222"/>
                  <a:ext cx="12132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7D09233D-1C7B-C3A9-927A-2F62FD30CE19}"/>
                    </a:ext>
                  </a:extLst>
                </p14:cNvPr>
                <p14:cNvContentPartPr/>
                <p14:nvPr/>
              </p14:nvContentPartPr>
              <p14:xfrm>
                <a:off x="6139055" y="1597662"/>
                <a:ext cx="584640" cy="63432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7D09233D-1C7B-C3A9-927A-2F62FD30CE19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6132935" y="1591542"/>
                  <a:ext cx="596880" cy="646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7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FB7B7689-C4F3-BD8A-F999-89C9882A1F2C}"/>
                  </a:ext>
                </a:extLst>
              </p14:cNvPr>
              <p14:cNvContentPartPr/>
              <p14:nvPr/>
            </p14:nvContentPartPr>
            <p14:xfrm>
              <a:off x="4939175" y="816462"/>
              <a:ext cx="491040" cy="550440"/>
            </p14:xfrm>
          </p:contentPart>
        </mc:Choice>
        <mc:Fallback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FB7B7689-C4F3-BD8A-F999-89C9882A1F2C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4933055" y="810342"/>
                <a:ext cx="503280" cy="56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DBD6665C-9347-04E9-CB10-FE49E731D948}"/>
                  </a:ext>
                </a:extLst>
              </p14:cNvPr>
              <p14:cNvContentPartPr/>
              <p14:nvPr/>
            </p14:nvContentPartPr>
            <p14:xfrm>
              <a:off x="4579895" y="1209582"/>
              <a:ext cx="177120" cy="137160"/>
            </p14:xfrm>
          </p:contentPart>
        </mc:Choice>
        <mc:Fallback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DBD6665C-9347-04E9-CB10-FE49E731D948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4570895" y="1200942"/>
                <a:ext cx="194760" cy="154800"/>
              </a:xfrm>
              <a:prstGeom prst="rect">
                <a:avLst/>
              </a:prstGeom>
            </p:spPr>
          </p:pic>
        </mc:Fallback>
      </mc:AlternateContent>
      <p:grpSp>
        <p:nvGrpSpPr>
          <p:cNvPr id="78" name="Group 77">
            <a:extLst>
              <a:ext uri="{FF2B5EF4-FFF2-40B4-BE49-F238E27FC236}">
                <a16:creationId xmlns:a16="http://schemas.microsoft.com/office/drawing/2014/main" id="{DB42D225-AF2D-4E2A-6313-55D784AD2D1C}"/>
              </a:ext>
            </a:extLst>
          </p:cNvPr>
          <p:cNvGrpSpPr/>
          <p:nvPr/>
        </p:nvGrpSpPr>
        <p:grpSpPr>
          <a:xfrm>
            <a:off x="5038895" y="1196622"/>
            <a:ext cx="369360" cy="173520"/>
            <a:chOff x="5038895" y="1196622"/>
            <a:chExt cx="369360" cy="173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CAAFF34D-6E7F-FA01-C48E-460872322CCD}"/>
                    </a:ext>
                  </a:extLst>
                </p14:cNvPr>
                <p14:cNvContentPartPr/>
                <p14:nvPr/>
              </p14:nvContentPartPr>
              <p14:xfrm>
                <a:off x="5038895" y="1196622"/>
                <a:ext cx="369360" cy="15012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CAAFF34D-6E7F-FA01-C48E-460872322CCD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5029895" y="1187622"/>
                  <a:ext cx="38700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1288E66A-639D-3269-8509-CFCDC1DB9D9D}"/>
                    </a:ext>
                  </a:extLst>
                </p14:cNvPr>
                <p14:cNvContentPartPr/>
                <p14:nvPr/>
              </p14:nvContentPartPr>
              <p14:xfrm>
                <a:off x="5109815" y="1268622"/>
                <a:ext cx="226080" cy="10152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1288E66A-639D-3269-8509-CFCDC1DB9D9D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5100815" y="1259622"/>
                  <a:ext cx="243720" cy="119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5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1E4187FF-6F48-653E-0336-829FE2207EBF}"/>
                  </a:ext>
                </a:extLst>
              </p14:cNvPr>
              <p14:cNvContentPartPr/>
              <p14:nvPr/>
            </p14:nvContentPartPr>
            <p14:xfrm>
              <a:off x="8712335" y="3259062"/>
              <a:ext cx="50040" cy="147600"/>
            </p14:xfrm>
          </p:contentPart>
        </mc:Choice>
        <mc:Fallback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1E4187FF-6F48-653E-0336-829FE2207EBF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8703695" y="3250422"/>
                <a:ext cx="67680" cy="16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7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9919E302-17B1-819F-6124-D725DE2EFF8C}"/>
                  </a:ext>
                </a:extLst>
              </p14:cNvPr>
              <p14:cNvContentPartPr/>
              <p14:nvPr/>
            </p14:nvContentPartPr>
            <p14:xfrm>
              <a:off x="8191775" y="3228462"/>
              <a:ext cx="141480" cy="104040"/>
            </p14:xfrm>
          </p:contentPart>
        </mc:Choice>
        <mc:Fallback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9919E302-17B1-819F-6124-D725DE2EFF8C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8183135" y="3219822"/>
                <a:ext cx="159120" cy="12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9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4DBF83A3-C5C5-D91D-8E2F-8611D3595BEB}"/>
                  </a:ext>
                </a:extLst>
              </p14:cNvPr>
              <p14:cNvContentPartPr/>
              <p14:nvPr/>
            </p14:nvContentPartPr>
            <p14:xfrm>
              <a:off x="9136775" y="2761902"/>
              <a:ext cx="137520" cy="107280"/>
            </p14:xfrm>
          </p:contentPart>
        </mc:Choice>
        <mc:Fallback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4DBF83A3-C5C5-D91D-8E2F-8611D3595BEB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9128135" y="2752902"/>
                <a:ext cx="155160" cy="124920"/>
              </a:xfrm>
              <a:prstGeom prst="rect">
                <a:avLst/>
              </a:prstGeom>
            </p:spPr>
          </p:pic>
        </mc:Fallback>
      </mc:AlternateContent>
      <p:grpSp>
        <p:nvGrpSpPr>
          <p:cNvPr id="96" name="Group 95">
            <a:extLst>
              <a:ext uri="{FF2B5EF4-FFF2-40B4-BE49-F238E27FC236}">
                <a16:creationId xmlns:a16="http://schemas.microsoft.com/office/drawing/2014/main" id="{55E72B36-7563-2268-7C50-354ED4FC5430}"/>
              </a:ext>
            </a:extLst>
          </p:cNvPr>
          <p:cNvGrpSpPr/>
          <p:nvPr/>
        </p:nvGrpSpPr>
        <p:grpSpPr>
          <a:xfrm>
            <a:off x="7692095" y="3065022"/>
            <a:ext cx="610200" cy="291600"/>
            <a:chOff x="7692095" y="3065022"/>
            <a:chExt cx="610200" cy="291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F04F5811-9963-C0BA-E4FC-58A73B7E4C25}"/>
                    </a:ext>
                  </a:extLst>
                </p14:cNvPr>
                <p14:cNvContentPartPr/>
                <p14:nvPr/>
              </p14:nvContentPartPr>
              <p14:xfrm>
                <a:off x="7692095" y="3065022"/>
                <a:ext cx="118800" cy="12384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F04F5811-9963-C0BA-E4FC-58A73B7E4C25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7683095" y="3056022"/>
                  <a:ext cx="13644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C0084472-4050-FE50-0DBF-2B94B61E3D93}"/>
                    </a:ext>
                  </a:extLst>
                </p14:cNvPr>
                <p14:cNvContentPartPr/>
                <p14:nvPr/>
              </p14:nvContentPartPr>
              <p14:xfrm>
                <a:off x="8159735" y="3219462"/>
                <a:ext cx="142560" cy="13716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C0084472-4050-FE50-0DBF-2B94B61E3D93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8150735" y="3210462"/>
                  <a:ext cx="160200" cy="154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5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E2C0C76A-0F7E-8425-A8BA-FC87767952A5}"/>
                  </a:ext>
                </a:extLst>
              </p14:cNvPr>
              <p14:cNvContentPartPr/>
              <p14:nvPr/>
            </p14:nvContentPartPr>
            <p14:xfrm>
              <a:off x="8273495" y="3259782"/>
              <a:ext cx="20520" cy="1800"/>
            </p14:xfrm>
          </p:contentPart>
        </mc:Choice>
        <mc:Fallback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E2C0C76A-0F7E-8425-A8BA-FC87767952A5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8264855" y="3251142"/>
                <a:ext cx="38160" cy="1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7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C29CACB9-4B58-F011-C463-F83293A93A14}"/>
                  </a:ext>
                </a:extLst>
              </p14:cNvPr>
              <p14:cNvContentPartPr/>
              <p14:nvPr/>
            </p14:nvContentPartPr>
            <p14:xfrm>
              <a:off x="9216695" y="2825262"/>
              <a:ext cx="21960" cy="6480"/>
            </p14:xfrm>
          </p:contentPart>
        </mc:Choice>
        <mc:Fallback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C29CACB9-4B58-F011-C463-F83293A93A14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9207695" y="2816262"/>
                <a:ext cx="39600" cy="2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9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id="{6FC89FBA-915F-ECED-406C-7AAD05A0B084}"/>
                  </a:ext>
                </a:extLst>
              </p14:cNvPr>
              <p14:cNvContentPartPr/>
              <p14:nvPr/>
            </p14:nvContentPartPr>
            <p14:xfrm>
              <a:off x="1836695" y="1512702"/>
              <a:ext cx="222120" cy="22680"/>
            </p14:xfrm>
          </p:contentPart>
        </mc:Choice>
        <mc:Fallback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id="{6FC89FBA-915F-ECED-406C-7AAD05A0B084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1828055" y="1504062"/>
                <a:ext cx="239760" cy="4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1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B7068EFD-5FCF-FBD5-4294-9E5CB33256D2}"/>
                  </a:ext>
                </a:extLst>
              </p14:cNvPr>
              <p14:cNvContentPartPr/>
              <p14:nvPr/>
            </p14:nvContentPartPr>
            <p14:xfrm>
              <a:off x="2866655" y="1471662"/>
              <a:ext cx="299160" cy="43200"/>
            </p14:xfrm>
          </p:contentPart>
        </mc:Choice>
        <mc:Fallback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B7068EFD-5FCF-FBD5-4294-9E5CB33256D2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2857655" y="1462662"/>
                <a:ext cx="316800" cy="6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3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B6DB7D2A-6B5D-BE51-5A3C-42353A7C847F}"/>
                  </a:ext>
                </a:extLst>
              </p14:cNvPr>
              <p14:cNvContentPartPr/>
              <p14:nvPr/>
            </p14:nvContentPartPr>
            <p14:xfrm>
              <a:off x="2275535" y="1489302"/>
              <a:ext cx="271080" cy="31680"/>
            </p14:xfrm>
          </p:contentPart>
        </mc:Choice>
        <mc:Fallback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B6DB7D2A-6B5D-BE51-5A3C-42353A7C847F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2266535" y="1480662"/>
                <a:ext cx="288720" cy="4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5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4426546E-F8AA-26B4-17C7-3E7703392297}"/>
                  </a:ext>
                </a:extLst>
              </p14:cNvPr>
              <p14:cNvContentPartPr/>
              <p14:nvPr/>
            </p14:nvContentPartPr>
            <p14:xfrm>
              <a:off x="3338255" y="1459422"/>
              <a:ext cx="505080" cy="51840"/>
            </p14:xfrm>
          </p:contentPart>
        </mc:Choice>
        <mc:Fallback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4426546E-F8AA-26B4-17C7-3E7703392297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3329255" y="1450422"/>
                <a:ext cx="522720" cy="6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7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5154ED7F-8C41-12A8-7BFA-899515B71B9D}"/>
                  </a:ext>
                </a:extLst>
              </p14:cNvPr>
              <p14:cNvContentPartPr/>
              <p14:nvPr/>
            </p14:nvContentPartPr>
            <p14:xfrm>
              <a:off x="1878455" y="1722582"/>
              <a:ext cx="204480" cy="37440"/>
            </p14:xfrm>
          </p:contentPart>
        </mc:Choice>
        <mc:Fallback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5154ED7F-8C41-12A8-7BFA-899515B71B9D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1869455" y="1713942"/>
                <a:ext cx="222120" cy="5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9">
            <p14:nvContentPartPr>
              <p14:cNvPr id="107" name="Ink 106">
                <a:extLst>
                  <a:ext uri="{FF2B5EF4-FFF2-40B4-BE49-F238E27FC236}">
                    <a16:creationId xmlns:a16="http://schemas.microsoft.com/office/drawing/2014/main" id="{40B4FFC3-C0F0-9CF3-3732-D93A43C9B620}"/>
                  </a:ext>
                </a:extLst>
              </p14:cNvPr>
              <p14:cNvContentPartPr/>
              <p14:nvPr/>
            </p14:nvContentPartPr>
            <p14:xfrm>
              <a:off x="2923175" y="1762182"/>
              <a:ext cx="714600" cy="52920"/>
            </p14:xfrm>
          </p:contentPart>
        </mc:Choice>
        <mc:Fallback>
          <p:pic>
            <p:nvPicPr>
              <p:cNvPr id="107" name="Ink 106">
                <a:extLst>
                  <a:ext uri="{FF2B5EF4-FFF2-40B4-BE49-F238E27FC236}">
                    <a16:creationId xmlns:a16="http://schemas.microsoft.com/office/drawing/2014/main" id="{40B4FFC3-C0F0-9CF3-3732-D93A43C9B620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2914175" y="1753182"/>
                <a:ext cx="732240" cy="70560"/>
              </a:xfrm>
              <a:prstGeom prst="rect">
                <a:avLst/>
              </a:prstGeom>
            </p:spPr>
          </p:pic>
        </mc:Fallback>
      </mc:AlternateContent>
      <p:grpSp>
        <p:nvGrpSpPr>
          <p:cNvPr id="114" name="Group 113">
            <a:extLst>
              <a:ext uri="{FF2B5EF4-FFF2-40B4-BE49-F238E27FC236}">
                <a16:creationId xmlns:a16="http://schemas.microsoft.com/office/drawing/2014/main" id="{0B5DAFE6-B412-73D8-5147-6C401CD56C6E}"/>
              </a:ext>
            </a:extLst>
          </p:cNvPr>
          <p:cNvGrpSpPr/>
          <p:nvPr/>
        </p:nvGrpSpPr>
        <p:grpSpPr>
          <a:xfrm>
            <a:off x="5686895" y="1212102"/>
            <a:ext cx="721440" cy="210240"/>
            <a:chOff x="5686895" y="1212102"/>
            <a:chExt cx="721440" cy="210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2E20BBCE-B625-9D54-9BBD-6C137383AB77}"/>
                    </a:ext>
                  </a:extLst>
                </p14:cNvPr>
                <p14:cNvContentPartPr/>
                <p14:nvPr/>
              </p14:nvContentPartPr>
              <p14:xfrm>
                <a:off x="5686895" y="1218582"/>
                <a:ext cx="498960" cy="14148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2E20BBCE-B625-9D54-9BBD-6C137383AB77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5678255" y="1209582"/>
                  <a:ext cx="51660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0B967A4B-3554-EC3E-7D5B-AB768F4A22CC}"/>
                    </a:ext>
                  </a:extLst>
                </p14:cNvPr>
                <p14:cNvContentPartPr/>
                <p14:nvPr/>
              </p14:nvContentPartPr>
              <p14:xfrm>
                <a:off x="5735855" y="1283382"/>
                <a:ext cx="393480" cy="13896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0B967A4B-3554-EC3E-7D5B-AB768F4A22CC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5726855" y="1274742"/>
                  <a:ext cx="41112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8ED066FE-351E-923E-B551-B6094AAEBDB5}"/>
                    </a:ext>
                  </a:extLst>
                </p14:cNvPr>
                <p14:cNvContentPartPr/>
                <p14:nvPr/>
              </p14:nvContentPartPr>
              <p14:xfrm>
                <a:off x="5848895" y="1212102"/>
                <a:ext cx="559440" cy="11772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8ED066FE-351E-923E-B551-B6094AAEBDB5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5839895" y="1203102"/>
                  <a:ext cx="577080" cy="135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7">
            <p14:nvContentPartPr>
              <p14:cNvPr id="126" name="Ink 125">
                <a:extLst>
                  <a:ext uri="{FF2B5EF4-FFF2-40B4-BE49-F238E27FC236}">
                    <a16:creationId xmlns:a16="http://schemas.microsoft.com/office/drawing/2014/main" id="{75F5D453-3110-FCF3-5982-ECF89B500E82}"/>
                  </a:ext>
                </a:extLst>
              </p14:cNvPr>
              <p14:cNvContentPartPr/>
              <p14:nvPr/>
            </p14:nvContentPartPr>
            <p14:xfrm>
              <a:off x="8493095" y="1516302"/>
              <a:ext cx="1590840" cy="160200"/>
            </p14:xfrm>
          </p:contentPart>
        </mc:Choice>
        <mc:Fallback>
          <p:pic>
            <p:nvPicPr>
              <p:cNvPr id="126" name="Ink 125">
                <a:extLst>
                  <a:ext uri="{FF2B5EF4-FFF2-40B4-BE49-F238E27FC236}">
                    <a16:creationId xmlns:a16="http://schemas.microsoft.com/office/drawing/2014/main" id="{75F5D453-3110-FCF3-5982-ECF89B500E82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8484455" y="1507662"/>
                <a:ext cx="1608480" cy="177840"/>
              </a:xfrm>
              <a:prstGeom prst="rect">
                <a:avLst/>
              </a:prstGeom>
            </p:spPr>
          </p:pic>
        </mc:Fallback>
      </mc:AlternateContent>
      <p:grpSp>
        <p:nvGrpSpPr>
          <p:cNvPr id="129" name="Group 128">
            <a:extLst>
              <a:ext uri="{FF2B5EF4-FFF2-40B4-BE49-F238E27FC236}">
                <a16:creationId xmlns:a16="http://schemas.microsoft.com/office/drawing/2014/main" id="{2F8C9681-3A72-0A93-6414-D479081173BC}"/>
              </a:ext>
            </a:extLst>
          </p:cNvPr>
          <p:cNvGrpSpPr/>
          <p:nvPr/>
        </p:nvGrpSpPr>
        <p:grpSpPr>
          <a:xfrm>
            <a:off x="2098775" y="2193462"/>
            <a:ext cx="417600" cy="130320"/>
            <a:chOff x="2098775" y="2193462"/>
            <a:chExt cx="417600" cy="130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843CD45C-79AE-C1F7-BDA8-67B58DF6595E}"/>
                    </a:ext>
                  </a:extLst>
                </p14:cNvPr>
                <p14:cNvContentPartPr/>
                <p14:nvPr/>
              </p14:nvContentPartPr>
              <p14:xfrm>
                <a:off x="2098775" y="2193462"/>
                <a:ext cx="203760" cy="12708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843CD45C-79AE-C1F7-BDA8-67B58DF6595E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2089775" y="2184822"/>
                  <a:ext cx="22140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F3EC93C4-9F64-AB11-53F4-E726EDB8C3A0}"/>
                    </a:ext>
                  </a:extLst>
                </p14:cNvPr>
                <p14:cNvContentPartPr/>
                <p14:nvPr/>
              </p14:nvContentPartPr>
              <p14:xfrm>
                <a:off x="2513495" y="2322342"/>
                <a:ext cx="2880" cy="144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F3EC93C4-9F64-AB11-53F4-E726EDB8C3A0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2504855" y="2313342"/>
                  <a:ext cx="2052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32FE77B6-8224-0161-2C85-01DF3C9F3139}"/>
                    </a:ext>
                  </a:extLst>
                </p14:cNvPr>
                <p14:cNvContentPartPr/>
                <p14:nvPr/>
              </p14:nvContentPartPr>
              <p14:xfrm>
                <a:off x="2486135" y="2303982"/>
                <a:ext cx="15120" cy="972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32FE77B6-8224-0161-2C85-01DF3C9F3139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2477135" y="2294982"/>
                  <a:ext cx="32760" cy="27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5">
            <p14:nvContentPartPr>
              <p14:cNvPr id="130" name="Ink 129">
                <a:extLst>
                  <a:ext uri="{FF2B5EF4-FFF2-40B4-BE49-F238E27FC236}">
                    <a16:creationId xmlns:a16="http://schemas.microsoft.com/office/drawing/2014/main" id="{4A42B1E1-DA6B-46F4-9CCF-FFCE03080EC5}"/>
                  </a:ext>
                </a:extLst>
              </p14:cNvPr>
              <p14:cNvContentPartPr/>
              <p14:nvPr/>
            </p14:nvContentPartPr>
            <p14:xfrm>
              <a:off x="2725895" y="2598462"/>
              <a:ext cx="106920" cy="2160"/>
            </p14:xfrm>
          </p:contentPart>
        </mc:Choice>
        <mc:Fallback>
          <p:pic>
            <p:nvPicPr>
              <p:cNvPr id="130" name="Ink 129">
                <a:extLst>
                  <a:ext uri="{FF2B5EF4-FFF2-40B4-BE49-F238E27FC236}">
                    <a16:creationId xmlns:a16="http://schemas.microsoft.com/office/drawing/2014/main" id="{4A42B1E1-DA6B-46F4-9CCF-FFCE03080EC5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2717255" y="2589822"/>
                <a:ext cx="124560" cy="19800"/>
              </a:xfrm>
              <a:prstGeom prst="rect">
                <a:avLst/>
              </a:prstGeom>
            </p:spPr>
          </p:pic>
        </mc:Fallback>
      </mc:AlternateContent>
      <p:grpSp>
        <p:nvGrpSpPr>
          <p:cNvPr id="142" name="Group 141">
            <a:extLst>
              <a:ext uri="{FF2B5EF4-FFF2-40B4-BE49-F238E27FC236}">
                <a16:creationId xmlns:a16="http://schemas.microsoft.com/office/drawing/2014/main" id="{8FEC3BA3-50BC-4E0C-D8EA-5E58185E949C}"/>
              </a:ext>
            </a:extLst>
          </p:cNvPr>
          <p:cNvGrpSpPr/>
          <p:nvPr/>
        </p:nvGrpSpPr>
        <p:grpSpPr>
          <a:xfrm>
            <a:off x="2714015" y="2849382"/>
            <a:ext cx="545400" cy="179280"/>
            <a:chOff x="2714015" y="2849382"/>
            <a:chExt cx="545400" cy="179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0C87A766-B186-3DF1-F5AC-C89A4B5E07BB}"/>
                    </a:ext>
                  </a:extLst>
                </p14:cNvPr>
                <p14:cNvContentPartPr/>
                <p14:nvPr/>
              </p14:nvContentPartPr>
              <p14:xfrm>
                <a:off x="2719415" y="2927502"/>
                <a:ext cx="12600" cy="3024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0C87A766-B186-3DF1-F5AC-C89A4B5E07BB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2710415" y="2918502"/>
                  <a:ext cx="3024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3134485D-8376-55DC-8073-565C1C1772DF}"/>
                    </a:ext>
                  </a:extLst>
                </p14:cNvPr>
                <p14:cNvContentPartPr/>
                <p14:nvPr/>
              </p14:nvContentPartPr>
              <p14:xfrm>
                <a:off x="2714015" y="2849382"/>
                <a:ext cx="545040" cy="9504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3134485D-8376-55DC-8073-565C1C1772DF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2705015" y="2840742"/>
                  <a:ext cx="56268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E7AE4913-79DF-CAEB-C06B-582900374AD2}"/>
                    </a:ext>
                  </a:extLst>
                </p14:cNvPr>
                <p14:cNvContentPartPr/>
                <p14:nvPr/>
              </p14:nvContentPartPr>
              <p14:xfrm>
                <a:off x="2743535" y="2900862"/>
                <a:ext cx="515880" cy="12780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E7AE4913-79DF-CAEB-C06B-582900374AD2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2734895" y="2891862"/>
                  <a:ext cx="533520" cy="145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2AFA67E5-751C-7FB2-17C4-D04110F82EE4}"/>
              </a:ext>
            </a:extLst>
          </p:cNvPr>
          <p:cNvGrpSpPr/>
          <p:nvPr/>
        </p:nvGrpSpPr>
        <p:grpSpPr>
          <a:xfrm>
            <a:off x="7731335" y="3083742"/>
            <a:ext cx="59400" cy="298800"/>
            <a:chOff x="7731335" y="3083742"/>
            <a:chExt cx="59400" cy="298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14EDE05B-8EF0-BEDA-F057-F187720DB08A}"/>
                    </a:ext>
                  </a:extLst>
                </p14:cNvPr>
                <p14:cNvContentPartPr/>
                <p14:nvPr/>
              </p14:nvContentPartPr>
              <p14:xfrm>
                <a:off x="7733855" y="3083742"/>
                <a:ext cx="45360" cy="20412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14EDE05B-8EF0-BEDA-F057-F187720DB08A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7725215" y="3075102"/>
                  <a:ext cx="6300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648C1A81-D7C5-0FFE-65A1-1D96AC0FD395}"/>
                    </a:ext>
                  </a:extLst>
                </p14:cNvPr>
                <p14:cNvContentPartPr/>
                <p14:nvPr/>
              </p14:nvContentPartPr>
              <p14:xfrm>
                <a:off x="7731335" y="3127302"/>
                <a:ext cx="46800" cy="25524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648C1A81-D7C5-0FFE-65A1-1D96AC0FD395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7722695" y="3118662"/>
                  <a:ext cx="6444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036CAE89-6395-2450-9257-33CD90F67ACE}"/>
                    </a:ext>
                  </a:extLst>
                </p14:cNvPr>
                <p14:cNvContentPartPr/>
                <p14:nvPr/>
              </p14:nvContentPartPr>
              <p14:xfrm>
                <a:off x="7738535" y="3138462"/>
                <a:ext cx="52200" cy="23904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036CAE89-6395-2450-9257-33CD90F67ACE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7729895" y="3129462"/>
                  <a:ext cx="6984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B4AD214E-C775-4C69-0A4D-4837C057CD29}"/>
                    </a:ext>
                  </a:extLst>
                </p14:cNvPr>
                <p14:cNvContentPartPr/>
                <p14:nvPr/>
              </p14:nvContentPartPr>
              <p14:xfrm>
                <a:off x="7749335" y="3218742"/>
                <a:ext cx="4680" cy="3204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B4AD214E-C775-4C69-0A4D-4837C057CD29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7740335" y="3210102"/>
                  <a:ext cx="22320" cy="49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4" name="Group 153">
            <a:extLst>
              <a:ext uri="{FF2B5EF4-FFF2-40B4-BE49-F238E27FC236}">
                <a16:creationId xmlns:a16="http://schemas.microsoft.com/office/drawing/2014/main" id="{8711D856-8013-DACE-D8CD-818519065A3B}"/>
              </a:ext>
            </a:extLst>
          </p:cNvPr>
          <p:cNvGrpSpPr/>
          <p:nvPr/>
        </p:nvGrpSpPr>
        <p:grpSpPr>
          <a:xfrm>
            <a:off x="2618975" y="3373182"/>
            <a:ext cx="802080" cy="99000"/>
            <a:chOff x="2618975" y="3373182"/>
            <a:chExt cx="802080" cy="99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C8C878CA-36A5-A0A6-F127-1B566C3AD70A}"/>
                    </a:ext>
                  </a:extLst>
                </p14:cNvPr>
                <p14:cNvContentPartPr/>
                <p14:nvPr/>
              </p14:nvContentPartPr>
              <p14:xfrm>
                <a:off x="2690615" y="3427182"/>
                <a:ext cx="2160" cy="2736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C8C878CA-36A5-A0A6-F127-1B566C3AD70A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2681615" y="3418182"/>
                  <a:ext cx="1980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97A03236-002B-9526-7044-16E740554650}"/>
                    </a:ext>
                  </a:extLst>
                </p14:cNvPr>
                <p14:cNvContentPartPr/>
                <p14:nvPr/>
              </p14:nvContentPartPr>
              <p14:xfrm>
                <a:off x="2635895" y="3444822"/>
                <a:ext cx="97200" cy="2556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97A03236-002B-9526-7044-16E740554650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2627255" y="3435822"/>
                  <a:ext cx="11484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BA1B219A-4773-8F73-3753-D43C4E48F73F}"/>
                    </a:ext>
                  </a:extLst>
                </p14:cNvPr>
                <p14:cNvContentPartPr/>
                <p14:nvPr/>
              </p14:nvContentPartPr>
              <p14:xfrm>
                <a:off x="2618975" y="3413862"/>
                <a:ext cx="724680" cy="4860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BA1B219A-4773-8F73-3753-D43C4E48F73F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2610335" y="3405222"/>
                  <a:ext cx="74232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1CF9CBF7-60E0-3BE6-1A6B-54195875FF4D}"/>
                    </a:ext>
                  </a:extLst>
                </p14:cNvPr>
                <p14:cNvContentPartPr/>
                <p14:nvPr/>
              </p14:nvContentPartPr>
              <p14:xfrm>
                <a:off x="2680175" y="3373182"/>
                <a:ext cx="740880" cy="9900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1CF9CBF7-60E0-3BE6-1A6B-54195875FF4D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2671535" y="3364542"/>
                  <a:ext cx="758520" cy="116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9">
            <p14:nvContentPartPr>
              <p14:cNvPr id="155" name="Ink 154">
                <a:extLst>
                  <a:ext uri="{FF2B5EF4-FFF2-40B4-BE49-F238E27FC236}">
                    <a16:creationId xmlns:a16="http://schemas.microsoft.com/office/drawing/2014/main" id="{7BCC4803-F16B-1C37-0E0C-68F89655EB76}"/>
                  </a:ext>
                </a:extLst>
              </p14:cNvPr>
              <p14:cNvContentPartPr/>
              <p14:nvPr/>
            </p14:nvContentPartPr>
            <p14:xfrm>
              <a:off x="2372015" y="3685662"/>
              <a:ext cx="220680" cy="48960"/>
            </p14:xfrm>
          </p:contentPart>
        </mc:Choice>
        <mc:Fallback>
          <p:pic>
            <p:nvPicPr>
              <p:cNvPr id="155" name="Ink 154">
                <a:extLst>
                  <a:ext uri="{FF2B5EF4-FFF2-40B4-BE49-F238E27FC236}">
                    <a16:creationId xmlns:a16="http://schemas.microsoft.com/office/drawing/2014/main" id="{7BCC4803-F16B-1C37-0E0C-68F89655EB76}"/>
                  </a:ext>
                </a:extLst>
              </p:cNvPr>
              <p:cNvPicPr/>
              <p:nvPr/>
            </p:nvPicPr>
            <p:blipFill>
              <a:blip r:embed="rId110"/>
              <a:stretch>
                <a:fillRect/>
              </a:stretch>
            </p:blipFill>
            <p:spPr>
              <a:xfrm>
                <a:off x="2363375" y="3676662"/>
                <a:ext cx="238320" cy="6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1">
            <p14:nvContentPartPr>
              <p14:cNvPr id="172" name="Ink 171">
                <a:extLst>
                  <a:ext uri="{FF2B5EF4-FFF2-40B4-BE49-F238E27FC236}">
                    <a16:creationId xmlns:a16="http://schemas.microsoft.com/office/drawing/2014/main" id="{B2D67F44-282A-5F1C-CAD2-56409A9E8903}"/>
                  </a:ext>
                </a:extLst>
              </p14:cNvPr>
              <p14:cNvContentPartPr/>
              <p14:nvPr/>
            </p14:nvContentPartPr>
            <p14:xfrm>
              <a:off x="3808055" y="4248702"/>
              <a:ext cx="642240" cy="63000"/>
            </p14:xfrm>
          </p:contentPart>
        </mc:Choice>
        <mc:Fallback>
          <p:pic>
            <p:nvPicPr>
              <p:cNvPr id="172" name="Ink 171">
                <a:extLst>
                  <a:ext uri="{FF2B5EF4-FFF2-40B4-BE49-F238E27FC236}">
                    <a16:creationId xmlns:a16="http://schemas.microsoft.com/office/drawing/2014/main" id="{B2D67F44-282A-5F1C-CAD2-56409A9E8903}"/>
                  </a:ext>
                </a:extLst>
              </p:cNvPr>
              <p:cNvPicPr/>
              <p:nvPr/>
            </p:nvPicPr>
            <p:blipFill>
              <a:blip r:embed="rId112"/>
              <a:stretch>
                <a:fillRect/>
              </a:stretch>
            </p:blipFill>
            <p:spPr>
              <a:xfrm>
                <a:off x="3799055" y="4240062"/>
                <a:ext cx="659880" cy="8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3">
            <p14:nvContentPartPr>
              <p14:cNvPr id="183" name="Ink 182">
                <a:extLst>
                  <a:ext uri="{FF2B5EF4-FFF2-40B4-BE49-F238E27FC236}">
                    <a16:creationId xmlns:a16="http://schemas.microsoft.com/office/drawing/2014/main" id="{EC61B352-53D3-7FC4-8ECD-3F9515156163}"/>
                  </a:ext>
                </a:extLst>
              </p14:cNvPr>
              <p14:cNvContentPartPr/>
              <p14:nvPr/>
            </p14:nvContentPartPr>
            <p14:xfrm>
              <a:off x="7656095" y="3960702"/>
              <a:ext cx="387720" cy="113400"/>
            </p14:xfrm>
          </p:contentPart>
        </mc:Choice>
        <mc:Fallback>
          <p:pic>
            <p:nvPicPr>
              <p:cNvPr id="183" name="Ink 182">
                <a:extLst>
                  <a:ext uri="{FF2B5EF4-FFF2-40B4-BE49-F238E27FC236}">
                    <a16:creationId xmlns:a16="http://schemas.microsoft.com/office/drawing/2014/main" id="{EC61B352-53D3-7FC4-8ECD-3F9515156163}"/>
                  </a:ext>
                </a:extLst>
              </p:cNvPr>
              <p:cNvPicPr/>
              <p:nvPr/>
            </p:nvPicPr>
            <p:blipFill>
              <a:blip r:embed="rId114"/>
              <a:stretch>
                <a:fillRect/>
              </a:stretch>
            </p:blipFill>
            <p:spPr>
              <a:xfrm>
                <a:off x="7647095" y="3951702"/>
                <a:ext cx="405360" cy="131040"/>
              </a:xfrm>
              <a:prstGeom prst="rect">
                <a:avLst/>
              </a:prstGeom>
            </p:spPr>
          </p:pic>
        </mc:Fallback>
      </mc:AlternateContent>
      <p:grpSp>
        <p:nvGrpSpPr>
          <p:cNvPr id="186" name="Group 185">
            <a:extLst>
              <a:ext uri="{FF2B5EF4-FFF2-40B4-BE49-F238E27FC236}">
                <a16:creationId xmlns:a16="http://schemas.microsoft.com/office/drawing/2014/main" id="{C07855F3-8B98-9D6E-137C-A2614E4751D7}"/>
              </a:ext>
            </a:extLst>
          </p:cNvPr>
          <p:cNvGrpSpPr/>
          <p:nvPr/>
        </p:nvGrpSpPr>
        <p:grpSpPr>
          <a:xfrm>
            <a:off x="7574735" y="4184262"/>
            <a:ext cx="318960" cy="82440"/>
            <a:chOff x="7574735" y="4184262"/>
            <a:chExt cx="318960" cy="82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8C807FFB-3E07-8C3F-54EC-976DAEAF2635}"/>
                    </a:ext>
                  </a:extLst>
                </p14:cNvPr>
                <p14:cNvContentPartPr/>
                <p14:nvPr/>
              </p14:nvContentPartPr>
              <p14:xfrm>
                <a:off x="7574735" y="4184262"/>
                <a:ext cx="318960" cy="5040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8C807FFB-3E07-8C3F-54EC-976DAEAF2635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7565735" y="4175622"/>
                  <a:ext cx="33660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721755FC-D95D-DCAC-D844-3279C13BB492}"/>
                    </a:ext>
                  </a:extLst>
                </p14:cNvPr>
                <p14:cNvContentPartPr/>
                <p14:nvPr/>
              </p14:nvContentPartPr>
              <p14:xfrm>
                <a:off x="7650335" y="4246182"/>
                <a:ext cx="175320" cy="2052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721755FC-D95D-DCAC-D844-3279C13BB492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7641695" y="4237182"/>
                  <a:ext cx="192960" cy="38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9" name="Group 188">
            <a:extLst>
              <a:ext uri="{FF2B5EF4-FFF2-40B4-BE49-F238E27FC236}">
                <a16:creationId xmlns:a16="http://schemas.microsoft.com/office/drawing/2014/main" id="{C97D0665-2732-4FB7-8D70-316536BE49D2}"/>
              </a:ext>
            </a:extLst>
          </p:cNvPr>
          <p:cNvGrpSpPr/>
          <p:nvPr/>
        </p:nvGrpSpPr>
        <p:grpSpPr>
          <a:xfrm>
            <a:off x="8994935" y="4042782"/>
            <a:ext cx="219240" cy="112320"/>
            <a:chOff x="8994935" y="4042782"/>
            <a:chExt cx="219240" cy="112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2E6F7E0D-2126-9267-C449-8C0B663E68AF}"/>
                    </a:ext>
                  </a:extLst>
                </p14:cNvPr>
                <p14:cNvContentPartPr/>
                <p14:nvPr/>
              </p14:nvContentPartPr>
              <p14:xfrm>
                <a:off x="8994935" y="4042782"/>
                <a:ext cx="23040" cy="4392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2E6F7E0D-2126-9267-C449-8C0B663E68AF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8985935" y="4033782"/>
                  <a:ext cx="4068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B84819E8-BDA9-B2D6-DADB-B5A0D80F93F8}"/>
                    </a:ext>
                  </a:extLst>
                </p14:cNvPr>
                <p14:cNvContentPartPr/>
                <p14:nvPr/>
              </p14:nvContentPartPr>
              <p14:xfrm>
                <a:off x="9113015" y="4116582"/>
                <a:ext cx="101160" cy="3852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B84819E8-BDA9-B2D6-DADB-B5A0D80F93F8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9104375" y="4107942"/>
                  <a:ext cx="118800" cy="56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3" name="Group 192">
            <a:extLst>
              <a:ext uri="{FF2B5EF4-FFF2-40B4-BE49-F238E27FC236}">
                <a16:creationId xmlns:a16="http://schemas.microsoft.com/office/drawing/2014/main" id="{BA76C092-209A-D02B-5355-B1C669CA4686}"/>
              </a:ext>
            </a:extLst>
          </p:cNvPr>
          <p:cNvGrpSpPr/>
          <p:nvPr/>
        </p:nvGrpSpPr>
        <p:grpSpPr>
          <a:xfrm>
            <a:off x="2261495" y="3659022"/>
            <a:ext cx="4860000" cy="843840"/>
            <a:chOff x="2261495" y="3659022"/>
            <a:chExt cx="4860000" cy="843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E67C6730-5E77-2F91-5862-3A1A94D105FF}"/>
                    </a:ext>
                  </a:extLst>
                </p14:cNvPr>
                <p14:cNvContentPartPr/>
                <p14:nvPr/>
              </p14:nvContentPartPr>
              <p14:xfrm>
                <a:off x="2846135" y="3963582"/>
                <a:ext cx="254880" cy="2376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E67C6730-5E77-2F91-5862-3A1A94D105FF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2837495" y="3954942"/>
                  <a:ext cx="27252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ABA74AFE-2DC3-7464-7E97-559940D18266}"/>
                    </a:ext>
                  </a:extLst>
                </p14:cNvPr>
                <p14:cNvContentPartPr/>
                <p14:nvPr/>
              </p14:nvContentPartPr>
              <p14:xfrm>
                <a:off x="3466055" y="3931902"/>
                <a:ext cx="229680" cy="6408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ABA74AFE-2DC3-7464-7E97-559940D18266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3457415" y="3923262"/>
                  <a:ext cx="24732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8A6966A3-F5AB-B5CD-BB8E-283D9C9B0845}"/>
                    </a:ext>
                  </a:extLst>
                </p14:cNvPr>
                <p14:cNvContentPartPr/>
                <p14:nvPr/>
              </p14:nvContentPartPr>
              <p14:xfrm>
                <a:off x="3706535" y="3899502"/>
                <a:ext cx="3414960" cy="40248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8A6966A3-F5AB-B5CD-BB8E-283D9C9B0845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3697895" y="3890862"/>
                  <a:ext cx="3432600" cy="42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25B36DE1-CFDB-A200-152A-44EDDF22F09E}"/>
                    </a:ext>
                  </a:extLst>
                </p14:cNvPr>
                <p14:cNvContentPartPr/>
                <p14:nvPr/>
              </p14:nvContentPartPr>
              <p14:xfrm>
                <a:off x="3059255" y="4254462"/>
                <a:ext cx="2160" cy="108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25B36DE1-CFDB-A200-152A-44EDDF22F09E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3050255" y="4245822"/>
                  <a:ext cx="1980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8F648B3C-DC04-8644-FCAE-4B17E00380B7}"/>
                    </a:ext>
                  </a:extLst>
                </p14:cNvPr>
                <p14:cNvContentPartPr/>
                <p14:nvPr/>
              </p14:nvContentPartPr>
              <p14:xfrm>
                <a:off x="2880695" y="4282902"/>
                <a:ext cx="795960" cy="2304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8F648B3C-DC04-8644-FCAE-4B17E00380B7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2872055" y="4273902"/>
                  <a:ext cx="81360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5B7E241B-2EEB-5EAE-B199-52334E2A0B85}"/>
                    </a:ext>
                  </a:extLst>
                </p14:cNvPr>
                <p14:cNvContentPartPr/>
                <p14:nvPr/>
              </p14:nvContentPartPr>
              <p14:xfrm>
                <a:off x="2909135" y="4260582"/>
                <a:ext cx="744480" cy="7740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5B7E241B-2EEB-5EAE-B199-52334E2A0B85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2900135" y="4251942"/>
                  <a:ext cx="76212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364DF9FD-4ECE-2851-42FF-87CEB2523890}"/>
                    </a:ext>
                  </a:extLst>
                </p14:cNvPr>
                <p14:cNvContentPartPr/>
                <p14:nvPr/>
              </p14:nvContentPartPr>
              <p14:xfrm>
                <a:off x="3009215" y="4287222"/>
                <a:ext cx="641160" cy="1944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364DF9FD-4ECE-2851-42FF-87CEB2523890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3000575" y="4278582"/>
                  <a:ext cx="65880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13831F6C-7E5C-24EC-803E-074D718A77B7}"/>
                    </a:ext>
                  </a:extLst>
                </p14:cNvPr>
                <p14:cNvContentPartPr/>
                <p14:nvPr/>
              </p14:nvContentPartPr>
              <p14:xfrm>
                <a:off x="4505735" y="3748662"/>
                <a:ext cx="25920" cy="468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13831F6C-7E5C-24EC-803E-074D718A77B7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4497095" y="3740022"/>
                  <a:ext cx="4356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A1159A9B-124C-2AB6-5AB7-F4195E532F12}"/>
                    </a:ext>
                  </a:extLst>
                </p14:cNvPr>
                <p14:cNvContentPartPr/>
                <p14:nvPr/>
              </p14:nvContentPartPr>
              <p14:xfrm>
                <a:off x="4895255" y="3702222"/>
                <a:ext cx="277920" cy="5976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A1159A9B-124C-2AB6-5AB7-F4195E532F12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4886615" y="3693222"/>
                  <a:ext cx="29556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7B68738B-6CC1-70CA-1A4C-8F1B7E968891}"/>
                    </a:ext>
                  </a:extLst>
                </p14:cNvPr>
                <p14:cNvContentPartPr/>
                <p14:nvPr/>
              </p14:nvContentPartPr>
              <p14:xfrm>
                <a:off x="4394135" y="3659022"/>
                <a:ext cx="1013400" cy="10836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7B68738B-6CC1-70CA-1A4C-8F1B7E968891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4385495" y="3650382"/>
                  <a:ext cx="103104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FD3AAF64-5BB0-A95A-2EC3-12D2CFEB022E}"/>
                    </a:ext>
                  </a:extLst>
                </p14:cNvPr>
                <p14:cNvContentPartPr/>
                <p14:nvPr/>
              </p14:nvContentPartPr>
              <p14:xfrm>
                <a:off x="4885895" y="3794382"/>
                <a:ext cx="826200" cy="61452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FD3AAF64-5BB0-A95A-2EC3-12D2CFEB022E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4876895" y="3785382"/>
                  <a:ext cx="843840" cy="63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70B2E3F4-2E7A-0FDE-7AF4-AE8535BAFF07}"/>
                    </a:ext>
                  </a:extLst>
                </p14:cNvPr>
                <p14:cNvContentPartPr/>
                <p14:nvPr/>
              </p14:nvContentPartPr>
              <p14:xfrm>
                <a:off x="6264695" y="3977622"/>
                <a:ext cx="5400" cy="396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70B2E3F4-2E7A-0FDE-7AF4-AE8535BAFF07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6255695" y="3968982"/>
                  <a:ext cx="2304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4917047D-16D2-C069-C8C6-EE13A867EFE4}"/>
                    </a:ext>
                  </a:extLst>
                </p14:cNvPr>
                <p14:cNvContentPartPr/>
                <p14:nvPr/>
              </p14:nvContentPartPr>
              <p14:xfrm>
                <a:off x="6824495" y="4049982"/>
                <a:ext cx="46800" cy="5436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4917047D-16D2-C069-C8C6-EE13A867EFE4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6815495" y="4041342"/>
                  <a:ext cx="6444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B396F9F0-24B3-7403-9A12-0E469397FFB9}"/>
                    </a:ext>
                  </a:extLst>
                </p14:cNvPr>
                <p14:cNvContentPartPr/>
                <p14:nvPr/>
              </p14:nvContentPartPr>
              <p14:xfrm>
                <a:off x="2261495" y="3822822"/>
                <a:ext cx="185760" cy="68004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B396F9F0-24B3-7403-9A12-0E469397FFB9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2252495" y="3813822"/>
                  <a:ext cx="203400" cy="69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78A0B0FB-02E6-B82F-0BDF-45795906F6A3}"/>
                    </a:ext>
                  </a:extLst>
                </p14:cNvPr>
                <p14:cNvContentPartPr/>
                <p14:nvPr/>
              </p14:nvContentPartPr>
              <p14:xfrm>
                <a:off x="2705735" y="4134222"/>
                <a:ext cx="151560" cy="1764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78A0B0FB-02E6-B82F-0BDF-45795906F6A3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2697095" y="4125582"/>
                  <a:ext cx="16920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F47DC09C-E543-8E04-7747-313E8493E268}"/>
                    </a:ext>
                  </a:extLst>
                </p14:cNvPr>
                <p14:cNvContentPartPr/>
                <p14:nvPr/>
              </p14:nvContentPartPr>
              <p14:xfrm>
                <a:off x="2681975" y="4066542"/>
                <a:ext cx="215640" cy="14004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F47DC09C-E543-8E04-7747-313E8493E268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2672975" y="4057902"/>
                  <a:ext cx="233280" cy="157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8" name="Group 207">
            <a:extLst>
              <a:ext uri="{FF2B5EF4-FFF2-40B4-BE49-F238E27FC236}">
                <a16:creationId xmlns:a16="http://schemas.microsoft.com/office/drawing/2014/main" id="{40AAB15B-E023-F45D-D401-0790D31C94FF}"/>
              </a:ext>
            </a:extLst>
          </p:cNvPr>
          <p:cNvGrpSpPr/>
          <p:nvPr/>
        </p:nvGrpSpPr>
        <p:grpSpPr>
          <a:xfrm>
            <a:off x="2069975" y="4654422"/>
            <a:ext cx="3917520" cy="503280"/>
            <a:chOff x="2069975" y="4654422"/>
            <a:chExt cx="3917520" cy="503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0FFE5D46-594F-0EE2-447D-6FB5F5BF4758}"/>
                    </a:ext>
                  </a:extLst>
                </p14:cNvPr>
                <p14:cNvContentPartPr/>
                <p14:nvPr/>
              </p14:nvContentPartPr>
              <p14:xfrm>
                <a:off x="2069975" y="4723542"/>
                <a:ext cx="211680" cy="1656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0FFE5D46-594F-0EE2-447D-6FB5F5BF4758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2061335" y="4714902"/>
                  <a:ext cx="22932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56731EA5-D690-A60A-CF4A-4860FE60B208}"/>
                    </a:ext>
                  </a:extLst>
                </p14:cNvPr>
                <p14:cNvContentPartPr/>
                <p14:nvPr/>
              </p14:nvContentPartPr>
              <p14:xfrm>
                <a:off x="2241695" y="4654422"/>
                <a:ext cx="112320" cy="15264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56731EA5-D690-A60A-CF4A-4860FE60B208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2232695" y="4645782"/>
                  <a:ext cx="12996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79A8AFFD-B3BC-9681-1EA8-DCE238E4E9D7}"/>
                    </a:ext>
                  </a:extLst>
                </p14:cNvPr>
                <p14:cNvContentPartPr/>
                <p14:nvPr/>
              </p14:nvContentPartPr>
              <p14:xfrm>
                <a:off x="2406935" y="4839462"/>
                <a:ext cx="246960" cy="3204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79A8AFFD-B3BC-9681-1EA8-DCE238E4E9D7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2397935" y="4830822"/>
                  <a:ext cx="26460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2CC61E04-DB19-718E-72CD-8EDAB3C86763}"/>
                    </a:ext>
                  </a:extLst>
                </p14:cNvPr>
                <p14:cNvContentPartPr/>
                <p14:nvPr/>
              </p14:nvContentPartPr>
              <p14:xfrm>
                <a:off x="2787455" y="4813542"/>
                <a:ext cx="382320" cy="2916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2CC61E04-DB19-718E-72CD-8EDAB3C86763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2778455" y="4804542"/>
                  <a:ext cx="39996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3A32E34A-1925-B422-4749-62A6DFCE0A74}"/>
                    </a:ext>
                  </a:extLst>
                </p14:cNvPr>
                <p14:cNvContentPartPr/>
                <p14:nvPr/>
              </p14:nvContentPartPr>
              <p14:xfrm>
                <a:off x="4298735" y="4836582"/>
                <a:ext cx="281520" cy="1548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3A32E34A-1925-B422-4749-62A6DFCE0A74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4290095" y="4827582"/>
                  <a:ext cx="29916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E87C32E6-9FD5-2A8B-3C82-816E904E59AD}"/>
                    </a:ext>
                  </a:extLst>
                </p14:cNvPr>
                <p14:cNvContentPartPr/>
                <p14:nvPr/>
              </p14:nvContentPartPr>
              <p14:xfrm>
                <a:off x="4758815" y="4849902"/>
                <a:ext cx="286200" cy="1872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E87C32E6-9FD5-2A8B-3C82-816E904E59AD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4749815" y="4840902"/>
                  <a:ext cx="30384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C7B3DE6E-CD5C-C48C-E854-698DE8CE4D57}"/>
                    </a:ext>
                  </a:extLst>
                </p14:cNvPr>
                <p14:cNvContentPartPr/>
                <p14:nvPr/>
              </p14:nvContentPartPr>
              <p14:xfrm>
                <a:off x="3347255" y="4842342"/>
                <a:ext cx="206640" cy="2052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C7B3DE6E-CD5C-C48C-E854-698DE8CE4D57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3338255" y="4833702"/>
                  <a:ext cx="22428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9FEA7616-3D27-7A23-4D11-4808DD1B5D0D}"/>
                    </a:ext>
                  </a:extLst>
                </p14:cNvPr>
                <p14:cNvContentPartPr/>
                <p14:nvPr/>
              </p14:nvContentPartPr>
              <p14:xfrm>
                <a:off x="5290535" y="4829742"/>
                <a:ext cx="231120" cy="2916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9FEA7616-3D27-7A23-4D11-4808DD1B5D0D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5281895" y="4820742"/>
                  <a:ext cx="24876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1ECAA929-D212-DA1F-8D44-CB08AA267424}"/>
                    </a:ext>
                  </a:extLst>
                </p14:cNvPr>
                <p14:cNvContentPartPr/>
                <p14:nvPr/>
              </p14:nvContentPartPr>
              <p14:xfrm>
                <a:off x="3712655" y="4847382"/>
                <a:ext cx="395280" cy="2592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1ECAA929-D212-DA1F-8D44-CB08AA267424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3704015" y="4838742"/>
                  <a:ext cx="41292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DA80D7BD-C338-B6F7-9E71-2490898F7271}"/>
                    </a:ext>
                  </a:extLst>
                </p14:cNvPr>
                <p14:cNvContentPartPr/>
                <p14:nvPr/>
              </p14:nvContentPartPr>
              <p14:xfrm>
                <a:off x="5678615" y="4870782"/>
                <a:ext cx="308880" cy="2124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DA80D7BD-C338-B6F7-9E71-2490898F7271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5669615" y="4861782"/>
                  <a:ext cx="32652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17B8F958-B8F5-0A53-6801-975504330161}"/>
                    </a:ext>
                  </a:extLst>
                </p14:cNvPr>
                <p14:cNvContentPartPr/>
                <p14:nvPr/>
              </p14:nvContentPartPr>
              <p14:xfrm>
                <a:off x="2320895" y="4762422"/>
                <a:ext cx="995760" cy="39528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17B8F958-B8F5-0A53-6801-975504330161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2312255" y="4753422"/>
                  <a:ext cx="1013400" cy="412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4" name="Group 213">
            <a:extLst>
              <a:ext uri="{FF2B5EF4-FFF2-40B4-BE49-F238E27FC236}">
                <a16:creationId xmlns:a16="http://schemas.microsoft.com/office/drawing/2014/main" id="{C3D0895D-6131-9C22-D5E7-AB855F24AF4C}"/>
              </a:ext>
            </a:extLst>
          </p:cNvPr>
          <p:cNvGrpSpPr/>
          <p:nvPr/>
        </p:nvGrpSpPr>
        <p:grpSpPr>
          <a:xfrm>
            <a:off x="8233175" y="2973942"/>
            <a:ext cx="1495440" cy="1004040"/>
            <a:chOff x="8233175" y="2973942"/>
            <a:chExt cx="1495440" cy="1004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AE41D4D5-D152-B82A-1C41-7D67A7D3401E}"/>
                    </a:ext>
                  </a:extLst>
                </p14:cNvPr>
                <p14:cNvContentPartPr/>
                <p14:nvPr/>
              </p14:nvContentPartPr>
              <p14:xfrm>
                <a:off x="8354135" y="3754062"/>
                <a:ext cx="357480" cy="10512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AE41D4D5-D152-B82A-1C41-7D67A7D3401E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8345495" y="3745422"/>
                  <a:ext cx="37512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CF8C3CCE-A3B4-F093-9E1E-61437B21FE24}"/>
                    </a:ext>
                  </a:extLst>
                </p14:cNvPr>
                <p14:cNvContentPartPr/>
                <p14:nvPr/>
              </p14:nvContentPartPr>
              <p14:xfrm>
                <a:off x="8233175" y="3780702"/>
                <a:ext cx="113400" cy="11484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CF8C3CCE-A3B4-F093-9E1E-61437B21FE24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8224535" y="3772062"/>
                  <a:ext cx="13104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9DC10800-6544-65BE-5DAD-A7AB9819756D}"/>
                    </a:ext>
                  </a:extLst>
                </p14:cNvPr>
                <p14:cNvContentPartPr/>
                <p14:nvPr/>
              </p14:nvContentPartPr>
              <p14:xfrm>
                <a:off x="8679215" y="3492342"/>
                <a:ext cx="243720" cy="16956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9DC10800-6544-65BE-5DAD-A7AB9819756D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8670575" y="3483702"/>
                  <a:ext cx="26136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F15BAAAC-972B-74F5-CE08-740C1603E80F}"/>
                    </a:ext>
                  </a:extLst>
                </p14:cNvPr>
                <p14:cNvContentPartPr/>
                <p14:nvPr/>
              </p14:nvContentPartPr>
              <p14:xfrm>
                <a:off x="8945255" y="3261582"/>
                <a:ext cx="24480" cy="11700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F15BAAAC-972B-74F5-CE08-740C1603E80F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8936255" y="3252942"/>
                  <a:ext cx="4212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C949607F-1F88-2612-9868-F73F38CB48E0}"/>
                    </a:ext>
                  </a:extLst>
                </p14:cNvPr>
                <p14:cNvContentPartPr/>
                <p14:nvPr/>
              </p14:nvContentPartPr>
              <p14:xfrm>
                <a:off x="8985575" y="3451302"/>
                <a:ext cx="132120" cy="21492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C949607F-1F88-2612-9868-F73F38CB48E0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8976935" y="3442662"/>
                  <a:ext cx="14976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E60D0E64-C7E6-D7BC-7C5C-401548153663}"/>
                    </a:ext>
                  </a:extLst>
                </p14:cNvPr>
                <p14:cNvContentPartPr/>
                <p14:nvPr/>
              </p14:nvContentPartPr>
              <p14:xfrm>
                <a:off x="8996735" y="3788622"/>
                <a:ext cx="113760" cy="10044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E60D0E64-C7E6-D7BC-7C5C-401548153663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8987735" y="3779622"/>
                  <a:ext cx="13140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D0A16F1C-2CA5-F14D-41C1-E8D8F42B469F}"/>
                    </a:ext>
                  </a:extLst>
                </p14:cNvPr>
                <p14:cNvContentPartPr/>
                <p14:nvPr/>
              </p14:nvContentPartPr>
              <p14:xfrm>
                <a:off x="9173855" y="3736422"/>
                <a:ext cx="20880" cy="12276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D0A16F1C-2CA5-F14D-41C1-E8D8F42B469F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9164855" y="3727422"/>
                  <a:ext cx="3852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F43CE2FB-F235-72AF-98EC-64B883EECAB3}"/>
                    </a:ext>
                  </a:extLst>
                </p14:cNvPr>
                <p14:cNvContentPartPr/>
                <p14:nvPr/>
              </p14:nvContentPartPr>
              <p14:xfrm>
                <a:off x="9141095" y="3806262"/>
                <a:ext cx="119160" cy="1332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F43CE2FB-F235-72AF-98EC-64B883EECAB3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9132455" y="3797262"/>
                  <a:ext cx="13680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F1196EAD-5A7E-04E7-841A-390E3A372242}"/>
                    </a:ext>
                  </a:extLst>
                </p14:cNvPr>
                <p14:cNvContentPartPr/>
                <p14:nvPr/>
              </p14:nvContentPartPr>
              <p14:xfrm>
                <a:off x="9309575" y="3706902"/>
                <a:ext cx="191520" cy="18108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F1196EAD-5A7E-04E7-841A-390E3A372242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9300935" y="3697902"/>
                  <a:ext cx="20916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558E7C34-0E42-3C16-1F76-71821123E409}"/>
                    </a:ext>
                  </a:extLst>
                </p14:cNvPr>
                <p14:cNvContentPartPr/>
                <p14:nvPr/>
              </p14:nvContentPartPr>
              <p14:xfrm>
                <a:off x="9026615" y="3641742"/>
                <a:ext cx="21960" cy="936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558E7C34-0E42-3C16-1F76-71821123E409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9017975" y="3632742"/>
                  <a:ext cx="3960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E114BBD9-9121-F3D0-2E8D-F0035A4EE5ED}"/>
                    </a:ext>
                  </a:extLst>
                </p14:cNvPr>
                <p14:cNvContentPartPr/>
                <p14:nvPr/>
              </p14:nvContentPartPr>
              <p14:xfrm>
                <a:off x="8746535" y="3136302"/>
                <a:ext cx="4320" cy="1728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E114BBD9-9121-F3D0-2E8D-F0035A4EE5ED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8737535" y="3127662"/>
                  <a:ext cx="2196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B90D2C99-E095-1960-E70C-8B3234C13A72}"/>
                    </a:ext>
                  </a:extLst>
                </p14:cNvPr>
                <p14:cNvContentPartPr/>
                <p14:nvPr/>
              </p14:nvContentPartPr>
              <p14:xfrm>
                <a:off x="8739335" y="3122622"/>
                <a:ext cx="17640" cy="4608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B90D2C99-E095-1960-E70C-8B3234C13A72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8730695" y="3113622"/>
                  <a:ext cx="3528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980D55A7-6E90-9675-33C6-C1F4A8AA65D6}"/>
                    </a:ext>
                  </a:extLst>
                </p14:cNvPr>
                <p14:cNvContentPartPr/>
                <p14:nvPr/>
              </p14:nvContentPartPr>
              <p14:xfrm>
                <a:off x="8728535" y="3255102"/>
                <a:ext cx="15120" cy="5076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980D55A7-6E90-9675-33C6-C1F4A8AA65D6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8719535" y="3246102"/>
                  <a:ext cx="3276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4ECC87F0-5644-19A5-C14C-1DECFCA264F0}"/>
                    </a:ext>
                  </a:extLst>
                </p14:cNvPr>
                <p14:cNvContentPartPr/>
                <p14:nvPr/>
              </p14:nvContentPartPr>
              <p14:xfrm>
                <a:off x="8749415" y="3170862"/>
                <a:ext cx="4680" cy="8640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4ECC87F0-5644-19A5-C14C-1DECFCA264F0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8740775" y="3162222"/>
                  <a:ext cx="2232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452DA705-58C6-20BA-A382-320AFA82EC5D}"/>
                    </a:ext>
                  </a:extLst>
                </p14:cNvPr>
                <p14:cNvContentPartPr/>
                <p14:nvPr/>
              </p14:nvContentPartPr>
              <p14:xfrm>
                <a:off x="8908535" y="3054222"/>
                <a:ext cx="48240" cy="24840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452DA705-58C6-20BA-A382-320AFA82EC5D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8899535" y="3045222"/>
                  <a:ext cx="6588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6B858E59-00E6-E6D3-B14D-4994DB4025CE}"/>
                    </a:ext>
                  </a:extLst>
                </p14:cNvPr>
                <p14:cNvContentPartPr/>
                <p14:nvPr/>
              </p14:nvContentPartPr>
              <p14:xfrm>
                <a:off x="8678855" y="3105342"/>
                <a:ext cx="87480" cy="10224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6B858E59-00E6-E6D3-B14D-4994DB4025CE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8669855" y="3096702"/>
                  <a:ext cx="10512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03DC852C-3596-7A75-28B5-F491EF86352E}"/>
                    </a:ext>
                  </a:extLst>
                </p14:cNvPr>
                <p14:cNvContentPartPr/>
                <p14:nvPr/>
              </p14:nvContentPartPr>
              <p14:xfrm>
                <a:off x="8899535" y="3004902"/>
                <a:ext cx="62280" cy="10872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03DC852C-3596-7A75-28B5-F491EF86352E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8890895" y="2995902"/>
                  <a:ext cx="7992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1976950C-8682-7712-E004-D7E9DD6539C4}"/>
                    </a:ext>
                  </a:extLst>
                </p14:cNvPr>
                <p14:cNvContentPartPr/>
                <p14:nvPr/>
              </p14:nvContentPartPr>
              <p14:xfrm>
                <a:off x="8898815" y="3004542"/>
                <a:ext cx="77760" cy="9612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1976950C-8682-7712-E004-D7E9DD6539C4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8890175" y="2995902"/>
                  <a:ext cx="9540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658CE392-9B69-074C-E482-F41EBFB1E419}"/>
                    </a:ext>
                  </a:extLst>
                </p14:cNvPr>
                <p14:cNvContentPartPr/>
                <p14:nvPr/>
              </p14:nvContentPartPr>
              <p14:xfrm>
                <a:off x="8903855" y="2973942"/>
                <a:ext cx="106560" cy="10944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658CE392-9B69-074C-E482-F41EBFB1E419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8894855" y="2964942"/>
                  <a:ext cx="12420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D51C9400-0D36-F37B-4AA6-B3FF3888DA8B}"/>
                    </a:ext>
                  </a:extLst>
                </p14:cNvPr>
                <p14:cNvContentPartPr/>
                <p14:nvPr/>
              </p14:nvContentPartPr>
              <p14:xfrm>
                <a:off x="8696495" y="3146382"/>
                <a:ext cx="56160" cy="6696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D51C9400-0D36-F37B-4AA6-B3FF3888DA8B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8687855" y="3137382"/>
                  <a:ext cx="7380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DBE6043B-3003-9CBF-BC21-EC67A5079501}"/>
                    </a:ext>
                  </a:extLst>
                </p14:cNvPr>
                <p14:cNvContentPartPr/>
                <p14:nvPr/>
              </p14:nvContentPartPr>
              <p14:xfrm>
                <a:off x="8933375" y="3074382"/>
                <a:ext cx="2520" cy="648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DBE6043B-3003-9CBF-BC21-EC67A5079501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8924735" y="3065382"/>
                  <a:ext cx="2016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00DF9BE1-C874-C806-01B5-72AE266A854B}"/>
                    </a:ext>
                  </a:extLst>
                </p14:cNvPr>
                <p14:cNvContentPartPr/>
                <p14:nvPr/>
              </p14:nvContentPartPr>
              <p14:xfrm>
                <a:off x="8313095" y="3673782"/>
                <a:ext cx="372240" cy="8748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00DF9BE1-C874-C806-01B5-72AE266A854B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8304095" y="3665142"/>
                  <a:ext cx="38988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896C3A4F-D026-9CE2-6D11-BBF28CD731E7}"/>
                    </a:ext>
                  </a:extLst>
                </p14:cNvPr>
                <p14:cNvContentPartPr/>
                <p14:nvPr/>
              </p14:nvContentPartPr>
              <p14:xfrm>
                <a:off x="9245495" y="3610782"/>
                <a:ext cx="15840" cy="576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896C3A4F-D026-9CE2-6D11-BBF28CD731E7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9236495" y="3602142"/>
                  <a:ext cx="3348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FBA3CDA0-D7A6-31AD-95CF-E6455285D88A}"/>
                    </a:ext>
                  </a:extLst>
                </p14:cNvPr>
                <p14:cNvContentPartPr/>
                <p14:nvPr/>
              </p14:nvContentPartPr>
              <p14:xfrm>
                <a:off x="8909255" y="3856302"/>
                <a:ext cx="1440" cy="396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FBA3CDA0-D7A6-31AD-95CF-E6455285D88A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8900255" y="3847662"/>
                  <a:ext cx="1908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5EA5396D-2EF4-B277-48A0-F6B73491FA0B}"/>
                    </a:ext>
                  </a:extLst>
                </p14:cNvPr>
                <p14:cNvContentPartPr/>
                <p14:nvPr/>
              </p14:nvContentPartPr>
              <p14:xfrm>
                <a:off x="8559335" y="3830742"/>
                <a:ext cx="44280" cy="972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5EA5396D-2EF4-B277-48A0-F6B73491FA0B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8550695" y="3821742"/>
                  <a:ext cx="6192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C7F9151B-8BAE-A4E2-46F2-3C1706056B3F}"/>
                    </a:ext>
                  </a:extLst>
                </p14:cNvPr>
                <p14:cNvContentPartPr/>
                <p14:nvPr/>
              </p14:nvContentPartPr>
              <p14:xfrm>
                <a:off x="8514695" y="3888342"/>
                <a:ext cx="5760" cy="756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C7F9151B-8BAE-A4E2-46F2-3C1706056B3F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8506055" y="3879342"/>
                  <a:ext cx="2340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1FA5F364-02A1-A461-3465-769910578D25}"/>
                    </a:ext>
                  </a:extLst>
                </p14:cNvPr>
                <p14:cNvContentPartPr/>
                <p14:nvPr/>
              </p14:nvContentPartPr>
              <p14:xfrm>
                <a:off x="8519375" y="3722382"/>
                <a:ext cx="470520" cy="11232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1FA5F364-02A1-A461-3465-769910578D25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8510375" y="3713382"/>
                  <a:ext cx="48816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FD389A9D-568E-D37A-F477-2231566A95BC}"/>
                    </a:ext>
                  </a:extLst>
                </p14:cNvPr>
                <p14:cNvContentPartPr/>
                <p14:nvPr/>
              </p14:nvContentPartPr>
              <p14:xfrm>
                <a:off x="8500655" y="3755502"/>
                <a:ext cx="82440" cy="9900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FD389A9D-568E-D37A-F477-2231566A95BC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8491655" y="3746862"/>
                  <a:ext cx="10008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3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ED80A22D-E1D1-E569-1AEA-517B35CA19F1}"/>
                    </a:ext>
                  </a:extLst>
                </p14:cNvPr>
                <p14:cNvContentPartPr/>
                <p14:nvPr/>
              </p14:nvContentPartPr>
              <p14:xfrm>
                <a:off x="9454295" y="3897342"/>
                <a:ext cx="360" cy="36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ED80A22D-E1D1-E569-1AEA-517B35CA19F1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9445295" y="3888702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5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ED54D2EF-0DB2-7684-FB97-A8BC6BD96E3B}"/>
                    </a:ext>
                  </a:extLst>
                </p14:cNvPr>
                <p14:cNvContentPartPr/>
                <p14:nvPr/>
              </p14:nvContentPartPr>
              <p14:xfrm>
                <a:off x="9447455" y="3887622"/>
                <a:ext cx="4680" cy="468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ED54D2EF-0DB2-7684-FB97-A8BC6BD96E3B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9438455" y="3878982"/>
                  <a:ext cx="2232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7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18A42020-CF20-3B9C-0C98-9DD1D9EEB6F3}"/>
                    </a:ext>
                  </a:extLst>
                </p14:cNvPr>
                <p14:cNvContentPartPr/>
                <p14:nvPr/>
              </p14:nvContentPartPr>
              <p14:xfrm>
                <a:off x="9463295" y="3915702"/>
                <a:ext cx="217080" cy="6228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18A42020-CF20-3B9C-0C98-9DD1D9EEB6F3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9454655" y="3907062"/>
                  <a:ext cx="23472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9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75E2B365-FD70-028F-ABDC-30F040161988}"/>
                    </a:ext>
                  </a:extLst>
                </p14:cNvPr>
                <p14:cNvContentPartPr/>
                <p14:nvPr/>
              </p14:nvContentPartPr>
              <p14:xfrm>
                <a:off x="9622055" y="3896982"/>
                <a:ext cx="106560" cy="3636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75E2B365-FD70-028F-ABDC-30F040161988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9613055" y="3887982"/>
                  <a:ext cx="124200" cy="54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41">
            <p14:nvContentPartPr>
              <p14:cNvPr id="215" name="Ink 214">
                <a:extLst>
                  <a:ext uri="{FF2B5EF4-FFF2-40B4-BE49-F238E27FC236}">
                    <a16:creationId xmlns:a16="http://schemas.microsoft.com/office/drawing/2014/main" id="{0C2FFA48-C07D-9CB8-D9E8-B875CE2D7F23}"/>
                  </a:ext>
                </a:extLst>
              </p14:cNvPr>
              <p14:cNvContentPartPr/>
              <p14:nvPr/>
            </p14:nvContentPartPr>
            <p14:xfrm>
              <a:off x="3571175" y="3697182"/>
              <a:ext cx="3960" cy="5760"/>
            </p14:xfrm>
          </p:contentPart>
        </mc:Choice>
        <mc:Fallback>
          <p:pic>
            <p:nvPicPr>
              <p:cNvPr id="215" name="Ink 214">
                <a:extLst>
                  <a:ext uri="{FF2B5EF4-FFF2-40B4-BE49-F238E27FC236}">
                    <a16:creationId xmlns:a16="http://schemas.microsoft.com/office/drawing/2014/main" id="{0C2FFA48-C07D-9CB8-D9E8-B875CE2D7F23}"/>
                  </a:ext>
                </a:extLst>
              </p:cNvPr>
              <p:cNvPicPr/>
              <p:nvPr/>
            </p:nvPicPr>
            <p:blipFill>
              <a:blip r:embed="rId242"/>
              <a:stretch>
                <a:fillRect/>
              </a:stretch>
            </p:blipFill>
            <p:spPr>
              <a:xfrm>
                <a:off x="3562535" y="3688542"/>
                <a:ext cx="21600" cy="23400"/>
              </a:xfrm>
              <a:prstGeom prst="rect">
                <a:avLst/>
              </a:prstGeom>
            </p:spPr>
          </p:pic>
        </mc:Fallback>
      </mc:AlternateContent>
      <p:grpSp>
        <p:nvGrpSpPr>
          <p:cNvPr id="218" name="Group 217">
            <a:extLst>
              <a:ext uri="{FF2B5EF4-FFF2-40B4-BE49-F238E27FC236}">
                <a16:creationId xmlns:a16="http://schemas.microsoft.com/office/drawing/2014/main" id="{35E0F7C0-1EB1-68BF-90AD-5665F3D73755}"/>
              </a:ext>
            </a:extLst>
          </p:cNvPr>
          <p:cNvGrpSpPr/>
          <p:nvPr/>
        </p:nvGrpSpPr>
        <p:grpSpPr>
          <a:xfrm>
            <a:off x="6775175" y="1218222"/>
            <a:ext cx="595440" cy="145440"/>
            <a:chOff x="6775175" y="1218222"/>
            <a:chExt cx="595440" cy="145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3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7D56FEEE-02AE-C52E-AD0A-9AAE7F68DB0C}"/>
                    </a:ext>
                  </a:extLst>
                </p14:cNvPr>
                <p14:cNvContentPartPr/>
                <p14:nvPr/>
              </p14:nvContentPartPr>
              <p14:xfrm>
                <a:off x="6775175" y="1218222"/>
                <a:ext cx="415440" cy="12852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7D56FEEE-02AE-C52E-AD0A-9AAE7F68DB0C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6766535" y="1209582"/>
                  <a:ext cx="43308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5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F82BD3EB-B16D-42E4-074E-31A90506B34E}"/>
                    </a:ext>
                  </a:extLst>
                </p14:cNvPr>
                <p14:cNvContentPartPr/>
                <p14:nvPr/>
              </p14:nvContentPartPr>
              <p14:xfrm>
                <a:off x="6915935" y="1296702"/>
                <a:ext cx="195480" cy="6696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F82BD3EB-B16D-42E4-074E-31A90506B34E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6907295" y="1287702"/>
                  <a:ext cx="21312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7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07067E3B-9D82-8AFA-94F6-AAD82FDA215D}"/>
                    </a:ext>
                  </a:extLst>
                </p14:cNvPr>
                <p14:cNvContentPartPr/>
                <p14:nvPr/>
              </p14:nvContentPartPr>
              <p14:xfrm>
                <a:off x="6813335" y="1221462"/>
                <a:ext cx="408600" cy="6444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07067E3B-9D82-8AFA-94F6-AAD82FDA215D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6804695" y="1212462"/>
                  <a:ext cx="42624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9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2C47BD20-AD0B-0A58-68CD-ADCFDE966659}"/>
                    </a:ext>
                  </a:extLst>
                </p14:cNvPr>
                <p14:cNvContentPartPr/>
                <p14:nvPr/>
              </p14:nvContentPartPr>
              <p14:xfrm>
                <a:off x="6973175" y="1227942"/>
                <a:ext cx="397440" cy="5076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2C47BD20-AD0B-0A58-68CD-ADCFDE966659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6964175" y="1218942"/>
                  <a:ext cx="415080" cy="684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0998300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A34B76-DEAE-68AA-1B55-B3A6B5F006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9D62AF3-B63C-8975-1094-A69DDBB35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B94AB-8D80-4C43-803C-5BFB4A6765FB}" type="slidenum">
              <a:rPr lang="en-US" smtClean="0"/>
              <a:t>6</a:t>
            </a:fld>
            <a:endParaRPr lang="en-US"/>
          </a:p>
        </p:txBody>
      </p:sp>
      <p:pic>
        <p:nvPicPr>
          <p:cNvPr id="4" name="Picture 3" descr="A graph with a blue line&#10;&#10;AI-generated content may be incorrect.">
            <a:extLst>
              <a:ext uri="{FF2B5EF4-FFF2-40B4-BE49-F238E27FC236}">
                <a16:creationId xmlns:a16="http://schemas.microsoft.com/office/drawing/2014/main" id="{CCFB70F7-5F31-4F7D-48BA-69A79B2755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6362" y="460006"/>
            <a:ext cx="4934921" cy="3069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23787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accent4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67BC0-135A-4E01-A00B-FA42EEBAD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0" i="1" u="none" strike="noStrike" baseline="0" dirty="0">
                <a:latin typeface="TeXGyrePagella-Italic" panose="02000603020200000004" pitchFamily="50" charset="0"/>
              </a:rPr>
              <a:t>Finding an Initial Bracket</a:t>
            </a:r>
            <a:endParaRPr lang="en-US" b="0" i="0" u="none" strike="noStrike" baseline="0" dirty="0">
              <a:latin typeface="TeXGyrePagella-Regular" panose="02000603020200000003" pitchFamily="50" charset="0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57030D6A-660D-4B08-B343-B326698EEC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8200" y="2859294"/>
            <a:ext cx="10515600" cy="2628900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4A55504-4C74-41CB-BCB9-C942CC6199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1325563"/>
          </a:xfrm>
        </p:spPr>
        <p:txBody>
          <a:bodyPr/>
          <a:lstStyle/>
          <a:p>
            <a:r>
              <a:rPr lang="en-US" dirty="0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Example bracketing sequence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C84AA0C-6B7B-4611-9E1B-A4BB891E8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A2B03-C065-430E-988D-44590E20A90E}" type="slidenum">
              <a:rPr lang="en-US" smtClean="0"/>
              <a:t>7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FB08034-A983-67E1-5243-E5EFFB25E96E}"/>
                  </a:ext>
                </a:extLst>
              </p14:cNvPr>
              <p14:cNvContentPartPr/>
              <p14:nvPr/>
            </p14:nvContentPartPr>
            <p14:xfrm>
              <a:off x="2653895" y="3132342"/>
              <a:ext cx="36360" cy="234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FB08034-A983-67E1-5243-E5EFFB25E96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645255" y="3123342"/>
                <a:ext cx="54000" cy="4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08E6BB25-8C1D-3E0D-65CC-C49CEA68FAB0}"/>
                  </a:ext>
                </a:extLst>
              </p14:cNvPr>
              <p14:cNvContentPartPr/>
              <p14:nvPr/>
            </p14:nvContentPartPr>
            <p14:xfrm>
              <a:off x="4938095" y="3721662"/>
              <a:ext cx="1440" cy="648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08E6BB25-8C1D-3E0D-65CC-C49CEA68FAB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929455" y="3713022"/>
                <a:ext cx="19080" cy="2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592BECC3-1A8B-1FD2-1C85-1D031FD2990A}"/>
                  </a:ext>
                </a:extLst>
              </p14:cNvPr>
              <p14:cNvContentPartPr/>
              <p14:nvPr/>
            </p14:nvContentPartPr>
            <p14:xfrm>
              <a:off x="4937375" y="3706902"/>
              <a:ext cx="5400" cy="1440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592BECC3-1A8B-1FD2-1C85-1D031FD2990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928735" y="3698262"/>
                <a:ext cx="23040" cy="3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B8C96497-395C-C11E-E7B8-79DE6B4821DB}"/>
                  </a:ext>
                </a:extLst>
              </p14:cNvPr>
              <p14:cNvContentPartPr/>
              <p14:nvPr/>
            </p14:nvContentPartPr>
            <p14:xfrm>
              <a:off x="2711495" y="3068262"/>
              <a:ext cx="2145600" cy="70344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B8C96497-395C-C11E-E7B8-79DE6B4821DB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702495" y="3059622"/>
                <a:ext cx="2163240" cy="72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F5BAA3DB-E2EA-EF95-C951-47D8757AA474}"/>
                  </a:ext>
                </a:extLst>
              </p14:cNvPr>
              <p14:cNvContentPartPr/>
              <p14:nvPr/>
            </p14:nvContentPartPr>
            <p14:xfrm>
              <a:off x="5183255" y="3329622"/>
              <a:ext cx="23760" cy="3168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F5BAA3DB-E2EA-EF95-C951-47D8757AA474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174255" y="3320982"/>
                <a:ext cx="41400" cy="4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F881A786-D3EA-5E0C-9805-40C4F8248E18}"/>
                  </a:ext>
                </a:extLst>
              </p14:cNvPr>
              <p14:cNvContentPartPr/>
              <p14:nvPr/>
            </p14:nvContentPartPr>
            <p14:xfrm>
              <a:off x="5126735" y="3328902"/>
              <a:ext cx="2004480" cy="94932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F881A786-D3EA-5E0C-9805-40C4F8248E18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117735" y="3319902"/>
                <a:ext cx="2022120" cy="96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829AE57F-3983-6E06-4E5A-0C63D683AC67}"/>
                  </a:ext>
                </a:extLst>
              </p14:cNvPr>
              <p14:cNvContentPartPr/>
              <p14:nvPr/>
            </p14:nvContentPartPr>
            <p14:xfrm>
              <a:off x="7016015" y="4166262"/>
              <a:ext cx="187560" cy="20052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829AE57F-3983-6E06-4E5A-0C63D683AC67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7007375" y="4157622"/>
                <a:ext cx="205200" cy="21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1AB1427C-E78F-A8DE-BC21-DF3E45286196}"/>
                  </a:ext>
                </a:extLst>
              </p14:cNvPr>
              <p14:cNvContentPartPr/>
              <p14:nvPr/>
            </p14:nvContentPartPr>
            <p14:xfrm>
              <a:off x="7230935" y="4413222"/>
              <a:ext cx="16920" cy="1368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1AB1427C-E78F-A8DE-BC21-DF3E45286196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7222295" y="4404222"/>
                <a:ext cx="34560" cy="3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1D97C137-9360-ADD9-9B61-0C2247C508B4}"/>
                  </a:ext>
                </a:extLst>
              </p14:cNvPr>
              <p14:cNvContentPartPr/>
              <p14:nvPr/>
            </p14:nvContentPartPr>
            <p14:xfrm>
              <a:off x="7230935" y="4418622"/>
              <a:ext cx="6480" cy="1080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1D97C137-9360-ADD9-9B61-0C2247C508B4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7222295" y="4409982"/>
                <a:ext cx="24120" cy="2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418A2530-4E11-21BD-007A-7D07C494CAC6}"/>
                  </a:ext>
                </a:extLst>
              </p14:cNvPr>
              <p14:cNvContentPartPr/>
              <p14:nvPr/>
            </p14:nvContentPartPr>
            <p14:xfrm>
              <a:off x="7571495" y="4013622"/>
              <a:ext cx="1637640" cy="38448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418A2530-4E11-21BD-007A-7D07C494CAC6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7562855" y="4004982"/>
                <a:ext cx="1655280" cy="40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266CCCD6-E9AD-048D-06F3-8227DF15C8E9}"/>
                  </a:ext>
                </a:extLst>
              </p14:cNvPr>
              <p14:cNvContentPartPr/>
              <p14:nvPr/>
            </p14:nvContentPartPr>
            <p14:xfrm>
              <a:off x="9295535" y="4184622"/>
              <a:ext cx="22320" cy="5688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266CCCD6-E9AD-048D-06F3-8227DF15C8E9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9286895" y="4175982"/>
                <a:ext cx="39960" cy="7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8C428D19-D2DD-FE50-0BAA-FB0DE83F3423}"/>
                  </a:ext>
                </a:extLst>
              </p14:cNvPr>
              <p14:cNvContentPartPr/>
              <p14:nvPr/>
            </p14:nvContentPartPr>
            <p14:xfrm>
              <a:off x="9080615" y="3994902"/>
              <a:ext cx="371880" cy="21096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8C428D19-D2DD-FE50-0BAA-FB0DE83F3423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9071975" y="3985902"/>
                <a:ext cx="389520" cy="22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90AD3609-EC4C-7896-EDC3-6FBFB00FDB1F}"/>
                  </a:ext>
                </a:extLst>
              </p14:cNvPr>
              <p14:cNvContentPartPr/>
              <p14:nvPr/>
            </p14:nvContentPartPr>
            <p14:xfrm>
              <a:off x="7059215" y="4255542"/>
              <a:ext cx="462240" cy="30492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90AD3609-EC4C-7896-EDC3-6FBFB00FDB1F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7050575" y="4246902"/>
                <a:ext cx="479880" cy="322560"/>
              </a:xfrm>
              <a:prstGeom prst="rect">
                <a:avLst/>
              </a:prstGeom>
            </p:spPr>
          </p:pic>
        </mc:Fallback>
      </mc:AlternateContent>
      <p:grpSp>
        <p:nvGrpSpPr>
          <p:cNvPr id="30" name="Group 29">
            <a:extLst>
              <a:ext uri="{FF2B5EF4-FFF2-40B4-BE49-F238E27FC236}">
                <a16:creationId xmlns:a16="http://schemas.microsoft.com/office/drawing/2014/main" id="{6482DEC0-64F1-FC74-A13F-22B3584CA694}"/>
              </a:ext>
            </a:extLst>
          </p:cNvPr>
          <p:cNvGrpSpPr/>
          <p:nvPr/>
        </p:nvGrpSpPr>
        <p:grpSpPr>
          <a:xfrm>
            <a:off x="9356735" y="3728502"/>
            <a:ext cx="752400" cy="676080"/>
            <a:chOff x="9356735" y="3728502"/>
            <a:chExt cx="752400" cy="676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65EEF144-16AF-9D48-700C-016035DD944D}"/>
                    </a:ext>
                  </a:extLst>
                </p14:cNvPr>
                <p14:cNvContentPartPr/>
                <p14:nvPr/>
              </p14:nvContentPartPr>
              <p14:xfrm>
                <a:off x="10075295" y="3728502"/>
                <a:ext cx="33840" cy="1872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65EEF144-16AF-9D48-700C-016035DD944D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0066295" y="3719862"/>
                  <a:ext cx="5148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310F3141-81F2-EB5B-7241-A99267628315}"/>
                    </a:ext>
                  </a:extLst>
                </p14:cNvPr>
                <p14:cNvContentPartPr/>
                <p14:nvPr/>
              </p14:nvContentPartPr>
              <p14:xfrm>
                <a:off x="9759215" y="3796542"/>
                <a:ext cx="179640" cy="44172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310F3141-81F2-EB5B-7241-A99267628315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9750215" y="3787902"/>
                  <a:ext cx="197280" cy="45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6C67E09A-A8BD-9D8D-5949-DC929BB03074}"/>
                    </a:ext>
                  </a:extLst>
                </p14:cNvPr>
                <p14:cNvContentPartPr/>
                <p14:nvPr/>
              </p14:nvContentPartPr>
              <p14:xfrm>
                <a:off x="9380135" y="4184982"/>
                <a:ext cx="188280" cy="21960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6C67E09A-A8BD-9D8D-5949-DC929BB03074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9371495" y="4175982"/>
                  <a:ext cx="20592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4BA50C0B-4670-7773-DA1B-77FA73AC5100}"/>
                    </a:ext>
                  </a:extLst>
                </p14:cNvPr>
                <p14:cNvContentPartPr/>
                <p14:nvPr/>
              </p14:nvContentPartPr>
              <p14:xfrm>
                <a:off x="9356735" y="4180302"/>
                <a:ext cx="102600" cy="1083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4BA50C0B-4670-7773-DA1B-77FA73AC5100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9347735" y="4171302"/>
                  <a:ext cx="120240" cy="12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40D3699C-E948-8A47-EF1A-B4AFD7D7F129}"/>
                  </a:ext>
                </a:extLst>
              </p14:cNvPr>
              <p14:cNvContentPartPr/>
              <p14:nvPr/>
            </p14:nvContentPartPr>
            <p14:xfrm>
              <a:off x="9945335" y="4679622"/>
              <a:ext cx="21240" cy="4932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40D3699C-E948-8A47-EF1A-B4AFD7D7F129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9936335" y="4670622"/>
                <a:ext cx="38880" cy="6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2C0C3885-5BAC-9903-790F-E98A9003F348}"/>
                  </a:ext>
                </a:extLst>
              </p14:cNvPr>
              <p14:cNvContentPartPr/>
              <p14:nvPr/>
            </p14:nvContentPartPr>
            <p14:xfrm>
              <a:off x="9099695" y="4911822"/>
              <a:ext cx="451080" cy="327960"/>
            </p14:xfrm>
          </p:contentPart>
        </mc:Choice>
        <mc:Fallback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2C0C3885-5BAC-9903-790F-E98A9003F348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9090695" y="4902822"/>
                <a:ext cx="468720" cy="34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E184BABD-F2E2-7C50-EFA4-4E00DBCB1B1C}"/>
                  </a:ext>
                </a:extLst>
              </p14:cNvPr>
              <p14:cNvContentPartPr/>
              <p14:nvPr/>
            </p14:nvContentPartPr>
            <p14:xfrm>
              <a:off x="9973775" y="4889142"/>
              <a:ext cx="430920" cy="297000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E184BABD-F2E2-7C50-EFA4-4E00DBCB1B1C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9964775" y="4880142"/>
                <a:ext cx="448560" cy="314640"/>
              </a:xfrm>
              <a:prstGeom prst="rect">
                <a:avLst/>
              </a:prstGeom>
            </p:spPr>
          </p:pic>
        </mc:Fallback>
      </mc:AlternateContent>
      <p:grpSp>
        <p:nvGrpSpPr>
          <p:cNvPr id="38" name="Group 37">
            <a:extLst>
              <a:ext uri="{FF2B5EF4-FFF2-40B4-BE49-F238E27FC236}">
                <a16:creationId xmlns:a16="http://schemas.microsoft.com/office/drawing/2014/main" id="{81F46DCB-47E5-E115-94FF-B75B5910DDEB}"/>
              </a:ext>
            </a:extLst>
          </p:cNvPr>
          <p:cNvGrpSpPr/>
          <p:nvPr/>
        </p:nvGrpSpPr>
        <p:grpSpPr>
          <a:xfrm>
            <a:off x="9565175" y="4570902"/>
            <a:ext cx="173880" cy="173520"/>
            <a:chOff x="9565175" y="4570902"/>
            <a:chExt cx="173880" cy="173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6B68514D-B447-966C-11A1-5B9764D27E62}"/>
                    </a:ext>
                  </a:extLst>
                </p14:cNvPr>
                <p14:cNvContentPartPr/>
                <p14:nvPr/>
              </p14:nvContentPartPr>
              <p14:xfrm>
                <a:off x="9565175" y="4570902"/>
                <a:ext cx="173880" cy="17352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6B68514D-B447-966C-11A1-5B9764D27E62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9556535" y="4562262"/>
                  <a:ext cx="19152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BEFCF3BD-6A79-4926-D979-2CE9A64D0E33}"/>
                    </a:ext>
                  </a:extLst>
                </p14:cNvPr>
                <p14:cNvContentPartPr/>
                <p14:nvPr/>
              </p14:nvContentPartPr>
              <p14:xfrm>
                <a:off x="9631055" y="4649022"/>
                <a:ext cx="18720" cy="151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BEFCF3BD-6A79-4926-D979-2CE9A64D0E33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9622415" y="4640022"/>
                  <a:ext cx="3636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E8B6FC2B-74BE-113D-540F-2958BA54965B}"/>
                    </a:ext>
                  </a:extLst>
                </p14:cNvPr>
                <p14:cNvContentPartPr/>
                <p14:nvPr/>
              </p14:nvContentPartPr>
              <p14:xfrm>
                <a:off x="9703415" y="4617702"/>
                <a:ext cx="18720" cy="3132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E8B6FC2B-74BE-113D-540F-2958BA54965B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9694415" y="4609062"/>
                  <a:ext cx="3636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D8ECF367-5753-7CE1-26DE-B1383ABCEAB9}"/>
                    </a:ext>
                  </a:extLst>
                </p14:cNvPr>
                <p14:cNvContentPartPr/>
                <p14:nvPr/>
              </p14:nvContentPartPr>
              <p14:xfrm>
                <a:off x="9586415" y="4582782"/>
                <a:ext cx="123120" cy="12312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D8ECF367-5753-7CE1-26DE-B1383ABCEAB9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9577775" y="4573782"/>
                  <a:ext cx="14076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160FC1DC-4610-9C17-FF58-EE729DE3FC50}"/>
                    </a:ext>
                  </a:extLst>
                </p14:cNvPr>
                <p14:cNvContentPartPr/>
                <p14:nvPr/>
              </p14:nvContentPartPr>
              <p14:xfrm>
                <a:off x="9687575" y="4688262"/>
                <a:ext cx="2880" cy="21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160FC1DC-4610-9C17-FF58-EE729DE3FC50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9678575" y="4679262"/>
                  <a:ext cx="20520" cy="198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7359675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accent4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5BEB6-771B-43B0-B1D5-A9E1787702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0" i="1" u="none" strike="noStrike" baseline="0" dirty="0">
                <a:latin typeface="TeXGyrePagella-Italic" panose="02000603020200000004" pitchFamily="50" charset="0"/>
              </a:rPr>
              <a:t>Fibonacci Search</a:t>
            </a:r>
            <a:endParaRPr lang="en-US" b="0" i="0" u="none" strike="noStrike" baseline="0" dirty="0">
              <a:latin typeface="TeXGyrePagella-Regular" panose="02000603020200000003" pitchFamily="50" charset="0"/>
            </a:endParaRP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5D439B8-7698-47CC-8B3D-653AE7EEFB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127500"/>
          </a:xfrm>
        </p:spPr>
        <p:txBody>
          <a:bodyPr/>
          <a:lstStyle/>
          <a:p>
            <a:r>
              <a:rPr lang="en-US" dirty="0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When function evaluations are limited, the Fibonacci Search algorithm is guaranteed to maximally shrink the bracketed interval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98900F8-B96D-4126-B866-E70EE0B96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A2B03-C065-430E-988D-44590E20A90E}" type="slidenum">
              <a:rPr lang="en-US" smtClean="0"/>
              <a:t>8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EA78278D-49C1-6635-224A-F414956B7C15}"/>
                  </a:ext>
                </a:extLst>
              </p14:cNvPr>
              <p14:cNvContentPartPr/>
              <p14:nvPr/>
            </p14:nvContentPartPr>
            <p14:xfrm>
              <a:off x="6992255" y="3356262"/>
              <a:ext cx="206640" cy="15444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EA78278D-49C1-6635-224A-F414956B7C1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983255" y="3347622"/>
                <a:ext cx="224280" cy="172080"/>
              </a:xfrm>
              <a:prstGeom prst="rect">
                <a:avLst/>
              </a:prstGeom>
            </p:spPr>
          </p:pic>
        </mc:Fallback>
      </mc:AlternateContent>
      <p:grpSp>
        <p:nvGrpSpPr>
          <p:cNvPr id="43" name="Group 42">
            <a:extLst>
              <a:ext uri="{FF2B5EF4-FFF2-40B4-BE49-F238E27FC236}">
                <a16:creationId xmlns:a16="http://schemas.microsoft.com/office/drawing/2014/main" id="{15160958-662E-501F-62F9-283601730E4B}"/>
              </a:ext>
            </a:extLst>
          </p:cNvPr>
          <p:cNvGrpSpPr/>
          <p:nvPr/>
        </p:nvGrpSpPr>
        <p:grpSpPr>
          <a:xfrm>
            <a:off x="1239815" y="2998062"/>
            <a:ext cx="9623880" cy="3477600"/>
            <a:chOff x="1239815" y="2998062"/>
            <a:chExt cx="9623880" cy="3477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EDDAF5CC-FC17-B07B-C2A8-46EA7E9B3980}"/>
                    </a:ext>
                  </a:extLst>
                </p14:cNvPr>
                <p14:cNvContentPartPr/>
                <p14:nvPr/>
              </p14:nvContentPartPr>
              <p14:xfrm>
                <a:off x="2248535" y="2998062"/>
                <a:ext cx="3847680" cy="278820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EDDAF5CC-FC17-B07B-C2A8-46EA7E9B3980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239535" y="2989062"/>
                  <a:ext cx="3865320" cy="28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C4A6B13B-5A32-0B50-D964-75134DFA29B8}"/>
                    </a:ext>
                  </a:extLst>
                </p14:cNvPr>
                <p14:cNvContentPartPr/>
                <p14:nvPr/>
              </p14:nvContentPartPr>
              <p14:xfrm>
                <a:off x="3172655" y="4993542"/>
                <a:ext cx="114480" cy="108288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C4A6B13B-5A32-0B50-D964-75134DFA29B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164015" y="4984902"/>
                  <a:ext cx="132120" cy="11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4DC2E279-8BF8-AD95-99F6-C6A38F28BB43}"/>
                    </a:ext>
                  </a:extLst>
                </p14:cNvPr>
                <p14:cNvContentPartPr/>
                <p14:nvPr/>
              </p14:nvContentPartPr>
              <p14:xfrm>
                <a:off x="5496095" y="4534542"/>
                <a:ext cx="240840" cy="123732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4DC2E279-8BF8-AD95-99F6-C6A38F28BB4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487095" y="4525542"/>
                  <a:ext cx="258480" cy="125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5551C525-547C-F9E8-E146-1D13D51B9D0A}"/>
                    </a:ext>
                  </a:extLst>
                </p14:cNvPr>
                <p14:cNvContentPartPr/>
                <p14:nvPr/>
              </p14:nvContentPartPr>
              <p14:xfrm>
                <a:off x="3045575" y="5286582"/>
                <a:ext cx="11520" cy="1080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5551C525-547C-F9E8-E146-1D13D51B9D0A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036935" y="5277582"/>
                  <a:ext cx="2916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49CA2BC4-BAF5-1046-5824-7B1FB8BB1F31}"/>
                    </a:ext>
                  </a:extLst>
                </p14:cNvPr>
                <p14:cNvContentPartPr/>
                <p14:nvPr/>
              </p14:nvContentPartPr>
              <p14:xfrm>
                <a:off x="3061055" y="6241662"/>
                <a:ext cx="221040" cy="23400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49CA2BC4-BAF5-1046-5824-7B1FB8BB1F31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052055" y="6232662"/>
                  <a:ext cx="23868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CC925ADB-3F65-0B4F-F1C1-04064D64172F}"/>
                    </a:ext>
                  </a:extLst>
                </p14:cNvPr>
                <p14:cNvContentPartPr/>
                <p14:nvPr/>
              </p14:nvContentPartPr>
              <p14:xfrm>
                <a:off x="5672495" y="6110262"/>
                <a:ext cx="198360" cy="23760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CC925ADB-3F65-0B4F-F1C1-04064D64172F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663495" y="6101622"/>
                  <a:ext cx="21600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1C1A4C93-653A-FD77-788E-277E7CE3AB2E}"/>
                    </a:ext>
                  </a:extLst>
                </p14:cNvPr>
                <p14:cNvContentPartPr/>
                <p14:nvPr/>
              </p14:nvContentPartPr>
              <p14:xfrm>
                <a:off x="1239815" y="5841342"/>
                <a:ext cx="6293520" cy="16812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1C1A4C93-653A-FD77-788E-277E7CE3AB2E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230815" y="5832702"/>
                  <a:ext cx="631116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812CE405-3D42-AF51-88C5-9020BB2077D5}"/>
                    </a:ext>
                  </a:extLst>
                </p14:cNvPr>
                <p14:cNvContentPartPr/>
                <p14:nvPr/>
              </p14:nvContentPartPr>
              <p14:xfrm>
                <a:off x="4270655" y="5732622"/>
                <a:ext cx="162360" cy="10224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812CE405-3D42-AF51-88C5-9020BB2077D5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262015" y="5723982"/>
                  <a:ext cx="18000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DE30ABD9-6FC6-5B90-9B6F-8BA698DE0E82}"/>
                    </a:ext>
                  </a:extLst>
                </p14:cNvPr>
                <p14:cNvContentPartPr/>
                <p14:nvPr/>
              </p14:nvContentPartPr>
              <p14:xfrm>
                <a:off x="7265855" y="3340422"/>
                <a:ext cx="434160" cy="1540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DE30ABD9-6FC6-5B90-9B6F-8BA698DE0E82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7256855" y="3331782"/>
                  <a:ext cx="45180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0A0E8D77-7F49-AEC7-EA3D-183605AB6466}"/>
                    </a:ext>
                  </a:extLst>
                </p14:cNvPr>
                <p14:cNvContentPartPr/>
                <p14:nvPr/>
              </p14:nvContentPartPr>
              <p14:xfrm>
                <a:off x="7736735" y="3201102"/>
                <a:ext cx="407880" cy="29052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0A0E8D77-7F49-AEC7-EA3D-183605AB6466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7728095" y="3192102"/>
                  <a:ext cx="425520" cy="30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B309B399-537C-4B32-31C5-FA8045303DC6}"/>
                    </a:ext>
                  </a:extLst>
                </p14:cNvPr>
                <p14:cNvContentPartPr/>
                <p14:nvPr/>
              </p14:nvContentPartPr>
              <p14:xfrm>
                <a:off x="8586335" y="3139182"/>
                <a:ext cx="259200" cy="43164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B309B399-537C-4B32-31C5-FA8045303DC6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8577695" y="3130182"/>
                  <a:ext cx="276840" cy="44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A6300FD6-9494-EDDF-6E01-A4405F414EDD}"/>
                    </a:ext>
                  </a:extLst>
                </p14:cNvPr>
                <p14:cNvContentPartPr/>
                <p14:nvPr/>
              </p14:nvContentPartPr>
              <p14:xfrm>
                <a:off x="8777855" y="3413142"/>
                <a:ext cx="131040" cy="554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A6300FD6-9494-EDDF-6E01-A4405F414EDD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8769215" y="3404142"/>
                  <a:ext cx="14868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12EB86DF-7351-8633-DFAA-B58920F2B143}"/>
                    </a:ext>
                  </a:extLst>
                </p14:cNvPr>
                <p14:cNvContentPartPr/>
                <p14:nvPr/>
              </p14:nvContentPartPr>
              <p14:xfrm>
                <a:off x="9252695" y="3157902"/>
                <a:ext cx="743400" cy="27900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12EB86DF-7351-8633-DFAA-B58920F2B143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9243695" y="3149262"/>
                  <a:ext cx="761040" cy="29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EBF356AD-B2FB-B948-CA70-260DB9B391BA}"/>
                    </a:ext>
                  </a:extLst>
                </p14:cNvPr>
                <p14:cNvContentPartPr/>
                <p14:nvPr/>
              </p14:nvContentPartPr>
              <p14:xfrm>
                <a:off x="10075295" y="3075102"/>
                <a:ext cx="273240" cy="32868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EBF356AD-B2FB-B948-CA70-260DB9B391BA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0066655" y="3066462"/>
                  <a:ext cx="290880" cy="34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0CFFDC77-14B9-0C70-D87E-E30C33E79C67}"/>
                    </a:ext>
                  </a:extLst>
                </p14:cNvPr>
                <p14:cNvContentPartPr/>
                <p14:nvPr/>
              </p14:nvContentPartPr>
              <p14:xfrm>
                <a:off x="10383815" y="3219462"/>
                <a:ext cx="10800" cy="1620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0CFFDC77-14B9-0C70-D87E-E30C33E79C67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0375175" y="3210822"/>
                  <a:ext cx="2844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DE0F7C55-DE6F-F5D6-E7F1-E721085F0127}"/>
                    </a:ext>
                  </a:extLst>
                </p14:cNvPr>
                <p14:cNvContentPartPr/>
                <p14:nvPr/>
              </p14:nvContentPartPr>
              <p14:xfrm>
                <a:off x="10427735" y="3258702"/>
                <a:ext cx="435960" cy="14220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DE0F7C55-DE6F-F5D6-E7F1-E721085F0127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0419095" y="3249702"/>
                  <a:ext cx="45360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0B32BA9B-638E-096E-095C-EDCA64F51FEE}"/>
                    </a:ext>
                  </a:extLst>
                </p14:cNvPr>
                <p14:cNvContentPartPr/>
                <p14:nvPr/>
              </p14:nvContentPartPr>
              <p14:xfrm>
                <a:off x="4303055" y="5773662"/>
                <a:ext cx="12240" cy="129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0B32BA9B-638E-096E-095C-EDCA64F51FEE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294055" y="5765022"/>
                  <a:ext cx="2988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31ABDB0F-E009-B100-CD11-BAC4E21BED3B}"/>
                    </a:ext>
                  </a:extLst>
                </p14:cNvPr>
                <p14:cNvContentPartPr/>
                <p14:nvPr/>
              </p14:nvContentPartPr>
              <p14:xfrm>
                <a:off x="4306295" y="5847462"/>
                <a:ext cx="360" cy="3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31ABDB0F-E009-B100-CD11-BAC4E21BED3B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297295" y="5838822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5809A0FE-0076-6E2B-E4A4-B5BAF0047AE4}"/>
                    </a:ext>
                  </a:extLst>
                </p14:cNvPr>
                <p14:cNvContentPartPr/>
                <p14:nvPr/>
              </p14:nvContentPartPr>
              <p14:xfrm>
                <a:off x="7618655" y="4095342"/>
                <a:ext cx="299880" cy="1551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5809A0FE-0076-6E2B-E4A4-B5BAF0047AE4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610015" y="4086702"/>
                  <a:ext cx="31752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3058BA51-E9BD-E4FF-015D-78E5897A96F6}"/>
                    </a:ext>
                  </a:extLst>
                </p14:cNvPr>
                <p14:cNvContentPartPr/>
                <p14:nvPr/>
              </p14:nvContentPartPr>
              <p14:xfrm>
                <a:off x="7942295" y="4101462"/>
                <a:ext cx="129960" cy="11916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3058BA51-E9BD-E4FF-015D-78E5897A96F6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933655" y="4092822"/>
                  <a:ext cx="14760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E2A58F72-36C0-F18F-2011-6841A3E74F2E}"/>
                    </a:ext>
                  </a:extLst>
                </p14:cNvPr>
                <p14:cNvContentPartPr/>
                <p14:nvPr/>
              </p14:nvContentPartPr>
              <p14:xfrm>
                <a:off x="8125895" y="4085982"/>
                <a:ext cx="108720" cy="12420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E2A58F72-36C0-F18F-2011-6841A3E74F2E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116895" y="4077342"/>
                  <a:ext cx="12636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BE74418F-AF3F-FB89-19A9-E52643EB08FB}"/>
                    </a:ext>
                  </a:extLst>
                </p14:cNvPr>
                <p14:cNvContentPartPr/>
                <p14:nvPr/>
              </p14:nvContentPartPr>
              <p14:xfrm>
                <a:off x="8124455" y="4094622"/>
                <a:ext cx="97920" cy="11808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BE74418F-AF3F-FB89-19A9-E52643EB08FB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8115455" y="4085982"/>
                  <a:ext cx="11556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D6B415A5-BA6A-4132-CFF2-DDE5F02226BE}"/>
                    </a:ext>
                  </a:extLst>
                </p14:cNvPr>
                <p14:cNvContentPartPr/>
                <p14:nvPr/>
              </p14:nvContentPartPr>
              <p14:xfrm>
                <a:off x="8401295" y="4103262"/>
                <a:ext cx="5400" cy="2304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D6B415A5-BA6A-4132-CFF2-DDE5F02226BE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392655" y="4094622"/>
                  <a:ext cx="2304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3E406469-3C02-59F7-E117-B2426078AA33}"/>
                    </a:ext>
                  </a:extLst>
                </p14:cNvPr>
                <p14:cNvContentPartPr/>
                <p14:nvPr/>
              </p14:nvContentPartPr>
              <p14:xfrm>
                <a:off x="8421455" y="4241142"/>
                <a:ext cx="5400" cy="396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3E406469-3C02-59F7-E117-B2426078AA33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412815" y="4232142"/>
                  <a:ext cx="2304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514618D7-4BE9-1197-AC4E-3EB3FF6217F6}"/>
                    </a:ext>
                  </a:extLst>
                </p14:cNvPr>
                <p14:cNvContentPartPr/>
                <p14:nvPr/>
              </p14:nvContentPartPr>
              <p14:xfrm>
                <a:off x="8939855" y="4004622"/>
                <a:ext cx="309960" cy="20916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514618D7-4BE9-1197-AC4E-3EB3FF6217F6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930855" y="3995982"/>
                  <a:ext cx="32760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D6B6D354-0FD3-43FC-A712-7E3C8200A7FA}"/>
                    </a:ext>
                  </a:extLst>
                </p14:cNvPr>
                <p14:cNvContentPartPr/>
                <p14:nvPr/>
              </p14:nvContentPartPr>
              <p14:xfrm>
                <a:off x="8934095" y="4272102"/>
                <a:ext cx="244800" cy="3384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D6B6D354-0FD3-43FC-A712-7E3C8200A7FA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925095" y="4263102"/>
                  <a:ext cx="26244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44483DA7-6620-4A22-AECE-CB2A8AB8C375}"/>
                    </a:ext>
                  </a:extLst>
                </p14:cNvPr>
                <p14:cNvContentPartPr/>
                <p14:nvPr/>
              </p14:nvContentPartPr>
              <p14:xfrm>
                <a:off x="9013295" y="4335462"/>
                <a:ext cx="225720" cy="687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44483DA7-6620-4A22-AECE-CB2A8AB8C375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9004295" y="4326462"/>
                  <a:ext cx="24336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9D7B8199-C093-5B20-751A-636EB5CC5908}"/>
                    </a:ext>
                  </a:extLst>
                </p14:cNvPr>
                <p14:cNvContentPartPr/>
                <p14:nvPr/>
              </p14:nvContentPartPr>
              <p14:xfrm>
                <a:off x="4240055" y="5651982"/>
                <a:ext cx="141120" cy="26388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9D7B8199-C093-5B20-751A-636EB5CC5908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231055" y="5642982"/>
                  <a:ext cx="158760" cy="28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692D7DFE-7533-3A12-3578-F8769713954B}"/>
                    </a:ext>
                  </a:extLst>
                </p14:cNvPr>
                <p14:cNvContentPartPr/>
                <p14:nvPr/>
              </p14:nvContentPartPr>
              <p14:xfrm>
                <a:off x="4266695" y="5660262"/>
                <a:ext cx="78840" cy="26424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692D7DFE-7533-3A12-3578-F8769713954B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258055" y="5651622"/>
                  <a:ext cx="96480" cy="281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1B4F9053-7344-EF78-AA5D-CA2B18E28578}"/>
              </a:ext>
            </a:extLst>
          </p:cNvPr>
          <p:cNvGrpSpPr/>
          <p:nvPr/>
        </p:nvGrpSpPr>
        <p:grpSpPr>
          <a:xfrm>
            <a:off x="3303335" y="5725422"/>
            <a:ext cx="2416680" cy="834480"/>
            <a:chOff x="3303335" y="5725422"/>
            <a:chExt cx="2416680" cy="834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134C9452-8294-031B-1E87-CABBB44647C8}"/>
                    </a:ext>
                  </a:extLst>
                </p14:cNvPr>
                <p14:cNvContentPartPr/>
                <p14:nvPr/>
              </p14:nvContentPartPr>
              <p14:xfrm>
                <a:off x="4521935" y="5827662"/>
                <a:ext cx="114120" cy="11232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134C9452-8294-031B-1E87-CABBB44647C8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503935" y="5809662"/>
                  <a:ext cx="14976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EC96C042-4BF9-F848-3558-B2B0275C1F26}"/>
                    </a:ext>
                  </a:extLst>
                </p14:cNvPr>
                <p14:cNvContentPartPr/>
                <p14:nvPr/>
              </p14:nvContentPartPr>
              <p14:xfrm>
                <a:off x="4548575" y="5725422"/>
                <a:ext cx="33480" cy="21492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EC96C042-4BF9-F848-3558-B2B0275C1F26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530935" y="5707782"/>
                  <a:ext cx="6912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2A0A79CF-23BC-8782-D39C-C14BE2DD7643}"/>
                    </a:ext>
                  </a:extLst>
                </p14:cNvPr>
                <p14:cNvContentPartPr/>
                <p14:nvPr/>
              </p14:nvContentPartPr>
              <p14:xfrm>
                <a:off x="4335815" y="5793822"/>
                <a:ext cx="28800" cy="11052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2A0A79CF-23BC-8782-D39C-C14BE2DD7643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4318175" y="5775822"/>
                  <a:ext cx="6444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98E944CC-5267-4901-B6D9-502BA5BE1C87}"/>
                    </a:ext>
                  </a:extLst>
                </p14:cNvPr>
                <p14:cNvContentPartPr/>
                <p14:nvPr/>
              </p14:nvContentPartPr>
              <p14:xfrm>
                <a:off x="4346615" y="5954022"/>
                <a:ext cx="211680" cy="13284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98E944CC-5267-4901-B6D9-502BA5BE1C87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4328975" y="5936022"/>
                  <a:ext cx="24732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49584492-5C5A-C01C-D431-5CA5F21D4FD7}"/>
                    </a:ext>
                  </a:extLst>
                </p14:cNvPr>
                <p14:cNvContentPartPr/>
                <p14:nvPr/>
              </p14:nvContentPartPr>
              <p14:xfrm>
                <a:off x="4516175" y="5988582"/>
                <a:ext cx="89640" cy="10692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49584492-5C5A-C01C-D431-5CA5F21D4FD7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4498535" y="5970582"/>
                  <a:ext cx="12528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675BB18D-E00D-E4D8-1AF4-9F6D0BFC8D5A}"/>
                    </a:ext>
                  </a:extLst>
                </p14:cNvPr>
                <p14:cNvContentPartPr/>
                <p14:nvPr/>
              </p14:nvContentPartPr>
              <p14:xfrm>
                <a:off x="4289735" y="5941782"/>
                <a:ext cx="133920" cy="6696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675BB18D-E00D-E4D8-1AF4-9F6D0BFC8D5A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4271735" y="5924142"/>
                  <a:ext cx="16956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17724FD1-D00D-903D-8100-1990A1BEB3D4}"/>
                    </a:ext>
                  </a:extLst>
                </p14:cNvPr>
                <p14:cNvContentPartPr/>
                <p14:nvPr/>
              </p14:nvContentPartPr>
              <p14:xfrm>
                <a:off x="3381455" y="6267582"/>
                <a:ext cx="2338560" cy="19152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17724FD1-D00D-903D-8100-1990A1BEB3D4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363815" y="6249942"/>
                  <a:ext cx="237420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14D5A171-735F-C50C-05F6-C4E7785B385F}"/>
                    </a:ext>
                  </a:extLst>
                </p14:cNvPr>
                <p14:cNvContentPartPr/>
                <p14:nvPr/>
              </p14:nvContentPartPr>
              <p14:xfrm>
                <a:off x="3303335" y="6335982"/>
                <a:ext cx="194040" cy="22392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14D5A171-735F-C50C-05F6-C4E7785B385F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3285335" y="6317982"/>
                  <a:ext cx="229680" cy="259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E76AA922-200C-9FB2-0F23-B0D312D949D6}"/>
              </a:ext>
            </a:extLst>
          </p:cNvPr>
          <p:cNvGrpSpPr/>
          <p:nvPr/>
        </p:nvGrpSpPr>
        <p:grpSpPr>
          <a:xfrm>
            <a:off x="8839415" y="4267422"/>
            <a:ext cx="549000" cy="153360"/>
            <a:chOff x="8839415" y="4267422"/>
            <a:chExt cx="549000" cy="153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4CC76E23-4597-A59E-7379-3853E03CE854}"/>
                    </a:ext>
                  </a:extLst>
                </p14:cNvPr>
                <p14:cNvContentPartPr/>
                <p14:nvPr/>
              </p14:nvContentPartPr>
              <p14:xfrm>
                <a:off x="8839415" y="4267422"/>
                <a:ext cx="462240" cy="5904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4CC76E23-4597-A59E-7379-3853E03CE854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8821415" y="4249422"/>
                  <a:ext cx="49788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09E67372-A7CE-36CE-594D-733857373054}"/>
                    </a:ext>
                  </a:extLst>
                </p14:cNvPr>
                <p14:cNvContentPartPr/>
                <p14:nvPr/>
              </p14:nvContentPartPr>
              <p14:xfrm>
                <a:off x="8956415" y="4377222"/>
                <a:ext cx="432000" cy="4356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09E67372-A7CE-36CE-594D-733857373054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8938415" y="4359222"/>
                  <a:ext cx="467640" cy="792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9484996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accent4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1FB62C72-FD48-4BC6-866B-70DC9F6827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913828" cy="4127500"/>
          </a:xfrm>
        </p:spPr>
        <p:txBody>
          <a:bodyPr/>
          <a:lstStyle/>
          <a:p>
            <a:r>
              <a:rPr lang="en-US" dirty="0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When restricted to two function evaluations, compare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65BEB6-771B-43B0-B1D5-A9E1787702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0" i="1" u="none" strike="noStrike" baseline="0" dirty="0">
                <a:latin typeface="TeXGyrePagella-Italic" panose="02000603020200000004" pitchFamily="50" charset="0"/>
              </a:rPr>
              <a:t>Fibonacci Search</a:t>
            </a:r>
            <a:endParaRPr lang="en-US" b="0" i="0" u="none" strike="noStrike" baseline="0" dirty="0">
              <a:latin typeface="TeXGyrePagella-Regular" panose="02000603020200000003" pitchFamily="50" charset="0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F5EB393F-EAEC-4CC9-9F79-64792FD462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95417" y="2280478"/>
            <a:ext cx="6435588" cy="1608897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89A2F660-86BB-49E9-B519-16FF90B59A1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05081" y="4693043"/>
            <a:ext cx="5216260" cy="1714935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57FC1AC-CCBA-44EB-861A-CC2836D66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A2B03-C065-430E-988D-44590E20A90E}" type="slidenum">
              <a:rPr lang="en-US" smtClean="0"/>
              <a:t>9</a:t>
            </a:fld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F7D9EA88-9772-42CF-8064-88BC16639EA6}"/>
              </a:ext>
            </a:extLst>
          </p:cNvPr>
          <p:cNvGrpSpPr/>
          <p:nvPr/>
        </p:nvGrpSpPr>
        <p:grpSpPr>
          <a:xfrm>
            <a:off x="3506015" y="2666862"/>
            <a:ext cx="318240" cy="422640"/>
            <a:chOff x="3506015" y="2666862"/>
            <a:chExt cx="318240" cy="422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0BC7F496-7573-F63E-C735-D8BD533C0A20}"/>
                    </a:ext>
                  </a:extLst>
                </p14:cNvPr>
                <p14:cNvContentPartPr/>
                <p14:nvPr/>
              </p14:nvContentPartPr>
              <p14:xfrm>
                <a:off x="3793295" y="2666862"/>
                <a:ext cx="30960" cy="18720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0BC7F496-7573-F63E-C735-D8BD533C0A2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787175" y="2660742"/>
                  <a:ext cx="4320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8ECD2B73-5646-4732-BC08-35998B4F31A2}"/>
                    </a:ext>
                  </a:extLst>
                </p14:cNvPr>
                <p14:cNvContentPartPr/>
                <p14:nvPr/>
              </p14:nvContentPartPr>
              <p14:xfrm>
                <a:off x="3506015" y="2935062"/>
                <a:ext cx="198000" cy="15444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8ECD2B73-5646-4732-BC08-35998B4F31A2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499895" y="2928942"/>
                  <a:ext cx="210240" cy="166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F0A7E5F6-440C-6C9B-CFFE-B31AE218AD98}"/>
                  </a:ext>
                </a:extLst>
              </p14:cNvPr>
              <p14:cNvContentPartPr/>
              <p14:nvPr/>
            </p14:nvContentPartPr>
            <p14:xfrm>
              <a:off x="7765175" y="2676942"/>
              <a:ext cx="24480" cy="15948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F0A7E5F6-440C-6C9B-CFFE-B31AE218AD98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759055" y="2670822"/>
                <a:ext cx="36720" cy="17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C7F26D63-5A97-2B01-030C-29EAEBD175F1}"/>
                  </a:ext>
                </a:extLst>
              </p14:cNvPr>
              <p14:cNvContentPartPr/>
              <p14:nvPr/>
            </p14:nvContentPartPr>
            <p14:xfrm>
              <a:off x="7930415" y="2722302"/>
              <a:ext cx="147960" cy="21096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C7F26D63-5A97-2B01-030C-29EAEBD175F1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924295" y="2716182"/>
                <a:ext cx="160200" cy="22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F2637DE9-DFCF-7D4F-D06C-149A0AF935A4}"/>
                  </a:ext>
                </a:extLst>
              </p14:cNvPr>
              <p14:cNvContentPartPr/>
              <p14:nvPr/>
            </p14:nvContentPartPr>
            <p14:xfrm>
              <a:off x="5101895" y="2653542"/>
              <a:ext cx="14040" cy="12096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F2637DE9-DFCF-7D4F-D06C-149A0AF935A4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095775" y="2647422"/>
                <a:ext cx="26280" cy="13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9464B9F2-22EF-5FFB-A273-E11420749D26}"/>
                  </a:ext>
                </a:extLst>
              </p14:cNvPr>
              <p14:cNvContentPartPr/>
              <p14:nvPr/>
            </p14:nvContentPartPr>
            <p14:xfrm>
              <a:off x="6452975" y="2672622"/>
              <a:ext cx="20880" cy="14652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9464B9F2-22EF-5FFB-A273-E11420749D26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6446855" y="2666502"/>
                <a:ext cx="33120" cy="158760"/>
              </a:xfrm>
              <a:prstGeom prst="rect">
                <a:avLst/>
              </a:prstGeom>
            </p:spPr>
          </p:pic>
        </mc:Fallback>
      </mc:AlternateContent>
      <p:grpSp>
        <p:nvGrpSpPr>
          <p:cNvPr id="43" name="Group 42">
            <a:extLst>
              <a:ext uri="{FF2B5EF4-FFF2-40B4-BE49-F238E27FC236}">
                <a16:creationId xmlns:a16="http://schemas.microsoft.com/office/drawing/2014/main" id="{78A355BA-CAB6-EFFC-D450-DA7F30D17FA7}"/>
              </a:ext>
            </a:extLst>
          </p:cNvPr>
          <p:cNvGrpSpPr/>
          <p:nvPr/>
        </p:nvGrpSpPr>
        <p:grpSpPr>
          <a:xfrm>
            <a:off x="4913255" y="2892222"/>
            <a:ext cx="552600" cy="269280"/>
            <a:chOff x="4913255" y="2892222"/>
            <a:chExt cx="552600" cy="269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8048BCCA-17BC-3647-B033-3C961C8F5554}"/>
                    </a:ext>
                  </a:extLst>
                </p14:cNvPr>
                <p14:cNvContentPartPr/>
                <p14:nvPr/>
              </p14:nvContentPartPr>
              <p14:xfrm>
                <a:off x="4937015" y="2892222"/>
                <a:ext cx="82800" cy="26244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8048BCCA-17BC-3647-B033-3C961C8F5554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930895" y="2886102"/>
                  <a:ext cx="95040" cy="27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5539D7A2-7CF7-9DA6-6BE3-495284D6B16F}"/>
                    </a:ext>
                  </a:extLst>
                </p14:cNvPr>
                <p14:cNvContentPartPr/>
                <p14:nvPr/>
              </p14:nvContentPartPr>
              <p14:xfrm>
                <a:off x="4913255" y="3066462"/>
                <a:ext cx="91440" cy="284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5539D7A2-7CF7-9DA6-6BE3-495284D6B16F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907135" y="3060342"/>
                  <a:ext cx="10368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C71C48A3-85F0-EC38-85C0-A9C84A2276C5}"/>
                    </a:ext>
                  </a:extLst>
                </p14:cNvPr>
                <p14:cNvContentPartPr/>
                <p14:nvPr/>
              </p14:nvContentPartPr>
              <p14:xfrm>
                <a:off x="5075975" y="2909502"/>
                <a:ext cx="41400" cy="1882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C71C48A3-85F0-EC38-85C0-A9C84A2276C5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069855" y="2903382"/>
                  <a:ext cx="5364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026C42A5-9FF5-D283-1E89-A177A9FBCF80}"/>
                    </a:ext>
                  </a:extLst>
                </p14:cNvPr>
                <p14:cNvContentPartPr/>
                <p14:nvPr/>
              </p14:nvContentPartPr>
              <p14:xfrm>
                <a:off x="5146535" y="2951262"/>
                <a:ext cx="144360" cy="13356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026C42A5-9FF5-D283-1E89-A177A9FBCF80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140415" y="2945142"/>
                  <a:ext cx="15660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A847AD07-0A7D-E634-0B3E-6ADF44D2F7C3}"/>
                    </a:ext>
                  </a:extLst>
                </p14:cNvPr>
                <p14:cNvContentPartPr/>
                <p14:nvPr/>
              </p14:nvContentPartPr>
              <p14:xfrm>
                <a:off x="5191535" y="3007062"/>
                <a:ext cx="91080" cy="3024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A847AD07-0A7D-E634-0B3E-6ADF44D2F7C3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185415" y="3000942"/>
                  <a:ext cx="10332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F79A020C-D322-D170-62DD-F1DD2469A640}"/>
                    </a:ext>
                  </a:extLst>
                </p14:cNvPr>
                <p14:cNvContentPartPr/>
                <p14:nvPr/>
              </p14:nvContentPartPr>
              <p14:xfrm>
                <a:off x="5318975" y="3035862"/>
                <a:ext cx="38880" cy="1130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F79A020C-D322-D170-62DD-F1DD2469A640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312855" y="3029742"/>
                  <a:ext cx="5112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E6C4EEE0-BDB5-BE63-B9AA-E54CEADD5E88}"/>
                    </a:ext>
                  </a:extLst>
                </p14:cNvPr>
                <p14:cNvContentPartPr/>
                <p14:nvPr/>
              </p14:nvContentPartPr>
              <p14:xfrm>
                <a:off x="5372975" y="2943702"/>
                <a:ext cx="92880" cy="1983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E6C4EEE0-BDB5-BE63-B9AA-E54CEADD5E88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366855" y="2937582"/>
                  <a:ext cx="10512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AA04795A-EB03-0DAF-BC5A-5110FC9E969E}"/>
                    </a:ext>
                  </a:extLst>
                </p14:cNvPr>
                <p14:cNvContentPartPr/>
                <p14:nvPr/>
              </p14:nvContentPartPr>
              <p14:xfrm>
                <a:off x="5022695" y="3147822"/>
                <a:ext cx="64080" cy="136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AA04795A-EB03-0DAF-BC5A-5110FC9E969E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016575" y="3141702"/>
                  <a:ext cx="76320" cy="25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749592A2-12A5-1A47-CCA5-00A014973756}"/>
              </a:ext>
            </a:extLst>
          </p:cNvPr>
          <p:cNvGrpSpPr/>
          <p:nvPr/>
        </p:nvGrpSpPr>
        <p:grpSpPr>
          <a:xfrm>
            <a:off x="2988335" y="2934342"/>
            <a:ext cx="337320" cy="336600"/>
            <a:chOff x="2988335" y="2934342"/>
            <a:chExt cx="337320" cy="336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9E26EF14-B1FB-345E-59A4-DC5545FBA69D}"/>
                    </a:ext>
                  </a:extLst>
                </p14:cNvPr>
                <p14:cNvContentPartPr/>
                <p14:nvPr/>
              </p14:nvContentPartPr>
              <p14:xfrm>
                <a:off x="2998415" y="2934342"/>
                <a:ext cx="88200" cy="3204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9E26EF14-B1FB-345E-59A4-DC5545FBA69D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992295" y="2928222"/>
                  <a:ext cx="100440" cy="33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A29DF871-347E-E6E3-5168-833AE171562E}"/>
                    </a:ext>
                  </a:extLst>
                </p14:cNvPr>
                <p14:cNvContentPartPr/>
                <p14:nvPr/>
              </p14:nvContentPartPr>
              <p14:xfrm>
                <a:off x="2988335" y="3134502"/>
                <a:ext cx="86760" cy="511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A29DF871-347E-E6E3-5168-833AE171562E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982215" y="3128382"/>
                  <a:ext cx="9900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125AE831-B4F0-AB30-6C65-5252891C41AD}"/>
                    </a:ext>
                  </a:extLst>
                </p14:cNvPr>
                <p14:cNvContentPartPr/>
                <p14:nvPr/>
              </p14:nvContentPartPr>
              <p14:xfrm>
                <a:off x="3086255" y="2997342"/>
                <a:ext cx="56160" cy="2037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125AE831-B4F0-AB30-6C65-5252891C41AD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080135" y="2991222"/>
                  <a:ext cx="6840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8A7A5E93-9352-A736-4CFF-3774485D5A16}"/>
                    </a:ext>
                  </a:extLst>
                </p14:cNvPr>
                <p14:cNvContentPartPr/>
                <p14:nvPr/>
              </p14:nvContentPartPr>
              <p14:xfrm>
                <a:off x="3169415" y="3086262"/>
                <a:ext cx="106200" cy="975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8A7A5E93-9352-A736-4CFF-3774485D5A16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163295" y="3080142"/>
                  <a:ext cx="11844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E50281BD-E247-06B0-C8FB-347CE4F43EC9}"/>
                    </a:ext>
                  </a:extLst>
                </p14:cNvPr>
                <p14:cNvContentPartPr/>
                <p14:nvPr/>
              </p14:nvContentPartPr>
              <p14:xfrm>
                <a:off x="3268775" y="3020742"/>
                <a:ext cx="56880" cy="2502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E50281BD-E247-06B0-C8FB-347CE4F43EC9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262655" y="3014622"/>
                  <a:ext cx="69120" cy="262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FC793509-F5E3-08D0-79E7-36209B135185}"/>
              </a:ext>
            </a:extLst>
          </p:cNvPr>
          <p:cNvGrpSpPr/>
          <p:nvPr/>
        </p:nvGrpSpPr>
        <p:grpSpPr>
          <a:xfrm>
            <a:off x="8183495" y="2786022"/>
            <a:ext cx="514440" cy="307080"/>
            <a:chOff x="8183495" y="2786022"/>
            <a:chExt cx="514440" cy="307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605DA5AA-3E68-F51B-71E1-967919FEC432}"/>
                    </a:ext>
                  </a:extLst>
                </p14:cNvPr>
                <p14:cNvContentPartPr/>
                <p14:nvPr/>
              </p14:nvContentPartPr>
              <p14:xfrm>
                <a:off x="8183495" y="2786022"/>
                <a:ext cx="137520" cy="30708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605DA5AA-3E68-F51B-71E1-967919FEC432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177375" y="2779902"/>
                  <a:ext cx="149760" cy="31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F0796366-B139-0B6B-B0B3-E6B097C4B17A}"/>
                    </a:ext>
                  </a:extLst>
                </p14:cNvPr>
                <p14:cNvContentPartPr/>
                <p14:nvPr/>
              </p14:nvContentPartPr>
              <p14:xfrm>
                <a:off x="8183855" y="2983662"/>
                <a:ext cx="162000" cy="813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F0796366-B139-0B6B-B0B3-E6B097C4B17A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8177735" y="2977542"/>
                  <a:ext cx="17424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B2333C0C-7D57-F84D-B7D9-30D813E43A3E}"/>
                    </a:ext>
                  </a:extLst>
                </p14:cNvPr>
                <p14:cNvContentPartPr/>
                <p14:nvPr/>
              </p14:nvContentPartPr>
              <p14:xfrm>
                <a:off x="8389055" y="2838222"/>
                <a:ext cx="54360" cy="19584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B2333C0C-7D57-F84D-B7D9-30D813E43A3E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382935" y="2832102"/>
                  <a:ext cx="6660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03BEB918-D176-6603-6F05-FEE9D2157CEC}"/>
                    </a:ext>
                  </a:extLst>
                </p14:cNvPr>
                <p14:cNvContentPartPr/>
                <p14:nvPr/>
              </p14:nvContentPartPr>
              <p14:xfrm>
                <a:off x="8492735" y="2825622"/>
                <a:ext cx="114120" cy="19980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03BEB918-D176-6603-6F05-FEE9D2157CEC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486615" y="2819502"/>
                  <a:ext cx="12636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281D0291-BE68-A4EE-4938-9E33738037D8}"/>
                    </a:ext>
                  </a:extLst>
                </p14:cNvPr>
                <p14:cNvContentPartPr/>
                <p14:nvPr/>
              </p14:nvContentPartPr>
              <p14:xfrm>
                <a:off x="8615855" y="2809422"/>
                <a:ext cx="82080" cy="26208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281D0291-BE68-A4EE-4938-9E33738037D8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609735" y="2803302"/>
                  <a:ext cx="94320" cy="274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C8794743-854F-D917-617F-25EB4350183E}"/>
              </a:ext>
            </a:extLst>
          </p:cNvPr>
          <p:cNvGrpSpPr/>
          <p:nvPr/>
        </p:nvGrpSpPr>
        <p:grpSpPr>
          <a:xfrm>
            <a:off x="6308615" y="2866302"/>
            <a:ext cx="620280" cy="297720"/>
            <a:chOff x="6308615" y="2866302"/>
            <a:chExt cx="620280" cy="297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9F83CF8-0F98-4A65-0035-20C90A74C88B}"/>
                    </a:ext>
                  </a:extLst>
                </p14:cNvPr>
                <p14:cNvContentPartPr/>
                <p14:nvPr/>
              </p14:nvContentPartPr>
              <p14:xfrm>
                <a:off x="6308615" y="2866302"/>
                <a:ext cx="132480" cy="2808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9F83CF8-0F98-4A65-0035-20C90A74C88B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302495" y="2860182"/>
                  <a:ext cx="144720" cy="29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A8648F51-8FA1-AA98-C19A-B6F1080DEAAA}"/>
                    </a:ext>
                  </a:extLst>
                </p14:cNvPr>
                <p14:cNvContentPartPr/>
                <p14:nvPr/>
              </p14:nvContentPartPr>
              <p14:xfrm>
                <a:off x="6357575" y="3020382"/>
                <a:ext cx="85320" cy="633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A8648F51-8FA1-AA98-C19A-B6F1080DEAAA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351455" y="3014262"/>
                  <a:ext cx="9756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22426B40-6050-EA00-1AF9-6A4255BD0A17}"/>
                    </a:ext>
                  </a:extLst>
                </p14:cNvPr>
                <p14:cNvContentPartPr/>
                <p14:nvPr/>
              </p14:nvContentPartPr>
              <p14:xfrm>
                <a:off x="6519575" y="2888622"/>
                <a:ext cx="40680" cy="1976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22426B40-6050-EA00-1AF9-6A4255BD0A17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513455" y="2882502"/>
                  <a:ext cx="5292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75B66D3C-84CB-BB36-492A-6C410A8B63AB}"/>
                    </a:ext>
                  </a:extLst>
                </p14:cNvPr>
                <p14:cNvContentPartPr/>
                <p14:nvPr/>
              </p14:nvContentPartPr>
              <p14:xfrm>
                <a:off x="6568895" y="2928942"/>
                <a:ext cx="142560" cy="1317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75B66D3C-84CB-BB36-492A-6C410A8B63AB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562775" y="2922822"/>
                  <a:ext cx="15480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6DBB3EF0-5437-E74C-2CF6-C815525C6981}"/>
                    </a:ext>
                  </a:extLst>
                </p14:cNvPr>
                <p14:cNvContentPartPr/>
                <p14:nvPr/>
              </p14:nvContentPartPr>
              <p14:xfrm>
                <a:off x="6624695" y="2992302"/>
                <a:ext cx="84240" cy="457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6DBB3EF0-5437-E74C-2CF6-C815525C6981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618575" y="2986182"/>
                  <a:ext cx="9648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9A459EA0-4D9D-4265-7A60-77C51F73FE04}"/>
                    </a:ext>
                  </a:extLst>
                </p14:cNvPr>
                <p14:cNvContentPartPr/>
                <p14:nvPr/>
              </p14:nvContentPartPr>
              <p14:xfrm>
                <a:off x="6756455" y="3030462"/>
                <a:ext cx="38520" cy="10800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9A459EA0-4D9D-4265-7A60-77C51F73FE04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750335" y="3024342"/>
                  <a:ext cx="5076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9B8C16CA-4427-46A8-7F50-6BB6A7721BB9}"/>
                    </a:ext>
                  </a:extLst>
                </p14:cNvPr>
                <p14:cNvContentPartPr/>
                <p14:nvPr/>
              </p14:nvContentPartPr>
              <p14:xfrm>
                <a:off x="6832415" y="2896902"/>
                <a:ext cx="96480" cy="24768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9B8C16CA-4427-46A8-7F50-6BB6A7721BB9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826295" y="2890782"/>
                  <a:ext cx="10872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C5C6C82B-F41C-2A7D-1C1D-C4B68615EA1A}"/>
                    </a:ext>
                  </a:extLst>
                </p14:cNvPr>
                <p14:cNvContentPartPr/>
                <p14:nvPr/>
              </p14:nvContentPartPr>
              <p14:xfrm>
                <a:off x="6714335" y="3018582"/>
                <a:ext cx="153720" cy="14544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C5C6C82B-F41C-2A7D-1C1D-C4B68615EA1A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708215" y="3012462"/>
                  <a:ext cx="165960" cy="157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BA9C3694-D800-EB53-73A8-D6F1D53943F2}"/>
              </a:ext>
            </a:extLst>
          </p:cNvPr>
          <p:cNvGrpSpPr/>
          <p:nvPr/>
        </p:nvGrpSpPr>
        <p:grpSpPr>
          <a:xfrm>
            <a:off x="9372575" y="1482102"/>
            <a:ext cx="2482560" cy="1847880"/>
            <a:chOff x="9372575" y="1482102"/>
            <a:chExt cx="2482560" cy="1847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9064AC47-C7E6-5536-7979-C018EC7E9C34}"/>
                    </a:ext>
                  </a:extLst>
                </p14:cNvPr>
                <p14:cNvContentPartPr/>
                <p14:nvPr/>
              </p14:nvContentPartPr>
              <p14:xfrm>
                <a:off x="9746615" y="1482102"/>
                <a:ext cx="1403640" cy="104112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9064AC47-C7E6-5536-7979-C018EC7E9C34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9740495" y="1475982"/>
                  <a:ext cx="1415880" cy="10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61E57A21-E353-FA87-11C7-9DC922B68E40}"/>
                    </a:ext>
                  </a:extLst>
                </p14:cNvPr>
                <p14:cNvContentPartPr/>
                <p14:nvPr/>
              </p14:nvContentPartPr>
              <p14:xfrm>
                <a:off x="9857855" y="2074302"/>
                <a:ext cx="101880" cy="63972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61E57A21-E353-FA87-11C7-9DC922B68E40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9851735" y="2068182"/>
                  <a:ext cx="114120" cy="65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6E301DB6-F4FE-45A7-868B-3F1733607010}"/>
                    </a:ext>
                  </a:extLst>
                </p14:cNvPr>
                <p14:cNvContentPartPr/>
                <p14:nvPr/>
              </p14:nvContentPartPr>
              <p14:xfrm>
                <a:off x="11064575" y="1863702"/>
                <a:ext cx="68760" cy="73152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6E301DB6-F4FE-45A7-868B-3F1733607010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1058455" y="1857582"/>
                  <a:ext cx="81000" cy="74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28A4B599-B7B3-6DEE-5CBF-245EF8B07131}"/>
                    </a:ext>
                  </a:extLst>
                </p14:cNvPr>
                <p14:cNvContentPartPr/>
                <p14:nvPr/>
              </p14:nvContentPartPr>
              <p14:xfrm>
                <a:off x="9692975" y="2786022"/>
                <a:ext cx="145800" cy="17892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28A4B599-B7B3-6DEE-5CBF-245EF8B07131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9686855" y="2779902"/>
                  <a:ext cx="15804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7E2EE442-62C0-E743-10C3-0C6EE6449A02}"/>
                    </a:ext>
                  </a:extLst>
                </p14:cNvPr>
                <p14:cNvContentPartPr/>
                <p14:nvPr/>
              </p14:nvContentPartPr>
              <p14:xfrm>
                <a:off x="11169695" y="2740302"/>
                <a:ext cx="154080" cy="20988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7E2EE442-62C0-E743-10C3-0C6EE6449A02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1163575" y="2734182"/>
                  <a:ext cx="16632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DD7463E4-4EE2-7E3C-6417-86347C4F5812}"/>
                    </a:ext>
                  </a:extLst>
                </p14:cNvPr>
                <p14:cNvContentPartPr/>
                <p14:nvPr/>
              </p14:nvContentPartPr>
              <p14:xfrm>
                <a:off x="9372575" y="2550222"/>
                <a:ext cx="2482560" cy="20124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DD7463E4-4EE2-7E3C-6417-86347C4F5812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9366455" y="2544102"/>
                  <a:ext cx="249480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CEACD464-01CD-3D35-0637-92C7F83E4601}"/>
                    </a:ext>
                  </a:extLst>
                </p14:cNvPr>
                <p14:cNvContentPartPr/>
                <p14:nvPr/>
              </p14:nvContentPartPr>
              <p14:xfrm>
                <a:off x="10387415" y="2637702"/>
                <a:ext cx="37800" cy="14832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CEACD464-01CD-3D35-0637-92C7F83E4601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0381295" y="2631582"/>
                  <a:ext cx="5004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88291021-D0FD-980A-3438-D1E38E644D0E}"/>
                    </a:ext>
                  </a:extLst>
                </p14:cNvPr>
                <p14:cNvContentPartPr/>
                <p14:nvPr/>
              </p14:nvContentPartPr>
              <p14:xfrm>
                <a:off x="10777655" y="2591262"/>
                <a:ext cx="56160" cy="16272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88291021-D0FD-980A-3438-D1E38E644D0E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0771535" y="2585142"/>
                  <a:ext cx="6840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0F74EC09-4C21-5A95-1173-99217EDA6293}"/>
                    </a:ext>
                  </a:extLst>
                </p14:cNvPr>
                <p14:cNvContentPartPr/>
                <p14:nvPr/>
              </p14:nvContentPartPr>
              <p14:xfrm>
                <a:off x="10748135" y="2287422"/>
                <a:ext cx="65160" cy="33840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0F74EC09-4C21-5A95-1173-99217EDA6293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0742015" y="2281302"/>
                  <a:ext cx="77400" cy="35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3A731BA4-63A6-3489-BB71-8E32BC1FAFC9}"/>
                    </a:ext>
                  </a:extLst>
                </p14:cNvPr>
                <p14:cNvContentPartPr/>
                <p14:nvPr/>
              </p14:nvContentPartPr>
              <p14:xfrm>
                <a:off x="10355735" y="2507022"/>
                <a:ext cx="19800" cy="23760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3A731BA4-63A6-3489-BB71-8E32BC1FAFC9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0349615" y="2500902"/>
                  <a:ext cx="3204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C1BA3F14-068B-FD5C-9992-B7F4127D9404}"/>
                    </a:ext>
                  </a:extLst>
                </p14:cNvPr>
                <p14:cNvContentPartPr/>
                <p14:nvPr/>
              </p14:nvContentPartPr>
              <p14:xfrm>
                <a:off x="11006975" y="1902222"/>
                <a:ext cx="109800" cy="11844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C1BA3F14-068B-FD5C-9992-B7F4127D9404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1000855" y="1896102"/>
                  <a:ext cx="12204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CA6DA655-7E0A-96BF-1D81-330C5EEDE892}"/>
                    </a:ext>
                  </a:extLst>
                </p14:cNvPr>
                <p14:cNvContentPartPr/>
                <p14:nvPr/>
              </p14:nvContentPartPr>
              <p14:xfrm>
                <a:off x="10724375" y="2328822"/>
                <a:ext cx="82800" cy="8640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CA6DA655-7E0A-96BF-1D81-330C5EEDE892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0718255" y="2322702"/>
                  <a:ext cx="9504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61D86274-1657-4AB5-1AD5-830E4D0F6EB1}"/>
                    </a:ext>
                  </a:extLst>
                </p14:cNvPr>
                <p14:cNvContentPartPr/>
                <p14:nvPr/>
              </p14:nvContentPartPr>
              <p14:xfrm>
                <a:off x="10304615" y="2531142"/>
                <a:ext cx="49320" cy="4824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61D86274-1657-4AB5-1AD5-830E4D0F6EB1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0298495" y="2525022"/>
                  <a:ext cx="6156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FE1C4047-646C-1B15-A31E-B99C91C9D442}"/>
                    </a:ext>
                  </a:extLst>
                </p14:cNvPr>
                <p14:cNvContentPartPr/>
                <p14:nvPr/>
              </p14:nvContentPartPr>
              <p14:xfrm>
                <a:off x="9802775" y="2168262"/>
                <a:ext cx="88200" cy="7740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FE1C4047-646C-1B15-A31E-B99C91C9D442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9796655" y="2162142"/>
                  <a:ext cx="10044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2444DD40-AA74-1920-03DC-EA5F4C05F785}"/>
                    </a:ext>
                  </a:extLst>
                </p14:cNvPr>
                <p14:cNvContentPartPr/>
                <p14:nvPr/>
              </p14:nvContentPartPr>
              <p14:xfrm>
                <a:off x="10179335" y="2512782"/>
                <a:ext cx="33480" cy="1620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2444DD40-AA74-1920-03DC-EA5F4C05F785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0173215" y="2506662"/>
                  <a:ext cx="4572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FAA178C5-6564-AB0E-C3A6-C10CEFC7F197}"/>
                    </a:ext>
                  </a:extLst>
                </p14:cNvPr>
                <p14:cNvContentPartPr/>
                <p14:nvPr/>
              </p14:nvContentPartPr>
              <p14:xfrm>
                <a:off x="10237295" y="2515662"/>
                <a:ext cx="109080" cy="3492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FAA178C5-6564-AB0E-C3A6-C10CEFC7F197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0231175" y="2509542"/>
                  <a:ext cx="12132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5BB88967-9924-F416-4BD8-5AE442628207}"/>
                    </a:ext>
                  </a:extLst>
                </p14:cNvPr>
                <p14:cNvContentPartPr/>
                <p14:nvPr/>
              </p14:nvContentPartPr>
              <p14:xfrm>
                <a:off x="10227575" y="2523222"/>
                <a:ext cx="2160" cy="1800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5BB88967-9924-F416-4BD8-5AE442628207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0221455" y="2517102"/>
                  <a:ext cx="1440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A8EE0D9B-AE21-E8C9-5BCA-B8A414EBFBE1}"/>
                    </a:ext>
                  </a:extLst>
                </p14:cNvPr>
                <p14:cNvContentPartPr/>
                <p14:nvPr/>
              </p14:nvContentPartPr>
              <p14:xfrm>
                <a:off x="10177535" y="2493702"/>
                <a:ext cx="104400" cy="5472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A8EE0D9B-AE21-E8C9-5BCA-B8A414EBFBE1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0171415" y="2487582"/>
                  <a:ext cx="11664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CD54E6CB-FF7D-0A7F-0F4F-A2B3FDAEF072}"/>
                    </a:ext>
                  </a:extLst>
                </p14:cNvPr>
                <p14:cNvContentPartPr/>
                <p14:nvPr/>
              </p14:nvContentPartPr>
              <p14:xfrm>
                <a:off x="10200935" y="2462742"/>
                <a:ext cx="71640" cy="11124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CD54E6CB-FF7D-0A7F-0F4F-A2B3FDAEF072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0194815" y="2456622"/>
                  <a:ext cx="8388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CCB76ADA-6412-9618-A89F-6AB85C2CDCBF}"/>
                    </a:ext>
                  </a:extLst>
                </p14:cNvPr>
                <p14:cNvContentPartPr/>
                <p14:nvPr/>
              </p14:nvContentPartPr>
              <p14:xfrm>
                <a:off x="10821935" y="2694582"/>
                <a:ext cx="38880" cy="11592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CCB76ADA-6412-9618-A89F-6AB85C2CDCBF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0815815" y="2688462"/>
                  <a:ext cx="5112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F8197475-5C0D-892D-02E3-31375DB21528}"/>
                    </a:ext>
                  </a:extLst>
                </p14:cNvPr>
                <p14:cNvContentPartPr/>
                <p14:nvPr/>
              </p14:nvContentPartPr>
              <p14:xfrm>
                <a:off x="10833815" y="2741382"/>
                <a:ext cx="77760" cy="1368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F8197475-5C0D-892D-02E3-31375DB21528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0827695" y="2735262"/>
                  <a:ext cx="9000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E66FD2B5-FDC3-46DD-23BC-4F0236D26B02}"/>
                    </a:ext>
                  </a:extLst>
                </p14:cNvPr>
                <p14:cNvContentPartPr/>
                <p14:nvPr/>
              </p14:nvContentPartPr>
              <p14:xfrm>
                <a:off x="10896455" y="2671542"/>
                <a:ext cx="689040" cy="6516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E66FD2B5-FDC3-46DD-23BC-4F0236D26B02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0890335" y="2665422"/>
                  <a:ext cx="70128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DC28DF0F-E234-200E-B18A-F90AB1C6C4AF}"/>
                    </a:ext>
                  </a:extLst>
                </p14:cNvPr>
                <p14:cNvContentPartPr/>
                <p14:nvPr/>
              </p14:nvContentPartPr>
              <p14:xfrm>
                <a:off x="10880975" y="2586582"/>
                <a:ext cx="72720" cy="19296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DC28DF0F-E234-200E-B18A-F90AB1C6C4AF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0874855" y="2580462"/>
                  <a:ext cx="8496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D93C7CFD-94CD-7E52-BF92-A8286F51E240}"/>
                    </a:ext>
                  </a:extLst>
                </p14:cNvPr>
                <p14:cNvContentPartPr/>
                <p14:nvPr/>
              </p14:nvContentPartPr>
              <p14:xfrm>
                <a:off x="11010215" y="2551302"/>
                <a:ext cx="62640" cy="20808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D93C7CFD-94CD-7E52-BF92-A8286F51E240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1004095" y="2545182"/>
                  <a:ext cx="7488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AB633284-4E46-F5B6-5709-A7B888C3858D}"/>
                    </a:ext>
                  </a:extLst>
                </p14:cNvPr>
                <p14:cNvContentPartPr/>
                <p14:nvPr/>
              </p14:nvContentPartPr>
              <p14:xfrm>
                <a:off x="11156375" y="2595222"/>
                <a:ext cx="54720" cy="12780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AB633284-4E46-F5B6-5709-A7B888C3858D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1150255" y="2589102"/>
                  <a:ext cx="6696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021DFCA3-779E-8201-629D-F67AD1F90749}"/>
                    </a:ext>
                  </a:extLst>
                </p14:cNvPr>
                <p14:cNvContentPartPr/>
                <p14:nvPr/>
              </p14:nvContentPartPr>
              <p14:xfrm>
                <a:off x="11352935" y="2525022"/>
                <a:ext cx="69480" cy="16272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021DFCA3-779E-8201-629D-F67AD1F90749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1346815" y="2518902"/>
                  <a:ext cx="8172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DC2E244E-0D9C-E266-8D82-3F005D4F0075}"/>
                    </a:ext>
                  </a:extLst>
                </p14:cNvPr>
                <p14:cNvContentPartPr/>
                <p14:nvPr/>
              </p14:nvContentPartPr>
              <p14:xfrm>
                <a:off x="11495495" y="2547702"/>
                <a:ext cx="76320" cy="9324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DC2E244E-0D9C-E266-8D82-3F005D4F0075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1489375" y="2541582"/>
                  <a:ext cx="8856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F5518381-604F-4B6C-5427-D93DA1BDF875}"/>
                    </a:ext>
                  </a:extLst>
                </p14:cNvPr>
                <p14:cNvContentPartPr/>
                <p14:nvPr/>
              </p14:nvContentPartPr>
              <p14:xfrm>
                <a:off x="9946415" y="2771982"/>
                <a:ext cx="747720" cy="29376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F5518381-604F-4B6C-5427-D93DA1BDF875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9940295" y="2765862"/>
                  <a:ext cx="759960" cy="30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1E60E68D-B13D-5344-DC52-08F1A498AAB3}"/>
                    </a:ext>
                  </a:extLst>
                </p14:cNvPr>
                <p14:cNvContentPartPr/>
                <p14:nvPr/>
              </p14:nvContentPartPr>
              <p14:xfrm>
                <a:off x="10714655" y="2855142"/>
                <a:ext cx="161640" cy="19476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1E60E68D-B13D-5344-DC52-08F1A498AAB3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0708535" y="2849022"/>
                  <a:ext cx="17388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95BCA3DB-69FE-5A6B-EDBB-60B71B8A2C9E}"/>
                    </a:ext>
                  </a:extLst>
                </p14:cNvPr>
                <p14:cNvContentPartPr/>
                <p14:nvPr/>
              </p14:nvContentPartPr>
              <p14:xfrm>
                <a:off x="9856775" y="3181302"/>
                <a:ext cx="148680" cy="14868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95BCA3DB-69FE-5A6B-EDBB-60B71B8A2C9E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9850655" y="3175182"/>
                  <a:ext cx="16092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DAAF7211-D22B-9AA4-EE54-43F766844251}"/>
                    </a:ext>
                  </a:extLst>
                </p14:cNvPr>
                <p14:cNvContentPartPr/>
                <p14:nvPr/>
              </p14:nvContentPartPr>
              <p14:xfrm>
                <a:off x="10829495" y="3132342"/>
                <a:ext cx="155520" cy="17208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DAAF7211-D22B-9AA4-EE54-43F766844251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0823375" y="3126222"/>
                  <a:ext cx="167760" cy="184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68EC4541-38E5-A120-ED9E-CF7F58AC5143}"/>
              </a:ext>
            </a:extLst>
          </p:cNvPr>
          <p:cNvGrpSpPr/>
          <p:nvPr/>
        </p:nvGrpSpPr>
        <p:grpSpPr>
          <a:xfrm>
            <a:off x="8744375" y="3875382"/>
            <a:ext cx="1866240" cy="368280"/>
            <a:chOff x="8744375" y="3875382"/>
            <a:chExt cx="1866240" cy="368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AEBEF858-013E-D14C-22B0-1675725FE42F}"/>
                    </a:ext>
                  </a:extLst>
                </p14:cNvPr>
                <p14:cNvContentPartPr/>
                <p14:nvPr/>
              </p14:nvContentPartPr>
              <p14:xfrm>
                <a:off x="8744375" y="4000302"/>
                <a:ext cx="158760" cy="24336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AEBEF858-013E-D14C-22B0-1675725FE42F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8735375" y="3991302"/>
                  <a:ext cx="17640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E1B8189A-C50D-59B1-6286-8BA728D2505A}"/>
                    </a:ext>
                  </a:extLst>
                </p14:cNvPr>
                <p14:cNvContentPartPr/>
                <p14:nvPr/>
              </p14:nvContentPartPr>
              <p14:xfrm>
                <a:off x="9074495" y="4039182"/>
                <a:ext cx="349560" cy="15012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E1B8189A-C50D-59B1-6286-8BA728D2505A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9065495" y="4030182"/>
                  <a:ext cx="36720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6C2DAA45-2BDC-BA56-ADD0-925CB2917F92}"/>
                    </a:ext>
                  </a:extLst>
                </p14:cNvPr>
                <p14:cNvContentPartPr/>
                <p14:nvPr/>
              </p14:nvContentPartPr>
              <p14:xfrm>
                <a:off x="9425135" y="4051422"/>
                <a:ext cx="165960" cy="11952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6C2DAA45-2BDC-BA56-ADD0-925CB2917F92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9416495" y="4042422"/>
                  <a:ext cx="18360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E1AFD2E3-4F1B-3EE5-E007-4C54405E703F}"/>
                    </a:ext>
                  </a:extLst>
                </p14:cNvPr>
                <p14:cNvContentPartPr/>
                <p14:nvPr/>
              </p14:nvContentPartPr>
              <p14:xfrm>
                <a:off x="9605495" y="3918222"/>
                <a:ext cx="259920" cy="22896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E1AFD2E3-4F1B-3EE5-E007-4C54405E703F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9596855" y="3909222"/>
                  <a:ext cx="27756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7E80AC4A-0079-CDDE-3CEF-CE37BEBEA332}"/>
                    </a:ext>
                  </a:extLst>
                </p14:cNvPr>
                <p14:cNvContentPartPr/>
                <p14:nvPr/>
              </p14:nvContentPartPr>
              <p14:xfrm>
                <a:off x="9939215" y="3875382"/>
                <a:ext cx="306720" cy="25668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7E80AC4A-0079-CDDE-3CEF-CE37BEBEA332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9930575" y="3866742"/>
                  <a:ext cx="324360" cy="2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0D34E804-F4D6-7CC5-8128-B18B82AD41BE}"/>
                    </a:ext>
                  </a:extLst>
                </p14:cNvPr>
                <p14:cNvContentPartPr/>
                <p14:nvPr/>
              </p14:nvContentPartPr>
              <p14:xfrm>
                <a:off x="10271135" y="3959982"/>
                <a:ext cx="339480" cy="15588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0D34E804-F4D6-7CC5-8128-B18B82AD41BE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0262135" y="3950982"/>
                  <a:ext cx="357120" cy="173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EBAEF2F4-AA91-FE4F-7BB4-3947F4A11E9A}"/>
              </a:ext>
            </a:extLst>
          </p:cNvPr>
          <p:cNvGrpSpPr/>
          <p:nvPr/>
        </p:nvGrpSpPr>
        <p:grpSpPr>
          <a:xfrm>
            <a:off x="3763055" y="3226662"/>
            <a:ext cx="2733120" cy="278280"/>
            <a:chOff x="3763055" y="3226662"/>
            <a:chExt cx="2733120" cy="278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6E3A4449-F453-B89F-7218-8DA2A3B9F31E}"/>
                    </a:ext>
                  </a:extLst>
                </p14:cNvPr>
                <p14:cNvContentPartPr/>
                <p14:nvPr/>
              </p14:nvContentPartPr>
              <p14:xfrm>
                <a:off x="5144015" y="3226662"/>
                <a:ext cx="90360" cy="19728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6E3A4449-F453-B89F-7218-8DA2A3B9F31E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5135015" y="3217662"/>
                  <a:ext cx="10800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AC31A72B-7E5B-DD40-6181-110B904DE818}"/>
                    </a:ext>
                  </a:extLst>
                </p14:cNvPr>
                <p14:cNvContentPartPr/>
                <p14:nvPr/>
              </p14:nvContentPartPr>
              <p14:xfrm>
                <a:off x="6394655" y="3273462"/>
                <a:ext cx="101520" cy="15192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AC31A72B-7E5B-DD40-6181-110B904DE818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6386015" y="3264462"/>
                  <a:ext cx="11916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FCDFA36E-F41F-A618-ECF3-903869B7ED7D}"/>
                    </a:ext>
                  </a:extLst>
                </p14:cNvPr>
                <p14:cNvContentPartPr/>
                <p14:nvPr/>
              </p14:nvContentPartPr>
              <p14:xfrm>
                <a:off x="3763055" y="3282462"/>
                <a:ext cx="2569320" cy="22248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FCDFA36E-F41F-A618-ECF3-903869B7ED7D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3754055" y="3273462"/>
                  <a:ext cx="2586960" cy="240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50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CB1AFB07-44E5-BF76-0623-A164C16C3750}"/>
                  </a:ext>
                </a:extLst>
              </p14:cNvPr>
              <p14:cNvContentPartPr/>
              <p14:nvPr/>
            </p14:nvContentPartPr>
            <p14:xfrm>
              <a:off x="9997175" y="3074742"/>
              <a:ext cx="844560" cy="201240"/>
            </p14:xfrm>
          </p:contentPart>
        </mc:Choice>
        <mc:Fallback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CB1AFB07-44E5-BF76-0623-A164C16C3750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9988175" y="3065742"/>
                <a:ext cx="862200" cy="21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2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3B993004-EB03-F347-4086-03AFE9FD24F1}"/>
                  </a:ext>
                </a:extLst>
              </p14:cNvPr>
              <p14:cNvContentPartPr/>
              <p14:nvPr/>
            </p14:nvContentPartPr>
            <p14:xfrm>
              <a:off x="5729375" y="5405742"/>
              <a:ext cx="197280" cy="88560"/>
            </p14:xfrm>
          </p:contentPart>
        </mc:Choice>
        <mc:Fallback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3B993004-EB03-F347-4086-03AFE9FD24F1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5720735" y="5397102"/>
                <a:ext cx="214920" cy="10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4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8F7463A7-358E-AD13-33A3-C9E0A37E5571}"/>
                  </a:ext>
                </a:extLst>
              </p14:cNvPr>
              <p14:cNvContentPartPr/>
              <p14:nvPr/>
            </p14:nvContentPartPr>
            <p14:xfrm>
              <a:off x="5731175" y="5149422"/>
              <a:ext cx="11880" cy="29160"/>
            </p14:xfrm>
          </p:contentPart>
        </mc:Choice>
        <mc:Fallback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8F7463A7-358E-AD13-33A3-C9E0A37E5571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5722535" y="5140422"/>
                <a:ext cx="29520" cy="4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6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8CBF5EFF-C742-9426-7A90-9BAAFF94C0C8}"/>
                  </a:ext>
                </a:extLst>
              </p14:cNvPr>
              <p14:cNvContentPartPr/>
              <p14:nvPr/>
            </p14:nvContentPartPr>
            <p14:xfrm>
              <a:off x="5900375" y="5776902"/>
              <a:ext cx="2160" cy="5760"/>
            </p14:xfrm>
          </p:contentPart>
        </mc:Choice>
        <mc:Fallback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8CBF5EFF-C742-9426-7A90-9BAAFF94C0C8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5891375" y="5768262"/>
                <a:ext cx="19800" cy="23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15" name="Group 114">
            <a:extLst>
              <a:ext uri="{FF2B5EF4-FFF2-40B4-BE49-F238E27FC236}">
                <a16:creationId xmlns:a16="http://schemas.microsoft.com/office/drawing/2014/main" id="{6011C669-4907-1AAE-241F-A2AD880DC36E}"/>
              </a:ext>
            </a:extLst>
          </p:cNvPr>
          <p:cNvGrpSpPr/>
          <p:nvPr/>
        </p:nvGrpSpPr>
        <p:grpSpPr>
          <a:xfrm>
            <a:off x="5830535" y="5716422"/>
            <a:ext cx="64080" cy="169920"/>
            <a:chOff x="5830535" y="5716422"/>
            <a:chExt cx="64080" cy="169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E44F1B2C-3439-CBD5-327F-BA6FCBB05301}"/>
                    </a:ext>
                  </a:extLst>
                </p14:cNvPr>
                <p14:cNvContentPartPr/>
                <p14:nvPr/>
              </p14:nvContentPartPr>
              <p14:xfrm>
                <a:off x="5875895" y="5723982"/>
                <a:ext cx="18720" cy="4752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E44F1B2C-3439-CBD5-327F-BA6FCBB05301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5866895" y="5714982"/>
                  <a:ext cx="3636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3498135A-493A-F497-3C06-4D133FBEB59D}"/>
                    </a:ext>
                  </a:extLst>
                </p14:cNvPr>
                <p14:cNvContentPartPr/>
                <p14:nvPr/>
              </p14:nvContentPartPr>
              <p14:xfrm>
                <a:off x="5837015" y="5830902"/>
                <a:ext cx="27360" cy="1476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3498135A-493A-F497-3C06-4D133FBEB59D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5828375" y="5822262"/>
                  <a:ext cx="4500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D1B2F54A-5699-A5C2-0134-904F0828BC6E}"/>
                    </a:ext>
                  </a:extLst>
                </p14:cNvPr>
                <p14:cNvContentPartPr/>
                <p14:nvPr/>
              </p14:nvContentPartPr>
              <p14:xfrm>
                <a:off x="5830535" y="5864022"/>
                <a:ext cx="39600" cy="2232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D1B2F54A-5699-A5C2-0134-904F0828BC6E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5821535" y="5855382"/>
                  <a:ext cx="5724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9B73F474-9757-E520-01F1-4E6D522841CD}"/>
                    </a:ext>
                  </a:extLst>
                </p14:cNvPr>
                <p14:cNvContentPartPr/>
                <p14:nvPr/>
              </p14:nvContentPartPr>
              <p14:xfrm>
                <a:off x="5860775" y="5782662"/>
                <a:ext cx="11880" cy="5184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9B73F474-9757-E520-01F1-4E6D522841CD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5851775" y="5773662"/>
                  <a:ext cx="2952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E2327A08-786B-C5CC-DCF2-F50BB17D8BD0}"/>
                    </a:ext>
                  </a:extLst>
                </p14:cNvPr>
                <p14:cNvContentPartPr/>
                <p14:nvPr/>
              </p14:nvContentPartPr>
              <p14:xfrm>
                <a:off x="5843855" y="5793462"/>
                <a:ext cx="28440" cy="180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E2327A08-786B-C5CC-DCF2-F50BB17D8BD0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5835215" y="5784462"/>
                  <a:ext cx="4608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1568EC64-C455-92E8-A26C-173D7B9BD846}"/>
                    </a:ext>
                  </a:extLst>
                </p14:cNvPr>
                <p14:cNvContentPartPr/>
                <p14:nvPr/>
              </p14:nvContentPartPr>
              <p14:xfrm>
                <a:off x="5855375" y="5716422"/>
                <a:ext cx="26640" cy="6912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1568EC64-C455-92E8-A26C-173D7B9BD846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5846735" y="5707422"/>
                  <a:ext cx="44280" cy="86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85F3B04F-7BEF-78D5-DCA9-16BB4448D739}"/>
              </a:ext>
            </a:extLst>
          </p:cNvPr>
          <p:cNvGrpSpPr/>
          <p:nvPr/>
        </p:nvGrpSpPr>
        <p:grpSpPr>
          <a:xfrm>
            <a:off x="10117415" y="2495142"/>
            <a:ext cx="321480" cy="438120"/>
            <a:chOff x="10117415" y="2495142"/>
            <a:chExt cx="321480" cy="438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36C2FF45-5696-5BAC-D18E-086E8F373526}"/>
                    </a:ext>
                  </a:extLst>
                </p14:cNvPr>
                <p14:cNvContentPartPr/>
                <p14:nvPr/>
              </p14:nvContentPartPr>
              <p14:xfrm>
                <a:off x="10129655" y="2660742"/>
                <a:ext cx="45720" cy="9648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36C2FF45-5696-5BAC-D18E-086E8F373526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0121015" y="2652102"/>
                  <a:ext cx="6336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202F5355-0E59-992D-33C1-B9A38A0386D4}"/>
                    </a:ext>
                  </a:extLst>
                </p14:cNvPr>
                <p14:cNvContentPartPr/>
                <p14:nvPr/>
              </p14:nvContentPartPr>
              <p14:xfrm>
                <a:off x="10117415" y="2495142"/>
                <a:ext cx="34200" cy="22392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202F5355-0E59-992D-33C1-B9A38A0386D4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0108775" y="2486142"/>
                  <a:ext cx="5184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D8AF451A-777C-F279-BC1B-4CF7BC23EFD7}"/>
                    </a:ext>
                  </a:extLst>
                </p14:cNvPr>
                <p14:cNvContentPartPr/>
                <p14:nvPr/>
              </p14:nvContentPartPr>
              <p14:xfrm>
                <a:off x="10157375" y="2779182"/>
                <a:ext cx="29880" cy="1620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D8AF451A-777C-F279-BC1B-4CF7BC23EFD7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0148375" y="2770182"/>
                  <a:ext cx="4752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5B660EE5-F389-D6BB-0B1E-45B64E7B89ED}"/>
                    </a:ext>
                  </a:extLst>
                </p14:cNvPr>
                <p14:cNvContentPartPr/>
                <p14:nvPr/>
              </p14:nvContentPartPr>
              <p14:xfrm>
                <a:off x="10175735" y="2803662"/>
                <a:ext cx="13320" cy="612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5B660EE5-F389-D6BB-0B1E-45B64E7B89ED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0166735" y="2794662"/>
                  <a:ext cx="3096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706AA11D-3C09-29FB-7F1B-B377CB93BB43}"/>
                    </a:ext>
                  </a:extLst>
                </p14:cNvPr>
                <p14:cNvContentPartPr/>
                <p14:nvPr/>
              </p14:nvContentPartPr>
              <p14:xfrm>
                <a:off x="10185095" y="2775942"/>
                <a:ext cx="204480" cy="4212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706AA11D-3C09-29FB-7F1B-B377CB93BB43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0176455" y="2767302"/>
                  <a:ext cx="22212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88B27EEC-9119-1478-177A-0072B9AB61A6}"/>
                    </a:ext>
                  </a:extLst>
                </p14:cNvPr>
                <p14:cNvContentPartPr/>
                <p14:nvPr/>
              </p14:nvContentPartPr>
              <p14:xfrm>
                <a:off x="10305695" y="2748222"/>
                <a:ext cx="105120" cy="8892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88B27EEC-9119-1478-177A-0072B9AB61A6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10297055" y="2739222"/>
                  <a:ext cx="12276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AB31C1F0-D26B-3FC0-7283-E99C1E567BA6}"/>
                    </a:ext>
                  </a:extLst>
                </p14:cNvPr>
                <p14:cNvContentPartPr/>
                <p14:nvPr/>
              </p14:nvContentPartPr>
              <p14:xfrm>
                <a:off x="10174295" y="2757222"/>
                <a:ext cx="56880" cy="12132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AB31C1F0-D26B-3FC0-7283-E99C1E567BA6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0165655" y="2748582"/>
                  <a:ext cx="7452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9C88BB2C-8E4D-346D-CC49-97C36C6A5318}"/>
                    </a:ext>
                  </a:extLst>
                </p14:cNvPr>
                <p14:cNvContentPartPr/>
                <p14:nvPr/>
              </p14:nvContentPartPr>
              <p14:xfrm>
                <a:off x="10209215" y="2885382"/>
                <a:ext cx="229680" cy="4788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9C88BB2C-8E4D-346D-CC49-97C36C6A5318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0200575" y="2876742"/>
                  <a:ext cx="247320" cy="65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86">
            <p14:nvContentPartPr>
              <p14:cNvPr id="127" name="Ink 126">
                <a:extLst>
                  <a:ext uri="{FF2B5EF4-FFF2-40B4-BE49-F238E27FC236}">
                    <a16:creationId xmlns:a16="http://schemas.microsoft.com/office/drawing/2014/main" id="{B27B08BF-B791-929A-8A34-5ACD9C773C3E}"/>
                  </a:ext>
                </a:extLst>
              </p14:cNvPr>
              <p14:cNvContentPartPr/>
              <p14:nvPr/>
            </p14:nvContentPartPr>
            <p14:xfrm>
              <a:off x="4302335" y="2564262"/>
              <a:ext cx="233280" cy="343080"/>
            </p14:xfrm>
          </p:contentPart>
        </mc:Choice>
        <mc:Fallback>
          <p:pic>
            <p:nvPicPr>
              <p:cNvPr id="127" name="Ink 126">
                <a:extLst>
                  <a:ext uri="{FF2B5EF4-FFF2-40B4-BE49-F238E27FC236}">
                    <a16:creationId xmlns:a16="http://schemas.microsoft.com/office/drawing/2014/main" id="{B27B08BF-B791-929A-8A34-5ACD9C773C3E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4293335" y="2555622"/>
                <a:ext cx="250920" cy="36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8">
            <p14:nvContentPartPr>
              <p14:cNvPr id="128" name="Ink 127">
                <a:extLst>
                  <a:ext uri="{FF2B5EF4-FFF2-40B4-BE49-F238E27FC236}">
                    <a16:creationId xmlns:a16="http://schemas.microsoft.com/office/drawing/2014/main" id="{196F857D-3CE4-3D33-7CA5-43B2D26D21FD}"/>
                  </a:ext>
                </a:extLst>
              </p14:cNvPr>
              <p14:cNvContentPartPr/>
              <p14:nvPr/>
            </p14:nvContentPartPr>
            <p14:xfrm>
              <a:off x="5633255" y="2584062"/>
              <a:ext cx="339480" cy="361080"/>
            </p14:xfrm>
          </p:contentPart>
        </mc:Choice>
        <mc:Fallback>
          <p:pic>
            <p:nvPicPr>
              <p:cNvPr id="128" name="Ink 127">
                <a:extLst>
                  <a:ext uri="{FF2B5EF4-FFF2-40B4-BE49-F238E27FC236}">
                    <a16:creationId xmlns:a16="http://schemas.microsoft.com/office/drawing/2014/main" id="{196F857D-3CE4-3D33-7CA5-43B2D26D21FD}"/>
                  </a:ext>
                </a:extLst>
              </p:cNvPr>
              <p:cNvPicPr/>
              <p:nvPr/>
            </p:nvPicPr>
            <p:blipFill>
              <a:blip r:embed="rId189"/>
              <a:stretch>
                <a:fillRect/>
              </a:stretch>
            </p:blipFill>
            <p:spPr>
              <a:xfrm>
                <a:off x="5624255" y="2575062"/>
                <a:ext cx="357120" cy="37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0">
            <p14:nvContentPartPr>
              <p14:cNvPr id="129" name="Ink 128">
                <a:extLst>
                  <a:ext uri="{FF2B5EF4-FFF2-40B4-BE49-F238E27FC236}">
                    <a16:creationId xmlns:a16="http://schemas.microsoft.com/office/drawing/2014/main" id="{9E27E4B7-D14D-776A-B79D-F83AF837B288}"/>
                  </a:ext>
                </a:extLst>
              </p14:cNvPr>
              <p14:cNvContentPartPr/>
              <p14:nvPr/>
            </p14:nvContentPartPr>
            <p14:xfrm>
              <a:off x="6871655" y="2562822"/>
              <a:ext cx="410040" cy="353160"/>
            </p14:xfrm>
          </p:contentPart>
        </mc:Choice>
        <mc:Fallback>
          <p:pic>
            <p:nvPicPr>
              <p:cNvPr id="129" name="Ink 128">
                <a:extLst>
                  <a:ext uri="{FF2B5EF4-FFF2-40B4-BE49-F238E27FC236}">
                    <a16:creationId xmlns:a16="http://schemas.microsoft.com/office/drawing/2014/main" id="{9E27E4B7-D14D-776A-B79D-F83AF837B288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6862655" y="2553822"/>
                <a:ext cx="427680" cy="370800"/>
              </a:xfrm>
              <a:prstGeom prst="rect">
                <a:avLst/>
              </a:prstGeom>
            </p:spPr>
          </p:pic>
        </mc:Fallback>
      </mc:AlternateContent>
      <p:grpSp>
        <p:nvGrpSpPr>
          <p:cNvPr id="131" name="Group 130">
            <a:extLst>
              <a:ext uri="{FF2B5EF4-FFF2-40B4-BE49-F238E27FC236}">
                <a16:creationId xmlns:a16="http://schemas.microsoft.com/office/drawing/2014/main" id="{97B089E1-7F0F-96F1-071E-90ABAD097AA3}"/>
              </a:ext>
            </a:extLst>
          </p:cNvPr>
          <p:cNvGrpSpPr/>
          <p:nvPr/>
        </p:nvGrpSpPr>
        <p:grpSpPr>
          <a:xfrm>
            <a:off x="5233655" y="4611582"/>
            <a:ext cx="1050840" cy="973800"/>
            <a:chOff x="5233655" y="4611582"/>
            <a:chExt cx="1050840" cy="973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986CEE5F-EF3B-E16A-510B-2F61031325E4}"/>
                    </a:ext>
                  </a:extLst>
                </p14:cNvPr>
                <p14:cNvContentPartPr/>
                <p14:nvPr/>
              </p14:nvContentPartPr>
              <p14:xfrm>
                <a:off x="5737295" y="5258502"/>
                <a:ext cx="9000" cy="1512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986CEE5F-EF3B-E16A-510B-2F61031325E4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5728655" y="5249502"/>
                  <a:ext cx="2664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A0F2FC08-498C-CC09-560C-6CF66EDFD753}"/>
                    </a:ext>
                  </a:extLst>
                </p14:cNvPr>
                <p14:cNvContentPartPr/>
                <p14:nvPr/>
              </p14:nvContentPartPr>
              <p14:xfrm>
                <a:off x="5855375" y="5313942"/>
                <a:ext cx="9000" cy="1332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A0F2FC08-498C-CC09-560C-6CF66EDFD753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5846735" y="5305302"/>
                  <a:ext cx="2664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929ADB0F-E645-E3D1-92EF-4523303AF41F}"/>
                    </a:ext>
                  </a:extLst>
                </p14:cNvPr>
                <p14:cNvContentPartPr/>
                <p14:nvPr/>
              </p14:nvContentPartPr>
              <p14:xfrm>
                <a:off x="5740535" y="5274702"/>
                <a:ext cx="3960" cy="1440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929ADB0F-E645-E3D1-92EF-4523303AF41F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5731535" y="5266062"/>
                  <a:ext cx="2160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1EFA0EAF-E0C5-B95F-805C-500D9B51F76E}"/>
                    </a:ext>
                  </a:extLst>
                </p14:cNvPr>
                <p14:cNvContentPartPr/>
                <p14:nvPr/>
              </p14:nvContentPartPr>
              <p14:xfrm>
                <a:off x="5879495" y="5313942"/>
                <a:ext cx="30960" cy="972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1EFA0EAF-E0C5-B95F-805C-500D9B51F76E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5870495" y="5305302"/>
                  <a:ext cx="4860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54C42CC5-A74F-14B0-6244-7AB7EA760F1D}"/>
                    </a:ext>
                  </a:extLst>
                </p14:cNvPr>
                <p14:cNvContentPartPr/>
                <p14:nvPr/>
              </p14:nvContentPartPr>
              <p14:xfrm>
                <a:off x="5717135" y="5275422"/>
                <a:ext cx="47520" cy="14112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54C42CC5-A74F-14B0-6244-7AB7EA760F1D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5708495" y="5266782"/>
                  <a:ext cx="6516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1D3B1A56-5F8D-8917-A268-8214F9E13D5C}"/>
                    </a:ext>
                  </a:extLst>
                </p14:cNvPr>
                <p14:cNvContentPartPr/>
                <p14:nvPr/>
              </p14:nvContentPartPr>
              <p14:xfrm>
                <a:off x="5744135" y="5260302"/>
                <a:ext cx="86760" cy="7128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1D3B1A56-5F8D-8917-A268-8214F9E13D5C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5735135" y="5251302"/>
                  <a:ext cx="10440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E8C914B6-FF42-068D-970F-FCF16848C1BD}"/>
                    </a:ext>
                  </a:extLst>
                </p14:cNvPr>
                <p14:cNvContentPartPr/>
                <p14:nvPr/>
              </p14:nvContentPartPr>
              <p14:xfrm>
                <a:off x="5799935" y="5445702"/>
                <a:ext cx="1440" cy="144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E8C914B6-FF42-068D-970F-FCF16848C1BD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5790935" y="5437062"/>
                  <a:ext cx="1908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F6EEA64C-5367-AE86-F61E-617275570C69}"/>
                    </a:ext>
                  </a:extLst>
                </p14:cNvPr>
                <p14:cNvContentPartPr/>
                <p14:nvPr/>
              </p14:nvContentPartPr>
              <p14:xfrm>
                <a:off x="5626055" y="4652982"/>
                <a:ext cx="363960" cy="40104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F6EEA64C-5367-AE86-F61E-617275570C69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5617055" y="4643982"/>
                  <a:ext cx="381600" cy="41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1575BEE0-53EB-2004-FA4A-6D27D2D3A79D}"/>
                    </a:ext>
                  </a:extLst>
                </p14:cNvPr>
                <p14:cNvContentPartPr/>
                <p14:nvPr/>
              </p14:nvContentPartPr>
              <p14:xfrm>
                <a:off x="5233655" y="4611582"/>
                <a:ext cx="1050840" cy="97380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1575BEE0-53EB-2004-FA4A-6D27D2D3A79D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5225015" y="4602942"/>
                  <a:ext cx="1068480" cy="9914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9222344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accent4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1FB62C72-FD48-4BC6-866B-70DC9F6827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913828" cy="4127500"/>
          </a:xfrm>
        </p:spPr>
        <p:txBody>
          <a:bodyPr/>
          <a:lstStyle/>
          <a:p>
            <a:r>
              <a:rPr lang="en-US" dirty="0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When restricted to three function evaluations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65BEB6-771B-43B0-B1D5-A9E1787702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0" i="1" u="none" strike="noStrike" baseline="0" dirty="0">
                <a:latin typeface="TeXGyrePagella-Italic" panose="02000603020200000004" pitchFamily="50" charset="0"/>
              </a:rPr>
              <a:t>Fibonacci Search</a:t>
            </a:r>
            <a:endParaRPr lang="en-US" b="0" i="0" u="none" strike="noStrike" baseline="0" dirty="0">
              <a:latin typeface="TeXGyrePagella-Regular" panose="02000603020200000003" pitchFamily="50" charset="0"/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A7A6604C-76C9-41B7-B7F3-F55D9A453E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90584" y="2804987"/>
            <a:ext cx="5969319" cy="185075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C251F4A-C62B-472E-8D24-E209E67F7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A2B03-C065-430E-988D-44590E20A90E}" type="slidenum">
              <a:rPr lang="en-US" smtClean="0"/>
              <a:t>10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EB144E98-C631-0367-8116-A1A83C3B6839}"/>
                  </a:ext>
                </a:extLst>
              </p14:cNvPr>
              <p14:cNvContentPartPr/>
              <p14:nvPr/>
            </p14:nvContentPartPr>
            <p14:xfrm>
              <a:off x="5196575" y="3664782"/>
              <a:ext cx="360" cy="144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EB144E98-C631-0367-8116-A1A83C3B683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187935" y="3655782"/>
                <a:ext cx="18000" cy="1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1D5A4025-D051-CCB9-3CF8-889F1DA7B5B2}"/>
                  </a:ext>
                </a:extLst>
              </p14:cNvPr>
              <p14:cNvContentPartPr/>
              <p14:nvPr/>
            </p14:nvContentPartPr>
            <p14:xfrm>
              <a:off x="5181455" y="4286862"/>
              <a:ext cx="6840" cy="5616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1D5A4025-D051-CCB9-3CF8-889F1DA7B5B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172815" y="4278222"/>
                <a:ext cx="24480" cy="73800"/>
              </a:xfrm>
              <a:prstGeom prst="rect">
                <a:avLst/>
              </a:prstGeom>
            </p:spPr>
          </p:pic>
        </mc:Fallback>
      </mc:AlternateContent>
      <p:grpSp>
        <p:nvGrpSpPr>
          <p:cNvPr id="28" name="Group 27">
            <a:extLst>
              <a:ext uri="{FF2B5EF4-FFF2-40B4-BE49-F238E27FC236}">
                <a16:creationId xmlns:a16="http://schemas.microsoft.com/office/drawing/2014/main" id="{086072EA-E284-3687-7D63-9D4EFE954EC6}"/>
              </a:ext>
            </a:extLst>
          </p:cNvPr>
          <p:cNvGrpSpPr/>
          <p:nvPr/>
        </p:nvGrpSpPr>
        <p:grpSpPr>
          <a:xfrm>
            <a:off x="5208815" y="3107142"/>
            <a:ext cx="22680" cy="106200"/>
            <a:chOff x="5208815" y="3107142"/>
            <a:chExt cx="22680" cy="106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81D4BC14-C4FB-B61F-DCF4-4B6DC2F28A97}"/>
                    </a:ext>
                  </a:extLst>
                </p14:cNvPr>
                <p14:cNvContentPartPr/>
                <p14:nvPr/>
              </p14:nvContentPartPr>
              <p14:xfrm>
                <a:off x="5228255" y="3197502"/>
                <a:ext cx="1080" cy="1584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81D4BC14-C4FB-B61F-DCF4-4B6DC2F28A9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219615" y="3188502"/>
                  <a:ext cx="1872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B9DBA110-8DFB-0404-F26E-CC5D1F4FEAA8}"/>
                    </a:ext>
                  </a:extLst>
                </p14:cNvPr>
                <p14:cNvContentPartPr/>
                <p14:nvPr/>
              </p14:nvContentPartPr>
              <p14:xfrm>
                <a:off x="5225375" y="3107142"/>
                <a:ext cx="6120" cy="201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B9DBA110-8DFB-0404-F26E-CC5D1F4FEAA8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216375" y="3098502"/>
                  <a:ext cx="2376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F61F1255-5705-F803-12A3-8E389EFD7281}"/>
                    </a:ext>
                  </a:extLst>
                </p14:cNvPr>
                <p14:cNvContentPartPr/>
                <p14:nvPr/>
              </p14:nvContentPartPr>
              <p14:xfrm>
                <a:off x="5208815" y="3152502"/>
                <a:ext cx="5040" cy="320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F61F1255-5705-F803-12A3-8E389EFD7281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200175" y="3143502"/>
                  <a:ext cx="2268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8EBF59DF-057A-E3FA-52BE-0DF07BCB9078}"/>
                    </a:ext>
                  </a:extLst>
                </p14:cNvPr>
                <p14:cNvContentPartPr/>
                <p14:nvPr/>
              </p14:nvContentPartPr>
              <p14:xfrm>
                <a:off x="5216015" y="3160782"/>
                <a:ext cx="3600" cy="1188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8EBF59DF-057A-E3FA-52BE-0DF07BCB9078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207375" y="3151782"/>
                  <a:ext cx="21240" cy="29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212E99DB-8481-C27F-5AB2-A834F326BBF1}"/>
              </a:ext>
            </a:extLst>
          </p:cNvPr>
          <p:cNvGrpSpPr/>
          <p:nvPr/>
        </p:nvGrpSpPr>
        <p:grpSpPr>
          <a:xfrm>
            <a:off x="5191535" y="3527622"/>
            <a:ext cx="31680" cy="228240"/>
            <a:chOff x="5191535" y="3527622"/>
            <a:chExt cx="31680" cy="228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B3D1E623-8574-4F1A-8841-2E2AA45ACA59}"/>
                    </a:ext>
                  </a:extLst>
                </p14:cNvPr>
                <p14:cNvContentPartPr/>
                <p14:nvPr/>
              </p14:nvContentPartPr>
              <p14:xfrm>
                <a:off x="5222135" y="3626622"/>
                <a:ext cx="1080" cy="36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B3D1E623-8574-4F1A-8841-2E2AA45ACA59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213495" y="3617982"/>
                  <a:ext cx="1872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B9EADA7B-7025-C335-980C-F8372E284488}"/>
                    </a:ext>
                  </a:extLst>
                </p14:cNvPr>
                <p14:cNvContentPartPr/>
                <p14:nvPr/>
              </p14:nvContentPartPr>
              <p14:xfrm>
                <a:off x="5209175" y="3602142"/>
                <a:ext cx="4680" cy="2124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B9EADA7B-7025-C335-980C-F8372E28448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200175" y="3593502"/>
                  <a:ext cx="2232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734B4A47-1E14-4CB1-0728-FBB4F3D38D1C}"/>
                    </a:ext>
                  </a:extLst>
                </p14:cNvPr>
                <p14:cNvContentPartPr/>
                <p14:nvPr/>
              </p14:nvContentPartPr>
              <p14:xfrm>
                <a:off x="5191535" y="3574062"/>
                <a:ext cx="12240" cy="18180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734B4A47-1E14-4CB1-0728-FBB4F3D38D1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182535" y="3565062"/>
                  <a:ext cx="2988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6A9E583C-2AE8-0700-D8AB-A54EB84BB45D}"/>
                    </a:ext>
                  </a:extLst>
                </p14:cNvPr>
                <p14:cNvContentPartPr/>
                <p14:nvPr/>
              </p14:nvContentPartPr>
              <p14:xfrm>
                <a:off x="5210615" y="3655062"/>
                <a:ext cx="9000" cy="669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6A9E583C-2AE8-0700-D8AB-A54EB84BB45D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201975" y="3646062"/>
                  <a:ext cx="2664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0716EC97-34A5-E897-8AE5-08899200BDFF}"/>
                    </a:ext>
                  </a:extLst>
                </p14:cNvPr>
                <p14:cNvContentPartPr/>
                <p14:nvPr/>
              </p14:nvContentPartPr>
              <p14:xfrm>
                <a:off x="5206295" y="3527622"/>
                <a:ext cx="9720" cy="615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0716EC97-34A5-E897-8AE5-08899200BDFF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197655" y="3518622"/>
                  <a:ext cx="27360" cy="79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93802600-1B41-96A6-925E-3B5A5AA2F8D8}"/>
              </a:ext>
            </a:extLst>
          </p:cNvPr>
          <p:cNvGrpSpPr/>
          <p:nvPr/>
        </p:nvGrpSpPr>
        <p:grpSpPr>
          <a:xfrm>
            <a:off x="5170295" y="3863142"/>
            <a:ext cx="179640" cy="541800"/>
            <a:chOff x="5170295" y="3863142"/>
            <a:chExt cx="179640" cy="541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BCD9F450-7853-A659-0641-69602C646C1F}"/>
                    </a:ext>
                  </a:extLst>
                </p14:cNvPr>
                <p14:cNvContentPartPr/>
                <p14:nvPr/>
              </p14:nvContentPartPr>
              <p14:xfrm>
                <a:off x="5185055" y="3863142"/>
                <a:ext cx="9000" cy="1191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BCD9F450-7853-A659-0641-69602C646C1F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176055" y="3854502"/>
                  <a:ext cx="2664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46E213D3-7B64-459B-11C7-DA4BB9873114}"/>
                    </a:ext>
                  </a:extLst>
                </p14:cNvPr>
                <p14:cNvContentPartPr/>
                <p14:nvPr/>
              </p14:nvContentPartPr>
              <p14:xfrm>
                <a:off x="5191895" y="4021182"/>
                <a:ext cx="3960" cy="10332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46E213D3-7B64-459B-11C7-DA4BB9873114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182895" y="4012542"/>
                  <a:ext cx="2160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29D17ABF-9768-CB22-89F5-2FDB3C5AA309}"/>
                    </a:ext>
                  </a:extLst>
                </p14:cNvPr>
                <p14:cNvContentPartPr/>
                <p14:nvPr/>
              </p14:nvContentPartPr>
              <p14:xfrm>
                <a:off x="5171375" y="3955662"/>
                <a:ext cx="18360" cy="13248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29D17ABF-9768-CB22-89F5-2FDB3C5AA309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162375" y="3947022"/>
                  <a:ext cx="3600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5B759273-526B-D965-0202-99A011A3B9C7}"/>
                    </a:ext>
                  </a:extLst>
                </p14:cNvPr>
                <p14:cNvContentPartPr/>
                <p14:nvPr/>
              </p14:nvContentPartPr>
              <p14:xfrm>
                <a:off x="5196575" y="4206942"/>
                <a:ext cx="8280" cy="853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5B759273-526B-D965-0202-99A011A3B9C7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187935" y="4197942"/>
                  <a:ext cx="2592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A2DC1154-E1DC-C7A0-5BE6-A832B3E386D1}"/>
                    </a:ext>
                  </a:extLst>
                </p14:cNvPr>
                <p14:cNvContentPartPr/>
                <p14:nvPr/>
              </p14:nvContentPartPr>
              <p14:xfrm>
                <a:off x="5178935" y="4233582"/>
                <a:ext cx="22320" cy="16020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A2DC1154-E1DC-C7A0-5BE6-A832B3E386D1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169935" y="4224942"/>
                  <a:ext cx="3996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A86C1950-9D20-53EE-2EDB-B4089AF6BEEA}"/>
                    </a:ext>
                  </a:extLst>
                </p14:cNvPr>
                <p14:cNvContentPartPr/>
                <p14:nvPr/>
              </p14:nvContentPartPr>
              <p14:xfrm>
                <a:off x="5170295" y="4397742"/>
                <a:ext cx="1440" cy="72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A86C1950-9D20-53EE-2EDB-B4089AF6BEEA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161655" y="4389102"/>
                  <a:ext cx="1908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CDFB9822-68B4-B30C-BDDB-82A524FF34A4}"/>
                    </a:ext>
                  </a:extLst>
                </p14:cNvPr>
                <p14:cNvContentPartPr/>
                <p14:nvPr/>
              </p14:nvContentPartPr>
              <p14:xfrm>
                <a:off x="5204495" y="4204782"/>
                <a:ext cx="11880" cy="954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CDFB9822-68B4-B30C-BDDB-82A524FF34A4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195855" y="4196142"/>
                  <a:ext cx="2952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7514DDA2-E8FE-5B63-92D2-3FFCCD69042C}"/>
                    </a:ext>
                  </a:extLst>
                </p14:cNvPr>
                <p14:cNvContentPartPr/>
                <p14:nvPr/>
              </p14:nvContentPartPr>
              <p14:xfrm>
                <a:off x="5288375" y="4185342"/>
                <a:ext cx="4680" cy="288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7514DDA2-E8FE-5B63-92D2-3FFCCD69042C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279735" y="4176342"/>
                  <a:ext cx="2232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01137E56-1193-9570-DF0A-01E88D8F57E9}"/>
                    </a:ext>
                  </a:extLst>
                </p14:cNvPr>
                <p14:cNvContentPartPr/>
                <p14:nvPr/>
              </p14:nvContentPartPr>
              <p14:xfrm>
                <a:off x="5256335" y="4126662"/>
                <a:ext cx="82080" cy="1404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01137E56-1193-9570-DF0A-01E88D8F57E9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247335" y="4117662"/>
                  <a:ext cx="9972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901B7A7F-0FC6-355E-9B56-23E2DDAE7B3E}"/>
                    </a:ext>
                  </a:extLst>
                </p14:cNvPr>
                <p14:cNvContentPartPr/>
                <p14:nvPr/>
              </p14:nvContentPartPr>
              <p14:xfrm>
                <a:off x="5255615" y="4199382"/>
                <a:ext cx="94320" cy="655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901B7A7F-0FC6-355E-9B56-23E2DDAE7B3E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246615" y="4190382"/>
                  <a:ext cx="111960" cy="831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119770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accent4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1FB62C72-FD48-4BC6-866B-70DC9F6827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913828" cy="4127500"/>
          </a:xfrm>
        </p:spPr>
        <p:txBody>
          <a:bodyPr/>
          <a:lstStyle/>
          <a:p>
            <a:r>
              <a:rPr lang="en-US" dirty="0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When restricted to </a:t>
            </a:r>
            <a:r>
              <a:rPr lang="en-US" dirty="0">
                <a:latin typeface="TeXGyrePagella-Italic" panose="02000603020200000004" pitchFamily="50" charset="0"/>
                <a:ea typeface="TeXGyrePagella-Italic" panose="02000603020200000004" pitchFamily="50" charset="0"/>
                <a:cs typeface="TeXGyrePagella-Italic" panose="02000603020200000004" pitchFamily="50" charset="0"/>
              </a:rPr>
              <a:t>n</a:t>
            </a:r>
            <a:r>
              <a:rPr lang="en-US" dirty="0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 function evaluations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65BEB6-771B-43B0-B1D5-A9E1787702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0" i="1" u="none" strike="noStrike" baseline="0" dirty="0">
                <a:latin typeface="TeXGyrePagella-Italic" panose="02000603020200000004" pitchFamily="50" charset="0"/>
              </a:rPr>
              <a:t>Fibonacci Search</a:t>
            </a:r>
            <a:endParaRPr lang="en-US" b="0" i="0" u="none" strike="noStrike" baseline="0" dirty="0">
              <a:latin typeface="TeXGyrePagella-Regular" panose="02000603020200000003" pitchFamily="50" charset="0"/>
            </a:endParaRP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AFAEAF62-CA7D-43B5-B567-D61C2FF0C5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01399" y="2756037"/>
            <a:ext cx="6596332" cy="3056365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4BF555D4-AE39-4B49-B417-FA4A4926E49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3435" r="37304" b="84754"/>
          <a:stretch/>
        </p:blipFill>
        <p:spPr>
          <a:xfrm>
            <a:off x="0" y="2639685"/>
            <a:ext cx="5450096" cy="2381025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1181D74-46CD-438E-BC97-F17312756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A2B03-C065-430E-988D-44590E20A90E}" type="slidenum">
              <a:rPr lang="en-US" smtClean="0"/>
              <a:t>11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F5F8A311-2349-DAA8-89BA-29367279E4AD}"/>
                  </a:ext>
                </a:extLst>
              </p14:cNvPr>
              <p14:cNvContentPartPr/>
              <p14:nvPr/>
            </p14:nvContentPartPr>
            <p14:xfrm>
              <a:off x="8773175" y="2989422"/>
              <a:ext cx="2160" cy="57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F5F8A311-2349-DAA8-89BA-29367279E4A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764175" y="2980422"/>
                <a:ext cx="19800" cy="2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DA518A27-4D32-67A7-96F7-EA752CD37EB5}"/>
                  </a:ext>
                </a:extLst>
              </p14:cNvPr>
              <p14:cNvContentPartPr/>
              <p14:nvPr/>
            </p14:nvContentPartPr>
            <p14:xfrm>
              <a:off x="6543335" y="3719862"/>
              <a:ext cx="57600" cy="54540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DA518A27-4D32-67A7-96F7-EA752CD37EB5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534695" y="3711222"/>
                <a:ext cx="75240" cy="56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8BF1AD57-1FD1-46D6-84AC-3CF4D7C756B0}"/>
                  </a:ext>
                </a:extLst>
              </p14:cNvPr>
              <p14:cNvContentPartPr/>
              <p14:nvPr/>
            </p14:nvContentPartPr>
            <p14:xfrm>
              <a:off x="5804255" y="4468662"/>
              <a:ext cx="3400200" cy="167436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8BF1AD57-1FD1-46D6-84AC-3CF4D7C756B0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795255" y="4459662"/>
                <a:ext cx="3417840" cy="169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7BDD32C7-A153-DBFB-1E4A-5DF56BDD2D3B}"/>
                  </a:ext>
                </a:extLst>
              </p14:cNvPr>
              <p14:cNvContentPartPr/>
              <p14:nvPr/>
            </p14:nvContentPartPr>
            <p14:xfrm>
              <a:off x="9058655" y="4456062"/>
              <a:ext cx="212040" cy="14076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7BDD32C7-A153-DBFB-1E4A-5DF56BDD2D3B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9049655" y="4447062"/>
                <a:ext cx="229680" cy="15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3EC9400B-D59A-363D-D68A-09B41EA2773D}"/>
                  </a:ext>
                </a:extLst>
              </p14:cNvPr>
              <p14:cNvContentPartPr/>
              <p14:nvPr/>
            </p14:nvContentPartPr>
            <p14:xfrm>
              <a:off x="6691655" y="5051502"/>
              <a:ext cx="363600" cy="5292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3EC9400B-D59A-363D-D68A-09B41EA2773D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682655" y="5042502"/>
                <a:ext cx="381240" cy="7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672D215E-6336-1B94-84F3-DA92F6CFD4A8}"/>
                  </a:ext>
                </a:extLst>
              </p14:cNvPr>
              <p14:cNvContentPartPr/>
              <p14:nvPr/>
            </p14:nvContentPartPr>
            <p14:xfrm>
              <a:off x="5993255" y="4853502"/>
              <a:ext cx="29160" cy="22788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672D215E-6336-1B94-84F3-DA92F6CFD4A8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984255" y="4844502"/>
                <a:ext cx="46800" cy="24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CBFB6A63-65B6-FCD2-1550-0E15B0C77D24}"/>
                  </a:ext>
                </a:extLst>
              </p14:cNvPr>
              <p14:cNvContentPartPr/>
              <p14:nvPr/>
            </p14:nvContentPartPr>
            <p14:xfrm>
              <a:off x="5282975" y="4735422"/>
              <a:ext cx="376200" cy="44892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CBFB6A63-65B6-FCD2-1550-0E15B0C77D24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5273975" y="4726782"/>
                <a:ext cx="393840" cy="46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BB73DD37-8A30-B884-B10A-A8A23AE3B0FD}"/>
                  </a:ext>
                </a:extLst>
              </p14:cNvPr>
              <p14:cNvContentPartPr/>
              <p14:nvPr/>
            </p14:nvContentPartPr>
            <p14:xfrm>
              <a:off x="5703815" y="5762502"/>
              <a:ext cx="5760" cy="1260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BB73DD37-8A30-B884-B10A-A8A23AE3B0FD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5694815" y="5753502"/>
                <a:ext cx="23400" cy="30240"/>
              </a:xfrm>
              <a:prstGeom prst="rect">
                <a:avLst/>
              </a:prstGeom>
            </p:spPr>
          </p:pic>
        </mc:Fallback>
      </mc:AlternateContent>
      <p:grpSp>
        <p:nvGrpSpPr>
          <p:cNvPr id="41" name="Group 40">
            <a:extLst>
              <a:ext uri="{FF2B5EF4-FFF2-40B4-BE49-F238E27FC236}">
                <a16:creationId xmlns:a16="http://schemas.microsoft.com/office/drawing/2014/main" id="{CCB4354A-66A5-E146-25CC-0BA9F6F89396}"/>
              </a:ext>
            </a:extLst>
          </p:cNvPr>
          <p:cNvGrpSpPr/>
          <p:nvPr/>
        </p:nvGrpSpPr>
        <p:grpSpPr>
          <a:xfrm>
            <a:off x="7746455" y="3779622"/>
            <a:ext cx="211320" cy="128880"/>
            <a:chOff x="7746455" y="3779622"/>
            <a:chExt cx="211320" cy="128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F250F1CC-524A-860A-D6D5-C81912DA1D33}"/>
                    </a:ext>
                  </a:extLst>
                </p14:cNvPr>
                <p14:cNvContentPartPr/>
                <p14:nvPr/>
              </p14:nvContentPartPr>
              <p14:xfrm>
                <a:off x="7746455" y="3779622"/>
                <a:ext cx="211320" cy="3204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F250F1CC-524A-860A-D6D5-C81912DA1D33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7737455" y="3770622"/>
                  <a:ext cx="22896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B3ACA561-8A13-58A5-188A-C25A9BDB0E6D}"/>
                    </a:ext>
                  </a:extLst>
                </p14:cNvPr>
                <p14:cNvContentPartPr/>
                <p14:nvPr/>
              </p14:nvContentPartPr>
              <p14:xfrm>
                <a:off x="7798655" y="3864582"/>
                <a:ext cx="124200" cy="4392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B3ACA561-8A13-58A5-188A-C25A9BDB0E6D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790015" y="3855582"/>
                  <a:ext cx="141840" cy="61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B39708DA-59F3-E9BC-567A-C63241235B78}"/>
                  </a:ext>
                </a:extLst>
              </p14:cNvPr>
              <p14:cNvContentPartPr/>
              <p14:nvPr/>
            </p14:nvContentPartPr>
            <p14:xfrm>
              <a:off x="6589415" y="4700502"/>
              <a:ext cx="270000" cy="451080"/>
            </p14:xfrm>
          </p:contentPart>
        </mc:Choice>
        <mc:Fallback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B39708DA-59F3-E9BC-567A-C63241235B78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6580775" y="4691502"/>
                <a:ext cx="287640" cy="468720"/>
              </a:xfrm>
              <a:prstGeom prst="rect">
                <a:avLst/>
              </a:prstGeom>
            </p:spPr>
          </p:pic>
        </mc:Fallback>
      </mc:AlternateContent>
      <p:grpSp>
        <p:nvGrpSpPr>
          <p:cNvPr id="49" name="Group 48">
            <a:extLst>
              <a:ext uri="{FF2B5EF4-FFF2-40B4-BE49-F238E27FC236}">
                <a16:creationId xmlns:a16="http://schemas.microsoft.com/office/drawing/2014/main" id="{3075363E-C675-8297-1BE1-A529D9FA6185}"/>
              </a:ext>
            </a:extLst>
          </p:cNvPr>
          <p:cNvGrpSpPr/>
          <p:nvPr/>
        </p:nvGrpSpPr>
        <p:grpSpPr>
          <a:xfrm>
            <a:off x="8207975" y="4051062"/>
            <a:ext cx="358920" cy="468360"/>
            <a:chOff x="8207975" y="4051062"/>
            <a:chExt cx="358920" cy="468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DC744612-E19D-83BF-C268-0F8D2EB81003}"/>
                    </a:ext>
                  </a:extLst>
                </p14:cNvPr>
                <p14:cNvContentPartPr/>
                <p14:nvPr/>
              </p14:nvContentPartPr>
              <p14:xfrm>
                <a:off x="8291855" y="4426902"/>
                <a:ext cx="275040" cy="4140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DC744612-E19D-83BF-C268-0F8D2EB81003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282855" y="4417902"/>
                  <a:ext cx="29268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D73931D0-171D-BB97-40F7-C74FA24BA244}"/>
                    </a:ext>
                  </a:extLst>
                </p14:cNvPr>
                <p14:cNvContentPartPr/>
                <p14:nvPr/>
              </p14:nvContentPartPr>
              <p14:xfrm>
                <a:off x="8294735" y="4462182"/>
                <a:ext cx="261720" cy="5724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D73931D0-171D-BB97-40F7-C74FA24BA244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8285735" y="4453542"/>
                  <a:ext cx="27936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6118C6D2-27C5-1A54-4E3C-F8C959AE5963}"/>
                    </a:ext>
                  </a:extLst>
                </p14:cNvPr>
                <p14:cNvContentPartPr/>
                <p14:nvPr/>
              </p14:nvContentPartPr>
              <p14:xfrm>
                <a:off x="8207975" y="4051062"/>
                <a:ext cx="259920" cy="3927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6118C6D2-27C5-1A54-4E3C-F8C959AE5963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8198975" y="4042062"/>
                  <a:ext cx="277560" cy="410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388A6851-62A3-4B72-5183-E0E59B0AE5E9}"/>
              </a:ext>
            </a:extLst>
          </p:cNvPr>
          <p:cNvGrpSpPr/>
          <p:nvPr/>
        </p:nvGrpSpPr>
        <p:grpSpPr>
          <a:xfrm>
            <a:off x="9312455" y="3391542"/>
            <a:ext cx="424800" cy="480240"/>
            <a:chOff x="9312455" y="3391542"/>
            <a:chExt cx="424800" cy="480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A280D74A-7704-8FCE-9F1F-D61DC2D69EA1}"/>
                    </a:ext>
                  </a:extLst>
                </p14:cNvPr>
                <p14:cNvContentPartPr/>
                <p14:nvPr/>
              </p14:nvContentPartPr>
              <p14:xfrm>
                <a:off x="9365015" y="3735702"/>
                <a:ext cx="372240" cy="7704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A280D74A-7704-8FCE-9F1F-D61DC2D69EA1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9356015" y="3727062"/>
                  <a:ext cx="38988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3CF09E5F-9614-1B63-BB45-EE776E175901}"/>
                    </a:ext>
                  </a:extLst>
                </p14:cNvPr>
                <p14:cNvContentPartPr/>
                <p14:nvPr/>
              </p14:nvContentPartPr>
              <p14:xfrm>
                <a:off x="9435215" y="3822102"/>
                <a:ext cx="243360" cy="4968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3CF09E5F-9614-1B63-BB45-EE776E175901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9426215" y="3813102"/>
                  <a:ext cx="26100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31FD11A0-58AD-398A-E153-739C2F4E9D98}"/>
                    </a:ext>
                  </a:extLst>
                </p14:cNvPr>
                <p14:cNvContentPartPr/>
                <p14:nvPr/>
              </p14:nvContentPartPr>
              <p14:xfrm>
                <a:off x="9312455" y="3391542"/>
                <a:ext cx="279720" cy="40068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31FD11A0-58AD-398A-E153-739C2F4E9D98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9303455" y="3382542"/>
                  <a:ext cx="297360" cy="418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DF128E62-6AE6-1111-CBAE-C4F46DC7181E}"/>
                  </a:ext>
                </a:extLst>
              </p14:cNvPr>
              <p14:cNvContentPartPr/>
              <p14:nvPr/>
            </p14:nvContentPartPr>
            <p14:xfrm>
              <a:off x="10893935" y="2747142"/>
              <a:ext cx="349200" cy="418680"/>
            </p14:xfrm>
          </p:contentPart>
        </mc:Choice>
        <mc:Fallback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DF128E62-6AE6-1111-CBAE-C4F46DC7181E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10885295" y="2738142"/>
                <a:ext cx="366840" cy="43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50C7E920-52DE-16BC-6135-4F7E622EE138}"/>
                  </a:ext>
                </a:extLst>
              </p14:cNvPr>
              <p14:cNvContentPartPr/>
              <p14:nvPr/>
            </p14:nvContentPartPr>
            <p14:xfrm>
              <a:off x="5362895" y="6257142"/>
              <a:ext cx="40680" cy="345600"/>
            </p14:xfrm>
          </p:contentPart>
        </mc:Choice>
        <mc:Fallback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50C7E920-52DE-16BC-6135-4F7E622EE138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5353895" y="6248502"/>
                <a:ext cx="58320" cy="363240"/>
              </a:xfrm>
              <a:prstGeom prst="rect">
                <a:avLst/>
              </a:prstGeom>
            </p:spPr>
          </p:pic>
        </mc:Fallback>
      </mc:AlternateContent>
      <p:grpSp>
        <p:nvGrpSpPr>
          <p:cNvPr id="55" name="Group 54">
            <a:extLst>
              <a:ext uri="{FF2B5EF4-FFF2-40B4-BE49-F238E27FC236}">
                <a16:creationId xmlns:a16="http://schemas.microsoft.com/office/drawing/2014/main" id="{598A83E8-5CB8-A9CE-82A8-7987BC875378}"/>
              </a:ext>
            </a:extLst>
          </p:cNvPr>
          <p:cNvGrpSpPr/>
          <p:nvPr/>
        </p:nvGrpSpPr>
        <p:grpSpPr>
          <a:xfrm>
            <a:off x="4705535" y="5330862"/>
            <a:ext cx="1134360" cy="774720"/>
            <a:chOff x="4705535" y="5330862"/>
            <a:chExt cx="1134360" cy="774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0519775B-E226-9953-B564-766224CE6D54}"/>
                    </a:ext>
                  </a:extLst>
                </p14:cNvPr>
                <p14:cNvContentPartPr/>
                <p14:nvPr/>
              </p14:nvContentPartPr>
              <p14:xfrm>
                <a:off x="4705535" y="5330862"/>
                <a:ext cx="891720" cy="5266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0519775B-E226-9953-B564-766224CE6D54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696895" y="5321862"/>
                  <a:ext cx="909360" cy="54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75DD4F7E-FA2B-1A50-0FD7-09F50289B5C7}"/>
                    </a:ext>
                  </a:extLst>
                </p14:cNvPr>
                <p14:cNvContentPartPr/>
                <p14:nvPr/>
              </p14:nvContentPartPr>
              <p14:xfrm>
                <a:off x="5329415" y="5860062"/>
                <a:ext cx="25920" cy="1681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75DD4F7E-FA2B-1A50-0FD7-09F50289B5C7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320775" y="5851422"/>
                  <a:ext cx="4356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917EDE4B-EAAB-C3CA-5CC7-18BE0F8E01DA}"/>
                    </a:ext>
                  </a:extLst>
                </p14:cNvPr>
                <p14:cNvContentPartPr/>
                <p14:nvPr/>
              </p14:nvContentPartPr>
              <p14:xfrm>
                <a:off x="5722175" y="5674662"/>
                <a:ext cx="7560" cy="151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917EDE4B-EAAB-C3CA-5CC7-18BE0F8E01DA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713175" y="5666022"/>
                  <a:ext cx="2520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2C029B7A-125B-ED6D-9B52-AA2A685AECDC}"/>
                    </a:ext>
                  </a:extLst>
                </p14:cNvPr>
                <p14:cNvContentPartPr/>
                <p14:nvPr/>
              </p14:nvContentPartPr>
              <p14:xfrm>
                <a:off x="5586815" y="5778342"/>
                <a:ext cx="253080" cy="900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2C029B7A-125B-ED6D-9B52-AA2A685AECDC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578175" y="5769342"/>
                  <a:ext cx="27072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1FED03EF-8C81-5076-7B3A-922456E44590}"/>
                    </a:ext>
                  </a:extLst>
                </p14:cNvPr>
                <p14:cNvContentPartPr/>
                <p14:nvPr/>
              </p14:nvContentPartPr>
              <p14:xfrm>
                <a:off x="5667455" y="5959422"/>
                <a:ext cx="13320" cy="288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1FED03EF-8C81-5076-7B3A-922456E44590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658815" y="5950782"/>
                  <a:ext cx="3096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B43912AE-C126-3570-49F2-AD224B21DD0C}"/>
                    </a:ext>
                  </a:extLst>
                </p14:cNvPr>
                <p14:cNvContentPartPr/>
                <p14:nvPr/>
              </p14:nvContentPartPr>
              <p14:xfrm>
                <a:off x="5329415" y="5862222"/>
                <a:ext cx="46800" cy="24336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B43912AE-C126-3570-49F2-AD224B21DD0C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320775" y="5853582"/>
                  <a:ext cx="6444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33BEF1C3-4BF7-F5DC-F96F-1F035FDA1887}"/>
                    </a:ext>
                  </a:extLst>
                </p14:cNvPr>
                <p14:cNvContentPartPr/>
                <p14:nvPr/>
              </p14:nvContentPartPr>
              <p14:xfrm>
                <a:off x="5402495" y="5948622"/>
                <a:ext cx="23040" cy="2916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33BEF1C3-4BF7-F5DC-F96F-1F035FDA1887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393495" y="5939622"/>
                  <a:ext cx="40680" cy="46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149174FA-DE01-BF44-AAC5-C4B7F5C99959}"/>
                  </a:ext>
                </a:extLst>
              </p14:cNvPr>
              <p14:cNvContentPartPr/>
              <p14:nvPr/>
            </p14:nvContentPartPr>
            <p14:xfrm>
              <a:off x="6766175" y="5058702"/>
              <a:ext cx="18000" cy="10800"/>
            </p14:xfrm>
          </p:contentPart>
        </mc:Choice>
        <mc:Fallback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149174FA-DE01-BF44-AAC5-C4B7F5C99959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6757535" y="5049702"/>
                <a:ext cx="35640" cy="2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42508127-7EF7-8D32-DCA9-A4A8227E5CDC}"/>
                  </a:ext>
                </a:extLst>
              </p14:cNvPr>
              <p14:cNvContentPartPr/>
              <p14:nvPr/>
            </p14:nvContentPartPr>
            <p14:xfrm>
              <a:off x="9301295" y="2860182"/>
              <a:ext cx="24480" cy="209160"/>
            </p14:xfrm>
          </p:contentPart>
        </mc:Choice>
        <mc:Fallback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42508127-7EF7-8D32-DCA9-A4A8227E5CDC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9292295" y="2851182"/>
                <a:ext cx="42120" cy="22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FD502097-0328-540B-9D96-28A9C26233F6}"/>
                  </a:ext>
                </a:extLst>
              </p14:cNvPr>
              <p14:cNvContentPartPr/>
              <p14:nvPr/>
            </p14:nvContentPartPr>
            <p14:xfrm>
              <a:off x="6025655" y="2840022"/>
              <a:ext cx="32760" cy="209880"/>
            </p14:xfrm>
          </p:contentPart>
        </mc:Choice>
        <mc:Fallback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FD502097-0328-540B-9D96-28A9C26233F6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6017015" y="2831382"/>
                <a:ext cx="50400" cy="22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D1622764-4B34-A75C-E34F-5A06FA758D3A}"/>
                  </a:ext>
                </a:extLst>
              </p14:cNvPr>
              <p14:cNvContentPartPr/>
              <p14:nvPr/>
            </p14:nvContentPartPr>
            <p14:xfrm>
              <a:off x="8796575" y="2814822"/>
              <a:ext cx="26640" cy="310320"/>
            </p14:xfrm>
          </p:contentPart>
        </mc:Choice>
        <mc:Fallback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D1622764-4B34-A75C-E34F-5A06FA758D3A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8787575" y="2805822"/>
                <a:ext cx="44280" cy="32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3E21A185-42FA-906E-DB6A-2ABB004C509D}"/>
                  </a:ext>
                </a:extLst>
              </p14:cNvPr>
              <p14:cNvContentPartPr/>
              <p14:nvPr/>
            </p14:nvContentPartPr>
            <p14:xfrm>
              <a:off x="8153615" y="2844342"/>
              <a:ext cx="5040" cy="174960"/>
            </p14:xfrm>
          </p:contentPart>
        </mc:Choice>
        <mc:Fallback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3E21A185-42FA-906E-DB6A-2ABB004C509D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8144615" y="2835702"/>
                <a:ext cx="22680" cy="192600"/>
              </a:xfrm>
              <a:prstGeom prst="rect">
                <a:avLst/>
              </a:prstGeom>
            </p:spPr>
          </p:pic>
        </mc:Fallback>
      </mc:AlternateContent>
      <p:grpSp>
        <p:nvGrpSpPr>
          <p:cNvPr id="66" name="Group 65">
            <a:extLst>
              <a:ext uri="{FF2B5EF4-FFF2-40B4-BE49-F238E27FC236}">
                <a16:creationId xmlns:a16="http://schemas.microsoft.com/office/drawing/2014/main" id="{949DF86A-2BF2-21B6-4E68-4E83592AF656}"/>
              </a:ext>
            </a:extLst>
          </p:cNvPr>
          <p:cNvGrpSpPr/>
          <p:nvPr/>
        </p:nvGrpSpPr>
        <p:grpSpPr>
          <a:xfrm>
            <a:off x="7574735" y="2864862"/>
            <a:ext cx="151200" cy="849600"/>
            <a:chOff x="7574735" y="2864862"/>
            <a:chExt cx="151200" cy="849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B907452C-7E83-02E7-09BF-9D3D818188F0}"/>
                    </a:ext>
                  </a:extLst>
                </p14:cNvPr>
                <p14:cNvContentPartPr/>
                <p14:nvPr/>
              </p14:nvContentPartPr>
              <p14:xfrm>
                <a:off x="7658975" y="3142422"/>
                <a:ext cx="360" cy="468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B907452C-7E83-02E7-09BF-9D3D818188F0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7650335" y="3133422"/>
                  <a:ext cx="1800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4F36B51D-7065-0078-3D2D-638ECF523513}"/>
                    </a:ext>
                  </a:extLst>
                </p14:cNvPr>
                <p14:cNvContentPartPr/>
                <p14:nvPr/>
              </p14:nvContentPartPr>
              <p14:xfrm>
                <a:off x="7657175" y="3093822"/>
                <a:ext cx="68760" cy="6206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4F36B51D-7065-0078-3D2D-638ECF523513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648535" y="3084822"/>
                  <a:ext cx="86400" cy="63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16245783-9D8E-CB36-1466-0B2C27C1135A}"/>
                    </a:ext>
                  </a:extLst>
                </p14:cNvPr>
                <p14:cNvContentPartPr/>
                <p14:nvPr/>
              </p14:nvContentPartPr>
              <p14:xfrm>
                <a:off x="7574735" y="2864862"/>
                <a:ext cx="26640" cy="22680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16245783-9D8E-CB36-1466-0B2C27C1135A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565735" y="2856222"/>
                  <a:ext cx="44280" cy="244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0A6D90B4-9E97-B425-A99E-CCEF24D8BDEF}"/>
                  </a:ext>
                </a:extLst>
              </p14:cNvPr>
              <p14:cNvContentPartPr/>
              <p14:nvPr/>
            </p14:nvContentPartPr>
            <p14:xfrm>
              <a:off x="6929255" y="2847222"/>
              <a:ext cx="54720" cy="240480"/>
            </p14:xfrm>
          </p:contentPart>
        </mc:Choice>
        <mc:Fallback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0A6D90B4-9E97-B425-A99E-CCEF24D8BDEF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6920255" y="2838582"/>
                <a:ext cx="72360" cy="25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092218A8-A373-280D-B40A-245161C490B4}"/>
                  </a:ext>
                </a:extLst>
              </p14:cNvPr>
              <p14:cNvContentPartPr/>
              <p14:nvPr/>
            </p14:nvContentPartPr>
            <p14:xfrm>
              <a:off x="6390695" y="2848302"/>
              <a:ext cx="63000" cy="218520"/>
            </p14:xfrm>
          </p:contentPart>
        </mc:Choice>
        <mc:Fallback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092218A8-A373-280D-B40A-245161C490B4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6382055" y="2839662"/>
                <a:ext cx="80640" cy="23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3B6473E3-8CEA-14C5-7263-02E16508BE0E}"/>
                  </a:ext>
                </a:extLst>
              </p14:cNvPr>
              <p14:cNvContentPartPr/>
              <p14:nvPr/>
            </p14:nvContentPartPr>
            <p14:xfrm>
              <a:off x="9423695" y="3158262"/>
              <a:ext cx="28080" cy="21240"/>
            </p14:xfrm>
          </p:contentPart>
        </mc:Choice>
        <mc:Fallback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3B6473E3-8CEA-14C5-7263-02E16508BE0E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9414695" y="3149622"/>
                <a:ext cx="45720" cy="38880"/>
              </a:xfrm>
              <a:prstGeom prst="rect">
                <a:avLst/>
              </a:prstGeom>
            </p:spPr>
          </p:pic>
        </mc:Fallback>
      </mc:AlternateContent>
      <p:grpSp>
        <p:nvGrpSpPr>
          <p:cNvPr id="80" name="Group 79">
            <a:extLst>
              <a:ext uri="{FF2B5EF4-FFF2-40B4-BE49-F238E27FC236}">
                <a16:creationId xmlns:a16="http://schemas.microsoft.com/office/drawing/2014/main" id="{9B2E15C8-51D3-F7F4-114A-779C6D0E8839}"/>
              </a:ext>
            </a:extLst>
          </p:cNvPr>
          <p:cNvGrpSpPr/>
          <p:nvPr/>
        </p:nvGrpSpPr>
        <p:grpSpPr>
          <a:xfrm>
            <a:off x="10846415" y="3124062"/>
            <a:ext cx="545400" cy="142920"/>
            <a:chOff x="10846415" y="3124062"/>
            <a:chExt cx="545400" cy="142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805F2CEA-6F1D-2E47-C8F7-11246E88E785}"/>
                    </a:ext>
                  </a:extLst>
                </p14:cNvPr>
                <p14:cNvContentPartPr/>
                <p14:nvPr/>
              </p14:nvContentPartPr>
              <p14:xfrm>
                <a:off x="11040455" y="3124062"/>
                <a:ext cx="291960" cy="4248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805F2CEA-6F1D-2E47-C8F7-11246E88E785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1031455" y="3115422"/>
                  <a:ext cx="30960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4C2B51C9-616E-18C4-041B-9B6E2966F629}"/>
                    </a:ext>
                  </a:extLst>
                </p14:cNvPr>
                <p14:cNvContentPartPr/>
                <p14:nvPr/>
              </p14:nvContentPartPr>
              <p14:xfrm>
                <a:off x="11116055" y="3181662"/>
                <a:ext cx="127080" cy="5004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4C2B51C9-616E-18C4-041B-9B6E2966F629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1107055" y="3172662"/>
                  <a:ext cx="14472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428E2A69-7829-9DDA-8E2C-471CDF1578D2}"/>
                    </a:ext>
                  </a:extLst>
                </p14:cNvPr>
                <p14:cNvContentPartPr/>
                <p14:nvPr/>
              </p14:nvContentPartPr>
              <p14:xfrm>
                <a:off x="11004815" y="3151782"/>
                <a:ext cx="387000" cy="9468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428E2A69-7829-9DDA-8E2C-471CDF1578D2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0995815" y="3142782"/>
                  <a:ext cx="40464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501D2549-4EE3-C6E2-3B3D-89AE36577534}"/>
                    </a:ext>
                  </a:extLst>
                </p14:cNvPr>
                <p14:cNvContentPartPr/>
                <p14:nvPr/>
              </p14:nvContentPartPr>
              <p14:xfrm>
                <a:off x="11032175" y="3201102"/>
                <a:ext cx="269640" cy="4248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501D2549-4EE3-C6E2-3B3D-89AE36577534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1023535" y="3192462"/>
                  <a:ext cx="28728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CE7D7BE7-A265-4708-043A-81E56378D431}"/>
                    </a:ext>
                  </a:extLst>
                </p14:cNvPr>
                <p14:cNvContentPartPr/>
                <p14:nvPr/>
              </p14:nvContentPartPr>
              <p14:xfrm>
                <a:off x="10846415" y="3133782"/>
                <a:ext cx="534240" cy="5868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CE7D7BE7-A265-4708-043A-81E56378D431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0837415" y="3125142"/>
                  <a:ext cx="55188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67613801-9D4D-7131-96F4-9CAAEC8DB47A}"/>
                    </a:ext>
                  </a:extLst>
                </p14:cNvPr>
                <p14:cNvContentPartPr/>
                <p14:nvPr/>
              </p14:nvContentPartPr>
              <p14:xfrm>
                <a:off x="10897895" y="3212262"/>
                <a:ext cx="466200" cy="5472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67613801-9D4D-7131-96F4-9CAAEC8DB47A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0889255" y="3203262"/>
                  <a:ext cx="483840" cy="72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2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749B8D98-9051-FE88-22CF-D5FF6922E90C}"/>
                  </a:ext>
                </a:extLst>
              </p14:cNvPr>
              <p14:cNvContentPartPr/>
              <p14:nvPr/>
            </p14:nvContentPartPr>
            <p14:xfrm>
              <a:off x="5010815" y="2623662"/>
              <a:ext cx="306720" cy="158040"/>
            </p14:xfrm>
          </p:contentPart>
        </mc:Choice>
        <mc:Fallback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749B8D98-9051-FE88-22CF-D5FF6922E90C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5002175" y="2615022"/>
                <a:ext cx="324360" cy="17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4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A3EDBC17-D2BC-88E8-27C1-9230544ADA28}"/>
                  </a:ext>
                </a:extLst>
              </p14:cNvPr>
              <p14:cNvContentPartPr/>
              <p14:nvPr/>
            </p14:nvContentPartPr>
            <p14:xfrm>
              <a:off x="5354615" y="2410902"/>
              <a:ext cx="24120" cy="148680"/>
            </p14:xfrm>
          </p:contentPart>
        </mc:Choice>
        <mc:Fallback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A3EDBC17-D2BC-88E8-27C1-9230544ADA28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5345975" y="2402262"/>
                <a:ext cx="41760" cy="16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6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AD96D28A-E867-CD48-41AE-797FAF46B4AB}"/>
                  </a:ext>
                </a:extLst>
              </p14:cNvPr>
              <p14:cNvContentPartPr/>
              <p14:nvPr/>
            </p14:nvContentPartPr>
            <p14:xfrm>
              <a:off x="5345975" y="2288502"/>
              <a:ext cx="12240" cy="21960"/>
            </p14:xfrm>
          </p:contentPart>
        </mc:Choice>
        <mc:Fallback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AD96D28A-E867-CD48-41AE-797FAF46B4AB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5336975" y="2279502"/>
                <a:ext cx="29880" cy="3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8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20E223E1-A321-2CF8-EE9E-8BA46775E323}"/>
                  </a:ext>
                </a:extLst>
              </p14:cNvPr>
              <p14:cNvContentPartPr/>
              <p14:nvPr/>
            </p14:nvContentPartPr>
            <p14:xfrm>
              <a:off x="5429135" y="2581542"/>
              <a:ext cx="69840" cy="129960"/>
            </p14:xfrm>
          </p:contentPart>
        </mc:Choice>
        <mc:Fallback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20E223E1-A321-2CF8-EE9E-8BA46775E323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5420495" y="2572542"/>
                <a:ext cx="87480" cy="14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0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C6304D3B-2743-97E9-B27A-638E7ED70A8C}"/>
                  </a:ext>
                </a:extLst>
              </p14:cNvPr>
              <p14:cNvContentPartPr/>
              <p14:nvPr/>
            </p14:nvContentPartPr>
            <p14:xfrm>
              <a:off x="5418695" y="2487222"/>
              <a:ext cx="78120" cy="88560"/>
            </p14:xfrm>
          </p:contentPart>
        </mc:Choice>
        <mc:Fallback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C6304D3B-2743-97E9-B27A-638E7ED70A8C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5410055" y="2478222"/>
                <a:ext cx="95760" cy="10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2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54BE282D-6763-B3BC-FCCB-B3A4DF413346}"/>
                  </a:ext>
                </a:extLst>
              </p14:cNvPr>
              <p14:cNvContentPartPr/>
              <p14:nvPr/>
            </p14:nvContentPartPr>
            <p14:xfrm>
              <a:off x="9205535" y="2736702"/>
              <a:ext cx="183240" cy="501840"/>
            </p14:xfrm>
          </p:contentPart>
        </mc:Choice>
        <mc:Fallback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54BE282D-6763-B3BC-FCCB-B3A4DF413346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9196535" y="2728062"/>
                <a:ext cx="200880" cy="519480"/>
              </a:xfrm>
              <a:prstGeom prst="rect">
                <a:avLst/>
              </a:prstGeom>
            </p:spPr>
          </p:pic>
        </mc:Fallback>
      </mc:AlternateContent>
      <p:grpSp>
        <p:nvGrpSpPr>
          <p:cNvPr id="96" name="Group 95">
            <a:extLst>
              <a:ext uri="{FF2B5EF4-FFF2-40B4-BE49-F238E27FC236}">
                <a16:creationId xmlns:a16="http://schemas.microsoft.com/office/drawing/2014/main" id="{9FA578D5-36FE-79E5-9F2D-CA2DB4C87E21}"/>
              </a:ext>
            </a:extLst>
          </p:cNvPr>
          <p:cNvGrpSpPr/>
          <p:nvPr/>
        </p:nvGrpSpPr>
        <p:grpSpPr>
          <a:xfrm>
            <a:off x="4958975" y="2812662"/>
            <a:ext cx="718920" cy="420120"/>
            <a:chOff x="4958975" y="2812662"/>
            <a:chExt cx="718920" cy="420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ED8A2F03-B95C-09A2-BCFB-15A2ACF7F0AC}"/>
                    </a:ext>
                  </a:extLst>
                </p14:cNvPr>
                <p14:cNvContentPartPr/>
                <p14:nvPr/>
              </p14:nvContentPartPr>
              <p14:xfrm>
                <a:off x="4958975" y="2812662"/>
                <a:ext cx="39600" cy="28836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ED8A2F03-B95C-09A2-BCFB-15A2ACF7F0AC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4949975" y="2803662"/>
                  <a:ext cx="57240" cy="30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4628DE34-39F3-80B2-D976-2692310FD4B2}"/>
                    </a:ext>
                  </a:extLst>
                </p14:cNvPr>
                <p14:cNvContentPartPr/>
                <p14:nvPr/>
              </p14:nvContentPartPr>
              <p14:xfrm>
                <a:off x="5351015" y="2817702"/>
                <a:ext cx="41400" cy="21528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4628DE34-39F3-80B2-D976-2692310FD4B2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5342015" y="2809062"/>
                  <a:ext cx="5904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3B5322D6-2E5A-3159-7C28-BAE8DA68FD20}"/>
                    </a:ext>
                  </a:extLst>
                </p14:cNvPr>
                <p14:cNvContentPartPr/>
                <p14:nvPr/>
              </p14:nvContentPartPr>
              <p14:xfrm>
                <a:off x="5648015" y="2881782"/>
                <a:ext cx="29880" cy="19296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3B5322D6-2E5A-3159-7C28-BAE8DA68FD20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5639015" y="2872782"/>
                  <a:ext cx="4752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D5EE45DD-16D0-78ED-FAD3-9192F78B6E92}"/>
                    </a:ext>
                  </a:extLst>
                </p14:cNvPr>
                <p14:cNvContentPartPr/>
                <p14:nvPr/>
              </p14:nvContentPartPr>
              <p14:xfrm>
                <a:off x="4980935" y="3119742"/>
                <a:ext cx="336600" cy="7812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D5EE45DD-16D0-78ED-FAD3-9192F78B6E92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4972295" y="3110742"/>
                  <a:ext cx="35424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9FF2D31C-1B93-8178-9E58-48D20DFEB830}"/>
                    </a:ext>
                  </a:extLst>
                </p14:cNvPr>
                <p14:cNvContentPartPr/>
                <p14:nvPr/>
              </p14:nvContentPartPr>
              <p14:xfrm>
                <a:off x="5266055" y="3089862"/>
                <a:ext cx="172800" cy="10152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9FF2D31C-1B93-8178-9E58-48D20DFEB830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5257055" y="3080862"/>
                  <a:ext cx="19044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2E9CD7F7-C27C-3E05-9B44-013450E68A47}"/>
                    </a:ext>
                  </a:extLst>
                </p14:cNvPr>
                <p14:cNvContentPartPr/>
                <p14:nvPr/>
              </p14:nvContentPartPr>
              <p14:xfrm>
                <a:off x="5502215" y="3232422"/>
                <a:ext cx="360" cy="36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2E9CD7F7-C27C-3E05-9B44-013450E68A47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493215" y="3223422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4B5A0A29-22BB-81B2-87C0-564AE6D15E5D}"/>
                    </a:ext>
                  </a:extLst>
                </p14:cNvPr>
                <p14:cNvContentPartPr/>
                <p14:nvPr/>
              </p14:nvContentPartPr>
              <p14:xfrm>
                <a:off x="5016575" y="3188142"/>
                <a:ext cx="36000" cy="972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4B5A0A29-22BB-81B2-87C0-564AE6D15E5D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5007575" y="3179502"/>
                  <a:ext cx="5364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D1D86049-13DC-18D4-8345-A74392D7CD5B}"/>
                    </a:ext>
                  </a:extLst>
                </p14:cNvPr>
                <p14:cNvContentPartPr/>
                <p14:nvPr/>
              </p14:nvContentPartPr>
              <p14:xfrm>
                <a:off x="5322215" y="2842542"/>
                <a:ext cx="50040" cy="1296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D1D86049-13DC-18D4-8345-A74392D7CD5B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5313215" y="2833542"/>
                  <a:ext cx="6768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3303AC63-65BC-468D-2D0E-6661B48198D3}"/>
                    </a:ext>
                  </a:extLst>
                </p14:cNvPr>
                <p14:cNvContentPartPr/>
                <p14:nvPr/>
              </p14:nvContentPartPr>
              <p14:xfrm>
                <a:off x="4971575" y="2995182"/>
                <a:ext cx="442080" cy="13284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3303AC63-65BC-468D-2D0E-6661B48198D3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4962575" y="2986542"/>
                  <a:ext cx="459720" cy="150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4D26508C-06C1-ED60-11A5-5768885792E9}"/>
              </a:ext>
            </a:extLst>
          </p:cNvPr>
          <p:cNvGrpSpPr/>
          <p:nvPr/>
        </p:nvGrpSpPr>
        <p:grpSpPr>
          <a:xfrm>
            <a:off x="8794415" y="3034782"/>
            <a:ext cx="712800" cy="194400"/>
            <a:chOff x="8794415" y="3034782"/>
            <a:chExt cx="712800" cy="194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8F3AA8AE-94EF-B4BF-B024-E8B42DD36F01}"/>
                    </a:ext>
                  </a:extLst>
                </p14:cNvPr>
                <p14:cNvContentPartPr/>
                <p14:nvPr/>
              </p14:nvContentPartPr>
              <p14:xfrm>
                <a:off x="9375095" y="3147102"/>
                <a:ext cx="132120" cy="2808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8F3AA8AE-94EF-B4BF-B024-E8B42DD36F01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9366455" y="3138462"/>
                  <a:ext cx="14976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A46EB3BD-B279-13AD-B87B-12B40790604E}"/>
                    </a:ext>
                  </a:extLst>
                </p14:cNvPr>
                <p14:cNvContentPartPr/>
                <p14:nvPr/>
              </p14:nvContentPartPr>
              <p14:xfrm>
                <a:off x="9375095" y="3207222"/>
                <a:ext cx="109440" cy="2196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A46EB3BD-B279-13AD-B87B-12B40790604E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9366455" y="3198582"/>
                  <a:ext cx="12708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E609B0E8-8985-9330-277B-761EDA38D0ED}"/>
                    </a:ext>
                  </a:extLst>
                </p14:cNvPr>
                <p14:cNvContentPartPr/>
                <p14:nvPr/>
              </p14:nvContentPartPr>
              <p14:xfrm>
                <a:off x="9039575" y="3105342"/>
                <a:ext cx="278280" cy="6948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E609B0E8-8985-9330-277B-761EDA38D0ED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9030575" y="3096342"/>
                  <a:ext cx="29592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B78772E3-17A4-EE88-74F2-8347B377ECDB}"/>
                    </a:ext>
                  </a:extLst>
                </p14:cNvPr>
                <p14:cNvContentPartPr/>
                <p14:nvPr/>
              </p14:nvContentPartPr>
              <p14:xfrm>
                <a:off x="8948135" y="3100302"/>
                <a:ext cx="117360" cy="9252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B78772E3-17A4-EE88-74F2-8347B377ECDB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8939495" y="3091302"/>
                  <a:ext cx="13500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E61B1998-AAC0-AAB5-2484-D3F63B7AB9D8}"/>
                    </a:ext>
                  </a:extLst>
                </p14:cNvPr>
                <p14:cNvContentPartPr/>
                <p14:nvPr/>
              </p14:nvContentPartPr>
              <p14:xfrm>
                <a:off x="8794415" y="3034782"/>
                <a:ext cx="479520" cy="12060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E61B1998-AAC0-AAB5-2484-D3F63B7AB9D8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8785775" y="3025782"/>
                  <a:ext cx="497160" cy="138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E6BDC4AB-DAA8-54A3-846F-AB3D0A01DAA2}"/>
              </a:ext>
            </a:extLst>
          </p:cNvPr>
          <p:cNvGrpSpPr/>
          <p:nvPr/>
        </p:nvGrpSpPr>
        <p:grpSpPr>
          <a:xfrm>
            <a:off x="4932695" y="3176262"/>
            <a:ext cx="461880" cy="121680"/>
            <a:chOff x="4932695" y="3176262"/>
            <a:chExt cx="461880" cy="121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72BC2A0A-5351-D613-FC12-66D326646D69}"/>
                    </a:ext>
                  </a:extLst>
                </p14:cNvPr>
                <p14:cNvContentPartPr/>
                <p14:nvPr/>
              </p14:nvContentPartPr>
              <p14:xfrm>
                <a:off x="4932695" y="3176262"/>
                <a:ext cx="446040" cy="7740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72BC2A0A-5351-D613-FC12-66D326646D69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4915055" y="3158622"/>
                  <a:ext cx="48168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6C21AB95-3008-8C28-7303-9DCEEC703550}"/>
                    </a:ext>
                  </a:extLst>
                </p14:cNvPr>
                <p14:cNvContentPartPr/>
                <p14:nvPr/>
              </p14:nvContentPartPr>
              <p14:xfrm>
                <a:off x="5007215" y="3264102"/>
                <a:ext cx="387360" cy="3384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6C21AB95-3008-8C28-7303-9DCEEC703550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4989575" y="3246102"/>
                  <a:ext cx="423000" cy="69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3524DEA2-1CCA-30FC-63CD-806F919004EF}"/>
              </a:ext>
            </a:extLst>
          </p:cNvPr>
          <p:cNvGrpSpPr/>
          <p:nvPr/>
        </p:nvGrpSpPr>
        <p:grpSpPr>
          <a:xfrm>
            <a:off x="8848415" y="3203982"/>
            <a:ext cx="460800" cy="108000"/>
            <a:chOff x="8848415" y="3203982"/>
            <a:chExt cx="460800" cy="108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BAF86B19-6BC3-08C9-1C8B-A44EC3197320}"/>
                    </a:ext>
                  </a:extLst>
                </p14:cNvPr>
                <p14:cNvContentPartPr/>
                <p14:nvPr/>
              </p14:nvContentPartPr>
              <p14:xfrm>
                <a:off x="8848415" y="3203982"/>
                <a:ext cx="460800" cy="7452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BAF86B19-6BC3-08C9-1C8B-A44EC3197320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8830775" y="3185982"/>
                  <a:ext cx="49644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8F1EC834-0631-B080-8149-F21A158FBA18}"/>
                    </a:ext>
                  </a:extLst>
                </p14:cNvPr>
                <p14:cNvContentPartPr/>
                <p14:nvPr/>
              </p14:nvContentPartPr>
              <p14:xfrm>
                <a:off x="9004655" y="3251502"/>
                <a:ext cx="272520" cy="6048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8F1EC834-0631-B080-8149-F21A158FBA18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8986655" y="3233502"/>
                  <a:ext cx="308160" cy="961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9451432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accent4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5BEB6-771B-43B0-B1D5-A9E1787702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0" i="1" u="none" strike="noStrike" baseline="0" dirty="0">
                <a:latin typeface="TeXGyrePagella-Italic" panose="02000603020200000004" pitchFamily="50" charset="0"/>
              </a:rPr>
              <a:t>Fibonacci Search</a:t>
            </a:r>
            <a:endParaRPr lang="en-US" b="0" i="0" u="none" strike="noStrike" baseline="0" dirty="0">
              <a:latin typeface="TeXGyrePagella-Regular" panose="02000603020200000003" pitchFamily="50" charset="0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4F46C1E2-ED35-4CC1-9C63-131ECA66ED1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5391" r="34957" b="82029"/>
          <a:stretch/>
        </p:blipFill>
        <p:spPr>
          <a:xfrm>
            <a:off x="2530196" y="1509387"/>
            <a:ext cx="7529836" cy="3839226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ED4B2082-95ED-41B9-8CCD-178343CB174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6435" t="3357" r="38870" b="84232"/>
          <a:stretch/>
        </p:blipFill>
        <p:spPr>
          <a:xfrm>
            <a:off x="2730997" y="3994386"/>
            <a:ext cx="6730006" cy="2708454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C49FF76-628B-4D34-B977-12010DC37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A2B03-C065-430E-988D-44590E20A90E}" type="slidenum">
              <a:rPr lang="en-US" smtClean="0"/>
              <a:t>12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 Placeholder 4">
                <a:extLst>
                  <a:ext uri="{FF2B5EF4-FFF2-40B4-BE49-F238E27FC236}">
                    <a16:creationId xmlns:a16="http://schemas.microsoft.com/office/drawing/2014/main" id="{1FB62C72-FD48-4BC6-866B-70DC9F682730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838200" y="1825624"/>
                <a:ext cx="10913828" cy="5187425"/>
              </a:xfrm>
            </p:spPr>
            <p:txBody>
              <a:bodyPr/>
              <a:lstStyle/>
              <a:p>
                <a:r>
                  <a:rPr lang="en-US" dirty="0">
                    <a:latin typeface="TeXGyrePagella-Regular" panose="02000603020200000003" pitchFamily="50" charset="0"/>
                    <a:ea typeface="TeXGyrePagella-Regular" panose="02000603020200000003" pitchFamily="50" charset="0"/>
                    <a:cs typeface="TeXGyrePagella-Regular" panose="02000603020200000003" pitchFamily="50" charset="0"/>
                  </a:rPr>
                  <a:t>Binet’s formula defines a Fibonacci number analytically where </a:t>
                </a:r>
                <a:r>
                  <a:rPr lang="el-GR" dirty="0">
                    <a:latin typeface="TeXGyrePagella-Regular" panose="02000603020200000003" pitchFamily="50" charset="0"/>
                    <a:ea typeface="TeXGyrePagella-Regular" panose="02000603020200000003" pitchFamily="50" charset="0"/>
                    <a:cs typeface="TeXGyrePagella-Regular" panose="02000603020200000003" pitchFamily="50" charset="0"/>
                  </a:rPr>
                  <a:t>φ</a:t>
                </a:r>
                <a:r>
                  <a:rPr lang="en-US" dirty="0">
                    <a:latin typeface="TeXGyrePagella-Regular" panose="02000603020200000003" pitchFamily="50" charset="0"/>
                    <a:ea typeface="TeXGyrePagella-Regular" panose="02000603020200000003" pitchFamily="50" charset="0"/>
                    <a:cs typeface="TeXGyrePagella-Regular" panose="02000603020200000003" pitchFamily="50" charset="0"/>
                  </a:rPr>
                  <a:t> is the </a:t>
                </a:r>
                <a:r>
                  <a:rPr lang="en-US" dirty="0">
                    <a:latin typeface="TeXGyrePagella-Italic" panose="02000603020200000004" pitchFamily="50" charset="0"/>
                    <a:ea typeface="TeXGyrePagella-Italic" panose="02000603020200000004" pitchFamily="50" charset="0"/>
                    <a:cs typeface="TeXGyrePagella-Italic" panose="02000603020200000004" pitchFamily="50" charset="0"/>
                  </a:rPr>
                  <a:t>Golden Ratio</a:t>
                </a:r>
                <a:r>
                  <a:rPr lang="en-US" dirty="0">
                    <a:latin typeface="TeXGyrePagella-Regular" panose="02000603020200000003" pitchFamily="50" charset="0"/>
                    <a:ea typeface="TeXGyrePagella-Regular" panose="02000603020200000003" pitchFamily="50" charset="0"/>
                    <a:cs typeface="TeXGyrePagella-Regular" panose="02000603020200000003" pitchFamily="50" charset="0"/>
                  </a:rPr>
                  <a:t>, </a:t>
                </a:r>
                <a:r>
                  <a:rPr lang="el-GR" dirty="0">
                    <a:latin typeface="TeXGyrePagella-Regular" panose="02000603020200000003" pitchFamily="50" charset="0"/>
                    <a:ea typeface="TeXGyrePagella-Regular" panose="02000603020200000003" pitchFamily="50" charset="0"/>
                    <a:cs typeface="TeXGyrePagella-Regular" panose="02000603020200000003" pitchFamily="50" charset="0"/>
                  </a:rPr>
                  <a:t>φ</a:t>
                </a:r>
                <a:r>
                  <a:rPr lang="en-US" dirty="0">
                    <a:latin typeface="TeXGyrePagella-Regular" panose="02000603020200000003" pitchFamily="50" charset="0"/>
                    <a:ea typeface="TeXGyrePagella-Regular" panose="02000603020200000003" pitchFamily="50" charset="0"/>
                    <a:cs typeface="TeXGyrePagella-Regular" panose="02000603020200000003" pitchFamily="50" charset="0"/>
                  </a:rPr>
                  <a:t>=(1+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eXGyrePagella-Regular" panose="02000603020200000003" pitchFamily="50" charset="0"/>
                      </a:rPr>
                      <m:t>√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eXGyrePagella-Regular" panose="02000603020200000003" pitchFamily="50" charset="0"/>
                      </a:rPr>
                      <m:t>5)/2≈1.61803</m:t>
                    </m:r>
                  </m:oMath>
                </a14:m>
                <a:endParaRPr lang="en-US" b="0" dirty="0">
                  <a:latin typeface="TeXGyrePagella-Regular" panose="02000603020200000003" pitchFamily="50" charset="0"/>
                  <a:ea typeface="Cambria Math" panose="02040503050406030204" pitchFamily="18" charset="0"/>
                  <a:cs typeface="TeXGyrePagella-Regular" panose="02000603020200000003" pitchFamily="50" charset="0"/>
                </a:endParaRPr>
              </a:p>
              <a:p>
                <a:endParaRPr lang="en-US" dirty="0">
                  <a:latin typeface="TeXGyrePagella-Regular" panose="02000603020200000003" pitchFamily="50" charset="0"/>
                  <a:ea typeface="TeXGyrePagella-Regular" panose="02000603020200000003" pitchFamily="50" charset="0"/>
                  <a:cs typeface="TeXGyrePagella-Regular" panose="02000603020200000003" pitchFamily="50" charset="0"/>
                </a:endParaRPr>
              </a:p>
              <a:p>
                <a:endParaRPr lang="en-US" dirty="0">
                  <a:latin typeface="TeXGyrePagella-Regular" panose="02000603020200000003" pitchFamily="50" charset="0"/>
                  <a:ea typeface="TeXGyrePagella-Regular" panose="02000603020200000003" pitchFamily="50" charset="0"/>
                  <a:cs typeface="TeXGyrePagella-Regular" panose="02000603020200000003" pitchFamily="50" charset="0"/>
                </a:endParaRPr>
              </a:p>
              <a:p>
                <a:endParaRPr lang="en-US" dirty="0">
                  <a:latin typeface="TeXGyrePagella-Regular" panose="02000603020200000003" pitchFamily="50" charset="0"/>
                  <a:ea typeface="TeXGyrePagella-Regular" panose="02000603020200000003" pitchFamily="50" charset="0"/>
                  <a:cs typeface="TeXGyrePagella-Regular" panose="02000603020200000003" pitchFamily="50" charset="0"/>
                </a:endParaRPr>
              </a:p>
              <a:p>
                <a:r>
                  <a:rPr lang="en-US" dirty="0">
                    <a:latin typeface="TeXGyrePagella-Regular" panose="02000603020200000003" pitchFamily="50" charset="0"/>
                    <a:ea typeface="TeXGyrePagella-Regular" panose="02000603020200000003" pitchFamily="50" charset="0"/>
                    <a:cs typeface="TeXGyrePagella-Regular" panose="02000603020200000003" pitchFamily="50" charset="0"/>
                  </a:rPr>
                  <a:t>The ratio between successive Fibonacci numbers is</a:t>
                </a:r>
              </a:p>
              <a:p>
                <a:endParaRPr lang="en-US" dirty="0">
                  <a:latin typeface="TeXGyrePagella-Regular" panose="02000603020200000003" pitchFamily="50" charset="0"/>
                  <a:ea typeface="TeXGyrePagella-Regular" panose="02000603020200000003" pitchFamily="50" charset="0"/>
                  <a:cs typeface="TeXGyrePagella-Regular" panose="02000603020200000003" pitchFamily="50" charset="0"/>
                </a:endParaRPr>
              </a:p>
              <a:p>
                <a:endParaRPr lang="en-US" dirty="0">
                  <a:latin typeface="TeXGyrePagella-Regular" panose="02000603020200000003" pitchFamily="50" charset="0"/>
                  <a:ea typeface="TeXGyrePagella-Regular" panose="02000603020200000003" pitchFamily="50" charset="0"/>
                  <a:cs typeface="TeXGyrePagella-Regular" panose="02000603020200000003" pitchFamily="50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TeXGyrePagella-Regular" panose="02000603020200000003" pitchFamily="50" charset="0"/>
                    <a:ea typeface="TeXGyrePagella-Regular" panose="02000603020200000003" pitchFamily="50" charset="0"/>
                    <a:cs typeface="TeXGyrePagella-Regular" panose="02000603020200000003" pitchFamily="50" charset="0"/>
                  </a:rPr>
                  <a:t>where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TeXGyrePagella-Regular" panose="02000603020200000003" pitchFamily="50" charset="0"/>
                        <a:cs typeface="TeXGyrePagella-Regular" panose="02000603020200000003" pitchFamily="50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TeXGyrePagella-Regular" panose="02000603020200000003" pitchFamily="50" charset="0"/>
                        <a:cs typeface="TeXGyrePagella-Regular" panose="02000603020200000003" pitchFamily="50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eXGyrePagella-Regular" panose="02000603020200000003" pitchFamily="50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TeXGyrePagella-Regular" panose="02000603020200000003" pitchFamily="50" charset="0"/>
                            <a:cs typeface="TeXGyrePagella-Regular" panose="02000603020200000003" pitchFamily="50" charset="0"/>
                          </a:rPr>
                          <m:t>1−</m:t>
                        </m:r>
                        <m:rad>
                          <m:radPr>
                            <m:deg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eXGyrePagella-Regular" panose="02000603020200000003" pitchFamily="50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eXGyrePagella-Regular" panose="02000603020200000003" pitchFamily="50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eXGyrePagella-Regular" panose="02000603020200000003" pitchFamily="50" charset="0"/>
                          </a:rPr>
                          <m:t>1+</m:t>
                        </m:r>
                        <m:rad>
                          <m:radPr>
                            <m:deg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eXGyrePagella-Regular" panose="02000603020200000003" pitchFamily="50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eXGyrePagella-Regular" panose="02000603020200000003" pitchFamily="50" charset="0"/>
                              </a:rPr>
                              <m:t>5</m:t>
                            </m:r>
                          </m:e>
                        </m:rad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eXGyrePagella-Regular" panose="02000603020200000003" pitchFamily="50" charset="0"/>
                      </a:rPr>
                      <m:t>≈−0.382</m:t>
                    </m:r>
                  </m:oMath>
                </a14:m>
                <a:endParaRPr lang="en-US" dirty="0">
                  <a:latin typeface="TeXGyrePagella-Regular" panose="02000603020200000003" pitchFamily="50" charset="0"/>
                  <a:ea typeface="TeXGyrePagella-Regular" panose="02000603020200000003" pitchFamily="50" charset="0"/>
                  <a:cs typeface="TeXGyrePagella-Regular" panose="02000603020200000003" pitchFamily="50" charset="0"/>
                </a:endParaRPr>
              </a:p>
            </p:txBody>
          </p:sp>
        </mc:Choice>
        <mc:Fallback xmlns="">
          <p:sp>
            <p:nvSpPr>
              <p:cNvPr id="12" name="Text Placeholder 4">
                <a:extLst>
                  <a:ext uri="{FF2B5EF4-FFF2-40B4-BE49-F238E27FC236}">
                    <a16:creationId xmlns:a16="http://schemas.microsoft.com/office/drawing/2014/main" id="{1FB62C72-FD48-4BC6-866B-70DC9F68273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838200" y="1825624"/>
                <a:ext cx="10913828" cy="5187425"/>
              </a:xfrm>
              <a:blipFill>
                <a:blip r:embed="rId6"/>
                <a:stretch>
                  <a:fillRect l="-1173" t="-1763" r="-13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501806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7D28D00-5791-EC5D-21FD-5671981C42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6902" y="643466"/>
            <a:ext cx="8878195" cy="5571067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69CE4D-80BD-23E5-E64F-AFAE8FB82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48BA2B03-C065-430E-988D-44590E20A90E}" type="slidenum">
              <a:rPr lang="en-US" smtClean="0"/>
              <a:pPr>
                <a:spcAft>
                  <a:spcPts val="600"/>
                </a:spcAft>
              </a:pPr>
              <a:t>13</a:t>
            </a:fld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100C21F-7AAA-C159-4740-55BD1ED0FBB0}"/>
              </a:ext>
            </a:extLst>
          </p:cNvPr>
          <p:cNvGrpSpPr/>
          <p:nvPr/>
        </p:nvGrpSpPr>
        <p:grpSpPr>
          <a:xfrm>
            <a:off x="5034215" y="1244502"/>
            <a:ext cx="1075320" cy="37800"/>
            <a:chOff x="5034215" y="1244502"/>
            <a:chExt cx="1075320" cy="37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EB9091B8-C34C-8E52-DB39-4DB3E7CFD2A1}"/>
                    </a:ext>
                  </a:extLst>
                </p14:cNvPr>
                <p14:cNvContentPartPr/>
                <p14:nvPr/>
              </p14:nvContentPartPr>
              <p14:xfrm>
                <a:off x="5034215" y="1244502"/>
                <a:ext cx="140400" cy="2664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EB9091B8-C34C-8E52-DB39-4DB3E7CFD2A1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5025575" y="1235502"/>
                  <a:ext cx="15804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CE8C6C99-BB4D-A3F1-1CC5-04AA59C92371}"/>
                    </a:ext>
                  </a:extLst>
                </p14:cNvPr>
                <p14:cNvContentPartPr/>
                <p14:nvPr/>
              </p14:nvContentPartPr>
              <p14:xfrm>
                <a:off x="5335175" y="1244862"/>
                <a:ext cx="403920" cy="3744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CE8C6C99-BB4D-A3F1-1CC5-04AA59C92371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326175" y="1236222"/>
                  <a:ext cx="42156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0C36D335-15CE-837E-00DF-38438696F75F}"/>
                    </a:ext>
                  </a:extLst>
                </p14:cNvPr>
                <p14:cNvContentPartPr/>
                <p14:nvPr/>
              </p14:nvContentPartPr>
              <p14:xfrm>
                <a:off x="6008015" y="1258542"/>
                <a:ext cx="101520" cy="1548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0C36D335-15CE-837E-00DF-38438696F75F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999375" y="1249902"/>
                  <a:ext cx="119160" cy="33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831B3453-2749-C966-4A83-E162E3130A06}"/>
                  </a:ext>
                </a:extLst>
              </p14:cNvPr>
              <p14:cNvContentPartPr/>
              <p14:nvPr/>
            </p14:nvContentPartPr>
            <p14:xfrm>
              <a:off x="6378095" y="1229742"/>
              <a:ext cx="592200" cy="3204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831B3453-2749-C966-4A83-E162E3130A06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369095" y="1221102"/>
                <a:ext cx="609840" cy="49680"/>
              </a:xfrm>
              <a:prstGeom prst="rect">
                <a:avLst/>
              </a:prstGeom>
            </p:spPr>
          </p:pic>
        </mc:Fallback>
      </mc:AlternateContent>
      <p:grpSp>
        <p:nvGrpSpPr>
          <p:cNvPr id="13" name="Group 12">
            <a:extLst>
              <a:ext uri="{FF2B5EF4-FFF2-40B4-BE49-F238E27FC236}">
                <a16:creationId xmlns:a16="http://schemas.microsoft.com/office/drawing/2014/main" id="{8E12E861-3081-E9C7-C644-2F222B082D3A}"/>
              </a:ext>
            </a:extLst>
          </p:cNvPr>
          <p:cNvGrpSpPr/>
          <p:nvPr/>
        </p:nvGrpSpPr>
        <p:grpSpPr>
          <a:xfrm>
            <a:off x="7971455" y="1096182"/>
            <a:ext cx="987120" cy="217440"/>
            <a:chOff x="7971455" y="1096182"/>
            <a:chExt cx="987120" cy="217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339C3D23-1348-52D2-E0BB-5C49D189FB95}"/>
                    </a:ext>
                  </a:extLst>
                </p14:cNvPr>
                <p14:cNvContentPartPr/>
                <p14:nvPr/>
              </p14:nvContentPartPr>
              <p14:xfrm>
                <a:off x="7971455" y="1185462"/>
                <a:ext cx="987120" cy="831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339C3D23-1348-52D2-E0BB-5C49D189FB95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7962815" y="1176822"/>
                  <a:ext cx="100476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D0C45101-F0FF-FC39-1F1A-3366742DC324}"/>
                    </a:ext>
                  </a:extLst>
                </p14:cNvPr>
                <p14:cNvContentPartPr/>
                <p14:nvPr/>
              </p14:nvContentPartPr>
              <p14:xfrm>
                <a:off x="8345495" y="1096182"/>
                <a:ext cx="38880" cy="2174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D0C45101-F0FF-FC39-1F1A-3366742DC324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8336855" y="1087542"/>
                  <a:ext cx="5652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949BFAB3-33AD-A311-30F9-04072CD76457}"/>
                    </a:ext>
                  </a:extLst>
                </p14:cNvPr>
                <p14:cNvContentPartPr/>
                <p14:nvPr/>
              </p14:nvContentPartPr>
              <p14:xfrm>
                <a:off x="8409575" y="1100502"/>
                <a:ext cx="25200" cy="19548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949BFAB3-33AD-A311-30F9-04072CD76457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8400935" y="1091862"/>
                  <a:ext cx="42840" cy="213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E6A949B-77C5-6891-444B-276B3E71A850}"/>
              </a:ext>
            </a:extLst>
          </p:cNvPr>
          <p:cNvGrpSpPr/>
          <p:nvPr/>
        </p:nvGrpSpPr>
        <p:grpSpPr>
          <a:xfrm>
            <a:off x="2362655" y="1303902"/>
            <a:ext cx="147960" cy="120240"/>
            <a:chOff x="2362655" y="1303902"/>
            <a:chExt cx="147960" cy="120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D213399C-1EE5-562B-4277-269D1EA17A04}"/>
                    </a:ext>
                  </a:extLst>
                </p14:cNvPr>
                <p14:cNvContentPartPr/>
                <p14:nvPr/>
              </p14:nvContentPartPr>
              <p14:xfrm>
                <a:off x="2362655" y="1351782"/>
                <a:ext cx="104400" cy="39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D213399C-1EE5-562B-4277-269D1EA17A04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354015" y="1342782"/>
                  <a:ext cx="12204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29726302-EC45-1165-6907-930113E2904A}"/>
                    </a:ext>
                  </a:extLst>
                </p14:cNvPr>
                <p14:cNvContentPartPr/>
                <p14:nvPr/>
              </p14:nvContentPartPr>
              <p14:xfrm>
                <a:off x="2440055" y="1303902"/>
                <a:ext cx="70560" cy="1202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29726302-EC45-1165-6907-930113E2904A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2431415" y="1295262"/>
                  <a:ext cx="88200" cy="137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F952023-6D4F-9E09-3BF8-5A26C54AD582}"/>
              </a:ext>
            </a:extLst>
          </p:cNvPr>
          <p:cNvGrpSpPr/>
          <p:nvPr/>
        </p:nvGrpSpPr>
        <p:grpSpPr>
          <a:xfrm>
            <a:off x="2306495" y="1558062"/>
            <a:ext cx="192960" cy="153360"/>
            <a:chOff x="2306495" y="1558062"/>
            <a:chExt cx="192960" cy="153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4CEA207D-D4AE-47C5-A009-CB70EFD44B34}"/>
                    </a:ext>
                  </a:extLst>
                </p14:cNvPr>
                <p14:cNvContentPartPr/>
                <p14:nvPr/>
              </p14:nvContentPartPr>
              <p14:xfrm>
                <a:off x="2306495" y="1598742"/>
                <a:ext cx="121680" cy="2700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4CEA207D-D4AE-47C5-A009-CB70EFD44B34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2297495" y="1589742"/>
                  <a:ext cx="13932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502B7D0E-9B8E-5E07-0950-DC968A01F431}"/>
                    </a:ext>
                  </a:extLst>
                </p14:cNvPr>
                <p14:cNvContentPartPr/>
                <p14:nvPr/>
              </p14:nvContentPartPr>
              <p14:xfrm>
                <a:off x="2405135" y="1558062"/>
                <a:ext cx="94320" cy="15336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502B7D0E-9B8E-5E07-0950-DC968A01F431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2396495" y="1549422"/>
                  <a:ext cx="111960" cy="171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1FA91E6-97EA-AD1C-0505-CC82D68E3D49}"/>
              </a:ext>
            </a:extLst>
          </p:cNvPr>
          <p:cNvGrpSpPr/>
          <p:nvPr/>
        </p:nvGrpSpPr>
        <p:grpSpPr>
          <a:xfrm>
            <a:off x="3568655" y="1672182"/>
            <a:ext cx="124920" cy="39960"/>
            <a:chOff x="3568655" y="1672182"/>
            <a:chExt cx="124920" cy="39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A32B386E-9168-5CE7-804B-A5A19177EA40}"/>
                    </a:ext>
                  </a:extLst>
                </p14:cNvPr>
                <p14:cNvContentPartPr/>
                <p14:nvPr/>
              </p14:nvContentPartPr>
              <p14:xfrm>
                <a:off x="3585935" y="1672182"/>
                <a:ext cx="107640" cy="399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A32B386E-9168-5CE7-804B-A5A19177EA40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3576935" y="1663182"/>
                  <a:ext cx="12528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BFF11F29-8F5C-951B-AEA5-6B5536D599AD}"/>
                    </a:ext>
                  </a:extLst>
                </p14:cNvPr>
                <p14:cNvContentPartPr/>
                <p14:nvPr/>
              </p14:nvContentPartPr>
              <p14:xfrm>
                <a:off x="3568655" y="1676862"/>
                <a:ext cx="121680" cy="252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BFF11F29-8F5C-951B-AEA5-6B5536D599AD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3560015" y="1667862"/>
                  <a:ext cx="139320" cy="42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B839F73D-F96B-C1E1-76D9-03677C5E8C95}"/>
              </a:ext>
            </a:extLst>
          </p:cNvPr>
          <p:cNvGrpSpPr/>
          <p:nvPr/>
        </p:nvGrpSpPr>
        <p:grpSpPr>
          <a:xfrm>
            <a:off x="2290295" y="1830222"/>
            <a:ext cx="145080" cy="97920"/>
            <a:chOff x="2290295" y="1830222"/>
            <a:chExt cx="145080" cy="97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BF2C98AF-AEA7-66B5-3457-1CE3097DE3C2}"/>
                    </a:ext>
                  </a:extLst>
                </p14:cNvPr>
                <p14:cNvContentPartPr/>
                <p14:nvPr/>
              </p14:nvContentPartPr>
              <p14:xfrm>
                <a:off x="2290295" y="1845702"/>
                <a:ext cx="108720" cy="219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BF2C98AF-AEA7-66B5-3457-1CE3097DE3C2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2281295" y="1837062"/>
                  <a:ext cx="12636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E393BD81-7CE7-B333-1055-5F207C5D174A}"/>
                    </a:ext>
                  </a:extLst>
                </p14:cNvPr>
                <p14:cNvContentPartPr/>
                <p14:nvPr/>
              </p14:nvContentPartPr>
              <p14:xfrm>
                <a:off x="2354735" y="1830222"/>
                <a:ext cx="80640" cy="979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E393BD81-7CE7-B333-1055-5F207C5D174A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2346095" y="1821582"/>
                  <a:ext cx="98280" cy="1155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2208889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accent6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E2E1466-A4A1-EC2B-BF98-CD3C6074B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B94AB-8D80-4C43-803C-5BFB4A6765FB}" type="slidenum">
              <a:rPr lang="en-US" smtClean="0"/>
              <a:t>14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9534680D-F2E1-2E31-2912-0790FEACF0BE}"/>
                  </a:ext>
                </a:extLst>
              </p14:cNvPr>
              <p14:cNvContentPartPr/>
              <p14:nvPr/>
            </p14:nvContentPartPr>
            <p14:xfrm>
              <a:off x="6052655" y="1730862"/>
              <a:ext cx="278640" cy="217080"/>
            </p14:xfrm>
          </p:contentPart>
        </mc:Choice>
        <mc:Fallback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9534680D-F2E1-2E31-2912-0790FEACF0B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035015" y="1713222"/>
                <a:ext cx="314280" cy="25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CAE17511-048F-B61B-3BC1-3C6FF3B883F5}"/>
                  </a:ext>
                </a:extLst>
              </p14:cNvPr>
              <p14:cNvContentPartPr/>
              <p14:nvPr/>
            </p14:nvContentPartPr>
            <p14:xfrm>
              <a:off x="8327855" y="1802502"/>
              <a:ext cx="23760" cy="18720"/>
            </p14:xfrm>
          </p:contentPart>
        </mc:Choice>
        <mc:Fallback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CAE17511-048F-B61B-3BC1-3C6FF3B883F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309855" y="1784862"/>
                <a:ext cx="59400" cy="5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60" name="Ink 259">
                <a:extLst>
                  <a:ext uri="{FF2B5EF4-FFF2-40B4-BE49-F238E27FC236}">
                    <a16:creationId xmlns:a16="http://schemas.microsoft.com/office/drawing/2014/main" id="{A1837E6C-18A4-6247-C15E-02AC3F8FAA25}"/>
                  </a:ext>
                </a:extLst>
              </p14:cNvPr>
              <p14:cNvContentPartPr/>
              <p14:nvPr/>
            </p14:nvContentPartPr>
            <p14:xfrm>
              <a:off x="2928262" y="996676"/>
              <a:ext cx="38160" cy="206280"/>
            </p14:xfrm>
          </p:contentPart>
        </mc:Choice>
        <mc:Fallback>
          <p:pic>
            <p:nvPicPr>
              <p:cNvPr id="260" name="Ink 259">
                <a:extLst>
                  <a:ext uri="{FF2B5EF4-FFF2-40B4-BE49-F238E27FC236}">
                    <a16:creationId xmlns:a16="http://schemas.microsoft.com/office/drawing/2014/main" id="{A1837E6C-18A4-6247-C15E-02AC3F8FAA2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919262" y="987676"/>
                <a:ext cx="55800" cy="22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268" name="Ink 267">
                <a:extLst>
                  <a:ext uri="{FF2B5EF4-FFF2-40B4-BE49-F238E27FC236}">
                    <a16:creationId xmlns:a16="http://schemas.microsoft.com/office/drawing/2014/main" id="{0F06A5D4-DE41-A226-15E5-5137862F4E68}"/>
                  </a:ext>
                </a:extLst>
              </p14:cNvPr>
              <p14:cNvContentPartPr/>
              <p14:nvPr/>
            </p14:nvContentPartPr>
            <p14:xfrm>
              <a:off x="4394902" y="966436"/>
              <a:ext cx="26640" cy="227880"/>
            </p14:xfrm>
          </p:contentPart>
        </mc:Choice>
        <mc:Fallback>
          <p:pic>
            <p:nvPicPr>
              <p:cNvPr id="268" name="Ink 267">
                <a:extLst>
                  <a:ext uri="{FF2B5EF4-FFF2-40B4-BE49-F238E27FC236}">
                    <a16:creationId xmlns:a16="http://schemas.microsoft.com/office/drawing/2014/main" id="{0F06A5D4-DE41-A226-15E5-5137862F4E68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385902" y="957796"/>
                <a:ext cx="44280" cy="24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275" name="Ink 274">
                <a:extLst>
                  <a:ext uri="{FF2B5EF4-FFF2-40B4-BE49-F238E27FC236}">
                    <a16:creationId xmlns:a16="http://schemas.microsoft.com/office/drawing/2014/main" id="{FFEFBF4E-3728-3A6C-4D77-12720B0DE555}"/>
                  </a:ext>
                </a:extLst>
              </p14:cNvPr>
              <p14:cNvContentPartPr/>
              <p14:nvPr/>
            </p14:nvContentPartPr>
            <p14:xfrm>
              <a:off x="2940502" y="1630996"/>
              <a:ext cx="27000" cy="5760"/>
            </p14:xfrm>
          </p:contentPart>
        </mc:Choice>
        <mc:Fallback>
          <p:pic>
            <p:nvPicPr>
              <p:cNvPr id="275" name="Ink 274">
                <a:extLst>
                  <a:ext uri="{FF2B5EF4-FFF2-40B4-BE49-F238E27FC236}">
                    <a16:creationId xmlns:a16="http://schemas.microsoft.com/office/drawing/2014/main" id="{FFEFBF4E-3728-3A6C-4D77-12720B0DE555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931502" y="1622356"/>
                <a:ext cx="44640" cy="23400"/>
              </a:xfrm>
              <a:prstGeom prst="rect">
                <a:avLst/>
              </a:prstGeom>
            </p:spPr>
          </p:pic>
        </mc:Fallback>
      </mc:AlternateContent>
      <p:grpSp>
        <p:nvGrpSpPr>
          <p:cNvPr id="283" name="Group 282">
            <a:extLst>
              <a:ext uri="{FF2B5EF4-FFF2-40B4-BE49-F238E27FC236}">
                <a16:creationId xmlns:a16="http://schemas.microsoft.com/office/drawing/2014/main" id="{3DC9E059-8BF0-9E20-912F-E120198CBC12}"/>
              </a:ext>
            </a:extLst>
          </p:cNvPr>
          <p:cNvGrpSpPr/>
          <p:nvPr/>
        </p:nvGrpSpPr>
        <p:grpSpPr>
          <a:xfrm>
            <a:off x="6612862" y="3148756"/>
            <a:ext cx="768960" cy="389520"/>
            <a:chOff x="6612862" y="3148756"/>
            <a:chExt cx="768960" cy="389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9FADB9DB-AC30-4456-64C4-750E6CAF3193}"/>
                    </a:ext>
                  </a:extLst>
                </p14:cNvPr>
                <p14:cNvContentPartPr/>
                <p14:nvPr/>
              </p14:nvContentPartPr>
              <p14:xfrm>
                <a:off x="6612862" y="3163876"/>
                <a:ext cx="202320" cy="374400"/>
              </p14:xfrm>
            </p:contentPart>
          </mc:Choice>
          <mc:Fallback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9FADB9DB-AC30-4456-64C4-750E6CAF3193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603862" y="3154876"/>
                  <a:ext cx="219960" cy="39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2ECC8CDB-6A9F-7139-4BD5-B9F1409A80F1}"/>
                    </a:ext>
                  </a:extLst>
                </p14:cNvPr>
                <p14:cNvContentPartPr/>
                <p14:nvPr/>
              </p14:nvContentPartPr>
              <p14:xfrm>
                <a:off x="6687742" y="3384556"/>
                <a:ext cx="167040" cy="65520"/>
              </p14:xfrm>
            </p:contentPart>
          </mc:Choice>
          <mc:Fallback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2ECC8CDB-6A9F-7139-4BD5-B9F1409A80F1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679102" y="3375916"/>
                  <a:ext cx="18468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B146901C-132F-DEE8-4E30-1016F236792F}"/>
                    </a:ext>
                  </a:extLst>
                </p14:cNvPr>
                <p14:cNvContentPartPr/>
                <p14:nvPr/>
              </p14:nvContentPartPr>
              <p14:xfrm>
                <a:off x="6961342" y="3148756"/>
                <a:ext cx="75600" cy="289800"/>
              </p14:xfrm>
            </p:contentPart>
          </mc:Choice>
          <mc:Fallback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B146901C-132F-DEE8-4E30-1016F236792F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952342" y="3140116"/>
                  <a:ext cx="93240" cy="30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6C21A824-0267-4B69-36A0-603888FF01E7}"/>
                    </a:ext>
                  </a:extLst>
                </p14:cNvPr>
                <p14:cNvContentPartPr/>
                <p14:nvPr/>
              </p14:nvContentPartPr>
              <p14:xfrm>
                <a:off x="7103182" y="3275116"/>
                <a:ext cx="62640" cy="176040"/>
              </p14:xfrm>
            </p:contentPart>
          </mc:Choice>
          <mc:Fallback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6C21A824-0267-4B69-36A0-603888FF01E7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7094182" y="3266116"/>
                  <a:ext cx="8028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E3DF52AF-F1EE-F7E8-E9F6-96F19172536F}"/>
                    </a:ext>
                  </a:extLst>
                </p14:cNvPr>
                <p14:cNvContentPartPr/>
                <p14:nvPr/>
              </p14:nvContentPartPr>
              <p14:xfrm>
                <a:off x="7300462" y="3156676"/>
                <a:ext cx="81360" cy="343440"/>
              </p14:xfrm>
            </p:contentPart>
          </mc:Choice>
          <mc:Fallback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E3DF52AF-F1EE-F7E8-E9F6-96F19172536F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7291822" y="3147676"/>
                  <a:ext cx="99000" cy="361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282" name="Ink 281">
                <a:extLst>
                  <a:ext uri="{FF2B5EF4-FFF2-40B4-BE49-F238E27FC236}">
                    <a16:creationId xmlns:a16="http://schemas.microsoft.com/office/drawing/2014/main" id="{7DE940A0-01AA-452B-1214-26B6E20E4301}"/>
                  </a:ext>
                </a:extLst>
              </p14:cNvPr>
              <p14:cNvContentPartPr/>
              <p14:nvPr/>
            </p14:nvContentPartPr>
            <p14:xfrm>
              <a:off x="7567582" y="3354316"/>
              <a:ext cx="117000" cy="84240"/>
            </p14:xfrm>
          </p:contentPart>
        </mc:Choice>
        <mc:Fallback>
          <p:pic>
            <p:nvPicPr>
              <p:cNvPr id="282" name="Ink 281">
                <a:extLst>
                  <a:ext uri="{FF2B5EF4-FFF2-40B4-BE49-F238E27FC236}">
                    <a16:creationId xmlns:a16="http://schemas.microsoft.com/office/drawing/2014/main" id="{7DE940A0-01AA-452B-1214-26B6E20E4301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7558582" y="3345316"/>
                <a:ext cx="134640" cy="101880"/>
              </a:xfrm>
              <a:prstGeom prst="rect">
                <a:avLst/>
              </a:prstGeom>
            </p:spPr>
          </p:pic>
        </mc:Fallback>
      </mc:AlternateContent>
      <p:grpSp>
        <p:nvGrpSpPr>
          <p:cNvPr id="290" name="Group 289">
            <a:extLst>
              <a:ext uri="{FF2B5EF4-FFF2-40B4-BE49-F238E27FC236}">
                <a16:creationId xmlns:a16="http://schemas.microsoft.com/office/drawing/2014/main" id="{25F75AA4-D325-055E-7D37-842DA611B850}"/>
              </a:ext>
            </a:extLst>
          </p:cNvPr>
          <p:cNvGrpSpPr/>
          <p:nvPr/>
        </p:nvGrpSpPr>
        <p:grpSpPr>
          <a:xfrm>
            <a:off x="7903462" y="3238756"/>
            <a:ext cx="1095480" cy="298800"/>
            <a:chOff x="7903462" y="3238756"/>
            <a:chExt cx="1095480" cy="298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91060AF6-A159-B4C6-C39C-979676CCB678}"/>
                    </a:ext>
                  </a:extLst>
                </p14:cNvPr>
                <p14:cNvContentPartPr/>
                <p14:nvPr/>
              </p14:nvContentPartPr>
              <p14:xfrm>
                <a:off x="7903462" y="3340996"/>
                <a:ext cx="150480" cy="33840"/>
              </p14:xfrm>
            </p:contentPart>
          </mc:Choice>
          <mc:Fallback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91060AF6-A159-B4C6-C39C-979676CCB678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894822" y="3332356"/>
                  <a:ext cx="16812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B31083E6-4B7B-C37C-4699-F1B06484ABAF}"/>
                    </a:ext>
                  </a:extLst>
                </p14:cNvPr>
                <p14:cNvContentPartPr/>
                <p14:nvPr/>
              </p14:nvContentPartPr>
              <p14:xfrm>
                <a:off x="8136022" y="3272956"/>
                <a:ext cx="164520" cy="188640"/>
              </p14:xfrm>
            </p:contentPart>
          </mc:Choice>
          <mc:Fallback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B31083E6-4B7B-C37C-4699-F1B06484ABAF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8127382" y="3264316"/>
                  <a:ext cx="18216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3661C738-4F82-7A0D-37B8-304BA906E60D}"/>
                    </a:ext>
                  </a:extLst>
                </p14:cNvPr>
                <p14:cNvContentPartPr/>
                <p14:nvPr/>
              </p14:nvContentPartPr>
              <p14:xfrm>
                <a:off x="8322862" y="3459076"/>
                <a:ext cx="24120" cy="78480"/>
              </p14:xfrm>
            </p:contentPart>
          </mc:Choice>
          <mc:Fallback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3661C738-4F82-7A0D-37B8-304BA906E60D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314222" y="3450436"/>
                  <a:ext cx="4176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978EF8A4-B451-AB55-22DA-0CF1CF0316E6}"/>
                    </a:ext>
                  </a:extLst>
                </p14:cNvPr>
                <p14:cNvContentPartPr/>
                <p14:nvPr/>
              </p14:nvContentPartPr>
              <p14:xfrm>
                <a:off x="8472982" y="3238756"/>
                <a:ext cx="141480" cy="239400"/>
              </p14:xfrm>
            </p:contentPart>
          </mc:Choice>
          <mc:Fallback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978EF8A4-B451-AB55-22DA-0CF1CF0316E6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8463982" y="3230116"/>
                  <a:ext cx="15912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E2FAAEFC-4989-D819-9C80-8D7F2A9543E8}"/>
                    </a:ext>
                  </a:extLst>
                </p14:cNvPr>
                <p14:cNvContentPartPr/>
                <p14:nvPr/>
              </p14:nvContentPartPr>
              <p14:xfrm>
                <a:off x="8716342" y="3284116"/>
                <a:ext cx="88560" cy="164520"/>
              </p14:xfrm>
            </p:contentPart>
          </mc:Choice>
          <mc:Fallback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E2FAAEFC-4989-D819-9C80-8D7F2A9543E8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8707342" y="3275476"/>
                  <a:ext cx="10620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68EE1655-2C5B-FD4D-1F9F-13D353BB316C}"/>
                    </a:ext>
                  </a:extLst>
                </p14:cNvPr>
                <p14:cNvContentPartPr/>
                <p14:nvPr/>
              </p14:nvContentPartPr>
              <p14:xfrm>
                <a:off x="8891662" y="3272596"/>
                <a:ext cx="107280" cy="171360"/>
              </p14:xfrm>
            </p:contentPart>
          </mc:Choice>
          <mc:Fallback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68EE1655-2C5B-FD4D-1F9F-13D353BB316C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8882662" y="3263956"/>
                  <a:ext cx="124920" cy="189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8" name="Group 297">
            <a:extLst>
              <a:ext uri="{FF2B5EF4-FFF2-40B4-BE49-F238E27FC236}">
                <a16:creationId xmlns:a16="http://schemas.microsoft.com/office/drawing/2014/main" id="{279CD716-48BD-A3F3-0CA3-7EC8C93405C5}"/>
              </a:ext>
            </a:extLst>
          </p:cNvPr>
          <p:cNvGrpSpPr/>
          <p:nvPr/>
        </p:nvGrpSpPr>
        <p:grpSpPr>
          <a:xfrm>
            <a:off x="6987982" y="3634756"/>
            <a:ext cx="904320" cy="404640"/>
            <a:chOff x="6987982" y="3634756"/>
            <a:chExt cx="904320" cy="404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23B267B6-2796-F13A-2213-5526A4AC2A83}"/>
                    </a:ext>
                  </a:extLst>
                </p14:cNvPr>
                <p14:cNvContentPartPr/>
                <p14:nvPr/>
              </p14:nvContentPartPr>
              <p14:xfrm>
                <a:off x="6987982" y="3634756"/>
                <a:ext cx="187200" cy="331560"/>
              </p14:xfrm>
            </p:contentPart>
          </mc:Choice>
          <mc:Fallback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23B267B6-2796-F13A-2213-5526A4AC2A83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979342" y="3626116"/>
                  <a:ext cx="204840" cy="34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88F773D0-AC12-281A-1DD9-7E39970A00F8}"/>
                    </a:ext>
                  </a:extLst>
                </p14:cNvPr>
                <p14:cNvContentPartPr/>
                <p14:nvPr/>
              </p14:nvContentPartPr>
              <p14:xfrm>
                <a:off x="7061782" y="3832036"/>
                <a:ext cx="121680" cy="52200"/>
              </p14:xfrm>
            </p:contentPart>
          </mc:Choice>
          <mc:Fallback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88F773D0-AC12-281A-1DD9-7E39970A00F8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053142" y="3823396"/>
                  <a:ext cx="13932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38F9A430-94F8-7E74-65E8-B607860BD645}"/>
                    </a:ext>
                  </a:extLst>
                </p14:cNvPr>
                <p14:cNvContentPartPr/>
                <p14:nvPr/>
              </p14:nvContentPartPr>
              <p14:xfrm>
                <a:off x="7272022" y="3663196"/>
                <a:ext cx="79920" cy="255600"/>
              </p14:xfrm>
            </p:contentPart>
          </mc:Choice>
          <mc:Fallback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38F9A430-94F8-7E74-65E8-B607860BD645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263382" y="3654196"/>
                  <a:ext cx="9756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96AD9CDB-A3FE-44BB-FB29-BEA00B7A9AE0}"/>
                    </a:ext>
                  </a:extLst>
                </p14:cNvPr>
                <p14:cNvContentPartPr/>
                <p14:nvPr/>
              </p14:nvContentPartPr>
              <p14:xfrm>
                <a:off x="7371742" y="3768316"/>
                <a:ext cx="115920" cy="165600"/>
              </p14:xfrm>
            </p:contentPart>
          </mc:Choice>
          <mc:Fallback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96AD9CDB-A3FE-44BB-FB29-BEA00B7A9AE0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362742" y="3759316"/>
                  <a:ext cx="13356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17BBAB22-F5DC-8E33-9EF4-E3D9B7ADCD99}"/>
                    </a:ext>
                  </a:extLst>
                </p14:cNvPr>
                <p14:cNvContentPartPr/>
                <p14:nvPr/>
              </p14:nvContentPartPr>
              <p14:xfrm>
                <a:off x="7509622" y="3681916"/>
                <a:ext cx="128520" cy="357480"/>
              </p14:xfrm>
            </p:contentPart>
          </mc:Choice>
          <mc:Fallback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17BBAB22-F5DC-8E33-9EF4-E3D9B7ADCD99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500622" y="3672916"/>
                  <a:ext cx="146160" cy="37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9103AA0D-C490-6D51-D17D-1A7F4AFA4F77}"/>
                    </a:ext>
                  </a:extLst>
                </p14:cNvPr>
                <p14:cNvContentPartPr/>
                <p14:nvPr/>
              </p14:nvContentPartPr>
              <p14:xfrm>
                <a:off x="7808782" y="3828796"/>
                <a:ext cx="61200" cy="19440"/>
              </p14:xfrm>
            </p:contentPart>
          </mc:Choice>
          <mc:Fallback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9103AA0D-C490-6D51-D17D-1A7F4AFA4F77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799782" y="3819796"/>
                  <a:ext cx="7884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7CF3135F-827B-246B-E479-FDC1AEC0A6F9}"/>
                    </a:ext>
                  </a:extLst>
                </p14:cNvPr>
                <p14:cNvContentPartPr/>
                <p14:nvPr/>
              </p14:nvContentPartPr>
              <p14:xfrm>
                <a:off x="7803022" y="3882796"/>
                <a:ext cx="89280" cy="34920"/>
              </p14:xfrm>
            </p:contentPart>
          </mc:Choice>
          <mc:Fallback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7CF3135F-827B-246B-E479-FDC1AEC0A6F9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794022" y="3873796"/>
                  <a:ext cx="106920" cy="52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7" name="Group 306">
            <a:extLst>
              <a:ext uri="{FF2B5EF4-FFF2-40B4-BE49-F238E27FC236}">
                <a16:creationId xmlns:a16="http://schemas.microsoft.com/office/drawing/2014/main" id="{39992FCC-090C-E52D-E081-AC9F030B8599}"/>
              </a:ext>
            </a:extLst>
          </p:cNvPr>
          <p:cNvGrpSpPr/>
          <p:nvPr/>
        </p:nvGrpSpPr>
        <p:grpSpPr>
          <a:xfrm>
            <a:off x="8041702" y="3700276"/>
            <a:ext cx="1078200" cy="337320"/>
            <a:chOff x="8041702" y="3700276"/>
            <a:chExt cx="1078200" cy="337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906E016E-A8D0-B463-93AE-21FE56AEACA4}"/>
                    </a:ext>
                  </a:extLst>
                </p14:cNvPr>
                <p14:cNvContentPartPr/>
                <p14:nvPr/>
              </p14:nvContentPartPr>
              <p14:xfrm>
                <a:off x="8041702" y="3844996"/>
                <a:ext cx="95760" cy="10440"/>
              </p14:xfrm>
            </p:contentPart>
          </mc:Choice>
          <mc:Fallback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906E016E-A8D0-B463-93AE-21FE56AEACA4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032702" y="3835996"/>
                  <a:ext cx="11340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9620BC62-A429-7540-CB41-15FB054313B7}"/>
                    </a:ext>
                  </a:extLst>
                </p14:cNvPr>
                <p14:cNvContentPartPr/>
                <p14:nvPr/>
              </p14:nvContentPartPr>
              <p14:xfrm>
                <a:off x="8242222" y="3741316"/>
                <a:ext cx="96840" cy="193320"/>
              </p14:xfrm>
            </p:contentPart>
          </mc:Choice>
          <mc:Fallback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9620BC62-A429-7540-CB41-15FB054313B7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233222" y="3732676"/>
                  <a:ext cx="11448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3A2D8FE8-D366-CE83-9625-8EBBBF14B81F}"/>
                    </a:ext>
                  </a:extLst>
                </p14:cNvPr>
                <p14:cNvContentPartPr/>
                <p14:nvPr/>
              </p14:nvContentPartPr>
              <p14:xfrm>
                <a:off x="8242942" y="3712516"/>
                <a:ext cx="144000" cy="183240"/>
              </p14:xfrm>
            </p:contentPart>
          </mc:Choice>
          <mc:Fallback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3A2D8FE8-D366-CE83-9625-8EBBBF14B81F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233942" y="3703876"/>
                  <a:ext cx="16164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C382B00F-156A-626E-E4D6-AB3EE8DBEB37}"/>
                    </a:ext>
                  </a:extLst>
                </p14:cNvPr>
                <p14:cNvContentPartPr/>
                <p14:nvPr/>
              </p14:nvContentPartPr>
              <p14:xfrm>
                <a:off x="8426902" y="3902596"/>
                <a:ext cx="27360" cy="135000"/>
              </p14:xfrm>
            </p:contentPart>
          </mc:Choice>
          <mc:Fallback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C382B00F-156A-626E-E4D6-AB3EE8DBEB37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417902" y="3893596"/>
                  <a:ext cx="4500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833999AA-1C6F-848D-552F-0CAE50E95318}"/>
                    </a:ext>
                  </a:extLst>
                </p14:cNvPr>
                <p14:cNvContentPartPr/>
                <p14:nvPr/>
              </p14:nvContentPartPr>
              <p14:xfrm>
                <a:off x="8600782" y="3727276"/>
                <a:ext cx="103680" cy="182520"/>
              </p14:xfrm>
            </p:contentPart>
          </mc:Choice>
          <mc:Fallback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833999AA-1C6F-848D-552F-0CAE50E95318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8592142" y="3718636"/>
                  <a:ext cx="12132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44D26802-FE7A-0293-A1A5-5F33B18B61B4}"/>
                    </a:ext>
                  </a:extLst>
                </p14:cNvPr>
                <p14:cNvContentPartPr/>
                <p14:nvPr/>
              </p14:nvContentPartPr>
              <p14:xfrm>
                <a:off x="8789422" y="3700276"/>
                <a:ext cx="104760" cy="230760"/>
              </p14:xfrm>
            </p:contentPart>
          </mc:Choice>
          <mc:Fallback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44D26802-FE7A-0293-A1A5-5F33B18B61B4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8780422" y="3691276"/>
                  <a:ext cx="12240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BB342929-DA37-1980-C57A-C61F847FC1A2}"/>
                    </a:ext>
                  </a:extLst>
                </p14:cNvPr>
                <p14:cNvContentPartPr/>
                <p14:nvPr/>
              </p14:nvContentPartPr>
              <p14:xfrm>
                <a:off x="8964022" y="3751756"/>
                <a:ext cx="155880" cy="169920"/>
              </p14:xfrm>
            </p:contentPart>
          </mc:Choice>
          <mc:Fallback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BB342929-DA37-1980-C57A-C61F847FC1A2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8955382" y="3742756"/>
                  <a:ext cx="173520" cy="187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2" name="Group 311">
            <a:extLst>
              <a:ext uri="{FF2B5EF4-FFF2-40B4-BE49-F238E27FC236}">
                <a16:creationId xmlns:a16="http://schemas.microsoft.com/office/drawing/2014/main" id="{08DD6DF9-3555-8E9C-1B57-196B8958118C}"/>
              </a:ext>
            </a:extLst>
          </p:cNvPr>
          <p:cNvGrpSpPr/>
          <p:nvPr/>
        </p:nvGrpSpPr>
        <p:grpSpPr>
          <a:xfrm>
            <a:off x="2909902" y="1104316"/>
            <a:ext cx="64080" cy="70200"/>
            <a:chOff x="2909902" y="1104316"/>
            <a:chExt cx="64080" cy="70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C51C1142-E221-E6E6-FF7B-D329AB110650}"/>
                    </a:ext>
                  </a:extLst>
                </p14:cNvPr>
                <p14:cNvContentPartPr/>
                <p14:nvPr/>
              </p14:nvContentPartPr>
              <p14:xfrm>
                <a:off x="2909902" y="1104316"/>
                <a:ext cx="64080" cy="70200"/>
              </p14:xfrm>
            </p:contentPart>
          </mc:Choice>
          <mc:Fallback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C51C1142-E221-E6E6-FF7B-D329AB110650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901262" y="1095676"/>
                  <a:ext cx="8172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715C4987-FF95-668D-43A5-9B7A98B059F8}"/>
                    </a:ext>
                  </a:extLst>
                </p14:cNvPr>
                <p14:cNvContentPartPr/>
                <p14:nvPr/>
              </p14:nvContentPartPr>
              <p14:xfrm>
                <a:off x="2946262" y="1143916"/>
                <a:ext cx="23760" cy="29520"/>
              </p14:xfrm>
            </p:contentPart>
          </mc:Choice>
          <mc:Fallback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715C4987-FF95-668D-43A5-9B7A98B059F8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937262" y="1134916"/>
                  <a:ext cx="4140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FF48BA39-938D-7EC4-C5CA-421BD3D7E7CF}"/>
                    </a:ext>
                  </a:extLst>
                </p14:cNvPr>
                <p14:cNvContentPartPr/>
                <p14:nvPr/>
              </p14:nvContentPartPr>
              <p14:xfrm>
                <a:off x="2934742" y="1121236"/>
                <a:ext cx="38160" cy="41040"/>
              </p14:xfrm>
            </p:contentPart>
          </mc:Choice>
          <mc:Fallback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FF48BA39-938D-7EC4-C5CA-421BD3D7E7CF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926102" y="1112236"/>
                  <a:ext cx="55800" cy="58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5" name="Group 314">
            <a:extLst>
              <a:ext uri="{FF2B5EF4-FFF2-40B4-BE49-F238E27FC236}">
                <a16:creationId xmlns:a16="http://schemas.microsoft.com/office/drawing/2014/main" id="{45A873FE-6717-52D0-7A58-1A25C20F21AC}"/>
              </a:ext>
            </a:extLst>
          </p:cNvPr>
          <p:cNvGrpSpPr/>
          <p:nvPr/>
        </p:nvGrpSpPr>
        <p:grpSpPr>
          <a:xfrm>
            <a:off x="1573222" y="1313476"/>
            <a:ext cx="3273480" cy="374040"/>
            <a:chOff x="1573222" y="1313476"/>
            <a:chExt cx="3273480" cy="374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BC2FEDAF-A251-97D6-3F88-64D3AE9CFA1F}"/>
                    </a:ext>
                  </a:extLst>
                </p14:cNvPr>
                <p14:cNvContentPartPr/>
                <p14:nvPr/>
              </p14:nvContentPartPr>
              <p14:xfrm>
                <a:off x="2892982" y="1320676"/>
                <a:ext cx="107280" cy="172800"/>
              </p14:xfrm>
            </p:contentPart>
          </mc:Choice>
          <mc:Fallback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BC2FEDAF-A251-97D6-3F88-64D3AE9CFA1F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884342" y="1311676"/>
                  <a:ext cx="12492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B058DA75-54B5-B337-F179-71FE9891C30A}"/>
                    </a:ext>
                  </a:extLst>
                </p14:cNvPr>
                <p14:cNvContentPartPr/>
                <p14:nvPr/>
              </p14:nvContentPartPr>
              <p14:xfrm>
                <a:off x="2886862" y="1329316"/>
                <a:ext cx="118440" cy="188640"/>
              </p14:xfrm>
            </p:contentPart>
          </mc:Choice>
          <mc:Fallback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B058DA75-54B5-B337-F179-71FE9891C30A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877862" y="1320316"/>
                  <a:ext cx="13608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529B28FF-FDA4-8672-FC07-F761CCDAD2DB}"/>
                    </a:ext>
                  </a:extLst>
                </p14:cNvPr>
                <p14:cNvContentPartPr/>
                <p14:nvPr/>
              </p14:nvContentPartPr>
              <p14:xfrm>
                <a:off x="3051022" y="1517956"/>
                <a:ext cx="120600" cy="123480"/>
              </p14:xfrm>
            </p:contentPart>
          </mc:Choice>
          <mc:Fallback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529B28FF-FDA4-8672-FC07-F761CCDAD2DB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042382" y="1509316"/>
                  <a:ext cx="13824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D9309507-0511-B22A-720B-DFB9F4E7C82D}"/>
                    </a:ext>
                  </a:extLst>
                </p14:cNvPr>
                <p14:cNvContentPartPr/>
                <p14:nvPr/>
              </p14:nvContentPartPr>
              <p14:xfrm>
                <a:off x="3174502" y="1409596"/>
                <a:ext cx="69840" cy="10440"/>
              </p14:xfrm>
            </p:contentPart>
          </mc:Choice>
          <mc:Fallback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D9309507-0511-B22A-720B-DFB9F4E7C82D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3165862" y="1400596"/>
                  <a:ext cx="8748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AA5663FD-80AB-1554-2B9A-5B7751C87ACE}"/>
                    </a:ext>
                  </a:extLst>
                </p14:cNvPr>
                <p14:cNvContentPartPr/>
                <p14:nvPr/>
              </p14:nvContentPartPr>
              <p14:xfrm>
                <a:off x="3172702" y="1472596"/>
                <a:ext cx="74520" cy="12600"/>
              </p14:xfrm>
            </p:contentPart>
          </mc:Choice>
          <mc:Fallback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AA5663FD-80AB-1554-2B9A-5B7751C87ACE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3164062" y="1463596"/>
                  <a:ext cx="9216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E5C7941C-84AA-93E1-8B1B-4BDD2B2F5EBD}"/>
                    </a:ext>
                  </a:extLst>
                </p14:cNvPr>
                <p14:cNvContentPartPr/>
                <p14:nvPr/>
              </p14:nvContentPartPr>
              <p14:xfrm>
                <a:off x="3340462" y="1313476"/>
                <a:ext cx="30600" cy="168840"/>
              </p14:xfrm>
            </p:contentPart>
          </mc:Choice>
          <mc:Fallback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E5C7941C-84AA-93E1-8B1B-4BDD2B2F5EBD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3331822" y="1304836"/>
                  <a:ext cx="4824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B745021E-C4B0-D407-07D8-DDB59FBA536F}"/>
                    </a:ext>
                  </a:extLst>
                </p14:cNvPr>
                <p14:cNvContentPartPr/>
                <p14:nvPr/>
              </p14:nvContentPartPr>
              <p14:xfrm>
                <a:off x="4286542" y="1320676"/>
                <a:ext cx="137880" cy="190440"/>
              </p14:xfrm>
            </p:contentPart>
          </mc:Choice>
          <mc:Fallback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B745021E-C4B0-D407-07D8-DDB59FBA536F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4277902" y="1312036"/>
                  <a:ext cx="15552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84B572FE-F572-5A22-479C-92B1AEBA9D03}"/>
                    </a:ext>
                  </a:extLst>
                </p14:cNvPr>
                <p14:cNvContentPartPr/>
                <p14:nvPr/>
              </p14:nvContentPartPr>
              <p14:xfrm>
                <a:off x="4287622" y="1396636"/>
                <a:ext cx="147240" cy="50760"/>
              </p14:xfrm>
            </p:contentPart>
          </mc:Choice>
          <mc:Fallback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84B572FE-F572-5A22-479C-92B1AEBA9D03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4278622" y="1387636"/>
                  <a:ext cx="16488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BC8FD8D6-09C0-FB23-B3D7-40EF80355616}"/>
                    </a:ext>
                  </a:extLst>
                </p14:cNvPr>
                <p14:cNvContentPartPr/>
                <p14:nvPr/>
              </p14:nvContentPartPr>
              <p14:xfrm>
                <a:off x="4452862" y="1489876"/>
                <a:ext cx="48960" cy="128880"/>
              </p14:xfrm>
            </p:contentPart>
          </mc:Choice>
          <mc:Fallback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BC8FD8D6-09C0-FB23-B3D7-40EF80355616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444222" y="1481236"/>
                  <a:ext cx="6660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91CF2B66-3639-5AED-AB66-AFB9BC67BD7C}"/>
                    </a:ext>
                  </a:extLst>
                </p14:cNvPr>
                <p14:cNvContentPartPr/>
                <p14:nvPr/>
              </p14:nvContentPartPr>
              <p14:xfrm>
                <a:off x="4569502" y="1380796"/>
                <a:ext cx="102960" cy="84600"/>
              </p14:xfrm>
            </p:contentPart>
          </mc:Choice>
          <mc:Fallback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91CF2B66-3639-5AED-AB66-AFB9BC67BD7C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4560862" y="1371796"/>
                  <a:ext cx="12060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33F0B42E-2151-BBA0-1F1B-CD309AA8EDF1}"/>
                    </a:ext>
                  </a:extLst>
                </p14:cNvPr>
                <p14:cNvContentPartPr/>
                <p14:nvPr/>
              </p14:nvContentPartPr>
              <p14:xfrm>
                <a:off x="4755622" y="1323916"/>
                <a:ext cx="91080" cy="208080"/>
              </p14:xfrm>
            </p:contentPart>
          </mc:Choice>
          <mc:Fallback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33F0B42E-2151-BBA0-1F1B-CD309AA8EDF1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4746622" y="1315276"/>
                  <a:ext cx="10872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313" name="Ink 312">
                  <a:extLst>
                    <a:ext uri="{FF2B5EF4-FFF2-40B4-BE49-F238E27FC236}">
                      <a16:creationId xmlns:a16="http://schemas.microsoft.com/office/drawing/2014/main" id="{C50C7ACA-3194-D112-306D-A4BA14D08A34}"/>
                    </a:ext>
                  </a:extLst>
                </p14:cNvPr>
                <p14:cNvContentPartPr/>
                <p14:nvPr/>
              </p14:nvContentPartPr>
              <p14:xfrm>
                <a:off x="1589062" y="1498156"/>
                <a:ext cx="5760" cy="189360"/>
              </p14:xfrm>
            </p:contentPart>
          </mc:Choice>
          <mc:Fallback>
            <p:pic>
              <p:nvPicPr>
                <p:cNvPr id="313" name="Ink 312">
                  <a:extLst>
                    <a:ext uri="{FF2B5EF4-FFF2-40B4-BE49-F238E27FC236}">
                      <a16:creationId xmlns:a16="http://schemas.microsoft.com/office/drawing/2014/main" id="{C50C7ACA-3194-D112-306D-A4BA14D08A34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580062" y="1489516"/>
                  <a:ext cx="2340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E6661497-C091-448F-3241-C1D62B6FF796}"/>
                    </a:ext>
                  </a:extLst>
                </p14:cNvPr>
                <p14:cNvContentPartPr/>
                <p14:nvPr/>
              </p14:nvContentPartPr>
              <p14:xfrm>
                <a:off x="1573222" y="1592116"/>
                <a:ext cx="2892600" cy="94320"/>
              </p14:xfrm>
            </p:contentPart>
          </mc:Choice>
          <mc:Fallback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E6661497-C091-448F-3241-C1D62B6FF796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564582" y="1583476"/>
                  <a:ext cx="2910240" cy="111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6">
            <p14:nvContentPartPr>
              <p14:cNvPr id="320" name="Ink 319">
                <a:extLst>
                  <a:ext uri="{FF2B5EF4-FFF2-40B4-BE49-F238E27FC236}">
                    <a16:creationId xmlns:a16="http://schemas.microsoft.com/office/drawing/2014/main" id="{97678E0F-D857-406C-4D7B-762182AADA4D}"/>
                  </a:ext>
                </a:extLst>
              </p14:cNvPr>
              <p14:cNvContentPartPr/>
              <p14:nvPr/>
            </p14:nvContentPartPr>
            <p14:xfrm>
              <a:off x="1400062" y="5355556"/>
              <a:ext cx="72720" cy="32400"/>
            </p14:xfrm>
          </p:contentPart>
        </mc:Choice>
        <mc:Fallback>
          <p:pic>
            <p:nvPicPr>
              <p:cNvPr id="320" name="Ink 319">
                <a:extLst>
                  <a:ext uri="{FF2B5EF4-FFF2-40B4-BE49-F238E27FC236}">
                    <a16:creationId xmlns:a16="http://schemas.microsoft.com/office/drawing/2014/main" id="{97678E0F-D857-406C-4D7B-762182AADA4D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1393942" y="5349436"/>
                <a:ext cx="84960" cy="44640"/>
              </a:xfrm>
              <a:prstGeom prst="rect">
                <a:avLst/>
              </a:prstGeom>
            </p:spPr>
          </p:pic>
        </mc:Fallback>
      </mc:AlternateContent>
      <p:grpSp>
        <p:nvGrpSpPr>
          <p:cNvPr id="382" name="Group 381">
            <a:extLst>
              <a:ext uri="{FF2B5EF4-FFF2-40B4-BE49-F238E27FC236}">
                <a16:creationId xmlns:a16="http://schemas.microsoft.com/office/drawing/2014/main" id="{72643AD1-76AA-89BA-95E9-548E0CD1A2BC}"/>
              </a:ext>
            </a:extLst>
          </p:cNvPr>
          <p:cNvGrpSpPr/>
          <p:nvPr/>
        </p:nvGrpSpPr>
        <p:grpSpPr>
          <a:xfrm>
            <a:off x="114862" y="106182"/>
            <a:ext cx="10810800" cy="5603974"/>
            <a:chOff x="114862" y="106182"/>
            <a:chExt cx="10810800" cy="5603974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6650BF18-0461-5CF3-BECF-7D94D0BF3050}"/>
                    </a:ext>
                  </a:extLst>
                </p14:cNvPr>
                <p14:cNvContentPartPr/>
                <p14:nvPr/>
              </p14:nvContentPartPr>
              <p14:xfrm>
                <a:off x="596135" y="218502"/>
                <a:ext cx="114120" cy="38700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6650BF18-0461-5CF3-BECF-7D94D0BF3050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578135" y="200502"/>
                  <a:ext cx="149760" cy="42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2622D6B5-D89F-3EE8-A5EC-8A513396BEB6}"/>
                    </a:ext>
                  </a:extLst>
                </p14:cNvPr>
                <p14:cNvContentPartPr/>
                <p14:nvPr/>
              </p14:nvContentPartPr>
              <p14:xfrm>
                <a:off x="590735" y="435222"/>
                <a:ext cx="131760" cy="7128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2622D6B5-D89F-3EE8-A5EC-8A513396BEB6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572735" y="417582"/>
                  <a:ext cx="16740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55D52048-CC67-AD73-69E1-6464E940D3DF}"/>
                    </a:ext>
                  </a:extLst>
                </p14:cNvPr>
                <p14:cNvContentPartPr/>
                <p14:nvPr/>
              </p14:nvContentPartPr>
              <p14:xfrm>
                <a:off x="797735" y="241902"/>
                <a:ext cx="36360" cy="22140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55D52048-CC67-AD73-69E1-6464E940D3DF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780095" y="223902"/>
                  <a:ext cx="7200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B037A44E-BE5D-0F4F-F96C-D226DDA6D6FA}"/>
                    </a:ext>
                  </a:extLst>
                </p14:cNvPr>
                <p14:cNvContentPartPr/>
                <p14:nvPr/>
              </p14:nvContentPartPr>
              <p14:xfrm>
                <a:off x="926255" y="262782"/>
                <a:ext cx="183240" cy="18504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B037A44E-BE5D-0F4F-F96C-D226DDA6D6FA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908255" y="245142"/>
                  <a:ext cx="21888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E1FE63DC-67DB-7708-32EA-8C95DB7315F9}"/>
                    </a:ext>
                  </a:extLst>
                </p14:cNvPr>
                <p14:cNvContentPartPr/>
                <p14:nvPr/>
              </p14:nvContentPartPr>
              <p14:xfrm>
                <a:off x="966215" y="325062"/>
                <a:ext cx="144000" cy="554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E1FE63DC-67DB-7708-32EA-8C95DB7315F9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948215" y="307422"/>
                  <a:ext cx="17964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2C0CA79C-DC07-509B-F2E9-E70D8CE68AB9}"/>
                    </a:ext>
                  </a:extLst>
                </p14:cNvPr>
                <p14:cNvContentPartPr/>
                <p14:nvPr/>
              </p14:nvContentPartPr>
              <p14:xfrm>
                <a:off x="1182575" y="199782"/>
                <a:ext cx="104040" cy="32220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2C0CA79C-DC07-509B-F2E9-E70D8CE68AB9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164935" y="182142"/>
                  <a:ext cx="139680" cy="35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EE9BBCC4-863B-727F-99C1-389B63B02ECD}"/>
                    </a:ext>
                  </a:extLst>
                </p14:cNvPr>
                <p14:cNvContentPartPr/>
                <p14:nvPr/>
              </p14:nvContentPartPr>
              <p14:xfrm>
                <a:off x="1463015" y="373302"/>
                <a:ext cx="89640" cy="849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EE9BBCC4-863B-727F-99C1-389B63B02ECD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445015" y="355302"/>
                  <a:ext cx="12528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9ECC5E64-AC0E-F868-5259-F4B2052A1A28}"/>
                    </a:ext>
                  </a:extLst>
                </p14:cNvPr>
                <p14:cNvContentPartPr/>
                <p14:nvPr/>
              </p14:nvContentPartPr>
              <p14:xfrm>
                <a:off x="1919495" y="290502"/>
                <a:ext cx="193320" cy="24624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9ECC5E64-AC0E-F868-5259-F4B2052A1A28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901495" y="272862"/>
                  <a:ext cx="22896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6B689B42-71AB-9A67-20A5-B0EFE9B34777}"/>
                    </a:ext>
                  </a:extLst>
                </p14:cNvPr>
                <p14:cNvContentPartPr/>
                <p14:nvPr/>
              </p14:nvContentPartPr>
              <p14:xfrm>
                <a:off x="2159975" y="106182"/>
                <a:ext cx="172800" cy="15588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6B689B42-71AB-9A67-20A5-B0EFE9B34777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2141975" y="88182"/>
                  <a:ext cx="20844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B6B2E707-B045-DEE3-BE69-B52767DAC539}"/>
                    </a:ext>
                  </a:extLst>
                </p14:cNvPr>
                <p14:cNvContentPartPr/>
                <p14:nvPr/>
              </p14:nvContentPartPr>
              <p14:xfrm>
                <a:off x="2215775" y="185022"/>
                <a:ext cx="125280" cy="151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B6B2E707-B045-DEE3-BE69-B52767DAC539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2198135" y="167022"/>
                  <a:ext cx="16092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14BFC51B-3B1F-3472-9AEA-959E6AFAAAFF}"/>
                    </a:ext>
                  </a:extLst>
                </p14:cNvPr>
                <p14:cNvContentPartPr/>
                <p14:nvPr/>
              </p14:nvContentPartPr>
              <p14:xfrm>
                <a:off x="2444375" y="183222"/>
                <a:ext cx="91440" cy="147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14BFC51B-3B1F-3472-9AEA-959E6AFAAAFF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2426375" y="165222"/>
                  <a:ext cx="12708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7F9096ED-B75A-A275-1869-98406CF56E8B}"/>
                    </a:ext>
                  </a:extLst>
                </p14:cNvPr>
                <p14:cNvContentPartPr/>
                <p14:nvPr/>
              </p14:nvContentPartPr>
              <p14:xfrm>
                <a:off x="2597015" y="111942"/>
                <a:ext cx="151560" cy="15660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7F9096ED-B75A-A275-1869-98406CF56E8B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2579015" y="94302"/>
                  <a:ext cx="18720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200EE1B6-4A47-7D95-0E99-AA65B1F1142B}"/>
                    </a:ext>
                  </a:extLst>
                </p14:cNvPr>
                <p14:cNvContentPartPr/>
                <p14:nvPr/>
              </p14:nvContentPartPr>
              <p14:xfrm>
                <a:off x="2832455" y="444582"/>
                <a:ext cx="145440" cy="1224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200EE1B6-4A47-7D95-0E99-AA65B1F1142B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2814815" y="426582"/>
                  <a:ext cx="18108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F81802A2-CC58-421B-2719-F4BAD315F419}"/>
                    </a:ext>
                  </a:extLst>
                </p14:cNvPr>
                <p14:cNvContentPartPr/>
                <p14:nvPr/>
              </p14:nvContentPartPr>
              <p14:xfrm>
                <a:off x="3167975" y="310302"/>
                <a:ext cx="226800" cy="2412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F81802A2-CC58-421B-2719-F4BAD315F419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3149975" y="292662"/>
                  <a:ext cx="26244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74393358-D3B8-EE1C-360F-2A55653499A3}"/>
                    </a:ext>
                  </a:extLst>
                </p14:cNvPr>
                <p14:cNvContentPartPr/>
                <p14:nvPr/>
              </p14:nvContentPartPr>
              <p14:xfrm>
                <a:off x="3201815" y="408222"/>
                <a:ext cx="198000" cy="410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74393358-D3B8-EE1C-360F-2A55653499A3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3184175" y="390582"/>
                  <a:ext cx="23364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A64A97F9-8475-0E92-F313-AA3ED376EE02}"/>
                    </a:ext>
                  </a:extLst>
                </p14:cNvPr>
                <p14:cNvContentPartPr/>
                <p14:nvPr/>
              </p14:nvContentPartPr>
              <p14:xfrm>
                <a:off x="4993535" y="133902"/>
                <a:ext cx="127800" cy="3596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A64A97F9-8475-0E92-F313-AA3ED376EE02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4975895" y="115902"/>
                  <a:ext cx="163440" cy="39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875483ED-433E-78B8-629A-393EAFF633D2}"/>
                    </a:ext>
                  </a:extLst>
                </p14:cNvPr>
                <p14:cNvContentPartPr/>
                <p14:nvPr/>
              </p14:nvContentPartPr>
              <p14:xfrm>
                <a:off x="5157695" y="303462"/>
                <a:ext cx="109800" cy="16164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875483ED-433E-78B8-629A-393EAFF633D2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5139695" y="285822"/>
                  <a:ext cx="14544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33ED297B-5F71-2500-C18F-2B0265D8F8E9}"/>
                    </a:ext>
                  </a:extLst>
                </p14:cNvPr>
                <p14:cNvContentPartPr/>
                <p14:nvPr/>
              </p14:nvContentPartPr>
              <p14:xfrm>
                <a:off x="5305655" y="428742"/>
                <a:ext cx="34920" cy="12492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33ED297B-5F71-2500-C18F-2B0265D8F8E9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5287655" y="410742"/>
                  <a:ext cx="7056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4483B714-4797-F4EC-1AB2-6C9B9BE608C5}"/>
                    </a:ext>
                  </a:extLst>
                </p14:cNvPr>
                <p14:cNvContentPartPr/>
                <p14:nvPr/>
              </p14:nvContentPartPr>
              <p14:xfrm>
                <a:off x="5416535" y="239742"/>
                <a:ext cx="99000" cy="21708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4483B714-4797-F4EC-1AB2-6C9B9BE608C5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5398535" y="221742"/>
                  <a:ext cx="13464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55FB05F3-BD7C-8E38-CC9F-BA1DCF46734F}"/>
                    </a:ext>
                  </a:extLst>
                </p14:cNvPr>
                <p14:cNvContentPartPr/>
                <p14:nvPr/>
              </p14:nvContentPartPr>
              <p14:xfrm>
                <a:off x="5546495" y="168102"/>
                <a:ext cx="118440" cy="32904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55FB05F3-BD7C-8E38-CC9F-BA1DCF46734F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5528495" y="150462"/>
                  <a:ext cx="154080" cy="36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1D0A6585-09A1-15AF-165B-6DE68077718D}"/>
                    </a:ext>
                  </a:extLst>
                </p14:cNvPr>
                <p14:cNvContentPartPr/>
                <p14:nvPr/>
              </p14:nvContentPartPr>
              <p14:xfrm>
                <a:off x="5774735" y="359982"/>
                <a:ext cx="56880" cy="8604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1D0A6585-09A1-15AF-165B-6DE68077718D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5756735" y="341982"/>
                  <a:ext cx="9252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9D63498D-BB7C-64B1-5A4E-10CAFFE30DF4}"/>
                    </a:ext>
                  </a:extLst>
                </p14:cNvPr>
                <p14:cNvContentPartPr/>
                <p14:nvPr/>
              </p14:nvContentPartPr>
              <p14:xfrm>
                <a:off x="6078575" y="161982"/>
                <a:ext cx="120960" cy="3920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9D63498D-BB7C-64B1-5A4E-10CAFFE30DF4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6060935" y="144342"/>
                  <a:ext cx="156600" cy="42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FEC4D209-605E-6C5A-8254-65F7E92F652E}"/>
                    </a:ext>
                  </a:extLst>
                </p14:cNvPr>
                <p14:cNvContentPartPr/>
                <p14:nvPr/>
              </p14:nvContentPartPr>
              <p14:xfrm>
                <a:off x="6267215" y="370782"/>
                <a:ext cx="83160" cy="93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FEC4D209-605E-6C5A-8254-65F7E92F652E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6249215" y="352782"/>
                  <a:ext cx="11880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2450786D-68ED-CAD6-F578-71959BCCE97F}"/>
                    </a:ext>
                  </a:extLst>
                </p14:cNvPr>
                <p14:cNvContentPartPr/>
                <p14:nvPr/>
              </p14:nvContentPartPr>
              <p14:xfrm>
                <a:off x="6423095" y="263862"/>
                <a:ext cx="116640" cy="17352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2450786D-68ED-CAD6-F578-71959BCCE97F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6405455" y="245862"/>
                  <a:ext cx="15228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A49F52CB-FC88-2713-57BC-531BA66F0333}"/>
                    </a:ext>
                  </a:extLst>
                </p14:cNvPr>
                <p14:cNvContentPartPr/>
                <p14:nvPr/>
              </p14:nvContentPartPr>
              <p14:xfrm>
                <a:off x="6535415" y="416502"/>
                <a:ext cx="30600" cy="1285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A49F52CB-FC88-2713-57BC-531BA66F0333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6517415" y="398502"/>
                  <a:ext cx="6624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BB875A3F-F362-6666-0DB0-03E3BA64FC0E}"/>
                    </a:ext>
                  </a:extLst>
                </p14:cNvPr>
                <p14:cNvContentPartPr/>
                <p14:nvPr/>
              </p14:nvContentPartPr>
              <p14:xfrm>
                <a:off x="6682655" y="233262"/>
                <a:ext cx="109080" cy="1893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BB875A3F-F362-6666-0DB0-03E3BA64FC0E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6664655" y="215262"/>
                  <a:ext cx="14472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F19011A6-BAFF-67B7-A760-7C6B6B1FCE48}"/>
                    </a:ext>
                  </a:extLst>
                </p14:cNvPr>
                <p14:cNvContentPartPr/>
                <p14:nvPr/>
              </p14:nvContentPartPr>
              <p14:xfrm>
                <a:off x="6810815" y="145422"/>
                <a:ext cx="150840" cy="38592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F19011A6-BAFF-67B7-A760-7C6B6B1FCE48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6793175" y="127782"/>
                  <a:ext cx="186480" cy="42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C207D342-55EB-B869-6983-8E9878A2CC04}"/>
                    </a:ext>
                  </a:extLst>
                </p14:cNvPr>
                <p14:cNvContentPartPr/>
                <p14:nvPr/>
              </p14:nvContentPartPr>
              <p14:xfrm>
                <a:off x="1373375" y="2943342"/>
                <a:ext cx="235080" cy="22428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C207D342-55EB-B869-6983-8E9878A2CC04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355375" y="2925342"/>
                  <a:ext cx="27072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D029A6F3-DB3E-6E84-E686-78E338DAA7D0}"/>
                    </a:ext>
                  </a:extLst>
                </p14:cNvPr>
                <p14:cNvContentPartPr/>
                <p14:nvPr/>
              </p14:nvContentPartPr>
              <p14:xfrm>
                <a:off x="1430255" y="3034062"/>
                <a:ext cx="144720" cy="5364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D029A6F3-DB3E-6E84-E686-78E338DAA7D0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412255" y="3016062"/>
                  <a:ext cx="18036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1EFBE8B6-B8D5-D9E3-BB0B-772BC41A5F25}"/>
                    </a:ext>
                  </a:extLst>
                </p14:cNvPr>
                <p14:cNvContentPartPr/>
                <p14:nvPr/>
              </p14:nvContentPartPr>
              <p14:xfrm>
                <a:off x="1665335" y="3188502"/>
                <a:ext cx="37440" cy="18936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1EFBE8B6-B8D5-D9E3-BB0B-772BC41A5F25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647695" y="3170502"/>
                  <a:ext cx="7308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D85C0911-0EE4-9666-087E-09016A261565}"/>
                    </a:ext>
                  </a:extLst>
                </p14:cNvPr>
                <p14:cNvContentPartPr/>
                <p14:nvPr/>
              </p14:nvContentPartPr>
              <p14:xfrm>
                <a:off x="6621815" y="1727622"/>
                <a:ext cx="24120" cy="20160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D85C0911-0EE4-9666-087E-09016A261565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6603815" y="1709982"/>
                  <a:ext cx="5976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63E31C86-3E31-6D13-7728-34977DE35BA9}"/>
                    </a:ext>
                  </a:extLst>
                </p14:cNvPr>
                <p14:cNvContentPartPr/>
                <p14:nvPr/>
              </p14:nvContentPartPr>
              <p14:xfrm>
                <a:off x="6569975" y="1784862"/>
                <a:ext cx="164520" cy="4212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63E31C86-3E31-6D13-7728-34977DE35BA9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6551975" y="1767222"/>
                  <a:ext cx="20016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F9EB0640-3116-1FF5-FA1D-049515842F74}"/>
                    </a:ext>
                  </a:extLst>
                </p14:cNvPr>
                <p14:cNvContentPartPr/>
                <p14:nvPr/>
              </p14:nvContentPartPr>
              <p14:xfrm>
                <a:off x="7051295" y="1626822"/>
                <a:ext cx="92880" cy="33516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F9EB0640-3116-1FF5-FA1D-049515842F74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7033295" y="1609182"/>
                  <a:ext cx="128520" cy="37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587C3C87-F2B3-4216-8ACC-A5A4C5A35E04}"/>
                    </a:ext>
                  </a:extLst>
                </p14:cNvPr>
                <p14:cNvContentPartPr/>
                <p14:nvPr/>
              </p14:nvContentPartPr>
              <p14:xfrm>
                <a:off x="7243175" y="1659942"/>
                <a:ext cx="153000" cy="27144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587C3C87-F2B3-4216-8ACC-A5A4C5A35E04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7225535" y="1641942"/>
                  <a:ext cx="188640" cy="30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7D2678D5-1DC8-0AC0-F48E-D076AE3817A5}"/>
                    </a:ext>
                  </a:extLst>
                </p14:cNvPr>
                <p14:cNvContentPartPr/>
                <p14:nvPr/>
              </p14:nvContentPartPr>
              <p14:xfrm>
                <a:off x="7503455" y="1812222"/>
                <a:ext cx="128520" cy="3276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7D2678D5-1DC8-0AC0-F48E-D076AE3817A5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7485815" y="1794222"/>
                  <a:ext cx="16416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31A2DB91-28F0-EF8C-E09E-09CFCE76A3AE}"/>
                    </a:ext>
                  </a:extLst>
                </p14:cNvPr>
                <p14:cNvContentPartPr/>
                <p14:nvPr/>
              </p14:nvContentPartPr>
              <p14:xfrm>
                <a:off x="7744655" y="1769382"/>
                <a:ext cx="286920" cy="15516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31A2DB91-28F0-EF8C-E09E-09CFCE76A3AE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7727015" y="1751742"/>
                  <a:ext cx="32256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439AB45A-5E83-89C1-3370-4B2B5379716B}"/>
                    </a:ext>
                  </a:extLst>
                </p14:cNvPr>
                <p14:cNvContentPartPr/>
                <p14:nvPr/>
              </p14:nvContentPartPr>
              <p14:xfrm>
                <a:off x="8014295" y="1581102"/>
                <a:ext cx="152640" cy="49032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439AB45A-5E83-89C1-3370-4B2B5379716B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7996655" y="1563462"/>
                  <a:ext cx="188280" cy="52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49E75423-DFC0-9F3B-06D7-7ECBEF0F315D}"/>
                    </a:ext>
                  </a:extLst>
                </p14:cNvPr>
                <p14:cNvContentPartPr/>
                <p14:nvPr/>
              </p14:nvContentPartPr>
              <p14:xfrm>
                <a:off x="8576615" y="1605582"/>
                <a:ext cx="360" cy="36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49E75423-DFC0-9F3B-06D7-7ECBEF0F315D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8558615" y="1587942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0A6D1F2C-055A-2037-FECF-DEAF8EF9D018}"/>
                    </a:ext>
                  </a:extLst>
                </p14:cNvPr>
                <p14:cNvContentPartPr/>
                <p14:nvPr/>
              </p14:nvContentPartPr>
              <p14:xfrm>
                <a:off x="8565095" y="1619982"/>
                <a:ext cx="1440" cy="900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0A6D1F2C-055A-2037-FECF-DEAF8EF9D018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8547095" y="1601982"/>
                  <a:ext cx="3708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14EA6B58-458A-3F25-F9D2-79EA85E29CC9}"/>
                    </a:ext>
                  </a:extLst>
                </p14:cNvPr>
                <p14:cNvContentPartPr/>
                <p14:nvPr/>
              </p14:nvContentPartPr>
              <p14:xfrm>
                <a:off x="8626655" y="1501182"/>
                <a:ext cx="16920" cy="21888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14EA6B58-458A-3F25-F9D2-79EA85E29CC9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8609015" y="1483182"/>
                  <a:ext cx="5256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020871C1-6BE0-1F6E-8119-32907CD8739F}"/>
                    </a:ext>
                  </a:extLst>
                </p14:cNvPr>
                <p14:cNvContentPartPr/>
                <p14:nvPr/>
              </p14:nvContentPartPr>
              <p14:xfrm>
                <a:off x="8565095" y="1494702"/>
                <a:ext cx="218160" cy="5760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020871C1-6BE0-1F6E-8119-32907CD8739F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8547455" y="1476702"/>
                  <a:ext cx="25380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912F75CB-3A02-354B-1066-368CA8FFB235}"/>
                    </a:ext>
                  </a:extLst>
                </p14:cNvPr>
                <p14:cNvContentPartPr/>
                <p14:nvPr/>
              </p14:nvContentPartPr>
              <p14:xfrm>
                <a:off x="8579495" y="1627182"/>
                <a:ext cx="217080" cy="1260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912F75CB-3A02-354B-1066-368CA8FFB235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8561855" y="1609182"/>
                  <a:ext cx="25272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0DA437CF-577E-8F63-A54E-352E6C5E02E6}"/>
                    </a:ext>
                  </a:extLst>
                </p14:cNvPr>
                <p14:cNvContentPartPr/>
                <p14:nvPr/>
              </p14:nvContentPartPr>
              <p14:xfrm>
                <a:off x="8741135" y="1736982"/>
                <a:ext cx="94680" cy="12708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0DA437CF-577E-8F63-A54E-352E6C5E02E6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8723495" y="1719342"/>
                  <a:ext cx="13032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26A6C599-317C-87D8-A939-1C62E5EE0A24}"/>
                    </a:ext>
                  </a:extLst>
                </p14:cNvPr>
                <p14:cNvContentPartPr/>
                <p14:nvPr/>
              </p14:nvContentPartPr>
              <p14:xfrm>
                <a:off x="8747255" y="1676142"/>
                <a:ext cx="133200" cy="5112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26A6C599-317C-87D8-A939-1C62E5EE0A24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8729615" y="1658502"/>
                  <a:ext cx="16884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68F09215-7177-2576-A9FC-59A3BB731DF5}"/>
                    </a:ext>
                  </a:extLst>
                </p14:cNvPr>
                <p14:cNvContentPartPr/>
                <p14:nvPr/>
              </p14:nvContentPartPr>
              <p14:xfrm>
                <a:off x="8484815" y="1874862"/>
                <a:ext cx="484560" cy="6084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68F09215-7177-2576-A9FC-59A3BB731DF5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8466815" y="1856862"/>
                  <a:ext cx="52020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8398378E-78AB-53E2-A0F6-17856139954B}"/>
                    </a:ext>
                  </a:extLst>
                </p14:cNvPr>
                <p14:cNvContentPartPr/>
                <p14:nvPr/>
              </p14:nvContentPartPr>
              <p14:xfrm>
                <a:off x="8625935" y="2034702"/>
                <a:ext cx="28080" cy="20304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8398378E-78AB-53E2-A0F6-17856139954B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8607935" y="2016702"/>
                  <a:ext cx="6372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966F4CC5-270A-0775-93D4-E77146B62D05}"/>
                    </a:ext>
                  </a:extLst>
                </p14:cNvPr>
                <p14:cNvContentPartPr/>
                <p14:nvPr/>
              </p14:nvContentPartPr>
              <p14:xfrm>
                <a:off x="8582735" y="1968462"/>
                <a:ext cx="225000" cy="6948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966F4CC5-270A-0775-93D4-E77146B62D05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8564735" y="1950462"/>
                  <a:ext cx="26064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A20E084C-DF89-2DCC-01E6-CBE0CF93BB94}"/>
                    </a:ext>
                  </a:extLst>
                </p14:cNvPr>
                <p14:cNvContentPartPr/>
                <p14:nvPr/>
              </p14:nvContentPartPr>
              <p14:xfrm>
                <a:off x="8575175" y="2118582"/>
                <a:ext cx="200160" cy="4068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A20E084C-DF89-2DCC-01E6-CBE0CF93BB94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8557535" y="2100582"/>
                  <a:ext cx="23580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F2DC864C-5689-BEB6-03F9-B98F2709D2D7}"/>
                    </a:ext>
                  </a:extLst>
                </p14:cNvPr>
                <p14:cNvContentPartPr/>
                <p14:nvPr/>
              </p14:nvContentPartPr>
              <p14:xfrm>
                <a:off x="8720255" y="2184822"/>
                <a:ext cx="140760" cy="17892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F2DC864C-5689-BEB6-03F9-B98F2709D2D7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8702615" y="2166822"/>
                  <a:ext cx="17640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9B7E57F7-916B-04B4-306E-B9EE09C7C587}"/>
                    </a:ext>
                  </a:extLst>
                </p14:cNvPr>
                <p14:cNvContentPartPr/>
                <p14:nvPr/>
              </p14:nvContentPartPr>
              <p14:xfrm>
                <a:off x="1997255" y="3017502"/>
                <a:ext cx="360" cy="36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9B7E57F7-916B-04B4-306E-B9EE09C7C587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979615" y="2999502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5800A8C0-BC39-40D7-6B4C-D0FDE23B226C}"/>
                    </a:ext>
                  </a:extLst>
                </p14:cNvPr>
                <p14:cNvContentPartPr/>
                <p14:nvPr/>
              </p14:nvContentPartPr>
              <p14:xfrm>
                <a:off x="2000495" y="3161862"/>
                <a:ext cx="3960" cy="576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5800A8C0-BC39-40D7-6B4C-D0FDE23B226C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1982495" y="3144222"/>
                  <a:ext cx="3960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68698404-D230-D311-4BEA-0E5A451DF1CB}"/>
                    </a:ext>
                  </a:extLst>
                </p14:cNvPr>
                <p14:cNvContentPartPr/>
                <p14:nvPr/>
              </p14:nvContentPartPr>
              <p14:xfrm>
                <a:off x="1932815" y="3013902"/>
                <a:ext cx="127800" cy="2124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68698404-D230-D311-4BEA-0E5A451DF1CB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1915175" y="2995902"/>
                  <a:ext cx="16344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515E3821-173C-C549-734F-D54FB6E07576}"/>
                    </a:ext>
                  </a:extLst>
                </p14:cNvPr>
                <p14:cNvContentPartPr/>
                <p14:nvPr/>
              </p14:nvContentPartPr>
              <p14:xfrm>
                <a:off x="1943255" y="3119022"/>
                <a:ext cx="129960" cy="1476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515E3821-173C-C549-734F-D54FB6E07576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1925615" y="3101022"/>
                  <a:ext cx="16560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6C967CBF-484A-56F4-C536-E78995C163E1}"/>
                    </a:ext>
                  </a:extLst>
                </p14:cNvPr>
                <p14:cNvContentPartPr/>
                <p14:nvPr/>
              </p14:nvContentPartPr>
              <p14:xfrm>
                <a:off x="2350415" y="3084102"/>
                <a:ext cx="124920" cy="828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6C967CBF-484A-56F4-C536-E78995C163E1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2332415" y="3066462"/>
                  <a:ext cx="16056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B6C38949-09A0-A55D-CFEC-BB4C5452885F}"/>
                    </a:ext>
                  </a:extLst>
                </p14:cNvPr>
                <p14:cNvContentPartPr/>
                <p14:nvPr/>
              </p14:nvContentPartPr>
              <p14:xfrm>
                <a:off x="2576495" y="2943342"/>
                <a:ext cx="171720" cy="22320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B6C38949-09A0-A55D-CFEC-BB4C5452885F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2558855" y="2925342"/>
                  <a:ext cx="20736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2D3F2380-1565-E17C-1BC1-1B018C6728D2}"/>
                    </a:ext>
                  </a:extLst>
                </p14:cNvPr>
                <p14:cNvContentPartPr/>
                <p14:nvPr/>
              </p14:nvContentPartPr>
              <p14:xfrm>
                <a:off x="3064655" y="2937582"/>
                <a:ext cx="15480" cy="21852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2D3F2380-1565-E17C-1BC1-1B018C6728D2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3047015" y="2919582"/>
                  <a:ext cx="51120" cy="25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0879A78D-6B85-28F4-2D9B-31C2B777C61A}"/>
                    </a:ext>
                  </a:extLst>
                </p14:cNvPr>
                <p14:cNvContentPartPr/>
                <p14:nvPr/>
              </p14:nvContentPartPr>
              <p14:xfrm>
                <a:off x="2984375" y="3039462"/>
                <a:ext cx="145440" cy="4140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0879A78D-6B85-28F4-2D9B-31C2B777C61A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2966735" y="3021822"/>
                  <a:ext cx="18108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3CEE6517-A021-0DF0-EAEF-303AB773F093}"/>
                    </a:ext>
                  </a:extLst>
                </p14:cNvPr>
                <p14:cNvContentPartPr/>
                <p14:nvPr/>
              </p14:nvContentPartPr>
              <p14:xfrm>
                <a:off x="3349055" y="2849742"/>
                <a:ext cx="92160" cy="34200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3CEE6517-A021-0DF0-EAEF-303AB773F093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3331055" y="2832102"/>
                  <a:ext cx="127800" cy="37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A58C1046-612F-CDC3-C5F4-10E7E0259BBF}"/>
                    </a:ext>
                  </a:extLst>
                </p14:cNvPr>
                <p14:cNvContentPartPr/>
                <p14:nvPr/>
              </p14:nvContentPartPr>
              <p14:xfrm>
                <a:off x="3545975" y="2863782"/>
                <a:ext cx="150480" cy="29196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A58C1046-612F-CDC3-C5F4-10E7E0259BBF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3527975" y="2845782"/>
                  <a:ext cx="186120" cy="32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84666985-382D-000F-5106-33617ABADB20}"/>
                    </a:ext>
                  </a:extLst>
                </p14:cNvPr>
                <p14:cNvContentPartPr/>
                <p14:nvPr/>
              </p14:nvContentPartPr>
              <p14:xfrm>
                <a:off x="3894815" y="3031902"/>
                <a:ext cx="134280" cy="4392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84666985-382D-000F-5106-33617ABADB20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3877175" y="3014262"/>
                  <a:ext cx="16992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FA9BBEA7-0B14-70BA-AC93-58B65F0D7FD3}"/>
                    </a:ext>
                  </a:extLst>
                </p14:cNvPr>
                <p14:cNvContentPartPr/>
                <p14:nvPr/>
              </p14:nvContentPartPr>
              <p14:xfrm>
                <a:off x="4206575" y="2894022"/>
                <a:ext cx="69120" cy="22032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FA9BBEA7-0B14-70BA-AC93-58B65F0D7FD3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4188935" y="2876022"/>
                  <a:ext cx="10476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D231DBD8-F2E4-FD3E-7B83-E9F14D060536}"/>
                    </a:ext>
                  </a:extLst>
                </p14:cNvPr>
                <p14:cNvContentPartPr/>
                <p14:nvPr/>
              </p14:nvContentPartPr>
              <p14:xfrm>
                <a:off x="4339775" y="3020742"/>
                <a:ext cx="117360" cy="2772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D231DBD8-F2E4-FD3E-7B83-E9F14D060536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4322135" y="3003102"/>
                  <a:ext cx="15300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90FED72A-2381-2437-F74B-0572CBAFDE2F}"/>
                    </a:ext>
                  </a:extLst>
                </p14:cNvPr>
                <p14:cNvContentPartPr/>
                <p14:nvPr/>
              </p14:nvContentPartPr>
              <p14:xfrm>
                <a:off x="4505015" y="2917782"/>
                <a:ext cx="122760" cy="18036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90FED72A-2381-2437-F74B-0572CBAFDE2F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4487375" y="2899782"/>
                  <a:ext cx="15840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15E602DA-4383-9C83-5E6B-2923988EFB95}"/>
                    </a:ext>
                  </a:extLst>
                </p14:cNvPr>
                <p14:cNvContentPartPr/>
                <p14:nvPr/>
              </p14:nvContentPartPr>
              <p14:xfrm>
                <a:off x="4676735" y="2891862"/>
                <a:ext cx="107280" cy="26208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15E602DA-4383-9C83-5E6B-2923988EFB95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4658735" y="2874222"/>
                  <a:ext cx="142920" cy="29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E6C2418F-F74A-A5CF-3581-B74DB52C9592}"/>
                    </a:ext>
                  </a:extLst>
                </p14:cNvPr>
                <p14:cNvContentPartPr/>
                <p14:nvPr/>
              </p14:nvContentPartPr>
              <p14:xfrm>
                <a:off x="4854935" y="2781702"/>
                <a:ext cx="99360" cy="45864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E6C2418F-F74A-A5CF-3581-B74DB52C9592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4836935" y="2763702"/>
                  <a:ext cx="135000" cy="49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AD2DDFD0-7141-003F-BD63-ED9AFA49C1E6}"/>
                    </a:ext>
                  </a:extLst>
                </p14:cNvPr>
                <p14:cNvContentPartPr/>
                <p14:nvPr/>
              </p14:nvContentPartPr>
              <p14:xfrm>
                <a:off x="5207015" y="2981142"/>
                <a:ext cx="2160" cy="756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AD2DDFD0-7141-003F-BD63-ED9AFA49C1E6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5189015" y="2963502"/>
                  <a:ext cx="3780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01AB558F-A57E-5007-9DF5-E9D4CE3B7FD2}"/>
                    </a:ext>
                  </a:extLst>
                </p14:cNvPr>
                <p14:cNvContentPartPr/>
                <p14:nvPr/>
              </p14:nvContentPartPr>
              <p14:xfrm>
                <a:off x="9701615" y="378342"/>
                <a:ext cx="17280" cy="20052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01AB558F-A57E-5007-9DF5-E9D4CE3B7FD2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9683615" y="360342"/>
                  <a:ext cx="5292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516EB2E0-6935-F9F2-BC63-DE72F125B534}"/>
                    </a:ext>
                  </a:extLst>
                </p14:cNvPr>
                <p14:cNvContentPartPr/>
                <p14:nvPr/>
              </p14:nvContentPartPr>
              <p14:xfrm>
                <a:off x="9616295" y="363222"/>
                <a:ext cx="257040" cy="6696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516EB2E0-6935-F9F2-BC63-DE72F125B534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9598655" y="345222"/>
                  <a:ext cx="29268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3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FA8CD0A7-E6F4-8CE1-D8D0-161500A0FB27}"/>
                    </a:ext>
                  </a:extLst>
                </p14:cNvPr>
                <p14:cNvContentPartPr/>
                <p14:nvPr/>
              </p14:nvContentPartPr>
              <p14:xfrm>
                <a:off x="9655535" y="502902"/>
                <a:ext cx="129600" cy="1512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FA8CD0A7-E6F4-8CE1-D8D0-161500A0FB27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9637895" y="484902"/>
                  <a:ext cx="16524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5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8A9BA5A8-7D43-A42A-2EE8-551C3DD56AFF}"/>
                    </a:ext>
                  </a:extLst>
                </p14:cNvPr>
                <p14:cNvContentPartPr/>
                <p14:nvPr/>
              </p14:nvContentPartPr>
              <p14:xfrm>
                <a:off x="9784415" y="603702"/>
                <a:ext cx="97920" cy="16776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8A9BA5A8-7D43-A42A-2EE8-551C3DD56AFF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9766415" y="586062"/>
                  <a:ext cx="13356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7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7660D95B-47D0-5158-3D0F-FEA51ED977AB}"/>
                    </a:ext>
                  </a:extLst>
                </p14:cNvPr>
                <p14:cNvContentPartPr/>
                <p14:nvPr/>
              </p14:nvContentPartPr>
              <p14:xfrm>
                <a:off x="9794495" y="598302"/>
                <a:ext cx="148680" cy="3708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7660D95B-47D0-5158-3D0F-FEA51ED977AB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9776855" y="580662"/>
                  <a:ext cx="18432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9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2501FE2C-F7B2-155F-79AF-459D98B0726C}"/>
                    </a:ext>
                  </a:extLst>
                </p14:cNvPr>
                <p14:cNvContentPartPr/>
                <p14:nvPr/>
              </p14:nvContentPartPr>
              <p14:xfrm>
                <a:off x="9602615" y="844902"/>
                <a:ext cx="322920" cy="4788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2501FE2C-F7B2-155F-79AF-459D98B0726C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9584975" y="827262"/>
                  <a:ext cx="35856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1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FD64384E-47AB-C65C-8A4F-FF071EF317B0}"/>
                    </a:ext>
                  </a:extLst>
                </p14:cNvPr>
                <p14:cNvContentPartPr/>
                <p14:nvPr/>
              </p14:nvContentPartPr>
              <p14:xfrm>
                <a:off x="9699095" y="1044702"/>
                <a:ext cx="20520" cy="18576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FD64384E-47AB-C65C-8A4F-FF071EF317B0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9681455" y="1027062"/>
                  <a:ext cx="5616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3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C9C2654B-6DBD-86D4-FA91-44CA0F73C1BA}"/>
                    </a:ext>
                  </a:extLst>
                </p14:cNvPr>
                <p14:cNvContentPartPr/>
                <p14:nvPr/>
              </p14:nvContentPartPr>
              <p14:xfrm>
                <a:off x="9660575" y="1008342"/>
                <a:ext cx="232560" cy="6012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C9C2654B-6DBD-86D4-FA91-44CA0F73C1BA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9642575" y="990342"/>
                  <a:ext cx="26820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5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5B16FD65-7D60-B7F5-D866-CACC2DF6C612}"/>
                    </a:ext>
                  </a:extLst>
                </p14:cNvPr>
                <p14:cNvContentPartPr/>
                <p14:nvPr/>
              </p14:nvContentPartPr>
              <p14:xfrm>
                <a:off x="9680735" y="1195902"/>
                <a:ext cx="139320" cy="720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5B16FD65-7D60-B7F5-D866-CACC2DF6C612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9663095" y="1178262"/>
                  <a:ext cx="17496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7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559F10DA-C34A-21DB-C991-F8ABC692EA7B}"/>
                    </a:ext>
                  </a:extLst>
                </p14:cNvPr>
                <p14:cNvContentPartPr/>
                <p14:nvPr/>
              </p14:nvContentPartPr>
              <p14:xfrm>
                <a:off x="9830855" y="1241622"/>
                <a:ext cx="111600" cy="16920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559F10DA-C34A-21DB-C991-F8ABC692EA7B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9812855" y="1223982"/>
                  <a:ext cx="14724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9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0C21581A-57B2-0FDF-C769-DDAB0AA32388}"/>
                    </a:ext>
                  </a:extLst>
                </p14:cNvPr>
                <p14:cNvContentPartPr/>
                <p14:nvPr/>
              </p14:nvContentPartPr>
              <p14:xfrm>
                <a:off x="10136855" y="816462"/>
                <a:ext cx="88920" cy="3708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0C21581A-57B2-0FDF-C769-DDAB0AA32388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10119215" y="798822"/>
                  <a:ext cx="12456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1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07EBBB6E-8E1A-AEFF-2C0C-A293BB74DBFE}"/>
                    </a:ext>
                  </a:extLst>
                </p14:cNvPr>
                <p14:cNvContentPartPr/>
                <p14:nvPr/>
              </p14:nvContentPartPr>
              <p14:xfrm>
                <a:off x="10100135" y="946422"/>
                <a:ext cx="105840" cy="864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07EBBB6E-8E1A-AEFF-2C0C-A293BB74DBFE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10082495" y="928422"/>
                  <a:ext cx="14148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3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ACCCB8B1-E8DE-34A2-5E30-C42F528B8464}"/>
                    </a:ext>
                  </a:extLst>
                </p14:cNvPr>
                <p14:cNvContentPartPr/>
                <p14:nvPr/>
              </p14:nvContentPartPr>
              <p14:xfrm>
                <a:off x="7642415" y="2571462"/>
                <a:ext cx="25920" cy="13716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ACCCB8B1-E8DE-34A2-5E30-C42F528B8464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7624415" y="2553822"/>
                  <a:ext cx="6156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5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48E32860-0062-3800-D73F-F77759289690}"/>
                    </a:ext>
                  </a:extLst>
                </p14:cNvPr>
                <p14:cNvContentPartPr/>
                <p14:nvPr/>
              </p14:nvContentPartPr>
              <p14:xfrm>
                <a:off x="7572935" y="2520702"/>
                <a:ext cx="209160" cy="6768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48E32860-0062-3800-D73F-F77759289690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7554935" y="2502702"/>
                  <a:ext cx="24480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7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07FFA4D8-14B3-76CF-2C63-F878D4431570}"/>
                    </a:ext>
                  </a:extLst>
                </p14:cNvPr>
                <p14:cNvContentPartPr/>
                <p14:nvPr/>
              </p14:nvContentPartPr>
              <p14:xfrm>
                <a:off x="7610015" y="2643102"/>
                <a:ext cx="134640" cy="2448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07FFA4D8-14B3-76CF-2C63-F878D4431570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7592375" y="2625102"/>
                  <a:ext cx="17028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9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F4C66CE1-32CA-FD76-ACE1-E11C55DE60D6}"/>
                    </a:ext>
                  </a:extLst>
                </p14:cNvPr>
                <p14:cNvContentPartPr/>
                <p14:nvPr/>
              </p14:nvContentPartPr>
              <p14:xfrm>
                <a:off x="8069375" y="2523942"/>
                <a:ext cx="106200" cy="16632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F4C66CE1-32CA-FD76-ACE1-E11C55DE60D6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8051735" y="2505942"/>
                  <a:ext cx="14184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1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5F73C464-5DC8-A5B7-C226-2BCA22C64723}"/>
                    </a:ext>
                  </a:extLst>
                </p14:cNvPr>
                <p14:cNvContentPartPr/>
                <p14:nvPr/>
              </p14:nvContentPartPr>
              <p14:xfrm>
                <a:off x="8485895" y="2544462"/>
                <a:ext cx="133920" cy="14940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5F73C464-5DC8-A5B7-C226-2BCA22C64723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8467895" y="2526462"/>
                  <a:ext cx="16956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3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7E16EAC7-967B-64BA-91F0-ED3270225897}"/>
                    </a:ext>
                  </a:extLst>
                </p14:cNvPr>
                <p14:cNvContentPartPr/>
                <p14:nvPr/>
              </p14:nvContentPartPr>
              <p14:xfrm>
                <a:off x="8971535" y="2528262"/>
                <a:ext cx="135720" cy="18000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7E16EAC7-967B-64BA-91F0-ED3270225897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8953895" y="2510262"/>
                  <a:ext cx="17136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5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A941A0FB-005B-73CB-D4DA-C521E3682F79}"/>
                    </a:ext>
                  </a:extLst>
                </p14:cNvPr>
                <p14:cNvContentPartPr/>
                <p14:nvPr/>
              </p14:nvContentPartPr>
              <p14:xfrm>
                <a:off x="9474095" y="2498742"/>
                <a:ext cx="133200" cy="16272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A941A0FB-005B-73CB-D4DA-C521E3682F79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9456095" y="2481102"/>
                  <a:ext cx="16884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7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C376E915-F0B3-66B5-2591-762BADCB6CAC}"/>
                    </a:ext>
                  </a:extLst>
                </p14:cNvPr>
                <p14:cNvContentPartPr/>
                <p14:nvPr/>
              </p14:nvContentPartPr>
              <p14:xfrm>
                <a:off x="10014095" y="2476062"/>
                <a:ext cx="123120" cy="16560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C376E915-F0B3-66B5-2591-762BADCB6CAC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9996095" y="2458422"/>
                  <a:ext cx="15876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9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A69E957F-C3B1-03F8-092B-39B5EBAA45E3}"/>
                    </a:ext>
                  </a:extLst>
                </p14:cNvPr>
                <p14:cNvContentPartPr/>
                <p14:nvPr/>
              </p14:nvContentPartPr>
              <p14:xfrm>
                <a:off x="10038575" y="2428902"/>
                <a:ext cx="159480" cy="5868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A69E957F-C3B1-03F8-092B-39B5EBAA45E3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10020575" y="2410902"/>
                  <a:ext cx="19512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1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292732D8-200F-F0D3-C7BA-9413C8E5BC17}"/>
                    </a:ext>
                  </a:extLst>
                </p14:cNvPr>
                <p14:cNvContentPartPr/>
                <p14:nvPr/>
              </p14:nvContentPartPr>
              <p14:xfrm>
                <a:off x="10630775" y="2410182"/>
                <a:ext cx="155880" cy="22068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292732D8-200F-F0D3-C7BA-9413C8E5BC17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10613135" y="2392182"/>
                  <a:ext cx="19152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3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717F61BE-3DA0-9E49-636F-F7DAEDF23F50}"/>
                    </a:ext>
                  </a:extLst>
                </p14:cNvPr>
                <p14:cNvContentPartPr/>
                <p14:nvPr/>
              </p14:nvContentPartPr>
              <p14:xfrm>
                <a:off x="8112935" y="2789622"/>
                <a:ext cx="106200" cy="18324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717F61BE-3DA0-9E49-636F-F7DAEDF23F50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8095295" y="2771982"/>
                  <a:ext cx="14184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5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2CD7EE27-5FA9-828D-BBAF-F2FD96EF81D0}"/>
                    </a:ext>
                  </a:extLst>
                </p14:cNvPr>
                <p14:cNvContentPartPr/>
                <p14:nvPr/>
              </p14:nvContentPartPr>
              <p14:xfrm>
                <a:off x="8556455" y="2825982"/>
                <a:ext cx="71280" cy="15012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2CD7EE27-5FA9-828D-BBAF-F2FD96EF81D0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8538455" y="2808342"/>
                  <a:ext cx="10692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7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4D4DAEBC-F676-7E48-9A5A-167F5F752D0B}"/>
                    </a:ext>
                  </a:extLst>
                </p14:cNvPr>
                <p14:cNvContentPartPr/>
                <p14:nvPr/>
              </p14:nvContentPartPr>
              <p14:xfrm>
                <a:off x="8988815" y="2813742"/>
                <a:ext cx="161640" cy="15552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4D4DAEBC-F676-7E48-9A5A-167F5F752D0B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8970815" y="2795742"/>
                  <a:ext cx="19728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9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273FBF7A-CE0D-925E-A400-E40DF6CD2129}"/>
                    </a:ext>
                  </a:extLst>
                </p14:cNvPr>
                <p14:cNvContentPartPr/>
                <p14:nvPr/>
              </p14:nvContentPartPr>
              <p14:xfrm>
                <a:off x="9491375" y="2793942"/>
                <a:ext cx="137880" cy="17964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273FBF7A-CE0D-925E-A400-E40DF6CD2129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9473735" y="2776302"/>
                  <a:ext cx="17352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1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3BAB8971-567E-2E0F-A3F9-7730E5973A41}"/>
                    </a:ext>
                  </a:extLst>
                </p14:cNvPr>
                <p14:cNvContentPartPr/>
                <p14:nvPr/>
              </p14:nvContentPartPr>
              <p14:xfrm>
                <a:off x="10068815" y="2794662"/>
                <a:ext cx="119520" cy="16776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3BAB8971-567E-2E0F-A3F9-7730E5973A41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10051175" y="2777022"/>
                  <a:ext cx="15516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3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BA231B7C-07E6-0F46-0E5B-23EA42BA45D9}"/>
                    </a:ext>
                  </a:extLst>
                </p14:cNvPr>
                <p14:cNvContentPartPr/>
                <p14:nvPr/>
              </p14:nvContentPartPr>
              <p14:xfrm>
                <a:off x="10092935" y="2734542"/>
                <a:ext cx="158760" cy="8892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BA231B7C-07E6-0F46-0E5B-23EA42BA45D9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10074935" y="2716902"/>
                  <a:ext cx="19440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5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E73024DA-294D-B23F-5DF3-8C0D7A33A0FB}"/>
                    </a:ext>
                  </a:extLst>
                </p14:cNvPr>
                <p14:cNvContentPartPr/>
                <p14:nvPr/>
              </p14:nvContentPartPr>
              <p14:xfrm>
                <a:off x="10654895" y="2756502"/>
                <a:ext cx="154440" cy="22212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E73024DA-294D-B23F-5DF3-8C0D7A33A0FB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10636895" y="2738862"/>
                  <a:ext cx="190080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7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A29D6469-11DB-9795-CA9B-B59C1ACE6423}"/>
                    </a:ext>
                  </a:extLst>
                </p14:cNvPr>
                <p14:cNvContentPartPr/>
                <p14:nvPr/>
              </p14:nvContentPartPr>
              <p14:xfrm>
                <a:off x="5408975" y="2672262"/>
                <a:ext cx="85320" cy="23292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A29D6469-11DB-9795-CA9B-B59C1ACE6423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5391335" y="2654262"/>
                  <a:ext cx="12096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9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B7667267-7BE4-BCC9-5182-4D959FF87BF2}"/>
                    </a:ext>
                  </a:extLst>
                </p14:cNvPr>
                <p14:cNvContentPartPr/>
                <p14:nvPr/>
              </p14:nvContentPartPr>
              <p14:xfrm>
                <a:off x="5420855" y="2673342"/>
                <a:ext cx="156600" cy="4860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B7667267-7BE4-BCC9-5182-4D959FF87BF2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5402855" y="2655702"/>
                  <a:ext cx="19224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1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9B1A93D9-B207-F378-0D55-F6D131277CFC}"/>
                    </a:ext>
                  </a:extLst>
                </p14:cNvPr>
                <p14:cNvContentPartPr/>
                <p14:nvPr/>
              </p14:nvContentPartPr>
              <p14:xfrm>
                <a:off x="5343095" y="2951982"/>
                <a:ext cx="206280" cy="2412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9B1A93D9-B207-F378-0D55-F6D131277CFC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5325095" y="2934342"/>
                  <a:ext cx="24192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3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0A445BFE-ADA6-86FF-D72E-8D865D249EB4}"/>
                    </a:ext>
                  </a:extLst>
                </p14:cNvPr>
                <p14:cNvContentPartPr/>
                <p14:nvPr/>
              </p14:nvContentPartPr>
              <p14:xfrm>
                <a:off x="5370095" y="3063222"/>
                <a:ext cx="131760" cy="28404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0A445BFE-ADA6-86FF-D72E-8D865D249EB4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5352455" y="3045222"/>
                  <a:ext cx="167400" cy="31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5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A7B7F28F-A1BB-AADF-3126-D281B07D93FD}"/>
                    </a:ext>
                  </a:extLst>
                </p14:cNvPr>
                <p14:cNvContentPartPr/>
                <p14:nvPr/>
              </p14:nvContentPartPr>
              <p14:xfrm>
                <a:off x="5739095" y="2942622"/>
                <a:ext cx="104760" cy="3636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A7B7F28F-A1BB-AADF-3126-D281B07D93FD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5721455" y="2924982"/>
                  <a:ext cx="1404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7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06DA353F-68D5-AEE0-8B43-45D424293EB9}"/>
                    </a:ext>
                  </a:extLst>
                </p14:cNvPr>
                <p14:cNvContentPartPr/>
                <p14:nvPr/>
              </p14:nvContentPartPr>
              <p14:xfrm>
                <a:off x="5736215" y="3046662"/>
                <a:ext cx="102600" cy="720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06DA353F-68D5-AEE0-8B43-45D424293EB9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5718215" y="3029022"/>
                  <a:ext cx="13824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9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D40CECEB-6B0A-1C63-15E2-9646C32C9C26}"/>
                    </a:ext>
                  </a:extLst>
                </p14:cNvPr>
                <p14:cNvContentPartPr/>
                <p14:nvPr/>
              </p14:nvContentPartPr>
              <p14:xfrm>
                <a:off x="2123255" y="3719142"/>
                <a:ext cx="108720" cy="1944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D40CECEB-6B0A-1C63-15E2-9646C32C9C26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2105615" y="3701142"/>
                  <a:ext cx="14436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1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14385182-7443-14F4-551B-3BB7D463C27C}"/>
                    </a:ext>
                  </a:extLst>
                </p14:cNvPr>
                <p14:cNvContentPartPr/>
                <p14:nvPr/>
              </p14:nvContentPartPr>
              <p14:xfrm>
                <a:off x="2131895" y="3790422"/>
                <a:ext cx="108000" cy="2700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14385182-7443-14F4-551B-3BB7D463C27C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2114255" y="3772422"/>
                  <a:ext cx="14364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3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1FF721F8-4F29-4863-B647-E625C24D5847}"/>
                    </a:ext>
                  </a:extLst>
                </p14:cNvPr>
                <p14:cNvContentPartPr/>
                <p14:nvPr/>
              </p14:nvContentPartPr>
              <p14:xfrm>
                <a:off x="2475335" y="3721302"/>
                <a:ext cx="84960" cy="1188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1FF721F8-4F29-4863-B647-E625C24D5847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2457695" y="3703662"/>
                  <a:ext cx="12060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5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714B61DE-4B04-A6D7-03C4-8C7A6F71699E}"/>
                    </a:ext>
                  </a:extLst>
                </p14:cNvPr>
                <p14:cNvContentPartPr/>
                <p14:nvPr/>
              </p14:nvContentPartPr>
              <p14:xfrm>
                <a:off x="2698175" y="3626982"/>
                <a:ext cx="142560" cy="18216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714B61DE-4B04-A6D7-03C4-8C7A6F71699E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2680535" y="3609342"/>
                  <a:ext cx="17820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7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A2811084-B1D1-2E0C-CD47-E190806C8909}"/>
                    </a:ext>
                  </a:extLst>
                </p14:cNvPr>
                <p14:cNvContentPartPr/>
                <p14:nvPr/>
              </p14:nvContentPartPr>
              <p14:xfrm>
                <a:off x="3135935" y="3623022"/>
                <a:ext cx="14400" cy="15048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A2811084-B1D1-2E0C-CD47-E190806C8909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3117935" y="3605022"/>
                  <a:ext cx="5004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9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48059EF8-C413-778D-D65F-AC8718EA9F83}"/>
                    </a:ext>
                  </a:extLst>
                </p14:cNvPr>
                <p14:cNvContentPartPr/>
                <p14:nvPr/>
              </p14:nvContentPartPr>
              <p14:xfrm>
                <a:off x="3070775" y="3693582"/>
                <a:ext cx="127800" cy="2268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48059EF8-C413-778D-D65F-AC8718EA9F83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3053135" y="3675582"/>
                  <a:ext cx="16344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1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DF3FD161-BB81-3D23-9171-BE97FBE194EC}"/>
                    </a:ext>
                  </a:extLst>
                </p14:cNvPr>
                <p14:cNvContentPartPr/>
                <p14:nvPr/>
              </p14:nvContentPartPr>
              <p14:xfrm>
                <a:off x="3496295" y="3488022"/>
                <a:ext cx="114120" cy="25884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DF3FD161-BB81-3D23-9171-BE97FBE194EC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3478655" y="3470022"/>
                  <a:ext cx="149760" cy="29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3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48B4994F-5A21-7E19-3634-4023A7FCC1A2}"/>
                    </a:ext>
                  </a:extLst>
                </p14:cNvPr>
                <p14:cNvContentPartPr/>
                <p14:nvPr/>
              </p14:nvContentPartPr>
              <p14:xfrm>
                <a:off x="3747575" y="3678102"/>
                <a:ext cx="13320" cy="828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48B4994F-5A21-7E19-3634-4023A7FCC1A2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3729935" y="3660462"/>
                  <a:ext cx="4896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5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8822F815-DCEA-3B1B-E709-9184EA910726}"/>
                    </a:ext>
                  </a:extLst>
                </p14:cNvPr>
                <p14:cNvContentPartPr/>
                <p14:nvPr/>
              </p14:nvContentPartPr>
              <p14:xfrm>
                <a:off x="4001735" y="3444102"/>
                <a:ext cx="67320" cy="17784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8822F815-DCEA-3B1B-E709-9184EA910726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3984095" y="3426102"/>
                  <a:ext cx="10296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7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36076C08-F580-8676-BF9E-3CA420D33647}"/>
                    </a:ext>
                  </a:extLst>
                </p14:cNvPr>
                <p14:cNvContentPartPr/>
                <p14:nvPr/>
              </p14:nvContentPartPr>
              <p14:xfrm>
                <a:off x="3987695" y="3427902"/>
                <a:ext cx="153360" cy="4068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36076C08-F580-8676-BF9E-3CA420D33647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3969695" y="3409902"/>
                  <a:ext cx="18900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9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85FE83FC-CC35-D2DE-7EC3-E804240C1213}"/>
                    </a:ext>
                  </a:extLst>
                </p14:cNvPr>
                <p14:cNvContentPartPr/>
                <p14:nvPr/>
              </p14:nvContentPartPr>
              <p14:xfrm>
                <a:off x="3961775" y="3652542"/>
                <a:ext cx="200880" cy="3492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85FE83FC-CC35-D2DE-7EC3-E804240C1213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3943775" y="3634902"/>
                  <a:ext cx="23652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1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9608F1B1-EE86-A5DC-08B4-81A1AF7C97E2}"/>
                    </a:ext>
                  </a:extLst>
                </p14:cNvPr>
                <p14:cNvContentPartPr/>
                <p14:nvPr/>
              </p14:nvContentPartPr>
              <p14:xfrm>
                <a:off x="4006775" y="3787182"/>
                <a:ext cx="117360" cy="23796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9608F1B1-EE86-A5DC-08B4-81A1AF7C97E2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3989135" y="3769182"/>
                  <a:ext cx="153000" cy="27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3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300434A3-2399-935E-D086-B44C77E6BCF5}"/>
                    </a:ext>
                  </a:extLst>
                </p14:cNvPr>
                <p14:cNvContentPartPr/>
                <p14:nvPr/>
              </p14:nvContentPartPr>
              <p14:xfrm>
                <a:off x="4351295" y="3675582"/>
                <a:ext cx="70200" cy="8028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300434A3-2399-935E-D086-B44C77E6BCF5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4333655" y="3657942"/>
                  <a:ext cx="10584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5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A3867350-FD3D-D8C3-CCB3-8B5AD9AD9902}"/>
                    </a:ext>
                  </a:extLst>
                </p14:cNvPr>
                <p14:cNvContentPartPr/>
                <p14:nvPr/>
              </p14:nvContentPartPr>
              <p14:xfrm>
                <a:off x="3448055" y="3454182"/>
                <a:ext cx="275760" cy="42840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A3867350-FD3D-D8C3-CCB3-8B5AD9AD9902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3430415" y="3436182"/>
                  <a:ext cx="311400" cy="46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7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B162EA60-45BF-E756-2009-B5B9C2C935CE}"/>
                    </a:ext>
                  </a:extLst>
                </p14:cNvPr>
                <p14:cNvContentPartPr/>
                <p14:nvPr/>
              </p14:nvContentPartPr>
              <p14:xfrm>
                <a:off x="3896975" y="3883662"/>
                <a:ext cx="225360" cy="28368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B162EA60-45BF-E756-2009-B5B9C2C935CE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3879335" y="3866022"/>
                  <a:ext cx="261000" cy="31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9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B4FD894A-1551-95A6-3B71-074EC7B0133D}"/>
                    </a:ext>
                  </a:extLst>
                </p14:cNvPr>
                <p14:cNvContentPartPr/>
                <p14:nvPr/>
              </p14:nvContentPartPr>
              <p14:xfrm>
                <a:off x="4692575" y="3578742"/>
                <a:ext cx="145440" cy="25740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B4FD894A-1551-95A6-3B71-074EC7B0133D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4674935" y="3561102"/>
                  <a:ext cx="181080" cy="29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1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A1027710-CC76-432A-DF75-5BD852A59D8A}"/>
                    </a:ext>
                  </a:extLst>
                </p14:cNvPr>
                <p14:cNvContentPartPr/>
                <p14:nvPr/>
              </p14:nvContentPartPr>
              <p14:xfrm>
                <a:off x="1377742" y="4363244"/>
                <a:ext cx="202680" cy="18180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A1027710-CC76-432A-DF75-5BD852A59D8A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1359742" y="4345604"/>
                  <a:ext cx="23832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3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3B31A194-BBA8-8BF8-C43E-E009B6067549}"/>
                    </a:ext>
                  </a:extLst>
                </p14:cNvPr>
                <p14:cNvContentPartPr/>
                <p14:nvPr/>
              </p14:nvContentPartPr>
              <p14:xfrm>
                <a:off x="1441102" y="4459004"/>
                <a:ext cx="106920" cy="4176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3B31A194-BBA8-8BF8-C43E-E009B6067549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1423102" y="4441004"/>
                  <a:ext cx="14256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5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CAC0375F-F495-9E51-DB3B-CBBFF1BEA40A}"/>
                    </a:ext>
                  </a:extLst>
                </p14:cNvPr>
                <p14:cNvContentPartPr/>
                <p14:nvPr/>
              </p14:nvContentPartPr>
              <p14:xfrm>
                <a:off x="1657822" y="4564124"/>
                <a:ext cx="129960" cy="13140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CAC0375F-F495-9E51-DB3B-CBBFF1BEA40A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1640182" y="4546484"/>
                  <a:ext cx="16560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7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38FEDAD2-2E3B-296E-7AC4-BC46881609C3}"/>
                    </a:ext>
                  </a:extLst>
                </p14:cNvPr>
                <p14:cNvContentPartPr/>
                <p14:nvPr/>
              </p14:nvContentPartPr>
              <p14:xfrm>
                <a:off x="2048062" y="4473044"/>
                <a:ext cx="109800" cy="3708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38FEDAD2-2E3B-296E-7AC4-BC46881609C3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2030422" y="4455404"/>
                  <a:ext cx="14544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9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BDE8BE27-96CB-A160-8C48-AD890F753BE2}"/>
                    </a:ext>
                  </a:extLst>
                </p14:cNvPr>
                <p14:cNvContentPartPr/>
                <p14:nvPr/>
              </p14:nvContentPartPr>
              <p14:xfrm>
                <a:off x="2086582" y="4516964"/>
                <a:ext cx="84240" cy="3564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BDE8BE27-96CB-A160-8C48-AD890F753BE2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2068942" y="4498964"/>
                  <a:ext cx="11988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1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538EFB05-0F09-FFD8-7E5C-DFB0AB625739}"/>
                    </a:ext>
                  </a:extLst>
                </p14:cNvPr>
                <p14:cNvContentPartPr/>
                <p14:nvPr/>
              </p14:nvContentPartPr>
              <p14:xfrm>
                <a:off x="2392582" y="4509404"/>
                <a:ext cx="146520" cy="1800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538EFB05-0F09-FFD8-7E5C-DFB0AB625739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2374942" y="4491764"/>
                  <a:ext cx="18216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3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55008BD7-F401-9AA0-64CD-32599686504E}"/>
                    </a:ext>
                  </a:extLst>
                </p14:cNvPr>
                <p14:cNvContentPartPr/>
                <p14:nvPr/>
              </p14:nvContentPartPr>
              <p14:xfrm>
                <a:off x="2643862" y="4426244"/>
                <a:ext cx="168120" cy="19800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55008BD7-F401-9AA0-64CD-32599686504E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2626222" y="4408244"/>
                  <a:ext cx="20376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5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FFE0B4FD-9382-73E2-02AC-EA42494577C8}"/>
                    </a:ext>
                  </a:extLst>
                </p14:cNvPr>
                <p14:cNvContentPartPr/>
                <p14:nvPr/>
              </p14:nvContentPartPr>
              <p14:xfrm>
                <a:off x="3107542" y="4440284"/>
                <a:ext cx="20160" cy="14868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FFE0B4FD-9382-73E2-02AC-EA42494577C8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3089902" y="4422284"/>
                  <a:ext cx="5580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7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A4DCD363-6F0E-21A3-1CB9-70CB1AF10B03}"/>
                    </a:ext>
                  </a:extLst>
                </p14:cNvPr>
                <p14:cNvContentPartPr/>
                <p14:nvPr/>
              </p14:nvContentPartPr>
              <p14:xfrm>
                <a:off x="3057502" y="4517324"/>
                <a:ext cx="126360" cy="2592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A4DCD363-6F0E-21A3-1CB9-70CB1AF10B03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3039502" y="4499684"/>
                  <a:ext cx="16200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9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C4FAB7D3-DA13-00F4-3B00-5C744CB33A3B}"/>
                    </a:ext>
                  </a:extLst>
                </p14:cNvPr>
                <p14:cNvContentPartPr/>
                <p14:nvPr/>
              </p14:nvContentPartPr>
              <p14:xfrm>
                <a:off x="3394102" y="4307444"/>
                <a:ext cx="75960" cy="38448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C4FAB7D3-DA13-00F4-3B00-5C744CB33A3B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3376462" y="4289804"/>
                  <a:ext cx="111600" cy="42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1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81DE977A-6607-3F99-F628-65B52D0EEE8D}"/>
                    </a:ext>
                  </a:extLst>
                </p14:cNvPr>
                <p14:cNvContentPartPr/>
                <p14:nvPr/>
              </p14:nvContentPartPr>
              <p14:xfrm>
                <a:off x="3642502" y="4354604"/>
                <a:ext cx="141480" cy="24948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81DE977A-6607-3F99-F628-65B52D0EEE8D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3624862" y="4336604"/>
                  <a:ext cx="177120" cy="28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3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E2181BF3-8058-30D5-E0E9-98E0DD7EF8A5}"/>
                    </a:ext>
                  </a:extLst>
                </p14:cNvPr>
                <p14:cNvContentPartPr/>
                <p14:nvPr/>
              </p14:nvContentPartPr>
              <p14:xfrm>
                <a:off x="4002142" y="4496444"/>
                <a:ext cx="145440" cy="3420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E2181BF3-8058-30D5-E0E9-98E0DD7EF8A5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3984142" y="4478444"/>
                  <a:ext cx="18108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5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9B0E06E8-40FD-2796-25DD-ADEED40C45BF}"/>
                    </a:ext>
                  </a:extLst>
                </p14:cNvPr>
                <p14:cNvContentPartPr/>
                <p14:nvPr/>
              </p14:nvContentPartPr>
              <p14:xfrm>
                <a:off x="4359622" y="4370084"/>
                <a:ext cx="84960" cy="255240"/>
              </p14:xfrm>
            </p:contentPart>
          </mc:Choice>
          <mc:Fallback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9B0E06E8-40FD-2796-25DD-ADEED40C45BF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4341622" y="4352444"/>
                  <a:ext cx="120600" cy="29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7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058C53D8-1126-0994-EC6C-586DE9DAA20B}"/>
                    </a:ext>
                  </a:extLst>
                </p14:cNvPr>
                <p14:cNvContentPartPr/>
                <p14:nvPr/>
              </p14:nvContentPartPr>
              <p14:xfrm>
                <a:off x="4502182" y="4517684"/>
                <a:ext cx="101160" cy="45000"/>
              </p14:xfrm>
            </p:contentPart>
          </mc:Choice>
          <mc:Fallback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058C53D8-1126-0994-EC6C-586DE9DAA20B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4484182" y="4500044"/>
                  <a:ext cx="13680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9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0E82171B-5C54-7DA0-36A1-F6E95325C777}"/>
                    </a:ext>
                  </a:extLst>
                </p14:cNvPr>
                <p14:cNvContentPartPr/>
                <p14:nvPr/>
              </p14:nvContentPartPr>
              <p14:xfrm>
                <a:off x="4672462" y="4412204"/>
                <a:ext cx="124920" cy="179640"/>
              </p14:xfrm>
            </p:contentPart>
          </mc:Choice>
          <mc:Fallback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0E82171B-5C54-7DA0-36A1-F6E95325C777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4654462" y="4394204"/>
                  <a:ext cx="16056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1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5CCD44C6-9139-1EBF-270D-33FEA6FD6B99}"/>
                    </a:ext>
                  </a:extLst>
                </p14:cNvPr>
                <p14:cNvContentPartPr/>
                <p14:nvPr/>
              </p14:nvContentPartPr>
              <p14:xfrm>
                <a:off x="4825102" y="4382324"/>
                <a:ext cx="107640" cy="268920"/>
              </p14:xfrm>
            </p:contentPart>
          </mc:Choice>
          <mc:Fallback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5CCD44C6-9139-1EBF-270D-33FEA6FD6B99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4807102" y="4364684"/>
                  <a:ext cx="143280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3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FFB97481-4495-8B23-3F03-3E8302DCDE16}"/>
                    </a:ext>
                  </a:extLst>
                </p14:cNvPr>
                <p14:cNvContentPartPr/>
                <p14:nvPr/>
              </p14:nvContentPartPr>
              <p14:xfrm>
                <a:off x="4973782" y="4281884"/>
                <a:ext cx="130680" cy="494640"/>
              </p14:xfrm>
            </p:contentPart>
          </mc:Choice>
          <mc:Fallback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FFB97481-4495-8B23-3F03-3E8302DCDE16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4956142" y="4263884"/>
                  <a:ext cx="166320" cy="53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5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B1D1015E-31BF-3441-A1A6-4139688ADF85}"/>
                    </a:ext>
                  </a:extLst>
                </p14:cNvPr>
                <p14:cNvContentPartPr/>
                <p14:nvPr/>
              </p14:nvContentPartPr>
              <p14:xfrm>
                <a:off x="5302102" y="4499684"/>
                <a:ext cx="32400" cy="3096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B1D1015E-31BF-3441-A1A6-4139688ADF85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5284462" y="4482044"/>
                  <a:ext cx="6804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7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782F1DFB-8246-C65C-A555-3ADD1008B799}"/>
                    </a:ext>
                  </a:extLst>
                </p14:cNvPr>
                <p14:cNvContentPartPr/>
                <p14:nvPr/>
              </p14:nvContentPartPr>
              <p14:xfrm>
                <a:off x="5466262" y="4162724"/>
                <a:ext cx="102240" cy="608040"/>
              </p14:xfrm>
            </p:contentPart>
          </mc:Choice>
          <mc:Fallback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782F1DFB-8246-C65C-A555-3ADD1008B799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5448262" y="4145084"/>
                  <a:ext cx="137880" cy="64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9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668EA16C-3B71-062D-1704-DD1C77A30533}"/>
                    </a:ext>
                  </a:extLst>
                </p14:cNvPr>
                <p14:cNvContentPartPr/>
                <p14:nvPr/>
              </p14:nvContentPartPr>
              <p14:xfrm>
                <a:off x="5736982" y="4320044"/>
                <a:ext cx="69120" cy="185040"/>
              </p14:xfrm>
            </p:contentPart>
          </mc:Choice>
          <mc:Fallback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668EA16C-3B71-062D-1704-DD1C77A30533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5718982" y="4302044"/>
                  <a:ext cx="10476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1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604C9024-343A-C226-2F63-5D31E8301E27}"/>
                    </a:ext>
                  </a:extLst>
                </p14:cNvPr>
                <p14:cNvContentPartPr/>
                <p14:nvPr/>
              </p14:nvContentPartPr>
              <p14:xfrm>
                <a:off x="5954062" y="4398164"/>
                <a:ext cx="137160" cy="42120"/>
              </p14:xfrm>
            </p:contentPart>
          </mc:Choice>
          <mc:Fallback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604C9024-343A-C226-2F63-5D31E8301E27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5936422" y="4380164"/>
                  <a:ext cx="17280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3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EECD6B56-B187-B6F7-0C5D-049774E94DA6}"/>
                    </a:ext>
                  </a:extLst>
                </p14:cNvPr>
                <p14:cNvContentPartPr/>
                <p14:nvPr/>
              </p14:nvContentPartPr>
              <p14:xfrm>
                <a:off x="2678422" y="2200724"/>
                <a:ext cx="1329840" cy="471960"/>
              </p14:xfrm>
            </p:contentPart>
          </mc:Choice>
          <mc:Fallback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EECD6B56-B187-B6F7-0C5D-049774E94DA6}"/>
                    </a:ext>
                  </a:extLst>
                </p:cNvPr>
                <p:cNvPicPr/>
                <p:nvPr/>
              </p:nvPicPr>
              <p:blipFill>
                <a:blip r:embed="rId374"/>
                <a:stretch>
                  <a:fillRect/>
                </a:stretch>
              </p:blipFill>
              <p:spPr>
                <a:xfrm>
                  <a:off x="2660422" y="2183084"/>
                  <a:ext cx="1365480" cy="50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5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3A01F24D-EDF8-0E2B-2B4A-8EA4EBAFA9FC}"/>
                    </a:ext>
                  </a:extLst>
                </p14:cNvPr>
                <p14:cNvContentPartPr/>
                <p14:nvPr/>
              </p14:nvContentPartPr>
              <p14:xfrm>
                <a:off x="6433942" y="4121684"/>
                <a:ext cx="111600" cy="210600"/>
              </p14:xfrm>
            </p:contentPart>
          </mc:Choice>
          <mc:Fallback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3A01F24D-EDF8-0E2B-2B4A-8EA4EBAFA9FC}"/>
                    </a:ext>
                  </a:extLst>
                </p:cNvPr>
                <p:cNvPicPr/>
                <p:nvPr/>
              </p:nvPicPr>
              <p:blipFill>
                <a:blip r:embed="rId376"/>
                <a:stretch>
                  <a:fillRect/>
                </a:stretch>
              </p:blipFill>
              <p:spPr>
                <a:xfrm>
                  <a:off x="6415942" y="4104044"/>
                  <a:ext cx="14724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7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2E95A9B3-C813-18D4-8B37-5616B7BFB5EE}"/>
                    </a:ext>
                  </a:extLst>
                </p14:cNvPr>
                <p14:cNvContentPartPr/>
                <p14:nvPr/>
              </p14:nvContentPartPr>
              <p14:xfrm>
                <a:off x="6455542" y="4101884"/>
                <a:ext cx="147240" cy="80640"/>
              </p14:xfrm>
            </p:contentPart>
          </mc:Choice>
          <mc:Fallback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2E95A9B3-C813-18D4-8B37-5616B7BFB5EE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6437542" y="4084244"/>
                  <a:ext cx="18288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9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2477C9FC-320D-5FF3-1215-7A18CE599A73}"/>
                    </a:ext>
                  </a:extLst>
                </p14:cNvPr>
                <p14:cNvContentPartPr/>
                <p14:nvPr/>
              </p14:nvContentPartPr>
              <p14:xfrm>
                <a:off x="6413782" y="4404284"/>
                <a:ext cx="146160" cy="11160"/>
              </p14:xfrm>
            </p:contentPart>
          </mc:Choice>
          <mc:Fallback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2477C9FC-320D-5FF3-1215-7A18CE599A73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6395782" y="4386284"/>
                  <a:ext cx="18180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1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F3BDC0E4-8C39-959E-0F6C-480F91EBF98F}"/>
                    </a:ext>
                  </a:extLst>
                </p14:cNvPr>
                <p14:cNvContentPartPr/>
                <p14:nvPr/>
              </p14:nvContentPartPr>
              <p14:xfrm>
                <a:off x="6445822" y="4525964"/>
                <a:ext cx="95760" cy="234720"/>
              </p14:xfrm>
            </p:contentPart>
          </mc:Choice>
          <mc:Fallback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F3BDC0E4-8C39-959E-0F6C-480F91EBF98F}"/>
                    </a:ext>
                  </a:extLst>
                </p:cNvPr>
                <p:cNvPicPr/>
                <p:nvPr/>
              </p:nvPicPr>
              <p:blipFill>
                <a:blip r:embed="rId382"/>
                <a:stretch>
                  <a:fillRect/>
                </a:stretch>
              </p:blipFill>
              <p:spPr>
                <a:xfrm>
                  <a:off x="6427822" y="4508324"/>
                  <a:ext cx="13140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3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8F60A65F-F8BB-1A53-A7D8-CE919A93FE1A}"/>
                    </a:ext>
                  </a:extLst>
                </p14:cNvPr>
                <p14:cNvContentPartPr/>
                <p14:nvPr/>
              </p14:nvContentPartPr>
              <p14:xfrm>
                <a:off x="6718702" y="4049324"/>
                <a:ext cx="106560" cy="870480"/>
              </p14:xfrm>
            </p:contentPart>
          </mc:Choice>
          <mc:Fallback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8F60A65F-F8BB-1A53-A7D8-CE919A93FE1A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6701062" y="4031684"/>
                  <a:ext cx="142200" cy="90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5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652BB12E-828F-F2B8-0AED-2AF4E62E3D08}"/>
                    </a:ext>
                  </a:extLst>
                </p14:cNvPr>
                <p14:cNvContentPartPr/>
                <p14:nvPr/>
              </p14:nvContentPartPr>
              <p14:xfrm>
                <a:off x="7095982" y="4407524"/>
                <a:ext cx="106200" cy="104760"/>
              </p14:xfrm>
            </p:contentPart>
          </mc:Choice>
          <mc:Fallback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652BB12E-828F-F2B8-0AED-2AF4E62E3D08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7078342" y="4389524"/>
                  <a:ext cx="14184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7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E57AF913-1140-8538-4F05-07D6CCF4C422}"/>
                    </a:ext>
                  </a:extLst>
                </p14:cNvPr>
                <p14:cNvContentPartPr/>
                <p14:nvPr/>
              </p14:nvContentPartPr>
              <p14:xfrm>
                <a:off x="7437982" y="4415444"/>
                <a:ext cx="131040" cy="41040"/>
              </p14:xfrm>
            </p:contentPart>
          </mc:Choice>
          <mc:Fallback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E57AF913-1140-8538-4F05-07D6CCF4C422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7419982" y="4397804"/>
                  <a:ext cx="16668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9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7E9AC960-8177-961E-F505-0715A3364E4C}"/>
                    </a:ext>
                  </a:extLst>
                </p14:cNvPr>
                <p14:cNvContentPartPr/>
                <p14:nvPr/>
              </p14:nvContentPartPr>
              <p14:xfrm>
                <a:off x="7700062" y="4291964"/>
                <a:ext cx="168840" cy="231120"/>
              </p14:xfrm>
            </p:contentPart>
          </mc:Choice>
          <mc:Fallback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7E9AC960-8177-961E-F505-0715A3364E4C}"/>
                    </a:ext>
                  </a:extLst>
                </p:cNvPr>
                <p:cNvPicPr/>
                <p:nvPr/>
              </p:nvPicPr>
              <p:blipFill>
                <a:blip r:embed="rId390"/>
                <a:stretch>
                  <a:fillRect/>
                </a:stretch>
              </p:blipFill>
              <p:spPr>
                <a:xfrm>
                  <a:off x="7682422" y="4274324"/>
                  <a:ext cx="204480" cy="26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1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A6F8FD60-03B3-D6AA-B493-AF979C243F3E}"/>
                    </a:ext>
                  </a:extLst>
                </p14:cNvPr>
                <p14:cNvContentPartPr/>
                <p14:nvPr/>
              </p14:nvContentPartPr>
              <p14:xfrm>
                <a:off x="8133142" y="4308884"/>
                <a:ext cx="21240" cy="187920"/>
              </p14:xfrm>
            </p:contentPart>
          </mc:Choice>
          <mc:Fallback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A6F8FD60-03B3-D6AA-B493-AF979C243F3E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8115142" y="4290884"/>
                  <a:ext cx="5688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3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CA7C8B1C-7F98-414E-ECA0-D8383CE0CBB0}"/>
                    </a:ext>
                  </a:extLst>
                </p14:cNvPr>
                <p14:cNvContentPartPr/>
                <p14:nvPr/>
              </p14:nvContentPartPr>
              <p14:xfrm>
                <a:off x="8097502" y="4368284"/>
                <a:ext cx="190440" cy="72000"/>
              </p14:xfrm>
            </p:contentPart>
          </mc:Choice>
          <mc:Fallback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CA7C8B1C-7F98-414E-ECA0-D8383CE0CBB0}"/>
                    </a:ext>
                  </a:extLst>
                </p:cNvPr>
                <p:cNvPicPr/>
                <p:nvPr/>
              </p:nvPicPr>
              <p:blipFill>
                <a:blip r:embed="rId394"/>
                <a:stretch>
                  <a:fillRect/>
                </a:stretch>
              </p:blipFill>
              <p:spPr>
                <a:xfrm>
                  <a:off x="8079862" y="4350284"/>
                  <a:ext cx="22608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5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E0F31BD7-331A-87F5-0684-0421C561C72C}"/>
                    </a:ext>
                  </a:extLst>
                </p14:cNvPr>
                <p14:cNvContentPartPr/>
                <p14:nvPr/>
              </p14:nvContentPartPr>
              <p14:xfrm>
                <a:off x="9141502" y="4077044"/>
                <a:ext cx="121680" cy="228960"/>
              </p14:xfrm>
            </p:contentPart>
          </mc:Choice>
          <mc:Fallback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E0F31BD7-331A-87F5-0684-0421C561C72C}"/>
                    </a:ext>
                  </a:extLst>
                </p:cNvPr>
                <p:cNvPicPr/>
                <p:nvPr/>
              </p:nvPicPr>
              <p:blipFill>
                <a:blip r:embed="rId396"/>
                <a:stretch>
                  <a:fillRect/>
                </a:stretch>
              </p:blipFill>
              <p:spPr>
                <a:xfrm>
                  <a:off x="9123862" y="4059044"/>
                  <a:ext cx="15732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7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53969E29-FD6F-94D4-3B79-29D5EF0672FC}"/>
                    </a:ext>
                  </a:extLst>
                </p14:cNvPr>
                <p14:cNvContentPartPr/>
                <p14:nvPr/>
              </p14:nvContentPartPr>
              <p14:xfrm>
                <a:off x="9560182" y="4343084"/>
                <a:ext cx="111240" cy="123840"/>
              </p14:xfrm>
            </p:contentPart>
          </mc:Choice>
          <mc:Fallback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53969E29-FD6F-94D4-3B79-29D5EF0672FC}"/>
                    </a:ext>
                  </a:extLst>
                </p:cNvPr>
                <p:cNvPicPr/>
                <p:nvPr/>
              </p:nvPicPr>
              <p:blipFill>
                <a:blip r:embed="rId398"/>
                <a:stretch>
                  <a:fillRect/>
                </a:stretch>
              </p:blipFill>
              <p:spPr>
                <a:xfrm>
                  <a:off x="9542182" y="4325084"/>
                  <a:ext cx="14688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9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A9AD5DE5-C916-AE9D-A37F-EE7C9153F924}"/>
                    </a:ext>
                  </a:extLst>
                </p14:cNvPr>
                <p14:cNvContentPartPr/>
                <p14:nvPr/>
              </p14:nvContentPartPr>
              <p14:xfrm>
                <a:off x="8497822" y="4238684"/>
                <a:ext cx="155160" cy="299520"/>
              </p14:xfrm>
            </p:contentPart>
          </mc:Choice>
          <mc:Fallback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A9AD5DE5-C916-AE9D-A37F-EE7C9153F924}"/>
                    </a:ext>
                  </a:extLst>
                </p:cNvPr>
                <p:cNvPicPr/>
                <p:nvPr/>
              </p:nvPicPr>
              <p:blipFill>
                <a:blip r:embed="rId400"/>
                <a:stretch>
                  <a:fillRect/>
                </a:stretch>
              </p:blipFill>
              <p:spPr>
                <a:xfrm>
                  <a:off x="8480182" y="4220684"/>
                  <a:ext cx="190800" cy="33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1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999E371E-95D3-3F12-6FAA-85BB488E10BF}"/>
                    </a:ext>
                  </a:extLst>
                </p14:cNvPr>
                <p14:cNvContentPartPr/>
                <p14:nvPr/>
              </p14:nvContentPartPr>
              <p14:xfrm>
                <a:off x="8873302" y="4429844"/>
                <a:ext cx="8280" cy="22680"/>
              </p14:xfrm>
            </p:contentPart>
          </mc:Choice>
          <mc:Fallback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999E371E-95D3-3F12-6FAA-85BB488E10BF}"/>
                    </a:ext>
                  </a:extLst>
                </p:cNvPr>
                <p:cNvPicPr/>
                <p:nvPr/>
              </p:nvPicPr>
              <p:blipFill>
                <a:blip r:embed="rId402"/>
                <a:stretch>
                  <a:fillRect/>
                </a:stretch>
              </p:blipFill>
              <p:spPr>
                <a:xfrm>
                  <a:off x="8855302" y="4412204"/>
                  <a:ext cx="4392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3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B60FE7EA-4A4F-CB28-8226-1CDA688D6A94}"/>
                    </a:ext>
                  </a:extLst>
                </p14:cNvPr>
                <p14:cNvContentPartPr/>
                <p14:nvPr/>
              </p14:nvContentPartPr>
              <p14:xfrm>
                <a:off x="8516542" y="4239404"/>
                <a:ext cx="232200" cy="288720"/>
              </p14:xfrm>
            </p:contentPart>
          </mc:Choice>
          <mc:Fallback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B60FE7EA-4A4F-CB28-8226-1CDA688D6A94}"/>
                    </a:ext>
                  </a:extLst>
                </p:cNvPr>
                <p:cNvPicPr/>
                <p:nvPr/>
              </p:nvPicPr>
              <p:blipFill>
                <a:blip r:embed="rId404"/>
                <a:stretch>
                  <a:fillRect/>
                </a:stretch>
              </p:blipFill>
              <p:spPr>
                <a:xfrm>
                  <a:off x="8498542" y="4221404"/>
                  <a:ext cx="267840" cy="32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5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E265ACF1-669A-0B90-B102-139CC5CF0911}"/>
                    </a:ext>
                  </a:extLst>
                </p14:cNvPr>
                <p14:cNvContentPartPr/>
                <p14:nvPr/>
              </p14:nvContentPartPr>
              <p14:xfrm>
                <a:off x="9125302" y="4403924"/>
                <a:ext cx="187560" cy="48240"/>
              </p14:xfrm>
            </p:contentPart>
          </mc:Choice>
          <mc:Fallback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E265ACF1-669A-0B90-B102-139CC5CF0911}"/>
                    </a:ext>
                  </a:extLst>
                </p:cNvPr>
                <p:cNvPicPr/>
                <p:nvPr/>
              </p:nvPicPr>
              <p:blipFill>
                <a:blip r:embed="rId406"/>
                <a:stretch>
                  <a:fillRect/>
                </a:stretch>
              </p:blipFill>
              <p:spPr>
                <a:xfrm>
                  <a:off x="9107302" y="4385924"/>
                  <a:ext cx="22320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7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0C996333-5246-5BAA-1B17-421C50259CA3}"/>
                    </a:ext>
                  </a:extLst>
                </p14:cNvPr>
                <p14:cNvContentPartPr/>
                <p14:nvPr/>
              </p14:nvContentPartPr>
              <p14:xfrm>
                <a:off x="9120982" y="4537124"/>
                <a:ext cx="121680" cy="218160"/>
              </p14:xfrm>
            </p:contentPart>
          </mc:Choice>
          <mc:Fallback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0C996333-5246-5BAA-1B17-421C50259CA3}"/>
                    </a:ext>
                  </a:extLst>
                </p:cNvPr>
                <p:cNvPicPr/>
                <p:nvPr/>
              </p:nvPicPr>
              <p:blipFill>
                <a:blip r:embed="rId408"/>
                <a:stretch>
                  <a:fillRect/>
                </a:stretch>
              </p:blipFill>
              <p:spPr>
                <a:xfrm>
                  <a:off x="9103342" y="4519124"/>
                  <a:ext cx="15732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9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DF1C5944-48A1-965A-D027-5E1A137A97D7}"/>
                    </a:ext>
                  </a:extLst>
                </p14:cNvPr>
                <p14:cNvContentPartPr/>
                <p14:nvPr/>
              </p14:nvContentPartPr>
              <p14:xfrm>
                <a:off x="9110902" y="4554404"/>
                <a:ext cx="253440" cy="178560"/>
              </p14:xfrm>
            </p:contentPart>
          </mc:Choice>
          <mc:Fallback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DF1C5944-48A1-965A-D027-5E1A137A97D7}"/>
                    </a:ext>
                  </a:extLst>
                </p:cNvPr>
                <p:cNvPicPr/>
                <p:nvPr/>
              </p:nvPicPr>
              <p:blipFill>
                <a:blip r:embed="rId410"/>
                <a:stretch>
                  <a:fillRect/>
                </a:stretch>
              </p:blipFill>
              <p:spPr>
                <a:xfrm>
                  <a:off x="9092902" y="4536404"/>
                  <a:ext cx="28908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1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17E08631-789A-7C7A-DC84-0548B78A9972}"/>
                    </a:ext>
                  </a:extLst>
                </p14:cNvPr>
                <p14:cNvContentPartPr/>
                <p14:nvPr/>
              </p14:nvContentPartPr>
              <p14:xfrm>
                <a:off x="9901822" y="4218884"/>
                <a:ext cx="55440" cy="241200"/>
              </p14:xfrm>
            </p:contentPart>
          </mc:Choice>
          <mc:Fallback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17E08631-789A-7C7A-DC84-0548B78A9972}"/>
                    </a:ext>
                  </a:extLst>
                </p:cNvPr>
                <p:cNvPicPr/>
                <p:nvPr/>
              </p:nvPicPr>
              <p:blipFill>
                <a:blip r:embed="rId412"/>
                <a:stretch>
                  <a:fillRect/>
                </a:stretch>
              </p:blipFill>
              <p:spPr>
                <a:xfrm>
                  <a:off x="9883822" y="4201244"/>
                  <a:ext cx="9108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3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7E1D3D66-3C3F-4DFA-643F-DB0DF7880576}"/>
                    </a:ext>
                  </a:extLst>
                </p14:cNvPr>
                <p14:cNvContentPartPr/>
                <p14:nvPr/>
              </p14:nvContentPartPr>
              <p14:xfrm>
                <a:off x="1548335" y="1778742"/>
                <a:ext cx="10440" cy="19692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7E1D3D66-3C3F-4DFA-643F-DB0DF7880576}"/>
                    </a:ext>
                  </a:extLst>
                </p:cNvPr>
                <p:cNvPicPr/>
                <p:nvPr/>
              </p:nvPicPr>
              <p:blipFill>
                <a:blip r:embed="rId414"/>
                <a:stretch>
                  <a:fillRect/>
                </a:stretch>
              </p:blipFill>
              <p:spPr>
                <a:xfrm>
                  <a:off x="1530695" y="1760742"/>
                  <a:ext cx="4608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5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ED71DDCE-A592-5881-A8B3-97DAD6AC58F7}"/>
                    </a:ext>
                  </a:extLst>
                </p14:cNvPr>
                <p14:cNvContentPartPr/>
                <p14:nvPr/>
              </p14:nvContentPartPr>
              <p14:xfrm>
                <a:off x="1447175" y="1720782"/>
                <a:ext cx="241560" cy="6156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ED71DDCE-A592-5881-A8B3-97DAD6AC58F7}"/>
                    </a:ext>
                  </a:extLst>
                </p:cNvPr>
                <p:cNvPicPr/>
                <p:nvPr/>
              </p:nvPicPr>
              <p:blipFill>
                <a:blip r:embed="rId416"/>
                <a:stretch>
                  <a:fillRect/>
                </a:stretch>
              </p:blipFill>
              <p:spPr>
                <a:xfrm>
                  <a:off x="1429535" y="1703142"/>
                  <a:ext cx="27720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7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574FA750-FB50-453C-1A03-F8DA7BDB8B7A}"/>
                    </a:ext>
                  </a:extLst>
                </p14:cNvPr>
                <p14:cNvContentPartPr/>
                <p14:nvPr/>
              </p14:nvContentPartPr>
              <p14:xfrm>
                <a:off x="1493255" y="1844262"/>
                <a:ext cx="163800" cy="4500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574FA750-FB50-453C-1A03-F8DA7BDB8B7A}"/>
                    </a:ext>
                  </a:extLst>
                </p:cNvPr>
                <p:cNvPicPr/>
                <p:nvPr/>
              </p:nvPicPr>
              <p:blipFill>
                <a:blip r:embed="rId418"/>
                <a:stretch>
                  <a:fillRect/>
                </a:stretch>
              </p:blipFill>
              <p:spPr>
                <a:xfrm>
                  <a:off x="1475255" y="1826262"/>
                  <a:ext cx="19944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9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66CC4CCE-C453-F0C0-BB58-99CAC4DB41BF}"/>
                    </a:ext>
                  </a:extLst>
                </p14:cNvPr>
                <p14:cNvContentPartPr/>
                <p14:nvPr/>
              </p14:nvContentPartPr>
              <p14:xfrm>
                <a:off x="1686575" y="1940742"/>
                <a:ext cx="96480" cy="13644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66CC4CCE-C453-F0C0-BB58-99CAC4DB41BF}"/>
                    </a:ext>
                  </a:extLst>
                </p:cNvPr>
                <p:cNvPicPr/>
                <p:nvPr/>
              </p:nvPicPr>
              <p:blipFill>
                <a:blip r:embed="rId420"/>
                <a:stretch>
                  <a:fillRect/>
                </a:stretch>
              </p:blipFill>
              <p:spPr>
                <a:xfrm>
                  <a:off x="1668575" y="1923102"/>
                  <a:ext cx="13212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1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4CB17026-C89C-EB3C-3250-1ABDCB427F98}"/>
                    </a:ext>
                  </a:extLst>
                </p14:cNvPr>
                <p14:cNvContentPartPr/>
                <p14:nvPr/>
              </p14:nvContentPartPr>
              <p14:xfrm>
                <a:off x="1688015" y="1881342"/>
                <a:ext cx="135720" cy="3960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4CB17026-C89C-EB3C-3250-1ABDCB427F98}"/>
                    </a:ext>
                  </a:extLst>
                </p:cNvPr>
                <p:cNvPicPr/>
                <p:nvPr/>
              </p:nvPicPr>
              <p:blipFill>
                <a:blip r:embed="rId422"/>
                <a:stretch>
                  <a:fillRect/>
                </a:stretch>
              </p:blipFill>
              <p:spPr>
                <a:xfrm>
                  <a:off x="1670015" y="1863342"/>
                  <a:ext cx="17136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3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176CEA06-C0E4-C106-6982-4A2F085C50B4}"/>
                    </a:ext>
                  </a:extLst>
                </p14:cNvPr>
                <p14:cNvContentPartPr/>
                <p14:nvPr/>
              </p14:nvContentPartPr>
              <p14:xfrm>
                <a:off x="1459415" y="2083662"/>
                <a:ext cx="452880" cy="7632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176CEA06-C0E4-C106-6982-4A2F085C50B4}"/>
                    </a:ext>
                  </a:extLst>
                </p:cNvPr>
                <p:cNvPicPr/>
                <p:nvPr/>
              </p:nvPicPr>
              <p:blipFill>
                <a:blip r:embed="rId424"/>
                <a:stretch>
                  <a:fillRect/>
                </a:stretch>
              </p:blipFill>
              <p:spPr>
                <a:xfrm>
                  <a:off x="1441775" y="2065662"/>
                  <a:ext cx="48852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5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6A80D559-F4E9-FD20-EAA0-E1A06AD4F5F3}"/>
                    </a:ext>
                  </a:extLst>
                </p14:cNvPr>
                <p14:cNvContentPartPr/>
                <p14:nvPr/>
              </p14:nvContentPartPr>
              <p14:xfrm>
                <a:off x="1595135" y="2286342"/>
                <a:ext cx="14400" cy="17676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6A80D559-F4E9-FD20-EAA0-E1A06AD4F5F3}"/>
                    </a:ext>
                  </a:extLst>
                </p:cNvPr>
                <p:cNvPicPr/>
                <p:nvPr/>
              </p:nvPicPr>
              <p:blipFill>
                <a:blip r:embed="rId426"/>
                <a:stretch>
                  <a:fillRect/>
                </a:stretch>
              </p:blipFill>
              <p:spPr>
                <a:xfrm>
                  <a:off x="1577135" y="2268342"/>
                  <a:ext cx="5004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7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57175D4D-9A46-54A8-3635-2C6630C79599}"/>
                    </a:ext>
                  </a:extLst>
                </p14:cNvPr>
                <p14:cNvContentPartPr/>
                <p14:nvPr/>
              </p14:nvContentPartPr>
              <p14:xfrm>
                <a:off x="1546535" y="2192022"/>
                <a:ext cx="217800" cy="7920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57175D4D-9A46-54A8-3635-2C6630C79599}"/>
                    </a:ext>
                  </a:extLst>
                </p:cNvPr>
                <p:cNvPicPr/>
                <p:nvPr/>
              </p:nvPicPr>
              <p:blipFill>
                <a:blip r:embed="rId428"/>
                <a:stretch>
                  <a:fillRect/>
                </a:stretch>
              </p:blipFill>
              <p:spPr>
                <a:xfrm>
                  <a:off x="1528535" y="2174022"/>
                  <a:ext cx="25344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9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0E171EFC-CB17-E85B-EE06-F305EA299E7B}"/>
                    </a:ext>
                  </a:extLst>
                </p14:cNvPr>
                <p14:cNvContentPartPr/>
                <p14:nvPr/>
              </p14:nvContentPartPr>
              <p14:xfrm>
                <a:off x="1559495" y="2310102"/>
                <a:ext cx="163440" cy="4644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0E171EFC-CB17-E85B-EE06-F305EA299E7B}"/>
                    </a:ext>
                  </a:extLst>
                </p:cNvPr>
                <p:cNvPicPr/>
                <p:nvPr/>
              </p:nvPicPr>
              <p:blipFill>
                <a:blip r:embed="rId430"/>
                <a:stretch>
                  <a:fillRect/>
                </a:stretch>
              </p:blipFill>
              <p:spPr>
                <a:xfrm>
                  <a:off x="1541495" y="2292102"/>
                  <a:ext cx="19908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1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1569E8D7-D87C-3F3D-7A53-C7BC50578B30}"/>
                    </a:ext>
                  </a:extLst>
                </p14:cNvPr>
                <p14:cNvContentPartPr/>
                <p14:nvPr/>
              </p14:nvContentPartPr>
              <p14:xfrm>
                <a:off x="1678295" y="2419182"/>
                <a:ext cx="116640" cy="12852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1569E8D7-D87C-3F3D-7A53-C7BC50578B30}"/>
                    </a:ext>
                  </a:extLst>
                </p:cNvPr>
                <p:cNvPicPr/>
                <p:nvPr/>
              </p:nvPicPr>
              <p:blipFill>
                <a:blip r:embed="rId432"/>
                <a:stretch>
                  <a:fillRect/>
                </a:stretch>
              </p:blipFill>
              <p:spPr>
                <a:xfrm>
                  <a:off x="1660655" y="2401182"/>
                  <a:ext cx="15228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3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E0B3289F-9A0D-B2D0-512F-CA7060F1FF2C}"/>
                    </a:ext>
                  </a:extLst>
                </p14:cNvPr>
                <p14:cNvContentPartPr/>
                <p14:nvPr/>
              </p14:nvContentPartPr>
              <p14:xfrm>
                <a:off x="1670375" y="2337822"/>
                <a:ext cx="127800" cy="20376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E0B3289F-9A0D-B2D0-512F-CA7060F1FF2C}"/>
                    </a:ext>
                  </a:extLst>
                </p:cNvPr>
                <p:cNvPicPr/>
                <p:nvPr/>
              </p:nvPicPr>
              <p:blipFill>
                <a:blip r:embed="rId434"/>
                <a:stretch>
                  <a:fillRect/>
                </a:stretch>
              </p:blipFill>
              <p:spPr>
                <a:xfrm>
                  <a:off x="1652375" y="2319822"/>
                  <a:ext cx="16344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5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B67C037C-D087-8E53-E00A-C862966DF08D}"/>
                    </a:ext>
                  </a:extLst>
                </p14:cNvPr>
                <p14:cNvContentPartPr/>
                <p14:nvPr/>
              </p14:nvContentPartPr>
              <p14:xfrm>
                <a:off x="2180855" y="2051622"/>
                <a:ext cx="5760" cy="1872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B67C037C-D087-8E53-E00A-C862966DF08D}"/>
                    </a:ext>
                  </a:extLst>
                </p:cNvPr>
                <p:cNvPicPr/>
                <p:nvPr/>
              </p:nvPicPr>
              <p:blipFill>
                <a:blip r:embed="rId436"/>
                <a:stretch>
                  <a:fillRect/>
                </a:stretch>
              </p:blipFill>
              <p:spPr>
                <a:xfrm>
                  <a:off x="2163215" y="2033622"/>
                  <a:ext cx="4140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7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528B17E8-9464-C08D-30F4-955BBA31E2A2}"/>
                    </a:ext>
                  </a:extLst>
                </p14:cNvPr>
                <p14:cNvContentPartPr/>
                <p14:nvPr/>
              </p14:nvContentPartPr>
              <p14:xfrm>
                <a:off x="2224055" y="2166822"/>
                <a:ext cx="47520" cy="13572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528B17E8-9464-C08D-30F4-955BBA31E2A2}"/>
                    </a:ext>
                  </a:extLst>
                </p:cNvPr>
                <p:cNvPicPr/>
                <p:nvPr/>
              </p:nvPicPr>
              <p:blipFill>
                <a:blip r:embed="rId438"/>
                <a:stretch>
                  <a:fillRect/>
                </a:stretch>
              </p:blipFill>
              <p:spPr>
                <a:xfrm>
                  <a:off x="2206055" y="2148822"/>
                  <a:ext cx="8316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9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7A0ADCB7-01C5-CF34-902A-5086BA39AEF7}"/>
                    </a:ext>
                  </a:extLst>
                </p14:cNvPr>
                <p14:cNvContentPartPr/>
                <p14:nvPr/>
              </p14:nvContentPartPr>
              <p14:xfrm>
                <a:off x="1527815" y="978462"/>
                <a:ext cx="38160" cy="27360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7A0ADCB7-01C5-CF34-902A-5086BA39AEF7}"/>
                    </a:ext>
                  </a:extLst>
                </p:cNvPr>
                <p:cNvPicPr/>
                <p:nvPr/>
              </p:nvPicPr>
              <p:blipFill>
                <a:blip r:embed="rId440"/>
                <a:stretch>
                  <a:fillRect/>
                </a:stretch>
              </p:blipFill>
              <p:spPr>
                <a:xfrm>
                  <a:off x="1509815" y="960822"/>
                  <a:ext cx="7380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1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0F8EA80D-84B6-E6C5-5BED-0AC3AB7A00F5}"/>
                    </a:ext>
                  </a:extLst>
                </p14:cNvPr>
                <p14:cNvContentPartPr/>
                <p14:nvPr/>
              </p14:nvContentPartPr>
              <p14:xfrm>
                <a:off x="1473095" y="1036782"/>
                <a:ext cx="4470480" cy="10152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0F8EA80D-84B6-E6C5-5BED-0AC3AB7A00F5}"/>
                    </a:ext>
                  </a:extLst>
                </p:cNvPr>
                <p:cNvPicPr/>
                <p:nvPr/>
              </p:nvPicPr>
              <p:blipFill>
                <a:blip r:embed="rId442"/>
                <a:stretch>
                  <a:fillRect/>
                </a:stretch>
              </p:blipFill>
              <p:spPr>
                <a:xfrm>
                  <a:off x="1455455" y="1019142"/>
                  <a:ext cx="450612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3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3C3D6F98-0D51-8974-1CF1-96B104F1728B}"/>
                    </a:ext>
                  </a:extLst>
                </p14:cNvPr>
                <p14:cNvContentPartPr/>
                <p14:nvPr/>
              </p14:nvContentPartPr>
              <p14:xfrm>
                <a:off x="5976695" y="932382"/>
                <a:ext cx="50400" cy="1947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3C3D6F98-0D51-8974-1CF1-96B104F1728B}"/>
                    </a:ext>
                  </a:extLst>
                </p:cNvPr>
                <p:cNvPicPr/>
                <p:nvPr/>
              </p:nvPicPr>
              <p:blipFill>
                <a:blip r:embed="rId444"/>
                <a:stretch>
                  <a:fillRect/>
                </a:stretch>
              </p:blipFill>
              <p:spPr>
                <a:xfrm>
                  <a:off x="5959055" y="914382"/>
                  <a:ext cx="8604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5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0B9FF5F3-BC08-F1FF-0F66-324126740AC6}"/>
                    </a:ext>
                  </a:extLst>
                </p14:cNvPr>
                <p14:cNvContentPartPr/>
                <p14:nvPr/>
              </p14:nvContentPartPr>
              <p14:xfrm>
                <a:off x="1167455" y="1433502"/>
                <a:ext cx="108000" cy="1872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0B9FF5F3-BC08-F1FF-0F66-324126740AC6}"/>
                    </a:ext>
                  </a:extLst>
                </p:cNvPr>
                <p:cNvPicPr/>
                <p:nvPr/>
              </p:nvPicPr>
              <p:blipFill>
                <a:blip r:embed="rId446"/>
                <a:stretch>
                  <a:fillRect/>
                </a:stretch>
              </p:blipFill>
              <p:spPr>
                <a:xfrm>
                  <a:off x="1149455" y="1415862"/>
                  <a:ext cx="14364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7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7C9F4D40-7DD3-E348-EE75-B1B5CF6F9EF6}"/>
                    </a:ext>
                  </a:extLst>
                </p14:cNvPr>
                <p14:cNvContentPartPr/>
                <p14:nvPr/>
              </p14:nvContentPartPr>
              <p14:xfrm>
                <a:off x="1297415" y="1341342"/>
                <a:ext cx="164160" cy="15408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7C9F4D40-7DD3-E348-EE75-B1B5CF6F9EF6}"/>
                    </a:ext>
                  </a:extLst>
                </p:cNvPr>
                <p:cNvPicPr/>
                <p:nvPr/>
              </p:nvPicPr>
              <p:blipFill>
                <a:blip r:embed="rId448"/>
                <a:stretch>
                  <a:fillRect/>
                </a:stretch>
              </p:blipFill>
              <p:spPr>
                <a:xfrm>
                  <a:off x="1279415" y="1323342"/>
                  <a:ext cx="19980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9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5F054C88-A86B-BA42-0495-CDDC59D984EC}"/>
                    </a:ext>
                  </a:extLst>
                </p14:cNvPr>
                <p14:cNvContentPartPr/>
                <p14:nvPr/>
              </p14:nvContentPartPr>
              <p14:xfrm>
                <a:off x="6084695" y="1144422"/>
                <a:ext cx="177480" cy="2127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5F054C88-A86B-BA42-0495-CDDC59D984EC}"/>
                    </a:ext>
                  </a:extLst>
                </p:cNvPr>
                <p:cNvPicPr/>
                <p:nvPr/>
              </p:nvPicPr>
              <p:blipFill>
                <a:blip r:embed="rId450"/>
                <a:stretch>
                  <a:fillRect/>
                </a:stretch>
              </p:blipFill>
              <p:spPr>
                <a:xfrm>
                  <a:off x="6066695" y="1126782"/>
                  <a:ext cx="21312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1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3DDE1DA7-3D06-242F-8D8F-878F91BF8282}"/>
                    </a:ext>
                  </a:extLst>
                </p14:cNvPr>
                <p14:cNvContentPartPr/>
                <p14:nvPr/>
              </p14:nvContentPartPr>
              <p14:xfrm>
                <a:off x="2204975" y="1016622"/>
                <a:ext cx="5040" cy="15732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3DDE1DA7-3D06-242F-8D8F-878F91BF8282}"/>
                    </a:ext>
                  </a:extLst>
                </p:cNvPr>
                <p:cNvPicPr/>
                <p:nvPr/>
              </p:nvPicPr>
              <p:blipFill>
                <a:blip r:embed="rId452"/>
                <a:stretch>
                  <a:fillRect/>
                </a:stretch>
              </p:blipFill>
              <p:spPr>
                <a:xfrm>
                  <a:off x="2186975" y="998622"/>
                  <a:ext cx="4068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3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1EAB4878-B091-B34B-8C5E-35CB974FB25F}"/>
                    </a:ext>
                  </a:extLst>
                </p14:cNvPr>
                <p14:cNvContentPartPr/>
                <p14:nvPr/>
              </p14:nvContentPartPr>
              <p14:xfrm>
                <a:off x="5322215" y="974862"/>
                <a:ext cx="49320" cy="15048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1EAB4878-B091-B34B-8C5E-35CB974FB25F}"/>
                    </a:ext>
                  </a:extLst>
                </p:cNvPr>
                <p:cNvPicPr/>
                <p:nvPr/>
              </p:nvPicPr>
              <p:blipFill>
                <a:blip r:embed="rId454"/>
                <a:stretch>
                  <a:fillRect/>
                </a:stretch>
              </p:blipFill>
              <p:spPr>
                <a:xfrm>
                  <a:off x="5304215" y="956862"/>
                  <a:ext cx="8496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5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4AE2AB91-7776-54DC-78E8-7AC47C073584}"/>
                    </a:ext>
                  </a:extLst>
                </p14:cNvPr>
                <p14:cNvContentPartPr/>
                <p14:nvPr/>
              </p14:nvContentPartPr>
              <p14:xfrm>
                <a:off x="1641935" y="1307502"/>
                <a:ext cx="442080" cy="6156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4AE2AB91-7776-54DC-78E8-7AC47C073584}"/>
                    </a:ext>
                  </a:extLst>
                </p:cNvPr>
                <p:cNvPicPr/>
                <p:nvPr/>
              </p:nvPicPr>
              <p:blipFill>
                <a:blip r:embed="rId456"/>
                <a:stretch>
                  <a:fillRect/>
                </a:stretch>
              </p:blipFill>
              <p:spPr>
                <a:xfrm>
                  <a:off x="1624295" y="1289502"/>
                  <a:ext cx="47772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7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94963276-5F6E-0FB2-5636-C2C752D97837}"/>
                    </a:ext>
                  </a:extLst>
                </p14:cNvPr>
                <p14:cNvContentPartPr/>
                <p14:nvPr/>
              </p14:nvContentPartPr>
              <p14:xfrm>
                <a:off x="2060255" y="1263942"/>
                <a:ext cx="145080" cy="13932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94963276-5F6E-0FB2-5636-C2C752D97837}"/>
                    </a:ext>
                  </a:extLst>
                </p:cNvPr>
                <p:cNvPicPr/>
                <p:nvPr/>
              </p:nvPicPr>
              <p:blipFill>
                <a:blip r:embed="rId458"/>
                <a:stretch>
                  <a:fillRect/>
                </a:stretch>
              </p:blipFill>
              <p:spPr>
                <a:xfrm>
                  <a:off x="2042615" y="1246302"/>
                  <a:ext cx="18072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9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6766E7C1-3155-1A1E-0362-C51B92A54ABB}"/>
                    </a:ext>
                  </a:extLst>
                </p14:cNvPr>
                <p14:cNvContentPartPr/>
                <p14:nvPr/>
              </p14:nvContentPartPr>
              <p14:xfrm>
                <a:off x="1578215" y="1272942"/>
                <a:ext cx="146160" cy="16380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6766E7C1-3155-1A1E-0362-C51B92A54ABB}"/>
                    </a:ext>
                  </a:extLst>
                </p:cNvPr>
                <p:cNvPicPr/>
                <p:nvPr/>
              </p:nvPicPr>
              <p:blipFill>
                <a:blip r:embed="rId460"/>
                <a:stretch>
                  <a:fillRect/>
                </a:stretch>
              </p:blipFill>
              <p:spPr>
                <a:xfrm>
                  <a:off x="1560575" y="1254942"/>
                  <a:ext cx="18180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1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3F73F123-ABFA-8EAB-F444-D362E5FFC9A2}"/>
                    </a:ext>
                  </a:extLst>
                </p14:cNvPr>
                <p14:cNvContentPartPr/>
                <p14:nvPr/>
              </p14:nvContentPartPr>
              <p14:xfrm>
                <a:off x="5431295" y="1244502"/>
                <a:ext cx="454680" cy="5472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3F73F123-ABFA-8EAB-F444-D362E5FFC9A2}"/>
                    </a:ext>
                  </a:extLst>
                </p:cNvPr>
                <p:cNvPicPr/>
                <p:nvPr/>
              </p:nvPicPr>
              <p:blipFill>
                <a:blip r:embed="rId462"/>
                <a:stretch>
                  <a:fillRect/>
                </a:stretch>
              </p:blipFill>
              <p:spPr>
                <a:xfrm>
                  <a:off x="5413295" y="1226862"/>
                  <a:ext cx="49032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3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59AB70C6-44DE-F879-B147-DE62AE2CCEAA}"/>
                    </a:ext>
                  </a:extLst>
                </p14:cNvPr>
                <p14:cNvContentPartPr/>
                <p14:nvPr/>
              </p14:nvContentPartPr>
              <p14:xfrm>
                <a:off x="5433095" y="1191222"/>
                <a:ext cx="135000" cy="11556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59AB70C6-44DE-F879-B147-DE62AE2CCEAA}"/>
                    </a:ext>
                  </a:extLst>
                </p:cNvPr>
                <p:cNvPicPr/>
                <p:nvPr/>
              </p:nvPicPr>
              <p:blipFill>
                <a:blip r:embed="rId464"/>
                <a:stretch>
                  <a:fillRect/>
                </a:stretch>
              </p:blipFill>
              <p:spPr>
                <a:xfrm>
                  <a:off x="5415095" y="1173222"/>
                  <a:ext cx="17064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5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C36C87C7-1638-FDB3-C0BF-166A6289CB8F}"/>
                    </a:ext>
                  </a:extLst>
                </p14:cNvPr>
                <p14:cNvContentPartPr/>
                <p14:nvPr/>
              </p14:nvContentPartPr>
              <p14:xfrm>
                <a:off x="5847095" y="1205262"/>
                <a:ext cx="140760" cy="16704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C36C87C7-1638-FDB3-C0BF-166A6289CB8F}"/>
                    </a:ext>
                  </a:extLst>
                </p:cNvPr>
                <p:cNvPicPr/>
                <p:nvPr/>
              </p:nvPicPr>
              <p:blipFill>
                <a:blip r:embed="rId466"/>
                <a:stretch>
                  <a:fillRect/>
                </a:stretch>
              </p:blipFill>
              <p:spPr>
                <a:xfrm>
                  <a:off x="5829095" y="1187262"/>
                  <a:ext cx="17640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7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B652FF4A-348C-8653-E517-46B371663C29}"/>
                    </a:ext>
                  </a:extLst>
                </p14:cNvPr>
                <p14:cNvContentPartPr/>
                <p14:nvPr/>
              </p14:nvContentPartPr>
              <p14:xfrm>
                <a:off x="2216495" y="1206342"/>
                <a:ext cx="16560" cy="4032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B652FF4A-348C-8653-E517-46B371663C29}"/>
                    </a:ext>
                  </a:extLst>
                </p:cNvPr>
                <p:cNvPicPr/>
                <p:nvPr/>
              </p:nvPicPr>
              <p:blipFill>
                <a:blip r:embed="rId468"/>
                <a:stretch>
                  <a:fillRect/>
                </a:stretch>
              </p:blipFill>
              <p:spPr>
                <a:xfrm>
                  <a:off x="2198495" y="1188342"/>
                  <a:ext cx="5220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9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B356D20A-333C-8196-D9BA-17DAE3C8ED8D}"/>
                    </a:ext>
                  </a:extLst>
                </p14:cNvPr>
                <p14:cNvContentPartPr/>
                <p14:nvPr/>
              </p14:nvContentPartPr>
              <p14:xfrm>
                <a:off x="2217575" y="1185102"/>
                <a:ext cx="38160" cy="11412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B356D20A-333C-8196-D9BA-17DAE3C8ED8D}"/>
                    </a:ext>
                  </a:extLst>
                </p:cNvPr>
                <p:cNvPicPr/>
                <p:nvPr/>
              </p:nvPicPr>
              <p:blipFill>
                <a:blip r:embed="rId470"/>
                <a:stretch>
                  <a:fillRect/>
                </a:stretch>
              </p:blipFill>
              <p:spPr>
                <a:xfrm>
                  <a:off x="2199935" y="1167102"/>
                  <a:ext cx="7380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1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99CF1403-9AB6-086D-C1A8-FC6AC6FFACA4}"/>
                    </a:ext>
                  </a:extLst>
                </p14:cNvPr>
                <p14:cNvContentPartPr/>
                <p14:nvPr/>
              </p14:nvContentPartPr>
              <p14:xfrm>
                <a:off x="2229095" y="1204182"/>
                <a:ext cx="23760" cy="20448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99CF1403-9AB6-086D-C1A8-FC6AC6FFACA4}"/>
                    </a:ext>
                  </a:extLst>
                </p:cNvPr>
                <p:cNvPicPr/>
                <p:nvPr/>
              </p:nvPicPr>
              <p:blipFill>
                <a:blip r:embed="rId472"/>
                <a:stretch>
                  <a:fillRect/>
                </a:stretch>
              </p:blipFill>
              <p:spPr>
                <a:xfrm>
                  <a:off x="2211455" y="1186182"/>
                  <a:ext cx="5940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3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A165DF25-C132-3CF3-E3F1-3A90DB70133E}"/>
                    </a:ext>
                  </a:extLst>
                </p14:cNvPr>
                <p14:cNvContentPartPr/>
                <p14:nvPr/>
              </p14:nvContentPartPr>
              <p14:xfrm>
                <a:off x="1106975" y="1282662"/>
                <a:ext cx="292320" cy="17892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A165DF25-C132-3CF3-E3F1-3A90DB70133E}"/>
                    </a:ext>
                  </a:extLst>
                </p:cNvPr>
                <p:cNvPicPr/>
                <p:nvPr/>
              </p:nvPicPr>
              <p:blipFill>
                <a:blip r:embed="rId474"/>
                <a:stretch>
                  <a:fillRect/>
                </a:stretch>
              </p:blipFill>
              <p:spPr>
                <a:xfrm>
                  <a:off x="1089335" y="1265022"/>
                  <a:ext cx="32796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5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0C0E6405-6CA3-0FBD-FEF5-F78759B0E240}"/>
                    </a:ext>
                  </a:extLst>
                </p14:cNvPr>
                <p14:cNvContentPartPr/>
                <p14:nvPr/>
              </p14:nvContentPartPr>
              <p14:xfrm>
                <a:off x="1559495" y="1461942"/>
                <a:ext cx="3960" cy="720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0C0E6405-6CA3-0FBD-FEF5-F78759B0E240}"/>
                    </a:ext>
                  </a:extLst>
                </p:cNvPr>
                <p:cNvPicPr/>
                <p:nvPr/>
              </p:nvPicPr>
              <p:blipFill>
                <a:blip r:embed="rId476"/>
                <a:stretch>
                  <a:fillRect/>
                </a:stretch>
              </p:blipFill>
              <p:spPr>
                <a:xfrm>
                  <a:off x="1541495" y="1443942"/>
                  <a:ext cx="3960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7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A0247144-776C-6EEF-59E6-086FE60ED0D8}"/>
                    </a:ext>
                  </a:extLst>
                </p14:cNvPr>
                <p14:cNvContentPartPr/>
                <p14:nvPr/>
              </p14:nvContentPartPr>
              <p14:xfrm>
                <a:off x="6023495" y="2030742"/>
                <a:ext cx="278280" cy="1944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A0247144-776C-6EEF-59E6-086FE60ED0D8}"/>
                    </a:ext>
                  </a:extLst>
                </p:cNvPr>
                <p:cNvPicPr/>
                <p:nvPr/>
              </p:nvPicPr>
              <p:blipFill>
                <a:blip r:embed="rId478"/>
                <a:stretch>
                  <a:fillRect/>
                </a:stretch>
              </p:blipFill>
              <p:spPr>
                <a:xfrm>
                  <a:off x="6005495" y="2013102"/>
                  <a:ext cx="31392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9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87CFB795-49A2-90BF-C7AD-CAEBA8B81DE5}"/>
                    </a:ext>
                  </a:extLst>
                </p14:cNvPr>
                <p14:cNvContentPartPr/>
                <p14:nvPr/>
              </p14:nvContentPartPr>
              <p14:xfrm>
                <a:off x="6060935" y="2088342"/>
                <a:ext cx="110520" cy="1620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87CFB795-49A2-90BF-C7AD-CAEBA8B81DE5}"/>
                    </a:ext>
                  </a:extLst>
                </p:cNvPr>
                <p:cNvPicPr/>
                <p:nvPr/>
              </p:nvPicPr>
              <p:blipFill>
                <a:blip r:embed="rId480"/>
                <a:stretch>
                  <a:fillRect/>
                </a:stretch>
              </p:blipFill>
              <p:spPr>
                <a:xfrm>
                  <a:off x="6042935" y="2070702"/>
                  <a:ext cx="14616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1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73AA82A0-030D-A572-EAC2-F647D8561ADA}"/>
                    </a:ext>
                  </a:extLst>
                </p14:cNvPr>
                <p14:cNvContentPartPr/>
                <p14:nvPr/>
              </p14:nvContentPartPr>
              <p14:xfrm>
                <a:off x="2213615" y="1078542"/>
                <a:ext cx="1440" cy="2736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73AA82A0-030D-A572-EAC2-F647D8561ADA}"/>
                    </a:ext>
                  </a:extLst>
                </p:cNvPr>
                <p:cNvPicPr/>
                <p:nvPr/>
              </p:nvPicPr>
              <p:blipFill>
                <a:blip r:embed="rId482"/>
                <a:stretch>
                  <a:fillRect/>
                </a:stretch>
              </p:blipFill>
              <p:spPr>
                <a:xfrm>
                  <a:off x="2195615" y="1060542"/>
                  <a:ext cx="3708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3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98522FF8-4FDF-25E1-04D2-BB67201CEBE1}"/>
                    </a:ext>
                  </a:extLst>
                </p14:cNvPr>
                <p14:cNvContentPartPr/>
                <p14:nvPr/>
              </p14:nvContentPartPr>
              <p14:xfrm>
                <a:off x="2742455" y="1990782"/>
                <a:ext cx="75240" cy="21744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98522FF8-4FDF-25E1-04D2-BB67201CEBE1}"/>
                    </a:ext>
                  </a:extLst>
                </p:cNvPr>
                <p:cNvPicPr/>
                <p:nvPr/>
              </p:nvPicPr>
              <p:blipFill>
                <a:blip r:embed="rId484"/>
                <a:stretch>
                  <a:fillRect/>
                </a:stretch>
              </p:blipFill>
              <p:spPr>
                <a:xfrm>
                  <a:off x="2724815" y="1972782"/>
                  <a:ext cx="11088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5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F1B6BB61-2210-911F-2EEA-C1ED4BD7714E}"/>
                    </a:ext>
                  </a:extLst>
                </p14:cNvPr>
                <p14:cNvContentPartPr/>
                <p14:nvPr/>
              </p14:nvContentPartPr>
              <p14:xfrm>
                <a:off x="2965655" y="2046942"/>
                <a:ext cx="135000" cy="3204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F1B6BB61-2210-911F-2EEA-C1ED4BD7714E}"/>
                    </a:ext>
                  </a:extLst>
                </p:cNvPr>
                <p:cNvPicPr/>
                <p:nvPr/>
              </p:nvPicPr>
              <p:blipFill>
                <a:blip r:embed="rId486"/>
                <a:stretch>
                  <a:fillRect/>
                </a:stretch>
              </p:blipFill>
              <p:spPr>
                <a:xfrm>
                  <a:off x="2947655" y="2028942"/>
                  <a:ext cx="17064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7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F0744AD8-36C8-01AD-DC7B-098C42FB45AE}"/>
                    </a:ext>
                  </a:extLst>
                </p14:cNvPr>
                <p14:cNvContentPartPr/>
                <p14:nvPr/>
              </p14:nvContentPartPr>
              <p14:xfrm>
                <a:off x="3527615" y="1746342"/>
                <a:ext cx="30600" cy="20196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F0744AD8-36C8-01AD-DC7B-098C42FB45AE}"/>
                    </a:ext>
                  </a:extLst>
                </p:cNvPr>
                <p:cNvPicPr/>
                <p:nvPr/>
              </p:nvPicPr>
              <p:blipFill>
                <a:blip r:embed="rId488"/>
                <a:stretch>
                  <a:fillRect/>
                </a:stretch>
              </p:blipFill>
              <p:spPr>
                <a:xfrm>
                  <a:off x="3509615" y="1728702"/>
                  <a:ext cx="6624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9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ACFB3112-7333-524D-B5F1-1766E32AE9FC}"/>
                    </a:ext>
                  </a:extLst>
                </p14:cNvPr>
                <p14:cNvContentPartPr/>
                <p14:nvPr/>
              </p14:nvContentPartPr>
              <p14:xfrm>
                <a:off x="3452375" y="1730862"/>
                <a:ext cx="197280" cy="5292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ACFB3112-7333-524D-B5F1-1766E32AE9FC}"/>
                    </a:ext>
                  </a:extLst>
                </p:cNvPr>
                <p:cNvPicPr/>
                <p:nvPr/>
              </p:nvPicPr>
              <p:blipFill>
                <a:blip r:embed="rId490"/>
                <a:stretch>
                  <a:fillRect/>
                </a:stretch>
              </p:blipFill>
              <p:spPr>
                <a:xfrm>
                  <a:off x="3434735" y="1712862"/>
                  <a:ext cx="23292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1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BC351DB0-6106-9A71-2B9C-55BE169A9E3F}"/>
                    </a:ext>
                  </a:extLst>
                </p14:cNvPr>
                <p14:cNvContentPartPr/>
                <p14:nvPr/>
              </p14:nvContentPartPr>
              <p14:xfrm>
                <a:off x="3476135" y="1858302"/>
                <a:ext cx="174960" cy="2016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BC351DB0-6106-9A71-2B9C-55BE169A9E3F}"/>
                    </a:ext>
                  </a:extLst>
                </p:cNvPr>
                <p:cNvPicPr/>
                <p:nvPr/>
              </p:nvPicPr>
              <p:blipFill>
                <a:blip r:embed="rId492"/>
                <a:stretch>
                  <a:fillRect/>
                </a:stretch>
              </p:blipFill>
              <p:spPr>
                <a:xfrm>
                  <a:off x="3458495" y="1840302"/>
                  <a:ext cx="21060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3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6F6B626A-0D9B-C29E-03E6-A5D21D1A7321}"/>
                    </a:ext>
                  </a:extLst>
                </p14:cNvPr>
                <p14:cNvContentPartPr/>
                <p14:nvPr/>
              </p14:nvContentPartPr>
              <p14:xfrm>
                <a:off x="3650735" y="1929582"/>
                <a:ext cx="82080" cy="13644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6F6B626A-0D9B-C29E-03E6-A5D21D1A7321}"/>
                    </a:ext>
                  </a:extLst>
                </p:cNvPr>
                <p:cNvPicPr/>
                <p:nvPr/>
              </p:nvPicPr>
              <p:blipFill>
                <a:blip r:embed="rId494"/>
                <a:stretch>
                  <a:fillRect/>
                </a:stretch>
              </p:blipFill>
              <p:spPr>
                <a:xfrm>
                  <a:off x="3633095" y="1911942"/>
                  <a:ext cx="11772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5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86E8BCAC-4128-4329-E1BB-3135860CF30B}"/>
                    </a:ext>
                  </a:extLst>
                </p14:cNvPr>
                <p14:cNvContentPartPr/>
                <p14:nvPr/>
              </p14:nvContentPartPr>
              <p14:xfrm>
                <a:off x="3650735" y="1861902"/>
                <a:ext cx="166320" cy="5004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86E8BCAC-4128-4329-E1BB-3135860CF30B}"/>
                    </a:ext>
                  </a:extLst>
                </p:cNvPr>
                <p:cNvPicPr/>
                <p:nvPr/>
              </p:nvPicPr>
              <p:blipFill>
                <a:blip r:embed="rId496"/>
                <a:stretch>
                  <a:fillRect/>
                </a:stretch>
              </p:blipFill>
              <p:spPr>
                <a:xfrm>
                  <a:off x="3633095" y="1843902"/>
                  <a:ext cx="20196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7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ECCA7D9A-C353-B857-A142-8A9FAB93EBBD}"/>
                    </a:ext>
                  </a:extLst>
                </p14:cNvPr>
                <p14:cNvContentPartPr/>
                <p14:nvPr/>
              </p14:nvContentPartPr>
              <p14:xfrm>
                <a:off x="3409535" y="2099862"/>
                <a:ext cx="391320" cy="3708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ECCA7D9A-C353-B857-A142-8A9FAB93EBBD}"/>
                    </a:ext>
                  </a:extLst>
                </p:cNvPr>
                <p:cNvPicPr/>
                <p:nvPr/>
              </p:nvPicPr>
              <p:blipFill>
                <a:blip r:embed="rId498"/>
                <a:stretch>
                  <a:fillRect/>
                </a:stretch>
              </p:blipFill>
              <p:spPr>
                <a:xfrm>
                  <a:off x="3391535" y="2082222"/>
                  <a:ext cx="42696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9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D07573A3-0DC6-773B-ADB7-3BFD7FE49227}"/>
                    </a:ext>
                  </a:extLst>
                </p14:cNvPr>
                <p14:cNvContentPartPr/>
                <p14:nvPr/>
              </p14:nvContentPartPr>
              <p14:xfrm>
                <a:off x="3520415" y="2243862"/>
                <a:ext cx="38880" cy="20772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D07573A3-0DC6-773B-ADB7-3BFD7FE49227}"/>
                    </a:ext>
                  </a:extLst>
                </p:cNvPr>
                <p:cNvPicPr/>
                <p:nvPr/>
              </p:nvPicPr>
              <p:blipFill>
                <a:blip r:embed="rId500"/>
                <a:stretch>
                  <a:fillRect/>
                </a:stretch>
              </p:blipFill>
              <p:spPr>
                <a:xfrm>
                  <a:off x="3502415" y="2225862"/>
                  <a:ext cx="7452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1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5E7D5413-AFCB-749B-08F8-911D278FF916}"/>
                    </a:ext>
                  </a:extLst>
                </p14:cNvPr>
                <p14:cNvContentPartPr/>
                <p14:nvPr/>
              </p14:nvContentPartPr>
              <p14:xfrm>
                <a:off x="3498815" y="2208222"/>
                <a:ext cx="196200" cy="4860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5E7D5413-AFCB-749B-08F8-911D278FF916}"/>
                    </a:ext>
                  </a:extLst>
                </p:cNvPr>
                <p:cNvPicPr/>
                <p:nvPr/>
              </p:nvPicPr>
              <p:blipFill>
                <a:blip r:embed="rId502"/>
                <a:stretch>
                  <a:fillRect/>
                </a:stretch>
              </p:blipFill>
              <p:spPr>
                <a:xfrm>
                  <a:off x="3481175" y="2190582"/>
                  <a:ext cx="23184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3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93AFA22F-9E39-9572-C42B-278B76C0A974}"/>
                    </a:ext>
                  </a:extLst>
                </p14:cNvPr>
                <p14:cNvContentPartPr/>
                <p14:nvPr/>
              </p14:nvContentPartPr>
              <p14:xfrm>
                <a:off x="3511775" y="2329182"/>
                <a:ext cx="122760" cy="2628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93AFA22F-9E39-9572-C42B-278B76C0A974}"/>
                    </a:ext>
                  </a:extLst>
                </p:cNvPr>
                <p:cNvPicPr/>
                <p:nvPr/>
              </p:nvPicPr>
              <p:blipFill>
                <a:blip r:embed="rId504"/>
                <a:stretch>
                  <a:fillRect/>
                </a:stretch>
              </p:blipFill>
              <p:spPr>
                <a:xfrm>
                  <a:off x="3494135" y="2311182"/>
                  <a:ext cx="15840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5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EF2A6F08-872B-D517-E984-16A0F61535F3}"/>
                    </a:ext>
                  </a:extLst>
                </p14:cNvPr>
                <p14:cNvContentPartPr/>
                <p14:nvPr/>
              </p14:nvContentPartPr>
              <p14:xfrm>
                <a:off x="3629495" y="2354022"/>
                <a:ext cx="147240" cy="17748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EF2A6F08-872B-D517-E984-16A0F61535F3}"/>
                    </a:ext>
                  </a:extLst>
                </p:cNvPr>
                <p:cNvPicPr/>
                <p:nvPr/>
              </p:nvPicPr>
              <p:blipFill>
                <a:blip r:embed="rId506"/>
                <a:stretch>
                  <a:fillRect/>
                </a:stretch>
              </p:blipFill>
              <p:spPr>
                <a:xfrm>
                  <a:off x="3611495" y="2336382"/>
                  <a:ext cx="18288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7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3F7E3667-3470-5A21-1DD6-5F386E1471D4}"/>
                    </a:ext>
                  </a:extLst>
                </p14:cNvPr>
                <p14:cNvContentPartPr/>
                <p14:nvPr/>
              </p14:nvContentPartPr>
              <p14:xfrm>
                <a:off x="1558102" y="1495276"/>
                <a:ext cx="2892240" cy="204840"/>
              </p14:xfrm>
            </p:contentPart>
          </mc:Choice>
          <mc:Fallback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3F7E3667-3470-5A21-1DD6-5F386E1471D4}"/>
                    </a:ext>
                  </a:extLst>
                </p:cNvPr>
                <p:cNvPicPr/>
                <p:nvPr/>
              </p:nvPicPr>
              <p:blipFill>
                <a:blip r:embed="rId508"/>
                <a:stretch>
                  <a:fillRect/>
                </a:stretch>
              </p:blipFill>
              <p:spPr>
                <a:xfrm>
                  <a:off x="1551982" y="1489156"/>
                  <a:ext cx="290448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9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79315189-1D79-A82D-630D-D3C71EEC32B1}"/>
                    </a:ext>
                  </a:extLst>
                </p14:cNvPr>
                <p14:cNvContentPartPr/>
                <p14:nvPr/>
              </p14:nvContentPartPr>
              <p14:xfrm>
                <a:off x="1573942" y="1513276"/>
                <a:ext cx="63720" cy="153360"/>
              </p14:xfrm>
            </p:contentPart>
          </mc:Choice>
          <mc:Fallback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79315189-1D79-A82D-630D-D3C71EEC32B1}"/>
                    </a:ext>
                  </a:extLst>
                </p:cNvPr>
                <p:cNvPicPr/>
                <p:nvPr/>
              </p:nvPicPr>
              <p:blipFill>
                <a:blip r:embed="rId510"/>
                <a:stretch>
                  <a:fillRect/>
                </a:stretch>
              </p:blipFill>
              <p:spPr>
                <a:xfrm>
                  <a:off x="1567822" y="1507156"/>
                  <a:ext cx="7596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1">
              <p14:nvContentPartPr>
                <p14:cNvPr id="325" name="Ink 324">
                  <a:extLst>
                    <a:ext uri="{FF2B5EF4-FFF2-40B4-BE49-F238E27FC236}">
                      <a16:creationId xmlns:a16="http://schemas.microsoft.com/office/drawing/2014/main" id="{494EE85F-1B13-6384-2014-F5A28963BB85}"/>
                    </a:ext>
                  </a:extLst>
                </p14:cNvPr>
                <p14:cNvContentPartPr/>
                <p14:nvPr/>
              </p14:nvContentPartPr>
              <p14:xfrm>
                <a:off x="1460542" y="5077636"/>
                <a:ext cx="175680" cy="213480"/>
              </p14:xfrm>
            </p:contentPart>
          </mc:Choice>
          <mc:Fallback>
            <p:pic>
              <p:nvPicPr>
                <p:cNvPr id="325" name="Ink 324">
                  <a:extLst>
                    <a:ext uri="{FF2B5EF4-FFF2-40B4-BE49-F238E27FC236}">
                      <a16:creationId xmlns:a16="http://schemas.microsoft.com/office/drawing/2014/main" id="{494EE85F-1B13-6384-2014-F5A28963BB85}"/>
                    </a:ext>
                  </a:extLst>
                </p:cNvPr>
                <p:cNvPicPr/>
                <p:nvPr/>
              </p:nvPicPr>
              <p:blipFill>
                <a:blip r:embed="rId512"/>
                <a:stretch>
                  <a:fillRect/>
                </a:stretch>
              </p:blipFill>
              <p:spPr>
                <a:xfrm>
                  <a:off x="1442542" y="5059636"/>
                  <a:ext cx="21132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3">
              <p14:nvContentPartPr>
                <p14:cNvPr id="326" name="Ink 325">
                  <a:extLst>
                    <a:ext uri="{FF2B5EF4-FFF2-40B4-BE49-F238E27FC236}">
                      <a16:creationId xmlns:a16="http://schemas.microsoft.com/office/drawing/2014/main" id="{416D712C-950E-5071-B329-1B4A7F5D9CD3}"/>
                    </a:ext>
                  </a:extLst>
                </p14:cNvPr>
                <p14:cNvContentPartPr/>
                <p14:nvPr/>
              </p14:nvContentPartPr>
              <p14:xfrm>
                <a:off x="1485742" y="5195716"/>
                <a:ext cx="122040" cy="39960"/>
              </p14:xfrm>
            </p:contentPart>
          </mc:Choice>
          <mc:Fallback>
            <p:pic>
              <p:nvPicPr>
                <p:cNvPr id="326" name="Ink 325">
                  <a:extLst>
                    <a:ext uri="{FF2B5EF4-FFF2-40B4-BE49-F238E27FC236}">
                      <a16:creationId xmlns:a16="http://schemas.microsoft.com/office/drawing/2014/main" id="{416D712C-950E-5071-B329-1B4A7F5D9CD3}"/>
                    </a:ext>
                  </a:extLst>
                </p:cNvPr>
                <p:cNvPicPr/>
                <p:nvPr/>
              </p:nvPicPr>
              <p:blipFill>
                <a:blip r:embed="rId514"/>
                <a:stretch>
                  <a:fillRect/>
                </a:stretch>
              </p:blipFill>
              <p:spPr>
                <a:xfrm>
                  <a:off x="1468102" y="5177716"/>
                  <a:ext cx="15768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5">
              <p14:nvContentPartPr>
                <p14:cNvPr id="327" name="Ink 326">
                  <a:extLst>
                    <a:ext uri="{FF2B5EF4-FFF2-40B4-BE49-F238E27FC236}">
                      <a16:creationId xmlns:a16="http://schemas.microsoft.com/office/drawing/2014/main" id="{E501FDBE-22FB-1262-EEA1-A382337C82D4}"/>
                    </a:ext>
                  </a:extLst>
                </p14:cNvPr>
                <p14:cNvContentPartPr/>
                <p14:nvPr/>
              </p14:nvContentPartPr>
              <p14:xfrm>
                <a:off x="1665022" y="5330356"/>
                <a:ext cx="88560" cy="222840"/>
              </p14:xfrm>
            </p:contentPart>
          </mc:Choice>
          <mc:Fallback>
            <p:pic>
              <p:nvPicPr>
                <p:cNvPr id="327" name="Ink 326">
                  <a:extLst>
                    <a:ext uri="{FF2B5EF4-FFF2-40B4-BE49-F238E27FC236}">
                      <a16:creationId xmlns:a16="http://schemas.microsoft.com/office/drawing/2014/main" id="{E501FDBE-22FB-1262-EEA1-A382337C82D4}"/>
                    </a:ext>
                  </a:extLst>
                </p:cNvPr>
                <p:cNvPicPr/>
                <p:nvPr/>
              </p:nvPicPr>
              <p:blipFill>
                <a:blip r:embed="rId516"/>
                <a:stretch>
                  <a:fillRect/>
                </a:stretch>
              </p:blipFill>
              <p:spPr>
                <a:xfrm>
                  <a:off x="1647022" y="5312356"/>
                  <a:ext cx="12420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7">
              <p14:nvContentPartPr>
                <p14:cNvPr id="328" name="Ink 327">
                  <a:extLst>
                    <a:ext uri="{FF2B5EF4-FFF2-40B4-BE49-F238E27FC236}">
                      <a16:creationId xmlns:a16="http://schemas.microsoft.com/office/drawing/2014/main" id="{543B08F3-43ED-F47A-C89F-7996A2A9BEA2}"/>
                    </a:ext>
                  </a:extLst>
                </p14:cNvPr>
                <p14:cNvContentPartPr/>
                <p14:nvPr/>
              </p14:nvContentPartPr>
              <p14:xfrm>
                <a:off x="1987942" y="5259076"/>
                <a:ext cx="80280" cy="51120"/>
              </p14:xfrm>
            </p:contentPart>
          </mc:Choice>
          <mc:Fallback>
            <p:pic>
              <p:nvPicPr>
                <p:cNvPr id="328" name="Ink 327">
                  <a:extLst>
                    <a:ext uri="{FF2B5EF4-FFF2-40B4-BE49-F238E27FC236}">
                      <a16:creationId xmlns:a16="http://schemas.microsoft.com/office/drawing/2014/main" id="{543B08F3-43ED-F47A-C89F-7996A2A9BEA2}"/>
                    </a:ext>
                  </a:extLst>
                </p:cNvPr>
                <p:cNvPicPr/>
                <p:nvPr/>
              </p:nvPicPr>
              <p:blipFill>
                <a:blip r:embed="rId518"/>
                <a:stretch>
                  <a:fillRect/>
                </a:stretch>
              </p:blipFill>
              <p:spPr>
                <a:xfrm>
                  <a:off x="1970302" y="5241436"/>
                  <a:ext cx="11592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9">
              <p14:nvContentPartPr>
                <p14:cNvPr id="329" name="Ink 328">
                  <a:extLst>
                    <a:ext uri="{FF2B5EF4-FFF2-40B4-BE49-F238E27FC236}">
                      <a16:creationId xmlns:a16="http://schemas.microsoft.com/office/drawing/2014/main" id="{254F7E73-1F6F-B13C-0721-B8ECDF72444E}"/>
                    </a:ext>
                  </a:extLst>
                </p14:cNvPr>
                <p14:cNvContentPartPr/>
                <p14:nvPr/>
              </p14:nvContentPartPr>
              <p14:xfrm>
                <a:off x="2013142" y="5329636"/>
                <a:ext cx="119160" cy="42840"/>
              </p14:xfrm>
            </p:contentPart>
          </mc:Choice>
          <mc:Fallback>
            <p:pic>
              <p:nvPicPr>
                <p:cNvPr id="329" name="Ink 328">
                  <a:extLst>
                    <a:ext uri="{FF2B5EF4-FFF2-40B4-BE49-F238E27FC236}">
                      <a16:creationId xmlns:a16="http://schemas.microsoft.com/office/drawing/2014/main" id="{254F7E73-1F6F-B13C-0721-B8ECDF72444E}"/>
                    </a:ext>
                  </a:extLst>
                </p:cNvPr>
                <p:cNvPicPr/>
                <p:nvPr/>
              </p:nvPicPr>
              <p:blipFill>
                <a:blip r:embed="rId520"/>
                <a:stretch>
                  <a:fillRect/>
                </a:stretch>
              </p:blipFill>
              <p:spPr>
                <a:xfrm>
                  <a:off x="1995502" y="5311996"/>
                  <a:ext cx="15480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1">
              <p14:nvContentPartPr>
                <p14:cNvPr id="332" name="Ink 331">
                  <a:extLst>
                    <a:ext uri="{FF2B5EF4-FFF2-40B4-BE49-F238E27FC236}">
                      <a16:creationId xmlns:a16="http://schemas.microsoft.com/office/drawing/2014/main" id="{5FE34A07-C789-33EE-DFF9-1A74297C9CB8}"/>
                    </a:ext>
                  </a:extLst>
                </p14:cNvPr>
                <p14:cNvContentPartPr/>
                <p14:nvPr/>
              </p14:nvContentPartPr>
              <p14:xfrm>
                <a:off x="114862" y="4775596"/>
                <a:ext cx="191160" cy="213840"/>
              </p14:xfrm>
            </p:contentPart>
          </mc:Choice>
          <mc:Fallback>
            <p:pic>
              <p:nvPicPr>
                <p:cNvPr id="332" name="Ink 331">
                  <a:extLst>
                    <a:ext uri="{FF2B5EF4-FFF2-40B4-BE49-F238E27FC236}">
                      <a16:creationId xmlns:a16="http://schemas.microsoft.com/office/drawing/2014/main" id="{5FE34A07-C789-33EE-DFF9-1A74297C9CB8}"/>
                    </a:ext>
                  </a:extLst>
                </p:cNvPr>
                <p:cNvPicPr/>
                <p:nvPr/>
              </p:nvPicPr>
              <p:blipFill>
                <a:blip r:embed="rId522"/>
                <a:stretch>
                  <a:fillRect/>
                </a:stretch>
              </p:blipFill>
              <p:spPr>
                <a:xfrm>
                  <a:off x="97222" y="4757956"/>
                  <a:ext cx="22680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3">
              <p14:nvContentPartPr>
                <p14:cNvPr id="333" name="Ink 332">
                  <a:extLst>
                    <a:ext uri="{FF2B5EF4-FFF2-40B4-BE49-F238E27FC236}">
                      <a16:creationId xmlns:a16="http://schemas.microsoft.com/office/drawing/2014/main" id="{1CBAE008-CFCD-ACB5-3964-925DA1E796DD}"/>
                    </a:ext>
                  </a:extLst>
                </p14:cNvPr>
                <p14:cNvContentPartPr/>
                <p14:nvPr/>
              </p14:nvContentPartPr>
              <p14:xfrm>
                <a:off x="357502" y="4867756"/>
                <a:ext cx="83160" cy="14760"/>
              </p14:xfrm>
            </p:contentPart>
          </mc:Choice>
          <mc:Fallback>
            <p:pic>
              <p:nvPicPr>
                <p:cNvPr id="333" name="Ink 332">
                  <a:extLst>
                    <a:ext uri="{FF2B5EF4-FFF2-40B4-BE49-F238E27FC236}">
                      <a16:creationId xmlns:a16="http://schemas.microsoft.com/office/drawing/2014/main" id="{1CBAE008-CFCD-ACB5-3964-925DA1E796DD}"/>
                    </a:ext>
                  </a:extLst>
                </p:cNvPr>
                <p:cNvPicPr/>
                <p:nvPr/>
              </p:nvPicPr>
              <p:blipFill>
                <a:blip r:embed="rId524"/>
                <a:stretch>
                  <a:fillRect/>
                </a:stretch>
              </p:blipFill>
              <p:spPr>
                <a:xfrm>
                  <a:off x="339862" y="4849756"/>
                  <a:ext cx="11880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5">
              <p14:nvContentPartPr>
                <p14:cNvPr id="334" name="Ink 333">
                  <a:extLst>
                    <a:ext uri="{FF2B5EF4-FFF2-40B4-BE49-F238E27FC236}">
                      <a16:creationId xmlns:a16="http://schemas.microsoft.com/office/drawing/2014/main" id="{8681F6BC-DAF4-5A7C-1837-953AFA112AD8}"/>
                    </a:ext>
                  </a:extLst>
                </p14:cNvPr>
                <p14:cNvContentPartPr/>
                <p14:nvPr/>
              </p14:nvContentPartPr>
              <p14:xfrm>
                <a:off x="393142" y="4922116"/>
                <a:ext cx="78480" cy="23400"/>
              </p14:xfrm>
            </p:contentPart>
          </mc:Choice>
          <mc:Fallback>
            <p:pic>
              <p:nvPicPr>
                <p:cNvPr id="334" name="Ink 333">
                  <a:extLst>
                    <a:ext uri="{FF2B5EF4-FFF2-40B4-BE49-F238E27FC236}">
                      <a16:creationId xmlns:a16="http://schemas.microsoft.com/office/drawing/2014/main" id="{8681F6BC-DAF4-5A7C-1837-953AFA112AD8}"/>
                    </a:ext>
                  </a:extLst>
                </p:cNvPr>
                <p:cNvPicPr/>
                <p:nvPr/>
              </p:nvPicPr>
              <p:blipFill>
                <a:blip r:embed="rId526"/>
                <a:stretch>
                  <a:fillRect/>
                </a:stretch>
              </p:blipFill>
              <p:spPr>
                <a:xfrm>
                  <a:off x="375502" y="4904116"/>
                  <a:ext cx="11412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7">
              <p14:nvContentPartPr>
                <p14:cNvPr id="336" name="Ink 335">
                  <a:extLst>
                    <a:ext uri="{FF2B5EF4-FFF2-40B4-BE49-F238E27FC236}">
                      <a16:creationId xmlns:a16="http://schemas.microsoft.com/office/drawing/2014/main" id="{E346B023-4C7E-6429-61A1-493D3AE30508}"/>
                    </a:ext>
                  </a:extLst>
                </p14:cNvPr>
                <p14:cNvContentPartPr/>
                <p14:nvPr/>
              </p14:nvContentPartPr>
              <p14:xfrm>
                <a:off x="610582" y="4864876"/>
                <a:ext cx="108000" cy="16920"/>
              </p14:xfrm>
            </p:contentPart>
          </mc:Choice>
          <mc:Fallback>
            <p:pic>
              <p:nvPicPr>
                <p:cNvPr id="336" name="Ink 335">
                  <a:extLst>
                    <a:ext uri="{FF2B5EF4-FFF2-40B4-BE49-F238E27FC236}">
                      <a16:creationId xmlns:a16="http://schemas.microsoft.com/office/drawing/2014/main" id="{E346B023-4C7E-6429-61A1-493D3AE30508}"/>
                    </a:ext>
                  </a:extLst>
                </p:cNvPr>
                <p:cNvPicPr/>
                <p:nvPr/>
              </p:nvPicPr>
              <p:blipFill>
                <a:blip r:embed="rId528"/>
                <a:stretch>
                  <a:fillRect/>
                </a:stretch>
              </p:blipFill>
              <p:spPr>
                <a:xfrm>
                  <a:off x="592582" y="4847236"/>
                  <a:ext cx="14364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9">
              <p14:nvContentPartPr>
                <p14:cNvPr id="337" name="Ink 336">
                  <a:extLst>
                    <a:ext uri="{FF2B5EF4-FFF2-40B4-BE49-F238E27FC236}">
                      <a16:creationId xmlns:a16="http://schemas.microsoft.com/office/drawing/2014/main" id="{5862D32B-D7B9-32FC-0E53-362F75C35896}"/>
                    </a:ext>
                  </a:extLst>
                </p14:cNvPr>
                <p14:cNvContentPartPr/>
                <p14:nvPr/>
              </p14:nvContentPartPr>
              <p14:xfrm>
                <a:off x="804982" y="4730956"/>
                <a:ext cx="122760" cy="217440"/>
              </p14:xfrm>
            </p:contentPart>
          </mc:Choice>
          <mc:Fallback>
            <p:pic>
              <p:nvPicPr>
                <p:cNvPr id="337" name="Ink 336">
                  <a:extLst>
                    <a:ext uri="{FF2B5EF4-FFF2-40B4-BE49-F238E27FC236}">
                      <a16:creationId xmlns:a16="http://schemas.microsoft.com/office/drawing/2014/main" id="{5862D32B-D7B9-32FC-0E53-362F75C35896}"/>
                    </a:ext>
                  </a:extLst>
                </p:cNvPr>
                <p:cNvPicPr/>
                <p:nvPr/>
              </p:nvPicPr>
              <p:blipFill>
                <a:blip r:embed="rId530"/>
                <a:stretch>
                  <a:fillRect/>
                </a:stretch>
              </p:blipFill>
              <p:spPr>
                <a:xfrm>
                  <a:off x="787342" y="4712956"/>
                  <a:ext cx="15840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1">
              <p14:nvContentPartPr>
                <p14:cNvPr id="338" name="Ink 337">
                  <a:extLst>
                    <a:ext uri="{FF2B5EF4-FFF2-40B4-BE49-F238E27FC236}">
                      <a16:creationId xmlns:a16="http://schemas.microsoft.com/office/drawing/2014/main" id="{31015346-8007-192F-26A8-FF45F46AFBF6}"/>
                    </a:ext>
                  </a:extLst>
                </p14:cNvPr>
                <p14:cNvContentPartPr/>
                <p14:nvPr/>
              </p14:nvContentPartPr>
              <p14:xfrm>
                <a:off x="196222" y="5108956"/>
                <a:ext cx="120960" cy="235440"/>
              </p14:xfrm>
            </p:contentPart>
          </mc:Choice>
          <mc:Fallback>
            <p:pic>
              <p:nvPicPr>
                <p:cNvPr id="338" name="Ink 337">
                  <a:extLst>
                    <a:ext uri="{FF2B5EF4-FFF2-40B4-BE49-F238E27FC236}">
                      <a16:creationId xmlns:a16="http://schemas.microsoft.com/office/drawing/2014/main" id="{31015346-8007-192F-26A8-FF45F46AFBF6}"/>
                    </a:ext>
                  </a:extLst>
                </p:cNvPr>
                <p:cNvPicPr/>
                <p:nvPr/>
              </p:nvPicPr>
              <p:blipFill>
                <a:blip r:embed="rId532"/>
                <a:stretch>
                  <a:fillRect/>
                </a:stretch>
              </p:blipFill>
              <p:spPr>
                <a:xfrm>
                  <a:off x="178582" y="5091316"/>
                  <a:ext cx="15660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3">
              <p14:nvContentPartPr>
                <p14:cNvPr id="339" name="Ink 338">
                  <a:extLst>
                    <a:ext uri="{FF2B5EF4-FFF2-40B4-BE49-F238E27FC236}">
                      <a16:creationId xmlns:a16="http://schemas.microsoft.com/office/drawing/2014/main" id="{DB036A15-FCBA-0313-4522-092A93DD2854}"/>
                    </a:ext>
                  </a:extLst>
                </p14:cNvPr>
                <p14:cNvContentPartPr/>
                <p14:nvPr/>
              </p14:nvContentPartPr>
              <p14:xfrm>
                <a:off x="462622" y="5210116"/>
                <a:ext cx="57240" cy="19800"/>
              </p14:xfrm>
            </p:contentPart>
          </mc:Choice>
          <mc:Fallback>
            <p:pic>
              <p:nvPicPr>
                <p:cNvPr id="339" name="Ink 338">
                  <a:extLst>
                    <a:ext uri="{FF2B5EF4-FFF2-40B4-BE49-F238E27FC236}">
                      <a16:creationId xmlns:a16="http://schemas.microsoft.com/office/drawing/2014/main" id="{DB036A15-FCBA-0313-4522-092A93DD2854}"/>
                    </a:ext>
                  </a:extLst>
                </p:cNvPr>
                <p:cNvPicPr/>
                <p:nvPr/>
              </p:nvPicPr>
              <p:blipFill>
                <a:blip r:embed="rId534"/>
                <a:stretch>
                  <a:fillRect/>
                </a:stretch>
              </p:blipFill>
              <p:spPr>
                <a:xfrm>
                  <a:off x="444982" y="5192116"/>
                  <a:ext cx="9288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5">
              <p14:nvContentPartPr>
                <p14:cNvPr id="340" name="Ink 339">
                  <a:extLst>
                    <a:ext uri="{FF2B5EF4-FFF2-40B4-BE49-F238E27FC236}">
                      <a16:creationId xmlns:a16="http://schemas.microsoft.com/office/drawing/2014/main" id="{F0D17F79-8983-C0E4-BB67-9E54EE766510}"/>
                    </a:ext>
                  </a:extLst>
                </p14:cNvPr>
                <p14:cNvContentPartPr/>
                <p14:nvPr/>
              </p14:nvContentPartPr>
              <p14:xfrm>
                <a:off x="462622" y="5249356"/>
                <a:ext cx="90000" cy="30240"/>
              </p14:xfrm>
            </p:contentPart>
          </mc:Choice>
          <mc:Fallback>
            <p:pic>
              <p:nvPicPr>
                <p:cNvPr id="340" name="Ink 339">
                  <a:extLst>
                    <a:ext uri="{FF2B5EF4-FFF2-40B4-BE49-F238E27FC236}">
                      <a16:creationId xmlns:a16="http://schemas.microsoft.com/office/drawing/2014/main" id="{F0D17F79-8983-C0E4-BB67-9E54EE766510}"/>
                    </a:ext>
                  </a:extLst>
                </p:cNvPr>
                <p:cNvPicPr/>
                <p:nvPr/>
              </p:nvPicPr>
              <p:blipFill>
                <a:blip r:embed="rId536"/>
                <a:stretch>
                  <a:fillRect/>
                </a:stretch>
              </p:blipFill>
              <p:spPr>
                <a:xfrm>
                  <a:off x="444622" y="5231356"/>
                  <a:ext cx="12564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7">
              <p14:nvContentPartPr>
                <p14:cNvPr id="343" name="Ink 342">
                  <a:extLst>
                    <a:ext uri="{FF2B5EF4-FFF2-40B4-BE49-F238E27FC236}">
                      <a16:creationId xmlns:a16="http://schemas.microsoft.com/office/drawing/2014/main" id="{0F9A0574-BD9D-CF80-2F7E-97F0D66ECED8}"/>
                    </a:ext>
                  </a:extLst>
                </p14:cNvPr>
                <p14:cNvContentPartPr/>
                <p14:nvPr/>
              </p14:nvContentPartPr>
              <p14:xfrm>
                <a:off x="724342" y="5111836"/>
                <a:ext cx="115920" cy="261360"/>
              </p14:xfrm>
            </p:contentPart>
          </mc:Choice>
          <mc:Fallback>
            <p:pic>
              <p:nvPicPr>
                <p:cNvPr id="343" name="Ink 342">
                  <a:extLst>
                    <a:ext uri="{FF2B5EF4-FFF2-40B4-BE49-F238E27FC236}">
                      <a16:creationId xmlns:a16="http://schemas.microsoft.com/office/drawing/2014/main" id="{0F9A0574-BD9D-CF80-2F7E-97F0D66ECED8}"/>
                    </a:ext>
                  </a:extLst>
                </p:cNvPr>
                <p:cNvPicPr/>
                <p:nvPr/>
              </p:nvPicPr>
              <p:blipFill>
                <a:blip r:embed="rId538"/>
                <a:stretch>
                  <a:fillRect/>
                </a:stretch>
              </p:blipFill>
              <p:spPr>
                <a:xfrm>
                  <a:off x="706342" y="5094196"/>
                  <a:ext cx="15156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9">
              <p14:nvContentPartPr>
                <p14:cNvPr id="345" name="Ink 344">
                  <a:extLst>
                    <a:ext uri="{FF2B5EF4-FFF2-40B4-BE49-F238E27FC236}">
                      <a16:creationId xmlns:a16="http://schemas.microsoft.com/office/drawing/2014/main" id="{234D5764-A8E4-7D47-8796-767A40BC78D4}"/>
                    </a:ext>
                  </a:extLst>
                </p14:cNvPr>
                <p14:cNvContentPartPr/>
                <p14:nvPr/>
              </p14:nvContentPartPr>
              <p14:xfrm>
                <a:off x="2410222" y="5207956"/>
                <a:ext cx="96480" cy="23400"/>
              </p14:xfrm>
            </p:contentPart>
          </mc:Choice>
          <mc:Fallback>
            <p:pic>
              <p:nvPicPr>
                <p:cNvPr id="345" name="Ink 344">
                  <a:extLst>
                    <a:ext uri="{FF2B5EF4-FFF2-40B4-BE49-F238E27FC236}">
                      <a16:creationId xmlns:a16="http://schemas.microsoft.com/office/drawing/2014/main" id="{234D5764-A8E4-7D47-8796-767A40BC78D4}"/>
                    </a:ext>
                  </a:extLst>
                </p:cNvPr>
                <p:cNvPicPr/>
                <p:nvPr/>
              </p:nvPicPr>
              <p:blipFill>
                <a:blip r:embed="rId540"/>
                <a:stretch>
                  <a:fillRect/>
                </a:stretch>
              </p:blipFill>
              <p:spPr>
                <a:xfrm>
                  <a:off x="2392222" y="5190316"/>
                  <a:ext cx="13212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1">
              <p14:nvContentPartPr>
                <p14:cNvPr id="346" name="Ink 345">
                  <a:extLst>
                    <a:ext uri="{FF2B5EF4-FFF2-40B4-BE49-F238E27FC236}">
                      <a16:creationId xmlns:a16="http://schemas.microsoft.com/office/drawing/2014/main" id="{EDE0D5DE-66D3-8657-B687-26435D5396C3}"/>
                    </a:ext>
                  </a:extLst>
                </p14:cNvPr>
                <p14:cNvContentPartPr/>
                <p14:nvPr/>
              </p14:nvContentPartPr>
              <p14:xfrm>
                <a:off x="2569342" y="5133796"/>
                <a:ext cx="200880" cy="281160"/>
              </p14:xfrm>
            </p:contentPart>
          </mc:Choice>
          <mc:Fallback>
            <p:pic>
              <p:nvPicPr>
                <p:cNvPr id="346" name="Ink 345">
                  <a:extLst>
                    <a:ext uri="{FF2B5EF4-FFF2-40B4-BE49-F238E27FC236}">
                      <a16:creationId xmlns:a16="http://schemas.microsoft.com/office/drawing/2014/main" id="{EDE0D5DE-66D3-8657-B687-26435D5396C3}"/>
                    </a:ext>
                  </a:extLst>
                </p:cNvPr>
                <p:cNvPicPr/>
                <p:nvPr/>
              </p:nvPicPr>
              <p:blipFill>
                <a:blip r:embed="rId542"/>
                <a:stretch>
                  <a:fillRect/>
                </a:stretch>
              </p:blipFill>
              <p:spPr>
                <a:xfrm>
                  <a:off x="2551702" y="5115796"/>
                  <a:ext cx="236520" cy="31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3">
              <p14:nvContentPartPr>
                <p14:cNvPr id="347" name="Ink 346">
                  <a:extLst>
                    <a:ext uri="{FF2B5EF4-FFF2-40B4-BE49-F238E27FC236}">
                      <a16:creationId xmlns:a16="http://schemas.microsoft.com/office/drawing/2014/main" id="{1748098E-CA9D-01F3-66BA-1BF03AD77579}"/>
                    </a:ext>
                  </a:extLst>
                </p14:cNvPr>
                <p14:cNvContentPartPr/>
                <p14:nvPr/>
              </p14:nvContentPartPr>
              <p14:xfrm>
                <a:off x="3085582" y="5184196"/>
                <a:ext cx="17280" cy="207360"/>
              </p14:xfrm>
            </p:contentPart>
          </mc:Choice>
          <mc:Fallback>
            <p:pic>
              <p:nvPicPr>
                <p:cNvPr id="347" name="Ink 346">
                  <a:extLst>
                    <a:ext uri="{FF2B5EF4-FFF2-40B4-BE49-F238E27FC236}">
                      <a16:creationId xmlns:a16="http://schemas.microsoft.com/office/drawing/2014/main" id="{1748098E-CA9D-01F3-66BA-1BF03AD77579}"/>
                    </a:ext>
                  </a:extLst>
                </p:cNvPr>
                <p:cNvPicPr/>
                <p:nvPr/>
              </p:nvPicPr>
              <p:blipFill>
                <a:blip r:embed="rId544"/>
                <a:stretch>
                  <a:fillRect/>
                </a:stretch>
              </p:blipFill>
              <p:spPr>
                <a:xfrm>
                  <a:off x="3067582" y="5166556"/>
                  <a:ext cx="5292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5">
              <p14:nvContentPartPr>
                <p14:cNvPr id="348" name="Ink 347">
                  <a:extLst>
                    <a:ext uri="{FF2B5EF4-FFF2-40B4-BE49-F238E27FC236}">
                      <a16:creationId xmlns:a16="http://schemas.microsoft.com/office/drawing/2014/main" id="{DEA5B117-9BB1-E6AD-536E-52C0601347A6}"/>
                    </a:ext>
                  </a:extLst>
                </p14:cNvPr>
                <p14:cNvContentPartPr/>
                <p14:nvPr/>
              </p14:nvContentPartPr>
              <p14:xfrm>
                <a:off x="3022942" y="5256196"/>
                <a:ext cx="192600" cy="70920"/>
              </p14:xfrm>
            </p:contentPart>
          </mc:Choice>
          <mc:Fallback>
            <p:pic>
              <p:nvPicPr>
                <p:cNvPr id="348" name="Ink 347">
                  <a:extLst>
                    <a:ext uri="{FF2B5EF4-FFF2-40B4-BE49-F238E27FC236}">
                      <a16:creationId xmlns:a16="http://schemas.microsoft.com/office/drawing/2014/main" id="{DEA5B117-9BB1-E6AD-536E-52C0601347A6}"/>
                    </a:ext>
                  </a:extLst>
                </p:cNvPr>
                <p:cNvPicPr/>
                <p:nvPr/>
              </p:nvPicPr>
              <p:blipFill>
                <a:blip r:embed="rId546"/>
                <a:stretch>
                  <a:fillRect/>
                </a:stretch>
              </p:blipFill>
              <p:spPr>
                <a:xfrm>
                  <a:off x="3005302" y="5238556"/>
                  <a:ext cx="22824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7">
              <p14:nvContentPartPr>
                <p14:cNvPr id="351" name="Ink 350">
                  <a:extLst>
                    <a:ext uri="{FF2B5EF4-FFF2-40B4-BE49-F238E27FC236}">
                      <a16:creationId xmlns:a16="http://schemas.microsoft.com/office/drawing/2014/main" id="{75C285A2-67A7-51DB-B6DF-CAB9DC64A0D2}"/>
                    </a:ext>
                  </a:extLst>
                </p14:cNvPr>
                <p14:cNvContentPartPr/>
                <p14:nvPr/>
              </p14:nvContentPartPr>
              <p14:xfrm>
                <a:off x="3443062" y="5023996"/>
                <a:ext cx="73440" cy="357120"/>
              </p14:xfrm>
            </p:contentPart>
          </mc:Choice>
          <mc:Fallback>
            <p:pic>
              <p:nvPicPr>
                <p:cNvPr id="351" name="Ink 350">
                  <a:extLst>
                    <a:ext uri="{FF2B5EF4-FFF2-40B4-BE49-F238E27FC236}">
                      <a16:creationId xmlns:a16="http://schemas.microsoft.com/office/drawing/2014/main" id="{75C285A2-67A7-51DB-B6DF-CAB9DC64A0D2}"/>
                    </a:ext>
                  </a:extLst>
                </p:cNvPr>
                <p:cNvPicPr/>
                <p:nvPr/>
              </p:nvPicPr>
              <p:blipFill>
                <a:blip r:embed="rId548"/>
                <a:stretch>
                  <a:fillRect/>
                </a:stretch>
              </p:blipFill>
              <p:spPr>
                <a:xfrm>
                  <a:off x="3425062" y="5006356"/>
                  <a:ext cx="109080" cy="39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9">
              <p14:nvContentPartPr>
                <p14:cNvPr id="352" name="Ink 351">
                  <a:extLst>
                    <a:ext uri="{FF2B5EF4-FFF2-40B4-BE49-F238E27FC236}">
                      <a16:creationId xmlns:a16="http://schemas.microsoft.com/office/drawing/2014/main" id="{8BB8CE58-AC94-6185-E794-FFD141D19C97}"/>
                    </a:ext>
                  </a:extLst>
                </p14:cNvPr>
                <p14:cNvContentPartPr/>
                <p14:nvPr/>
              </p14:nvContentPartPr>
              <p14:xfrm>
                <a:off x="3660142" y="5157196"/>
                <a:ext cx="108360" cy="177840"/>
              </p14:xfrm>
            </p:contentPart>
          </mc:Choice>
          <mc:Fallback>
            <p:pic>
              <p:nvPicPr>
                <p:cNvPr id="352" name="Ink 351">
                  <a:extLst>
                    <a:ext uri="{FF2B5EF4-FFF2-40B4-BE49-F238E27FC236}">
                      <a16:creationId xmlns:a16="http://schemas.microsoft.com/office/drawing/2014/main" id="{8BB8CE58-AC94-6185-E794-FFD141D19C97}"/>
                    </a:ext>
                  </a:extLst>
                </p:cNvPr>
                <p:cNvPicPr/>
                <p:nvPr/>
              </p:nvPicPr>
              <p:blipFill>
                <a:blip r:embed="rId550"/>
                <a:stretch>
                  <a:fillRect/>
                </a:stretch>
              </p:blipFill>
              <p:spPr>
                <a:xfrm>
                  <a:off x="3642142" y="5139196"/>
                  <a:ext cx="14400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1">
              <p14:nvContentPartPr>
                <p14:cNvPr id="353" name="Ink 352">
                  <a:extLst>
                    <a:ext uri="{FF2B5EF4-FFF2-40B4-BE49-F238E27FC236}">
                      <a16:creationId xmlns:a16="http://schemas.microsoft.com/office/drawing/2014/main" id="{34B0F6EE-9349-DD7D-C322-40A43914E5DC}"/>
                    </a:ext>
                  </a:extLst>
                </p14:cNvPr>
                <p14:cNvContentPartPr/>
                <p14:nvPr/>
              </p14:nvContentPartPr>
              <p14:xfrm>
                <a:off x="3929062" y="5268076"/>
                <a:ext cx="129600" cy="29520"/>
              </p14:xfrm>
            </p:contentPart>
          </mc:Choice>
          <mc:Fallback>
            <p:pic>
              <p:nvPicPr>
                <p:cNvPr id="353" name="Ink 352">
                  <a:extLst>
                    <a:ext uri="{FF2B5EF4-FFF2-40B4-BE49-F238E27FC236}">
                      <a16:creationId xmlns:a16="http://schemas.microsoft.com/office/drawing/2014/main" id="{34B0F6EE-9349-DD7D-C322-40A43914E5DC}"/>
                    </a:ext>
                  </a:extLst>
                </p:cNvPr>
                <p:cNvPicPr/>
                <p:nvPr/>
              </p:nvPicPr>
              <p:blipFill>
                <a:blip r:embed="rId552"/>
                <a:stretch>
                  <a:fillRect/>
                </a:stretch>
              </p:blipFill>
              <p:spPr>
                <a:xfrm>
                  <a:off x="3911422" y="5250076"/>
                  <a:ext cx="16524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3">
              <p14:nvContentPartPr>
                <p14:cNvPr id="354" name="Ink 353">
                  <a:extLst>
                    <a:ext uri="{FF2B5EF4-FFF2-40B4-BE49-F238E27FC236}">
                      <a16:creationId xmlns:a16="http://schemas.microsoft.com/office/drawing/2014/main" id="{3D5C8A2F-6777-C59E-1427-2B31A8C0072A}"/>
                    </a:ext>
                  </a:extLst>
                </p14:cNvPr>
                <p14:cNvContentPartPr/>
                <p14:nvPr/>
              </p14:nvContentPartPr>
              <p14:xfrm>
                <a:off x="4238662" y="5110396"/>
                <a:ext cx="80280" cy="250560"/>
              </p14:xfrm>
            </p:contentPart>
          </mc:Choice>
          <mc:Fallback>
            <p:pic>
              <p:nvPicPr>
                <p:cNvPr id="354" name="Ink 353">
                  <a:extLst>
                    <a:ext uri="{FF2B5EF4-FFF2-40B4-BE49-F238E27FC236}">
                      <a16:creationId xmlns:a16="http://schemas.microsoft.com/office/drawing/2014/main" id="{3D5C8A2F-6777-C59E-1427-2B31A8C0072A}"/>
                    </a:ext>
                  </a:extLst>
                </p:cNvPr>
                <p:cNvPicPr/>
                <p:nvPr/>
              </p:nvPicPr>
              <p:blipFill>
                <a:blip r:embed="rId554"/>
                <a:stretch>
                  <a:fillRect/>
                </a:stretch>
              </p:blipFill>
              <p:spPr>
                <a:xfrm>
                  <a:off x="4220662" y="5092396"/>
                  <a:ext cx="11592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5">
              <p14:nvContentPartPr>
                <p14:cNvPr id="355" name="Ink 354">
                  <a:extLst>
                    <a:ext uri="{FF2B5EF4-FFF2-40B4-BE49-F238E27FC236}">
                      <a16:creationId xmlns:a16="http://schemas.microsoft.com/office/drawing/2014/main" id="{45A14D7D-E713-4E79-7176-5BCC21861073}"/>
                    </a:ext>
                  </a:extLst>
                </p14:cNvPr>
                <p14:cNvContentPartPr/>
                <p14:nvPr/>
              </p14:nvContentPartPr>
              <p14:xfrm>
                <a:off x="4404982" y="5249716"/>
                <a:ext cx="96840" cy="21240"/>
              </p14:xfrm>
            </p:contentPart>
          </mc:Choice>
          <mc:Fallback>
            <p:pic>
              <p:nvPicPr>
                <p:cNvPr id="355" name="Ink 354">
                  <a:extLst>
                    <a:ext uri="{FF2B5EF4-FFF2-40B4-BE49-F238E27FC236}">
                      <a16:creationId xmlns:a16="http://schemas.microsoft.com/office/drawing/2014/main" id="{45A14D7D-E713-4E79-7176-5BCC21861073}"/>
                    </a:ext>
                  </a:extLst>
                </p:cNvPr>
                <p:cNvPicPr/>
                <p:nvPr/>
              </p:nvPicPr>
              <p:blipFill>
                <a:blip r:embed="rId556"/>
                <a:stretch>
                  <a:fillRect/>
                </a:stretch>
              </p:blipFill>
              <p:spPr>
                <a:xfrm>
                  <a:off x="4386982" y="5232076"/>
                  <a:ext cx="13248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7">
              <p14:nvContentPartPr>
                <p14:cNvPr id="356" name="Ink 355">
                  <a:extLst>
                    <a:ext uri="{FF2B5EF4-FFF2-40B4-BE49-F238E27FC236}">
                      <a16:creationId xmlns:a16="http://schemas.microsoft.com/office/drawing/2014/main" id="{199C1787-50B6-126D-99DF-EC618F8266F6}"/>
                    </a:ext>
                  </a:extLst>
                </p14:cNvPr>
                <p14:cNvContentPartPr/>
                <p14:nvPr/>
              </p14:nvContentPartPr>
              <p14:xfrm>
                <a:off x="4543582" y="5174116"/>
                <a:ext cx="135720" cy="174600"/>
              </p14:xfrm>
            </p:contentPart>
          </mc:Choice>
          <mc:Fallback>
            <p:pic>
              <p:nvPicPr>
                <p:cNvPr id="356" name="Ink 355">
                  <a:extLst>
                    <a:ext uri="{FF2B5EF4-FFF2-40B4-BE49-F238E27FC236}">
                      <a16:creationId xmlns:a16="http://schemas.microsoft.com/office/drawing/2014/main" id="{199C1787-50B6-126D-99DF-EC618F8266F6}"/>
                    </a:ext>
                  </a:extLst>
                </p:cNvPr>
                <p:cNvPicPr/>
                <p:nvPr/>
              </p:nvPicPr>
              <p:blipFill>
                <a:blip r:embed="rId558"/>
                <a:stretch>
                  <a:fillRect/>
                </a:stretch>
              </p:blipFill>
              <p:spPr>
                <a:xfrm>
                  <a:off x="4525942" y="5156476"/>
                  <a:ext cx="17136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9">
              <p14:nvContentPartPr>
                <p14:cNvPr id="357" name="Ink 356">
                  <a:extLst>
                    <a:ext uri="{FF2B5EF4-FFF2-40B4-BE49-F238E27FC236}">
                      <a16:creationId xmlns:a16="http://schemas.microsoft.com/office/drawing/2014/main" id="{3EF754CB-A9BB-300A-4F60-6E28856B6A34}"/>
                    </a:ext>
                  </a:extLst>
                </p14:cNvPr>
                <p14:cNvContentPartPr/>
                <p14:nvPr/>
              </p14:nvContentPartPr>
              <p14:xfrm>
                <a:off x="4735102" y="5155396"/>
                <a:ext cx="79560" cy="221040"/>
              </p14:xfrm>
            </p:contentPart>
          </mc:Choice>
          <mc:Fallback>
            <p:pic>
              <p:nvPicPr>
                <p:cNvPr id="357" name="Ink 356">
                  <a:extLst>
                    <a:ext uri="{FF2B5EF4-FFF2-40B4-BE49-F238E27FC236}">
                      <a16:creationId xmlns:a16="http://schemas.microsoft.com/office/drawing/2014/main" id="{3EF754CB-A9BB-300A-4F60-6E28856B6A34}"/>
                    </a:ext>
                  </a:extLst>
                </p:cNvPr>
                <p:cNvPicPr/>
                <p:nvPr/>
              </p:nvPicPr>
              <p:blipFill>
                <a:blip r:embed="rId560"/>
                <a:stretch>
                  <a:fillRect/>
                </a:stretch>
              </p:blipFill>
              <p:spPr>
                <a:xfrm>
                  <a:off x="4717462" y="5137756"/>
                  <a:ext cx="11520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1">
              <p14:nvContentPartPr>
                <p14:cNvPr id="358" name="Ink 357">
                  <a:extLst>
                    <a:ext uri="{FF2B5EF4-FFF2-40B4-BE49-F238E27FC236}">
                      <a16:creationId xmlns:a16="http://schemas.microsoft.com/office/drawing/2014/main" id="{FAD6419D-BAB0-3D0C-F17E-D78E91574AE3}"/>
                    </a:ext>
                  </a:extLst>
                </p14:cNvPr>
                <p14:cNvContentPartPr/>
                <p14:nvPr/>
              </p14:nvContentPartPr>
              <p14:xfrm>
                <a:off x="4901062" y="5012476"/>
                <a:ext cx="95040" cy="443520"/>
              </p14:xfrm>
            </p:contentPart>
          </mc:Choice>
          <mc:Fallback>
            <p:pic>
              <p:nvPicPr>
                <p:cNvPr id="358" name="Ink 357">
                  <a:extLst>
                    <a:ext uri="{FF2B5EF4-FFF2-40B4-BE49-F238E27FC236}">
                      <a16:creationId xmlns:a16="http://schemas.microsoft.com/office/drawing/2014/main" id="{FAD6419D-BAB0-3D0C-F17E-D78E91574AE3}"/>
                    </a:ext>
                  </a:extLst>
                </p:cNvPr>
                <p:cNvPicPr/>
                <p:nvPr/>
              </p:nvPicPr>
              <p:blipFill>
                <a:blip r:embed="rId562"/>
                <a:stretch>
                  <a:fillRect/>
                </a:stretch>
              </p:blipFill>
              <p:spPr>
                <a:xfrm>
                  <a:off x="4883422" y="4994476"/>
                  <a:ext cx="130680" cy="47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3">
              <p14:nvContentPartPr>
                <p14:cNvPr id="359" name="Ink 358">
                  <a:extLst>
                    <a:ext uri="{FF2B5EF4-FFF2-40B4-BE49-F238E27FC236}">
                      <a16:creationId xmlns:a16="http://schemas.microsoft.com/office/drawing/2014/main" id="{27BA3CD0-727E-DFA9-EB56-CAF8F5C4E347}"/>
                    </a:ext>
                  </a:extLst>
                </p14:cNvPr>
                <p14:cNvContentPartPr/>
                <p14:nvPr/>
              </p14:nvContentPartPr>
              <p14:xfrm>
                <a:off x="5200222" y="5259076"/>
                <a:ext cx="5760" cy="18000"/>
              </p14:xfrm>
            </p:contentPart>
          </mc:Choice>
          <mc:Fallback>
            <p:pic>
              <p:nvPicPr>
                <p:cNvPr id="359" name="Ink 358">
                  <a:extLst>
                    <a:ext uri="{FF2B5EF4-FFF2-40B4-BE49-F238E27FC236}">
                      <a16:creationId xmlns:a16="http://schemas.microsoft.com/office/drawing/2014/main" id="{27BA3CD0-727E-DFA9-EB56-CAF8F5C4E347}"/>
                    </a:ext>
                  </a:extLst>
                </p:cNvPr>
                <p:cNvPicPr/>
                <p:nvPr/>
              </p:nvPicPr>
              <p:blipFill>
                <a:blip r:embed="rId564"/>
                <a:stretch>
                  <a:fillRect/>
                </a:stretch>
              </p:blipFill>
              <p:spPr>
                <a:xfrm>
                  <a:off x="5182222" y="5241436"/>
                  <a:ext cx="4140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5">
              <p14:nvContentPartPr>
                <p14:cNvPr id="361" name="Ink 360">
                  <a:extLst>
                    <a:ext uri="{FF2B5EF4-FFF2-40B4-BE49-F238E27FC236}">
                      <a16:creationId xmlns:a16="http://schemas.microsoft.com/office/drawing/2014/main" id="{C6249080-6767-1D21-9FB3-423233BFC76B}"/>
                    </a:ext>
                  </a:extLst>
                </p14:cNvPr>
                <p14:cNvContentPartPr/>
                <p14:nvPr/>
              </p14:nvContentPartPr>
              <p14:xfrm>
                <a:off x="5416222" y="4963156"/>
                <a:ext cx="79920" cy="568080"/>
              </p14:xfrm>
            </p:contentPart>
          </mc:Choice>
          <mc:Fallback>
            <p:pic>
              <p:nvPicPr>
                <p:cNvPr id="361" name="Ink 360">
                  <a:extLst>
                    <a:ext uri="{FF2B5EF4-FFF2-40B4-BE49-F238E27FC236}">
                      <a16:creationId xmlns:a16="http://schemas.microsoft.com/office/drawing/2014/main" id="{C6249080-6767-1D21-9FB3-423233BFC76B}"/>
                    </a:ext>
                  </a:extLst>
                </p:cNvPr>
                <p:cNvPicPr/>
                <p:nvPr/>
              </p:nvPicPr>
              <p:blipFill>
                <a:blip r:embed="rId566"/>
                <a:stretch>
                  <a:fillRect/>
                </a:stretch>
              </p:blipFill>
              <p:spPr>
                <a:xfrm>
                  <a:off x="5398222" y="4945156"/>
                  <a:ext cx="115560" cy="60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7">
              <p14:nvContentPartPr>
                <p14:cNvPr id="362" name="Ink 361">
                  <a:extLst>
                    <a:ext uri="{FF2B5EF4-FFF2-40B4-BE49-F238E27FC236}">
                      <a16:creationId xmlns:a16="http://schemas.microsoft.com/office/drawing/2014/main" id="{E1281F9F-4E34-D732-AAE3-0BBACA2B4DD9}"/>
                    </a:ext>
                  </a:extLst>
                </p14:cNvPr>
                <p14:cNvContentPartPr/>
                <p14:nvPr/>
              </p14:nvContentPartPr>
              <p14:xfrm>
                <a:off x="5675062" y="5139196"/>
                <a:ext cx="75600" cy="206640"/>
              </p14:xfrm>
            </p:contentPart>
          </mc:Choice>
          <mc:Fallback>
            <p:pic>
              <p:nvPicPr>
                <p:cNvPr id="362" name="Ink 361">
                  <a:extLst>
                    <a:ext uri="{FF2B5EF4-FFF2-40B4-BE49-F238E27FC236}">
                      <a16:creationId xmlns:a16="http://schemas.microsoft.com/office/drawing/2014/main" id="{E1281F9F-4E34-D732-AAE3-0BBACA2B4DD9}"/>
                    </a:ext>
                  </a:extLst>
                </p:cNvPr>
                <p:cNvPicPr/>
                <p:nvPr/>
              </p:nvPicPr>
              <p:blipFill>
                <a:blip r:embed="rId568"/>
                <a:stretch>
                  <a:fillRect/>
                </a:stretch>
              </p:blipFill>
              <p:spPr>
                <a:xfrm>
                  <a:off x="5657062" y="5121196"/>
                  <a:ext cx="11124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9">
              <p14:nvContentPartPr>
                <p14:cNvPr id="363" name="Ink 362">
                  <a:extLst>
                    <a:ext uri="{FF2B5EF4-FFF2-40B4-BE49-F238E27FC236}">
                      <a16:creationId xmlns:a16="http://schemas.microsoft.com/office/drawing/2014/main" id="{F0FFE169-675D-DE13-FEE9-53D0CD82DF0B}"/>
                    </a:ext>
                  </a:extLst>
                </p14:cNvPr>
                <p14:cNvContentPartPr/>
                <p14:nvPr/>
              </p14:nvContentPartPr>
              <p14:xfrm>
                <a:off x="5932822" y="5242876"/>
                <a:ext cx="155160" cy="29160"/>
              </p14:xfrm>
            </p:contentPart>
          </mc:Choice>
          <mc:Fallback>
            <p:pic>
              <p:nvPicPr>
                <p:cNvPr id="363" name="Ink 362">
                  <a:extLst>
                    <a:ext uri="{FF2B5EF4-FFF2-40B4-BE49-F238E27FC236}">
                      <a16:creationId xmlns:a16="http://schemas.microsoft.com/office/drawing/2014/main" id="{F0FFE169-675D-DE13-FEE9-53D0CD82DF0B}"/>
                    </a:ext>
                  </a:extLst>
                </p:cNvPr>
                <p:cNvPicPr/>
                <p:nvPr/>
              </p:nvPicPr>
              <p:blipFill>
                <a:blip r:embed="rId570"/>
                <a:stretch>
                  <a:fillRect/>
                </a:stretch>
              </p:blipFill>
              <p:spPr>
                <a:xfrm>
                  <a:off x="5914822" y="5225236"/>
                  <a:ext cx="19080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1">
              <p14:nvContentPartPr>
                <p14:cNvPr id="364" name="Ink 363">
                  <a:extLst>
                    <a:ext uri="{FF2B5EF4-FFF2-40B4-BE49-F238E27FC236}">
                      <a16:creationId xmlns:a16="http://schemas.microsoft.com/office/drawing/2014/main" id="{EDC5072D-37D2-2EE0-A9C3-2D1257BD80D0}"/>
                    </a:ext>
                  </a:extLst>
                </p14:cNvPr>
                <p14:cNvContentPartPr/>
                <p14:nvPr/>
              </p14:nvContentPartPr>
              <p14:xfrm>
                <a:off x="6436102" y="4923916"/>
                <a:ext cx="45720" cy="208080"/>
              </p14:xfrm>
            </p:contentPart>
          </mc:Choice>
          <mc:Fallback>
            <p:pic>
              <p:nvPicPr>
                <p:cNvPr id="364" name="Ink 363">
                  <a:extLst>
                    <a:ext uri="{FF2B5EF4-FFF2-40B4-BE49-F238E27FC236}">
                      <a16:creationId xmlns:a16="http://schemas.microsoft.com/office/drawing/2014/main" id="{EDC5072D-37D2-2EE0-A9C3-2D1257BD80D0}"/>
                    </a:ext>
                  </a:extLst>
                </p:cNvPr>
                <p:cNvPicPr/>
                <p:nvPr/>
              </p:nvPicPr>
              <p:blipFill>
                <a:blip r:embed="rId572"/>
                <a:stretch>
                  <a:fillRect/>
                </a:stretch>
              </p:blipFill>
              <p:spPr>
                <a:xfrm>
                  <a:off x="6418102" y="4906276"/>
                  <a:ext cx="8136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3">
              <p14:nvContentPartPr>
                <p14:cNvPr id="365" name="Ink 364">
                  <a:extLst>
                    <a:ext uri="{FF2B5EF4-FFF2-40B4-BE49-F238E27FC236}">
                      <a16:creationId xmlns:a16="http://schemas.microsoft.com/office/drawing/2014/main" id="{868A3070-091C-4F44-AEF6-AFD4142D0D0B}"/>
                    </a:ext>
                  </a:extLst>
                </p14:cNvPr>
                <p14:cNvContentPartPr/>
                <p14:nvPr/>
              </p14:nvContentPartPr>
              <p14:xfrm>
                <a:off x="6401542" y="4899436"/>
                <a:ext cx="144360" cy="64080"/>
              </p14:xfrm>
            </p:contentPart>
          </mc:Choice>
          <mc:Fallback>
            <p:pic>
              <p:nvPicPr>
                <p:cNvPr id="365" name="Ink 364">
                  <a:extLst>
                    <a:ext uri="{FF2B5EF4-FFF2-40B4-BE49-F238E27FC236}">
                      <a16:creationId xmlns:a16="http://schemas.microsoft.com/office/drawing/2014/main" id="{868A3070-091C-4F44-AEF6-AFD4142D0D0B}"/>
                    </a:ext>
                  </a:extLst>
                </p:cNvPr>
                <p:cNvPicPr/>
                <p:nvPr/>
              </p:nvPicPr>
              <p:blipFill>
                <a:blip r:embed="rId574"/>
                <a:stretch>
                  <a:fillRect/>
                </a:stretch>
              </p:blipFill>
              <p:spPr>
                <a:xfrm>
                  <a:off x="6383902" y="4881796"/>
                  <a:ext cx="18000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5">
              <p14:nvContentPartPr>
                <p14:cNvPr id="366" name="Ink 365">
                  <a:extLst>
                    <a:ext uri="{FF2B5EF4-FFF2-40B4-BE49-F238E27FC236}">
                      <a16:creationId xmlns:a16="http://schemas.microsoft.com/office/drawing/2014/main" id="{106C862D-25B6-9E46-748B-3575F1FAF870}"/>
                    </a:ext>
                  </a:extLst>
                </p14:cNvPr>
                <p14:cNvContentPartPr/>
                <p14:nvPr/>
              </p14:nvContentPartPr>
              <p14:xfrm>
                <a:off x="6376702" y="5011396"/>
                <a:ext cx="147600" cy="35280"/>
              </p14:xfrm>
            </p:contentPart>
          </mc:Choice>
          <mc:Fallback>
            <p:pic>
              <p:nvPicPr>
                <p:cNvPr id="366" name="Ink 365">
                  <a:extLst>
                    <a:ext uri="{FF2B5EF4-FFF2-40B4-BE49-F238E27FC236}">
                      <a16:creationId xmlns:a16="http://schemas.microsoft.com/office/drawing/2014/main" id="{106C862D-25B6-9E46-748B-3575F1FAF870}"/>
                    </a:ext>
                  </a:extLst>
                </p:cNvPr>
                <p:cNvPicPr/>
                <p:nvPr/>
              </p:nvPicPr>
              <p:blipFill>
                <a:blip r:embed="rId576"/>
                <a:stretch>
                  <a:fillRect/>
                </a:stretch>
              </p:blipFill>
              <p:spPr>
                <a:xfrm>
                  <a:off x="6359062" y="4993756"/>
                  <a:ext cx="18324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7">
              <p14:nvContentPartPr>
                <p14:cNvPr id="368" name="Ink 367">
                  <a:extLst>
                    <a:ext uri="{FF2B5EF4-FFF2-40B4-BE49-F238E27FC236}">
                      <a16:creationId xmlns:a16="http://schemas.microsoft.com/office/drawing/2014/main" id="{57226834-D46D-FA4C-6BD1-48C7F4FCCE30}"/>
                    </a:ext>
                  </a:extLst>
                </p14:cNvPr>
                <p14:cNvContentPartPr/>
                <p14:nvPr/>
              </p14:nvContentPartPr>
              <p14:xfrm>
                <a:off x="6530062" y="5077996"/>
                <a:ext cx="107640" cy="165600"/>
              </p14:xfrm>
            </p:contentPart>
          </mc:Choice>
          <mc:Fallback>
            <p:pic>
              <p:nvPicPr>
                <p:cNvPr id="368" name="Ink 367">
                  <a:extLst>
                    <a:ext uri="{FF2B5EF4-FFF2-40B4-BE49-F238E27FC236}">
                      <a16:creationId xmlns:a16="http://schemas.microsoft.com/office/drawing/2014/main" id="{57226834-D46D-FA4C-6BD1-48C7F4FCCE30}"/>
                    </a:ext>
                  </a:extLst>
                </p:cNvPr>
                <p:cNvPicPr/>
                <p:nvPr/>
              </p:nvPicPr>
              <p:blipFill>
                <a:blip r:embed="rId578"/>
                <a:stretch>
                  <a:fillRect/>
                </a:stretch>
              </p:blipFill>
              <p:spPr>
                <a:xfrm>
                  <a:off x="6512062" y="5060356"/>
                  <a:ext cx="14328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9">
              <p14:nvContentPartPr>
                <p14:cNvPr id="369" name="Ink 368">
                  <a:extLst>
                    <a:ext uri="{FF2B5EF4-FFF2-40B4-BE49-F238E27FC236}">
                      <a16:creationId xmlns:a16="http://schemas.microsoft.com/office/drawing/2014/main" id="{BE5B1C73-4ACF-4D2D-5EB5-4677E81F31CC}"/>
                    </a:ext>
                  </a:extLst>
                </p14:cNvPr>
                <p14:cNvContentPartPr/>
                <p14:nvPr/>
              </p14:nvContentPartPr>
              <p14:xfrm>
                <a:off x="6320542" y="5228476"/>
                <a:ext cx="349920" cy="57960"/>
              </p14:xfrm>
            </p:contentPart>
          </mc:Choice>
          <mc:Fallback>
            <p:pic>
              <p:nvPicPr>
                <p:cNvPr id="369" name="Ink 368">
                  <a:extLst>
                    <a:ext uri="{FF2B5EF4-FFF2-40B4-BE49-F238E27FC236}">
                      <a16:creationId xmlns:a16="http://schemas.microsoft.com/office/drawing/2014/main" id="{BE5B1C73-4ACF-4D2D-5EB5-4677E81F31CC}"/>
                    </a:ext>
                  </a:extLst>
                </p:cNvPr>
                <p:cNvPicPr/>
                <p:nvPr/>
              </p:nvPicPr>
              <p:blipFill>
                <a:blip r:embed="rId580"/>
                <a:stretch>
                  <a:fillRect/>
                </a:stretch>
              </p:blipFill>
              <p:spPr>
                <a:xfrm>
                  <a:off x="6302902" y="5210476"/>
                  <a:ext cx="38556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1">
              <p14:nvContentPartPr>
                <p14:cNvPr id="371" name="Ink 370">
                  <a:extLst>
                    <a:ext uri="{FF2B5EF4-FFF2-40B4-BE49-F238E27FC236}">
                      <a16:creationId xmlns:a16="http://schemas.microsoft.com/office/drawing/2014/main" id="{FB2290A7-3F05-3C99-F966-E5A900A4A049}"/>
                    </a:ext>
                  </a:extLst>
                </p14:cNvPr>
                <p14:cNvContentPartPr/>
                <p14:nvPr/>
              </p14:nvContentPartPr>
              <p14:xfrm>
                <a:off x="6406942" y="5388316"/>
                <a:ext cx="45000" cy="212760"/>
              </p14:xfrm>
            </p:contentPart>
          </mc:Choice>
          <mc:Fallback>
            <p:pic>
              <p:nvPicPr>
                <p:cNvPr id="371" name="Ink 370">
                  <a:extLst>
                    <a:ext uri="{FF2B5EF4-FFF2-40B4-BE49-F238E27FC236}">
                      <a16:creationId xmlns:a16="http://schemas.microsoft.com/office/drawing/2014/main" id="{FB2290A7-3F05-3C99-F966-E5A900A4A049}"/>
                    </a:ext>
                  </a:extLst>
                </p:cNvPr>
                <p:cNvPicPr/>
                <p:nvPr/>
              </p:nvPicPr>
              <p:blipFill>
                <a:blip r:embed="rId582"/>
                <a:stretch>
                  <a:fillRect/>
                </a:stretch>
              </p:blipFill>
              <p:spPr>
                <a:xfrm>
                  <a:off x="6389302" y="5370316"/>
                  <a:ext cx="8064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3">
              <p14:nvContentPartPr>
                <p14:cNvPr id="372" name="Ink 371">
                  <a:extLst>
                    <a:ext uri="{FF2B5EF4-FFF2-40B4-BE49-F238E27FC236}">
                      <a16:creationId xmlns:a16="http://schemas.microsoft.com/office/drawing/2014/main" id="{88C9B723-66CD-CD3F-B7A9-1658A350E7CB}"/>
                    </a:ext>
                  </a:extLst>
                </p14:cNvPr>
                <p14:cNvContentPartPr/>
                <p14:nvPr/>
              </p14:nvContentPartPr>
              <p14:xfrm>
                <a:off x="6394702" y="5366716"/>
                <a:ext cx="160920" cy="72000"/>
              </p14:xfrm>
            </p:contentPart>
          </mc:Choice>
          <mc:Fallback>
            <p:pic>
              <p:nvPicPr>
                <p:cNvPr id="372" name="Ink 371">
                  <a:extLst>
                    <a:ext uri="{FF2B5EF4-FFF2-40B4-BE49-F238E27FC236}">
                      <a16:creationId xmlns:a16="http://schemas.microsoft.com/office/drawing/2014/main" id="{88C9B723-66CD-CD3F-B7A9-1658A350E7CB}"/>
                    </a:ext>
                  </a:extLst>
                </p:cNvPr>
                <p:cNvPicPr/>
                <p:nvPr/>
              </p:nvPicPr>
              <p:blipFill>
                <a:blip r:embed="rId584"/>
                <a:stretch>
                  <a:fillRect/>
                </a:stretch>
              </p:blipFill>
              <p:spPr>
                <a:xfrm>
                  <a:off x="6377062" y="5348716"/>
                  <a:ext cx="19656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5">
              <p14:nvContentPartPr>
                <p14:cNvPr id="373" name="Ink 372">
                  <a:extLst>
                    <a:ext uri="{FF2B5EF4-FFF2-40B4-BE49-F238E27FC236}">
                      <a16:creationId xmlns:a16="http://schemas.microsoft.com/office/drawing/2014/main" id="{B6760FE0-6466-CBFA-EA9F-4529FBE79755}"/>
                    </a:ext>
                  </a:extLst>
                </p14:cNvPr>
                <p14:cNvContentPartPr/>
                <p14:nvPr/>
              </p14:nvContentPartPr>
              <p14:xfrm>
                <a:off x="6397222" y="5477236"/>
                <a:ext cx="133200" cy="39960"/>
              </p14:xfrm>
            </p:contentPart>
          </mc:Choice>
          <mc:Fallback>
            <p:pic>
              <p:nvPicPr>
                <p:cNvPr id="373" name="Ink 372">
                  <a:extLst>
                    <a:ext uri="{FF2B5EF4-FFF2-40B4-BE49-F238E27FC236}">
                      <a16:creationId xmlns:a16="http://schemas.microsoft.com/office/drawing/2014/main" id="{B6760FE0-6466-CBFA-EA9F-4529FBE79755}"/>
                    </a:ext>
                  </a:extLst>
                </p:cNvPr>
                <p:cNvPicPr/>
                <p:nvPr/>
              </p:nvPicPr>
              <p:blipFill>
                <a:blip r:embed="rId586"/>
                <a:stretch>
                  <a:fillRect/>
                </a:stretch>
              </p:blipFill>
              <p:spPr>
                <a:xfrm>
                  <a:off x="6379222" y="5459236"/>
                  <a:ext cx="16884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7">
              <p14:nvContentPartPr>
                <p14:cNvPr id="374" name="Ink 373">
                  <a:extLst>
                    <a:ext uri="{FF2B5EF4-FFF2-40B4-BE49-F238E27FC236}">
                      <a16:creationId xmlns:a16="http://schemas.microsoft.com/office/drawing/2014/main" id="{3C81732B-C02A-B40F-9091-882A56F1990F}"/>
                    </a:ext>
                  </a:extLst>
                </p14:cNvPr>
                <p14:cNvContentPartPr/>
                <p14:nvPr/>
              </p14:nvContentPartPr>
              <p14:xfrm>
                <a:off x="6516742" y="5525116"/>
                <a:ext cx="89640" cy="185040"/>
              </p14:xfrm>
            </p:contentPart>
          </mc:Choice>
          <mc:Fallback>
            <p:pic>
              <p:nvPicPr>
                <p:cNvPr id="374" name="Ink 373">
                  <a:extLst>
                    <a:ext uri="{FF2B5EF4-FFF2-40B4-BE49-F238E27FC236}">
                      <a16:creationId xmlns:a16="http://schemas.microsoft.com/office/drawing/2014/main" id="{3C81732B-C02A-B40F-9091-882A56F1990F}"/>
                    </a:ext>
                  </a:extLst>
                </p:cNvPr>
                <p:cNvPicPr/>
                <p:nvPr/>
              </p:nvPicPr>
              <p:blipFill>
                <a:blip r:embed="rId588"/>
                <a:stretch>
                  <a:fillRect/>
                </a:stretch>
              </p:blipFill>
              <p:spPr>
                <a:xfrm>
                  <a:off x="6499102" y="5507476"/>
                  <a:ext cx="12528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9">
              <p14:nvContentPartPr>
                <p14:cNvPr id="375" name="Ink 374">
                  <a:extLst>
                    <a:ext uri="{FF2B5EF4-FFF2-40B4-BE49-F238E27FC236}">
                      <a16:creationId xmlns:a16="http://schemas.microsoft.com/office/drawing/2014/main" id="{00A3CA81-7868-39EA-0C48-A9CC58CDC818}"/>
                    </a:ext>
                  </a:extLst>
                </p14:cNvPr>
                <p14:cNvContentPartPr/>
                <p14:nvPr/>
              </p14:nvContentPartPr>
              <p14:xfrm>
                <a:off x="6553102" y="5480476"/>
                <a:ext cx="137160" cy="91800"/>
              </p14:xfrm>
            </p:contentPart>
          </mc:Choice>
          <mc:Fallback>
            <p:pic>
              <p:nvPicPr>
                <p:cNvPr id="375" name="Ink 374">
                  <a:extLst>
                    <a:ext uri="{FF2B5EF4-FFF2-40B4-BE49-F238E27FC236}">
                      <a16:creationId xmlns:a16="http://schemas.microsoft.com/office/drawing/2014/main" id="{00A3CA81-7868-39EA-0C48-A9CC58CDC818}"/>
                    </a:ext>
                  </a:extLst>
                </p:cNvPr>
                <p:cNvPicPr/>
                <p:nvPr/>
              </p:nvPicPr>
              <p:blipFill>
                <a:blip r:embed="rId590"/>
                <a:stretch>
                  <a:fillRect/>
                </a:stretch>
              </p:blipFill>
              <p:spPr>
                <a:xfrm>
                  <a:off x="6535462" y="5462836"/>
                  <a:ext cx="17280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1">
              <p14:nvContentPartPr>
                <p14:cNvPr id="376" name="Ink 375">
                  <a:extLst>
                    <a:ext uri="{FF2B5EF4-FFF2-40B4-BE49-F238E27FC236}">
                      <a16:creationId xmlns:a16="http://schemas.microsoft.com/office/drawing/2014/main" id="{433B0B74-B36D-E2C2-757B-376448FB9869}"/>
                    </a:ext>
                  </a:extLst>
                </p14:cNvPr>
                <p14:cNvContentPartPr/>
                <p14:nvPr/>
              </p14:nvContentPartPr>
              <p14:xfrm>
                <a:off x="6754342" y="4919596"/>
                <a:ext cx="184680" cy="735120"/>
              </p14:xfrm>
            </p:contentPart>
          </mc:Choice>
          <mc:Fallback>
            <p:pic>
              <p:nvPicPr>
                <p:cNvPr id="376" name="Ink 375">
                  <a:extLst>
                    <a:ext uri="{FF2B5EF4-FFF2-40B4-BE49-F238E27FC236}">
                      <a16:creationId xmlns:a16="http://schemas.microsoft.com/office/drawing/2014/main" id="{433B0B74-B36D-E2C2-757B-376448FB9869}"/>
                    </a:ext>
                  </a:extLst>
                </p:cNvPr>
                <p:cNvPicPr/>
                <p:nvPr/>
              </p:nvPicPr>
              <p:blipFill>
                <a:blip r:embed="rId592"/>
                <a:stretch>
                  <a:fillRect/>
                </a:stretch>
              </p:blipFill>
              <p:spPr>
                <a:xfrm>
                  <a:off x="6736342" y="4901596"/>
                  <a:ext cx="220320" cy="77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3">
              <p14:nvContentPartPr>
                <p14:cNvPr id="378" name="Ink 377">
                  <a:extLst>
                    <a:ext uri="{FF2B5EF4-FFF2-40B4-BE49-F238E27FC236}">
                      <a16:creationId xmlns:a16="http://schemas.microsoft.com/office/drawing/2014/main" id="{60251BA3-4383-7868-EFF1-2DF99D98F184}"/>
                    </a:ext>
                  </a:extLst>
                </p14:cNvPr>
                <p14:cNvContentPartPr/>
                <p14:nvPr/>
              </p14:nvContentPartPr>
              <p14:xfrm>
                <a:off x="7085182" y="5204356"/>
                <a:ext cx="174600" cy="33480"/>
              </p14:xfrm>
            </p:contentPart>
          </mc:Choice>
          <mc:Fallback>
            <p:pic>
              <p:nvPicPr>
                <p:cNvPr id="378" name="Ink 377">
                  <a:extLst>
                    <a:ext uri="{FF2B5EF4-FFF2-40B4-BE49-F238E27FC236}">
                      <a16:creationId xmlns:a16="http://schemas.microsoft.com/office/drawing/2014/main" id="{60251BA3-4383-7868-EFF1-2DF99D98F184}"/>
                    </a:ext>
                  </a:extLst>
                </p:cNvPr>
                <p:cNvPicPr/>
                <p:nvPr/>
              </p:nvPicPr>
              <p:blipFill>
                <a:blip r:embed="rId594"/>
                <a:stretch>
                  <a:fillRect/>
                </a:stretch>
              </p:blipFill>
              <p:spPr>
                <a:xfrm>
                  <a:off x="7067542" y="5186716"/>
                  <a:ext cx="21024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5">
              <p14:nvContentPartPr>
                <p14:cNvPr id="379" name="Ink 378">
                  <a:extLst>
                    <a:ext uri="{FF2B5EF4-FFF2-40B4-BE49-F238E27FC236}">
                      <a16:creationId xmlns:a16="http://schemas.microsoft.com/office/drawing/2014/main" id="{973ED041-54B8-6576-5C50-B9C67B270092}"/>
                    </a:ext>
                  </a:extLst>
                </p14:cNvPr>
                <p14:cNvContentPartPr/>
                <p14:nvPr/>
              </p14:nvContentPartPr>
              <p14:xfrm>
                <a:off x="7178062" y="5252236"/>
                <a:ext cx="155160" cy="46440"/>
              </p14:xfrm>
            </p:contentPart>
          </mc:Choice>
          <mc:Fallback>
            <p:pic>
              <p:nvPicPr>
                <p:cNvPr id="379" name="Ink 378">
                  <a:extLst>
                    <a:ext uri="{FF2B5EF4-FFF2-40B4-BE49-F238E27FC236}">
                      <a16:creationId xmlns:a16="http://schemas.microsoft.com/office/drawing/2014/main" id="{973ED041-54B8-6576-5C50-B9C67B270092}"/>
                    </a:ext>
                  </a:extLst>
                </p:cNvPr>
                <p:cNvPicPr/>
                <p:nvPr/>
              </p:nvPicPr>
              <p:blipFill>
                <a:blip r:embed="rId596"/>
                <a:stretch>
                  <a:fillRect/>
                </a:stretch>
              </p:blipFill>
              <p:spPr>
                <a:xfrm>
                  <a:off x="7160062" y="5234596"/>
                  <a:ext cx="19080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7">
              <p14:nvContentPartPr>
                <p14:cNvPr id="381" name="Ink 380">
                  <a:extLst>
                    <a:ext uri="{FF2B5EF4-FFF2-40B4-BE49-F238E27FC236}">
                      <a16:creationId xmlns:a16="http://schemas.microsoft.com/office/drawing/2014/main" id="{1B5B6163-CFAE-222B-0BCE-57D01B0748BF}"/>
                    </a:ext>
                  </a:extLst>
                </p14:cNvPr>
                <p14:cNvContentPartPr/>
                <p14:nvPr/>
              </p14:nvContentPartPr>
              <p14:xfrm>
                <a:off x="776542" y="4663996"/>
                <a:ext cx="10149120" cy="174960"/>
              </p14:xfrm>
            </p:contentPart>
          </mc:Choice>
          <mc:Fallback>
            <p:pic>
              <p:nvPicPr>
                <p:cNvPr id="381" name="Ink 380">
                  <a:extLst>
                    <a:ext uri="{FF2B5EF4-FFF2-40B4-BE49-F238E27FC236}">
                      <a16:creationId xmlns:a16="http://schemas.microsoft.com/office/drawing/2014/main" id="{1B5B6163-CFAE-222B-0BCE-57D01B0748BF}"/>
                    </a:ext>
                  </a:extLst>
                </p:cNvPr>
                <p:cNvPicPr/>
                <p:nvPr/>
              </p:nvPicPr>
              <p:blipFill>
                <a:blip r:embed="rId598"/>
                <a:stretch>
                  <a:fillRect/>
                </a:stretch>
              </p:blipFill>
              <p:spPr>
                <a:xfrm>
                  <a:off x="758902" y="4646356"/>
                  <a:ext cx="10184760" cy="210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5" name="Group 384">
            <a:extLst>
              <a:ext uri="{FF2B5EF4-FFF2-40B4-BE49-F238E27FC236}">
                <a16:creationId xmlns:a16="http://schemas.microsoft.com/office/drawing/2014/main" id="{2F6C3F02-925C-0D1E-628F-CF3916077743}"/>
              </a:ext>
            </a:extLst>
          </p:cNvPr>
          <p:cNvGrpSpPr/>
          <p:nvPr/>
        </p:nvGrpSpPr>
        <p:grpSpPr>
          <a:xfrm>
            <a:off x="7538422" y="5149276"/>
            <a:ext cx="388440" cy="228600"/>
            <a:chOff x="7538422" y="5149276"/>
            <a:chExt cx="388440" cy="228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99">
              <p14:nvContentPartPr>
                <p14:cNvPr id="383" name="Ink 382">
                  <a:extLst>
                    <a:ext uri="{FF2B5EF4-FFF2-40B4-BE49-F238E27FC236}">
                      <a16:creationId xmlns:a16="http://schemas.microsoft.com/office/drawing/2014/main" id="{270CEB83-F845-4997-A1E7-9309FC1AF2F5}"/>
                    </a:ext>
                  </a:extLst>
                </p14:cNvPr>
                <p14:cNvContentPartPr/>
                <p14:nvPr/>
              </p14:nvContentPartPr>
              <p14:xfrm>
                <a:off x="7538422" y="5260876"/>
                <a:ext cx="114120" cy="19440"/>
              </p14:xfrm>
            </p:contentPart>
          </mc:Choice>
          <mc:Fallback>
            <p:pic>
              <p:nvPicPr>
                <p:cNvPr id="383" name="Ink 382">
                  <a:extLst>
                    <a:ext uri="{FF2B5EF4-FFF2-40B4-BE49-F238E27FC236}">
                      <a16:creationId xmlns:a16="http://schemas.microsoft.com/office/drawing/2014/main" id="{270CEB83-F845-4997-A1E7-9309FC1AF2F5}"/>
                    </a:ext>
                  </a:extLst>
                </p:cNvPr>
                <p:cNvPicPr/>
                <p:nvPr/>
              </p:nvPicPr>
              <p:blipFill>
                <a:blip r:embed="rId600"/>
                <a:stretch>
                  <a:fillRect/>
                </a:stretch>
              </p:blipFill>
              <p:spPr>
                <a:xfrm>
                  <a:off x="7520782" y="5243236"/>
                  <a:ext cx="14976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1">
              <p14:nvContentPartPr>
                <p14:cNvPr id="384" name="Ink 383">
                  <a:extLst>
                    <a:ext uri="{FF2B5EF4-FFF2-40B4-BE49-F238E27FC236}">
                      <a16:creationId xmlns:a16="http://schemas.microsoft.com/office/drawing/2014/main" id="{9B0BCA3C-9C3E-9FBE-3D4A-F5DF2ECB4BFF}"/>
                    </a:ext>
                  </a:extLst>
                </p14:cNvPr>
                <p14:cNvContentPartPr/>
                <p14:nvPr/>
              </p14:nvContentPartPr>
              <p14:xfrm>
                <a:off x="7757302" y="5149276"/>
                <a:ext cx="169560" cy="228600"/>
              </p14:xfrm>
            </p:contentPart>
          </mc:Choice>
          <mc:Fallback>
            <p:pic>
              <p:nvPicPr>
                <p:cNvPr id="384" name="Ink 383">
                  <a:extLst>
                    <a:ext uri="{FF2B5EF4-FFF2-40B4-BE49-F238E27FC236}">
                      <a16:creationId xmlns:a16="http://schemas.microsoft.com/office/drawing/2014/main" id="{9B0BCA3C-9C3E-9FBE-3D4A-F5DF2ECB4BFF}"/>
                    </a:ext>
                  </a:extLst>
                </p:cNvPr>
                <p:cNvPicPr/>
                <p:nvPr/>
              </p:nvPicPr>
              <p:blipFill>
                <a:blip r:embed="rId602"/>
                <a:stretch>
                  <a:fillRect/>
                </a:stretch>
              </p:blipFill>
              <p:spPr>
                <a:xfrm>
                  <a:off x="7739302" y="5131276"/>
                  <a:ext cx="205200" cy="264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1" name="Group 390">
            <a:extLst>
              <a:ext uri="{FF2B5EF4-FFF2-40B4-BE49-F238E27FC236}">
                <a16:creationId xmlns:a16="http://schemas.microsoft.com/office/drawing/2014/main" id="{4DA02A7E-7435-80C1-37F0-3B0C7E5E9E7F}"/>
              </a:ext>
            </a:extLst>
          </p:cNvPr>
          <p:cNvGrpSpPr/>
          <p:nvPr/>
        </p:nvGrpSpPr>
        <p:grpSpPr>
          <a:xfrm>
            <a:off x="8117302" y="5104636"/>
            <a:ext cx="596520" cy="293760"/>
            <a:chOff x="8117302" y="5104636"/>
            <a:chExt cx="596520" cy="293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03">
              <p14:nvContentPartPr>
                <p14:cNvPr id="386" name="Ink 385">
                  <a:extLst>
                    <a:ext uri="{FF2B5EF4-FFF2-40B4-BE49-F238E27FC236}">
                      <a16:creationId xmlns:a16="http://schemas.microsoft.com/office/drawing/2014/main" id="{2DFEA5B5-EA4E-9056-D7F6-09B94FB8A961}"/>
                    </a:ext>
                  </a:extLst>
                </p14:cNvPr>
                <p14:cNvContentPartPr/>
                <p14:nvPr/>
              </p14:nvContentPartPr>
              <p14:xfrm>
                <a:off x="8131342" y="5177716"/>
                <a:ext cx="25920" cy="170280"/>
              </p14:xfrm>
            </p:contentPart>
          </mc:Choice>
          <mc:Fallback>
            <p:pic>
              <p:nvPicPr>
                <p:cNvPr id="386" name="Ink 385">
                  <a:extLst>
                    <a:ext uri="{FF2B5EF4-FFF2-40B4-BE49-F238E27FC236}">
                      <a16:creationId xmlns:a16="http://schemas.microsoft.com/office/drawing/2014/main" id="{2DFEA5B5-EA4E-9056-D7F6-09B94FB8A961}"/>
                    </a:ext>
                  </a:extLst>
                </p:cNvPr>
                <p:cNvPicPr/>
                <p:nvPr/>
              </p:nvPicPr>
              <p:blipFill>
                <a:blip r:embed="rId604"/>
                <a:stretch>
                  <a:fillRect/>
                </a:stretch>
              </p:blipFill>
              <p:spPr>
                <a:xfrm>
                  <a:off x="8113342" y="5159716"/>
                  <a:ext cx="6156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5">
              <p14:nvContentPartPr>
                <p14:cNvPr id="387" name="Ink 386">
                  <a:extLst>
                    <a:ext uri="{FF2B5EF4-FFF2-40B4-BE49-F238E27FC236}">
                      <a16:creationId xmlns:a16="http://schemas.microsoft.com/office/drawing/2014/main" id="{1D28278B-AB12-587E-7F56-B2533126BB69}"/>
                    </a:ext>
                  </a:extLst>
                </p14:cNvPr>
                <p14:cNvContentPartPr/>
                <p14:nvPr/>
              </p14:nvContentPartPr>
              <p14:xfrm>
                <a:off x="8117302" y="5272756"/>
                <a:ext cx="126360" cy="11880"/>
              </p14:xfrm>
            </p:contentPart>
          </mc:Choice>
          <mc:Fallback>
            <p:pic>
              <p:nvPicPr>
                <p:cNvPr id="387" name="Ink 386">
                  <a:extLst>
                    <a:ext uri="{FF2B5EF4-FFF2-40B4-BE49-F238E27FC236}">
                      <a16:creationId xmlns:a16="http://schemas.microsoft.com/office/drawing/2014/main" id="{1D28278B-AB12-587E-7F56-B2533126BB69}"/>
                    </a:ext>
                  </a:extLst>
                </p:cNvPr>
                <p:cNvPicPr/>
                <p:nvPr/>
              </p:nvPicPr>
              <p:blipFill>
                <a:blip r:embed="rId606"/>
                <a:stretch>
                  <a:fillRect/>
                </a:stretch>
              </p:blipFill>
              <p:spPr>
                <a:xfrm>
                  <a:off x="8099662" y="5254756"/>
                  <a:ext cx="16200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7">
              <p14:nvContentPartPr>
                <p14:cNvPr id="388" name="Ink 387">
                  <a:extLst>
                    <a:ext uri="{FF2B5EF4-FFF2-40B4-BE49-F238E27FC236}">
                      <a16:creationId xmlns:a16="http://schemas.microsoft.com/office/drawing/2014/main" id="{D2598166-A5BE-22F7-F1C0-6C836D596C64}"/>
                    </a:ext>
                  </a:extLst>
                </p14:cNvPr>
                <p14:cNvContentPartPr/>
                <p14:nvPr/>
              </p14:nvContentPartPr>
              <p14:xfrm>
                <a:off x="8408542" y="5178076"/>
                <a:ext cx="106920" cy="220320"/>
              </p14:xfrm>
            </p:contentPart>
          </mc:Choice>
          <mc:Fallback>
            <p:pic>
              <p:nvPicPr>
                <p:cNvPr id="388" name="Ink 387">
                  <a:extLst>
                    <a:ext uri="{FF2B5EF4-FFF2-40B4-BE49-F238E27FC236}">
                      <a16:creationId xmlns:a16="http://schemas.microsoft.com/office/drawing/2014/main" id="{D2598166-A5BE-22F7-F1C0-6C836D596C64}"/>
                    </a:ext>
                  </a:extLst>
                </p:cNvPr>
                <p:cNvPicPr/>
                <p:nvPr/>
              </p:nvPicPr>
              <p:blipFill>
                <a:blip r:embed="rId608"/>
                <a:stretch>
                  <a:fillRect/>
                </a:stretch>
              </p:blipFill>
              <p:spPr>
                <a:xfrm>
                  <a:off x="8390902" y="5160076"/>
                  <a:ext cx="14256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9">
              <p14:nvContentPartPr>
                <p14:cNvPr id="389" name="Ink 388">
                  <a:extLst>
                    <a:ext uri="{FF2B5EF4-FFF2-40B4-BE49-F238E27FC236}">
                      <a16:creationId xmlns:a16="http://schemas.microsoft.com/office/drawing/2014/main" id="{7F934078-D070-3CD3-C3D1-C414A80DC7B0}"/>
                    </a:ext>
                  </a:extLst>
                </p14:cNvPr>
                <p14:cNvContentPartPr/>
                <p14:nvPr/>
              </p14:nvContentPartPr>
              <p14:xfrm>
                <a:off x="8424022" y="5104636"/>
                <a:ext cx="156600" cy="102600"/>
              </p14:xfrm>
            </p:contentPart>
          </mc:Choice>
          <mc:Fallback>
            <p:pic>
              <p:nvPicPr>
                <p:cNvPr id="389" name="Ink 388">
                  <a:extLst>
                    <a:ext uri="{FF2B5EF4-FFF2-40B4-BE49-F238E27FC236}">
                      <a16:creationId xmlns:a16="http://schemas.microsoft.com/office/drawing/2014/main" id="{7F934078-D070-3CD3-C3D1-C414A80DC7B0}"/>
                    </a:ext>
                  </a:extLst>
                </p:cNvPr>
                <p:cNvPicPr/>
                <p:nvPr/>
              </p:nvPicPr>
              <p:blipFill>
                <a:blip r:embed="rId610"/>
                <a:stretch>
                  <a:fillRect/>
                </a:stretch>
              </p:blipFill>
              <p:spPr>
                <a:xfrm>
                  <a:off x="8406022" y="5086636"/>
                  <a:ext cx="19224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1">
              <p14:nvContentPartPr>
                <p14:cNvPr id="390" name="Ink 389">
                  <a:extLst>
                    <a:ext uri="{FF2B5EF4-FFF2-40B4-BE49-F238E27FC236}">
                      <a16:creationId xmlns:a16="http://schemas.microsoft.com/office/drawing/2014/main" id="{AC94D263-650C-F623-C98F-CBCEC9CE2E39}"/>
                    </a:ext>
                  </a:extLst>
                </p14:cNvPr>
                <p14:cNvContentPartPr/>
                <p14:nvPr/>
              </p14:nvContentPartPr>
              <p14:xfrm>
                <a:off x="8692942" y="5361676"/>
                <a:ext cx="20880" cy="19440"/>
              </p14:xfrm>
            </p:contentPart>
          </mc:Choice>
          <mc:Fallback>
            <p:pic>
              <p:nvPicPr>
                <p:cNvPr id="390" name="Ink 389">
                  <a:extLst>
                    <a:ext uri="{FF2B5EF4-FFF2-40B4-BE49-F238E27FC236}">
                      <a16:creationId xmlns:a16="http://schemas.microsoft.com/office/drawing/2014/main" id="{AC94D263-650C-F623-C98F-CBCEC9CE2E39}"/>
                    </a:ext>
                  </a:extLst>
                </p:cNvPr>
                <p:cNvPicPr/>
                <p:nvPr/>
              </p:nvPicPr>
              <p:blipFill>
                <a:blip r:embed="rId612"/>
                <a:stretch>
                  <a:fillRect/>
                </a:stretch>
              </p:blipFill>
              <p:spPr>
                <a:xfrm>
                  <a:off x="8675302" y="5344036"/>
                  <a:ext cx="56520" cy="55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5" name="Group 394">
            <a:extLst>
              <a:ext uri="{FF2B5EF4-FFF2-40B4-BE49-F238E27FC236}">
                <a16:creationId xmlns:a16="http://schemas.microsoft.com/office/drawing/2014/main" id="{54564055-B0DF-38A8-B4F4-B41E5B454CFD}"/>
              </a:ext>
            </a:extLst>
          </p:cNvPr>
          <p:cNvGrpSpPr/>
          <p:nvPr/>
        </p:nvGrpSpPr>
        <p:grpSpPr>
          <a:xfrm>
            <a:off x="8948902" y="4969636"/>
            <a:ext cx="574920" cy="550080"/>
            <a:chOff x="8948902" y="4969636"/>
            <a:chExt cx="574920" cy="550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13">
              <p14:nvContentPartPr>
                <p14:cNvPr id="392" name="Ink 391">
                  <a:extLst>
                    <a:ext uri="{FF2B5EF4-FFF2-40B4-BE49-F238E27FC236}">
                      <a16:creationId xmlns:a16="http://schemas.microsoft.com/office/drawing/2014/main" id="{D06B3693-6D82-0161-5DF6-20EECDAAF682}"/>
                    </a:ext>
                  </a:extLst>
                </p14:cNvPr>
                <p14:cNvContentPartPr/>
                <p14:nvPr/>
              </p14:nvContentPartPr>
              <p14:xfrm>
                <a:off x="8948902" y="4969636"/>
                <a:ext cx="97200" cy="550080"/>
              </p14:xfrm>
            </p:contentPart>
          </mc:Choice>
          <mc:Fallback>
            <p:pic>
              <p:nvPicPr>
                <p:cNvPr id="392" name="Ink 391">
                  <a:extLst>
                    <a:ext uri="{FF2B5EF4-FFF2-40B4-BE49-F238E27FC236}">
                      <a16:creationId xmlns:a16="http://schemas.microsoft.com/office/drawing/2014/main" id="{D06B3693-6D82-0161-5DF6-20EECDAAF682}"/>
                    </a:ext>
                  </a:extLst>
                </p:cNvPr>
                <p:cNvPicPr/>
                <p:nvPr/>
              </p:nvPicPr>
              <p:blipFill>
                <a:blip r:embed="rId614"/>
                <a:stretch>
                  <a:fillRect/>
                </a:stretch>
              </p:blipFill>
              <p:spPr>
                <a:xfrm>
                  <a:off x="8930902" y="4951636"/>
                  <a:ext cx="132840" cy="58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5">
              <p14:nvContentPartPr>
                <p14:cNvPr id="393" name="Ink 392">
                  <a:extLst>
                    <a:ext uri="{FF2B5EF4-FFF2-40B4-BE49-F238E27FC236}">
                      <a16:creationId xmlns:a16="http://schemas.microsoft.com/office/drawing/2014/main" id="{D486BBCA-391D-863F-CF77-77EA8EB16AC0}"/>
                    </a:ext>
                  </a:extLst>
                </p14:cNvPr>
                <p14:cNvContentPartPr/>
                <p14:nvPr/>
              </p14:nvContentPartPr>
              <p14:xfrm>
                <a:off x="9141142" y="5190676"/>
                <a:ext cx="46800" cy="216000"/>
              </p14:xfrm>
            </p:contentPart>
          </mc:Choice>
          <mc:Fallback>
            <p:pic>
              <p:nvPicPr>
                <p:cNvPr id="393" name="Ink 392">
                  <a:extLst>
                    <a:ext uri="{FF2B5EF4-FFF2-40B4-BE49-F238E27FC236}">
                      <a16:creationId xmlns:a16="http://schemas.microsoft.com/office/drawing/2014/main" id="{D486BBCA-391D-863F-CF77-77EA8EB16AC0}"/>
                    </a:ext>
                  </a:extLst>
                </p:cNvPr>
                <p:cNvPicPr/>
                <p:nvPr/>
              </p:nvPicPr>
              <p:blipFill>
                <a:blip r:embed="rId616"/>
                <a:stretch>
                  <a:fillRect/>
                </a:stretch>
              </p:blipFill>
              <p:spPr>
                <a:xfrm>
                  <a:off x="9123502" y="5172676"/>
                  <a:ext cx="8244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7">
              <p14:nvContentPartPr>
                <p14:cNvPr id="394" name="Ink 393">
                  <a:extLst>
                    <a:ext uri="{FF2B5EF4-FFF2-40B4-BE49-F238E27FC236}">
                      <a16:creationId xmlns:a16="http://schemas.microsoft.com/office/drawing/2014/main" id="{8CECD572-E20A-F408-4A06-68F88FE885F7}"/>
                    </a:ext>
                  </a:extLst>
                </p14:cNvPr>
                <p14:cNvContentPartPr/>
                <p14:nvPr/>
              </p14:nvContentPartPr>
              <p14:xfrm>
                <a:off x="9342382" y="5287876"/>
                <a:ext cx="181440" cy="91800"/>
              </p14:xfrm>
            </p:contentPart>
          </mc:Choice>
          <mc:Fallback>
            <p:pic>
              <p:nvPicPr>
                <p:cNvPr id="394" name="Ink 393">
                  <a:extLst>
                    <a:ext uri="{FF2B5EF4-FFF2-40B4-BE49-F238E27FC236}">
                      <a16:creationId xmlns:a16="http://schemas.microsoft.com/office/drawing/2014/main" id="{8CECD572-E20A-F408-4A06-68F88FE885F7}"/>
                    </a:ext>
                  </a:extLst>
                </p:cNvPr>
                <p:cNvPicPr/>
                <p:nvPr/>
              </p:nvPicPr>
              <p:blipFill>
                <a:blip r:embed="rId618"/>
                <a:stretch>
                  <a:fillRect/>
                </a:stretch>
              </p:blipFill>
              <p:spPr>
                <a:xfrm>
                  <a:off x="9324382" y="5269876"/>
                  <a:ext cx="217080" cy="127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2" name="Group 411">
            <a:extLst>
              <a:ext uri="{FF2B5EF4-FFF2-40B4-BE49-F238E27FC236}">
                <a16:creationId xmlns:a16="http://schemas.microsoft.com/office/drawing/2014/main" id="{78F27AB7-57CD-B760-FD9F-7E863AF6547B}"/>
              </a:ext>
            </a:extLst>
          </p:cNvPr>
          <p:cNvGrpSpPr/>
          <p:nvPr/>
        </p:nvGrpSpPr>
        <p:grpSpPr>
          <a:xfrm>
            <a:off x="9783382" y="4928596"/>
            <a:ext cx="470880" cy="756720"/>
            <a:chOff x="9783382" y="4928596"/>
            <a:chExt cx="470880" cy="756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19">
              <p14:nvContentPartPr>
                <p14:cNvPr id="396" name="Ink 395">
                  <a:extLst>
                    <a:ext uri="{FF2B5EF4-FFF2-40B4-BE49-F238E27FC236}">
                      <a16:creationId xmlns:a16="http://schemas.microsoft.com/office/drawing/2014/main" id="{E662B007-7011-1765-8661-C4F9181212F0}"/>
                    </a:ext>
                  </a:extLst>
                </p14:cNvPr>
                <p14:cNvContentPartPr/>
                <p14:nvPr/>
              </p14:nvContentPartPr>
              <p14:xfrm>
                <a:off x="9783382" y="4942276"/>
                <a:ext cx="98280" cy="208080"/>
              </p14:xfrm>
            </p:contentPart>
          </mc:Choice>
          <mc:Fallback>
            <p:pic>
              <p:nvPicPr>
                <p:cNvPr id="396" name="Ink 395">
                  <a:extLst>
                    <a:ext uri="{FF2B5EF4-FFF2-40B4-BE49-F238E27FC236}">
                      <a16:creationId xmlns:a16="http://schemas.microsoft.com/office/drawing/2014/main" id="{E662B007-7011-1765-8661-C4F9181212F0}"/>
                    </a:ext>
                  </a:extLst>
                </p:cNvPr>
                <p:cNvPicPr/>
                <p:nvPr/>
              </p:nvPicPr>
              <p:blipFill>
                <a:blip r:embed="rId620"/>
                <a:stretch>
                  <a:fillRect/>
                </a:stretch>
              </p:blipFill>
              <p:spPr>
                <a:xfrm>
                  <a:off x="9765382" y="4924276"/>
                  <a:ext cx="13392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1">
              <p14:nvContentPartPr>
                <p14:cNvPr id="397" name="Ink 396">
                  <a:extLst>
                    <a:ext uri="{FF2B5EF4-FFF2-40B4-BE49-F238E27FC236}">
                      <a16:creationId xmlns:a16="http://schemas.microsoft.com/office/drawing/2014/main" id="{EAD488CE-CBF4-4D0D-5F53-E4868C1F32EA}"/>
                    </a:ext>
                  </a:extLst>
                </p14:cNvPr>
                <p14:cNvContentPartPr/>
                <p14:nvPr/>
              </p14:nvContentPartPr>
              <p14:xfrm>
                <a:off x="9788062" y="5220196"/>
                <a:ext cx="321480" cy="98280"/>
              </p14:xfrm>
            </p:contentPart>
          </mc:Choice>
          <mc:Fallback>
            <p:pic>
              <p:nvPicPr>
                <p:cNvPr id="397" name="Ink 396">
                  <a:extLst>
                    <a:ext uri="{FF2B5EF4-FFF2-40B4-BE49-F238E27FC236}">
                      <a16:creationId xmlns:a16="http://schemas.microsoft.com/office/drawing/2014/main" id="{EAD488CE-CBF4-4D0D-5F53-E4868C1F32EA}"/>
                    </a:ext>
                  </a:extLst>
                </p:cNvPr>
                <p:cNvPicPr/>
                <p:nvPr/>
              </p:nvPicPr>
              <p:blipFill>
                <a:blip r:embed="rId622"/>
                <a:stretch>
                  <a:fillRect/>
                </a:stretch>
              </p:blipFill>
              <p:spPr>
                <a:xfrm>
                  <a:off x="9770422" y="5202556"/>
                  <a:ext cx="35712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3">
              <p14:nvContentPartPr>
                <p14:cNvPr id="399" name="Ink 398">
                  <a:extLst>
                    <a:ext uri="{FF2B5EF4-FFF2-40B4-BE49-F238E27FC236}">
                      <a16:creationId xmlns:a16="http://schemas.microsoft.com/office/drawing/2014/main" id="{8E256880-2E2E-9212-7DC1-F489C5BEDEF6}"/>
                    </a:ext>
                  </a:extLst>
                </p14:cNvPr>
                <p14:cNvContentPartPr/>
                <p14:nvPr/>
              </p14:nvContentPartPr>
              <p14:xfrm>
                <a:off x="9848542" y="5399116"/>
                <a:ext cx="79200" cy="159480"/>
              </p14:xfrm>
            </p:contentPart>
          </mc:Choice>
          <mc:Fallback>
            <p:pic>
              <p:nvPicPr>
                <p:cNvPr id="399" name="Ink 398">
                  <a:extLst>
                    <a:ext uri="{FF2B5EF4-FFF2-40B4-BE49-F238E27FC236}">
                      <a16:creationId xmlns:a16="http://schemas.microsoft.com/office/drawing/2014/main" id="{8E256880-2E2E-9212-7DC1-F489C5BEDEF6}"/>
                    </a:ext>
                  </a:extLst>
                </p:cNvPr>
                <p:cNvPicPr/>
                <p:nvPr/>
              </p:nvPicPr>
              <p:blipFill>
                <a:blip r:embed="rId624"/>
                <a:stretch>
                  <a:fillRect/>
                </a:stretch>
              </p:blipFill>
              <p:spPr>
                <a:xfrm>
                  <a:off x="9830902" y="5381476"/>
                  <a:ext cx="11484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5">
              <p14:nvContentPartPr>
                <p14:cNvPr id="400" name="Ink 399">
                  <a:extLst>
                    <a:ext uri="{FF2B5EF4-FFF2-40B4-BE49-F238E27FC236}">
                      <a16:creationId xmlns:a16="http://schemas.microsoft.com/office/drawing/2014/main" id="{0026DA5F-344B-0D29-7E1F-6690C47D0B4D}"/>
                    </a:ext>
                  </a:extLst>
                </p14:cNvPr>
                <p14:cNvContentPartPr/>
                <p14:nvPr/>
              </p14:nvContentPartPr>
              <p14:xfrm>
                <a:off x="9877702" y="5346556"/>
                <a:ext cx="144720" cy="71280"/>
              </p14:xfrm>
            </p:contentPart>
          </mc:Choice>
          <mc:Fallback>
            <p:pic>
              <p:nvPicPr>
                <p:cNvPr id="400" name="Ink 399">
                  <a:extLst>
                    <a:ext uri="{FF2B5EF4-FFF2-40B4-BE49-F238E27FC236}">
                      <a16:creationId xmlns:a16="http://schemas.microsoft.com/office/drawing/2014/main" id="{0026DA5F-344B-0D29-7E1F-6690C47D0B4D}"/>
                    </a:ext>
                  </a:extLst>
                </p:cNvPr>
                <p:cNvPicPr/>
                <p:nvPr/>
              </p:nvPicPr>
              <p:blipFill>
                <a:blip r:embed="rId626"/>
                <a:stretch>
                  <a:fillRect/>
                </a:stretch>
              </p:blipFill>
              <p:spPr>
                <a:xfrm>
                  <a:off x="9860062" y="5328916"/>
                  <a:ext cx="18036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7">
              <p14:nvContentPartPr>
                <p14:cNvPr id="401" name="Ink 400">
                  <a:extLst>
                    <a:ext uri="{FF2B5EF4-FFF2-40B4-BE49-F238E27FC236}">
                      <a16:creationId xmlns:a16="http://schemas.microsoft.com/office/drawing/2014/main" id="{30BFC7AC-5806-705C-9C13-A8ADB8570981}"/>
                    </a:ext>
                  </a:extLst>
                </p14:cNvPr>
                <p14:cNvContentPartPr/>
                <p14:nvPr/>
              </p14:nvContentPartPr>
              <p14:xfrm>
                <a:off x="10184062" y="4928596"/>
                <a:ext cx="70200" cy="756720"/>
              </p14:xfrm>
            </p:contentPart>
          </mc:Choice>
          <mc:Fallback>
            <p:pic>
              <p:nvPicPr>
                <p:cNvPr id="401" name="Ink 400">
                  <a:extLst>
                    <a:ext uri="{FF2B5EF4-FFF2-40B4-BE49-F238E27FC236}">
                      <a16:creationId xmlns:a16="http://schemas.microsoft.com/office/drawing/2014/main" id="{30BFC7AC-5806-705C-9C13-A8ADB8570981}"/>
                    </a:ext>
                  </a:extLst>
                </p:cNvPr>
                <p:cNvPicPr/>
                <p:nvPr/>
              </p:nvPicPr>
              <p:blipFill>
                <a:blip r:embed="rId628"/>
                <a:stretch>
                  <a:fillRect/>
                </a:stretch>
              </p:blipFill>
              <p:spPr>
                <a:xfrm>
                  <a:off x="10166062" y="4910956"/>
                  <a:ext cx="105840" cy="792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29">
            <p14:nvContentPartPr>
              <p14:cNvPr id="402" name="Ink 401">
                <a:extLst>
                  <a:ext uri="{FF2B5EF4-FFF2-40B4-BE49-F238E27FC236}">
                    <a16:creationId xmlns:a16="http://schemas.microsoft.com/office/drawing/2014/main" id="{289222D6-5353-658A-B6CC-BBDF3401B1DD}"/>
                  </a:ext>
                </a:extLst>
              </p14:cNvPr>
              <p14:cNvContentPartPr/>
              <p14:nvPr/>
            </p14:nvContentPartPr>
            <p14:xfrm>
              <a:off x="10436782" y="5261596"/>
              <a:ext cx="126720" cy="82440"/>
            </p14:xfrm>
          </p:contentPart>
        </mc:Choice>
        <mc:Fallback>
          <p:pic>
            <p:nvPicPr>
              <p:cNvPr id="402" name="Ink 401">
                <a:extLst>
                  <a:ext uri="{FF2B5EF4-FFF2-40B4-BE49-F238E27FC236}">
                    <a16:creationId xmlns:a16="http://schemas.microsoft.com/office/drawing/2014/main" id="{289222D6-5353-658A-B6CC-BBDF3401B1DD}"/>
                  </a:ext>
                </a:extLst>
              </p:cNvPr>
              <p:cNvPicPr/>
              <p:nvPr/>
            </p:nvPicPr>
            <p:blipFill>
              <a:blip r:embed="rId630"/>
              <a:stretch>
                <a:fillRect/>
              </a:stretch>
            </p:blipFill>
            <p:spPr>
              <a:xfrm>
                <a:off x="10418782" y="5243596"/>
                <a:ext cx="162360" cy="118080"/>
              </a:xfrm>
              <a:prstGeom prst="rect">
                <a:avLst/>
              </a:prstGeom>
            </p:spPr>
          </p:pic>
        </mc:Fallback>
      </mc:AlternateContent>
      <p:grpSp>
        <p:nvGrpSpPr>
          <p:cNvPr id="411" name="Group 410">
            <a:extLst>
              <a:ext uri="{FF2B5EF4-FFF2-40B4-BE49-F238E27FC236}">
                <a16:creationId xmlns:a16="http://schemas.microsoft.com/office/drawing/2014/main" id="{2B0D2186-5CAB-B6B9-A5ED-63968733006B}"/>
              </a:ext>
            </a:extLst>
          </p:cNvPr>
          <p:cNvGrpSpPr/>
          <p:nvPr/>
        </p:nvGrpSpPr>
        <p:grpSpPr>
          <a:xfrm>
            <a:off x="7276342" y="5765596"/>
            <a:ext cx="126360" cy="140400"/>
            <a:chOff x="7276342" y="5765596"/>
            <a:chExt cx="126360" cy="140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31">
              <p14:nvContentPartPr>
                <p14:cNvPr id="403" name="Ink 402">
                  <a:extLst>
                    <a:ext uri="{FF2B5EF4-FFF2-40B4-BE49-F238E27FC236}">
                      <a16:creationId xmlns:a16="http://schemas.microsoft.com/office/drawing/2014/main" id="{31B73D23-3255-C6ED-63CF-02DFEDD1C325}"/>
                    </a:ext>
                  </a:extLst>
                </p14:cNvPr>
                <p14:cNvContentPartPr/>
                <p14:nvPr/>
              </p14:nvContentPartPr>
              <p14:xfrm>
                <a:off x="7276342" y="5765596"/>
                <a:ext cx="119160" cy="13680"/>
              </p14:xfrm>
            </p:contentPart>
          </mc:Choice>
          <mc:Fallback>
            <p:pic>
              <p:nvPicPr>
                <p:cNvPr id="403" name="Ink 402">
                  <a:extLst>
                    <a:ext uri="{FF2B5EF4-FFF2-40B4-BE49-F238E27FC236}">
                      <a16:creationId xmlns:a16="http://schemas.microsoft.com/office/drawing/2014/main" id="{31B73D23-3255-C6ED-63CF-02DFEDD1C325}"/>
                    </a:ext>
                  </a:extLst>
                </p:cNvPr>
                <p:cNvPicPr/>
                <p:nvPr/>
              </p:nvPicPr>
              <p:blipFill>
                <a:blip r:embed="rId632"/>
                <a:stretch>
                  <a:fillRect/>
                </a:stretch>
              </p:blipFill>
              <p:spPr>
                <a:xfrm>
                  <a:off x="7258702" y="5747596"/>
                  <a:ext cx="15480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3">
              <p14:nvContentPartPr>
                <p14:cNvPr id="404" name="Ink 403">
                  <a:extLst>
                    <a:ext uri="{FF2B5EF4-FFF2-40B4-BE49-F238E27FC236}">
                      <a16:creationId xmlns:a16="http://schemas.microsoft.com/office/drawing/2014/main" id="{100E14E2-5F7F-A468-FEC5-8D601AA80573}"/>
                    </a:ext>
                  </a:extLst>
                </p14:cNvPr>
                <p14:cNvContentPartPr/>
                <p14:nvPr/>
              </p14:nvContentPartPr>
              <p14:xfrm>
                <a:off x="7318462" y="5873956"/>
                <a:ext cx="84240" cy="32040"/>
              </p14:xfrm>
            </p:contentPart>
          </mc:Choice>
          <mc:Fallback>
            <p:pic>
              <p:nvPicPr>
                <p:cNvPr id="404" name="Ink 403">
                  <a:extLst>
                    <a:ext uri="{FF2B5EF4-FFF2-40B4-BE49-F238E27FC236}">
                      <a16:creationId xmlns:a16="http://schemas.microsoft.com/office/drawing/2014/main" id="{100E14E2-5F7F-A468-FEC5-8D601AA80573}"/>
                    </a:ext>
                  </a:extLst>
                </p:cNvPr>
                <p:cNvPicPr/>
                <p:nvPr/>
              </p:nvPicPr>
              <p:blipFill>
                <a:blip r:embed="rId634"/>
                <a:stretch>
                  <a:fillRect/>
                </a:stretch>
              </p:blipFill>
              <p:spPr>
                <a:xfrm>
                  <a:off x="7300462" y="5855956"/>
                  <a:ext cx="119880" cy="67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0" name="Group 409">
            <a:extLst>
              <a:ext uri="{FF2B5EF4-FFF2-40B4-BE49-F238E27FC236}">
                <a16:creationId xmlns:a16="http://schemas.microsoft.com/office/drawing/2014/main" id="{99E173BE-ACE3-A615-934A-680CA162B39C}"/>
              </a:ext>
            </a:extLst>
          </p:cNvPr>
          <p:cNvGrpSpPr/>
          <p:nvPr/>
        </p:nvGrpSpPr>
        <p:grpSpPr>
          <a:xfrm>
            <a:off x="7592782" y="5776396"/>
            <a:ext cx="366120" cy="197640"/>
            <a:chOff x="7592782" y="5776396"/>
            <a:chExt cx="366120" cy="197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35">
              <p14:nvContentPartPr>
                <p14:cNvPr id="405" name="Ink 404">
                  <a:extLst>
                    <a:ext uri="{FF2B5EF4-FFF2-40B4-BE49-F238E27FC236}">
                      <a16:creationId xmlns:a16="http://schemas.microsoft.com/office/drawing/2014/main" id="{DC9AC6CC-C40F-26A6-9341-22BC844AAF7E}"/>
                    </a:ext>
                  </a:extLst>
                </p14:cNvPr>
                <p14:cNvContentPartPr/>
                <p14:nvPr/>
              </p14:nvContentPartPr>
              <p14:xfrm>
                <a:off x="7592782" y="5858116"/>
                <a:ext cx="105120" cy="17280"/>
              </p14:xfrm>
            </p:contentPart>
          </mc:Choice>
          <mc:Fallback>
            <p:pic>
              <p:nvPicPr>
                <p:cNvPr id="405" name="Ink 404">
                  <a:extLst>
                    <a:ext uri="{FF2B5EF4-FFF2-40B4-BE49-F238E27FC236}">
                      <a16:creationId xmlns:a16="http://schemas.microsoft.com/office/drawing/2014/main" id="{DC9AC6CC-C40F-26A6-9341-22BC844AAF7E}"/>
                    </a:ext>
                  </a:extLst>
                </p:cNvPr>
                <p:cNvPicPr/>
                <p:nvPr/>
              </p:nvPicPr>
              <p:blipFill>
                <a:blip r:embed="rId636"/>
                <a:stretch>
                  <a:fillRect/>
                </a:stretch>
              </p:blipFill>
              <p:spPr>
                <a:xfrm>
                  <a:off x="7575142" y="5840476"/>
                  <a:ext cx="14076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7">
              <p14:nvContentPartPr>
                <p14:cNvPr id="406" name="Ink 405">
                  <a:extLst>
                    <a:ext uri="{FF2B5EF4-FFF2-40B4-BE49-F238E27FC236}">
                      <a16:creationId xmlns:a16="http://schemas.microsoft.com/office/drawing/2014/main" id="{A7454002-3C59-EB5C-CCE6-21ED27C09FA8}"/>
                    </a:ext>
                  </a:extLst>
                </p14:cNvPr>
                <p14:cNvContentPartPr/>
                <p14:nvPr/>
              </p14:nvContentPartPr>
              <p14:xfrm>
                <a:off x="7797262" y="5776396"/>
                <a:ext cx="161640" cy="197640"/>
              </p14:xfrm>
            </p:contentPart>
          </mc:Choice>
          <mc:Fallback>
            <p:pic>
              <p:nvPicPr>
                <p:cNvPr id="406" name="Ink 405">
                  <a:extLst>
                    <a:ext uri="{FF2B5EF4-FFF2-40B4-BE49-F238E27FC236}">
                      <a16:creationId xmlns:a16="http://schemas.microsoft.com/office/drawing/2014/main" id="{A7454002-3C59-EB5C-CCE6-21ED27C09FA8}"/>
                    </a:ext>
                  </a:extLst>
                </p:cNvPr>
                <p:cNvPicPr/>
                <p:nvPr/>
              </p:nvPicPr>
              <p:blipFill>
                <a:blip r:embed="rId638"/>
                <a:stretch>
                  <a:fillRect/>
                </a:stretch>
              </p:blipFill>
              <p:spPr>
                <a:xfrm>
                  <a:off x="7779622" y="5758756"/>
                  <a:ext cx="197280" cy="233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6" name="Group 425">
            <a:extLst>
              <a:ext uri="{FF2B5EF4-FFF2-40B4-BE49-F238E27FC236}">
                <a16:creationId xmlns:a16="http://schemas.microsoft.com/office/drawing/2014/main" id="{818F82A8-2F24-5CDE-A64F-8F104B1746E3}"/>
              </a:ext>
            </a:extLst>
          </p:cNvPr>
          <p:cNvGrpSpPr/>
          <p:nvPr/>
        </p:nvGrpSpPr>
        <p:grpSpPr>
          <a:xfrm>
            <a:off x="8193622" y="5690356"/>
            <a:ext cx="977400" cy="578880"/>
            <a:chOff x="8193622" y="5690356"/>
            <a:chExt cx="977400" cy="578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39">
              <p14:nvContentPartPr>
                <p14:cNvPr id="407" name="Ink 406">
                  <a:extLst>
                    <a:ext uri="{FF2B5EF4-FFF2-40B4-BE49-F238E27FC236}">
                      <a16:creationId xmlns:a16="http://schemas.microsoft.com/office/drawing/2014/main" id="{6FA6B2E7-C9D4-3263-A93F-03FDCD345A6D}"/>
                    </a:ext>
                  </a:extLst>
                </p14:cNvPr>
                <p14:cNvContentPartPr/>
                <p14:nvPr/>
              </p14:nvContentPartPr>
              <p14:xfrm>
                <a:off x="8237182" y="5790436"/>
                <a:ext cx="27360" cy="147600"/>
              </p14:xfrm>
            </p:contentPart>
          </mc:Choice>
          <mc:Fallback>
            <p:pic>
              <p:nvPicPr>
                <p:cNvPr id="407" name="Ink 406">
                  <a:extLst>
                    <a:ext uri="{FF2B5EF4-FFF2-40B4-BE49-F238E27FC236}">
                      <a16:creationId xmlns:a16="http://schemas.microsoft.com/office/drawing/2014/main" id="{6FA6B2E7-C9D4-3263-A93F-03FDCD345A6D}"/>
                    </a:ext>
                  </a:extLst>
                </p:cNvPr>
                <p:cNvPicPr/>
                <p:nvPr/>
              </p:nvPicPr>
              <p:blipFill>
                <a:blip r:embed="rId640"/>
                <a:stretch>
                  <a:fillRect/>
                </a:stretch>
              </p:blipFill>
              <p:spPr>
                <a:xfrm>
                  <a:off x="8219542" y="5772436"/>
                  <a:ext cx="6300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1">
              <p14:nvContentPartPr>
                <p14:cNvPr id="408" name="Ink 407">
                  <a:extLst>
                    <a:ext uri="{FF2B5EF4-FFF2-40B4-BE49-F238E27FC236}">
                      <a16:creationId xmlns:a16="http://schemas.microsoft.com/office/drawing/2014/main" id="{88EE77DA-5F94-3271-EB9D-EBADD6EA1014}"/>
                    </a:ext>
                  </a:extLst>
                </p14:cNvPr>
                <p14:cNvContentPartPr/>
                <p14:nvPr/>
              </p14:nvContentPartPr>
              <p14:xfrm>
                <a:off x="8193622" y="5879716"/>
                <a:ext cx="112320" cy="14400"/>
              </p14:xfrm>
            </p:contentPart>
          </mc:Choice>
          <mc:Fallback>
            <p:pic>
              <p:nvPicPr>
                <p:cNvPr id="408" name="Ink 407">
                  <a:extLst>
                    <a:ext uri="{FF2B5EF4-FFF2-40B4-BE49-F238E27FC236}">
                      <a16:creationId xmlns:a16="http://schemas.microsoft.com/office/drawing/2014/main" id="{88EE77DA-5F94-3271-EB9D-EBADD6EA1014}"/>
                    </a:ext>
                  </a:extLst>
                </p:cNvPr>
                <p:cNvPicPr/>
                <p:nvPr/>
              </p:nvPicPr>
              <p:blipFill>
                <a:blip r:embed="rId642"/>
                <a:stretch>
                  <a:fillRect/>
                </a:stretch>
              </p:blipFill>
              <p:spPr>
                <a:xfrm>
                  <a:off x="8175982" y="5862076"/>
                  <a:ext cx="14796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3">
              <p14:nvContentPartPr>
                <p14:cNvPr id="413" name="Ink 412">
                  <a:extLst>
                    <a:ext uri="{FF2B5EF4-FFF2-40B4-BE49-F238E27FC236}">
                      <a16:creationId xmlns:a16="http://schemas.microsoft.com/office/drawing/2014/main" id="{1BC0D033-BB72-59D7-2565-871B37B8E790}"/>
                    </a:ext>
                  </a:extLst>
                </p14:cNvPr>
                <p14:cNvContentPartPr/>
                <p14:nvPr/>
              </p14:nvContentPartPr>
              <p14:xfrm>
                <a:off x="8465062" y="5767036"/>
                <a:ext cx="118800" cy="218160"/>
              </p14:xfrm>
            </p:contentPart>
          </mc:Choice>
          <mc:Fallback>
            <p:pic>
              <p:nvPicPr>
                <p:cNvPr id="413" name="Ink 412">
                  <a:extLst>
                    <a:ext uri="{FF2B5EF4-FFF2-40B4-BE49-F238E27FC236}">
                      <a16:creationId xmlns:a16="http://schemas.microsoft.com/office/drawing/2014/main" id="{1BC0D033-BB72-59D7-2565-871B37B8E790}"/>
                    </a:ext>
                  </a:extLst>
                </p:cNvPr>
                <p:cNvPicPr/>
                <p:nvPr/>
              </p:nvPicPr>
              <p:blipFill>
                <a:blip r:embed="rId644"/>
                <a:stretch>
                  <a:fillRect/>
                </a:stretch>
              </p:blipFill>
              <p:spPr>
                <a:xfrm>
                  <a:off x="8447422" y="5749036"/>
                  <a:ext cx="15444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5">
              <p14:nvContentPartPr>
                <p14:cNvPr id="414" name="Ink 413">
                  <a:extLst>
                    <a:ext uri="{FF2B5EF4-FFF2-40B4-BE49-F238E27FC236}">
                      <a16:creationId xmlns:a16="http://schemas.microsoft.com/office/drawing/2014/main" id="{1760447F-103A-FEBA-1961-02C76F85E103}"/>
                    </a:ext>
                  </a:extLst>
                </p14:cNvPr>
                <p14:cNvContentPartPr/>
                <p14:nvPr/>
              </p14:nvContentPartPr>
              <p14:xfrm>
                <a:off x="8493142" y="5791156"/>
                <a:ext cx="135720" cy="22680"/>
              </p14:xfrm>
            </p:contentPart>
          </mc:Choice>
          <mc:Fallback>
            <p:pic>
              <p:nvPicPr>
                <p:cNvPr id="414" name="Ink 413">
                  <a:extLst>
                    <a:ext uri="{FF2B5EF4-FFF2-40B4-BE49-F238E27FC236}">
                      <a16:creationId xmlns:a16="http://schemas.microsoft.com/office/drawing/2014/main" id="{1760447F-103A-FEBA-1961-02C76F85E103}"/>
                    </a:ext>
                  </a:extLst>
                </p:cNvPr>
                <p:cNvPicPr/>
                <p:nvPr/>
              </p:nvPicPr>
              <p:blipFill>
                <a:blip r:embed="rId646"/>
                <a:stretch>
                  <a:fillRect/>
                </a:stretch>
              </p:blipFill>
              <p:spPr>
                <a:xfrm>
                  <a:off x="8475502" y="5773516"/>
                  <a:ext cx="17136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7">
              <p14:nvContentPartPr>
                <p14:cNvPr id="415" name="Ink 414">
                  <a:extLst>
                    <a:ext uri="{FF2B5EF4-FFF2-40B4-BE49-F238E27FC236}">
                      <a16:creationId xmlns:a16="http://schemas.microsoft.com/office/drawing/2014/main" id="{62C05AFE-CB5C-4E76-3A75-129AEEE5041F}"/>
                    </a:ext>
                  </a:extLst>
                </p14:cNvPr>
                <p14:cNvContentPartPr/>
                <p14:nvPr/>
              </p14:nvContentPartPr>
              <p14:xfrm>
                <a:off x="8750902" y="5928676"/>
                <a:ext cx="2160" cy="1080"/>
              </p14:xfrm>
            </p:contentPart>
          </mc:Choice>
          <mc:Fallback>
            <p:pic>
              <p:nvPicPr>
                <p:cNvPr id="415" name="Ink 414">
                  <a:extLst>
                    <a:ext uri="{FF2B5EF4-FFF2-40B4-BE49-F238E27FC236}">
                      <a16:creationId xmlns:a16="http://schemas.microsoft.com/office/drawing/2014/main" id="{62C05AFE-CB5C-4E76-3A75-129AEEE5041F}"/>
                    </a:ext>
                  </a:extLst>
                </p:cNvPr>
                <p:cNvPicPr/>
                <p:nvPr/>
              </p:nvPicPr>
              <p:blipFill>
                <a:blip r:embed="rId648"/>
                <a:stretch>
                  <a:fillRect/>
                </a:stretch>
              </p:blipFill>
              <p:spPr>
                <a:xfrm>
                  <a:off x="8732902" y="5911036"/>
                  <a:ext cx="3780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9">
              <p14:nvContentPartPr>
                <p14:cNvPr id="416" name="Ink 415">
                  <a:extLst>
                    <a:ext uri="{FF2B5EF4-FFF2-40B4-BE49-F238E27FC236}">
                      <a16:creationId xmlns:a16="http://schemas.microsoft.com/office/drawing/2014/main" id="{FE7EF17A-108A-7172-CAED-D24E370D5577}"/>
                    </a:ext>
                  </a:extLst>
                </p14:cNvPr>
                <p14:cNvContentPartPr/>
                <p14:nvPr/>
              </p14:nvContentPartPr>
              <p14:xfrm>
                <a:off x="8957542" y="5690356"/>
                <a:ext cx="177480" cy="147240"/>
              </p14:xfrm>
            </p:contentPart>
          </mc:Choice>
          <mc:Fallback>
            <p:pic>
              <p:nvPicPr>
                <p:cNvPr id="416" name="Ink 415">
                  <a:extLst>
                    <a:ext uri="{FF2B5EF4-FFF2-40B4-BE49-F238E27FC236}">
                      <a16:creationId xmlns:a16="http://schemas.microsoft.com/office/drawing/2014/main" id="{FE7EF17A-108A-7172-CAED-D24E370D5577}"/>
                    </a:ext>
                  </a:extLst>
                </p:cNvPr>
                <p:cNvPicPr/>
                <p:nvPr/>
              </p:nvPicPr>
              <p:blipFill>
                <a:blip r:embed="rId650"/>
                <a:stretch>
                  <a:fillRect/>
                </a:stretch>
              </p:blipFill>
              <p:spPr>
                <a:xfrm>
                  <a:off x="8939902" y="5672356"/>
                  <a:ext cx="21312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1">
              <p14:nvContentPartPr>
                <p14:cNvPr id="417" name="Ink 416">
                  <a:extLst>
                    <a:ext uri="{FF2B5EF4-FFF2-40B4-BE49-F238E27FC236}">
                      <a16:creationId xmlns:a16="http://schemas.microsoft.com/office/drawing/2014/main" id="{94EE8FD3-9F06-0914-DA89-C68602C534CF}"/>
                    </a:ext>
                  </a:extLst>
                </p14:cNvPr>
                <p14:cNvContentPartPr/>
                <p14:nvPr/>
              </p14:nvContentPartPr>
              <p14:xfrm>
                <a:off x="8937382" y="5897356"/>
                <a:ext cx="227520" cy="20520"/>
              </p14:xfrm>
            </p:contentPart>
          </mc:Choice>
          <mc:Fallback>
            <p:pic>
              <p:nvPicPr>
                <p:cNvPr id="417" name="Ink 416">
                  <a:extLst>
                    <a:ext uri="{FF2B5EF4-FFF2-40B4-BE49-F238E27FC236}">
                      <a16:creationId xmlns:a16="http://schemas.microsoft.com/office/drawing/2014/main" id="{94EE8FD3-9F06-0914-DA89-C68602C534CF}"/>
                    </a:ext>
                  </a:extLst>
                </p:cNvPr>
                <p:cNvPicPr/>
                <p:nvPr/>
              </p:nvPicPr>
              <p:blipFill>
                <a:blip r:embed="rId652"/>
                <a:stretch>
                  <a:fillRect/>
                </a:stretch>
              </p:blipFill>
              <p:spPr>
                <a:xfrm>
                  <a:off x="8919382" y="5879716"/>
                  <a:ext cx="26316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3">
              <p14:nvContentPartPr>
                <p14:cNvPr id="418" name="Ink 417">
                  <a:extLst>
                    <a:ext uri="{FF2B5EF4-FFF2-40B4-BE49-F238E27FC236}">
                      <a16:creationId xmlns:a16="http://schemas.microsoft.com/office/drawing/2014/main" id="{3EE4D015-89A2-E5B1-65EB-AF2E88D9A09C}"/>
                    </a:ext>
                  </a:extLst>
                </p14:cNvPr>
                <p14:cNvContentPartPr/>
                <p14:nvPr/>
              </p14:nvContentPartPr>
              <p14:xfrm>
                <a:off x="8938462" y="6039916"/>
                <a:ext cx="138600" cy="192240"/>
              </p14:xfrm>
            </p:contentPart>
          </mc:Choice>
          <mc:Fallback>
            <p:pic>
              <p:nvPicPr>
                <p:cNvPr id="418" name="Ink 417">
                  <a:extLst>
                    <a:ext uri="{FF2B5EF4-FFF2-40B4-BE49-F238E27FC236}">
                      <a16:creationId xmlns:a16="http://schemas.microsoft.com/office/drawing/2014/main" id="{3EE4D015-89A2-E5B1-65EB-AF2E88D9A09C}"/>
                    </a:ext>
                  </a:extLst>
                </p:cNvPr>
                <p:cNvPicPr/>
                <p:nvPr/>
              </p:nvPicPr>
              <p:blipFill>
                <a:blip r:embed="rId654"/>
                <a:stretch>
                  <a:fillRect/>
                </a:stretch>
              </p:blipFill>
              <p:spPr>
                <a:xfrm>
                  <a:off x="8920462" y="6022276"/>
                  <a:ext cx="17424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5">
              <p14:nvContentPartPr>
                <p14:cNvPr id="419" name="Ink 418">
                  <a:extLst>
                    <a:ext uri="{FF2B5EF4-FFF2-40B4-BE49-F238E27FC236}">
                      <a16:creationId xmlns:a16="http://schemas.microsoft.com/office/drawing/2014/main" id="{ACE8E359-CB99-05A4-A916-7F68F94B451F}"/>
                    </a:ext>
                  </a:extLst>
                </p14:cNvPr>
                <p14:cNvContentPartPr/>
                <p14:nvPr/>
              </p14:nvContentPartPr>
              <p14:xfrm>
                <a:off x="8997142" y="6011476"/>
                <a:ext cx="173880" cy="62640"/>
              </p14:xfrm>
            </p:contentPart>
          </mc:Choice>
          <mc:Fallback>
            <p:pic>
              <p:nvPicPr>
                <p:cNvPr id="419" name="Ink 418">
                  <a:extLst>
                    <a:ext uri="{FF2B5EF4-FFF2-40B4-BE49-F238E27FC236}">
                      <a16:creationId xmlns:a16="http://schemas.microsoft.com/office/drawing/2014/main" id="{ACE8E359-CB99-05A4-A916-7F68F94B451F}"/>
                    </a:ext>
                  </a:extLst>
                </p:cNvPr>
                <p:cNvPicPr/>
                <p:nvPr/>
              </p:nvPicPr>
              <p:blipFill>
                <a:blip r:embed="rId656"/>
                <a:stretch>
                  <a:fillRect/>
                </a:stretch>
              </p:blipFill>
              <p:spPr>
                <a:xfrm>
                  <a:off x="8979502" y="5993836"/>
                  <a:ext cx="20952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7">
              <p14:nvContentPartPr>
                <p14:cNvPr id="420" name="Ink 419">
                  <a:extLst>
                    <a:ext uri="{FF2B5EF4-FFF2-40B4-BE49-F238E27FC236}">
                      <a16:creationId xmlns:a16="http://schemas.microsoft.com/office/drawing/2014/main" id="{88612385-F922-0BC4-3D92-84F3672295C5}"/>
                    </a:ext>
                  </a:extLst>
                </p14:cNvPr>
                <p14:cNvContentPartPr/>
                <p14:nvPr/>
              </p14:nvContentPartPr>
              <p14:xfrm>
                <a:off x="8375062" y="5737156"/>
                <a:ext cx="293400" cy="359640"/>
              </p14:xfrm>
            </p:contentPart>
          </mc:Choice>
          <mc:Fallback>
            <p:pic>
              <p:nvPicPr>
                <p:cNvPr id="420" name="Ink 419">
                  <a:extLst>
                    <a:ext uri="{FF2B5EF4-FFF2-40B4-BE49-F238E27FC236}">
                      <a16:creationId xmlns:a16="http://schemas.microsoft.com/office/drawing/2014/main" id="{88612385-F922-0BC4-3D92-84F3672295C5}"/>
                    </a:ext>
                  </a:extLst>
                </p:cNvPr>
                <p:cNvPicPr/>
                <p:nvPr/>
              </p:nvPicPr>
              <p:blipFill>
                <a:blip r:embed="rId658"/>
                <a:stretch>
                  <a:fillRect/>
                </a:stretch>
              </p:blipFill>
              <p:spPr>
                <a:xfrm>
                  <a:off x="8357062" y="5719516"/>
                  <a:ext cx="329040" cy="39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9">
              <p14:nvContentPartPr>
                <p14:cNvPr id="421" name="Ink 420">
                  <a:extLst>
                    <a:ext uri="{FF2B5EF4-FFF2-40B4-BE49-F238E27FC236}">
                      <a16:creationId xmlns:a16="http://schemas.microsoft.com/office/drawing/2014/main" id="{2FD819ED-74B3-EA2F-FB83-4BF225960470}"/>
                    </a:ext>
                  </a:extLst>
                </p14:cNvPr>
                <p14:cNvContentPartPr/>
                <p14:nvPr/>
              </p14:nvContentPartPr>
              <p14:xfrm>
                <a:off x="8808502" y="6053236"/>
                <a:ext cx="237960" cy="216000"/>
              </p14:xfrm>
            </p:contentPart>
          </mc:Choice>
          <mc:Fallback>
            <p:pic>
              <p:nvPicPr>
                <p:cNvPr id="421" name="Ink 420">
                  <a:extLst>
                    <a:ext uri="{FF2B5EF4-FFF2-40B4-BE49-F238E27FC236}">
                      <a16:creationId xmlns:a16="http://schemas.microsoft.com/office/drawing/2014/main" id="{2FD819ED-74B3-EA2F-FB83-4BF225960470}"/>
                    </a:ext>
                  </a:extLst>
                </p:cNvPr>
                <p:cNvPicPr/>
                <p:nvPr/>
              </p:nvPicPr>
              <p:blipFill>
                <a:blip r:embed="rId660"/>
                <a:stretch>
                  <a:fillRect/>
                </a:stretch>
              </p:blipFill>
              <p:spPr>
                <a:xfrm>
                  <a:off x="8790502" y="6035596"/>
                  <a:ext cx="273600" cy="251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5" name="Group 424">
            <a:extLst>
              <a:ext uri="{FF2B5EF4-FFF2-40B4-BE49-F238E27FC236}">
                <a16:creationId xmlns:a16="http://schemas.microsoft.com/office/drawing/2014/main" id="{3E1BB7C2-74AB-5E8D-292A-BD0EEDD7C063}"/>
              </a:ext>
            </a:extLst>
          </p:cNvPr>
          <p:cNvGrpSpPr/>
          <p:nvPr/>
        </p:nvGrpSpPr>
        <p:grpSpPr>
          <a:xfrm>
            <a:off x="9384862" y="5874676"/>
            <a:ext cx="151200" cy="91800"/>
            <a:chOff x="9384862" y="5874676"/>
            <a:chExt cx="151200" cy="91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61">
              <p14:nvContentPartPr>
                <p14:cNvPr id="422" name="Ink 421">
                  <a:extLst>
                    <a:ext uri="{FF2B5EF4-FFF2-40B4-BE49-F238E27FC236}">
                      <a16:creationId xmlns:a16="http://schemas.microsoft.com/office/drawing/2014/main" id="{9A6E0F4F-A763-FD99-D489-44596A5E4917}"/>
                    </a:ext>
                  </a:extLst>
                </p14:cNvPr>
                <p14:cNvContentPartPr/>
                <p14:nvPr/>
              </p14:nvContentPartPr>
              <p14:xfrm>
                <a:off x="9404662" y="5874676"/>
                <a:ext cx="131400" cy="11520"/>
              </p14:xfrm>
            </p:contentPart>
          </mc:Choice>
          <mc:Fallback>
            <p:pic>
              <p:nvPicPr>
                <p:cNvPr id="422" name="Ink 421">
                  <a:extLst>
                    <a:ext uri="{FF2B5EF4-FFF2-40B4-BE49-F238E27FC236}">
                      <a16:creationId xmlns:a16="http://schemas.microsoft.com/office/drawing/2014/main" id="{9A6E0F4F-A763-FD99-D489-44596A5E4917}"/>
                    </a:ext>
                  </a:extLst>
                </p:cNvPr>
                <p:cNvPicPr/>
                <p:nvPr/>
              </p:nvPicPr>
              <p:blipFill>
                <a:blip r:embed="rId662"/>
                <a:stretch>
                  <a:fillRect/>
                </a:stretch>
              </p:blipFill>
              <p:spPr>
                <a:xfrm>
                  <a:off x="9386662" y="5856676"/>
                  <a:ext cx="16704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3">
              <p14:nvContentPartPr>
                <p14:cNvPr id="423" name="Ink 422">
                  <a:extLst>
                    <a:ext uri="{FF2B5EF4-FFF2-40B4-BE49-F238E27FC236}">
                      <a16:creationId xmlns:a16="http://schemas.microsoft.com/office/drawing/2014/main" id="{23D20DC7-D33E-11DB-AAF5-B00E9242C3E6}"/>
                    </a:ext>
                  </a:extLst>
                </p14:cNvPr>
                <p14:cNvContentPartPr/>
                <p14:nvPr/>
              </p14:nvContentPartPr>
              <p14:xfrm>
                <a:off x="9384862" y="5957836"/>
                <a:ext cx="117360" cy="8640"/>
              </p14:xfrm>
            </p:contentPart>
          </mc:Choice>
          <mc:Fallback>
            <p:pic>
              <p:nvPicPr>
                <p:cNvPr id="423" name="Ink 422">
                  <a:extLst>
                    <a:ext uri="{FF2B5EF4-FFF2-40B4-BE49-F238E27FC236}">
                      <a16:creationId xmlns:a16="http://schemas.microsoft.com/office/drawing/2014/main" id="{23D20DC7-D33E-11DB-AAF5-B00E9242C3E6}"/>
                    </a:ext>
                  </a:extLst>
                </p:cNvPr>
                <p:cNvPicPr/>
                <p:nvPr/>
              </p:nvPicPr>
              <p:blipFill>
                <a:blip r:embed="rId664"/>
                <a:stretch>
                  <a:fillRect/>
                </a:stretch>
              </p:blipFill>
              <p:spPr>
                <a:xfrm>
                  <a:off x="9366862" y="5940196"/>
                  <a:ext cx="153000" cy="44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65">
            <p14:nvContentPartPr>
              <p14:cNvPr id="424" name="Ink 423">
                <a:extLst>
                  <a:ext uri="{FF2B5EF4-FFF2-40B4-BE49-F238E27FC236}">
                    <a16:creationId xmlns:a16="http://schemas.microsoft.com/office/drawing/2014/main" id="{4714E95F-5A11-A265-4929-E6C84646AA8D}"/>
                  </a:ext>
                </a:extLst>
              </p14:cNvPr>
              <p14:cNvContentPartPr/>
              <p14:nvPr/>
            </p14:nvContentPartPr>
            <p14:xfrm>
              <a:off x="9708142" y="5846596"/>
              <a:ext cx="189000" cy="125280"/>
            </p14:xfrm>
          </p:contentPart>
        </mc:Choice>
        <mc:Fallback>
          <p:pic>
            <p:nvPicPr>
              <p:cNvPr id="424" name="Ink 423">
                <a:extLst>
                  <a:ext uri="{FF2B5EF4-FFF2-40B4-BE49-F238E27FC236}">
                    <a16:creationId xmlns:a16="http://schemas.microsoft.com/office/drawing/2014/main" id="{4714E95F-5A11-A265-4929-E6C84646AA8D}"/>
                  </a:ext>
                </a:extLst>
              </p:cNvPr>
              <p:cNvPicPr/>
              <p:nvPr/>
            </p:nvPicPr>
            <p:blipFill>
              <a:blip r:embed="rId666"/>
              <a:stretch>
                <a:fillRect/>
              </a:stretch>
            </p:blipFill>
            <p:spPr>
              <a:xfrm>
                <a:off x="9690502" y="5828596"/>
                <a:ext cx="224640" cy="160920"/>
              </a:xfrm>
              <a:prstGeom prst="rect">
                <a:avLst/>
              </a:prstGeom>
            </p:spPr>
          </p:pic>
        </mc:Fallback>
      </mc:AlternateContent>
      <p:grpSp>
        <p:nvGrpSpPr>
          <p:cNvPr id="429" name="Group 428">
            <a:extLst>
              <a:ext uri="{FF2B5EF4-FFF2-40B4-BE49-F238E27FC236}">
                <a16:creationId xmlns:a16="http://schemas.microsoft.com/office/drawing/2014/main" id="{9AFEBD66-96FC-1EA0-08F1-5AD04272B883}"/>
              </a:ext>
            </a:extLst>
          </p:cNvPr>
          <p:cNvGrpSpPr/>
          <p:nvPr/>
        </p:nvGrpSpPr>
        <p:grpSpPr>
          <a:xfrm>
            <a:off x="1510942" y="6103996"/>
            <a:ext cx="172800" cy="224640"/>
            <a:chOff x="1510942" y="6103996"/>
            <a:chExt cx="172800" cy="224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67">
              <p14:nvContentPartPr>
                <p14:cNvPr id="427" name="Ink 426">
                  <a:extLst>
                    <a:ext uri="{FF2B5EF4-FFF2-40B4-BE49-F238E27FC236}">
                      <a16:creationId xmlns:a16="http://schemas.microsoft.com/office/drawing/2014/main" id="{9CB6ED57-F240-EE3E-6454-1B2B5FCDA7D9}"/>
                    </a:ext>
                  </a:extLst>
                </p14:cNvPr>
                <p14:cNvContentPartPr/>
                <p14:nvPr/>
              </p14:nvContentPartPr>
              <p14:xfrm>
                <a:off x="1510942" y="6103996"/>
                <a:ext cx="172080" cy="224640"/>
              </p14:xfrm>
            </p:contentPart>
          </mc:Choice>
          <mc:Fallback>
            <p:pic>
              <p:nvPicPr>
                <p:cNvPr id="427" name="Ink 426">
                  <a:extLst>
                    <a:ext uri="{FF2B5EF4-FFF2-40B4-BE49-F238E27FC236}">
                      <a16:creationId xmlns:a16="http://schemas.microsoft.com/office/drawing/2014/main" id="{9CB6ED57-F240-EE3E-6454-1B2B5FCDA7D9}"/>
                    </a:ext>
                  </a:extLst>
                </p:cNvPr>
                <p:cNvPicPr/>
                <p:nvPr/>
              </p:nvPicPr>
              <p:blipFill>
                <a:blip r:embed="rId668"/>
                <a:stretch>
                  <a:fillRect/>
                </a:stretch>
              </p:blipFill>
              <p:spPr>
                <a:xfrm>
                  <a:off x="1492942" y="6086356"/>
                  <a:ext cx="207720" cy="26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9">
              <p14:nvContentPartPr>
                <p14:cNvPr id="428" name="Ink 427">
                  <a:extLst>
                    <a:ext uri="{FF2B5EF4-FFF2-40B4-BE49-F238E27FC236}">
                      <a16:creationId xmlns:a16="http://schemas.microsoft.com/office/drawing/2014/main" id="{8A9113FF-6934-F32A-7CE3-E59A1F968AD9}"/>
                    </a:ext>
                  </a:extLst>
                </p14:cNvPr>
                <p14:cNvContentPartPr/>
                <p14:nvPr/>
              </p14:nvContentPartPr>
              <p14:xfrm>
                <a:off x="1543702" y="6209116"/>
                <a:ext cx="140040" cy="37800"/>
              </p14:xfrm>
            </p:contentPart>
          </mc:Choice>
          <mc:Fallback>
            <p:pic>
              <p:nvPicPr>
                <p:cNvPr id="428" name="Ink 427">
                  <a:extLst>
                    <a:ext uri="{FF2B5EF4-FFF2-40B4-BE49-F238E27FC236}">
                      <a16:creationId xmlns:a16="http://schemas.microsoft.com/office/drawing/2014/main" id="{8A9113FF-6934-F32A-7CE3-E59A1F968AD9}"/>
                    </a:ext>
                  </a:extLst>
                </p:cNvPr>
                <p:cNvPicPr/>
                <p:nvPr/>
              </p:nvPicPr>
              <p:blipFill>
                <a:blip r:embed="rId670"/>
                <a:stretch>
                  <a:fillRect/>
                </a:stretch>
              </p:blipFill>
              <p:spPr>
                <a:xfrm>
                  <a:off x="1526062" y="6191116"/>
                  <a:ext cx="175680" cy="73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71">
            <p14:nvContentPartPr>
              <p14:cNvPr id="430" name="Ink 429">
                <a:extLst>
                  <a:ext uri="{FF2B5EF4-FFF2-40B4-BE49-F238E27FC236}">
                    <a16:creationId xmlns:a16="http://schemas.microsoft.com/office/drawing/2014/main" id="{E8F74A8F-FEF9-9DA0-295F-11EC9E494903}"/>
                  </a:ext>
                </a:extLst>
              </p14:cNvPr>
              <p14:cNvContentPartPr/>
              <p14:nvPr/>
            </p14:nvContentPartPr>
            <p14:xfrm>
              <a:off x="1420222" y="1776076"/>
              <a:ext cx="420840" cy="865080"/>
            </p14:xfrm>
          </p:contentPart>
        </mc:Choice>
        <mc:Fallback>
          <p:pic>
            <p:nvPicPr>
              <p:cNvPr id="430" name="Ink 429">
                <a:extLst>
                  <a:ext uri="{FF2B5EF4-FFF2-40B4-BE49-F238E27FC236}">
                    <a16:creationId xmlns:a16="http://schemas.microsoft.com/office/drawing/2014/main" id="{E8F74A8F-FEF9-9DA0-295F-11EC9E494903}"/>
                  </a:ext>
                </a:extLst>
              </p:cNvPr>
              <p:cNvPicPr/>
              <p:nvPr/>
            </p:nvPicPr>
            <p:blipFill>
              <a:blip r:embed="rId672"/>
              <a:stretch>
                <a:fillRect/>
              </a:stretch>
            </p:blipFill>
            <p:spPr>
              <a:xfrm>
                <a:off x="1366582" y="1668076"/>
                <a:ext cx="528480" cy="108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73">
            <p14:nvContentPartPr>
              <p14:cNvPr id="431" name="Ink 430">
                <a:extLst>
                  <a:ext uri="{FF2B5EF4-FFF2-40B4-BE49-F238E27FC236}">
                    <a16:creationId xmlns:a16="http://schemas.microsoft.com/office/drawing/2014/main" id="{F948F509-F21E-EC03-3A5A-086EC5D01DB3}"/>
                  </a:ext>
                </a:extLst>
              </p14:cNvPr>
              <p14:cNvContentPartPr/>
              <p14:nvPr/>
            </p14:nvContentPartPr>
            <p14:xfrm>
              <a:off x="2364862" y="1804516"/>
              <a:ext cx="1666440" cy="822600"/>
            </p14:xfrm>
          </p:contentPart>
        </mc:Choice>
        <mc:Fallback>
          <p:pic>
            <p:nvPicPr>
              <p:cNvPr id="431" name="Ink 430">
                <a:extLst>
                  <a:ext uri="{FF2B5EF4-FFF2-40B4-BE49-F238E27FC236}">
                    <a16:creationId xmlns:a16="http://schemas.microsoft.com/office/drawing/2014/main" id="{F948F509-F21E-EC03-3A5A-086EC5D01DB3}"/>
                  </a:ext>
                </a:extLst>
              </p:cNvPr>
              <p:cNvPicPr/>
              <p:nvPr/>
            </p:nvPicPr>
            <p:blipFill>
              <a:blip r:embed="rId674"/>
              <a:stretch>
                <a:fillRect/>
              </a:stretch>
            </p:blipFill>
            <p:spPr>
              <a:xfrm>
                <a:off x="2310862" y="1696876"/>
                <a:ext cx="1774080" cy="103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75">
            <p14:nvContentPartPr>
              <p14:cNvPr id="432" name="Ink 431">
                <a:extLst>
                  <a:ext uri="{FF2B5EF4-FFF2-40B4-BE49-F238E27FC236}">
                    <a16:creationId xmlns:a16="http://schemas.microsoft.com/office/drawing/2014/main" id="{65321234-7E27-D521-7DBD-39AF603B812B}"/>
                  </a:ext>
                </a:extLst>
              </p14:cNvPr>
              <p14:cNvContentPartPr/>
              <p14:nvPr/>
            </p14:nvContentPartPr>
            <p14:xfrm>
              <a:off x="5209942" y="4737436"/>
              <a:ext cx="1670760" cy="885600"/>
            </p14:xfrm>
          </p:contentPart>
        </mc:Choice>
        <mc:Fallback>
          <p:pic>
            <p:nvPicPr>
              <p:cNvPr id="432" name="Ink 431">
                <a:extLst>
                  <a:ext uri="{FF2B5EF4-FFF2-40B4-BE49-F238E27FC236}">
                    <a16:creationId xmlns:a16="http://schemas.microsoft.com/office/drawing/2014/main" id="{65321234-7E27-D521-7DBD-39AF603B812B}"/>
                  </a:ext>
                </a:extLst>
              </p:cNvPr>
              <p:cNvPicPr/>
              <p:nvPr/>
            </p:nvPicPr>
            <p:blipFill>
              <a:blip r:embed="rId676"/>
              <a:stretch>
                <a:fillRect/>
              </a:stretch>
            </p:blipFill>
            <p:spPr>
              <a:xfrm>
                <a:off x="5156302" y="4629436"/>
                <a:ext cx="1778400" cy="110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77">
            <p14:nvContentPartPr>
              <p14:cNvPr id="433" name="Ink 432">
                <a:extLst>
                  <a:ext uri="{FF2B5EF4-FFF2-40B4-BE49-F238E27FC236}">
                    <a16:creationId xmlns:a16="http://schemas.microsoft.com/office/drawing/2014/main" id="{B9FBF6B5-6E9C-89C1-148E-F5FDD7792E5D}"/>
                  </a:ext>
                </a:extLst>
              </p14:cNvPr>
              <p14:cNvContentPartPr/>
              <p14:nvPr/>
            </p14:nvContentPartPr>
            <p14:xfrm>
              <a:off x="1623262" y="1808836"/>
              <a:ext cx="360" cy="360"/>
            </p14:xfrm>
          </p:contentPart>
        </mc:Choice>
        <mc:Fallback>
          <p:pic>
            <p:nvPicPr>
              <p:cNvPr id="433" name="Ink 432">
                <a:extLst>
                  <a:ext uri="{FF2B5EF4-FFF2-40B4-BE49-F238E27FC236}">
                    <a16:creationId xmlns:a16="http://schemas.microsoft.com/office/drawing/2014/main" id="{B9FBF6B5-6E9C-89C1-148E-F5FDD7792E5D}"/>
                  </a:ext>
                </a:extLst>
              </p:cNvPr>
              <p:cNvPicPr/>
              <p:nvPr/>
            </p:nvPicPr>
            <p:blipFill>
              <a:blip r:embed="rId678"/>
              <a:stretch>
                <a:fillRect/>
              </a:stretch>
            </p:blipFill>
            <p:spPr>
              <a:xfrm>
                <a:off x="1569622" y="1700836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79">
            <p14:nvContentPartPr>
              <p14:cNvPr id="434" name="Ink 433">
                <a:extLst>
                  <a:ext uri="{FF2B5EF4-FFF2-40B4-BE49-F238E27FC236}">
                    <a16:creationId xmlns:a16="http://schemas.microsoft.com/office/drawing/2014/main" id="{F7FD9CDD-EE99-32ED-35BC-F8A26AA58F03}"/>
                  </a:ext>
                </a:extLst>
              </p14:cNvPr>
              <p14:cNvContentPartPr/>
              <p14:nvPr/>
            </p14:nvContentPartPr>
            <p14:xfrm>
              <a:off x="1260382" y="1764916"/>
              <a:ext cx="542880" cy="900360"/>
            </p14:xfrm>
          </p:contentPart>
        </mc:Choice>
        <mc:Fallback>
          <p:pic>
            <p:nvPicPr>
              <p:cNvPr id="434" name="Ink 433">
                <a:extLst>
                  <a:ext uri="{FF2B5EF4-FFF2-40B4-BE49-F238E27FC236}">
                    <a16:creationId xmlns:a16="http://schemas.microsoft.com/office/drawing/2014/main" id="{F7FD9CDD-EE99-32ED-35BC-F8A26AA58F03}"/>
                  </a:ext>
                </a:extLst>
              </p:cNvPr>
              <p:cNvPicPr/>
              <p:nvPr/>
            </p:nvPicPr>
            <p:blipFill>
              <a:blip r:embed="rId680"/>
              <a:stretch>
                <a:fillRect/>
              </a:stretch>
            </p:blipFill>
            <p:spPr>
              <a:xfrm>
                <a:off x="1206742" y="1656916"/>
                <a:ext cx="650520" cy="111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439" name="Group 438">
            <a:extLst>
              <a:ext uri="{FF2B5EF4-FFF2-40B4-BE49-F238E27FC236}">
                <a16:creationId xmlns:a16="http://schemas.microsoft.com/office/drawing/2014/main" id="{49D37161-70B9-3945-3CE7-7BAB7B7789D1}"/>
              </a:ext>
            </a:extLst>
          </p:cNvPr>
          <p:cNvGrpSpPr/>
          <p:nvPr/>
        </p:nvGrpSpPr>
        <p:grpSpPr>
          <a:xfrm>
            <a:off x="1509502" y="6051076"/>
            <a:ext cx="649080" cy="294120"/>
            <a:chOff x="1509502" y="6051076"/>
            <a:chExt cx="649080" cy="294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81">
              <p14:nvContentPartPr>
                <p14:cNvPr id="435" name="Ink 434">
                  <a:extLst>
                    <a:ext uri="{FF2B5EF4-FFF2-40B4-BE49-F238E27FC236}">
                      <a16:creationId xmlns:a16="http://schemas.microsoft.com/office/drawing/2014/main" id="{EE500D89-549D-B694-E938-580C2DA3C764}"/>
                    </a:ext>
                  </a:extLst>
                </p14:cNvPr>
                <p14:cNvContentPartPr/>
                <p14:nvPr/>
              </p14:nvContentPartPr>
              <p14:xfrm>
                <a:off x="1855462" y="6334396"/>
                <a:ext cx="18360" cy="10800"/>
              </p14:xfrm>
            </p:contentPart>
          </mc:Choice>
          <mc:Fallback>
            <p:pic>
              <p:nvPicPr>
                <p:cNvPr id="435" name="Ink 434">
                  <a:extLst>
                    <a:ext uri="{FF2B5EF4-FFF2-40B4-BE49-F238E27FC236}">
                      <a16:creationId xmlns:a16="http://schemas.microsoft.com/office/drawing/2014/main" id="{EE500D89-549D-B694-E938-580C2DA3C764}"/>
                    </a:ext>
                  </a:extLst>
                </p:cNvPr>
                <p:cNvPicPr/>
                <p:nvPr/>
              </p:nvPicPr>
              <p:blipFill>
                <a:blip r:embed="rId682"/>
                <a:stretch>
                  <a:fillRect/>
                </a:stretch>
              </p:blipFill>
              <p:spPr>
                <a:xfrm>
                  <a:off x="1837462" y="6316396"/>
                  <a:ext cx="5400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3">
              <p14:nvContentPartPr>
                <p14:cNvPr id="436" name="Ink 435">
                  <a:extLst>
                    <a:ext uri="{FF2B5EF4-FFF2-40B4-BE49-F238E27FC236}">
                      <a16:creationId xmlns:a16="http://schemas.microsoft.com/office/drawing/2014/main" id="{51941AEC-97E3-70C3-6985-D288B07458B4}"/>
                    </a:ext>
                  </a:extLst>
                </p14:cNvPr>
                <p14:cNvContentPartPr/>
                <p14:nvPr/>
              </p14:nvContentPartPr>
              <p14:xfrm>
                <a:off x="1509502" y="6051076"/>
                <a:ext cx="209880" cy="257040"/>
              </p14:xfrm>
            </p:contentPart>
          </mc:Choice>
          <mc:Fallback>
            <p:pic>
              <p:nvPicPr>
                <p:cNvPr id="436" name="Ink 435">
                  <a:extLst>
                    <a:ext uri="{FF2B5EF4-FFF2-40B4-BE49-F238E27FC236}">
                      <a16:creationId xmlns:a16="http://schemas.microsoft.com/office/drawing/2014/main" id="{51941AEC-97E3-70C3-6985-D288B07458B4}"/>
                    </a:ext>
                  </a:extLst>
                </p:cNvPr>
                <p:cNvPicPr/>
                <p:nvPr/>
              </p:nvPicPr>
              <p:blipFill>
                <a:blip r:embed="rId684"/>
                <a:stretch>
                  <a:fillRect/>
                </a:stretch>
              </p:blipFill>
              <p:spPr>
                <a:xfrm>
                  <a:off x="1491862" y="6033436"/>
                  <a:ext cx="245520" cy="29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5">
              <p14:nvContentPartPr>
                <p14:cNvPr id="437" name="Ink 436">
                  <a:extLst>
                    <a:ext uri="{FF2B5EF4-FFF2-40B4-BE49-F238E27FC236}">
                      <a16:creationId xmlns:a16="http://schemas.microsoft.com/office/drawing/2014/main" id="{E1AADA52-4349-01CE-04DB-E52E39FFCD8B}"/>
                    </a:ext>
                  </a:extLst>
                </p14:cNvPr>
                <p14:cNvContentPartPr/>
                <p14:nvPr/>
              </p14:nvContentPartPr>
              <p14:xfrm>
                <a:off x="1574662" y="6172756"/>
                <a:ext cx="193320" cy="48960"/>
              </p14:xfrm>
            </p:contentPart>
          </mc:Choice>
          <mc:Fallback>
            <p:pic>
              <p:nvPicPr>
                <p:cNvPr id="437" name="Ink 436">
                  <a:extLst>
                    <a:ext uri="{FF2B5EF4-FFF2-40B4-BE49-F238E27FC236}">
                      <a16:creationId xmlns:a16="http://schemas.microsoft.com/office/drawing/2014/main" id="{E1AADA52-4349-01CE-04DB-E52E39FFCD8B}"/>
                    </a:ext>
                  </a:extLst>
                </p:cNvPr>
                <p:cNvPicPr/>
                <p:nvPr/>
              </p:nvPicPr>
              <p:blipFill>
                <a:blip r:embed="rId686"/>
                <a:stretch>
                  <a:fillRect/>
                </a:stretch>
              </p:blipFill>
              <p:spPr>
                <a:xfrm>
                  <a:off x="1556662" y="6155116"/>
                  <a:ext cx="22896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7">
              <p14:nvContentPartPr>
                <p14:cNvPr id="438" name="Ink 437">
                  <a:extLst>
                    <a:ext uri="{FF2B5EF4-FFF2-40B4-BE49-F238E27FC236}">
                      <a16:creationId xmlns:a16="http://schemas.microsoft.com/office/drawing/2014/main" id="{1A1B0842-A9EF-B899-F929-7B17750A4D4A}"/>
                    </a:ext>
                  </a:extLst>
                </p14:cNvPr>
                <p14:cNvContentPartPr/>
                <p14:nvPr/>
              </p14:nvContentPartPr>
              <p14:xfrm>
                <a:off x="2010982" y="6179596"/>
                <a:ext cx="147600" cy="93600"/>
              </p14:xfrm>
            </p:contentPart>
          </mc:Choice>
          <mc:Fallback>
            <p:pic>
              <p:nvPicPr>
                <p:cNvPr id="438" name="Ink 437">
                  <a:extLst>
                    <a:ext uri="{FF2B5EF4-FFF2-40B4-BE49-F238E27FC236}">
                      <a16:creationId xmlns:a16="http://schemas.microsoft.com/office/drawing/2014/main" id="{1A1B0842-A9EF-B899-F929-7B17750A4D4A}"/>
                    </a:ext>
                  </a:extLst>
                </p:cNvPr>
                <p:cNvPicPr/>
                <p:nvPr/>
              </p:nvPicPr>
              <p:blipFill>
                <a:blip r:embed="rId688"/>
                <a:stretch>
                  <a:fillRect/>
                </a:stretch>
              </p:blipFill>
              <p:spPr>
                <a:xfrm>
                  <a:off x="1992982" y="6161956"/>
                  <a:ext cx="183240" cy="129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4" name="Group 443">
            <a:extLst>
              <a:ext uri="{FF2B5EF4-FFF2-40B4-BE49-F238E27FC236}">
                <a16:creationId xmlns:a16="http://schemas.microsoft.com/office/drawing/2014/main" id="{E0777340-2B0E-B709-B62E-AD95A6EE3C47}"/>
              </a:ext>
            </a:extLst>
          </p:cNvPr>
          <p:cNvGrpSpPr/>
          <p:nvPr/>
        </p:nvGrpSpPr>
        <p:grpSpPr>
          <a:xfrm>
            <a:off x="2377462" y="6018676"/>
            <a:ext cx="788040" cy="250920"/>
            <a:chOff x="2377462" y="6018676"/>
            <a:chExt cx="788040" cy="250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89">
              <p14:nvContentPartPr>
                <p14:cNvPr id="440" name="Ink 439">
                  <a:extLst>
                    <a:ext uri="{FF2B5EF4-FFF2-40B4-BE49-F238E27FC236}">
                      <a16:creationId xmlns:a16="http://schemas.microsoft.com/office/drawing/2014/main" id="{CEA07D5A-F214-6596-AF17-E864B4F4F848}"/>
                    </a:ext>
                  </a:extLst>
                </p14:cNvPr>
                <p14:cNvContentPartPr/>
                <p14:nvPr/>
              </p14:nvContentPartPr>
              <p14:xfrm>
                <a:off x="2377462" y="6136756"/>
                <a:ext cx="164520" cy="27720"/>
              </p14:xfrm>
            </p:contentPart>
          </mc:Choice>
          <mc:Fallback>
            <p:pic>
              <p:nvPicPr>
                <p:cNvPr id="440" name="Ink 439">
                  <a:extLst>
                    <a:ext uri="{FF2B5EF4-FFF2-40B4-BE49-F238E27FC236}">
                      <a16:creationId xmlns:a16="http://schemas.microsoft.com/office/drawing/2014/main" id="{CEA07D5A-F214-6596-AF17-E864B4F4F848}"/>
                    </a:ext>
                  </a:extLst>
                </p:cNvPr>
                <p:cNvPicPr/>
                <p:nvPr/>
              </p:nvPicPr>
              <p:blipFill>
                <a:blip r:embed="rId690"/>
                <a:stretch>
                  <a:fillRect/>
                </a:stretch>
              </p:blipFill>
              <p:spPr>
                <a:xfrm>
                  <a:off x="2359462" y="6119116"/>
                  <a:ext cx="20016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1">
              <p14:nvContentPartPr>
                <p14:cNvPr id="441" name="Ink 440">
                  <a:extLst>
                    <a:ext uri="{FF2B5EF4-FFF2-40B4-BE49-F238E27FC236}">
                      <a16:creationId xmlns:a16="http://schemas.microsoft.com/office/drawing/2014/main" id="{888C7141-8DFD-C7E4-4D32-4B9B6CDEDAD9}"/>
                    </a:ext>
                  </a:extLst>
                </p14:cNvPr>
                <p14:cNvContentPartPr/>
                <p14:nvPr/>
              </p14:nvContentPartPr>
              <p14:xfrm>
                <a:off x="2613982" y="6018676"/>
                <a:ext cx="222120" cy="250920"/>
              </p14:xfrm>
            </p:contentPart>
          </mc:Choice>
          <mc:Fallback>
            <p:pic>
              <p:nvPicPr>
                <p:cNvPr id="441" name="Ink 440">
                  <a:extLst>
                    <a:ext uri="{FF2B5EF4-FFF2-40B4-BE49-F238E27FC236}">
                      <a16:creationId xmlns:a16="http://schemas.microsoft.com/office/drawing/2014/main" id="{888C7141-8DFD-C7E4-4D32-4B9B6CDEDAD9}"/>
                    </a:ext>
                  </a:extLst>
                </p:cNvPr>
                <p:cNvPicPr/>
                <p:nvPr/>
              </p:nvPicPr>
              <p:blipFill>
                <a:blip r:embed="rId692"/>
                <a:stretch>
                  <a:fillRect/>
                </a:stretch>
              </p:blipFill>
              <p:spPr>
                <a:xfrm>
                  <a:off x="2596342" y="6000676"/>
                  <a:ext cx="257760" cy="28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3">
              <p14:nvContentPartPr>
                <p14:cNvPr id="442" name="Ink 441">
                  <a:extLst>
                    <a:ext uri="{FF2B5EF4-FFF2-40B4-BE49-F238E27FC236}">
                      <a16:creationId xmlns:a16="http://schemas.microsoft.com/office/drawing/2014/main" id="{EE110C67-8AC4-05AE-E997-C66BEC7BA173}"/>
                    </a:ext>
                  </a:extLst>
                </p14:cNvPr>
                <p14:cNvContentPartPr/>
                <p14:nvPr/>
              </p14:nvContentPartPr>
              <p14:xfrm>
                <a:off x="3045622" y="6035956"/>
                <a:ext cx="28080" cy="166680"/>
              </p14:xfrm>
            </p:contentPart>
          </mc:Choice>
          <mc:Fallback>
            <p:pic>
              <p:nvPicPr>
                <p:cNvPr id="442" name="Ink 441">
                  <a:extLst>
                    <a:ext uri="{FF2B5EF4-FFF2-40B4-BE49-F238E27FC236}">
                      <a16:creationId xmlns:a16="http://schemas.microsoft.com/office/drawing/2014/main" id="{EE110C67-8AC4-05AE-E997-C66BEC7BA173}"/>
                    </a:ext>
                  </a:extLst>
                </p:cNvPr>
                <p:cNvPicPr/>
                <p:nvPr/>
              </p:nvPicPr>
              <p:blipFill>
                <a:blip r:embed="rId694"/>
                <a:stretch>
                  <a:fillRect/>
                </a:stretch>
              </p:blipFill>
              <p:spPr>
                <a:xfrm>
                  <a:off x="3027622" y="6017956"/>
                  <a:ext cx="6372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5">
              <p14:nvContentPartPr>
                <p14:cNvPr id="443" name="Ink 442">
                  <a:extLst>
                    <a:ext uri="{FF2B5EF4-FFF2-40B4-BE49-F238E27FC236}">
                      <a16:creationId xmlns:a16="http://schemas.microsoft.com/office/drawing/2014/main" id="{80A5C672-979E-4409-CDE0-B734E25B3729}"/>
                    </a:ext>
                  </a:extLst>
                </p14:cNvPr>
                <p14:cNvContentPartPr/>
                <p14:nvPr/>
              </p14:nvContentPartPr>
              <p14:xfrm>
                <a:off x="2983342" y="6091036"/>
                <a:ext cx="182160" cy="48960"/>
              </p14:xfrm>
            </p:contentPart>
          </mc:Choice>
          <mc:Fallback>
            <p:pic>
              <p:nvPicPr>
                <p:cNvPr id="443" name="Ink 442">
                  <a:extLst>
                    <a:ext uri="{FF2B5EF4-FFF2-40B4-BE49-F238E27FC236}">
                      <a16:creationId xmlns:a16="http://schemas.microsoft.com/office/drawing/2014/main" id="{80A5C672-979E-4409-CDE0-B734E25B3729}"/>
                    </a:ext>
                  </a:extLst>
                </p:cNvPr>
                <p:cNvPicPr/>
                <p:nvPr/>
              </p:nvPicPr>
              <p:blipFill>
                <a:blip r:embed="rId696"/>
                <a:stretch>
                  <a:fillRect/>
                </a:stretch>
              </p:blipFill>
              <p:spPr>
                <a:xfrm>
                  <a:off x="2965702" y="6073396"/>
                  <a:ext cx="217800" cy="84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5" name="Group 454">
            <a:extLst>
              <a:ext uri="{FF2B5EF4-FFF2-40B4-BE49-F238E27FC236}">
                <a16:creationId xmlns:a16="http://schemas.microsoft.com/office/drawing/2014/main" id="{4E9564CB-426B-F70E-EB0C-451077B45A28}"/>
              </a:ext>
            </a:extLst>
          </p:cNvPr>
          <p:cNvGrpSpPr/>
          <p:nvPr/>
        </p:nvGrpSpPr>
        <p:grpSpPr>
          <a:xfrm>
            <a:off x="3407782" y="5798356"/>
            <a:ext cx="1704960" cy="531360"/>
            <a:chOff x="3407782" y="5798356"/>
            <a:chExt cx="1704960" cy="531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97">
              <p14:nvContentPartPr>
                <p14:cNvPr id="445" name="Ink 444">
                  <a:extLst>
                    <a:ext uri="{FF2B5EF4-FFF2-40B4-BE49-F238E27FC236}">
                      <a16:creationId xmlns:a16="http://schemas.microsoft.com/office/drawing/2014/main" id="{437E40E9-4391-54A0-E248-B15DCDB0E006}"/>
                    </a:ext>
                  </a:extLst>
                </p14:cNvPr>
                <p14:cNvContentPartPr/>
                <p14:nvPr/>
              </p14:nvContentPartPr>
              <p14:xfrm>
                <a:off x="3407782" y="5848756"/>
                <a:ext cx="95040" cy="480960"/>
              </p14:xfrm>
            </p:contentPart>
          </mc:Choice>
          <mc:Fallback>
            <p:pic>
              <p:nvPicPr>
                <p:cNvPr id="445" name="Ink 444">
                  <a:extLst>
                    <a:ext uri="{FF2B5EF4-FFF2-40B4-BE49-F238E27FC236}">
                      <a16:creationId xmlns:a16="http://schemas.microsoft.com/office/drawing/2014/main" id="{437E40E9-4391-54A0-E248-B15DCDB0E006}"/>
                    </a:ext>
                  </a:extLst>
                </p:cNvPr>
                <p:cNvPicPr/>
                <p:nvPr/>
              </p:nvPicPr>
              <p:blipFill>
                <a:blip r:embed="rId698"/>
                <a:stretch>
                  <a:fillRect/>
                </a:stretch>
              </p:blipFill>
              <p:spPr>
                <a:xfrm>
                  <a:off x="3389782" y="5830756"/>
                  <a:ext cx="130680" cy="51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9">
              <p14:nvContentPartPr>
                <p14:cNvPr id="446" name="Ink 445">
                  <a:extLst>
                    <a:ext uri="{FF2B5EF4-FFF2-40B4-BE49-F238E27FC236}">
                      <a16:creationId xmlns:a16="http://schemas.microsoft.com/office/drawing/2014/main" id="{577BACD7-B0E2-1266-50DD-D830E80A1839}"/>
                    </a:ext>
                  </a:extLst>
                </p14:cNvPr>
                <p14:cNvContentPartPr/>
                <p14:nvPr/>
              </p14:nvContentPartPr>
              <p14:xfrm>
                <a:off x="3629542" y="5931556"/>
                <a:ext cx="173160" cy="230760"/>
              </p14:xfrm>
            </p:contentPart>
          </mc:Choice>
          <mc:Fallback>
            <p:pic>
              <p:nvPicPr>
                <p:cNvPr id="446" name="Ink 445">
                  <a:extLst>
                    <a:ext uri="{FF2B5EF4-FFF2-40B4-BE49-F238E27FC236}">
                      <a16:creationId xmlns:a16="http://schemas.microsoft.com/office/drawing/2014/main" id="{577BACD7-B0E2-1266-50DD-D830E80A1839}"/>
                    </a:ext>
                  </a:extLst>
                </p:cNvPr>
                <p:cNvPicPr/>
                <p:nvPr/>
              </p:nvPicPr>
              <p:blipFill>
                <a:blip r:embed="rId700"/>
                <a:stretch>
                  <a:fillRect/>
                </a:stretch>
              </p:blipFill>
              <p:spPr>
                <a:xfrm>
                  <a:off x="3611902" y="5913916"/>
                  <a:ext cx="208800" cy="26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1">
              <p14:nvContentPartPr>
                <p14:cNvPr id="447" name="Ink 446">
                  <a:extLst>
                    <a:ext uri="{FF2B5EF4-FFF2-40B4-BE49-F238E27FC236}">
                      <a16:creationId xmlns:a16="http://schemas.microsoft.com/office/drawing/2014/main" id="{CB7C883C-04D8-3E49-21FF-F72D061138B5}"/>
                    </a:ext>
                  </a:extLst>
                </p14:cNvPr>
                <p14:cNvContentPartPr/>
                <p14:nvPr/>
              </p14:nvContentPartPr>
              <p14:xfrm>
                <a:off x="3946702" y="6058996"/>
                <a:ext cx="142560" cy="23400"/>
              </p14:xfrm>
            </p:contentPart>
          </mc:Choice>
          <mc:Fallback>
            <p:pic>
              <p:nvPicPr>
                <p:cNvPr id="447" name="Ink 446">
                  <a:extLst>
                    <a:ext uri="{FF2B5EF4-FFF2-40B4-BE49-F238E27FC236}">
                      <a16:creationId xmlns:a16="http://schemas.microsoft.com/office/drawing/2014/main" id="{CB7C883C-04D8-3E49-21FF-F72D061138B5}"/>
                    </a:ext>
                  </a:extLst>
                </p:cNvPr>
                <p:cNvPicPr/>
                <p:nvPr/>
              </p:nvPicPr>
              <p:blipFill>
                <a:blip r:embed="rId702"/>
                <a:stretch>
                  <a:fillRect/>
                </a:stretch>
              </p:blipFill>
              <p:spPr>
                <a:xfrm>
                  <a:off x="3929062" y="6041356"/>
                  <a:ext cx="17820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3">
              <p14:nvContentPartPr>
                <p14:cNvPr id="448" name="Ink 447">
                  <a:extLst>
                    <a:ext uri="{FF2B5EF4-FFF2-40B4-BE49-F238E27FC236}">
                      <a16:creationId xmlns:a16="http://schemas.microsoft.com/office/drawing/2014/main" id="{6ECCEB62-6F68-D114-BA89-ACE67FD779E6}"/>
                    </a:ext>
                  </a:extLst>
                </p14:cNvPr>
                <p14:cNvContentPartPr/>
                <p14:nvPr/>
              </p14:nvContentPartPr>
              <p14:xfrm>
                <a:off x="4232182" y="5898076"/>
                <a:ext cx="80280" cy="300960"/>
              </p14:xfrm>
            </p:contentPart>
          </mc:Choice>
          <mc:Fallback>
            <p:pic>
              <p:nvPicPr>
                <p:cNvPr id="448" name="Ink 447">
                  <a:extLst>
                    <a:ext uri="{FF2B5EF4-FFF2-40B4-BE49-F238E27FC236}">
                      <a16:creationId xmlns:a16="http://schemas.microsoft.com/office/drawing/2014/main" id="{6ECCEB62-6F68-D114-BA89-ACE67FD779E6}"/>
                    </a:ext>
                  </a:extLst>
                </p:cNvPr>
                <p:cNvPicPr/>
                <p:nvPr/>
              </p:nvPicPr>
              <p:blipFill>
                <a:blip r:embed="rId704"/>
                <a:stretch>
                  <a:fillRect/>
                </a:stretch>
              </p:blipFill>
              <p:spPr>
                <a:xfrm>
                  <a:off x="4214542" y="5880436"/>
                  <a:ext cx="115920" cy="33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5">
              <p14:nvContentPartPr>
                <p14:cNvPr id="449" name="Ink 448">
                  <a:extLst>
                    <a:ext uri="{FF2B5EF4-FFF2-40B4-BE49-F238E27FC236}">
                      <a16:creationId xmlns:a16="http://schemas.microsoft.com/office/drawing/2014/main" id="{BB8F83A7-95F4-51F8-B1F6-EE826C6FDC4C}"/>
                    </a:ext>
                  </a:extLst>
                </p14:cNvPr>
                <p14:cNvContentPartPr/>
                <p14:nvPr/>
              </p14:nvContentPartPr>
              <p14:xfrm>
                <a:off x="4430182" y="6064396"/>
                <a:ext cx="117000" cy="26640"/>
              </p14:xfrm>
            </p:contentPart>
          </mc:Choice>
          <mc:Fallback>
            <p:pic>
              <p:nvPicPr>
                <p:cNvPr id="449" name="Ink 448">
                  <a:extLst>
                    <a:ext uri="{FF2B5EF4-FFF2-40B4-BE49-F238E27FC236}">
                      <a16:creationId xmlns:a16="http://schemas.microsoft.com/office/drawing/2014/main" id="{BB8F83A7-95F4-51F8-B1F6-EE826C6FDC4C}"/>
                    </a:ext>
                  </a:extLst>
                </p:cNvPr>
                <p:cNvPicPr/>
                <p:nvPr/>
              </p:nvPicPr>
              <p:blipFill>
                <a:blip r:embed="rId706"/>
                <a:stretch>
                  <a:fillRect/>
                </a:stretch>
              </p:blipFill>
              <p:spPr>
                <a:xfrm>
                  <a:off x="4412182" y="6046756"/>
                  <a:ext cx="15264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7">
              <p14:nvContentPartPr>
                <p14:cNvPr id="450" name="Ink 449">
                  <a:extLst>
                    <a:ext uri="{FF2B5EF4-FFF2-40B4-BE49-F238E27FC236}">
                      <a16:creationId xmlns:a16="http://schemas.microsoft.com/office/drawing/2014/main" id="{BBD7EEC7-1B54-4695-532B-3AD130428834}"/>
                    </a:ext>
                  </a:extLst>
                </p14:cNvPr>
                <p14:cNvContentPartPr/>
                <p14:nvPr/>
              </p14:nvContentPartPr>
              <p14:xfrm>
                <a:off x="4612342" y="5948476"/>
                <a:ext cx="163440" cy="164880"/>
              </p14:xfrm>
            </p:contentPart>
          </mc:Choice>
          <mc:Fallback>
            <p:pic>
              <p:nvPicPr>
                <p:cNvPr id="450" name="Ink 449">
                  <a:extLst>
                    <a:ext uri="{FF2B5EF4-FFF2-40B4-BE49-F238E27FC236}">
                      <a16:creationId xmlns:a16="http://schemas.microsoft.com/office/drawing/2014/main" id="{BBD7EEC7-1B54-4695-532B-3AD130428834}"/>
                    </a:ext>
                  </a:extLst>
                </p:cNvPr>
                <p:cNvPicPr/>
                <p:nvPr/>
              </p:nvPicPr>
              <p:blipFill>
                <a:blip r:embed="rId708"/>
                <a:stretch>
                  <a:fillRect/>
                </a:stretch>
              </p:blipFill>
              <p:spPr>
                <a:xfrm>
                  <a:off x="4594342" y="5930836"/>
                  <a:ext cx="19908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9">
              <p14:nvContentPartPr>
                <p14:cNvPr id="451" name="Ink 450">
                  <a:extLst>
                    <a:ext uri="{FF2B5EF4-FFF2-40B4-BE49-F238E27FC236}">
                      <a16:creationId xmlns:a16="http://schemas.microsoft.com/office/drawing/2014/main" id="{8751E862-16E6-479E-CDB3-B213E55E8F91}"/>
                    </a:ext>
                  </a:extLst>
                </p14:cNvPr>
                <p14:cNvContentPartPr/>
                <p14:nvPr/>
              </p14:nvContentPartPr>
              <p14:xfrm>
                <a:off x="4813582" y="5909956"/>
                <a:ext cx="111240" cy="277200"/>
              </p14:xfrm>
            </p:contentPart>
          </mc:Choice>
          <mc:Fallback>
            <p:pic>
              <p:nvPicPr>
                <p:cNvPr id="451" name="Ink 450">
                  <a:extLst>
                    <a:ext uri="{FF2B5EF4-FFF2-40B4-BE49-F238E27FC236}">
                      <a16:creationId xmlns:a16="http://schemas.microsoft.com/office/drawing/2014/main" id="{8751E862-16E6-479E-CDB3-B213E55E8F91}"/>
                    </a:ext>
                  </a:extLst>
                </p:cNvPr>
                <p:cNvPicPr/>
                <p:nvPr/>
              </p:nvPicPr>
              <p:blipFill>
                <a:blip r:embed="rId710"/>
                <a:stretch>
                  <a:fillRect/>
                </a:stretch>
              </p:blipFill>
              <p:spPr>
                <a:xfrm>
                  <a:off x="4795582" y="5891956"/>
                  <a:ext cx="146880" cy="31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1">
              <p14:nvContentPartPr>
                <p14:cNvPr id="452" name="Ink 451">
                  <a:extLst>
                    <a:ext uri="{FF2B5EF4-FFF2-40B4-BE49-F238E27FC236}">
                      <a16:creationId xmlns:a16="http://schemas.microsoft.com/office/drawing/2014/main" id="{5FE3F6BB-AC18-D302-8DA6-766734435BBA}"/>
                    </a:ext>
                  </a:extLst>
                </p14:cNvPr>
                <p14:cNvContentPartPr/>
                <p14:nvPr/>
              </p14:nvContentPartPr>
              <p14:xfrm>
                <a:off x="4946782" y="5798356"/>
                <a:ext cx="165960" cy="487800"/>
              </p14:xfrm>
            </p:contentPart>
          </mc:Choice>
          <mc:Fallback>
            <p:pic>
              <p:nvPicPr>
                <p:cNvPr id="452" name="Ink 451">
                  <a:extLst>
                    <a:ext uri="{FF2B5EF4-FFF2-40B4-BE49-F238E27FC236}">
                      <a16:creationId xmlns:a16="http://schemas.microsoft.com/office/drawing/2014/main" id="{5FE3F6BB-AC18-D302-8DA6-766734435BBA}"/>
                    </a:ext>
                  </a:extLst>
                </p:cNvPr>
                <p:cNvPicPr/>
                <p:nvPr/>
              </p:nvPicPr>
              <p:blipFill>
                <a:blip r:embed="rId712"/>
                <a:stretch>
                  <a:fillRect/>
                </a:stretch>
              </p:blipFill>
              <p:spPr>
                <a:xfrm>
                  <a:off x="4928782" y="5780356"/>
                  <a:ext cx="201600" cy="523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13">
            <p14:nvContentPartPr>
              <p14:cNvPr id="453" name="Ink 452">
                <a:extLst>
                  <a:ext uri="{FF2B5EF4-FFF2-40B4-BE49-F238E27FC236}">
                    <a16:creationId xmlns:a16="http://schemas.microsoft.com/office/drawing/2014/main" id="{5B3C81D4-6AA1-A7CC-9342-E8C084823938}"/>
                  </a:ext>
                </a:extLst>
              </p14:cNvPr>
              <p14:cNvContentPartPr/>
              <p14:nvPr/>
            </p14:nvContentPartPr>
            <p14:xfrm>
              <a:off x="5279422" y="6080956"/>
              <a:ext cx="7200" cy="19440"/>
            </p14:xfrm>
          </p:contentPart>
        </mc:Choice>
        <mc:Fallback>
          <p:pic>
            <p:nvPicPr>
              <p:cNvPr id="453" name="Ink 452">
                <a:extLst>
                  <a:ext uri="{FF2B5EF4-FFF2-40B4-BE49-F238E27FC236}">
                    <a16:creationId xmlns:a16="http://schemas.microsoft.com/office/drawing/2014/main" id="{5B3C81D4-6AA1-A7CC-9342-E8C084823938}"/>
                  </a:ext>
                </a:extLst>
              </p:cNvPr>
              <p:cNvPicPr/>
              <p:nvPr/>
            </p:nvPicPr>
            <p:blipFill>
              <a:blip r:embed="rId714"/>
              <a:stretch>
                <a:fillRect/>
              </a:stretch>
            </p:blipFill>
            <p:spPr>
              <a:xfrm>
                <a:off x="5261782" y="6062956"/>
                <a:ext cx="42840" cy="55080"/>
              </a:xfrm>
              <a:prstGeom prst="rect">
                <a:avLst/>
              </a:prstGeom>
            </p:spPr>
          </p:pic>
        </mc:Fallback>
      </mc:AlternateContent>
      <p:grpSp>
        <p:nvGrpSpPr>
          <p:cNvPr id="485" name="Group 484">
            <a:extLst>
              <a:ext uri="{FF2B5EF4-FFF2-40B4-BE49-F238E27FC236}">
                <a16:creationId xmlns:a16="http://schemas.microsoft.com/office/drawing/2014/main" id="{18D9A1F3-68E7-465D-4E3B-0B3446AA74D4}"/>
              </a:ext>
            </a:extLst>
          </p:cNvPr>
          <p:cNvGrpSpPr/>
          <p:nvPr/>
        </p:nvGrpSpPr>
        <p:grpSpPr>
          <a:xfrm>
            <a:off x="5503702" y="5762356"/>
            <a:ext cx="1001880" cy="768240"/>
            <a:chOff x="5503702" y="5762356"/>
            <a:chExt cx="1001880" cy="768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15">
              <p14:nvContentPartPr>
                <p14:cNvPr id="454" name="Ink 453">
                  <a:extLst>
                    <a:ext uri="{FF2B5EF4-FFF2-40B4-BE49-F238E27FC236}">
                      <a16:creationId xmlns:a16="http://schemas.microsoft.com/office/drawing/2014/main" id="{98BC6930-406A-FB0F-EB7F-F114A52FD02F}"/>
                    </a:ext>
                  </a:extLst>
                </p14:cNvPr>
                <p14:cNvContentPartPr/>
                <p14:nvPr/>
              </p14:nvContentPartPr>
              <p14:xfrm>
                <a:off x="5503702" y="5829316"/>
                <a:ext cx="86760" cy="606960"/>
              </p14:xfrm>
            </p:contentPart>
          </mc:Choice>
          <mc:Fallback>
            <p:pic>
              <p:nvPicPr>
                <p:cNvPr id="454" name="Ink 453">
                  <a:extLst>
                    <a:ext uri="{FF2B5EF4-FFF2-40B4-BE49-F238E27FC236}">
                      <a16:creationId xmlns:a16="http://schemas.microsoft.com/office/drawing/2014/main" id="{98BC6930-406A-FB0F-EB7F-F114A52FD02F}"/>
                    </a:ext>
                  </a:extLst>
                </p:cNvPr>
                <p:cNvPicPr/>
                <p:nvPr/>
              </p:nvPicPr>
              <p:blipFill>
                <a:blip r:embed="rId716"/>
                <a:stretch>
                  <a:fillRect/>
                </a:stretch>
              </p:blipFill>
              <p:spPr>
                <a:xfrm>
                  <a:off x="5485702" y="5811676"/>
                  <a:ext cx="122400" cy="64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7">
              <p14:nvContentPartPr>
                <p14:cNvPr id="456" name="Ink 455">
                  <a:extLst>
                    <a:ext uri="{FF2B5EF4-FFF2-40B4-BE49-F238E27FC236}">
                      <a16:creationId xmlns:a16="http://schemas.microsoft.com/office/drawing/2014/main" id="{90C2D1F2-A1CC-CF0C-E1EB-ABCFF55FDE50}"/>
                    </a:ext>
                  </a:extLst>
                </p14:cNvPr>
                <p14:cNvContentPartPr/>
                <p14:nvPr/>
              </p14:nvContentPartPr>
              <p14:xfrm>
                <a:off x="5754262" y="5832196"/>
                <a:ext cx="26280" cy="199080"/>
              </p14:xfrm>
            </p:contentPart>
          </mc:Choice>
          <mc:Fallback>
            <p:pic>
              <p:nvPicPr>
                <p:cNvPr id="456" name="Ink 455">
                  <a:extLst>
                    <a:ext uri="{FF2B5EF4-FFF2-40B4-BE49-F238E27FC236}">
                      <a16:creationId xmlns:a16="http://schemas.microsoft.com/office/drawing/2014/main" id="{90C2D1F2-A1CC-CF0C-E1EB-ABCFF55FDE50}"/>
                    </a:ext>
                  </a:extLst>
                </p:cNvPr>
                <p:cNvPicPr/>
                <p:nvPr/>
              </p:nvPicPr>
              <p:blipFill>
                <a:blip r:embed="rId718"/>
                <a:stretch>
                  <a:fillRect/>
                </a:stretch>
              </p:blipFill>
              <p:spPr>
                <a:xfrm>
                  <a:off x="5736622" y="5814196"/>
                  <a:ext cx="6192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9">
              <p14:nvContentPartPr>
                <p14:cNvPr id="457" name="Ink 456">
                  <a:extLst>
                    <a:ext uri="{FF2B5EF4-FFF2-40B4-BE49-F238E27FC236}">
                      <a16:creationId xmlns:a16="http://schemas.microsoft.com/office/drawing/2014/main" id="{6E99DD98-85BB-2EB6-5594-BD33339A81D4}"/>
                    </a:ext>
                  </a:extLst>
                </p14:cNvPr>
                <p14:cNvContentPartPr/>
                <p14:nvPr/>
              </p14:nvContentPartPr>
              <p14:xfrm>
                <a:off x="5751022" y="5790796"/>
                <a:ext cx="175680" cy="55080"/>
              </p14:xfrm>
            </p:contentPart>
          </mc:Choice>
          <mc:Fallback>
            <p:pic>
              <p:nvPicPr>
                <p:cNvPr id="457" name="Ink 456">
                  <a:extLst>
                    <a:ext uri="{FF2B5EF4-FFF2-40B4-BE49-F238E27FC236}">
                      <a16:creationId xmlns:a16="http://schemas.microsoft.com/office/drawing/2014/main" id="{6E99DD98-85BB-2EB6-5594-BD33339A81D4}"/>
                    </a:ext>
                  </a:extLst>
                </p:cNvPr>
                <p:cNvPicPr/>
                <p:nvPr/>
              </p:nvPicPr>
              <p:blipFill>
                <a:blip r:embed="rId720"/>
                <a:stretch>
                  <a:fillRect/>
                </a:stretch>
              </p:blipFill>
              <p:spPr>
                <a:xfrm>
                  <a:off x="5733022" y="5772796"/>
                  <a:ext cx="21132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1">
              <p14:nvContentPartPr>
                <p14:cNvPr id="458" name="Ink 457">
                  <a:extLst>
                    <a:ext uri="{FF2B5EF4-FFF2-40B4-BE49-F238E27FC236}">
                      <a16:creationId xmlns:a16="http://schemas.microsoft.com/office/drawing/2014/main" id="{F9E68FB0-555B-2586-A8F2-78F7BBB34DEF}"/>
                    </a:ext>
                  </a:extLst>
                </p14:cNvPr>
                <p14:cNvContentPartPr/>
                <p14:nvPr/>
              </p14:nvContentPartPr>
              <p14:xfrm>
                <a:off x="5716462" y="5908516"/>
                <a:ext cx="168120" cy="43920"/>
              </p14:xfrm>
            </p:contentPart>
          </mc:Choice>
          <mc:Fallback>
            <p:pic>
              <p:nvPicPr>
                <p:cNvPr id="458" name="Ink 457">
                  <a:extLst>
                    <a:ext uri="{FF2B5EF4-FFF2-40B4-BE49-F238E27FC236}">
                      <a16:creationId xmlns:a16="http://schemas.microsoft.com/office/drawing/2014/main" id="{F9E68FB0-555B-2586-A8F2-78F7BBB34DEF}"/>
                    </a:ext>
                  </a:extLst>
                </p:cNvPr>
                <p:cNvPicPr/>
                <p:nvPr/>
              </p:nvPicPr>
              <p:blipFill>
                <a:blip r:embed="rId722"/>
                <a:stretch>
                  <a:fillRect/>
                </a:stretch>
              </p:blipFill>
              <p:spPr>
                <a:xfrm>
                  <a:off x="5698822" y="5890516"/>
                  <a:ext cx="20376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3">
              <p14:nvContentPartPr>
                <p14:cNvPr id="459" name="Ink 458">
                  <a:extLst>
                    <a:ext uri="{FF2B5EF4-FFF2-40B4-BE49-F238E27FC236}">
                      <a16:creationId xmlns:a16="http://schemas.microsoft.com/office/drawing/2014/main" id="{ACAB3FE1-943C-15E3-D5DA-75426FC503CD}"/>
                    </a:ext>
                  </a:extLst>
                </p14:cNvPr>
                <p14:cNvContentPartPr/>
                <p14:nvPr/>
              </p14:nvContentPartPr>
              <p14:xfrm>
                <a:off x="5920942" y="5948836"/>
                <a:ext cx="100080" cy="145800"/>
              </p14:xfrm>
            </p:contentPart>
          </mc:Choice>
          <mc:Fallback>
            <p:pic>
              <p:nvPicPr>
                <p:cNvPr id="459" name="Ink 458">
                  <a:extLst>
                    <a:ext uri="{FF2B5EF4-FFF2-40B4-BE49-F238E27FC236}">
                      <a16:creationId xmlns:a16="http://schemas.microsoft.com/office/drawing/2014/main" id="{ACAB3FE1-943C-15E3-D5DA-75426FC503CD}"/>
                    </a:ext>
                  </a:extLst>
                </p:cNvPr>
                <p:cNvPicPr/>
                <p:nvPr/>
              </p:nvPicPr>
              <p:blipFill>
                <a:blip r:embed="rId724"/>
                <a:stretch>
                  <a:fillRect/>
                </a:stretch>
              </p:blipFill>
              <p:spPr>
                <a:xfrm>
                  <a:off x="5902942" y="5930836"/>
                  <a:ext cx="13572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5">
              <p14:nvContentPartPr>
                <p14:cNvPr id="460" name="Ink 459">
                  <a:extLst>
                    <a:ext uri="{FF2B5EF4-FFF2-40B4-BE49-F238E27FC236}">
                      <a16:creationId xmlns:a16="http://schemas.microsoft.com/office/drawing/2014/main" id="{A493B93B-7390-DA98-1236-894E7956E492}"/>
                    </a:ext>
                  </a:extLst>
                </p14:cNvPr>
                <p14:cNvContentPartPr/>
                <p14:nvPr/>
              </p14:nvContentPartPr>
              <p14:xfrm>
                <a:off x="5772262" y="6094276"/>
                <a:ext cx="265680" cy="33480"/>
              </p14:xfrm>
            </p:contentPart>
          </mc:Choice>
          <mc:Fallback>
            <p:pic>
              <p:nvPicPr>
                <p:cNvPr id="460" name="Ink 459">
                  <a:extLst>
                    <a:ext uri="{FF2B5EF4-FFF2-40B4-BE49-F238E27FC236}">
                      <a16:creationId xmlns:a16="http://schemas.microsoft.com/office/drawing/2014/main" id="{A493B93B-7390-DA98-1236-894E7956E492}"/>
                    </a:ext>
                  </a:extLst>
                </p:cNvPr>
                <p:cNvPicPr/>
                <p:nvPr/>
              </p:nvPicPr>
              <p:blipFill>
                <a:blip r:embed="rId726"/>
                <a:stretch>
                  <a:fillRect/>
                </a:stretch>
              </p:blipFill>
              <p:spPr>
                <a:xfrm>
                  <a:off x="5754622" y="6076636"/>
                  <a:ext cx="30132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7">
              <p14:nvContentPartPr>
                <p14:cNvPr id="461" name="Ink 460">
                  <a:extLst>
                    <a:ext uri="{FF2B5EF4-FFF2-40B4-BE49-F238E27FC236}">
                      <a16:creationId xmlns:a16="http://schemas.microsoft.com/office/drawing/2014/main" id="{50775C05-921F-ED6C-6CEA-60EE1FBF4738}"/>
                    </a:ext>
                  </a:extLst>
                </p14:cNvPr>
                <p14:cNvContentPartPr/>
                <p14:nvPr/>
              </p14:nvContentPartPr>
              <p14:xfrm>
                <a:off x="5790622" y="6292996"/>
                <a:ext cx="24120" cy="177480"/>
              </p14:xfrm>
            </p:contentPart>
          </mc:Choice>
          <mc:Fallback>
            <p:pic>
              <p:nvPicPr>
                <p:cNvPr id="461" name="Ink 460">
                  <a:extLst>
                    <a:ext uri="{FF2B5EF4-FFF2-40B4-BE49-F238E27FC236}">
                      <a16:creationId xmlns:a16="http://schemas.microsoft.com/office/drawing/2014/main" id="{50775C05-921F-ED6C-6CEA-60EE1FBF4738}"/>
                    </a:ext>
                  </a:extLst>
                </p:cNvPr>
                <p:cNvPicPr/>
                <p:nvPr/>
              </p:nvPicPr>
              <p:blipFill>
                <a:blip r:embed="rId728"/>
                <a:stretch>
                  <a:fillRect/>
                </a:stretch>
              </p:blipFill>
              <p:spPr>
                <a:xfrm>
                  <a:off x="5772622" y="6274996"/>
                  <a:ext cx="5976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9">
              <p14:nvContentPartPr>
                <p14:cNvPr id="462" name="Ink 461">
                  <a:extLst>
                    <a:ext uri="{FF2B5EF4-FFF2-40B4-BE49-F238E27FC236}">
                      <a16:creationId xmlns:a16="http://schemas.microsoft.com/office/drawing/2014/main" id="{ED526A26-FCCD-ABDA-AB4D-DDA4439133BE}"/>
                    </a:ext>
                  </a:extLst>
                </p14:cNvPr>
                <p14:cNvContentPartPr/>
                <p14:nvPr/>
              </p14:nvContentPartPr>
              <p14:xfrm>
                <a:off x="5784502" y="6231796"/>
                <a:ext cx="175320" cy="51480"/>
              </p14:xfrm>
            </p:contentPart>
          </mc:Choice>
          <mc:Fallback>
            <p:pic>
              <p:nvPicPr>
                <p:cNvPr id="462" name="Ink 461">
                  <a:extLst>
                    <a:ext uri="{FF2B5EF4-FFF2-40B4-BE49-F238E27FC236}">
                      <a16:creationId xmlns:a16="http://schemas.microsoft.com/office/drawing/2014/main" id="{ED526A26-FCCD-ABDA-AB4D-DDA4439133BE}"/>
                    </a:ext>
                  </a:extLst>
                </p:cNvPr>
                <p:cNvPicPr/>
                <p:nvPr/>
              </p:nvPicPr>
              <p:blipFill>
                <a:blip r:embed="rId730"/>
                <a:stretch>
                  <a:fillRect/>
                </a:stretch>
              </p:blipFill>
              <p:spPr>
                <a:xfrm>
                  <a:off x="5766862" y="6214156"/>
                  <a:ext cx="21096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1">
              <p14:nvContentPartPr>
                <p14:cNvPr id="463" name="Ink 462">
                  <a:extLst>
                    <a:ext uri="{FF2B5EF4-FFF2-40B4-BE49-F238E27FC236}">
                      <a16:creationId xmlns:a16="http://schemas.microsoft.com/office/drawing/2014/main" id="{5422895A-7991-812B-D0BA-D36BB17E084E}"/>
                    </a:ext>
                  </a:extLst>
                </p14:cNvPr>
                <p14:cNvContentPartPr/>
                <p14:nvPr/>
              </p14:nvContentPartPr>
              <p14:xfrm>
                <a:off x="5802142" y="6336556"/>
                <a:ext cx="140040" cy="24120"/>
              </p14:xfrm>
            </p:contentPart>
          </mc:Choice>
          <mc:Fallback>
            <p:pic>
              <p:nvPicPr>
                <p:cNvPr id="463" name="Ink 462">
                  <a:extLst>
                    <a:ext uri="{FF2B5EF4-FFF2-40B4-BE49-F238E27FC236}">
                      <a16:creationId xmlns:a16="http://schemas.microsoft.com/office/drawing/2014/main" id="{5422895A-7991-812B-D0BA-D36BB17E084E}"/>
                    </a:ext>
                  </a:extLst>
                </p:cNvPr>
                <p:cNvPicPr/>
                <p:nvPr/>
              </p:nvPicPr>
              <p:blipFill>
                <a:blip r:embed="rId732"/>
                <a:stretch>
                  <a:fillRect/>
                </a:stretch>
              </p:blipFill>
              <p:spPr>
                <a:xfrm>
                  <a:off x="5784142" y="6318916"/>
                  <a:ext cx="17568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3">
              <p14:nvContentPartPr>
                <p14:cNvPr id="464" name="Ink 463">
                  <a:extLst>
                    <a:ext uri="{FF2B5EF4-FFF2-40B4-BE49-F238E27FC236}">
                      <a16:creationId xmlns:a16="http://schemas.microsoft.com/office/drawing/2014/main" id="{94ECB1FF-7B9A-4E42-9A05-0C8784C1775D}"/>
                    </a:ext>
                  </a:extLst>
                </p14:cNvPr>
                <p14:cNvContentPartPr/>
                <p14:nvPr/>
              </p14:nvContentPartPr>
              <p14:xfrm>
                <a:off x="5925262" y="6388396"/>
                <a:ext cx="79920" cy="133560"/>
              </p14:xfrm>
            </p:contentPart>
          </mc:Choice>
          <mc:Fallback>
            <p:pic>
              <p:nvPicPr>
                <p:cNvPr id="464" name="Ink 463">
                  <a:extLst>
                    <a:ext uri="{FF2B5EF4-FFF2-40B4-BE49-F238E27FC236}">
                      <a16:creationId xmlns:a16="http://schemas.microsoft.com/office/drawing/2014/main" id="{94ECB1FF-7B9A-4E42-9A05-0C8784C1775D}"/>
                    </a:ext>
                  </a:extLst>
                </p:cNvPr>
                <p:cNvPicPr/>
                <p:nvPr/>
              </p:nvPicPr>
              <p:blipFill>
                <a:blip r:embed="rId734"/>
                <a:stretch>
                  <a:fillRect/>
                </a:stretch>
              </p:blipFill>
              <p:spPr>
                <a:xfrm>
                  <a:off x="5907262" y="6370756"/>
                  <a:ext cx="11556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5">
              <p14:nvContentPartPr>
                <p14:cNvPr id="465" name="Ink 464">
                  <a:extLst>
                    <a:ext uri="{FF2B5EF4-FFF2-40B4-BE49-F238E27FC236}">
                      <a16:creationId xmlns:a16="http://schemas.microsoft.com/office/drawing/2014/main" id="{A195B568-13B6-D9BC-9BA4-81BA02E5FF70}"/>
                    </a:ext>
                  </a:extLst>
                </p14:cNvPr>
                <p14:cNvContentPartPr/>
                <p14:nvPr/>
              </p14:nvContentPartPr>
              <p14:xfrm>
                <a:off x="5977462" y="6340156"/>
                <a:ext cx="103680" cy="47520"/>
              </p14:xfrm>
            </p:contentPart>
          </mc:Choice>
          <mc:Fallback>
            <p:pic>
              <p:nvPicPr>
                <p:cNvPr id="465" name="Ink 464">
                  <a:extLst>
                    <a:ext uri="{FF2B5EF4-FFF2-40B4-BE49-F238E27FC236}">
                      <a16:creationId xmlns:a16="http://schemas.microsoft.com/office/drawing/2014/main" id="{A195B568-13B6-D9BC-9BA4-81BA02E5FF70}"/>
                    </a:ext>
                  </a:extLst>
                </p:cNvPr>
                <p:cNvPicPr/>
                <p:nvPr/>
              </p:nvPicPr>
              <p:blipFill>
                <a:blip r:embed="rId736"/>
                <a:stretch>
                  <a:fillRect/>
                </a:stretch>
              </p:blipFill>
              <p:spPr>
                <a:xfrm>
                  <a:off x="5959822" y="6322516"/>
                  <a:ext cx="13932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7">
              <p14:nvContentPartPr>
                <p14:cNvPr id="466" name="Ink 465">
                  <a:extLst>
                    <a:ext uri="{FF2B5EF4-FFF2-40B4-BE49-F238E27FC236}">
                      <a16:creationId xmlns:a16="http://schemas.microsoft.com/office/drawing/2014/main" id="{73B89350-0FAB-0BE1-BE35-BD7AB870DC99}"/>
                    </a:ext>
                  </a:extLst>
                </p14:cNvPr>
                <p14:cNvContentPartPr/>
                <p14:nvPr/>
              </p14:nvContentPartPr>
              <p14:xfrm>
                <a:off x="6193102" y="5762356"/>
                <a:ext cx="84240" cy="768240"/>
              </p14:xfrm>
            </p:contentPart>
          </mc:Choice>
          <mc:Fallback>
            <p:pic>
              <p:nvPicPr>
                <p:cNvPr id="466" name="Ink 465">
                  <a:extLst>
                    <a:ext uri="{FF2B5EF4-FFF2-40B4-BE49-F238E27FC236}">
                      <a16:creationId xmlns:a16="http://schemas.microsoft.com/office/drawing/2014/main" id="{73B89350-0FAB-0BE1-BE35-BD7AB870DC99}"/>
                    </a:ext>
                  </a:extLst>
                </p:cNvPr>
                <p:cNvPicPr/>
                <p:nvPr/>
              </p:nvPicPr>
              <p:blipFill>
                <a:blip r:embed="rId738"/>
                <a:stretch>
                  <a:fillRect/>
                </a:stretch>
              </p:blipFill>
              <p:spPr>
                <a:xfrm>
                  <a:off x="6175462" y="5744716"/>
                  <a:ext cx="119880" cy="80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9">
              <p14:nvContentPartPr>
                <p14:cNvPr id="467" name="Ink 466">
                  <a:extLst>
                    <a:ext uri="{FF2B5EF4-FFF2-40B4-BE49-F238E27FC236}">
                      <a16:creationId xmlns:a16="http://schemas.microsoft.com/office/drawing/2014/main" id="{E75400D0-47F7-BA98-C4F5-220CCD3D1C64}"/>
                    </a:ext>
                  </a:extLst>
                </p14:cNvPr>
                <p14:cNvContentPartPr/>
                <p14:nvPr/>
              </p14:nvContentPartPr>
              <p14:xfrm>
                <a:off x="6396502" y="6280756"/>
                <a:ext cx="109080" cy="84240"/>
              </p14:xfrm>
            </p:contentPart>
          </mc:Choice>
          <mc:Fallback>
            <p:pic>
              <p:nvPicPr>
                <p:cNvPr id="467" name="Ink 466">
                  <a:extLst>
                    <a:ext uri="{FF2B5EF4-FFF2-40B4-BE49-F238E27FC236}">
                      <a16:creationId xmlns:a16="http://schemas.microsoft.com/office/drawing/2014/main" id="{E75400D0-47F7-BA98-C4F5-220CCD3D1C64}"/>
                    </a:ext>
                  </a:extLst>
                </p:cNvPr>
                <p:cNvPicPr/>
                <p:nvPr/>
              </p:nvPicPr>
              <p:blipFill>
                <a:blip r:embed="rId740"/>
                <a:stretch>
                  <a:fillRect/>
                </a:stretch>
              </p:blipFill>
              <p:spPr>
                <a:xfrm>
                  <a:off x="6378862" y="6263116"/>
                  <a:ext cx="144720" cy="119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4" name="Group 483">
            <a:extLst>
              <a:ext uri="{FF2B5EF4-FFF2-40B4-BE49-F238E27FC236}">
                <a16:creationId xmlns:a16="http://schemas.microsoft.com/office/drawing/2014/main" id="{08F57148-FF15-E54B-81BE-478B2AC1074C}"/>
              </a:ext>
            </a:extLst>
          </p:cNvPr>
          <p:cNvGrpSpPr/>
          <p:nvPr/>
        </p:nvGrpSpPr>
        <p:grpSpPr>
          <a:xfrm>
            <a:off x="6836422" y="6194716"/>
            <a:ext cx="565560" cy="231480"/>
            <a:chOff x="6836422" y="6194716"/>
            <a:chExt cx="565560" cy="231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41">
              <p14:nvContentPartPr>
                <p14:cNvPr id="468" name="Ink 467">
                  <a:extLst>
                    <a:ext uri="{FF2B5EF4-FFF2-40B4-BE49-F238E27FC236}">
                      <a16:creationId xmlns:a16="http://schemas.microsoft.com/office/drawing/2014/main" id="{DC545DE8-1C93-0C44-3A24-B75C0C161C83}"/>
                    </a:ext>
                  </a:extLst>
                </p14:cNvPr>
                <p14:cNvContentPartPr/>
                <p14:nvPr/>
              </p14:nvContentPartPr>
              <p14:xfrm>
                <a:off x="6836422" y="6291916"/>
                <a:ext cx="137160" cy="28800"/>
              </p14:xfrm>
            </p:contentPart>
          </mc:Choice>
          <mc:Fallback>
            <p:pic>
              <p:nvPicPr>
                <p:cNvPr id="468" name="Ink 467">
                  <a:extLst>
                    <a:ext uri="{FF2B5EF4-FFF2-40B4-BE49-F238E27FC236}">
                      <a16:creationId xmlns:a16="http://schemas.microsoft.com/office/drawing/2014/main" id="{DC545DE8-1C93-0C44-3A24-B75C0C161C83}"/>
                    </a:ext>
                  </a:extLst>
                </p:cNvPr>
                <p:cNvPicPr/>
                <p:nvPr/>
              </p:nvPicPr>
              <p:blipFill>
                <a:blip r:embed="rId742"/>
                <a:stretch>
                  <a:fillRect/>
                </a:stretch>
              </p:blipFill>
              <p:spPr>
                <a:xfrm>
                  <a:off x="6818782" y="6273916"/>
                  <a:ext cx="17280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3">
              <p14:nvContentPartPr>
                <p14:cNvPr id="469" name="Ink 468">
                  <a:extLst>
                    <a:ext uri="{FF2B5EF4-FFF2-40B4-BE49-F238E27FC236}">
                      <a16:creationId xmlns:a16="http://schemas.microsoft.com/office/drawing/2014/main" id="{59A6E9A0-3083-6A9B-63D5-B83DA19107A0}"/>
                    </a:ext>
                  </a:extLst>
                </p14:cNvPr>
                <p14:cNvContentPartPr/>
                <p14:nvPr/>
              </p14:nvContentPartPr>
              <p14:xfrm>
                <a:off x="7014262" y="6194716"/>
                <a:ext cx="154440" cy="212400"/>
              </p14:xfrm>
            </p:contentPart>
          </mc:Choice>
          <mc:Fallback>
            <p:pic>
              <p:nvPicPr>
                <p:cNvPr id="469" name="Ink 468">
                  <a:extLst>
                    <a:ext uri="{FF2B5EF4-FFF2-40B4-BE49-F238E27FC236}">
                      <a16:creationId xmlns:a16="http://schemas.microsoft.com/office/drawing/2014/main" id="{59A6E9A0-3083-6A9B-63D5-B83DA19107A0}"/>
                    </a:ext>
                  </a:extLst>
                </p:cNvPr>
                <p:cNvPicPr/>
                <p:nvPr/>
              </p:nvPicPr>
              <p:blipFill>
                <a:blip r:embed="rId744"/>
                <a:stretch>
                  <a:fillRect/>
                </a:stretch>
              </p:blipFill>
              <p:spPr>
                <a:xfrm>
                  <a:off x="6996262" y="6177076"/>
                  <a:ext cx="19008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5">
              <p14:nvContentPartPr>
                <p14:cNvPr id="470" name="Ink 469">
                  <a:extLst>
                    <a:ext uri="{FF2B5EF4-FFF2-40B4-BE49-F238E27FC236}">
                      <a16:creationId xmlns:a16="http://schemas.microsoft.com/office/drawing/2014/main" id="{9F19F7FA-FE3D-DC42-DFDB-A4C64F5731EC}"/>
                    </a:ext>
                  </a:extLst>
                </p14:cNvPr>
                <p14:cNvContentPartPr/>
                <p14:nvPr/>
              </p14:nvContentPartPr>
              <p14:xfrm>
                <a:off x="7337542" y="6280036"/>
                <a:ext cx="20880" cy="146160"/>
              </p14:xfrm>
            </p:contentPart>
          </mc:Choice>
          <mc:Fallback>
            <p:pic>
              <p:nvPicPr>
                <p:cNvPr id="470" name="Ink 469">
                  <a:extLst>
                    <a:ext uri="{FF2B5EF4-FFF2-40B4-BE49-F238E27FC236}">
                      <a16:creationId xmlns:a16="http://schemas.microsoft.com/office/drawing/2014/main" id="{9F19F7FA-FE3D-DC42-DFDB-A4C64F5731EC}"/>
                    </a:ext>
                  </a:extLst>
                </p:cNvPr>
                <p:cNvPicPr/>
                <p:nvPr/>
              </p:nvPicPr>
              <p:blipFill>
                <a:blip r:embed="rId746"/>
                <a:stretch>
                  <a:fillRect/>
                </a:stretch>
              </p:blipFill>
              <p:spPr>
                <a:xfrm>
                  <a:off x="7319542" y="6262036"/>
                  <a:ext cx="5652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7">
              <p14:nvContentPartPr>
                <p14:cNvPr id="471" name="Ink 470">
                  <a:extLst>
                    <a:ext uri="{FF2B5EF4-FFF2-40B4-BE49-F238E27FC236}">
                      <a16:creationId xmlns:a16="http://schemas.microsoft.com/office/drawing/2014/main" id="{B6ECB452-5814-B72E-2FCF-FF20C3BBC3F4}"/>
                    </a:ext>
                  </a:extLst>
                </p14:cNvPr>
                <p14:cNvContentPartPr/>
                <p14:nvPr/>
              </p14:nvContentPartPr>
              <p14:xfrm>
                <a:off x="7276342" y="6340156"/>
                <a:ext cx="125640" cy="39960"/>
              </p14:xfrm>
            </p:contentPart>
          </mc:Choice>
          <mc:Fallback>
            <p:pic>
              <p:nvPicPr>
                <p:cNvPr id="471" name="Ink 470">
                  <a:extLst>
                    <a:ext uri="{FF2B5EF4-FFF2-40B4-BE49-F238E27FC236}">
                      <a16:creationId xmlns:a16="http://schemas.microsoft.com/office/drawing/2014/main" id="{B6ECB452-5814-B72E-2FCF-FF20C3BBC3F4}"/>
                    </a:ext>
                  </a:extLst>
                </p:cNvPr>
                <p:cNvPicPr/>
                <p:nvPr/>
              </p:nvPicPr>
              <p:blipFill>
                <a:blip r:embed="rId748"/>
                <a:stretch>
                  <a:fillRect/>
                </a:stretch>
              </p:blipFill>
              <p:spPr>
                <a:xfrm>
                  <a:off x="7258702" y="6322516"/>
                  <a:ext cx="161280" cy="75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8" name="Group 487">
            <a:extLst>
              <a:ext uri="{FF2B5EF4-FFF2-40B4-BE49-F238E27FC236}">
                <a16:creationId xmlns:a16="http://schemas.microsoft.com/office/drawing/2014/main" id="{F4F8BD8B-D3FF-B567-06C0-5F6B9EE13F4F}"/>
              </a:ext>
            </a:extLst>
          </p:cNvPr>
          <p:cNvGrpSpPr/>
          <p:nvPr/>
        </p:nvGrpSpPr>
        <p:grpSpPr>
          <a:xfrm>
            <a:off x="7597102" y="6141796"/>
            <a:ext cx="2030400" cy="536040"/>
            <a:chOff x="7597102" y="6141796"/>
            <a:chExt cx="2030400" cy="536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49">
              <p14:nvContentPartPr>
                <p14:cNvPr id="472" name="Ink 471">
                  <a:extLst>
                    <a:ext uri="{FF2B5EF4-FFF2-40B4-BE49-F238E27FC236}">
                      <a16:creationId xmlns:a16="http://schemas.microsoft.com/office/drawing/2014/main" id="{604DF56F-64C6-B1C5-A8A7-B27246380F16}"/>
                    </a:ext>
                  </a:extLst>
                </p14:cNvPr>
                <p14:cNvContentPartPr/>
                <p14:nvPr/>
              </p14:nvContentPartPr>
              <p14:xfrm>
                <a:off x="7774582" y="6259516"/>
                <a:ext cx="63720" cy="143640"/>
              </p14:xfrm>
            </p:contentPart>
          </mc:Choice>
          <mc:Fallback>
            <p:pic>
              <p:nvPicPr>
                <p:cNvPr id="472" name="Ink 471">
                  <a:extLst>
                    <a:ext uri="{FF2B5EF4-FFF2-40B4-BE49-F238E27FC236}">
                      <a16:creationId xmlns:a16="http://schemas.microsoft.com/office/drawing/2014/main" id="{604DF56F-64C6-B1C5-A8A7-B27246380F16}"/>
                    </a:ext>
                  </a:extLst>
                </p:cNvPr>
                <p:cNvPicPr/>
                <p:nvPr/>
              </p:nvPicPr>
              <p:blipFill>
                <a:blip r:embed="rId750"/>
                <a:stretch>
                  <a:fillRect/>
                </a:stretch>
              </p:blipFill>
              <p:spPr>
                <a:xfrm>
                  <a:off x="7756942" y="6241516"/>
                  <a:ext cx="9936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1">
              <p14:nvContentPartPr>
                <p14:cNvPr id="473" name="Ink 472">
                  <a:extLst>
                    <a:ext uri="{FF2B5EF4-FFF2-40B4-BE49-F238E27FC236}">
                      <a16:creationId xmlns:a16="http://schemas.microsoft.com/office/drawing/2014/main" id="{B1D09798-6E1E-9475-484C-90BDF22A6A5B}"/>
                    </a:ext>
                  </a:extLst>
                </p14:cNvPr>
                <p14:cNvContentPartPr/>
                <p14:nvPr/>
              </p14:nvContentPartPr>
              <p14:xfrm>
                <a:off x="7786822" y="6204796"/>
                <a:ext cx="159480" cy="64080"/>
              </p14:xfrm>
            </p:contentPart>
          </mc:Choice>
          <mc:Fallback>
            <p:pic>
              <p:nvPicPr>
                <p:cNvPr id="473" name="Ink 472">
                  <a:extLst>
                    <a:ext uri="{FF2B5EF4-FFF2-40B4-BE49-F238E27FC236}">
                      <a16:creationId xmlns:a16="http://schemas.microsoft.com/office/drawing/2014/main" id="{B1D09798-6E1E-9475-484C-90BDF22A6A5B}"/>
                    </a:ext>
                  </a:extLst>
                </p:cNvPr>
                <p:cNvPicPr/>
                <p:nvPr/>
              </p:nvPicPr>
              <p:blipFill>
                <a:blip r:embed="rId752"/>
                <a:stretch>
                  <a:fillRect/>
                </a:stretch>
              </p:blipFill>
              <p:spPr>
                <a:xfrm>
                  <a:off x="7769182" y="6186796"/>
                  <a:ext cx="19512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3">
              <p14:nvContentPartPr>
                <p14:cNvPr id="474" name="Ink 473">
                  <a:extLst>
                    <a:ext uri="{FF2B5EF4-FFF2-40B4-BE49-F238E27FC236}">
                      <a16:creationId xmlns:a16="http://schemas.microsoft.com/office/drawing/2014/main" id="{B8A7001F-4C24-1B84-BBE3-DD909BA5681D}"/>
                    </a:ext>
                  </a:extLst>
                </p14:cNvPr>
                <p14:cNvContentPartPr/>
                <p14:nvPr/>
              </p14:nvContentPartPr>
              <p14:xfrm>
                <a:off x="7959982" y="6355996"/>
                <a:ext cx="31680" cy="14400"/>
              </p14:xfrm>
            </p:contentPart>
          </mc:Choice>
          <mc:Fallback>
            <p:pic>
              <p:nvPicPr>
                <p:cNvPr id="474" name="Ink 473">
                  <a:extLst>
                    <a:ext uri="{FF2B5EF4-FFF2-40B4-BE49-F238E27FC236}">
                      <a16:creationId xmlns:a16="http://schemas.microsoft.com/office/drawing/2014/main" id="{B8A7001F-4C24-1B84-BBE3-DD909BA5681D}"/>
                    </a:ext>
                  </a:extLst>
                </p:cNvPr>
                <p:cNvPicPr/>
                <p:nvPr/>
              </p:nvPicPr>
              <p:blipFill>
                <a:blip r:embed="rId754"/>
                <a:stretch>
                  <a:fillRect/>
                </a:stretch>
              </p:blipFill>
              <p:spPr>
                <a:xfrm>
                  <a:off x="7942342" y="6337996"/>
                  <a:ext cx="6732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5">
              <p14:nvContentPartPr>
                <p14:cNvPr id="475" name="Ink 474">
                  <a:extLst>
                    <a:ext uri="{FF2B5EF4-FFF2-40B4-BE49-F238E27FC236}">
                      <a16:creationId xmlns:a16="http://schemas.microsoft.com/office/drawing/2014/main" id="{E1FFF369-2CCD-9874-B984-19E686D7D174}"/>
                    </a:ext>
                  </a:extLst>
                </p14:cNvPr>
                <p14:cNvContentPartPr/>
                <p14:nvPr/>
              </p14:nvContentPartPr>
              <p14:xfrm>
                <a:off x="8357422" y="6141796"/>
                <a:ext cx="134280" cy="195840"/>
              </p14:xfrm>
            </p:contentPart>
          </mc:Choice>
          <mc:Fallback>
            <p:pic>
              <p:nvPicPr>
                <p:cNvPr id="475" name="Ink 474">
                  <a:extLst>
                    <a:ext uri="{FF2B5EF4-FFF2-40B4-BE49-F238E27FC236}">
                      <a16:creationId xmlns:a16="http://schemas.microsoft.com/office/drawing/2014/main" id="{E1FFF369-2CCD-9874-B984-19E686D7D174}"/>
                    </a:ext>
                  </a:extLst>
                </p:cNvPr>
                <p:cNvPicPr/>
                <p:nvPr/>
              </p:nvPicPr>
              <p:blipFill>
                <a:blip r:embed="rId756"/>
                <a:stretch>
                  <a:fillRect/>
                </a:stretch>
              </p:blipFill>
              <p:spPr>
                <a:xfrm>
                  <a:off x="8339422" y="6124156"/>
                  <a:ext cx="16992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7">
              <p14:nvContentPartPr>
                <p14:cNvPr id="476" name="Ink 475">
                  <a:extLst>
                    <a:ext uri="{FF2B5EF4-FFF2-40B4-BE49-F238E27FC236}">
                      <a16:creationId xmlns:a16="http://schemas.microsoft.com/office/drawing/2014/main" id="{909F7D21-8DE4-53D0-E491-B35B8EBDCBD5}"/>
                    </a:ext>
                  </a:extLst>
                </p14:cNvPr>
                <p14:cNvContentPartPr/>
                <p14:nvPr/>
              </p14:nvContentPartPr>
              <p14:xfrm>
                <a:off x="8302702" y="6368596"/>
                <a:ext cx="193320" cy="9720"/>
              </p14:xfrm>
            </p:contentPart>
          </mc:Choice>
          <mc:Fallback>
            <p:pic>
              <p:nvPicPr>
                <p:cNvPr id="476" name="Ink 475">
                  <a:extLst>
                    <a:ext uri="{FF2B5EF4-FFF2-40B4-BE49-F238E27FC236}">
                      <a16:creationId xmlns:a16="http://schemas.microsoft.com/office/drawing/2014/main" id="{909F7D21-8DE4-53D0-E491-B35B8EBDCBD5}"/>
                    </a:ext>
                  </a:extLst>
                </p:cNvPr>
                <p:cNvPicPr/>
                <p:nvPr/>
              </p:nvPicPr>
              <p:blipFill>
                <a:blip r:embed="rId758"/>
                <a:stretch>
                  <a:fillRect/>
                </a:stretch>
              </p:blipFill>
              <p:spPr>
                <a:xfrm>
                  <a:off x="8284702" y="6350596"/>
                  <a:ext cx="22896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9">
              <p14:nvContentPartPr>
                <p14:cNvPr id="477" name="Ink 476">
                  <a:extLst>
                    <a:ext uri="{FF2B5EF4-FFF2-40B4-BE49-F238E27FC236}">
                      <a16:creationId xmlns:a16="http://schemas.microsoft.com/office/drawing/2014/main" id="{68BCA086-617B-9F37-A739-C54B75B7B4E9}"/>
                    </a:ext>
                  </a:extLst>
                </p14:cNvPr>
                <p14:cNvContentPartPr/>
                <p14:nvPr/>
              </p14:nvContentPartPr>
              <p14:xfrm>
                <a:off x="8303782" y="6492796"/>
                <a:ext cx="111960" cy="155160"/>
              </p14:xfrm>
            </p:contentPart>
          </mc:Choice>
          <mc:Fallback>
            <p:pic>
              <p:nvPicPr>
                <p:cNvPr id="477" name="Ink 476">
                  <a:extLst>
                    <a:ext uri="{FF2B5EF4-FFF2-40B4-BE49-F238E27FC236}">
                      <a16:creationId xmlns:a16="http://schemas.microsoft.com/office/drawing/2014/main" id="{68BCA086-617B-9F37-A739-C54B75B7B4E9}"/>
                    </a:ext>
                  </a:extLst>
                </p:cNvPr>
                <p:cNvPicPr/>
                <p:nvPr/>
              </p:nvPicPr>
              <p:blipFill>
                <a:blip r:embed="rId760"/>
                <a:stretch>
                  <a:fillRect/>
                </a:stretch>
              </p:blipFill>
              <p:spPr>
                <a:xfrm>
                  <a:off x="8286142" y="6475156"/>
                  <a:ext cx="14760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1">
              <p14:nvContentPartPr>
                <p14:cNvPr id="478" name="Ink 477">
                  <a:extLst>
                    <a:ext uri="{FF2B5EF4-FFF2-40B4-BE49-F238E27FC236}">
                      <a16:creationId xmlns:a16="http://schemas.microsoft.com/office/drawing/2014/main" id="{BA7EF81F-122D-6AC2-54B0-A506B542622F}"/>
                    </a:ext>
                  </a:extLst>
                </p14:cNvPr>
                <p14:cNvContentPartPr/>
                <p14:nvPr/>
              </p14:nvContentPartPr>
              <p14:xfrm>
                <a:off x="8362822" y="6453916"/>
                <a:ext cx="154800" cy="56160"/>
              </p14:xfrm>
            </p:contentPart>
          </mc:Choice>
          <mc:Fallback>
            <p:pic>
              <p:nvPicPr>
                <p:cNvPr id="478" name="Ink 477">
                  <a:extLst>
                    <a:ext uri="{FF2B5EF4-FFF2-40B4-BE49-F238E27FC236}">
                      <a16:creationId xmlns:a16="http://schemas.microsoft.com/office/drawing/2014/main" id="{BA7EF81F-122D-6AC2-54B0-A506B542622F}"/>
                    </a:ext>
                  </a:extLst>
                </p:cNvPr>
                <p:cNvPicPr/>
                <p:nvPr/>
              </p:nvPicPr>
              <p:blipFill>
                <a:blip r:embed="rId762"/>
                <a:stretch>
                  <a:fillRect/>
                </a:stretch>
              </p:blipFill>
              <p:spPr>
                <a:xfrm>
                  <a:off x="8344822" y="6435916"/>
                  <a:ext cx="19044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3">
              <p14:nvContentPartPr>
                <p14:cNvPr id="479" name="Ink 478">
                  <a:extLst>
                    <a:ext uri="{FF2B5EF4-FFF2-40B4-BE49-F238E27FC236}">
                      <a16:creationId xmlns:a16="http://schemas.microsoft.com/office/drawing/2014/main" id="{F0B67F93-DDBF-EA70-9C9C-EBF06D61AA98}"/>
                    </a:ext>
                  </a:extLst>
                </p14:cNvPr>
                <p14:cNvContentPartPr/>
                <p14:nvPr/>
              </p14:nvContentPartPr>
              <p14:xfrm>
                <a:off x="8156542" y="6481276"/>
                <a:ext cx="448920" cy="196560"/>
              </p14:xfrm>
            </p:contentPart>
          </mc:Choice>
          <mc:Fallback>
            <p:pic>
              <p:nvPicPr>
                <p:cNvPr id="479" name="Ink 478">
                  <a:extLst>
                    <a:ext uri="{FF2B5EF4-FFF2-40B4-BE49-F238E27FC236}">
                      <a16:creationId xmlns:a16="http://schemas.microsoft.com/office/drawing/2014/main" id="{F0B67F93-DDBF-EA70-9C9C-EBF06D61AA98}"/>
                    </a:ext>
                  </a:extLst>
                </p:cNvPr>
                <p:cNvPicPr/>
                <p:nvPr/>
              </p:nvPicPr>
              <p:blipFill>
                <a:blip r:embed="rId764"/>
                <a:stretch>
                  <a:fillRect/>
                </a:stretch>
              </p:blipFill>
              <p:spPr>
                <a:xfrm>
                  <a:off x="8138542" y="6463636"/>
                  <a:ext cx="48456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5">
              <p14:nvContentPartPr>
                <p14:cNvPr id="480" name="Ink 479">
                  <a:extLst>
                    <a:ext uri="{FF2B5EF4-FFF2-40B4-BE49-F238E27FC236}">
                      <a16:creationId xmlns:a16="http://schemas.microsoft.com/office/drawing/2014/main" id="{D99E4DEA-D167-6D6E-59E5-78F84AFF0A06}"/>
                    </a:ext>
                  </a:extLst>
                </p14:cNvPr>
                <p14:cNvContentPartPr/>
                <p14:nvPr/>
              </p14:nvContentPartPr>
              <p14:xfrm>
                <a:off x="7597102" y="6188956"/>
                <a:ext cx="410040" cy="326520"/>
              </p14:xfrm>
            </p:contentPart>
          </mc:Choice>
          <mc:Fallback>
            <p:pic>
              <p:nvPicPr>
                <p:cNvPr id="480" name="Ink 479">
                  <a:extLst>
                    <a:ext uri="{FF2B5EF4-FFF2-40B4-BE49-F238E27FC236}">
                      <a16:creationId xmlns:a16="http://schemas.microsoft.com/office/drawing/2014/main" id="{D99E4DEA-D167-6D6E-59E5-78F84AFF0A06}"/>
                    </a:ext>
                  </a:extLst>
                </p:cNvPr>
                <p:cNvPicPr/>
                <p:nvPr/>
              </p:nvPicPr>
              <p:blipFill>
                <a:blip r:embed="rId766"/>
                <a:stretch>
                  <a:fillRect/>
                </a:stretch>
              </p:blipFill>
              <p:spPr>
                <a:xfrm>
                  <a:off x="7579102" y="6170956"/>
                  <a:ext cx="445680" cy="36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7">
              <p14:nvContentPartPr>
                <p14:cNvPr id="481" name="Ink 480">
                  <a:extLst>
                    <a:ext uri="{FF2B5EF4-FFF2-40B4-BE49-F238E27FC236}">
                      <a16:creationId xmlns:a16="http://schemas.microsoft.com/office/drawing/2014/main" id="{C1CBE743-377D-068A-9FCA-3BA685AC02FD}"/>
                    </a:ext>
                  </a:extLst>
                </p14:cNvPr>
                <p14:cNvContentPartPr/>
                <p14:nvPr/>
              </p14:nvContentPartPr>
              <p14:xfrm>
                <a:off x="8673142" y="6401356"/>
                <a:ext cx="112320" cy="70920"/>
              </p14:xfrm>
            </p:contentPart>
          </mc:Choice>
          <mc:Fallback>
            <p:pic>
              <p:nvPicPr>
                <p:cNvPr id="481" name="Ink 480">
                  <a:extLst>
                    <a:ext uri="{FF2B5EF4-FFF2-40B4-BE49-F238E27FC236}">
                      <a16:creationId xmlns:a16="http://schemas.microsoft.com/office/drawing/2014/main" id="{C1CBE743-377D-068A-9FCA-3BA685AC02FD}"/>
                    </a:ext>
                  </a:extLst>
                </p:cNvPr>
                <p:cNvPicPr/>
                <p:nvPr/>
              </p:nvPicPr>
              <p:blipFill>
                <a:blip r:embed="rId768"/>
                <a:stretch>
                  <a:fillRect/>
                </a:stretch>
              </p:blipFill>
              <p:spPr>
                <a:xfrm>
                  <a:off x="8655502" y="6383716"/>
                  <a:ext cx="14796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9">
              <p14:nvContentPartPr>
                <p14:cNvPr id="482" name="Ink 481">
                  <a:extLst>
                    <a:ext uri="{FF2B5EF4-FFF2-40B4-BE49-F238E27FC236}">
                      <a16:creationId xmlns:a16="http://schemas.microsoft.com/office/drawing/2014/main" id="{05B123FD-ED1E-356F-FBFA-7EE0C0A2ABFE}"/>
                    </a:ext>
                  </a:extLst>
                </p14:cNvPr>
                <p14:cNvContentPartPr/>
                <p14:nvPr/>
              </p14:nvContentPartPr>
              <p14:xfrm>
                <a:off x="9106942" y="6297316"/>
                <a:ext cx="55800" cy="222120"/>
              </p14:xfrm>
            </p:contentPart>
          </mc:Choice>
          <mc:Fallback>
            <p:pic>
              <p:nvPicPr>
                <p:cNvPr id="482" name="Ink 481">
                  <a:extLst>
                    <a:ext uri="{FF2B5EF4-FFF2-40B4-BE49-F238E27FC236}">
                      <a16:creationId xmlns:a16="http://schemas.microsoft.com/office/drawing/2014/main" id="{05B123FD-ED1E-356F-FBFA-7EE0C0A2ABFE}"/>
                    </a:ext>
                  </a:extLst>
                </p:cNvPr>
                <p:cNvPicPr/>
                <p:nvPr/>
              </p:nvPicPr>
              <p:blipFill>
                <a:blip r:embed="rId770"/>
                <a:stretch>
                  <a:fillRect/>
                </a:stretch>
              </p:blipFill>
              <p:spPr>
                <a:xfrm>
                  <a:off x="9088942" y="6279316"/>
                  <a:ext cx="91440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1">
              <p14:nvContentPartPr>
                <p14:cNvPr id="486" name="Ink 485">
                  <a:extLst>
                    <a:ext uri="{FF2B5EF4-FFF2-40B4-BE49-F238E27FC236}">
                      <a16:creationId xmlns:a16="http://schemas.microsoft.com/office/drawing/2014/main" id="{1EF2E81F-4367-7E8A-23C7-1A015D23B832}"/>
                    </a:ext>
                  </a:extLst>
                </p14:cNvPr>
                <p14:cNvContentPartPr/>
                <p14:nvPr/>
              </p14:nvContentPartPr>
              <p14:xfrm>
                <a:off x="8748022" y="6167716"/>
                <a:ext cx="879480" cy="431640"/>
              </p14:xfrm>
            </p:contentPart>
          </mc:Choice>
          <mc:Fallback>
            <p:pic>
              <p:nvPicPr>
                <p:cNvPr id="486" name="Ink 485">
                  <a:extLst>
                    <a:ext uri="{FF2B5EF4-FFF2-40B4-BE49-F238E27FC236}">
                      <a16:creationId xmlns:a16="http://schemas.microsoft.com/office/drawing/2014/main" id="{1EF2E81F-4367-7E8A-23C7-1A015D23B832}"/>
                    </a:ext>
                  </a:extLst>
                </p:cNvPr>
                <p:cNvPicPr/>
                <p:nvPr/>
              </p:nvPicPr>
              <p:blipFill>
                <a:blip r:embed="rId772"/>
                <a:stretch>
                  <a:fillRect/>
                </a:stretch>
              </p:blipFill>
              <p:spPr>
                <a:xfrm>
                  <a:off x="8730022" y="6149716"/>
                  <a:ext cx="915120" cy="467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73">
            <p14:nvContentPartPr>
              <p14:cNvPr id="487" name="Ink 486">
                <a:extLst>
                  <a:ext uri="{FF2B5EF4-FFF2-40B4-BE49-F238E27FC236}">
                    <a16:creationId xmlns:a16="http://schemas.microsoft.com/office/drawing/2014/main" id="{6D55DFC8-6CE7-62FA-0AC0-79779AD461FE}"/>
                  </a:ext>
                </a:extLst>
              </p14:cNvPr>
              <p14:cNvContentPartPr/>
              <p14:nvPr/>
            </p14:nvContentPartPr>
            <p14:xfrm>
              <a:off x="6462742" y="2994316"/>
              <a:ext cx="1102680" cy="695520"/>
            </p14:xfrm>
          </p:contentPart>
        </mc:Choice>
        <mc:Fallback>
          <p:pic>
            <p:nvPicPr>
              <p:cNvPr id="487" name="Ink 486">
                <a:extLst>
                  <a:ext uri="{FF2B5EF4-FFF2-40B4-BE49-F238E27FC236}">
                    <a16:creationId xmlns:a16="http://schemas.microsoft.com/office/drawing/2014/main" id="{6D55DFC8-6CE7-62FA-0AC0-79779AD461FE}"/>
                  </a:ext>
                </a:extLst>
              </p:cNvPr>
              <p:cNvPicPr/>
              <p:nvPr/>
            </p:nvPicPr>
            <p:blipFill>
              <a:blip r:embed="rId774"/>
              <a:stretch>
                <a:fillRect/>
              </a:stretch>
            </p:blipFill>
            <p:spPr>
              <a:xfrm>
                <a:off x="6444742" y="2976676"/>
                <a:ext cx="1138320" cy="731160"/>
              </a:xfrm>
              <a:prstGeom prst="rect">
                <a:avLst/>
              </a:prstGeom>
            </p:spPr>
          </p:pic>
        </mc:Fallback>
      </mc:AlternateContent>
      <p:grpSp>
        <p:nvGrpSpPr>
          <p:cNvPr id="506" name="Group 505">
            <a:extLst>
              <a:ext uri="{FF2B5EF4-FFF2-40B4-BE49-F238E27FC236}">
                <a16:creationId xmlns:a16="http://schemas.microsoft.com/office/drawing/2014/main" id="{C3B95391-67C2-FEF5-C576-E6119EA9942F}"/>
              </a:ext>
            </a:extLst>
          </p:cNvPr>
          <p:cNvGrpSpPr/>
          <p:nvPr/>
        </p:nvGrpSpPr>
        <p:grpSpPr>
          <a:xfrm>
            <a:off x="10653142" y="4809436"/>
            <a:ext cx="1551600" cy="1500120"/>
            <a:chOff x="10653142" y="4809436"/>
            <a:chExt cx="1551600" cy="1500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75">
              <p14:nvContentPartPr>
                <p14:cNvPr id="489" name="Ink 488">
                  <a:extLst>
                    <a:ext uri="{FF2B5EF4-FFF2-40B4-BE49-F238E27FC236}">
                      <a16:creationId xmlns:a16="http://schemas.microsoft.com/office/drawing/2014/main" id="{68883278-2CF2-F35D-872C-43F5BF8CA9EE}"/>
                    </a:ext>
                  </a:extLst>
                </p14:cNvPr>
                <p14:cNvContentPartPr/>
                <p14:nvPr/>
              </p14:nvContentPartPr>
              <p14:xfrm>
                <a:off x="10810822" y="5108596"/>
                <a:ext cx="87840" cy="482040"/>
              </p14:xfrm>
            </p:contentPart>
          </mc:Choice>
          <mc:Fallback>
            <p:pic>
              <p:nvPicPr>
                <p:cNvPr id="489" name="Ink 488">
                  <a:extLst>
                    <a:ext uri="{FF2B5EF4-FFF2-40B4-BE49-F238E27FC236}">
                      <a16:creationId xmlns:a16="http://schemas.microsoft.com/office/drawing/2014/main" id="{68883278-2CF2-F35D-872C-43F5BF8CA9EE}"/>
                    </a:ext>
                  </a:extLst>
                </p:cNvPr>
                <p:cNvPicPr/>
                <p:nvPr/>
              </p:nvPicPr>
              <p:blipFill>
                <a:blip r:embed="rId776"/>
                <a:stretch>
                  <a:fillRect/>
                </a:stretch>
              </p:blipFill>
              <p:spPr>
                <a:xfrm>
                  <a:off x="10792822" y="5090956"/>
                  <a:ext cx="123480" cy="51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7">
              <p14:nvContentPartPr>
                <p14:cNvPr id="490" name="Ink 489">
                  <a:extLst>
                    <a:ext uri="{FF2B5EF4-FFF2-40B4-BE49-F238E27FC236}">
                      <a16:creationId xmlns:a16="http://schemas.microsoft.com/office/drawing/2014/main" id="{F1821674-00AF-C9AE-301B-3B8EA39DFA03}"/>
                    </a:ext>
                  </a:extLst>
                </p14:cNvPr>
                <p14:cNvContentPartPr/>
                <p14:nvPr/>
              </p14:nvContentPartPr>
              <p14:xfrm>
                <a:off x="10720462" y="5365276"/>
                <a:ext cx="177120" cy="49320"/>
              </p14:xfrm>
            </p:contentPart>
          </mc:Choice>
          <mc:Fallback>
            <p:pic>
              <p:nvPicPr>
                <p:cNvPr id="490" name="Ink 489">
                  <a:extLst>
                    <a:ext uri="{FF2B5EF4-FFF2-40B4-BE49-F238E27FC236}">
                      <a16:creationId xmlns:a16="http://schemas.microsoft.com/office/drawing/2014/main" id="{F1821674-00AF-C9AE-301B-3B8EA39DFA03}"/>
                    </a:ext>
                  </a:extLst>
                </p:cNvPr>
                <p:cNvPicPr/>
                <p:nvPr/>
              </p:nvPicPr>
              <p:blipFill>
                <a:blip r:embed="rId778"/>
                <a:stretch>
                  <a:fillRect/>
                </a:stretch>
              </p:blipFill>
              <p:spPr>
                <a:xfrm>
                  <a:off x="10702462" y="5347276"/>
                  <a:ext cx="21276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9">
              <p14:nvContentPartPr>
                <p14:cNvPr id="491" name="Ink 490">
                  <a:extLst>
                    <a:ext uri="{FF2B5EF4-FFF2-40B4-BE49-F238E27FC236}">
                      <a16:creationId xmlns:a16="http://schemas.microsoft.com/office/drawing/2014/main" id="{A7304E08-945A-1865-09C4-A1FD6996C9A9}"/>
                    </a:ext>
                  </a:extLst>
                </p14:cNvPr>
                <p14:cNvContentPartPr/>
                <p14:nvPr/>
              </p14:nvContentPartPr>
              <p14:xfrm>
                <a:off x="11013502" y="5151796"/>
                <a:ext cx="67320" cy="249480"/>
              </p14:xfrm>
            </p:contentPart>
          </mc:Choice>
          <mc:Fallback>
            <p:pic>
              <p:nvPicPr>
                <p:cNvPr id="491" name="Ink 490">
                  <a:extLst>
                    <a:ext uri="{FF2B5EF4-FFF2-40B4-BE49-F238E27FC236}">
                      <a16:creationId xmlns:a16="http://schemas.microsoft.com/office/drawing/2014/main" id="{A7304E08-945A-1865-09C4-A1FD6996C9A9}"/>
                    </a:ext>
                  </a:extLst>
                </p:cNvPr>
                <p:cNvPicPr/>
                <p:nvPr/>
              </p:nvPicPr>
              <p:blipFill>
                <a:blip r:embed="rId780"/>
                <a:stretch>
                  <a:fillRect/>
                </a:stretch>
              </p:blipFill>
              <p:spPr>
                <a:xfrm>
                  <a:off x="10995502" y="5133796"/>
                  <a:ext cx="102960" cy="28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1">
              <p14:nvContentPartPr>
                <p14:cNvPr id="492" name="Ink 491">
                  <a:extLst>
                    <a:ext uri="{FF2B5EF4-FFF2-40B4-BE49-F238E27FC236}">
                      <a16:creationId xmlns:a16="http://schemas.microsoft.com/office/drawing/2014/main" id="{CC63FA6C-FEBD-83C2-BB8B-CD715CBBE339}"/>
                    </a:ext>
                  </a:extLst>
                </p14:cNvPr>
                <p14:cNvContentPartPr/>
                <p14:nvPr/>
              </p14:nvContentPartPr>
              <p14:xfrm>
                <a:off x="11096302" y="5251876"/>
                <a:ext cx="123480" cy="138600"/>
              </p14:xfrm>
            </p:contentPart>
          </mc:Choice>
          <mc:Fallback>
            <p:pic>
              <p:nvPicPr>
                <p:cNvPr id="492" name="Ink 491">
                  <a:extLst>
                    <a:ext uri="{FF2B5EF4-FFF2-40B4-BE49-F238E27FC236}">
                      <a16:creationId xmlns:a16="http://schemas.microsoft.com/office/drawing/2014/main" id="{CC63FA6C-FEBD-83C2-BB8B-CD715CBBE339}"/>
                    </a:ext>
                  </a:extLst>
                </p:cNvPr>
                <p:cNvPicPr/>
                <p:nvPr/>
              </p:nvPicPr>
              <p:blipFill>
                <a:blip r:embed="rId782"/>
                <a:stretch>
                  <a:fillRect/>
                </a:stretch>
              </p:blipFill>
              <p:spPr>
                <a:xfrm>
                  <a:off x="11078302" y="5234236"/>
                  <a:ext cx="15912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3">
              <p14:nvContentPartPr>
                <p14:cNvPr id="493" name="Ink 492">
                  <a:extLst>
                    <a:ext uri="{FF2B5EF4-FFF2-40B4-BE49-F238E27FC236}">
                      <a16:creationId xmlns:a16="http://schemas.microsoft.com/office/drawing/2014/main" id="{68F8488C-A464-B13F-AACF-788E2F519829}"/>
                    </a:ext>
                  </a:extLst>
                </p14:cNvPr>
                <p14:cNvContentPartPr/>
                <p14:nvPr/>
              </p14:nvContentPartPr>
              <p14:xfrm>
                <a:off x="11233462" y="5166556"/>
                <a:ext cx="86760" cy="313200"/>
              </p14:xfrm>
            </p:contentPart>
          </mc:Choice>
          <mc:Fallback>
            <p:pic>
              <p:nvPicPr>
                <p:cNvPr id="493" name="Ink 492">
                  <a:extLst>
                    <a:ext uri="{FF2B5EF4-FFF2-40B4-BE49-F238E27FC236}">
                      <a16:creationId xmlns:a16="http://schemas.microsoft.com/office/drawing/2014/main" id="{68F8488C-A464-B13F-AACF-788E2F519829}"/>
                    </a:ext>
                  </a:extLst>
                </p:cNvPr>
                <p:cNvPicPr/>
                <p:nvPr/>
              </p:nvPicPr>
              <p:blipFill>
                <a:blip r:embed="rId784"/>
                <a:stretch>
                  <a:fillRect/>
                </a:stretch>
              </p:blipFill>
              <p:spPr>
                <a:xfrm>
                  <a:off x="11215462" y="5148556"/>
                  <a:ext cx="122400" cy="34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5">
              <p14:nvContentPartPr>
                <p14:cNvPr id="494" name="Ink 493">
                  <a:extLst>
                    <a:ext uri="{FF2B5EF4-FFF2-40B4-BE49-F238E27FC236}">
                      <a16:creationId xmlns:a16="http://schemas.microsoft.com/office/drawing/2014/main" id="{EAA69431-6DC5-7BFD-03C9-6905DF00EC27}"/>
                    </a:ext>
                  </a:extLst>
                </p14:cNvPr>
                <p14:cNvContentPartPr/>
                <p14:nvPr/>
              </p14:nvContentPartPr>
              <p14:xfrm>
                <a:off x="10653142" y="4809436"/>
                <a:ext cx="56160" cy="1500120"/>
              </p14:xfrm>
            </p:contentPart>
          </mc:Choice>
          <mc:Fallback>
            <p:pic>
              <p:nvPicPr>
                <p:cNvPr id="494" name="Ink 493">
                  <a:extLst>
                    <a:ext uri="{FF2B5EF4-FFF2-40B4-BE49-F238E27FC236}">
                      <a16:creationId xmlns:a16="http://schemas.microsoft.com/office/drawing/2014/main" id="{EAA69431-6DC5-7BFD-03C9-6905DF00EC27}"/>
                    </a:ext>
                  </a:extLst>
                </p:cNvPr>
                <p:cNvPicPr/>
                <p:nvPr/>
              </p:nvPicPr>
              <p:blipFill>
                <a:blip r:embed="rId786"/>
                <a:stretch>
                  <a:fillRect/>
                </a:stretch>
              </p:blipFill>
              <p:spPr>
                <a:xfrm>
                  <a:off x="10635142" y="4791796"/>
                  <a:ext cx="91800" cy="153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7">
              <p14:nvContentPartPr>
                <p14:cNvPr id="495" name="Ink 494">
                  <a:extLst>
                    <a:ext uri="{FF2B5EF4-FFF2-40B4-BE49-F238E27FC236}">
                      <a16:creationId xmlns:a16="http://schemas.microsoft.com/office/drawing/2014/main" id="{C2712B55-4222-51A1-84FE-4395E96C1D4F}"/>
                    </a:ext>
                  </a:extLst>
                </p14:cNvPr>
                <p14:cNvContentPartPr/>
                <p14:nvPr/>
              </p14:nvContentPartPr>
              <p14:xfrm>
                <a:off x="11463502" y="5330356"/>
                <a:ext cx="92880" cy="8280"/>
              </p14:xfrm>
            </p:contentPart>
          </mc:Choice>
          <mc:Fallback>
            <p:pic>
              <p:nvPicPr>
                <p:cNvPr id="495" name="Ink 494">
                  <a:extLst>
                    <a:ext uri="{FF2B5EF4-FFF2-40B4-BE49-F238E27FC236}">
                      <a16:creationId xmlns:a16="http://schemas.microsoft.com/office/drawing/2014/main" id="{C2712B55-4222-51A1-84FE-4395E96C1D4F}"/>
                    </a:ext>
                  </a:extLst>
                </p:cNvPr>
                <p:cNvPicPr/>
                <p:nvPr/>
              </p:nvPicPr>
              <p:blipFill>
                <a:blip r:embed="rId788"/>
                <a:stretch>
                  <a:fillRect/>
                </a:stretch>
              </p:blipFill>
              <p:spPr>
                <a:xfrm>
                  <a:off x="11445502" y="5312356"/>
                  <a:ext cx="12852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9">
              <p14:nvContentPartPr>
                <p14:cNvPr id="496" name="Ink 495">
                  <a:extLst>
                    <a:ext uri="{FF2B5EF4-FFF2-40B4-BE49-F238E27FC236}">
                      <a16:creationId xmlns:a16="http://schemas.microsoft.com/office/drawing/2014/main" id="{F568EC40-CF22-B410-7CAA-A2DED203F60F}"/>
                    </a:ext>
                  </a:extLst>
                </p14:cNvPr>
                <p14:cNvContentPartPr/>
                <p14:nvPr/>
              </p14:nvContentPartPr>
              <p14:xfrm>
                <a:off x="11436502" y="5379316"/>
                <a:ext cx="116280" cy="31680"/>
              </p14:xfrm>
            </p:contentPart>
          </mc:Choice>
          <mc:Fallback>
            <p:pic>
              <p:nvPicPr>
                <p:cNvPr id="496" name="Ink 495">
                  <a:extLst>
                    <a:ext uri="{FF2B5EF4-FFF2-40B4-BE49-F238E27FC236}">
                      <a16:creationId xmlns:a16="http://schemas.microsoft.com/office/drawing/2014/main" id="{F568EC40-CF22-B410-7CAA-A2DED203F60F}"/>
                    </a:ext>
                  </a:extLst>
                </p:cNvPr>
                <p:cNvPicPr/>
                <p:nvPr/>
              </p:nvPicPr>
              <p:blipFill>
                <a:blip r:embed="rId790"/>
                <a:stretch>
                  <a:fillRect/>
                </a:stretch>
              </p:blipFill>
              <p:spPr>
                <a:xfrm>
                  <a:off x="11418502" y="5361316"/>
                  <a:ext cx="15192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1">
              <p14:nvContentPartPr>
                <p14:cNvPr id="498" name="Ink 497">
                  <a:extLst>
                    <a:ext uri="{FF2B5EF4-FFF2-40B4-BE49-F238E27FC236}">
                      <a16:creationId xmlns:a16="http://schemas.microsoft.com/office/drawing/2014/main" id="{57B70A33-F4B1-BAEA-7E4C-7C67984A21F9}"/>
                    </a:ext>
                  </a:extLst>
                </p14:cNvPr>
                <p14:cNvContentPartPr/>
                <p14:nvPr/>
              </p14:nvContentPartPr>
              <p14:xfrm>
                <a:off x="11621542" y="5234596"/>
                <a:ext cx="11520" cy="240120"/>
              </p14:xfrm>
            </p:contentPart>
          </mc:Choice>
          <mc:Fallback>
            <p:pic>
              <p:nvPicPr>
                <p:cNvPr id="498" name="Ink 497">
                  <a:extLst>
                    <a:ext uri="{FF2B5EF4-FFF2-40B4-BE49-F238E27FC236}">
                      <a16:creationId xmlns:a16="http://schemas.microsoft.com/office/drawing/2014/main" id="{57B70A33-F4B1-BAEA-7E4C-7C67984A21F9}"/>
                    </a:ext>
                  </a:extLst>
                </p:cNvPr>
                <p:cNvPicPr/>
                <p:nvPr/>
              </p:nvPicPr>
              <p:blipFill>
                <a:blip r:embed="rId792"/>
                <a:stretch>
                  <a:fillRect/>
                </a:stretch>
              </p:blipFill>
              <p:spPr>
                <a:xfrm>
                  <a:off x="11603542" y="5216596"/>
                  <a:ext cx="47160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3">
              <p14:nvContentPartPr>
                <p14:cNvPr id="499" name="Ink 498">
                  <a:extLst>
                    <a:ext uri="{FF2B5EF4-FFF2-40B4-BE49-F238E27FC236}">
                      <a16:creationId xmlns:a16="http://schemas.microsoft.com/office/drawing/2014/main" id="{72B974D5-17E1-8C35-07AC-843F72FDC59D}"/>
                    </a:ext>
                  </a:extLst>
                </p14:cNvPr>
                <p14:cNvContentPartPr/>
                <p14:nvPr/>
              </p14:nvContentPartPr>
              <p14:xfrm>
                <a:off x="11683822" y="5460676"/>
                <a:ext cx="24480" cy="109800"/>
              </p14:xfrm>
            </p:contentPart>
          </mc:Choice>
          <mc:Fallback>
            <p:pic>
              <p:nvPicPr>
                <p:cNvPr id="499" name="Ink 498">
                  <a:extLst>
                    <a:ext uri="{FF2B5EF4-FFF2-40B4-BE49-F238E27FC236}">
                      <a16:creationId xmlns:a16="http://schemas.microsoft.com/office/drawing/2014/main" id="{72B974D5-17E1-8C35-07AC-843F72FDC59D}"/>
                    </a:ext>
                  </a:extLst>
                </p:cNvPr>
                <p:cNvPicPr/>
                <p:nvPr/>
              </p:nvPicPr>
              <p:blipFill>
                <a:blip r:embed="rId794"/>
                <a:stretch>
                  <a:fillRect/>
                </a:stretch>
              </p:blipFill>
              <p:spPr>
                <a:xfrm>
                  <a:off x="11665822" y="5443036"/>
                  <a:ext cx="6012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5">
              <p14:nvContentPartPr>
                <p14:cNvPr id="501" name="Ink 500">
                  <a:extLst>
                    <a:ext uri="{FF2B5EF4-FFF2-40B4-BE49-F238E27FC236}">
                      <a16:creationId xmlns:a16="http://schemas.microsoft.com/office/drawing/2014/main" id="{AD25FF4F-6B95-D9C1-4869-68DBDCD3FBE1}"/>
                    </a:ext>
                  </a:extLst>
                </p14:cNvPr>
                <p14:cNvContentPartPr/>
                <p14:nvPr/>
              </p14:nvContentPartPr>
              <p14:xfrm>
                <a:off x="11556742" y="5211556"/>
                <a:ext cx="120240" cy="245880"/>
              </p14:xfrm>
            </p:contentPart>
          </mc:Choice>
          <mc:Fallback>
            <p:pic>
              <p:nvPicPr>
                <p:cNvPr id="501" name="Ink 500">
                  <a:extLst>
                    <a:ext uri="{FF2B5EF4-FFF2-40B4-BE49-F238E27FC236}">
                      <a16:creationId xmlns:a16="http://schemas.microsoft.com/office/drawing/2014/main" id="{AD25FF4F-6B95-D9C1-4869-68DBDCD3FBE1}"/>
                    </a:ext>
                  </a:extLst>
                </p:cNvPr>
                <p:cNvPicPr/>
                <p:nvPr/>
              </p:nvPicPr>
              <p:blipFill>
                <a:blip r:embed="rId796"/>
                <a:stretch>
                  <a:fillRect/>
                </a:stretch>
              </p:blipFill>
              <p:spPr>
                <a:xfrm>
                  <a:off x="11539102" y="5193556"/>
                  <a:ext cx="155880" cy="28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7">
              <p14:nvContentPartPr>
                <p14:cNvPr id="502" name="Ink 501">
                  <a:extLst>
                    <a:ext uri="{FF2B5EF4-FFF2-40B4-BE49-F238E27FC236}">
                      <a16:creationId xmlns:a16="http://schemas.microsoft.com/office/drawing/2014/main" id="{D6FB0C5B-E948-849E-AB6A-A4C0CEA39667}"/>
                    </a:ext>
                  </a:extLst>
                </p14:cNvPr>
                <p14:cNvContentPartPr/>
                <p14:nvPr/>
              </p14:nvContentPartPr>
              <p14:xfrm>
                <a:off x="11800102" y="5237836"/>
                <a:ext cx="24480" cy="201240"/>
              </p14:xfrm>
            </p:contentPart>
          </mc:Choice>
          <mc:Fallback>
            <p:pic>
              <p:nvPicPr>
                <p:cNvPr id="502" name="Ink 501">
                  <a:extLst>
                    <a:ext uri="{FF2B5EF4-FFF2-40B4-BE49-F238E27FC236}">
                      <a16:creationId xmlns:a16="http://schemas.microsoft.com/office/drawing/2014/main" id="{D6FB0C5B-E948-849E-AB6A-A4C0CEA39667}"/>
                    </a:ext>
                  </a:extLst>
                </p:cNvPr>
                <p:cNvPicPr/>
                <p:nvPr/>
              </p:nvPicPr>
              <p:blipFill>
                <a:blip r:embed="rId798"/>
                <a:stretch>
                  <a:fillRect/>
                </a:stretch>
              </p:blipFill>
              <p:spPr>
                <a:xfrm>
                  <a:off x="11782462" y="5219836"/>
                  <a:ext cx="6012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9">
              <p14:nvContentPartPr>
                <p14:cNvPr id="503" name="Ink 502">
                  <a:extLst>
                    <a:ext uri="{FF2B5EF4-FFF2-40B4-BE49-F238E27FC236}">
                      <a16:creationId xmlns:a16="http://schemas.microsoft.com/office/drawing/2014/main" id="{DBA2CD92-400F-2645-3B45-D87D04FF2BA5}"/>
                    </a:ext>
                  </a:extLst>
                </p14:cNvPr>
                <p14:cNvContentPartPr/>
                <p14:nvPr/>
              </p14:nvContentPartPr>
              <p14:xfrm>
                <a:off x="11876062" y="5274556"/>
                <a:ext cx="133560" cy="183600"/>
              </p14:xfrm>
            </p:contentPart>
          </mc:Choice>
          <mc:Fallback>
            <p:pic>
              <p:nvPicPr>
                <p:cNvPr id="503" name="Ink 502">
                  <a:extLst>
                    <a:ext uri="{FF2B5EF4-FFF2-40B4-BE49-F238E27FC236}">
                      <a16:creationId xmlns:a16="http://schemas.microsoft.com/office/drawing/2014/main" id="{DBA2CD92-400F-2645-3B45-D87D04FF2BA5}"/>
                    </a:ext>
                  </a:extLst>
                </p:cNvPr>
                <p:cNvPicPr/>
                <p:nvPr/>
              </p:nvPicPr>
              <p:blipFill>
                <a:blip r:embed="rId800"/>
                <a:stretch>
                  <a:fillRect/>
                </a:stretch>
              </p:blipFill>
              <p:spPr>
                <a:xfrm>
                  <a:off x="11858422" y="5256556"/>
                  <a:ext cx="16920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1">
              <p14:nvContentPartPr>
                <p14:cNvPr id="504" name="Ink 503">
                  <a:extLst>
                    <a:ext uri="{FF2B5EF4-FFF2-40B4-BE49-F238E27FC236}">
                      <a16:creationId xmlns:a16="http://schemas.microsoft.com/office/drawing/2014/main" id="{751B499E-6DE7-AA32-1AEE-3AF6BC25B09B}"/>
                    </a:ext>
                  </a:extLst>
                </p14:cNvPr>
                <p14:cNvContentPartPr/>
                <p14:nvPr/>
              </p14:nvContentPartPr>
              <p14:xfrm>
                <a:off x="12009982" y="5270956"/>
                <a:ext cx="71640" cy="164880"/>
              </p14:xfrm>
            </p:contentPart>
          </mc:Choice>
          <mc:Fallback>
            <p:pic>
              <p:nvPicPr>
                <p:cNvPr id="504" name="Ink 503">
                  <a:extLst>
                    <a:ext uri="{FF2B5EF4-FFF2-40B4-BE49-F238E27FC236}">
                      <a16:creationId xmlns:a16="http://schemas.microsoft.com/office/drawing/2014/main" id="{751B499E-6DE7-AA32-1AEE-3AF6BC25B09B}"/>
                    </a:ext>
                  </a:extLst>
                </p:cNvPr>
                <p:cNvPicPr/>
                <p:nvPr/>
              </p:nvPicPr>
              <p:blipFill>
                <a:blip r:embed="rId802"/>
                <a:stretch>
                  <a:fillRect/>
                </a:stretch>
              </p:blipFill>
              <p:spPr>
                <a:xfrm>
                  <a:off x="11991982" y="5252956"/>
                  <a:ext cx="10728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3">
              <p14:nvContentPartPr>
                <p14:cNvPr id="505" name="Ink 504">
                  <a:extLst>
                    <a:ext uri="{FF2B5EF4-FFF2-40B4-BE49-F238E27FC236}">
                      <a16:creationId xmlns:a16="http://schemas.microsoft.com/office/drawing/2014/main" id="{D74D939C-E6A5-CE01-3AA6-168DD960BEC0}"/>
                    </a:ext>
                  </a:extLst>
                </p14:cNvPr>
                <p14:cNvContentPartPr/>
                <p14:nvPr/>
              </p14:nvContentPartPr>
              <p14:xfrm>
                <a:off x="12016822" y="5205076"/>
                <a:ext cx="187920" cy="45720"/>
              </p14:xfrm>
            </p:contentPart>
          </mc:Choice>
          <mc:Fallback>
            <p:pic>
              <p:nvPicPr>
                <p:cNvPr id="505" name="Ink 504">
                  <a:extLst>
                    <a:ext uri="{FF2B5EF4-FFF2-40B4-BE49-F238E27FC236}">
                      <a16:creationId xmlns:a16="http://schemas.microsoft.com/office/drawing/2014/main" id="{D74D939C-E6A5-CE01-3AA6-168DD960BEC0}"/>
                    </a:ext>
                  </a:extLst>
                </p:cNvPr>
                <p:cNvPicPr/>
                <p:nvPr/>
              </p:nvPicPr>
              <p:blipFill>
                <a:blip r:embed="rId804"/>
                <a:stretch>
                  <a:fillRect/>
                </a:stretch>
              </p:blipFill>
              <p:spPr>
                <a:xfrm>
                  <a:off x="11999182" y="5187076"/>
                  <a:ext cx="223560" cy="81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05">
            <p14:nvContentPartPr>
              <p14:cNvPr id="518" name="Ink 517">
                <a:extLst>
                  <a:ext uri="{FF2B5EF4-FFF2-40B4-BE49-F238E27FC236}">
                    <a16:creationId xmlns:a16="http://schemas.microsoft.com/office/drawing/2014/main" id="{2DEB3509-813F-1748-6B3D-C4F26B37800B}"/>
                  </a:ext>
                </a:extLst>
              </p14:cNvPr>
              <p14:cNvContentPartPr/>
              <p14:nvPr/>
            </p14:nvContentPartPr>
            <p14:xfrm>
              <a:off x="4132102" y="754036"/>
              <a:ext cx="274680" cy="717840"/>
            </p14:xfrm>
          </p:contentPart>
        </mc:Choice>
        <mc:Fallback>
          <p:pic>
            <p:nvPicPr>
              <p:cNvPr id="518" name="Ink 517">
                <a:extLst>
                  <a:ext uri="{FF2B5EF4-FFF2-40B4-BE49-F238E27FC236}">
                    <a16:creationId xmlns:a16="http://schemas.microsoft.com/office/drawing/2014/main" id="{2DEB3509-813F-1748-6B3D-C4F26B37800B}"/>
                  </a:ext>
                </a:extLst>
              </p:cNvPr>
              <p:cNvPicPr/>
              <p:nvPr/>
            </p:nvPicPr>
            <p:blipFill>
              <a:blip r:embed="rId806"/>
              <a:stretch>
                <a:fillRect/>
              </a:stretch>
            </p:blipFill>
            <p:spPr>
              <a:xfrm>
                <a:off x="4125982" y="747916"/>
                <a:ext cx="286920" cy="730080"/>
              </a:xfrm>
              <a:prstGeom prst="rect">
                <a:avLst/>
              </a:prstGeom>
            </p:spPr>
          </p:pic>
        </mc:Fallback>
      </mc:AlternateContent>
      <p:grpSp>
        <p:nvGrpSpPr>
          <p:cNvPr id="528" name="Group 527">
            <a:extLst>
              <a:ext uri="{FF2B5EF4-FFF2-40B4-BE49-F238E27FC236}">
                <a16:creationId xmlns:a16="http://schemas.microsoft.com/office/drawing/2014/main" id="{EAD2254E-743D-0874-094C-2D74FD1376BA}"/>
              </a:ext>
            </a:extLst>
          </p:cNvPr>
          <p:cNvGrpSpPr/>
          <p:nvPr/>
        </p:nvGrpSpPr>
        <p:grpSpPr>
          <a:xfrm>
            <a:off x="1682662" y="805156"/>
            <a:ext cx="1079640" cy="826560"/>
            <a:chOff x="1682662" y="805156"/>
            <a:chExt cx="1079640" cy="826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07">
              <p14:nvContentPartPr>
                <p14:cNvPr id="507" name="Ink 506">
                  <a:extLst>
                    <a:ext uri="{FF2B5EF4-FFF2-40B4-BE49-F238E27FC236}">
                      <a16:creationId xmlns:a16="http://schemas.microsoft.com/office/drawing/2014/main" id="{15384692-8DCD-B3FD-9986-80CAB27DC55C}"/>
                    </a:ext>
                  </a:extLst>
                </p14:cNvPr>
                <p14:cNvContentPartPr/>
                <p14:nvPr/>
              </p14:nvContentPartPr>
              <p14:xfrm>
                <a:off x="2376742" y="1009276"/>
                <a:ext cx="37080" cy="212760"/>
              </p14:xfrm>
            </p:contentPart>
          </mc:Choice>
          <mc:Fallback>
            <p:pic>
              <p:nvPicPr>
                <p:cNvPr id="507" name="Ink 506">
                  <a:extLst>
                    <a:ext uri="{FF2B5EF4-FFF2-40B4-BE49-F238E27FC236}">
                      <a16:creationId xmlns:a16="http://schemas.microsoft.com/office/drawing/2014/main" id="{15384692-8DCD-B3FD-9986-80CAB27DC55C}"/>
                    </a:ext>
                  </a:extLst>
                </p:cNvPr>
                <p:cNvPicPr/>
                <p:nvPr/>
              </p:nvPicPr>
              <p:blipFill>
                <a:blip r:embed="rId808"/>
                <a:stretch>
                  <a:fillRect/>
                </a:stretch>
              </p:blipFill>
              <p:spPr>
                <a:xfrm>
                  <a:off x="2370622" y="1003156"/>
                  <a:ext cx="4932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9">
              <p14:nvContentPartPr>
                <p14:cNvPr id="508" name="Ink 507">
                  <a:extLst>
                    <a:ext uri="{FF2B5EF4-FFF2-40B4-BE49-F238E27FC236}">
                      <a16:creationId xmlns:a16="http://schemas.microsoft.com/office/drawing/2014/main" id="{0F664BD5-A763-D75E-F4A2-F273B8C074CD}"/>
                    </a:ext>
                  </a:extLst>
                </p14:cNvPr>
                <p14:cNvContentPartPr/>
                <p14:nvPr/>
              </p14:nvContentPartPr>
              <p14:xfrm>
                <a:off x="2330662" y="1273516"/>
                <a:ext cx="129240" cy="212400"/>
              </p14:xfrm>
            </p:contentPart>
          </mc:Choice>
          <mc:Fallback>
            <p:pic>
              <p:nvPicPr>
                <p:cNvPr id="508" name="Ink 507">
                  <a:extLst>
                    <a:ext uri="{FF2B5EF4-FFF2-40B4-BE49-F238E27FC236}">
                      <a16:creationId xmlns:a16="http://schemas.microsoft.com/office/drawing/2014/main" id="{0F664BD5-A763-D75E-F4A2-F273B8C074CD}"/>
                    </a:ext>
                  </a:extLst>
                </p:cNvPr>
                <p:cNvPicPr/>
                <p:nvPr/>
              </p:nvPicPr>
              <p:blipFill>
                <a:blip r:embed="rId810"/>
                <a:stretch>
                  <a:fillRect/>
                </a:stretch>
              </p:blipFill>
              <p:spPr>
                <a:xfrm>
                  <a:off x="2324542" y="1267396"/>
                  <a:ext cx="14148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1">
              <p14:nvContentPartPr>
                <p14:cNvPr id="509" name="Ink 508">
                  <a:extLst>
                    <a:ext uri="{FF2B5EF4-FFF2-40B4-BE49-F238E27FC236}">
                      <a16:creationId xmlns:a16="http://schemas.microsoft.com/office/drawing/2014/main" id="{D83B1161-CF08-8CDD-DB2B-7771F65DB740}"/>
                    </a:ext>
                  </a:extLst>
                </p14:cNvPr>
                <p14:cNvContentPartPr/>
                <p14:nvPr/>
              </p14:nvContentPartPr>
              <p14:xfrm>
                <a:off x="2325982" y="1379356"/>
                <a:ext cx="111240" cy="60840"/>
              </p14:xfrm>
            </p:contentPart>
          </mc:Choice>
          <mc:Fallback>
            <p:pic>
              <p:nvPicPr>
                <p:cNvPr id="509" name="Ink 508">
                  <a:extLst>
                    <a:ext uri="{FF2B5EF4-FFF2-40B4-BE49-F238E27FC236}">
                      <a16:creationId xmlns:a16="http://schemas.microsoft.com/office/drawing/2014/main" id="{D83B1161-CF08-8CDD-DB2B-7771F65DB740}"/>
                    </a:ext>
                  </a:extLst>
                </p:cNvPr>
                <p:cNvPicPr/>
                <p:nvPr/>
              </p:nvPicPr>
              <p:blipFill>
                <a:blip r:embed="rId812"/>
                <a:stretch>
                  <a:fillRect/>
                </a:stretch>
              </p:blipFill>
              <p:spPr>
                <a:xfrm>
                  <a:off x="2319862" y="1373236"/>
                  <a:ext cx="12348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3">
              <p14:nvContentPartPr>
                <p14:cNvPr id="510" name="Ink 509">
                  <a:extLst>
                    <a:ext uri="{FF2B5EF4-FFF2-40B4-BE49-F238E27FC236}">
                      <a16:creationId xmlns:a16="http://schemas.microsoft.com/office/drawing/2014/main" id="{CA52C56F-5CA4-1001-A887-B4ED5E7C19FD}"/>
                    </a:ext>
                  </a:extLst>
                </p14:cNvPr>
                <p14:cNvContentPartPr/>
                <p14:nvPr/>
              </p14:nvContentPartPr>
              <p14:xfrm>
                <a:off x="2414542" y="1443076"/>
                <a:ext cx="120600" cy="188640"/>
              </p14:xfrm>
            </p:contentPart>
          </mc:Choice>
          <mc:Fallback>
            <p:pic>
              <p:nvPicPr>
                <p:cNvPr id="510" name="Ink 509">
                  <a:extLst>
                    <a:ext uri="{FF2B5EF4-FFF2-40B4-BE49-F238E27FC236}">
                      <a16:creationId xmlns:a16="http://schemas.microsoft.com/office/drawing/2014/main" id="{CA52C56F-5CA4-1001-A887-B4ED5E7C19FD}"/>
                    </a:ext>
                  </a:extLst>
                </p:cNvPr>
                <p:cNvPicPr/>
                <p:nvPr/>
              </p:nvPicPr>
              <p:blipFill>
                <a:blip r:embed="rId814"/>
                <a:stretch>
                  <a:fillRect/>
                </a:stretch>
              </p:blipFill>
              <p:spPr>
                <a:xfrm>
                  <a:off x="2408422" y="1436956"/>
                  <a:ext cx="13284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5">
              <p14:nvContentPartPr>
                <p14:cNvPr id="511" name="Ink 510">
                  <a:extLst>
                    <a:ext uri="{FF2B5EF4-FFF2-40B4-BE49-F238E27FC236}">
                      <a16:creationId xmlns:a16="http://schemas.microsoft.com/office/drawing/2014/main" id="{B7D15CD9-C061-A83B-FBFC-4F1956D6AA31}"/>
                    </a:ext>
                  </a:extLst>
                </p14:cNvPr>
                <p14:cNvContentPartPr/>
                <p14:nvPr/>
              </p14:nvContentPartPr>
              <p14:xfrm>
                <a:off x="2536942" y="1345156"/>
                <a:ext cx="93240" cy="50760"/>
              </p14:xfrm>
            </p:contentPart>
          </mc:Choice>
          <mc:Fallback>
            <p:pic>
              <p:nvPicPr>
                <p:cNvPr id="511" name="Ink 510">
                  <a:extLst>
                    <a:ext uri="{FF2B5EF4-FFF2-40B4-BE49-F238E27FC236}">
                      <a16:creationId xmlns:a16="http://schemas.microsoft.com/office/drawing/2014/main" id="{B7D15CD9-C061-A83B-FBFC-4F1956D6AA31}"/>
                    </a:ext>
                  </a:extLst>
                </p:cNvPr>
                <p:cNvPicPr/>
                <p:nvPr/>
              </p:nvPicPr>
              <p:blipFill>
                <a:blip r:embed="rId816"/>
                <a:stretch>
                  <a:fillRect/>
                </a:stretch>
              </p:blipFill>
              <p:spPr>
                <a:xfrm>
                  <a:off x="2530822" y="1339036"/>
                  <a:ext cx="10548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7">
              <p14:nvContentPartPr>
                <p14:cNvPr id="512" name="Ink 511">
                  <a:extLst>
                    <a:ext uri="{FF2B5EF4-FFF2-40B4-BE49-F238E27FC236}">
                      <a16:creationId xmlns:a16="http://schemas.microsoft.com/office/drawing/2014/main" id="{3502B266-FB52-A53F-160A-F487493891F0}"/>
                    </a:ext>
                  </a:extLst>
                </p14:cNvPr>
                <p14:cNvContentPartPr/>
                <p14:nvPr/>
              </p14:nvContentPartPr>
              <p14:xfrm>
                <a:off x="2560342" y="1403836"/>
                <a:ext cx="54000" cy="28800"/>
              </p14:xfrm>
            </p:contentPart>
          </mc:Choice>
          <mc:Fallback>
            <p:pic>
              <p:nvPicPr>
                <p:cNvPr id="512" name="Ink 511">
                  <a:extLst>
                    <a:ext uri="{FF2B5EF4-FFF2-40B4-BE49-F238E27FC236}">
                      <a16:creationId xmlns:a16="http://schemas.microsoft.com/office/drawing/2014/main" id="{3502B266-FB52-A53F-160A-F487493891F0}"/>
                    </a:ext>
                  </a:extLst>
                </p:cNvPr>
                <p:cNvPicPr/>
                <p:nvPr/>
              </p:nvPicPr>
              <p:blipFill>
                <a:blip r:embed="rId818"/>
                <a:stretch>
                  <a:fillRect/>
                </a:stretch>
              </p:blipFill>
              <p:spPr>
                <a:xfrm>
                  <a:off x="2554222" y="1397716"/>
                  <a:ext cx="6624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9">
              <p14:nvContentPartPr>
                <p14:cNvPr id="513" name="Ink 512">
                  <a:extLst>
                    <a:ext uri="{FF2B5EF4-FFF2-40B4-BE49-F238E27FC236}">
                      <a16:creationId xmlns:a16="http://schemas.microsoft.com/office/drawing/2014/main" id="{43D619A6-842B-FD51-308B-32D4A356D65D}"/>
                    </a:ext>
                  </a:extLst>
                </p14:cNvPr>
                <p14:cNvContentPartPr/>
                <p14:nvPr/>
              </p14:nvContentPartPr>
              <p14:xfrm>
                <a:off x="2624062" y="1332556"/>
                <a:ext cx="138240" cy="121320"/>
              </p14:xfrm>
            </p:contentPart>
          </mc:Choice>
          <mc:Fallback>
            <p:pic>
              <p:nvPicPr>
                <p:cNvPr id="513" name="Ink 512">
                  <a:extLst>
                    <a:ext uri="{FF2B5EF4-FFF2-40B4-BE49-F238E27FC236}">
                      <a16:creationId xmlns:a16="http://schemas.microsoft.com/office/drawing/2014/main" id="{43D619A6-842B-FD51-308B-32D4A356D65D}"/>
                    </a:ext>
                  </a:extLst>
                </p:cNvPr>
                <p:cNvPicPr/>
                <p:nvPr/>
              </p:nvPicPr>
              <p:blipFill>
                <a:blip r:embed="rId820"/>
                <a:stretch>
                  <a:fillRect/>
                </a:stretch>
              </p:blipFill>
              <p:spPr>
                <a:xfrm>
                  <a:off x="2617942" y="1326436"/>
                  <a:ext cx="15048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1">
              <p14:nvContentPartPr>
                <p14:cNvPr id="515" name="Ink 514">
                  <a:extLst>
                    <a:ext uri="{FF2B5EF4-FFF2-40B4-BE49-F238E27FC236}">
                      <a16:creationId xmlns:a16="http://schemas.microsoft.com/office/drawing/2014/main" id="{C827A2C6-B647-73C4-ED7D-4E68D16A137E}"/>
                    </a:ext>
                  </a:extLst>
                </p14:cNvPr>
                <p14:cNvContentPartPr/>
                <p14:nvPr/>
              </p14:nvContentPartPr>
              <p14:xfrm>
                <a:off x="2379622" y="878596"/>
                <a:ext cx="64080" cy="640800"/>
              </p14:xfrm>
            </p:contentPart>
          </mc:Choice>
          <mc:Fallback>
            <p:pic>
              <p:nvPicPr>
                <p:cNvPr id="515" name="Ink 514">
                  <a:extLst>
                    <a:ext uri="{FF2B5EF4-FFF2-40B4-BE49-F238E27FC236}">
                      <a16:creationId xmlns:a16="http://schemas.microsoft.com/office/drawing/2014/main" id="{C827A2C6-B647-73C4-ED7D-4E68D16A137E}"/>
                    </a:ext>
                  </a:extLst>
                </p:cNvPr>
                <p:cNvPicPr/>
                <p:nvPr/>
              </p:nvPicPr>
              <p:blipFill>
                <a:blip r:embed="rId822"/>
                <a:stretch>
                  <a:fillRect/>
                </a:stretch>
              </p:blipFill>
              <p:spPr>
                <a:xfrm>
                  <a:off x="2373502" y="872476"/>
                  <a:ext cx="76320" cy="65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3">
              <p14:nvContentPartPr>
                <p14:cNvPr id="516" name="Ink 515">
                  <a:extLst>
                    <a:ext uri="{FF2B5EF4-FFF2-40B4-BE49-F238E27FC236}">
                      <a16:creationId xmlns:a16="http://schemas.microsoft.com/office/drawing/2014/main" id="{025096FC-6171-1CD0-1984-8BC9FDFB9A1C}"/>
                    </a:ext>
                  </a:extLst>
                </p14:cNvPr>
                <p14:cNvContentPartPr/>
                <p14:nvPr/>
              </p14:nvContentPartPr>
              <p14:xfrm>
                <a:off x="2365942" y="805156"/>
                <a:ext cx="344160" cy="170280"/>
              </p14:xfrm>
            </p:contentPart>
          </mc:Choice>
          <mc:Fallback>
            <p:pic>
              <p:nvPicPr>
                <p:cNvPr id="516" name="Ink 515">
                  <a:extLst>
                    <a:ext uri="{FF2B5EF4-FFF2-40B4-BE49-F238E27FC236}">
                      <a16:creationId xmlns:a16="http://schemas.microsoft.com/office/drawing/2014/main" id="{025096FC-6171-1CD0-1984-8BC9FDFB9A1C}"/>
                    </a:ext>
                  </a:extLst>
                </p:cNvPr>
                <p:cNvPicPr/>
                <p:nvPr/>
              </p:nvPicPr>
              <p:blipFill>
                <a:blip r:embed="rId824"/>
                <a:stretch>
                  <a:fillRect/>
                </a:stretch>
              </p:blipFill>
              <p:spPr>
                <a:xfrm>
                  <a:off x="2359822" y="799036"/>
                  <a:ext cx="35640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5">
              <p14:nvContentPartPr>
                <p14:cNvPr id="517" name="Ink 516">
                  <a:extLst>
                    <a:ext uri="{FF2B5EF4-FFF2-40B4-BE49-F238E27FC236}">
                      <a16:creationId xmlns:a16="http://schemas.microsoft.com/office/drawing/2014/main" id="{9F152755-ABF9-9E5D-3CE8-A195B0DD6176}"/>
                    </a:ext>
                  </a:extLst>
                </p14:cNvPr>
                <p14:cNvContentPartPr/>
                <p14:nvPr/>
              </p14:nvContentPartPr>
              <p14:xfrm>
                <a:off x="2413822" y="1489516"/>
                <a:ext cx="195840" cy="32040"/>
              </p14:xfrm>
            </p:contentPart>
          </mc:Choice>
          <mc:Fallback>
            <p:pic>
              <p:nvPicPr>
                <p:cNvPr id="517" name="Ink 516">
                  <a:extLst>
                    <a:ext uri="{FF2B5EF4-FFF2-40B4-BE49-F238E27FC236}">
                      <a16:creationId xmlns:a16="http://schemas.microsoft.com/office/drawing/2014/main" id="{9F152755-ABF9-9E5D-3CE8-A195B0DD6176}"/>
                    </a:ext>
                  </a:extLst>
                </p:cNvPr>
                <p:cNvPicPr/>
                <p:nvPr/>
              </p:nvPicPr>
              <p:blipFill>
                <a:blip r:embed="rId826"/>
                <a:stretch>
                  <a:fillRect/>
                </a:stretch>
              </p:blipFill>
              <p:spPr>
                <a:xfrm>
                  <a:off x="2407702" y="1483396"/>
                  <a:ext cx="20808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7">
              <p14:nvContentPartPr>
                <p14:cNvPr id="520" name="Ink 519">
                  <a:extLst>
                    <a:ext uri="{FF2B5EF4-FFF2-40B4-BE49-F238E27FC236}">
                      <a16:creationId xmlns:a16="http://schemas.microsoft.com/office/drawing/2014/main" id="{FF06150C-DD56-153D-459E-7FF651362425}"/>
                    </a:ext>
                  </a:extLst>
                </p14:cNvPr>
                <p14:cNvContentPartPr/>
                <p14:nvPr/>
              </p14:nvContentPartPr>
              <p14:xfrm>
                <a:off x="1682662" y="1226716"/>
                <a:ext cx="90000" cy="283320"/>
              </p14:xfrm>
            </p:contentPart>
          </mc:Choice>
          <mc:Fallback>
            <p:pic>
              <p:nvPicPr>
                <p:cNvPr id="520" name="Ink 519">
                  <a:extLst>
                    <a:ext uri="{FF2B5EF4-FFF2-40B4-BE49-F238E27FC236}">
                      <a16:creationId xmlns:a16="http://schemas.microsoft.com/office/drawing/2014/main" id="{FF06150C-DD56-153D-459E-7FF651362425}"/>
                    </a:ext>
                  </a:extLst>
                </p:cNvPr>
                <p:cNvPicPr/>
                <p:nvPr/>
              </p:nvPicPr>
              <p:blipFill>
                <a:blip r:embed="rId828"/>
                <a:stretch>
                  <a:fillRect/>
                </a:stretch>
              </p:blipFill>
              <p:spPr>
                <a:xfrm>
                  <a:off x="1676542" y="1220596"/>
                  <a:ext cx="102240" cy="29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9">
              <p14:nvContentPartPr>
                <p14:cNvPr id="521" name="Ink 520">
                  <a:extLst>
                    <a:ext uri="{FF2B5EF4-FFF2-40B4-BE49-F238E27FC236}">
                      <a16:creationId xmlns:a16="http://schemas.microsoft.com/office/drawing/2014/main" id="{9FC1EE8F-E3A2-1170-A0E9-4DC28448EA08}"/>
                    </a:ext>
                  </a:extLst>
                </p14:cNvPr>
                <p14:cNvContentPartPr/>
                <p14:nvPr/>
              </p14:nvContentPartPr>
              <p14:xfrm>
                <a:off x="1830262" y="1246516"/>
                <a:ext cx="85320" cy="225360"/>
              </p14:xfrm>
            </p:contentPart>
          </mc:Choice>
          <mc:Fallback>
            <p:pic>
              <p:nvPicPr>
                <p:cNvPr id="521" name="Ink 520">
                  <a:extLst>
                    <a:ext uri="{FF2B5EF4-FFF2-40B4-BE49-F238E27FC236}">
                      <a16:creationId xmlns:a16="http://schemas.microsoft.com/office/drawing/2014/main" id="{9FC1EE8F-E3A2-1170-A0E9-4DC28448EA08}"/>
                    </a:ext>
                  </a:extLst>
                </p:cNvPr>
                <p:cNvPicPr/>
                <p:nvPr/>
              </p:nvPicPr>
              <p:blipFill>
                <a:blip r:embed="rId830"/>
                <a:stretch>
                  <a:fillRect/>
                </a:stretch>
              </p:blipFill>
              <p:spPr>
                <a:xfrm>
                  <a:off x="1824142" y="1240396"/>
                  <a:ext cx="9756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1">
              <p14:nvContentPartPr>
                <p14:cNvPr id="522" name="Ink 521">
                  <a:extLst>
                    <a:ext uri="{FF2B5EF4-FFF2-40B4-BE49-F238E27FC236}">
                      <a16:creationId xmlns:a16="http://schemas.microsoft.com/office/drawing/2014/main" id="{261FA0E1-ED60-9556-9071-D440B22576B9}"/>
                    </a:ext>
                  </a:extLst>
                </p14:cNvPr>
                <p14:cNvContentPartPr/>
                <p14:nvPr/>
              </p14:nvContentPartPr>
              <p14:xfrm>
                <a:off x="1963462" y="1263436"/>
                <a:ext cx="70920" cy="163080"/>
              </p14:xfrm>
            </p:contentPart>
          </mc:Choice>
          <mc:Fallback>
            <p:pic>
              <p:nvPicPr>
                <p:cNvPr id="522" name="Ink 521">
                  <a:extLst>
                    <a:ext uri="{FF2B5EF4-FFF2-40B4-BE49-F238E27FC236}">
                      <a16:creationId xmlns:a16="http://schemas.microsoft.com/office/drawing/2014/main" id="{261FA0E1-ED60-9556-9071-D440B22576B9}"/>
                    </a:ext>
                  </a:extLst>
                </p:cNvPr>
                <p:cNvPicPr/>
                <p:nvPr/>
              </p:nvPicPr>
              <p:blipFill>
                <a:blip r:embed="rId832"/>
                <a:stretch>
                  <a:fillRect/>
                </a:stretch>
              </p:blipFill>
              <p:spPr>
                <a:xfrm>
                  <a:off x="1957342" y="1257316"/>
                  <a:ext cx="8316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3">
              <p14:nvContentPartPr>
                <p14:cNvPr id="523" name="Ink 522">
                  <a:extLst>
                    <a:ext uri="{FF2B5EF4-FFF2-40B4-BE49-F238E27FC236}">
                      <a16:creationId xmlns:a16="http://schemas.microsoft.com/office/drawing/2014/main" id="{FE2FAC7D-4775-844F-C20E-FF8607C97F28}"/>
                    </a:ext>
                  </a:extLst>
                </p14:cNvPr>
                <p14:cNvContentPartPr/>
                <p14:nvPr/>
              </p14:nvContentPartPr>
              <p14:xfrm>
                <a:off x="2087302" y="1234636"/>
                <a:ext cx="79200" cy="138960"/>
              </p14:xfrm>
            </p:contentPart>
          </mc:Choice>
          <mc:Fallback>
            <p:pic>
              <p:nvPicPr>
                <p:cNvPr id="523" name="Ink 522">
                  <a:extLst>
                    <a:ext uri="{FF2B5EF4-FFF2-40B4-BE49-F238E27FC236}">
                      <a16:creationId xmlns:a16="http://schemas.microsoft.com/office/drawing/2014/main" id="{FE2FAC7D-4775-844F-C20E-FF8607C97F28}"/>
                    </a:ext>
                  </a:extLst>
                </p:cNvPr>
                <p:cNvPicPr/>
                <p:nvPr/>
              </p:nvPicPr>
              <p:blipFill>
                <a:blip r:embed="rId834"/>
                <a:stretch>
                  <a:fillRect/>
                </a:stretch>
              </p:blipFill>
              <p:spPr>
                <a:xfrm>
                  <a:off x="2081182" y="1228516"/>
                  <a:ext cx="9144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5">
              <p14:nvContentPartPr>
                <p14:cNvPr id="525" name="Ink 524">
                  <a:extLst>
                    <a:ext uri="{FF2B5EF4-FFF2-40B4-BE49-F238E27FC236}">
                      <a16:creationId xmlns:a16="http://schemas.microsoft.com/office/drawing/2014/main" id="{253600A5-A59C-68F8-3986-89566FCEA72A}"/>
                    </a:ext>
                  </a:extLst>
                </p14:cNvPr>
                <p14:cNvContentPartPr/>
                <p14:nvPr/>
              </p14:nvContentPartPr>
              <p14:xfrm>
                <a:off x="2175142" y="1247236"/>
                <a:ext cx="42480" cy="219240"/>
              </p14:xfrm>
            </p:contentPart>
          </mc:Choice>
          <mc:Fallback>
            <p:pic>
              <p:nvPicPr>
                <p:cNvPr id="525" name="Ink 524">
                  <a:extLst>
                    <a:ext uri="{FF2B5EF4-FFF2-40B4-BE49-F238E27FC236}">
                      <a16:creationId xmlns:a16="http://schemas.microsoft.com/office/drawing/2014/main" id="{253600A5-A59C-68F8-3986-89566FCEA72A}"/>
                    </a:ext>
                  </a:extLst>
                </p:cNvPr>
                <p:cNvPicPr/>
                <p:nvPr/>
              </p:nvPicPr>
              <p:blipFill>
                <a:blip r:embed="rId836"/>
                <a:stretch>
                  <a:fillRect/>
                </a:stretch>
              </p:blipFill>
              <p:spPr>
                <a:xfrm>
                  <a:off x="2169022" y="1241116"/>
                  <a:ext cx="5472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7">
              <p14:nvContentPartPr>
                <p14:cNvPr id="526" name="Ink 525">
                  <a:extLst>
                    <a:ext uri="{FF2B5EF4-FFF2-40B4-BE49-F238E27FC236}">
                      <a16:creationId xmlns:a16="http://schemas.microsoft.com/office/drawing/2014/main" id="{5C273C4D-89B4-7871-D6F5-3486863F5179}"/>
                    </a:ext>
                  </a:extLst>
                </p14:cNvPr>
                <p14:cNvContentPartPr/>
                <p14:nvPr/>
              </p14:nvContentPartPr>
              <p14:xfrm>
                <a:off x="2306542" y="1240396"/>
                <a:ext cx="25920" cy="147960"/>
              </p14:xfrm>
            </p:contentPart>
          </mc:Choice>
          <mc:Fallback>
            <p:pic>
              <p:nvPicPr>
                <p:cNvPr id="526" name="Ink 525">
                  <a:extLst>
                    <a:ext uri="{FF2B5EF4-FFF2-40B4-BE49-F238E27FC236}">
                      <a16:creationId xmlns:a16="http://schemas.microsoft.com/office/drawing/2014/main" id="{5C273C4D-89B4-7871-D6F5-3486863F5179}"/>
                    </a:ext>
                  </a:extLst>
                </p:cNvPr>
                <p:cNvPicPr/>
                <p:nvPr/>
              </p:nvPicPr>
              <p:blipFill>
                <a:blip r:embed="rId838"/>
                <a:stretch>
                  <a:fillRect/>
                </a:stretch>
              </p:blipFill>
              <p:spPr>
                <a:xfrm>
                  <a:off x="2300422" y="1234276"/>
                  <a:ext cx="3816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9">
              <p14:nvContentPartPr>
                <p14:cNvPr id="527" name="Ink 526">
                  <a:extLst>
                    <a:ext uri="{FF2B5EF4-FFF2-40B4-BE49-F238E27FC236}">
                      <a16:creationId xmlns:a16="http://schemas.microsoft.com/office/drawing/2014/main" id="{E600D6FC-780F-8611-6985-5F063D493275}"/>
                    </a:ext>
                  </a:extLst>
                </p14:cNvPr>
                <p14:cNvContentPartPr/>
                <p14:nvPr/>
              </p14:nvContentPartPr>
              <p14:xfrm>
                <a:off x="2326702" y="1310596"/>
                <a:ext cx="68400" cy="105120"/>
              </p14:xfrm>
            </p:contentPart>
          </mc:Choice>
          <mc:Fallback>
            <p:pic>
              <p:nvPicPr>
                <p:cNvPr id="527" name="Ink 526">
                  <a:extLst>
                    <a:ext uri="{FF2B5EF4-FFF2-40B4-BE49-F238E27FC236}">
                      <a16:creationId xmlns:a16="http://schemas.microsoft.com/office/drawing/2014/main" id="{E600D6FC-780F-8611-6985-5F063D493275}"/>
                    </a:ext>
                  </a:extLst>
                </p:cNvPr>
                <p:cNvPicPr/>
                <p:nvPr/>
              </p:nvPicPr>
              <p:blipFill>
                <a:blip r:embed="rId840"/>
                <a:stretch>
                  <a:fillRect/>
                </a:stretch>
              </p:blipFill>
              <p:spPr>
                <a:xfrm>
                  <a:off x="2320582" y="1304476"/>
                  <a:ext cx="80640" cy="1173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1553418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accent4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23FD6-9B49-4A1E-845D-863A980607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4"/>
            <a:ext cx="10913828" cy="4447955"/>
          </a:xfrm>
        </p:spPr>
        <p:txBody>
          <a:bodyPr/>
          <a:lstStyle/>
          <a:p>
            <a:r>
              <a:rPr lang="en-US" dirty="0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In the limit of large </a:t>
            </a:r>
            <a:r>
              <a:rPr lang="en-US" i="1" dirty="0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N</a:t>
            </a:r>
            <a:r>
              <a:rPr lang="en-US" dirty="0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, the ratio of successive Fibonacci numbers approaches the </a:t>
            </a:r>
            <a:r>
              <a:rPr lang="en-US" dirty="0">
                <a:latin typeface="TeXGyrePagella-Italic" panose="02000603020200000004" pitchFamily="50" charset="0"/>
                <a:ea typeface="TeXGyrePagella-Italic" panose="02000603020200000004" pitchFamily="50" charset="0"/>
                <a:cs typeface="TeXGyrePagella-Italic" panose="02000603020200000004" pitchFamily="50" charset="0"/>
              </a:rPr>
              <a:t>Golden Ratio</a:t>
            </a:r>
            <a:r>
              <a:rPr lang="en-US" dirty="0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, so </a:t>
            </a:r>
            <a:r>
              <a:rPr lang="el-GR" i="1" dirty="0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φ</a:t>
            </a:r>
            <a:r>
              <a:rPr lang="en-US" dirty="0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 can be used to perform approximate Fibonacci search</a:t>
            </a:r>
            <a:endParaRPr lang="el-GR" dirty="0">
              <a:latin typeface="TeXGyrePagella-Regular" panose="02000603020200000003" pitchFamily="50" charset="0"/>
              <a:ea typeface="TeXGyrePagella-Regular" panose="02000603020200000003" pitchFamily="50" charset="0"/>
              <a:cs typeface="TeXGyrePagella-Regular" panose="02000603020200000003" pitchFamily="50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07C908-94D9-4783-B0D6-485618B17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0" i="1" u="none" strike="noStrike" baseline="0" dirty="0">
                <a:latin typeface="TeXGyrePagella-Italic" panose="02000603020200000004" pitchFamily="50" charset="0"/>
              </a:rPr>
              <a:t>Golden Section Search</a:t>
            </a:r>
            <a:endParaRPr lang="en-US" b="0" i="0" u="none" strike="noStrike" baseline="0" dirty="0">
              <a:latin typeface="TeXGyrePagella-Regular" panose="02000603020200000003" pitchFamily="50" charset="0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283E2903-454A-4FDE-92E8-B2AEC4ED9C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86224" y="3086442"/>
            <a:ext cx="4856921" cy="3413499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A0752138-6C28-4B0A-8531-1404D9350C1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4869" r="51906" b="81565"/>
          <a:stretch/>
        </p:blipFill>
        <p:spPr>
          <a:xfrm>
            <a:off x="-1313071" y="1900362"/>
            <a:ext cx="5686290" cy="5077708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EAC70C1-3514-4140-BE42-005B63146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A2B03-C065-430E-988D-44590E20A90E}" type="slidenum">
              <a:rPr lang="en-US" smtClean="0"/>
              <a:t>15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C4B937D-3CFA-A479-54EA-3E8475BDB033}"/>
                  </a:ext>
                </a:extLst>
              </p14:cNvPr>
              <p14:cNvContentPartPr/>
              <p14:nvPr/>
            </p14:nvContentPartPr>
            <p14:xfrm>
              <a:off x="6440422" y="6325756"/>
              <a:ext cx="574920" cy="1623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C4B937D-3CFA-A479-54EA-3E8475BDB03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434302" y="6319636"/>
                <a:ext cx="587160" cy="17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488A456D-5AE4-4AF0-CCEC-0E0C22DD7F1A}"/>
                  </a:ext>
                </a:extLst>
              </p14:cNvPr>
              <p14:cNvContentPartPr/>
              <p14:nvPr/>
            </p14:nvContentPartPr>
            <p14:xfrm>
              <a:off x="9498622" y="5731756"/>
              <a:ext cx="21240" cy="3636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488A456D-5AE4-4AF0-CCEC-0E0C22DD7F1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492502" y="5725636"/>
                <a:ext cx="33480" cy="48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5" name="Group 14">
            <a:extLst>
              <a:ext uri="{FF2B5EF4-FFF2-40B4-BE49-F238E27FC236}">
                <a16:creationId xmlns:a16="http://schemas.microsoft.com/office/drawing/2014/main" id="{70209E41-4381-DF13-897E-497D65BCFC24}"/>
              </a:ext>
            </a:extLst>
          </p:cNvPr>
          <p:cNvGrpSpPr/>
          <p:nvPr/>
        </p:nvGrpSpPr>
        <p:grpSpPr>
          <a:xfrm>
            <a:off x="9196582" y="5867116"/>
            <a:ext cx="811440" cy="708480"/>
            <a:chOff x="9196582" y="5867116"/>
            <a:chExt cx="811440" cy="708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1E2A230D-CF0A-33F3-F177-A1F828E16231}"/>
                    </a:ext>
                  </a:extLst>
                </p14:cNvPr>
                <p14:cNvContentPartPr/>
                <p14:nvPr/>
              </p14:nvContentPartPr>
              <p14:xfrm>
                <a:off x="9423022" y="5986276"/>
                <a:ext cx="360" cy="3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1E2A230D-CF0A-33F3-F177-A1F828E1623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9416902" y="5980156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18B0A743-B20E-FDD2-BD7F-52AD08AD3ED0}"/>
                    </a:ext>
                  </a:extLst>
                </p14:cNvPr>
                <p14:cNvContentPartPr/>
                <p14:nvPr/>
              </p14:nvContentPartPr>
              <p14:xfrm>
                <a:off x="9431662" y="5867116"/>
                <a:ext cx="28440" cy="2098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18B0A743-B20E-FDD2-BD7F-52AD08AD3ED0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425542" y="5860996"/>
                  <a:ext cx="4068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ED62B7CE-F01A-E35C-6DCE-D63946D282E2}"/>
                    </a:ext>
                  </a:extLst>
                </p14:cNvPr>
                <p14:cNvContentPartPr/>
                <p14:nvPr/>
              </p14:nvContentPartPr>
              <p14:xfrm>
                <a:off x="9524902" y="5963956"/>
                <a:ext cx="61560" cy="1285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ED62B7CE-F01A-E35C-6DCE-D63946D282E2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9518782" y="5957836"/>
                  <a:ext cx="7380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BC39D4D5-A218-D75D-4BD3-B05DDC5CA37E}"/>
                    </a:ext>
                  </a:extLst>
                </p14:cNvPr>
                <p14:cNvContentPartPr/>
                <p14:nvPr/>
              </p14:nvContentPartPr>
              <p14:xfrm>
                <a:off x="9196582" y="6094996"/>
                <a:ext cx="811440" cy="1011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BC39D4D5-A218-D75D-4BD3-B05DDC5CA37E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9190462" y="6088876"/>
                  <a:ext cx="82368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45089585-12A3-F674-6B3A-81019672C15C}"/>
                    </a:ext>
                  </a:extLst>
                </p14:cNvPr>
                <p14:cNvContentPartPr/>
                <p14:nvPr/>
              </p14:nvContentPartPr>
              <p14:xfrm>
                <a:off x="9370462" y="6296236"/>
                <a:ext cx="163800" cy="2793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45089585-12A3-F674-6B3A-81019672C15C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9364342" y="6290116"/>
                  <a:ext cx="176040" cy="29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9631535F-CD7C-46EE-75EE-2653F3E40331}"/>
                    </a:ext>
                  </a:extLst>
                </p14:cNvPr>
                <p14:cNvContentPartPr/>
                <p14:nvPr/>
              </p14:nvContentPartPr>
              <p14:xfrm>
                <a:off x="9614542" y="6255196"/>
                <a:ext cx="74160" cy="1522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9631535F-CD7C-46EE-75EE-2653F3E40331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608422" y="6249076"/>
                  <a:ext cx="86400" cy="164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3D20DE08-E628-9382-71FD-A327F5E8707A}"/>
              </a:ext>
            </a:extLst>
          </p:cNvPr>
          <p:cNvGrpSpPr/>
          <p:nvPr/>
        </p:nvGrpSpPr>
        <p:grpSpPr>
          <a:xfrm>
            <a:off x="11306182" y="3032116"/>
            <a:ext cx="748080" cy="485640"/>
            <a:chOff x="11306182" y="3032116"/>
            <a:chExt cx="748080" cy="485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00554511-32F7-CCF2-DA80-7028D1AA42F5}"/>
                    </a:ext>
                  </a:extLst>
                </p14:cNvPr>
                <p14:cNvContentPartPr/>
                <p14:nvPr/>
              </p14:nvContentPartPr>
              <p14:xfrm>
                <a:off x="11306182" y="3241636"/>
                <a:ext cx="97200" cy="147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00554511-32F7-CCF2-DA80-7028D1AA42F5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1300062" y="3235516"/>
                  <a:ext cx="10944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48266449-3354-489F-5192-FA839D4F2A22}"/>
                    </a:ext>
                  </a:extLst>
                </p14:cNvPr>
                <p14:cNvContentPartPr/>
                <p14:nvPr/>
              </p14:nvContentPartPr>
              <p14:xfrm>
                <a:off x="11343622" y="3293116"/>
                <a:ext cx="96480" cy="1512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48266449-3354-489F-5192-FA839D4F2A22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1337502" y="3286996"/>
                  <a:ext cx="10872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E4C5726C-5472-A841-C2D8-FDC52BFCC87F}"/>
                    </a:ext>
                  </a:extLst>
                </p14:cNvPr>
                <p14:cNvContentPartPr/>
                <p14:nvPr/>
              </p14:nvContentPartPr>
              <p14:xfrm>
                <a:off x="11552782" y="3165316"/>
                <a:ext cx="23040" cy="2019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E4C5726C-5472-A841-C2D8-FDC52BFCC87F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1546662" y="3159196"/>
                  <a:ext cx="3528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688BD92C-2F6B-B4F0-CBE4-535173F5002D}"/>
                    </a:ext>
                  </a:extLst>
                </p14:cNvPr>
                <p14:cNvContentPartPr/>
                <p14:nvPr/>
              </p14:nvContentPartPr>
              <p14:xfrm>
                <a:off x="11608582" y="3050836"/>
                <a:ext cx="10440" cy="3240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688BD92C-2F6B-B4F0-CBE4-535173F5002D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1602462" y="3044716"/>
                  <a:ext cx="2268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821CACFD-F65C-B2ED-855B-FCA1DC05E722}"/>
                    </a:ext>
                  </a:extLst>
                </p14:cNvPr>
                <p14:cNvContentPartPr/>
                <p14:nvPr/>
              </p14:nvContentPartPr>
              <p14:xfrm>
                <a:off x="11608942" y="3313996"/>
                <a:ext cx="78120" cy="1238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821CACFD-F65C-B2ED-855B-FCA1DC05E722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1602822" y="3307876"/>
                  <a:ext cx="9036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A73844A9-F2BC-A088-86C1-55E9005A8547}"/>
                    </a:ext>
                  </a:extLst>
                </p14:cNvPr>
                <p14:cNvContentPartPr/>
                <p14:nvPr/>
              </p14:nvContentPartPr>
              <p14:xfrm>
                <a:off x="11664742" y="3290596"/>
                <a:ext cx="67320" cy="255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A73844A9-F2BC-A088-86C1-55E9005A8547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1658622" y="3284476"/>
                  <a:ext cx="7956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6D3284B7-BE22-3FC1-19D3-CC2603FD99B1}"/>
                    </a:ext>
                  </a:extLst>
                </p14:cNvPr>
                <p14:cNvContentPartPr/>
                <p14:nvPr/>
              </p14:nvContentPartPr>
              <p14:xfrm>
                <a:off x="11794342" y="3264316"/>
                <a:ext cx="14040" cy="86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6D3284B7-BE22-3FC1-19D3-CC2603FD99B1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1788222" y="3258196"/>
                  <a:ext cx="2628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1947A585-3AD2-9C98-751B-C7D53006C49E}"/>
                    </a:ext>
                  </a:extLst>
                </p14:cNvPr>
                <p14:cNvContentPartPr/>
                <p14:nvPr/>
              </p14:nvContentPartPr>
              <p14:xfrm>
                <a:off x="11820982" y="3171796"/>
                <a:ext cx="141120" cy="3459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1947A585-3AD2-9C98-751B-C7D53006C49E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1814862" y="3165676"/>
                  <a:ext cx="153360" cy="35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6D6357AD-708B-0939-55E5-CF6882E43EBF}"/>
                    </a:ext>
                  </a:extLst>
                </p14:cNvPr>
                <p14:cNvContentPartPr/>
                <p14:nvPr/>
              </p14:nvContentPartPr>
              <p14:xfrm>
                <a:off x="11984422" y="3032116"/>
                <a:ext cx="69840" cy="23220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6D6357AD-708B-0939-55E5-CF6882E43EBF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1978302" y="3025996"/>
                  <a:ext cx="82080" cy="2444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9262746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4B62196-ED82-458A-E4CD-BEC27291F4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866310"/>
            <a:ext cx="10905066" cy="5125378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1122667-72FA-93F4-1C0D-87A54689C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17B94AB-8D80-4C43-803C-5BFB4A6765FB}" type="slidenum">
              <a:rPr lang="en-US" smtClean="0"/>
              <a:pPr>
                <a:spcAft>
                  <a:spcPts val="600"/>
                </a:spcAft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7022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accent4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C908-94D9-4783-B0D6-485618B17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i="1" dirty="0">
                <a:latin typeface="TeXGyrePagella-Italic" panose="02000603020200000004" pitchFamily="50" charset="0"/>
              </a:rPr>
              <a:t>Fibonacci/</a:t>
            </a:r>
            <a:r>
              <a:rPr lang="en-US" b="0" i="1" u="none" strike="noStrike" baseline="0" dirty="0">
                <a:latin typeface="TeXGyrePagella-Italic" panose="02000603020200000004" pitchFamily="50" charset="0"/>
              </a:rPr>
              <a:t>Golden Section Search Comparison</a:t>
            </a:r>
            <a:endParaRPr lang="en-US" b="0" i="0" u="none" strike="noStrike" baseline="0" dirty="0">
              <a:latin typeface="TeXGyrePagella-Regular" panose="02000603020200000003" pitchFamily="50" charset="0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CF053D98-A074-42B5-807A-2A444A324A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8501" y="1554314"/>
            <a:ext cx="10140688" cy="4464795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5B564EB-04D2-4A95-B6DC-902C58A25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B94AB-8D80-4C43-803C-5BFB4A6765FB}" type="slidenum">
              <a:rPr lang="en-US" smtClean="0"/>
              <a:t>17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9F73ADA-3F2C-6A0B-09FE-4D9425714560}"/>
                  </a:ext>
                </a:extLst>
              </p14:cNvPr>
              <p14:cNvContentPartPr/>
              <p14:nvPr/>
            </p14:nvContentPartPr>
            <p14:xfrm>
              <a:off x="9865822" y="5256196"/>
              <a:ext cx="275400" cy="2120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9F73ADA-3F2C-6A0B-09FE-4D942571456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812182" y="5148556"/>
                <a:ext cx="383040" cy="427680"/>
              </a:xfrm>
              <a:prstGeom prst="rect">
                <a:avLst/>
              </a:prstGeom>
            </p:spPr>
          </p:pic>
        </mc:Fallback>
      </mc:AlternateContent>
      <p:grpSp>
        <p:nvGrpSpPr>
          <p:cNvPr id="10" name="Group 9">
            <a:extLst>
              <a:ext uri="{FF2B5EF4-FFF2-40B4-BE49-F238E27FC236}">
                <a16:creationId xmlns:a16="http://schemas.microsoft.com/office/drawing/2014/main" id="{F83A183D-ED5D-738F-BDA5-F89D0D88E74C}"/>
              </a:ext>
            </a:extLst>
          </p:cNvPr>
          <p:cNvGrpSpPr/>
          <p:nvPr/>
        </p:nvGrpSpPr>
        <p:grpSpPr>
          <a:xfrm>
            <a:off x="1815502" y="3430636"/>
            <a:ext cx="1566000" cy="406800"/>
            <a:chOff x="1815502" y="3430636"/>
            <a:chExt cx="1566000" cy="406800"/>
          </a:xfrm>
        </p:grpSpPr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E9DCD81A-7E09-48C2-91F2-989AB7616AE9}"/>
                    </a:ext>
                  </a:extLst>
                </p14:cNvPr>
                <p14:cNvContentPartPr/>
                <p14:nvPr/>
              </p14:nvContentPartPr>
              <p14:xfrm>
                <a:off x="1817302" y="3486796"/>
                <a:ext cx="1111680" cy="24588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E9DCD81A-7E09-48C2-91F2-989AB7616AE9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784182" y="3434236"/>
                  <a:ext cx="1177920" cy="35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C1B2164D-2B8D-0C31-CB9C-817BCF14C343}"/>
                    </a:ext>
                  </a:extLst>
                </p14:cNvPr>
                <p14:cNvContentPartPr/>
                <p14:nvPr/>
              </p14:nvContentPartPr>
              <p14:xfrm>
                <a:off x="3309142" y="3717916"/>
                <a:ext cx="72360" cy="309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C1B2164D-2B8D-0C31-CB9C-817BCF14C34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304822" y="3713596"/>
                  <a:ext cx="8100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A60B7179-20A6-FDF7-334E-C25E2B8C9507}"/>
                    </a:ext>
                  </a:extLst>
                </p14:cNvPr>
                <p14:cNvContentPartPr/>
                <p14:nvPr/>
              </p14:nvContentPartPr>
              <p14:xfrm>
                <a:off x="1815502" y="3430636"/>
                <a:ext cx="1184760" cy="40680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A60B7179-20A6-FDF7-334E-C25E2B8C9507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811182" y="3426316"/>
                  <a:ext cx="1193400" cy="415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10536656-B60C-A34F-90E3-7F79360AB242}"/>
              </a:ext>
            </a:extLst>
          </p:cNvPr>
          <p:cNvGrpSpPr/>
          <p:nvPr/>
        </p:nvGrpSpPr>
        <p:grpSpPr>
          <a:xfrm>
            <a:off x="6203542" y="2997916"/>
            <a:ext cx="406080" cy="384840"/>
            <a:chOff x="6203542" y="2997916"/>
            <a:chExt cx="406080" cy="384840"/>
          </a:xfrm>
        </p:grpSpPr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325AA2CA-61F2-2838-9703-B09E6B92EA1B}"/>
                    </a:ext>
                  </a:extLst>
                </p14:cNvPr>
                <p14:cNvContentPartPr/>
                <p14:nvPr/>
              </p14:nvContentPartPr>
              <p14:xfrm>
                <a:off x="6203542" y="2997916"/>
                <a:ext cx="406080" cy="30240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325AA2CA-61F2-2838-9703-B09E6B92EA1B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199222" y="2993596"/>
                  <a:ext cx="414720" cy="31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6449FAB1-F27A-023B-3882-EAF1C984FD3D}"/>
                    </a:ext>
                  </a:extLst>
                </p14:cNvPr>
                <p14:cNvContentPartPr/>
                <p14:nvPr/>
              </p14:nvContentPartPr>
              <p14:xfrm>
                <a:off x="6280222" y="3154876"/>
                <a:ext cx="237240" cy="1692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6449FAB1-F27A-023B-3882-EAF1C984FD3D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275902" y="3150556"/>
                  <a:ext cx="24588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2A937C6-10F5-C0A3-90A3-7B98F1A898B4}"/>
                    </a:ext>
                  </a:extLst>
                </p14:cNvPr>
                <p14:cNvContentPartPr/>
                <p14:nvPr/>
              </p14:nvContentPartPr>
              <p14:xfrm>
                <a:off x="6271582" y="3244156"/>
                <a:ext cx="295920" cy="1386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2A937C6-10F5-C0A3-90A3-7B98F1A898B4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267262" y="3239836"/>
                  <a:ext cx="30456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CF4C5928-F500-F785-31BD-199E21D596BB}"/>
                    </a:ext>
                  </a:extLst>
                </p14:cNvPr>
                <p14:cNvContentPartPr/>
                <p14:nvPr/>
              </p14:nvContentPartPr>
              <p14:xfrm>
                <a:off x="6455182" y="3341356"/>
                <a:ext cx="84240" cy="3312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CF4C5928-F500-F785-31BD-199E21D596BB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450862" y="3337036"/>
                  <a:ext cx="92880" cy="41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C2817774-EB5D-6A7C-8D70-56600E60283B}"/>
              </a:ext>
            </a:extLst>
          </p:cNvPr>
          <p:cNvGrpSpPr/>
          <p:nvPr/>
        </p:nvGrpSpPr>
        <p:grpSpPr>
          <a:xfrm>
            <a:off x="4203382" y="2736196"/>
            <a:ext cx="688320" cy="809280"/>
            <a:chOff x="4203382" y="2736196"/>
            <a:chExt cx="688320" cy="809280"/>
          </a:xfrm>
        </p:grpSpPr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557CCF52-4DBD-B9AD-F071-8A79C6B74AD7}"/>
                    </a:ext>
                  </a:extLst>
                </p14:cNvPr>
                <p14:cNvContentPartPr/>
                <p14:nvPr/>
              </p14:nvContentPartPr>
              <p14:xfrm>
                <a:off x="4469422" y="2740876"/>
                <a:ext cx="20160" cy="11808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557CCF52-4DBD-B9AD-F071-8A79C6B74AD7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465102" y="2736556"/>
                  <a:ext cx="2880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3037344F-B787-A7DD-55B9-BF1879AC0D70}"/>
                    </a:ext>
                  </a:extLst>
                </p14:cNvPr>
                <p14:cNvContentPartPr/>
                <p14:nvPr/>
              </p14:nvContentPartPr>
              <p14:xfrm>
                <a:off x="4475902" y="3425956"/>
                <a:ext cx="1440" cy="1368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3037344F-B787-A7DD-55B9-BF1879AC0D70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471582" y="3421636"/>
                  <a:ext cx="1008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2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1855DEE8-EB1D-B605-A713-04B30703E2A9}"/>
                    </a:ext>
                  </a:extLst>
                </p14:cNvPr>
                <p14:cNvContentPartPr/>
                <p14:nvPr/>
              </p14:nvContentPartPr>
              <p14:xfrm>
                <a:off x="4508302" y="2736196"/>
                <a:ext cx="383400" cy="1555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1855DEE8-EB1D-B605-A713-04B30703E2A9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503982" y="2731876"/>
                  <a:ext cx="39204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2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5F9A5A9A-B300-9DAB-1CC0-108510BE3DC2}"/>
                    </a:ext>
                  </a:extLst>
                </p14:cNvPr>
                <p14:cNvContentPartPr/>
                <p14:nvPr/>
              </p14:nvContentPartPr>
              <p14:xfrm>
                <a:off x="4545022" y="2899276"/>
                <a:ext cx="297360" cy="12204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5F9A5A9A-B300-9DAB-1CC0-108510BE3DC2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540702" y="2894956"/>
                  <a:ext cx="30600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2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E0DA0AA9-9EC9-B3C3-499E-002FFBAB53F7}"/>
                    </a:ext>
                  </a:extLst>
                </p14:cNvPr>
                <p14:cNvContentPartPr/>
                <p14:nvPr/>
              </p14:nvContentPartPr>
              <p14:xfrm>
                <a:off x="4578142" y="3023836"/>
                <a:ext cx="249840" cy="9900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E0DA0AA9-9EC9-B3C3-499E-002FFBAB53F7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573822" y="3019516"/>
                  <a:ext cx="25848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3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C2BF22EE-A6BC-73D0-3394-D1C705F21386}"/>
                    </a:ext>
                  </a:extLst>
                </p14:cNvPr>
                <p14:cNvContentPartPr/>
                <p14:nvPr/>
              </p14:nvContentPartPr>
              <p14:xfrm>
                <a:off x="4587142" y="3181156"/>
                <a:ext cx="223920" cy="691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C2BF22EE-A6BC-73D0-3394-D1C705F21386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582822" y="3176836"/>
                  <a:ext cx="23256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3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A5667D8B-D1BB-2150-0FF2-9AC0BC525B0F}"/>
                    </a:ext>
                  </a:extLst>
                </p14:cNvPr>
                <p14:cNvContentPartPr/>
                <p14:nvPr/>
              </p14:nvContentPartPr>
              <p14:xfrm>
                <a:off x="4659502" y="3277636"/>
                <a:ext cx="174960" cy="6444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A5667D8B-D1BB-2150-0FF2-9AC0BC525B0F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655182" y="3273316"/>
                  <a:ext cx="18360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3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C4C176D7-6046-4BD6-A997-17C999C22AC2}"/>
                    </a:ext>
                  </a:extLst>
                </p14:cNvPr>
                <p14:cNvContentPartPr/>
                <p14:nvPr/>
              </p14:nvContentPartPr>
              <p14:xfrm>
                <a:off x="4203382" y="3221476"/>
                <a:ext cx="50760" cy="32400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C4C176D7-6046-4BD6-A997-17C999C22AC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199062" y="3217156"/>
                  <a:ext cx="59400" cy="332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F662A8FC-B597-69BB-4575-B58E1D62EAED}"/>
              </a:ext>
            </a:extLst>
          </p:cNvPr>
          <p:cNvGrpSpPr/>
          <p:nvPr/>
        </p:nvGrpSpPr>
        <p:grpSpPr>
          <a:xfrm>
            <a:off x="7490182" y="3033196"/>
            <a:ext cx="452160" cy="457200"/>
            <a:chOff x="7490182" y="3033196"/>
            <a:chExt cx="452160" cy="457200"/>
          </a:xfrm>
        </p:grpSpPr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3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D37148A0-C8FA-0261-C24E-A5776FADC874}"/>
                    </a:ext>
                  </a:extLst>
                </p14:cNvPr>
                <p14:cNvContentPartPr/>
                <p14:nvPr/>
              </p14:nvContentPartPr>
              <p14:xfrm>
                <a:off x="7765222" y="3416596"/>
                <a:ext cx="3960" cy="720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D37148A0-C8FA-0261-C24E-A5776FADC874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760902" y="3412276"/>
                  <a:ext cx="12600" cy="1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3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297807C4-B564-DAF3-F1C0-518EAE4189D7}"/>
                    </a:ext>
                  </a:extLst>
                </p14:cNvPr>
                <p14:cNvContentPartPr/>
                <p14:nvPr/>
              </p14:nvContentPartPr>
              <p14:xfrm>
                <a:off x="7652902" y="3384916"/>
                <a:ext cx="169920" cy="10548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297807C4-B564-DAF3-F1C0-518EAE4189D7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648582" y="3380596"/>
                  <a:ext cx="17856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4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A0463415-52BF-4267-DB4C-65B7A1BB82F3}"/>
                    </a:ext>
                  </a:extLst>
                </p14:cNvPr>
                <p14:cNvContentPartPr/>
                <p14:nvPr/>
              </p14:nvContentPartPr>
              <p14:xfrm>
                <a:off x="7619422" y="3367636"/>
                <a:ext cx="160560" cy="9828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A0463415-52BF-4267-DB4C-65B7A1BB82F3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615102" y="3363316"/>
                  <a:ext cx="16920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4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11F2D9DC-CB4B-559B-137D-597DFF28F802}"/>
                    </a:ext>
                  </a:extLst>
                </p14:cNvPr>
                <p14:cNvContentPartPr/>
                <p14:nvPr/>
              </p14:nvContentPartPr>
              <p14:xfrm>
                <a:off x="7490182" y="3302116"/>
                <a:ext cx="232560" cy="16668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11F2D9DC-CB4B-559B-137D-597DFF28F802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485862" y="3297796"/>
                  <a:ext cx="24120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4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17C5FCCE-D2D0-903A-1950-B5AC57BA2BD4}"/>
                    </a:ext>
                  </a:extLst>
                </p14:cNvPr>
                <p14:cNvContentPartPr/>
                <p14:nvPr/>
              </p14:nvContentPartPr>
              <p14:xfrm>
                <a:off x="7614022" y="3256756"/>
                <a:ext cx="328320" cy="16452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17C5FCCE-D2D0-903A-1950-B5AC57BA2BD4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609702" y="3252436"/>
                  <a:ext cx="33696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4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80A1955D-E240-523F-6763-7BB3256A0215}"/>
                    </a:ext>
                  </a:extLst>
                </p14:cNvPr>
                <p14:cNvContentPartPr/>
                <p14:nvPr/>
              </p14:nvContentPartPr>
              <p14:xfrm>
                <a:off x="7698262" y="3148396"/>
                <a:ext cx="198360" cy="12636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80A1955D-E240-523F-6763-7BB3256A0215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693942" y="3144076"/>
                  <a:ext cx="20700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4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2D0CC07D-1A39-7425-3674-D5BE90CD5BD2}"/>
                    </a:ext>
                  </a:extLst>
                </p14:cNvPr>
                <p14:cNvContentPartPr/>
                <p14:nvPr/>
              </p14:nvContentPartPr>
              <p14:xfrm>
                <a:off x="7670182" y="3033196"/>
                <a:ext cx="223920" cy="12708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2D0CC07D-1A39-7425-3674-D5BE90CD5BD2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665862" y="3028876"/>
                  <a:ext cx="232560" cy="135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E441427A-4D87-64BA-9BF2-2CE29C8D9858}"/>
              </a:ext>
            </a:extLst>
          </p:cNvPr>
          <p:cNvGrpSpPr/>
          <p:nvPr/>
        </p:nvGrpSpPr>
        <p:grpSpPr>
          <a:xfrm>
            <a:off x="9739822" y="3349276"/>
            <a:ext cx="344880" cy="308160"/>
            <a:chOff x="9739822" y="3349276"/>
            <a:chExt cx="344880" cy="308160"/>
          </a:xfrm>
        </p:grpSpPr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5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26ED8975-4CD8-C9CD-4271-946B94A557A9}"/>
                    </a:ext>
                  </a:extLst>
                </p14:cNvPr>
                <p14:cNvContentPartPr/>
                <p14:nvPr/>
              </p14:nvContentPartPr>
              <p14:xfrm>
                <a:off x="9965182" y="3397516"/>
                <a:ext cx="21240" cy="684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26ED8975-4CD8-C9CD-4271-946B94A557A9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9960862" y="3393196"/>
                  <a:ext cx="29880" cy="1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5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BEBFA8DE-19AB-82AF-8735-EB924A250B30}"/>
                    </a:ext>
                  </a:extLst>
                </p14:cNvPr>
                <p14:cNvContentPartPr/>
                <p14:nvPr/>
              </p14:nvContentPartPr>
              <p14:xfrm>
                <a:off x="10017382" y="3361516"/>
                <a:ext cx="14400" cy="1908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BEBFA8DE-19AB-82AF-8735-EB924A250B30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0013062" y="3357196"/>
                  <a:ext cx="2304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5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7824C10F-745D-E529-535F-1EC3E6E398F7}"/>
                    </a:ext>
                  </a:extLst>
                </p14:cNvPr>
                <p14:cNvContentPartPr/>
                <p14:nvPr/>
              </p14:nvContentPartPr>
              <p14:xfrm>
                <a:off x="9739822" y="3349276"/>
                <a:ext cx="344880" cy="3081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7824C10F-745D-E529-535F-1EC3E6E398F7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9735502" y="3344956"/>
                  <a:ext cx="353520" cy="316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56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9DDF8BE8-4191-7C1D-033B-B0E54A843921}"/>
                  </a:ext>
                </a:extLst>
              </p14:cNvPr>
              <p14:cNvContentPartPr/>
              <p14:nvPr/>
            </p14:nvContentPartPr>
            <p14:xfrm>
              <a:off x="9693382" y="5539156"/>
              <a:ext cx="493560" cy="416520"/>
            </p14:xfrm>
          </p:contentPart>
        </mc:Choice>
        <mc:Fallback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9DDF8BE8-4191-7C1D-033B-B0E54A843921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9689062" y="5534836"/>
                <a:ext cx="502200" cy="42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58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FEDD04E7-DE7B-F5DD-E4A6-2BFD59279B73}"/>
                  </a:ext>
                </a:extLst>
              </p14:cNvPr>
              <p14:cNvContentPartPr/>
              <p14:nvPr/>
            </p14:nvContentPartPr>
            <p14:xfrm>
              <a:off x="9968521" y="5774019"/>
              <a:ext cx="2520" cy="1080"/>
            </p14:xfrm>
          </p:contentPart>
        </mc:Choice>
        <mc:Fallback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FEDD04E7-DE7B-F5DD-E4A6-2BFD59279B73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9964201" y="5769699"/>
                <a:ext cx="11160" cy="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60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2184EAFB-3A56-C451-ED1C-A2681D1B1867}"/>
                  </a:ext>
                </a:extLst>
              </p14:cNvPr>
              <p14:cNvContentPartPr/>
              <p14:nvPr/>
            </p14:nvContentPartPr>
            <p14:xfrm>
              <a:off x="10035841" y="5862579"/>
              <a:ext cx="2160" cy="1440"/>
            </p14:xfrm>
          </p:contentPart>
        </mc:Choice>
        <mc:Fallback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2184EAFB-3A56-C451-ED1C-A2681D1B1867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9994441" y="5815779"/>
                <a:ext cx="85320" cy="95040"/>
              </a:xfrm>
              <a:prstGeom prst="rect">
                <a:avLst/>
              </a:prstGeom>
            </p:spPr>
          </p:pic>
        </mc:Fallback>
      </mc:AlternateContent>
      <p:grpSp>
        <p:nvGrpSpPr>
          <p:cNvPr id="47" name="Group 46">
            <a:extLst>
              <a:ext uri="{FF2B5EF4-FFF2-40B4-BE49-F238E27FC236}">
                <a16:creationId xmlns:a16="http://schemas.microsoft.com/office/drawing/2014/main" id="{07125B0B-D7C1-DC3D-027A-2C33CDEAAF96}"/>
              </a:ext>
            </a:extLst>
          </p:cNvPr>
          <p:cNvGrpSpPr/>
          <p:nvPr/>
        </p:nvGrpSpPr>
        <p:grpSpPr>
          <a:xfrm>
            <a:off x="9931441" y="5692299"/>
            <a:ext cx="190800" cy="57960"/>
            <a:chOff x="9931441" y="5692299"/>
            <a:chExt cx="190800" cy="57960"/>
          </a:xfrm>
        </p:grpSpPr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6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FEE0A964-7EC6-B0B5-412F-2CF377D433C4}"/>
                    </a:ext>
                  </a:extLst>
                </p14:cNvPr>
                <p14:cNvContentPartPr/>
                <p14:nvPr/>
              </p14:nvContentPartPr>
              <p14:xfrm>
                <a:off x="10065721" y="5702379"/>
                <a:ext cx="1080" cy="3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FEE0A964-7EC6-B0B5-412F-2CF377D433C4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0026121" y="5654139"/>
                  <a:ext cx="8028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6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20CB91F8-901A-60BD-3652-3BC2A3A0DF04}"/>
                    </a:ext>
                  </a:extLst>
                </p14:cNvPr>
                <p14:cNvContentPartPr/>
                <p14:nvPr/>
              </p14:nvContentPartPr>
              <p14:xfrm>
                <a:off x="9931441" y="5745219"/>
                <a:ext cx="8280" cy="504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20CB91F8-901A-60BD-3652-3BC2A3A0DF04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9890401" y="5698059"/>
                  <a:ext cx="9072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6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D249BC0C-2E0B-077C-A514-639E9D923DD0}"/>
                    </a:ext>
                  </a:extLst>
                </p14:cNvPr>
                <p14:cNvContentPartPr/>
                <p14:nvPr/>
              </p14:nvContentPartPr>
              <p14:xfrm>
                <a:off x="10102801" y="5692299"/>
                <a:ext cx="19440" cy="2412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D249BC0C-2E0B-077C-A514-639E9D923DD0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0062841" y="5644059"/>
                  <a:ext cx="9900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6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761DDEFC-2E66-81DE-787C-E0700B723A6C}"/>
                    </a:ext>
                  </a:extLst>
                </p14:cNvPr>
                <p14:cNvContentPartPr/>
                <p14:nvPr/>
              </p14:nvContentPartPr>
              <p14:xfrm>
                <a:off x="9950161" y="5746299"/>
                <a:ext cx="1440" cy="216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761DDEFC-2E66-81DE-787C-E0700B723A6C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9907681" y="5700219"/>
                  <a:ext cx="86400" cy="943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0080929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accent4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8872FA49-6978-40F4-B594-C9761E37C9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4"/>
            <a:ext cx="10913828" cy="4447955"/>
          </a:xfrm>
        </p:spPr>
        <p:txBody>
          <a:bodyPr/>
          <a:lstStyle/>
          <a:p>
            <a:r>
              <a:rPr lang="en-US" dirty="0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Leverages ability to analytically minimize quadratic functions</a:t>
            </a:r>
          </a:p>
          <a:p>
            <a:r>
              <a:rPr lang="en-US" dirty="0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Iteratively fits quadratic function to three bracketing points</a:t>
            </a:r>
            <a:endParaRPr lang="el-GR" dirty="0">
              <a:latin typeface="TeXGyrePagella-Regular" panose="02000603020200000003" pitchFamily="50" charset="0"/>
              <a:ea typeface="TeXGyrePagella-Regular" panose="02000603020200000003" pitchFamily="50" charset="0"/>
              <a:cs typeface="TeXGyrePagella-Regular" panose="02000603020200000003" pitchFamily="50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409A1F-DE7A-40F4-A530-D53728487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0" i="1" u="none" strike="noStrike" baseline="0" dirty="0">
                <a:latin typeface="TeXGyrePagella-Italic" panose="02000603020200000004" pitchFamily="50" charset="0"/>
              </a:rPr>
              <a:t>Quadratic Fit Search</a:t>
            </a:r>
            <a:endParaRPr lang="en-US" b="0" i="0" u="none" strike="noStrike" baseline="0" dirty="0">
              <a:latin typeface="TeXGyrePagella-Regular" panose="02000603020200000003" pitchFamily="50" charset="0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487FC79F-BD25-48A8-AC94-9925195496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61069" y="3110240"/>
            <a:ext cx="3634871" cy="2902471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D194007-D708-4AD9-8AE1-10AB4E620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A2B03-C065-430E-988D-44590E20A90E}" type="slidenum">
              <a:rPr lang="en-US" smtClean="0"/>
              <a:t>18</a:t>
            </a:fld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424669A-4658-CCC2-C501-11810A0F1D51}"/>
              </a:ext>
            </a:extLst>
          </p:cNvPr>
          <p:cNvGrpSpPr/>
          <p:nvPr/>
        </p:nvGrpSpPr>
        <p:grpSpPr>
          <a:xfrm>
            <a:off x="4354847" y="3385982"/>
            <a:ext cx="189720" cy="2993400"/>
            <a:chOff x="4354847" y="3385982"/>
            <a:chExt cx="189720" cy="2993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B7F4403A-0E64-E7D4-6F7B-E52BF9BD90DD}"/>
                    </a:ext>
                  </a:extLst>
                </p14:cNvPr>
                <p14:cNvContentPartPr/>
                <p14:nvPr/>
              </p14:nvContentPartPr>
              <p14:xfrm>
                <a:off x="4493087" y="3385982"/>
                <a:ext cx="51120" cy="256464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B7F4403A-0E64-E7D4-6F7B-E52BF9BD90D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475087" y="3368342"/>
                  <a:ext cx="86760" cy="260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40F8D6EF-E49A-2E71-7B46-EE840B3C6C20}"/>
                    </a:ext>
                  </a:extLst>
                </p14:cNvPr>
                <p14:cNvContentPartPr/>
                <p14:nvPr/>
              </p14:nvContentPartPr>
              <p14:xfrm>
                <a:off x="4354847" y="6092462"/>
                <a:ext cx="189720" cy="2869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40F8D6EF-E49A-2E71-7B46-EE840B3C6C2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336847" y="6074462"/>
                  <a:ext cx="225360" cy="322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CF4E93C-59E6-86CE-B2CB-1356D830D9E9}"/>
              </a:ext>
            </a:extLst>
          </p:cNvPr>
          <p:cNvGrpSpPr/>
          <p:nvPr/>
        </p:nvGrpSpPr>
        <p:grpSpPr>
          <a:xfrm>
            <a:off x="6780527" y="4863062"/>
            <a:ext cx="289440" cy="1513080"/>
            <a:chOff x="6780527" y="4863062"/>
            <a:chExt cx="289440" cy="1513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9141EA77-CAD5-144E-31F8-48D49ED662D5}"/>
                    </a:ext>
                  </a:extLst>
                </p14:cNvPr>
                <p14:cNvContentPartPr/>
                <p14:nvPr/>
              </p14:nvContentPartPr>
              <p14:xfrm>
                <a:off x="6780527" y="4863062"/>
                <a:ext cx="51480" cy="10983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9141EA77-CAD5-144E-31F8-48D49ED662D5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762887" y="4845062"/>
                  <a:ext cx="87120" cy="11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4636887C-CE98-592B-E79D-0F8D0ED71CB2}"/>
                    </a:ext>
                  </a:extLst>
                </p14:cNvPr>
                <p14:cNvContentPartPr/>
                <p14:nvPr/>
              </p14:nvContentPartPr>
              <p14:xfrm>
                <a:off x="6908327" y="6154382"/>
                <a:ext cx="161640" cy="2217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4636887C-CE98-592B-E79D-0F8D0ED71CB2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890327" y="6136382"/>
                  <a:ext cx="197280" cy="257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9A1FA10-DFC3-4FA4-642D-8541EAF5738C}"/>
              </a:ext>
            </a:extLst>
          </p:cNvPr>
          <p:cNvGrpSpPr/>
          <p:nvPr/>
        </p:nvGrpSpPr>
        <p:grpSpPr>
          <a:xfrm>
            <a:off x="5552927" y="5268062"/>
            <a:ext cx="186840" cy="1115280"/>
            <a:chOff x="5552927" y="5268062"/>
            <a:chExt cx="186840" cy="1115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372139FA-B65D-165F-02EE-6C439F07DBD9}"/>
                    </a:ext>
                  </a:extLst>
                </p14:cNvPr>
                <p14:cNvContentPartPr/>
                <p14:nvPr/>
              </p14:nvContentPartPr>
              <p14:xfrm>
                <a:off x="5573447" y="5268062"/>
                <a:ext cx="87840" cy="6962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372139FA-B65D-165F-02EE-6C439F07DBD9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555447" y="5250422"/>
                  <a:ext cx="123480" cy="73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D6633F30-875D-23DA-51CB-31F75D211B40}"/>
                    </a:ext>
                  </a:extLst>
                </p14:cNvPr>
                <p14:cNvContentPartPr/>
                <p14:nvPr/>
              </p14:nvContentPartPr>
              <p14:xfrm>
                <a:off x="5552927" y="6179942"/>
                <a:ext cx="186840" cy="2034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D6633F30-875D-23DA-51CB-31F75D211B4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534927" y="6162302"/>
                  <a:ext cx="222480" cy="239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F04EA66-D41C-FCC2-A4D5-2F6CCF508EE5}"/>
              </a:ext>
            </a:extLst>
          </p:cNvPr>
          <p:cNvGrpSpPr/>
          <p:nvPr/>
        </p:nvGrpSpPr>
        <p:grpSpPr>
          <a:xfrm>
            <a:off x="5898527" y="5394422"/>
            <a:ext cx="168840" cy="174600"/>
            <a:chOff x="5898527" y="5394422"/>
            <a:chExt cx="168840" cy="174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98BFA954-BF5A-D6E4-7E75-22FB91399717}"/>
                    </a:ext>
                  </a:extLst>
                </p14:cNvPr>
                <p14:cNvContentPartPr/>
                <p14:nvPr/>
              </p14:nvContentPartPr>
              <p14:xfrm>
                <a:off x="5898527" y="5506382"/>
                <a:ext cx="168840" cy="262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98BFA954-BF5A-D6E4-7E75-22FB91399717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880527" y="5488742"/>
                  <a:ext cx="20448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700D11D1-B946-E805-5435-2084333C5954}"/>
                    </a:ext>
                  </a:extLst>
                </p14:cNvPr>
                <p14:cNvContentPartPr/>
                <p14:nvPr/>
              </p14:nvContentPartPr>
              <p14:xfrm>
                <a:off x="5898887" y="5540582"/>
                <a:ext cx="154800" cy="2844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700D11D1-B946-E805-5435-2084333C5954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881247" y="5522582"/>
                  <a:ext cx="19044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71D37A9E-B657-0A19-DC14-7B1378397D87}"/>
                    </a:ext>
                  </a:extLst>
                </p14:cNvPr>
                <p14:cNvContentPartPr/>
                <p14:nvPr/>
              </p14:nvContentPartPr>
              <p14:xfrm>
                <a:off x="5967647" y="5394422"/>
                <a:ext cx="4680" cy="32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71D37A9E-B657-0A19-DC14-7B1378397D87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949647" y="5376782"/>
                  <a:ext cx="40320" cy="388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9770808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accent4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8872FA49-6978-40F4-B594-C9761E37C9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4"/>
            <a:ext cx="10913828" cy="4447955"/>
          </a:xfrm>
        </p:spPr>
        <p:txBody>
          <a:bodyPr/>
          <a:lstStyle/>
          <a:p>
            <a:r>
              <a:rPr lang="en-US" dirty="0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If a function is locally nearly quadratic, the minimum can be found after several steps</a:t>
            </a:r>
            <a:endParaRPr lang="el-GR" dirty="0">
              <a:latin typeface="TeXGyrePagella-Regular" panose="02000603020200000003" pitchFamily="50" charset="0"/>
              <a:ea typeface="TeXGyrePagella-Regular" panose="02000603020200000003" pitchFamily="50" charset="0"/>
              <a:cs typeface="TeXGyrePagella-Regular" panose="02000603020200000003" pitchFamily="50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409A1F-DE7A-40F4-A530-D53728487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0" i="1" u="none" strike="noStrike" baseline="0" dirty="0">
                <a:latin typeface="TeXGyrePagella-Italic" panose="02000603020200000004" pitchFamily="50" charset="0"/>
              </a:rPr>
              <a:t>Quadratic Fit Search</a:t>
            </a:r>
            <a:endParaRPr lang="en-US" b="0" i="0" u="none" strike="noStrike" baseline="0" dirty="0">
              <a:latin typeface="TeXGyrePagella-Regular" panose="02000603020200000003" pitchFamily="50" charset="0"/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70BD986E-AE22-4137-9622-2DD284FEC9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3780" y="3497469"/>
            <a:ext cx="11104440" cy="277611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B1B0182-D40C-4245-ACD5-72B72C510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A2B03-C065-430E-988D-44590E20A90E}" type="slidenum">
              <a:rPr lang="en-US" smtClean="0"/>
              <a:t>19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F09B7DF-E59F-F494-E279-6A0E63B45CC7}"/>
                  </a:ext>
                </a:extLst>
              </p14:cNvPr>
              <p14:cNvContentPartPr/>
              <p14:nvPr/>
            </p14:nvContentPartPr>
            <p14:xfrm>
              <a:off x="1161287" y="5921462"/>
              <a:ext cx="248040" cy="885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F09B7DF-E59F-F494-E279-6A0E63B45CC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52647" y="5912822"/>
                <a:ext cx="265680" cy="10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F8919D30-24A9-6124-2472-095C975314EB}"/>
                  </a:ext>
                </a:extLst>
              </p14:cNvPr>
              <p14:cNvContentPartPr/>
              <p14:nvPr/>
            </p14:nvContentPartPr>
            <p14:xfrm>
              <a:off x="1853927" y="5932982"/>
              <a:ext cx="232920" cy="586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F8919D30-24A9-6124-2472-095C975314E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844927" y="5924342"/>
                <a:ext cx="250560" cy="7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80F30E3C-56EB-2859-CDE2-E441EB2DBA47}"/>
                  </a:ext>
                </a:extLst>
              </p14:cNvPr>
              <p14:cNvContentPartPr/>
              <p14:nvPr/>
            </p14:nvContentPartPr>
            <p14:xfrm>
              <a:off x="3081527" y="5939462"/>
              <a:ext cx="212760" cy="4932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80F30E3C-56EB-2859-CDE2-E441EB2DBA47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072527" y="5930462"/>
                <a:ext cx="230400" cy="6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E5C27ADD-DA37-B32D-E701-0458B825E4D9}"/>
                  </a:ext>
                </a:extLst>
              </p14:cNvPr>
              <p14:cNvContentPartPr/>
              <p14:nvPr/>
            </p14:nvContentPartPr>
            <p14:xfrm>
              <a:off x="1185047" y="4603142"/>
              <a:ext cx="35640" cy="4644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E5C27ADD-DA37-B32D-E701-0458B825E4D9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176047" y="4594142"/>
                <a:ext cx="53280" cy="6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1BAE45D8-D105-ECC9-680F-A92D0B01F932}"/>
                  </a:ext>
                </a:extLst>
              </p14:cNvPr>
              <p14:cNvContentPartPr/>
              <p14:nvPr/>
            </p14:nvContentPartPr>
            <p14:xfrm>
              <a:off x="1931327" y="5181662"/>
              <a:ext cx="12240" cy="432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1BAE45D8-D105-ECC9-680F-A92D0B01F932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922687" y="5172662"/>
                <a:ext cx="29880" cy="2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2F6370E9-8D33-FE93-8FA0-74BC79203187}"/>
                  </a:ext>
                </a:extLst>
              </p14:cNvPr>
              <p14:cNvContentPartPr/>
              <p14:nvPr/>
            </p14:nvContentPartPr>
            <p14:xfrm>
              <a:off x="3200327" y="4456262"/>
              <a:ext cx="3600" cy="1224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2F6370E9-8D33-FE93-8FA0-74BC79203187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191327" y="4447262"/>
                <a:ext cx="21240" cy="2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00550DB4-0594-150A-67D0-722A00B5C05E}"/>
                  </a:ext>
                </a:extLst>
              </p14:cNvPr>
              <p14:cNvContentPartPr/>
              <p14:nvPr/>
            </p14:nvContentPartPr>
            <p14:xfrm>
              <a:off x="7018847" y="804422"/>
              <a:ext cx="151560" cy="17676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00550DB4-0594-150A-67D0-722A00B5C05E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7010207" y="795782"/>
                <a:ext cx="169200" cy="194400"/>
              </a:xfrm>
              <a:prstGeom prst="rect">
                <a:avLst/>
              </a:prstGeom>
            </p:spPr>
          </p:pic>
        </mc:Fallback>
      </mc:AlternateContent>
      <p:grpSp>
        <p:nvGrpSpPr>
          <p:cNvPr id="31" name="Group 30">
            <a:extLst>
              <a:ext uri="{FF2B5EF4-FFF2-40B4-BE49-F238E27FC236}">
                <a16:creationId xmlns:a16="http://schemas.microsoft.com/office/drawing/2014/main" id="{9D70DCA2-CAFA-117B-346E-ACFB3F554152}"/>
              </a:ext>
            </a:extLst>
          </p:cNvPr>
          <p:cNvGrpSpPr/>
          <p:nvPr/>
        </p:nvGrpSpPr>
        <p:grpSpPr>
          <a:xfrm>
            <a:off x="7212887" y="646742"/>
            <a:ext cx="1933200" cy="363960"/>
            <a:chOff x="7212887" y="646742"/>
            <a:chExt cx="1933200" cy="363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F856277D-C93D-BC55-5188-7EBFBAA6537C}"/>
                    </a:ext>
                  </a:extLst>
                </p14:cNvPr>
                <p14:cNvContentPartPr/>
                <p14:nvPr/>
              </p14:nvContentPartPr>
              <p14:xfrm>
                <a:off x="7279847" y="795062"/>
                <a:ext cx="176040" cy="18864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F856277D-C93D-BC55-5188-7EBFBAA6537C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7270847" y="786062"/>
                  <a:ext cx="19368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E6D084E4-970B-BEE7-5597-7EEBFB72AC04}"/>
                    </a:ext>
                  </a:extLst>
                </p14:cNvPr>
                <p14:cNvContentPartPr/>
                <p14:nvPr/>
              </p14:nvContentPartPr>
              <p14:xfrm>
                <a:off x="7309367" y="854822"/>
                <a:ext cx="115920" cy="507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E6D084E4-970B-BEE7-5597-7EEBFB72AC0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7300727" y="845822"/>
                  <a:ext cx="13356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2A7EADDE-3DC4-E53B-F3DC-15C828DA6CDD}"/>
                    </a:ext>
                  </a:extLst>
                </p14:cNvPr>
                <p14:cNvContentPartPr/>
                <p14:nvPr/>
              </p14:nvContentPartPr>
              <p14:xfrm>
                <a:off x="7500167" y="646742"/>
                <a:ext cx="89280" cy="1425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2A7EADDE-3DC4-E53B-F3DC-15C828DA6CDD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7491527" y="638102"/>
                  <a:ext cx="10692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71302675-ABF1-73ED-2FE6-414AFA8DB709}"/>
                    </a:ext>
                  </a:extLst>
                </p14:cNvPr>
                <p14:cNvContentPartPr/>
                <p14:nvPr/>
              </p14:nvContentPartPr>
              <p14:xfrm>
                <a:off x="7722647" y="825662"/>
                <a:ext cx="37080" cy="17640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71302675-ABF1-73ED-2FE6-414AFA8DB709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713647" y="817022"/>
                  <a:ext cx="5472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667782A2-DF2A-7718-334B-6EC48E4DAD73}"/>
                    </a:ext>
                  </a:extLst>
                </p14:cNvPr>
                <p14:cNvContentPartPr/>
                <p14:nvPr/>
              </p14:nvContentPartPr>
              <p14:xfrm>
                <a:off x="7671167" y="875342"/>
                <a:ext cx="155880" cy="2916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667782A2-DF2A-7718-334B-6EC48E4DAD73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662527" y="866342"/>
                  <a:ext cx="17352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30471367-2FD3-4A9F-336D-1415ACF487A6}"/>
                    </a:ext>
                  </a:extLst>
                </p14:cNvPr>
                <p14:cNvContentPartPr/>
                <p14:nvPr/>
              </p14:nvContentPartPr>
              <p14:xfrm>
                <a:off x="7885007" y="743582"/>
                <a:ext cx="111960" cy="2671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30471367-2FD3-4A9F-336D-1415ACF487A6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876007" y="734942"/>
                  <a:ext cx="129600" cy="28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12145739-4296-45ED-1E26-CFA2354C1D57}"/>
                    </a:ext>
                  </a:extLst>
                </p14:cNvPr>
                <p14:cNvContentPartPr/>
                <p14:nvPr/>
              </p14:nvContentPartPr>
              <p14:xfrm>
                <a:off x="8049527" y="849782"/>
                <a:ext cx="156960" cy="14292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12145739-4296-45ED-1E26-CFA2354C1D57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8040527" y="840782"/>
                  <a:ext cx="17460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D9BA50CB-980D-8A45-7D5C-1D8F198D18B5}"/>
                    </a:ext>
                  </a:extLst>
                </p14:cNvPr>
                <p14:cNvContentPartPr/>
                <p14:nvPr/>
              </p14:nvContentPartPr>
              <p14:xfrm>
                <a:off x="8109647" y="906662"/>
                <a:ext cx="116280" cy="378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D9BA50CB-980D-8A45-7D5C-1D8F198D18B5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8100647" y="897662"/>
                  <a:ext cx="13392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4C4AED81-3484-C4E3-6971-5CC33A644324}"/>
                    </a:ext>
                  </a:extLst>
                </p14:cNvPr>
                <p14:cNvContentPartPr/>
                <p14:nvPr/>
              </p14:nvContentPartPr>
              <p14:xfrm>
                <a:off x="8321327" y="814142"/>
                <a:ext cx="66240" cy="18108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4C4AED81-3484-C4E3-6971-5CC33A644324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8312327" y="805142"/>
                  <a:ext cx="8388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D2B8220C-0EFC-1CFB-C418-89228316F84F}"/>
                    </a:ext>
                  </a:extLst>
                </p14:cNvPr>
                <p14:cNvContentPartPr/>
                <p14:nvPr/>
              </p14:nvContentPartPr>
              <p14:xfrm>
                <a:off x="8307647" y="895142"/>
                <a:ext cx="104760" cy="399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D2B8220C-0EFC-1CFB-C418-89228316F84F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8298647" y="886502"/>
                  <a:ext cx="12240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BF506BC6-D371-FA96-4B3B-01C2DA8ED1DF}"/>
                    </a:ext>
                  </a:extLst>
                </p14:cNvPr>
                <p14:cNvContentPartPr/>
                <p14:nvPr/>
              </p14:nvContentPartPr>
              <p14:xfrm>
                <a:off x="8465327" y="840782"/>
                <a:ext cx="216360" cy="14940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BF506BC6-D371-FA96-4B3B-01C2DA8ED1DF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8456687" y="831782"/>
                  <a:ext cx="23400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47D18D38-9127-608D-D518-BCA3197A397D}"/>
                    </a:ext>
                  </a:extLst>
                </p14:cNvPr>
                <p14:cNvContentPartPr/>
                <p14:nvPr/>
              </p14:nvContentPartPr>
              <p14:xfrm>
                <a:off x="8787887" y="874622"/>
                <a:ext cx="73800" cy="291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47D18D38-9127-608D-D518-BCA3197A397D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778887" y="865982"/>
                  <a:ext cx="9144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51F54667-AED9-2CE9-2D71-9F28CB4FCFB9}"/>
                    </a:ext>
                  </a:extLst>
                </p14:cNvPr>
                <p14:cNvContentPartPr/>
                <p14:nvPr/>
              </p14:nvContentPartPr>
              <p14:xfrm>
                <a:off x="8781047" y="925022"/>
                <a:ext cx="108720" cy="1800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51F54667-AED9-2CE9-2D71-9F28CB4FCFB9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8772407" y="916382"/>
                  <a:ext cx="12636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0FFAE1F7-C9E4-211D-564F-6482B0865832}"/>
                    </a:ext>
                  </a:extLst>
                </p14:cNvPr>
                <p14:cNvContentPartPr/>
                <p14:nvPr/>
              </p14:nvContentPartPr>
              <p14:xfrm>
                <a:off x="8955287" y="795062"/>
                <a:ext cx="190800" cy="14580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0FFAE1F7-C9E4-211D-564F-6482B0865832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946647" y="786422"/>
                  <a:ext cx="20844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B6D55ED5-EC97-0002-3A2F-0DE19243DA99}"/>
                    </a:ext>
                  </a:extLst>
                </p14:cNvPr>
                <p14:cNvContentPartPr/>
                <p14:nvPr/>
              </p14:nvContentPartPr>
              <p14:xfrm>
                <a:off x="7212887" y="676982"/>
                <a:ext cx="31680" cy="8964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B6D55ED5-EC97-0002-3A2F-0DE19243DA99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203887" y="668342"/>
                  <a:ext cx="4932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28870CF7-B4A3-2F18-04E8-5D7F7759D9A8}"/>
                    </a:ext>
                  </a:extLst>
                </p14:cNvPr>
                <p14:cNvContentPartPr/>
                <p14:nvPr/>
              </p14:nvContentPartPr>
              <p14:xfrm>
                <a:off x="8044487" y="705062"/>
                <a:ext cx="44640" cy="10224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28870CF7-B4A3-2F18-04E8-5D7F7759D9A8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035847" y="696062"/>
                  <a:ext cx="6228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A6F27BBB-768E-C32D-D1BB-B21AFF916BEC}"/>
                    </a:ext>
                  </a:extLst>
                </p14:cNvPr>
                <p14:cNvContentPartPr/>
                <p14:nvPr/>
              </p14:nvContentPartPr>
              <p14:xfrm>
                <a:off x="8649647" y="726662"/>
                <a:ext cx="46440" cy="813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A6F27BBB-768E-C32D-D1BB-B21AFF916BEC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640647" y="718022"/>
                  <a:ext cx="64080" cy="99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F606F834-606C-0092-4A4F-98B5348E8687}"/>
              </a:ext>
            </a:extLst>
          </p:cNvPr>
          <p:cNvGrpSpPr/>
          <p:nvPr/>
        </p:nvGrpSpPr>
        <p:grpSpPr>
          <a:xfrm>
            <a:off x="6968447" y="1066142"/>
            <a:ext cx="247680" cy="86040"/>
            <a:chOff x="6968447" y="1066142"/>
            <a:chExt cx="247680" cy="86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0BE568F0-B3A5-BAEF-472E-3DC73B5DC7FB}"/>
                    </a:ext>
                  </a:extLst>
                </p14:cNvPr>
                <p14:cNvContentPartPr/>
                <p14:nvPr/>
              </p14:nvContentPartPr>
              <p14:xfrm>
                <a:off x="6973127" y="1066142"/>
                <a:ext cx="220680" cy="3960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0BE568F0-B3A5-BAEF-472E-3DC73B5DC7FB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964127" y="1057502"/>
                  <a:ext cx="23832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523646FB-136C-CC52-410C-64EFBA4F2360}"/>
                    </a:ext>
                  </a:extLst>
                </p14:cNvPr>
                <p14:cNvContentPartPr/>
                <p14:nvPr/>
              </p14:nvContentPartPr>
              <p14:xfrm>
                <a:off x="6968447" y="1099622"/>
                <a:ext cx="247680" cy="525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523646FB-136C-CC52-410C-64EFBA4F2360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959807" y="1090622"/>
                  <a:ext cx="265320" cy="70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6CA4B3A5-AE87-D580-FE8A-104CA7D93921}"/>
                  </a:ext>
                </a:extLst>
              </p14:cNvPr>
              <p14:cNvContentPartPr/>
              <p14:nvPr/>
            </p14:nvContentPartPr>
            <p14:xfrm>
              <a:off x="7834607" y="1105742"/>
              <a:ext cx="219600" cy="5580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6CA4B3A5-AE87-D580-FE8A-104CA7D93921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7825607" y="1097102"/>
                <a:ext cx="237240" cy="7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645E146D-0325-D297-4AA7-33FF8CB01EBB}"/>
                  </a:ext>
                </a:extLst>
              </p14:cNvPr>
              <p14:cNvContentPartPr/>
              <p14:nvPr/>
            </p14:nvContentPartPr>
            <p14:xfrm>
              <a:off x="8520047" y="1062902"/>
              <a:ext cx="232560" cy="7092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645E146D-0325-D297-4AA7-33FF8CB01EBB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8511047" y="1054262"/>
                <a:ext cx="250200" cy="8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3E1EF163-4700-6E52-481A-E6F39DAE7E64}"/>
                  </a:ext>
                </a:extLst>
              </p14:cNvPr>
              <p14:cNvContentPartPr/>
              <p14:nvPr/>
            </p14:nvContentPartPr>
            <p14:xfrm>
              <a:off x="1203407" y="6002102"/>
              <a:ext cx="1979640" cy="315360"/>
            </p14:xfrm>
          </p:contentPart>
        </mc:Choice>
        <mc:Fallback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3E1EF163-4700-6E52-481A-E6F39DAE7E64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1185767" y="5984102"/>
                <a:ext cx="2015280" cy="35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219D5E8E-FBBD-B50B-5EC4-B032E05564EB}"/>
                  </a:ext>
                </a:extLst>
              </p14:cNvPr>
              <p14:cNvContentPartPr/>
              <p14:nvPr/>
            </p14:nvContentPartPr>
            <p14:xfrm>
              <a:off x="4632767" y="5154662"/>
              <a:ext cx="79920" cy="72720"/>
            </p14:xfrm>
          </p:contentPart>
        </mc:Choice>
        <mc:Fallback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219D5E8E-FBBD-B50B-5EC4-B032E05564EB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4615127" y="5136662"/>
                <a:ext cx="115560" cy="10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0D9AB1DA-FFF3-841D-A604-E901AA419FC6}"/>
                  </a:ext>
                </a:extLst>
              </p14:cNvPr>
              <p14:cNvContentPartPr/>
              <p14:nvPr/>
            </p14:nvContentPartPr>
            <p14:xfrm>
              <a:off x="4802687" y="5302982"/>
              <a:ext cx="72000" cy="83160"/>
            </p14:xfrm>
          </p:contentPart>
        </mc:Choice>
        <mc:Fallback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0D9AB1DA-FFF3-841D-A604-E901AA419FC6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4785047" y="5285342"/>
                <a:ext cx="107640" cy="118800"/>
              </a:xfrm>
              <a:prstGeom prst="rect">
                <a:avLst/>
              </a:prstGeom>
            </p:spPr>
          </p:pic>
        </mc:Fallback>
      </mc:AlternateContent>
      <p:grpSp>
        <p:nvGrpSpPr>
          <p:cNvPr id="48" name="Group 47">
            <a:extLst>
              <a:ext uri="{FF2B5EF4-FFF2-40B4-BE49-F238E27FC236}">
                <a16:creationId xmlns:a16="http://schemas.microsoft.com/office/drawing/2014/main" id="{59160026-DB2E-3467-57F5-87316588031B}"/>
              </a:ext>
            </a:extLst>
          </p:cNvPr>
          <p:cNvGrpSpPr/>
          <p:nvPr/>
        </p:nvGrpSpPr>
        <p:grpSpPr>
          <a:xfrm>
            <a:off x="2101607" y="5155742"/>
            <a:ext cx="65880" cy="431640"/>
            <a:chOff x="2101607" y="5155742"/>
            <a:chExt cx="65880" cy="431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801DB876-CC10-5D65-281D-3F199AABBC2F}"/>
                    </a:ext>
                  </a:extLst>
                </p14:cNvPr>
                <p14:cNvContentPartPr/>
                <p14:nvPr/>
              </p14:nvContentPartPr>
              <p14:xfrm>
                <a:off x="2128247" y="5188142"/>
                <a:ext cx="15120" cy="1605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801DB876-CC10-5D65-281D-3F199AABBC2F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110247" y="5170502"/>
                  <a:ext cx="5076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C5075229-86DD-FF5E-240B-10ECA2F47F20}"/>
                    </a:ext>
                  </a:extLst>
                </p14:cNvPr>
                <p14:cNvContentPartPr/>
                <p14:nvPr/>
              </p14:nvContentPartPr>
              <p14:xfrm>
                <a:off x="2114927" y="5231702"/>
                <a:ext cx="27360" cy="35568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C5075229-86DD-FF5E-240B-10ECA2F47F20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097287" y="5213702"/>
                  <a:ext cx="63000" cy="39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B815C013-ECBC-3FA2-6F18-64DEB6AE9400}"/>
                    </a:ext>
                  </a:extLst>
                </p14:cNvPr>
                <p14:cNvContentPartPr/>
                <p14:nvPr/>
              </p14:nvContentPartPr>
              <p14:xfrm>
                <a:off x="2131127" y="5354822"/>
                <a:ext cx="10080" cy="93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B815C013-ECBC-3FA2-6F18-64DEB6AE9400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113127" y="5336822"/>
                  <a:ext cx="4572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F45A150A-4533-29C4-8D07-07548A401345}"/>
                    </a:ext>
                  </a:extLst>
                </p14:cNvPr>
                <p14:cNvContentPartPr/>
                <p14:nvPr/>
              </p14:nvContentPartPr>
              <p14:xfrm>
                <a:off x="2101607" y="5293622"/>
                <a:ext cx="65880" cy="7848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F45A150A-4533-29C4-8D07-07548A401345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083607" y="5275622"/>
                  <a:ext cx="10152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DFEE234D-36FD-64B8-4D4A-C4D8D97C32E7}"/>
                    </a:ext>
                  </a:extLst>
                </p14:cNvPr>
                <p14:cNvContentPartPr/>
                <p14:nvPr/>
              </p14:nvContentPartPr>
              <p14:xfrm>
                <a:off x="2123927" y="5331062"/>
                <a:ext cx="3960" cy="1332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DFEE234D-36FD-64B8-4D4A-C4D8D97C32E7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105927" y="5313062"/>
                  <a:ext cx="3960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2907DDD1-19B5-B7FE-571C-5C9601BFA453}"/>
                    </a:ext>
                  </a:extLst>
                </p14:cNvPr>
                <p14:cNvContentPartPr/>
                <p14:nvPr/>
              </p14:nvContentPartPr>
              <p14:xfrm>
                <a:off x="2105567" y="5155742"/>
                <a:ext cx="6840" cy="1296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2907DDD1-19B5-B7FE-571C-5C9601BFA453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2087567" y="5137742"/>
                  <a:ext cx="42480" cy="48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7243C0B0-F76D-7AE7-169D-06CCB6AE7F77}"/>
                  </a:ext>
                </a:extLst>
              </p14:cNvPr>
              <p14:cNvContentPartPr/>
              <p14:nvPr/>
            </p14:nvContentPartPr>
            <p14:xfrm>
              <a:off x="5929847" y="4415222"/>
              <a:ext cx="360" cy="360"/>
            </p14:xfrm>
          </p:contentPart>
        </mc:Choice>
        <mc:Fallback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7243C0B0-F76D-7AE7-169D-06CCB6AE7F77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5911847" y="4397222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11166C67-5DDC-AF9A-6575-F7562D4641D2}"/>
                  </a:ext>
                </a:extLst>
              </p14:cNvPr>
              <p14:cNvContentPartPr/>
              <p14:nvPr/>
            </p14:nvContentPartPr>
            <p14:xfrm>
              <a:off x="5934167" y="5573702"/>
              <a:ext cx="360" cy="360"/>
            </p14:xfrm>
          </p:contentPart>
        </mc:Choice>
        <mc:Fallback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11166C67-5DDC-AF9A-6575-F7562D4641D2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5916167" y="5556062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1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3393BC7E-F198-59C4-1290-E43EEB8897C2}"/>
                  </a:ext>
                </a:extLst>
              </p14:cNvPr>
              <p14:cNvContentPartPr/>
              <p14:nvPr/>
            </p14:nvContentPartPr>
            <p14:xfrm>
              <a:off x="4596767" y="5953862"/>
              <a:ext cx="1385280" cy="76320"/>
            </p14:xfrm>
          </p:contentPart>
        </mc:Choice>
        <mc:Fallback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3393BC7E-F198-59C4-1290-E43EEB8897C2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4578767" y="5935862"/>
                <a:ext cx="1420920" cy="11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3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6F019592-F259-5468-B492-10F6DADC4968}"/>
                  </a:ext>
                </a:extLst>
              </p14:cNvPr>
              <p14:cNvContentPartPr/>
              <p14:nvPr/>
            </p14:nvContentPartPr>
            <p14:xfrm>
              <a:off x="5847767" y="4411982"/>
              <a:ext cx="95400" cy="68400"/>
            </p14:xfrm>
          </p:contentPart>
        </mc:Choice>
        <mc:Fallback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6F019592-F259-5468-B492-10F6DADC4968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5829767" y="4393982"/>
                <a:ext cx="131040" cy="104040"/>
              </a:xfrm>
              <a:prstGeom prst="rect">
                <a:avLst/>
              </a:prstGeom>
            </p:spPr>
          </p:pic>
        </mc:Fallback>
      </mc:AlternateContent>
      <p:grpSp>
        <p:nvGrpSpPr>
          <p:cNvPr id="59" name="Group 58">
            <a:extLst>
              <a:ext uri="{FF2B5EF4-FFF2-40B4-BE49-F238E27FC236}">
                <a16:creationId xmlns:a16="http://schemas.microsoft.com/office/drawing/2014/main" id="{E9E8C7D3-0433-77B7-6941-59BFE8840989}"/>
              </a:ext>
            </a:extLst>
          </p:cNvPr>
          <p:cNvGrpSpPr/>
          <p:nvPr/>
        </p:nvGrpSpPr>
        <p:grpSpPr>
          <a:xfrm>
            <a:off x="5016527" y="5351222"/>
            <a:ext cx="114840" cy="203400"/>
            <a:chOff x="5016527" y="5351222"/>
            <a:chExt cx="114840" cy="203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9BEBE53C-DC8A-6D2B-5974-42DDFD32CE99}"/>
                    </a:ext>
                  </a:extLst>
                </p14:cNvPr>
                <p14:cNvContentPartPr/>
                <p14:nvPr/>
              </p14:nvContentPartPr>
              <p14:xfrm>
                <a:off x="5038127" y="5351222"/>
                <a:ext cx="40680" cy="4176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9BEBE53C-DC8A-6D2B-5974-42DDFD32CE99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5020127" y="5333222"/>
                  <a:ext cx="7632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16F20069-F275-9BD3-ECC7-07BAE68FFD8B}"/>
                    </a:ext>
                  </a:extLst>
                </p14:cNvPr>
                <p14:cNvContentPartPr/>
                <p14:nvPr/>
              </p14:nvContentPartPr>
              <p14:xfrm>
                <a:off x="5047127" y="5366702"/>
                <a:ext cx="26280" cy="15084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16F20069-F275-9BD3-ECC7-07BAE68FFD8B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5029487" y="5348702"/>
                  <a:ext cx="6192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251D5C77-3E18-E9CD-E2DF-F01B09A0D441}"/>
                    </a:ext>
                  </a:extLst>
                </p14:cNvPr>
                <p14:cNvContentPartPr/>
                <p14:nvPr/>
              </p14:nvContentPartPr>
              <p14:xfrm>
                <a:off x="5065847" y="5389022"/>
                <a:ext cx="25200" cy="16560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251D5C77-3E18-E9CD-E2DF-F01B09A0D441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5048207" y="5371382"/>
                  <a:ext cx="6084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4284AA2F-DF45-A0C7-5C6B-9F3F58DA3AA8}"/>
                    </a:ext>
                  </a:extLst>
                </p14:cNvPr>
                <p14:cNvContentPartPr/>
                <p14:nvPr/>
              </p14:nvContentPartPr>
              <p14:xfrm>
                <a:off x="5046407" y="5420342"/>
                <a:ext cx="84960" cy="8532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4284AA2F-DF45-A0C7-5C6B-9F3F58DA3AA8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5028767" y="5402342"/>
                  <a:ext cx="12060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DF4D71CE-88EF-57FC-849E-793728FE9E24}"/>
                    </a:ext>
                  </a:extLst>
                </p14:cNvPr>
                <p14:cNvContentPartPr/>
                <p14:nvPr/>
              </p14:nvContentPartPr>
              <p14:xfrm>
                <a:off x="5016527" y="5421782"/>
                <a:ext cx="101520" cy="9864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DF4D71CE-88EF-57FC-849E-793728FE9E24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4998887" y="5404142"/>
                  <a:ext cx="137160" cy="134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63853AD8-348A-D89C-4D64-B6146654E2A7}"/>
              </a:ext>
            </a:extLst>
          </p:cNvPr>
          <p:cNvGrpSpPr/>
          <p:nvPr/>
        </p:nvGrpSpPr>
        <p:grpSpPr>
          <a:xfrm>
            <a:off x="7764407" y="5466782"/>
            <a:ext cx="96840" cy="18720"/>
            <a:chOff x="7764407" y="5466782"/>
            <a:chExt cx="96840" cy="18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B2B3E99B-D0D7-2506-9573-7BA34612E81C}"/>
                    </a:ext>
                  </a:extLst>
                </p14:cNvPr>
                <p14:cNvContentPartPr/>
                <p14:nvPr/>
              </p14:nvContentPartPr>
              <p14:xfrm>
                <a:off x="7856567" y="5481902"/>
                <a:ext cx="4680" cy="360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B2B3E99B-D0D7-2506-9573-7BA34612E81C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7838927" y="5464262"/>
                  <a:ext cx="4032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A2F0AB1A-8810-6790-01B7-9F0E50067409}"/>
                    </a:ext>
                  </a:extLst>
                </p14:cNvPr>
                <p14:cNvContentPartPr/>
                <p14:nvPr/>
              </p14:nvContentPartPr>
              <p14:xfrm>
                <a:off x="7764407" y="5466782"/>
                <a:ext cx="3600" cy="1188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A2F0AB1A-8810-6790-01B7-9F0E50067409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7746407" y="5449142"/>
                  <a:ext cx="39240" cy="475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5262608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A46FFE2-7E2F-A03A-7F11-02C9A5A86B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4018" y="643466"/>
            <a:ext cx="8603963" cy="5571067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7D90CAE-DDAB-C865-E2A2-C88C668B7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17B94AB-8D80-4C43-803C-5BFB4A6765FB}" type="slidenum">
              <a:rPr lang="en-US" smtClean="0"/>
              <a:pPr>
                <a:spcAft>
                  <a:spcPts val="600"/>
                </a:spcAft>
              </a:pPr>
              <a:t>20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1F0BA3CD-DB76-C285-7292-405D13CAD5D5}"/>
                  </a:ext>
                </a:extLst>
              </p14:cNvPr>
              <p14:cNvContentPartPr/>
              <p14:nvPr/>
            </p14:nvContentPartPr>
            <p14:xfrm>
              <a:off x="3819167" y="1601462"/>
              <a:ext cx="316080" cy="2412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1F0BA3CD-DB76-C285-7292-405D13CAD5D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801167" y="1583462"/>
                <a:ext cx="351720" cy="59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4" name="Group 13">
            <a:extLst>
              <a:ext uri="{FF2B5EF4-FFF2-40B4-BE49-F238E27FC236}">
                <a16:creationId xmlns:a16="http://schemas.microsoft.com/office/drawing/2014/main" id="{F27CE270-4158-A08A-0BCC-B04D43EAE1D6}"/>
              </a:ext>
            </a:extLst>
          </p:cNvPr>
          <p:cNvGrpSpPr/>
          <p:nvPr/>
        </p:nvGrpSpPr>
        <p:grpSpPr>
          <a:xfrm>
            <a:off x="3881447" y="1063262"/>
            <a:ext cx="3197160" cy="414360"/>
            <a:chOff x="3881447" y="1063262"/>
            <a:chExt cx="3197160" cy="414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068285DD-6AB8-BAF3-D25A-0C837F465385}"/>
                    </a:ext>
                  </a:extLst>
                </p14:cNvPr>
                <p14:cNvContentPartPr/>
                <p14:nvPr/>
              </p14:nvContentPartPr>
              <p14:xfrm>
                <a:off x="5532407" y="1169102"/>
                <a:ext cx="1440" cy="540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068285DD-6AB8-BAF3-D25A-0C837F465385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514407" y="1151462"/>
                  <a:ext cx="3708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74A6F6AF-FF13-DB8A-ACC0-CA1520811261}"/>
                    </a:ext>
                  </a:extLst>
                </p14:cNvPr>
                <p14:cNvContentPartPr/>
                <p14:nvPr/>
              </p14:nvContentPartPr>
              <p14:xfrm>
                <a:off x="5811407" y="1198982"/>
                <a:ext cx="822240" cy="165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74A6F6AF-FF13-DB8A-ACC0-CA1520811261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793407" y="1180982"/>
                  <a:ext cx="85788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B89CB424-DDFB-4A80-A7CA-CB481A709256}"/>
                    </a:ext>
                  </a:extLst>
                </p14:cNvPr>
                <p14:cNvContentPartPr/>
                <p14:nvPr/>
              </p14:nvContentPartPr>
              <p14:xfrm>
                <a:off x="6786287" y="1189262"/>
                <a:ext cx="292320" cy="363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B89CB424-DDFB-4A80-A7CA-CB481A709256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768647" y="1171622"/>
                  <a:ext cx="32796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D92645F4-43BD-FAF7-57A8-A64F2ACCA77F}"/>
                    </a:ext>
                  </a:extLst>
                </p14:cNvPr>
                <p14:cNvContentPartPr/>
                <p14:nvPr/>
              </p14:nvContentPartPr>
              <p14:xfrm>
                <a:off x="4089887" y="1363502"/>
                <a:ext cx="338400" cy="6804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D92645F4-43BD-FAF7-57A8-A64F2ACCA77F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4072247" y="1345502"/>
                  <a:ext cx="37404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646D4D04-ACF0-4FC5-CA7A-624E900C8B13}"/>
                    </a:ext>
                  </a:extLst>
                </p14:cNvPr>
                <p14:cNvContentPartPr/>
                <p14:nvPr/>
              </p14:nvContentPartPr>
              <p14:xfrm>
                <a:off x="4776407" y="1428662"/>
                <a:ext cx="304560" cy="1908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646D4D04-ACF0-4FC5-CA7A-624E900C8B13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4758767" y="1410662"/>
                  <a:ext cx="34020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6188581D-13A3-06B4-25FE-43265C8772B8}"/>
                    </a:ext>
                  </a:extLst>
                </p14:cNvPr>
                <p14:cNvContentPartPr/>
                <p14:nvPr/>
              </p14:nvContentPartPr>
              <p14:xfrm>
                <a:off x="5499287" y="1397702"/>
                <a:ext cx="272160" cy="2844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6188581D-13A3-06B4-25FE-43265C8772B8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5481647" y="1379702"/>
                  <a:ext cx="30780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02BC04CB-A89C-F31E-C62A-7644021B3A2F}"/>
                    </a:ext>
                  </a:extLst>
                </p14:cNvPr>
                <p14:cNvContentPartPr/>
                <p14:nvPr/>
              </p14:nvContentPartPr>
              <p14:xfrm>
                <a:off x="3881447" y="1063262"/>
                <a:ext cx="2109600" cy="4143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02BC04CB-A89C-F31E-C62A-7644021B3A2F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3863807" y="1045262"/>
                  <a:ext cx="2145240" cy="450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B49B514F-5E2D-FFEE-2AF7-3E1A2ADF5E52}"/>
                  </a:ext>
                </a:extLst>
              </p14:cNvPr>
              <p14:cNvContentPartPr/>
              <p14:nvPr/>
            </p14:nvContentPartPr>
            <p14:xfrm>
              <a:off x="8494487" y="1530902"/>
              <a:ext cx="369360" cy="72900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B49B514F-5E2D-FFEE-2AF7-3E1A2ADF5E52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8476847" y="1513262"/>
                <a:ext cx="405000" cy="76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78504BF0-E461-7A50-5B06-E8B15E9A76D1}"/>
                  </a:ext>
                </a:extLst>
              </p14:cNvPr>
              <p14:cNvContentPartPr/>
              <p14:nvPr/>
            </p14:nvContentPartPr>
            <p14:xfrm>
              <a:off x="3550967" y="2029142"/>
              <a:ext cx="568800" cy="40104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78504BF0-E461-7A50-5B06-E8B15E9A76D1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3532967" y="2011502"/>
                <a:ext cx="604440" cy="43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E231E6E4-CB5D-9C9D-A89A-4308CBC22AF8}"/>
                  </a:ext>
                </a:extLst>
              </p14:cNvPr>
              <p14:cNvContentPartPr/>
              <p14:nvPr/>
            </p14:nvContentPartPr>
            <p14:xfrm>
              <a:off x="2564567" y="2420102"/>
              <a:ext cx="441720" cy="257868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E231E6E4-CB5D-9C9D-A89A-4308CBC22AF8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2546927" y="2402102"/>
                <a:ext cx="477360" cy="2614320"/>
              </a:xfrm>
              <a:prstGeom prst="rect">
                <a:avLst/>
              </a:prstGeom>
            </p:spPr>
          </p:pic>
        </mc:Fallback>
      </mc:AlternateContent>
      <p:grpSp>
        <p:nvGrpSpPr>
          <p:cNvPr id="20" name="Group 19">
            <a:extLst>
              <a:ext uri="{FF2B5EF4-FFF2-40B4-BE49-F238E27FC236}">
                <a16:creationId xmlns:a16="http://schemas.microsoft.com/office/drawing/2014/main" id="{47E163C1-4F80-370C-D6A9-31B62002FA64}"/>
              </a:ext>
            </a:extLst>
          </p:cNvPr>
          <p:cNvGrpSpPr/>
          <p:nvPr/>
        </p:nvGrpSpPr>
        <p:grpSpPr>
          <a:xfrm>
            <a:off x="8905967" y="1678142"/>
            <a:ext cx="608760" cy="191880"/>
            <a:chOff x="8905967" y="1678142"/>
            <a:chExt cx="608760" cy="191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A72231B6-09E4-BF5B-697F-834BD6FF1247}"/>
                    </a:ext>
                  </a:extLst>
                </p14:cNvPr>
                <p14:cNvContentPartPr/>
                <p14:nvPr/>
              </p14:nvContentPartPr>
              <p14:xfrm>
                <a:off x="8909927" y="1693622"/>
                <a:ext cx="604800" cy="12528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A72231B6-09E4-BF5B-697F-834BD6FF1247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8891927" y="1675982"/>
                  <a:ext cx="64044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A674F2A8-7F45-099B-26E3-F55E87524EC1}"/>
                    </a:ext>
                  </a:extLst>
                </p14:cNvPr>
                <p14:cNvContentPartPr/>
                <p14:nvPr/>
              </p14:nvContentPartPr>
              <p14:xfrm>
                <a:off x="8905967" y="1678142"/>
                <a:ext cx="281880" cy="1918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A674F2A8-7F45-099B-26E3-F55E87524EC1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8888327" y="1660142"/>
                  <a:ext cx="317520" cy="227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507D104-E241-F19D-5416-5D3B0572F6C4}"/>
              </a:ext>
            </a:extLst>
          </p:cNvPr>
          <p:cNvGrpSpPr/>
          <p:nvPr/>
        </p:nvGrpSpPr>
        <p:grpSpPr>
          <a:xfrm>
            <a:off x="3507047" y="5741822"/>
            <a:ext cx="854280" cy="164520"/>
            <a:chOff x="3507047" y="5741822"/>
            <a:chExt cx="854280" cy="164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CEA7CA5C-D014-2E30-B5C8-3D45693FFCFA}"/>
                    </a:ext>
                  </a:extLst>
                </p14:cNvPr>
                <p14:cNvContentPartPr/>
                <p14:nvPr/>
              </p14:nvContentPartPr>
              <p14:xfrm>
                <a:off x="3507047" y="5741822"/>
                <a:ext cx="804600" cy="5544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CEA7CA5C-D014-2E30-B5C8-3D45693FFCFA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3489407" y="5723822"/>
                  <a:ext cx="84024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9DB0CFF7-B9F6-3D6A-36EE-7E80ADE1A050}"/>
                    </a:ext>
                  </a:extLst>
                </p14:cNvPr>
                <p14:cNvContentPartPr/>
                <p14:nvPr/>
              </p14:nvContentPartPr>
              <p14:xfrm>
                <a:off x="3581567" y="5835422"/>
                <a:ext cx="779760" cy="7092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9DB0CFF7-B9F6-3D6A-36EE-7E80ADE1A050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3563927" y="5817422"/>
                  <a:ext cx="815400" cy="1065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9976445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accent4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Placeholder 4">
                <a:extLst>
                  <a:ext uri="{FF2B5EF4-FFF2-40B4-BE49-F238E27FC236}">
                    <a16:creationId xmlns:a16="http://schemas.microsoft.com/office/drawing/2014/main" id="{C7A30584-561E-421E-9A68-38E2760E7813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838200" y="1825624"/>
                <a:ext cx="10913828" cy="4447955"/>
              </a:xfrm>
            </p:spPr>
            <p:txBody>
              <a:bodyPr/>
              <a:lstStyle/>
              <a:p>
                <a:r>
                  <a:rPr lang="en-US" dirty="0">
                    <a:latin typeface="TeXGyrePagella-Regular" panose="02000603020200000003" pitchFamily="50" charset="0"/>
                    <a:ea typeface="TeXGyrePagella-Regular" panose="02000603020200000003" pitchFamily="50" charset="0"/>
                    <a:cs typeface="TeXGyrePagella-Regular" panose="02000603020200000003" pitchFamily="50" charset="0"/>
                  </a:rPr>
                  <a:t>Used in root-finding methods</a:t>
                </a:r>
              </a:p>
              <a:p>
                <a:r>
                  <a:rPr lang="en-US" dirty="0">
                    <a:latin typeface="TeXGyrePagella-Regular" panose="02000603020200000003" pitchFamily="50" charset="0"/>
                    <a:ea typeface="TeXGyrePagella-Regular" panose="02000603020200000003" pitchFamily="50" charset="0"/>
                    <a:cs typeface="TeXGyrePagella-Regular" panose="02000603020200000003" pitchFamily="50" charset="0"/>
                  </a:rPr>
                  <a:t>When applied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TeXGyrePagella-Regular" panose="02000603020200000003" pitchFamily="50" charset="0"/>
                        <a:cs typeface="TeXGyrePagella-Regular" panose="02000603020200000003" pitchFamily="50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TeXGyrePagella-Regular" panose="02000603020200000003" pitchFamily="50" charset="0"/>
                        <a:cs typeface="TeXGyrePagella-Regular" panose="02000603020200000003" pitchFamily="50" charset="0"/>
                      </a:rPr>
                      <m:t>′(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TeXGyrePagella-Regular" panose="02000603020200000003" pitchFamily="50" charset="0"/>
                        <a:cs typeface="TeXGyrePagella-Regular" panose="02000603020200000003" pitchFamily="50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TeXGyrePagella-Regular" panose="02000603020200000003" pitchFamily="50" charset="0"/>
                        <a:cs typeface="TeXGyrePagella-Regular" panose="02000603020200000003" pitchFamily="50" charset="0"/>
                      </a:rPr>
                      <m:t>)</m:t>
                    </m:r>
                  </m:oMath>
                </a14:m>
                <a:r>
                  <a:rPr lang="en-US" dirty="0">
                    <a:latin typeface="TeXGyrePagella-Italic" panose="02000603020200000004" pitchFamily="50" charset="0"/>
                    <a:ea typeface="TeXGyrePagella-Italic" panose="02000603020200000004" pitchFamily="50" charset="0"/>
                    <a:cs typeface="TeXGyrePagella-Italic" panose="02000603020200000004" pitchFamily="50" charset="0"/>
                  </a:rPr>
                  <a:t>, </a:t>
                </a:r>
                <a:r>
                  <a:rPr lang="en-US" dirty="0">
                    <a:latin typeface="TeXGyrePagella-Regular" panose="02000603020200000003" pitchFamily="50" charset="0"/>
                    <a:ea typeface="TeXGyrePagella-Regular" panose="02000603020200000003" pitchFamily="50" charset="0"/>
                    <a:cs typeface="TeXGyrePagella-Regular" panose="02000603020200000003" pitchFamily="50" charset="0"/>
                  </a:rPr>
                  <a:t>can be used to find minimum</a:t>
                </a:r>
              </a:p>
              <a:p>
                <a:endParaRPr lang="en-US" dirty="0">
                  <a:latin typeface="TeXGyrePagella-Regular" panose="02000603020200000003" pitchFamily="50" charset="0"/>
                  <a:ea typeface="TeXGyrePagella-Regular" panose="02000603020200000003" pitchFamily="50" charset="0"/>
                  <a:cs typeface="TeXGyrePagella-Regular" panose="02000603020200000003" pitchFamily="50" charset="0"/>
                </a:endParaRPr>
              </a:p>
              <a:p>
                <a:endParaRPr lang="en-US" dirty="0">
                  <a:latin typeface="TeXGyrePagella-Regular" panose="02000603020200000003" pitchFamily="50" charset="0"/>
                  <a:ea typeface="TeXGyrePagella-Regular" panose="02000603020200000003" pitchFamily="50" charset="0"/>
                  <a:cs typeface="TeXGyrePagella-Regular" panose="02000603020200000003" pitchFamily="50" charset="0"/>
                </a:endParaRPr>
              </a:p>
              <a:p>
                <a:endParaRPr lang="en-US" dirty="0">
                  <a:latin typeface="TeXGyrePagella-Regular" panose="02000603020200000003" pitchFamily="50" charset="0"/>
                  <a:ea typeface="TeXGyrePagella-Regular" panose="02000603020200000003" pitchFamily="50" charset="0"/>
                  <a:cs typeface="TeXGyrePagella-Regular" panose="02000603020200000003" pitchFamily="50" charset="0"/>
                </a:endParaRPr>
              </a:p>
              <a:p>
                <a:endParaRPr lang="en-US" dirty="0">
                  <a:latin typeface="TeXGyrePagella-Regular" panose="02000603020200000003" pitchFamily="50" charset="0"/>
                  <a:ea typeface="TeXGyrePagella-Regular" panose="02000603020200000003" pitchFamily="50" charset="0"/>
                  <a:cs typeface="TeXGyrePagella-Regular" panose="02000603020200000003" pitchFamily="50" charset="0"/>
                </a:endParaRPr>
              </a:p>
              <a:p>
                <a:endParaRPr lang="en-US" dirty="0">
                  <a:latin typeface="TeXGyrePagella-Regular" panose="02000603020200000003" pitchFamily="50" charset="0"/>
                  <a:ea typeface="TeXGyrePagella-Regular" panose="02000603020200000003" pitchFamily="50" charset="0"/>
                  <a:cs typeface="TeXGyrePagella-Regular" panose="02000603020200000003" pitchFamily="50" charset="0"/>
                </a:endParaRPr>
              </a:p>
            </p:txBody>
          </p:sp>
        </mc:Choice>
        <mc:Fallback xmlns="">
          <p:sp>
            <p:nvSpPr>
              <p:cNvPr id="8" name="Text Placeholder 4">
                <a:extLst>
                  <a:ext uri="{FF2B5EF4-FFF2-40B4-BE49-F238E27FC236}">
                    <a16:creationId xmlns:a16="http://schemas.microsoft.com/office/drawing/2014/main" id="{C7A30584-561E-421E-9A68-38E2760E781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838200" y="1825624"/>
                <a:ext cx="10913828" cy="4447955"/>
              </a:xfrm>
              <a:blipFill>
                <a:blip r:embed="rId2"/>
                <a:stretch>
                  <a:fillRect l="-1006" t="-20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1A002ADA-C6E9-484A-A572-1DA57FABF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0" i="1" u="none" strike="noStrike" baseline="0" dirty="0">
                <a:latin typeface="TeXGyrePagella-Italic" panose="02000603020200000004" pitchFamily="50" charset="0"/>
              </a:rPr>
              <a:t>Bisection Method</a:t>
            </a:r>
            <a:endParaRPr lang="en-US" b="0" i="0" u="none" strike="noStrike" baseline="0" dirty="0">
              <a:latin typeface="TeXGyrePagella-Regular" panose="02000603020200000003" pitchFamily="50" charset="0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F99B39EB-7193-4460-80E2-6B277C4DB5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6632" y="3429000"/>
            <a:ext cx="10957168" cy="2248231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8999B2B-57CD-4D59-B859-377934B40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A2B03-C065-430E-988D-44590E20A90E}" type="slidenum">
              <a:rPr lang="en-US" smtClean="0"/>
              <a:t>21</a:t>
            </a:fld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42A7C53-CFE3-ED44-DFB6-7D21212E635A}"/>
              </a:ext>
            </a:extLst>
          </p:cNvPr>
          <p:cNvGrpSpPr/>
          <p:nvPr/>
        </p:nvGrpSpPr>
        <p:grpSpPr>
          <a:xfrm>
            <a:off x="5804207" y="2007542"/>
            <a:ext cx="255960" cy="148680"/>
            <a:chOff x="5804207" y="2007542"/>
            <a:chExt cx="255960" cy="148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E0947A20-6A87-7CC2-5D8D-FEF1774C5CC3}"/>
                    </a:ext>
                  </a:extLst>
                </p14:cNvPr>
                <p14:cNvContentPartPr/>
                <p14:nvPr/>
              </p14:nvContentPartPr>
              <p14:xfrm>
                <a:off x="5880527" y="2069462"/>
                <a:ext cx="179640" cy="540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E0947A20-6A87-7CC2-5D8D-FEF1774C5CC3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862887" y="2051822"/>
                  <a:ext cx="21528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6768AF8E-F4F2-DFBE-F322-1CEF28388426}"/>
                    </a:ext>
                  </a:extLst>
                </p14:cNvPr>
                <p14:cNvContentPartPr/>
                <p14:nvPr/>
              </p14:nvContentPartPr>
              <p14:xfrm>
                <a:off x="5804207" y="2007542"/>
                <a:ext cx="143280" cy="14868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6768AF8E-F4F2-DFBE-F322-1CEF28388426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786207" y="1989902"/>
                  <a:ext cx="178920" cy="184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90AAC860-A888-0C13-5CC6-CEBE1FF8E276}"/>
              </a:ext>
            </a:extLst>
          </p:cNvPr>
          <p:cNvGrpSpPr/>
          <p:nvPr/>
        </p:nvGrpSpPr>
        <p:grpSpPr>
          <a:xfrm>
            <a:off x="6605207" y="1872902"/>
            <a:ext cx="1116000" cy="364320"/>
            <a:chOff x="6605207" y="1872902"/>
            <a:chExt cx="1116000" cy="364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3AC57BD2-C8D4-EB8C-1413-A2F939E7A0D6}"/>
                    </a:ext>
                  </a:extLst>
                </p14:cNvPr>
                <p14:cNvContentPartPr/>
                <p14:nvPr/>
              </p14:nvContentPartPr>
              <p14:xfrm>
                <a:off x="6605207" y="1872902"/>
                <a:ext cx="142200" cy="36432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3AC57BD2-C8D4-EB8C-1413-A2F939E7A0D6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587567" y="1854902"/>
                  <a:ext cx="177840" cy="39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930138BD-C1F5-4339-FB60-009E240A66AE}"/>
                    </a:ext>
                  </a:extLst>
                </p14:cNvPr>
                <p14:cNvContentPartPr/>
                <p14:nvPr/>
              </p14:nvContentPartPr>
              <p14:xfrm>
                <a:off x="6641207" y="2077742"/>
                <a:ext cx="159840" cy="8208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930138BD-C1F5-4339-FB60-009E240A66AE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6623567" y="2060102"/>
                  <a:ext cx="19548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5A3AE07C-57E1-5080-1D26-2F8B73B9FE55}"/>
                    </a:ext>
                  </a:extLst>
                </p14:cNvPr>
                <p14:cNvContentPartPr/>
                <p14:nvPr/>
              </p14:nvContentPartPr>
              <p14:xfrm>
                <a:off x="6850727" y="1909262"/>
                <a:ext cx="45720" cy="2091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5A3AE07C-57E1-5080-1D26-2F8B73B9FE55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6833087" y="1891622"/>
                  <a:ext cx="8136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49F7290C-5B7E-B2E1-2C46-E3889F6AE1A1}"/>
                    </a:ext>
                  </a:extLst>
                </p14:cNvPr>
                <p14:cNvContentPartPr/>
                <p14:nvPr/>
              </p14:nvContentPartPr>
              <p14:xfrm>
                <a:off x="6921647" y="1940582"/>
                <a:ext cx="190440" cy="16308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49F7290C-5B7E-B2E1-2C46-E3889F6AE1A1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903647" y="1922582"/>
                  <a:ext cx="22608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51CC4FC8-61F7-C362-C7D3-77CCAEA5BE46}"/>
                    </a:ext>
                  </a:extLst>
                </p14:cNvPr>
                <p14:cNvContentPartPr/>
                <p14:nvPr/>
              </p14:nvContentPartPr>
              <p14:xfrm>
                <a:off x="6970247" y="2017622"/>
                <a:ext cx="96120" cy="3132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51CC4FC8-61F7-C362-C7D3-77CCAEA5BE46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6952247" y="1999982"/>
                  <a:ext cx="13176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B3499421-3B8D-5685-9C7D-19EBF7E2D240}"/>
                    </a:ext>
                  </a:extLst>
                </p14:cNvPr>
                <p14:cNvContentPartPr/>
                <p14:nvPr/>
              </p14:nvContentPartPr>
              <p14:xfrm>
                <a:off x="7156367" y="1899902"/>
                <a:ext cx="66600" cy="2368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B3499421-3B8D-5685-9C7D-19EBF7E2D240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7138727" y="1881902"/>
                  <a:ext cx="102240" cy="27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002DFB8D-391D-E463-C778-C217C5F2ADBF}"/>
                    </a:ext>
                  </a:extLst>
                </p14:cNvPr>
                <p14:cNvContentPartPr/>
                <p14:nvPr/>
              </p14:nvContentPartPr>
              <p14:xfrm>
                <a:off x="7312247" y="2021942"/>
                <a:ext cx="62280" cy="205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002DFB8D-391D-E463-C778-C217C5F2ADBF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7294247" y="2003942"/>
                  <a:ext cx="9792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682BA564-80D4-10AB-9183-E41784FF61D6}"/>
                    </a:ext>
                  </a:extLst>
                </p14:cNvPr>
                <p14:cNvContentPartPr/>
                <p14:nvPr/>
              </p14:nvContentPartPr>
              <p14:xfrm>
                <a:off x="7318727" y="2077742"/>
                <a:ext cx="43200" cy="1980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682BA564-80D4-10AB-9183-E41784FF61D6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7300727" y="2060102"/>
                  <a:ext cx="7884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B69A9389-01B6-C20B-4A6C-BB8E5CD53727}"/>
                    </a:ext>
                  </a:extLst>
                </p14:cNvPr>
                <p14:cNvContentPartPr/>
                <p14:nvPr/>
              </p14:nvContentPartPr>
              <p14:xfrm>
                <a:off x="7541567" y="1935902"/>
                <a:ext cx="179640" cy="17100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B69A9389-01B6-C20B-4A6C-BB8E5CD53727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7523927" y="1917902"/>
                  <a:ext cx="215280" cy="206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405C7064-E14E-32D9-6B2C-0E34A5121824}"/>
                  </a:ext>
                </a:extLst>
              </p14:cNvPr>
              <p14:cNvContentPartPr/>
              <p14:nvPr/>
            </p14:nvContentPartPr>
            <p14:xfrm>
              <a:off x="3615767" y="2869382"/>
              <a:ext cx="745920" cy="7236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405C7064-E14E-32D9-6B2C-0E34A5121824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3597767" y="2851742"/>
                <a:ext cx="781560" cy="10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33" name="Group 32">
            <a:extLst>
              <a:ext uri="{FF2B5EF4-FFF2-40B4-BE49-F238E27FC236}">
                <a16:creationId xmlns:a16="http://schemas.microsoft.com/office/drawing/2014/main" id="{7F0ED3AB-9FE4-D2C4-E19E-333A93E2AABC}"/>
              </a:ext>
            </a:extLst>
          </p:cNvPr>
          <p:cNvGrpSpPr/>
          <p:nvPr/>
        </p:nvGrpSpPr>
        <p:grpSpPr>
          <a:xfrm>
            <a:off x="4768847" y="2850662"/>
            <a:ext cx="1517040" cy="590400"/>
            <a:chOff x="4768847" y="2850662"/>
            <a:chExt cx="1517040" cy="590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23C332C2-1EA5-5FEB-6B25-625FB5A5516F}"/>
                    </a:ext>
                  </a:extLst>
                </p14:cNvPr>
                <p14:cNvContentPartPr/>
                <p14:nvPr/>
              </p14:nvContentPartPr>
              <p14:xfrm>
                <a:off x="4803407" y="2915822"/>
                <a:ext cx="126000" cy="33372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23C332C2-1EA5-5FEB-6B25-625FB5A5516F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4785767" y="2897822"/>
                  <a:ext cx="161640" cy="36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F72F3826-A799-259B-2A81-F4903A760CD1}"/>
                    </a:ext>
                  </a:extLst>
                </p14:cNvPr>
                <p14:cNvContentPartPr/>
                <p14:nvPr/>
              </p14:nvContentPartPr>
              <p14:xfrm>
                <a:off x="4828607" y="3134342"/>
                <a:ext cx="60120" cy="5508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F72F3826-A799-259B-2A81-F4903A760CD1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4810967" y="3116702"/>
                  <a:ext cx="9576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40F250D2-7A78-EBFD-36C5-30555B2695B8}"/>
                    </a:ext>
                  </a:extLst>
                </p14:cNvPr>
                <p14:cNvContentPartPr/>
                <p14:nvPr/>
              </p14:nvContentPartPr>
              <p14:xfrm>
                <a:off x="4987367" y="2850662"/>
                <a:ext cx="20160" cy="15300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40F250D2-7A78-EBFD-36C5-30555B2695B8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4969367" y="2832662"/>
                  <a:ext cx="5580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7FED62E8-DDAB-0A07-5F21-92479B06AB49}"/>
                    </a:ext>
                  </a:extLst>
                </p14:cNvPr>
                <p14:cNvContentPartPr/>
                <p14:nvPr/>
              </p14:nvContentPartPr>
              <p14:xfrm>
                <a:off x="5055047" y="2919422"/>
                <a:ext cx="59040" cy="2102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7FED62E8-DDAB-0A07-5F21-92479B06AB49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5037047" y="2901782"/>
                  <a:ext cx="9468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A7417DC4-CB28-DEC1-2CFC-C7B456EC5EEC}"/>
                    </a:ext>
                  </a:extLst>
                </p14:cNvPr>
                <p14:cNvContentPartPr/>
                <p14:nvPr/>
              </p14:nvContentPartPr>
              <p14:xfrm>
                <a:off x="5160527" y="2979902"/>
                <a:ext cx="183960" cy="1407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A7417DC4-CB28-DEC1-2CFC-C7B456EC5EEC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5142887" y="2961902"/>
                  <a:ext cx="21960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478FA85D-5729-9200-893E-F128B581642C}"/>
                    </a:ext>
                  </a:extLst>
                </p14:cNvPr>
                <p14:cNvContentPartPr/>
                <p14:nvPr/>
              </p14:nvContentPartPr>
              <p14:xfrm>
                <a:off x="5201927" y="3038222"/>
                <a:ext cx="131760" cy="5724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478FA85D-5729-9200-893E-F128B581642C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5184287" y="3020222"/>
                  <a:ext cx="16740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381D9161-BCBD-809D-BE66-FC2CFFBFDF38}"/>
                    </a:ext>
                  </a:extLst>
                </p14:cNvPr>
                <p14:cNvContentPartPr/>
                <p14:nvPr/>
              </p14:nvContentPartPr>
              <p14:xfrm>
                <a:off x="5386247" y="2894942"/>
                <a:ext cx="72360" cy="28620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381D9161-BCBD-809D-BE66-FC2CFFBFDF38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5368607" y="2877302"/>
                  <a:ext cx="108000" cy="32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26BD383D-CD24-EDE8-6E43-74563D3D11B6}"/>
                    </a:ext>
                  </a:extLst>
                </p14:cNvPr>
                <p14:cNvContentPartPr/>
                <p14:nvPr/>
              </p14:nvContentPartPr>
              <p14:xfrm>
                <a:off x="5633567" y="3014822"/>
                <a:ext cx="87120" cy="219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26BD383D-CD24-EDE8-6E43-74563D3D11B6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5615927" y="2997182"/>
                  <a:ext cx="12276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E7EC2E19-54A8-05E1-9EEA-F6F0C5986CDD}"/>
                    </a:ext>
                  </a:extLst>
                </p14:cNvPr>
                <p14:cNvContentPartPr/>
                <p14:nvPr/>
              </p14:nvContentPartPr>
              <p14:xfrm>
                <a:off x="5645807" y="3085742"/>
                <a:ext cx="108000" cy="1440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E7EC2E19-54A8-05E1-9EEA-F6F0C5986CDD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5627807" y="3067742"/>
                  <a:ext cx="14364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81014B31-2FC9-8120-A768-1DB7533E7C3D}"/>
                    </a:ext>
                  </a:extLst>
                </p14:cNvPr>
                <p14:cNvContentPartPr/>
                <p14:nvPr/>
              </p14:nvContentPartPr>
              <p14:xfrm>
                <a:off x="5868647" y="2946422"/>
                <a:ext cx="199800" cy="20448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81014B31-2FC9-8120-A768-1DB7533E7C3D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5851007" y="2928422"/>
                  <a:ext cx="23544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5D0A0D5A-64F6-23D6-209E-8C24CFE2EF5D}"/>
                    </a:ext>
                  </a:extLst>
                </p14:cNvPr>
                <p14:cNvContentPartPr/>
                <p14:nvPr/>
              </p14:nvContentPartPr>
              <p14:xfrm>
                <a:off x="4768847" y="3197342"/>
                <a:ext cx="1517040" cy="24372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5D0A0D5A-64F6-23D6-209E-8C24CFE2EF5D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4751207" y="3179702"/>
                  <a:ext cx="155268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E7AA3B03-3A07-16A8-0AAC-13500E6105CF}"/>
                    </a:ext>
                  </a:extLst>
                </p14:cNvPr>
                <p14:cNvContentPartPr/>
                <p14:nvPr/>
              </p14:nvContentPartPr>
              <p14:xfrm>
                <a:off x="6208127" y="3242702"/>
                <a:ext cx="57600" cy="16308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E7AA3B03-3A07-16A8-0AAC-13500E6105CF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6190127" y="3224702"/>
                  <a:ext cx="93240" cy="198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DD5A1487-28BA-18D4-93C5-19BA96F2C810}"/>
              </a:ext>
            </a:extLst>
          </p:cNvPr>
          <p:cNvGrpSpPr/>
          <p:nvPr/>
        </p:nvGrpSpPr>
        <p:grpSpPr>
          <a:xfrm>
            <a:off x="2296367" y="5268782"/>
            <a:ext cx="1204920" cy="290160"/>
            <a:chOff x="2296367" y="5268782"/>
            <a:chExt cx="1204920" cy="290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C28EF0FB-91EA-62E2-3FD5-C74A224D3FEF}"/>
                    </a:ext>
                  </a:extLst>
                </p14:cNvPr>
                <p14:cNvContentPartPr/>
                <p14:nvPr/>
              </p14:nvContentPartPr>
              <p14:xfrm>
                <a:off x="2296367" y="5268782"/>
                <a:ext cx="1204920" cy="24732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C28EF0FB-91EA-62E2-3FD5-C74A224D3FEF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2278727" y="5250782"/>
                  <a:ext cx="1240560" cy="28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8680B125-5AD6-F609-4F40-1001427C9E53}"/>
                    </a:ext>
                  </a:extLst>
                </p14:cNvPr>
                <p14:cNvContentPartPr/>
                <p14:nvPr/>
              </p14:nvContentPartPr>
              <p14:xfrm>
                <a:off x="2914487" y="5344382"/>
                <a:ext cx="10080" cy="2376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8680B125-5AD6-F609-4F40-1001427C9E53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2896847" y="5326382"/>
                  <a:ext cx="4572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806A668E-C31B-329F-5A57-F853EC3342E9}"/>
                    </a:ext>
                  </a:extLst>
                </p14:cNvPr>
                <p14:cNvContentPartPr/>
                <p14:nvPr/>
              </p14:nvContentPartPr>
              <p14:xfrm>
                <a:off x="2310407" y="5313422"/>
                <a:ext cx="322200" cy="24552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806A668E-C31B-329F-5A57-F853EC3342E9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2292407" y="5295422"/>
                  <a:ext cx="357840" cy="281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FBF41B8A-03A7-18D9-E7ED-2B4D195341E0}"/>
              </a:ext>
            </a:extLst>
          </p:cNvPr>
          <p:cNvGrpSpPr/>
          <p:nvPr/>
        </p:nvGrpSpPr>
        <p:grpSpPr>
          <a:xfrm>
            <a:off x="4915007" y="5184902"/>
            <a:ext cx="553680" cy="771120"/>
            <a:chOff x="4915007" y="5184902"/>
            <a:chExt cx="553680" cy="771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B9F63FD4-1C72-DE80-37BE-EFA4B8BF9F2B}"/>
                    </a:ext>
                  </a:extLst>
                </p14:cNvPr>
                <p14:cNvContentPartPr/>
                <p14:nvPr/>
              </p14:nvContentPartPr>
              <p14:xfrm>
                <a:off x="4915007" y="5246462"/>
                <a:ext cx="553680" cy="23256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B9F63FD4-1C72-DE80-37BE-EFA4B8BF9F2B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4897367" y="5228462"/>
                  <a:ext cx="58932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9E7887BE-09BF-6916-82DB-37D3F6C3E614}"/>
                    </a:ext>
                  </a:extLst>
                </p14:cNvPr>
                <p14:cNvContentPartPr/>
                <p14:nvPr/>
              </p14:nvContentPartPr>
              <p14:xfrm>
                <a:off x="5206607" y="5565782"/>
                <a:ext cx="45000" cy="15948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9E7887BE-09BF-6916-82DB-37D3F6C3E614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5188967" y="5548142"/>
                  <a:ext cx="8064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9C9FAE75-1537-421D-9EBA-C498EEC7F204}"/>
                    </a:ext>
                  </a:extLst>
                </p14:cNvPr>
                <p14:cNvContentPartPr/>
                <p14:nvPr/>
              </p14:nvContentPartPr>
              <p14:xfrm>
                <a:off x="5134247" y="5731382"/>
                <a:ext cx="179280" cy="1764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9C9FAE75-1537-421D-9EBA-C498EEC7F204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5116247" y="5713382"/>
                  <a:ext cx="21492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27864B01-2290-9F9B-F2D3-C3D41615B47C}"/>
                    </a:ext>
                  </a:extLst>
                </p14:cNvPr>
                <p14:cNvContentPartPr/>
                <p14:nvPr/>
              </p14:nvContentPartPr>
              <p14:xfrm>
                <a:off x="5179967" y="5830742"/>
                <a:ext cx="153000" cy="12528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27864B01-2290-9F9B-F2D3-C3D41615B47C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5161967" y="5812742"/>
                  <a:ext cx="18864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82A57401-9C50-B9B8-423B-710E7F72B398}"/>
                    </a:ext>
                  </a:extLst>
                </p14:cNvPr>
                <p14:cNvContentPartPr/>
                <p14:nvPr/>
              </p14:nvContentPartPr>
              <p14:xfrm>
                <a:off x="5191487" y="5184902"/>
                <a:ext cx="39600" cy="41580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82A57401-9C50-B9B8-423B-710E7F72B398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5173487" y="5166902"/>
                  <a:ext cx="75240" cy="451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9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8700D3CC-5A14-CAB6-09E2-B49DF417AAFD}"/>
                  </a:ext>
                </a:extLst>
              </p14:cNvPr>
              <p14:cNvContentPartPr/>
              <p14:nvPr/>
            </p14:nvContentPartPr>
            <p14:xfrm>
              <a:off x="7786007" y="5260502"/>
              <a:ext cx="257760" cy="194040"/>
            </p14:xfrm>
          </p:contentPart>
        </mc:Choice>
        <mc:Fallback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8700D3CC-5A14-CAB6-09E2-B49DF417AAFD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7768367" y="5242862"/>
                <a:ext cx="293400" cy="22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1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C1C3713A-313E-F3E6-1A15-87DD2F9B157B}"/>
                  </a:ext>
                </a:extLst>
              </p14:cNvPr>
              <p14:cNvContentPartPr/>
              <p14:nvPr/>
            </p14:nvContentPartPr>
            <p14:xfrm>
              <a:off x="10385927" y="5287862"/>
              <a:ext cx="172440" cy="124560"/>
            </p14:xfrm>
          </p:contentPart>
        </mc:Choice>
        <mc:Fallback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C1C3713A-313E-F3E6-1A15-87DD2F9B157B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10368287" y="5269862"/>
                <a:ext cx="208080" cy="16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3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16F4ECFF-FF7E-90B9-3E79-91416A9934F3}"/>
                  </a:ext>
                </a:extLst>
              </p14:cNvPr>
              <p14:cNvContentPartPr/>
              <p14:nvPr/>
            </p14:nvContentPartPr>
            <p14:xfrm>
              <a:off x="5020847" y="3701702"/>
              <a:ext cx="4320" cy="3240"/>
            </p14:xfrm>
          </p:contentPart>
        </mc:Choice>
        <mc:Fallback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16F4ECFF-FF7E-90B9-3E79-91416A9934F3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5002847" y="3683702"/>
                <a:ext cx="39960" cy="38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096533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DCB5DF4-DFD7-0D87-DDF9-557CDD917C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4018" y="643466"/>
            <a:ext cx="8603963" cy="5571067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BAE0453-1D95-F0B4-2BF6-0F2AA4E27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17B94AB-8D80-4C43-803C-5BFB4A6765FB}" type="slidenum">
              <a:rPr lang="en-US" smtClean="0"/>
              <a:pPr>
                <a:spcAft>
                  <a:spcPts val="600"/>
                </a:spcAft>
              </a:pPr>
              <a:t>22</a:t>
            </a:fld>
            <a:endParaRPr lang="en-US"/>
          </a:p>
        </p:txBody>
      </p:sp>
      <p:pic>
        <p:nvPicPr>
          <p:cNvPr id="5" name="Picture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2D1553E4-D19E-10A8-0F32-8BD28CFEF0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434" y="0"/>
            <a:ext cx="10859131" cy="68580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5949A46D-F802-F30B-1006-E531B6ADFF2C}"/>
                  </a:ext>
                </a:extLst>
              </p14:cNvPr>
              <p14:cNvContentPartPr/>
              <p14:nvPr/>
            </p14:nvContentPartPr>
            <p14:xfrm>
              <a:off x="3816287" y="697142"/>
              <a:ext cx="191520" cy="9612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5949A46D-F802-F30B-1006-E531B6ADFF2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798287" y="679142"/>
                <a:ext cx="227160" cy="13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4E2BFF60-08D9-B073-DDE3-08880B44C55D}"/>
                  </a:ext>
                </a:extLst>
              </p14:cNvPr>
              <p14:cNvContentPartPr/>
              <p14:nvPr/>
            </p14:nvContentPartPr>
            <p14:xfrm>
              <a:off x="7996607" y="338582"/>
              <a:ext cx="635040" cy="73908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4E2BFF60-08D9-B073-DDE3-08880B44C55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978607" y="320582"/>
                <a:ext cx="670680" cy="77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2BBB0C2B-CD63-C64A-C97A-5DAC9AAE756D}"/>
                  </a:ext>
                </a:extLst>
              </p14:cNvPr>
              <p14:cNvContentPartPr/>
              <p14:nvPr/>
            </p14:nvContentPartPr>
            <p14:xfrm>
              <a:off x="8363087" y="481502"/>
              <a:ext cx="45360" cy="13968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2BBB0C2B-CD63-C64A-C97A-5DAC9AAE756D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345447" y="463502"/>
                <a:ext cx="81000" cy="17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CB888CC9-85E1-FA74-E103-4EFE2AF068CD}"/>
                  </a:ext>
                </a:extLst>
              </p14:cNvPr>
              <p14:cNvContentPartPr/>
              <p14:nvPr/>
            </p14:nvContentPartPr>
            <p14:xfrm>
              <a:off x="6373007" y="1012502"/>
              <a:ext cx="1047240" cy="7812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CB888CC9-85E1-FA74-E103-4EFE2AF068CD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355367" y="994502"/>
                <a:ext cx="1082880" cy="11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6D27F731-0B2B-6CF6-522B-A64B10F5D135}"/>
                  </a:ext>
                </a:extLst>
              </p14:cNvPr>
              <p14:cNvContentPartPr/>
              <p14:nvPr/>
            </p14:nvContentPartPr>
            <p14:xfrm>
              <a:off x="6322607" y="461342"/>
              <a:ext cx="1115280" cy="71352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6D27F731-0B2B-6CF6-522B-A64B10F5D135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304967" y="443342"/>
                <a:ext cx="1150920" cy="74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4A15F432-8CFC-FC22-32CD-C84CDF4148CA}"/>
                  </a:ext>
                </a:extLst>
              </p14:cNvPr>
              <p14:cNvContentPartPr/>
              <p14:nvPr/>
            </p14:nvContentPartPr>
            <p14:xfrm>
              <a:off x="4963607" y="171182"/>
              <a:ext cx="696240" cy="65736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4A15F432-8CFC-FC22-32CD-C84CDF4148CA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945967" y="153182"/>
                <a:ext cx="731880" cy="693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6" name="Group 25">
            <a:extLst>
              <a:ext uri="{FF2B5EF4-FFF2-40B4-BE49-F238E27FC236}">
                <a16:creationId xmlns:a16="http://schemas.microsoft.com/office/drawing/2014/main" id="{768F60C6-C163-FFE2-B0D2-3EA2A750CE4B}"/>
              </a:ext>
            </a:extLst>
          </p:cNvPr>
          <p:cNvGrpSpPr/>
          <p:nvPr/>
        </p:nvGrpSpPr>
        <p:grpSpPr>
          <a:xfrm>
            <a:off x="3825647" y="2774702"/>
            <a:ext cx="482040" cy="161280"/>
            <a:chOff x="3825647" y="2774702"/>
            <a:chExt cx="482040" cy="161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2B1ABD26-2C92-6097-F3E1-D00CFA3B90FE}"/>
                    </a:ext>
                  </a:extLst>
                </p14:cNvPr>
                <p14:cNvContentPartPr/>
                <p14:nvPr/>
              </p14:nvContentPartPr>
              <p14:xfrm>
                <a:off x="3922487" y="2826542"/>
                <a:ext cx="385200" cy="5400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2B1ABD26-2C92-6097-F3E1-D00CFA3B90FE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904487" y="2808542"/>
                  <a:ext cx="42084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9F5141DC-8CF8-CE39-8682-8E22F014559F}"/>
                    </a:ext>
                  </a:extLst>
                </p14:cNvPr>
                <p14:cNvContentPartPr/>
                <p14:nvPr/>
              </p14:nvContentPartPr>
              <p14:xfrm>
                <a:off x="3825647" y="2774702"/>
                <a:ext cx="147240" cy="16128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9F5141DC-8CF8-CE39-8682-8E22F014559F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808007" y="2756702"/>
                  <a:ext cx="182880" cy="196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7EDAEA4-C869-A73D-6869-CBD101BBAB0D}"/>
              </a:ext>
            </a:extLst>
          </p:cNvPr>
          <p:cNvGrpSpPr/>
          <p:nvPr/>
        </p:nvGrpSpPr>
        <p:grpSpPr>
          <a:xfrm>
            <a:off x="3600647" y="3130022"/>
            <a:ext cx="285480" cy="175680"/>
            <a:chOff x="3600647" y="3130022"/>
            <a:chExt cx="285480" cy="175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1652F3B6-33E9-8CD9-5ACE-8A3A8137CFFC}"/>
                    </a:ext>
                  </a:extLst>
                </p14:cNvPr>
                <p14:cNvContentPartPr/>
                <p14:nvPr/>
              </p14:nvContentPartPr>
              <p14:xfrm>
                <a:off x="3626927" y="3189062"/>
                <a:ext cx="259200" cy="5544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1652F3B6-33E9-8CD9-5ACE-8A3A8137CFF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608927" y="3171062"/>
                  <a:ext cx="29484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DC9559F3-8D4C-D011-9E7F-9D7BC8F453C4}"/>
                    </a:ext>
                  </a:extLst>
                </p14:cNvPr>
                <p14:cNvContentPartPr/>
                <p14:nvPr/>
              </p14:nvContentPartPr>
              <p14:xfrm>
                <a:off x="3600647" y="3130022"/>
                <a:ext cx="127440" cy="17568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DC9559F3-8D4C-D011-9E7F-9D7BC8F453C4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582647" y="3112022"/>
                  <a:ext cx="163080" cy="211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5F772C8C-6B84-E65D-8988-1BB0FEBDBC9B}"/>
                  </a:ext>
                </a:extLst>
              </p14:cNvPr>
              <p14:cNvContentPartPr/>
              <p14:nvPr/>
            </p14:nvContentPartPr>
            <p14:xfrm>
              <a:off x="6125327" y="2380862"/>
              <a:ext cx="3175920" cy="150480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5F772C8C-6B84-E65D-8988-1BB0FEBDBC9B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6107327" y="2362862"/>
                <a:ext cx="3211560" cy="18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4DD0F6E4-EAE1-335E-EA95-CB1AAAC1D150}"/>
                  </a:ext>
                </a:extLst>
              </p14:cNvPr>
              <p14:cNvContentPartPr/>
              <p14:nvPr/>
            </p14:nvContentPartPr>
            <p14:xfrm>
              <a:off x="8189927" y="577982"/>
              <a:ext cx="100080" cy="37368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4DD0F6E4-EAE1-335E-EA95-CB1AAAC1D150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8172287" y="560342"/>
                <a:ext cx="135720" cy="40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A43BE145-D577-A705-A6C6-BB3422E2F575}"/>
                  </a:ext>
                </a:extLst>
              </p14:cNvPr>
              <p14:cNvContentPartPr/>
              <p14:nvPr/>
            </p14:nvContentPartPr>
            <p14:xfrm>
              <a:off x="8186327" y="775262"/>
              <a:ext cx="133560" cy="8676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A43BE145-D577-A705-A6C6-BB3422E2F575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8168687" y="757622"/>
                <a:ext cx="169200" cy="12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ACB7C6FC-2550-60A8-E9FC-51D912135A95}"/>
                  </a:ext>
                </a:extLst>
              </p14:cNvPr>
              <p14:cNvContentPartPr/>
              <p14:nvPr/>
            </p14:nvContentPartPr>
            <p14:xfrm>
              <a:off x="8372447" y="479342"/>
              <a:ext cx="9720" cy="8892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ACB7C6FC-2550-60A8-E9FC-51D912135A95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8354807" y="461702"/>
                <a:ext cx="45360" cy="124560"/>
              </a:xfrm>
              <a:prstGeom prst="rect">
                <a:avLst/>
              </a:prstGeom>
            </p:spPr>
          </p:pic>
        </mc:Fallback>
      </mc:AlternateContent>
      <p:grpSp>
        <p:nvGrpSpPr>
          <p:cNvPr id="58" name="Group 57">
            <a:extLst>
              <a:ext uri="{FF2B5EF4-FFF2-40B4-BE49-F238E27FC236}">
                <a16:creationId xmlns:a16="http://schemas.microsoft.com/office/drawing/2014/main" id="{136CBB92-E9E2-72F5-1F08-F4C370DFB332}"/>
              </a:ext>
            </a:extLst>
          </p:cNvPr>
          <p:cNvGrpSpPr/>
          <p:nvPr/>
        </p:nvGrpSpPr>
        <p:grpSpPr>
          <a:xfrm>
            <a:off x="6252767" y="1093502"/>
            <a:ext cx="3754080" cy="2910240"/>
            <a:chOff x="6252767" y="1093502"/>
            <a:chExt cx="3754080" cy="2910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47482723-7B47-86FE-0228-87E0CFFE7167}"/>
                    </a:ext>
                  </a:extLst>
                </p14:cNvPr>
                <p14:cNvContentPartPr/>
                <p14:nvPr/>
              </p14:nvContentPartPr>
              <p14:xfrm>
                <a:off x="6507287" y="1235342"/>
                <a:ext cx="96480" cy="229752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47482723-7B47-86FE-0228-87E0CFFE7167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6489647" y="1217342"/>
                  <a:ext cx="132120" cy="233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0E09FAC4-5BB5-ED3C-F446-1980FE711129}"/>
                    </a:ext>
                  </a:extLst>
                </p14:cNvPr>
                <p14:cNvContentPartPr/>
                <p14:nvPr/>
              </p14:nvContentPartPr>
              <p14:xfrm>
                <a:off x="6409007" y="1259102"/>
                <a:ext cx="176400" cy="26280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0E09FAC4-5BB5-ED3C-F446-1980FE711129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391007" y="1241102"/>
                  <a:ext cx="212040" cy="29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FE1E7AEA-B02C-F8C1-49FF-F4C5CB8CAAA9}"/>
                    </a:ext>
                  </a:extLst>
                </p14:cNvPr>
                <p14:cNvContentPartPr/>
                <p14:nvPr/>
              </p14:nvContentPartPr>
              <p14:xfrm>
                <a:off x="6252767" y="2681822"/>
                <a:ext cx="115920" cy="1317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FE1E7AEA-B02C-F8C1-49FF-F4C5CB8CAAA9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235127" y="2664182"/>
                  <a:ext cx="15156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661F8D13-04A6-4A7C-811C-26B42B7386D6}"/>
                    </a:ext>
                  </a:extLst>
                </p14:cNvPr>
                <p14:cNvContentPartPr/>
                <p14:nvPr/>
              </p14:nvContentPartPr>
              <p14:xfrm>
                <a:off x="6857567" y="1093502"/>
                <a:ext cx="2312280" cy="244836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661F8D13-04A6-4A7C-811C-26B42B7386D6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839927" y="1075862"/>
                  <a:ext cx="2347920" cy="248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38A1D3C0-8E65-FA0C-DAB5-3C1DC8F36700}"/>
                    </a:ext>
                  </a:extLst>
                </p14:cNvPr>
                <p14:cNvContentPartPr/>
                <p14:nvPr/>
              </p14:nvContentPartPr>
              <p14:xfrm>
                <a:off x="6914447" y="2464742"/>
                <a:ext cx="78840" cy="92952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38A1D3C0-8E65-FA0C-DAB5-3C1DC8F36700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896447" y="2446742"/>
                  <a:ext cx="114480" cy="9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1BFBC33A-080A-0E01-41CF-80A3E5B4191E}"/>
                    </a:ext>
                  </a:extLst>
                </p14:cNvPr>
                <p14:cNvContentPartPr/>
                <p14:nvPr/>
              </p14:nvContentPartPr>
              <p14:xfrm>
                <a:off x="8794007" y="1349102"/>
                <a:ext cx="39600" cy="11649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1BFBC33A-080A-0E01-41CF-80A3E5B4191E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8776007" y="1331462"/>
                  <a:ext cx="75240" cy="120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C3CD122B-133A-64B3-CC2C-4453FD0B8A94}"/>
                    </a:ext>
                  </a:extLst>
                </p14:cNvPr>
                <p14:cNvContentPartPr/>
                <p14:nvPr/>
              </p14:nvContentPartPr>
              <p14:xfrm>
                <a:off x="6707807" y="2128502"/>
                <a:ext cx="203400" cy="18360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C3CD122B-133A-64B3-CC2C-4453FD0B8A94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689807" y="2110862"/>
                  <a:ext cx="23904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2AB970CB-BD48-EDAB-3577-BCE60BA60053}"/>
                    </a:ext>
                  </a:extLst>
                </p14:cNvPr>
                <p14:cNvContentPartPr/>
                <p14:nvPr/>
              </p14:nvContentPartPr>
              <p14:xfrm>
                <a:off x="9037007" y="2120942"/>
                <a:ext cx="115920" cy="20880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2AB970CB-BD48-EDAB-3577-BCE60BA60053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9019007" y="2103302"/>
                  <a:ext cx="15156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FD9C7584-615F-DE20-CDCD-C87CA2EC6D3C}"/>
                    </a:ext>
                  </a:extLst>
                </p14:cNvPr>
                <p14:cNvContentPartPr/>
                <p14:nvPr/>
              </p14:nvContentPartPr>
              <p14:xfrm>
                <a:off x="6989687" y="3691982"/>
                <a:ext cx="14040" cy="720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FD9C7584-615F-DE20-CDCD-C87CA2EC6D3C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971687" y="3674342"/>
                  <a:ext cx="4968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47DF3B19-70BB-AC11-566C-A92DE3B0256D}"/>
                    </a:ext>
                  </a:extLst>
                </p14:cNvPr>
                <p14:cNvContentPartPr/>
                <p14:nvPr/>
              </p14:nvContentPartPr>
              <p14:xfrm>
                <a:off x="6933527" y="3623942"/>
                <a:ext cx="293760" cy="15804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47DF3B19-70BB-AC11-566C-A92DE3B0256D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915527" y="3606302"/>
                  <a:ext cx="32940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5CA47E04-419C-9898-9427-A8CDC0DB54CF}"/>
                    </a:ext>
                  </a:extLst>
                </p14:cNvPr>
                <p14:cNvContentPartPr/>
                <p14:nvPr/>
              </p14:nvContentPartPr>
              <p14:xfrm>
                <a:off x="7260407" y="3637262"/>
                <a:ext cx="112680" cy="36648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5CA47E04-419C-9898-9427-A8CDC0DB54CF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242767" y="3619262"/>
                  <a:ext cx="148320" cy="40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EBEBF431-53CB-C9B4-F4A6-6551A9C1A445}"/>
                    </a:ext>
                  </a:extLst>
                </p14:cNvPr>
                <p14:cNvContentPartPr/>
                <p14:nvPr/>
              </p14:nvContentPartPr>
              <p14:xfrm>
                <a:off x="7440407" y="3614942"/>
                <a:ext cx="130320" cy="14364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EBEBF431-53CB-C9B4-F4A6-6551A9C1A445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422407" y="3596942"/>
                  <a:ext cx="16596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038E6402-D108-15FE-A01F-0C03198376E7}"/>
                    </a:ext>
                  </a:extLst>
                </p14:cNvPr>
                <p14:cNvContentPartPr/>
                <p14:nvPr/>
              </p14:nvContentPartPr>
              <p14:xfrm>
                <a:off x="7613207" y="3432062"/>
                <a:ext cx="115200" cy="32004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038E6402-D108-15FE-A01F-0C03198376E7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595207" y="3414422"/>
                  <a:ext cx="150840" cy="35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CEF0364B-D320-0073-5560-B0A4370E204F}"/>
                    </a:ext>
                  </a:extLst>
                </p14:cNvPr>
                <p14:cNvContentPartPr/>
                <p14:nvPr/>
              </p14:nvContentPartPr>
              <p14:xfrm>
                <a:off x="7745687" y="3571022"/>
                <a:ext cx="318240" cy="20268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CEF0364B-D320-0073-5560-B0A4370E204F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728047" y="3553382"/>
                  <a:ext cx="35388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91EEDBD6-CFDE-D111-34EB-94C0A2260212}"/>
                    </a:ext>
                  </a:extLst>
                </p14:cNvPr>
                <p14:cNvContentPartPr/>
                <p14:nvPr/>
              </p14:nvContentPartPr>
              <p14:xfrm>
                <a:off x="9108647" y="1148942"/>
                <a:ext cx="117360" cy="40248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91EEDBD6-CFDE-D111-34EB-94C0A2260212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9091007" y="1131302"/>
                  <a:ext cx="153000" cy="43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EEACFE95-F727-D8C7-6511-A8295AC20F9C}"/>
                    </a:ext>
                  </a:extLst>
                </p14:cNvPr>
                <p14:cNvContentPartPr/>
                <p14:nvPr/>
              </p14:nvContentPartPr>
              <p14:xfrm>
                <a:off x="9114767" y="1345142"/>
                <a:ext cx="169920" cy="9792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EEACFE95-F727-D8C7-6511-A8295AC20F9C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9096767" y="1327142"/>
                  <a:ext cx="20556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D64F0B7F-D71D-5143-749E-42240B68D500}"/>
                    </a:ext>
                  </a:extLst>
                </p14:cNvPr>
                <p14:cNvContentPartPr/>
                <p14:nvPr/>
              </p14:nvContentPartPr>
              <p14:xfrm>
                <a:off x="9164447" y="1218782"/>
                <a:ext cx="118440" cy="15120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D64F0B7F-D71D-5143-749E-42240B68D500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9146447" y="1200782"/>
                  <a:ext cx="15408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DBD853BD-686D-8377-0A3A-AE282C1B0DE8}"/>
                    </a:ext>
                  </a:extLst>
                </p14:cNvPr>
                <p14:cNvContentPartPr/>
                <p14:nvPr/>
              </p14:nvContentPartPr>
              <p14:xfrm>
                <a:off x="9337607" y="1233182"/>
                <a:ext cx="180000" cy="13644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DBD853BD-686D-8377-0A3A-AE282C1B0DE8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9319607" y="1215542"/>
                  <a:ext cx="21564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5F0C718E-6E6F-511D-57D5-430CE0CC4383}"/>
                    </a:ext>
                  </a:extLst>
                </p14:cNvPr>
                <p14:cNvContentPartPr/>
                <p14:nvPr/>
              </p14:nvContentPartPr>
              <p14:xfrm>
                <a:off x="9506807" y="1175582"/>
                <a:ext cx="12240" cy="1944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5F0C718E-6E6F-511D-57D5-430CE0CC4383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9489167" y="1157942"/>
                  <a:ext cx="4788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275C2E78-7634-D13E-7983-916A890F5D15}"/>
                    </a:ext>
                  </a:extLst>
                </p14:cNvPr>
                <p14:cNvContentPartPr/>
                <p14:nvPr/>
              </p14:nvContentPartPr>
              <p14:xfrm>
                <a:off x="9570167" y="1124462"/>
                <a:ext cx="94320" cy="21960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275C2E78-7634-D13E-7983-916A890F5D15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9552167" y="1106462"/>
                  <a:ext cx="12996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9ABE22FF-E2B3-DB43-DFB4-CA1CCBD6BE52}"/>
                    </a:ext>
                  </a:extLst>
                </p14:cNvPr>
                <p14:cNvContentPartPr/>
                <p14:nvPr/>
              </p14:nvContentPartPr>
              <p14:xfrm>
                <a:off x="9653687" y="1170182"/>
                <a:ext cx="30240" cy="3132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9ABE22FF-E2B3-DB43-DFB4-CA1CCBD6BE52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9636047" y="1152542"/>
                  <a:ext cx="6588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B7E78B02-BE98-17D0-5444-01C31B5F8064}"/>
                    </a:ext>
                  </a:extLst>
                </p14:cNvPr>
                <p14:cNvContentPartPr/>
                <p14:nvPr/>
              </p14:nvContentPartPr>
              <p14:xfrm>
                <a:off x="9724967" y="1173062"/>
                <a:ext cx="281880" cy="18936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B7E78B02-BE98-17D0-5444-01C31B5F8064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9707327" y="1155062"/>
                  <a:ext cx="31752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B9FDB2B2-47C7-1589-18A9-AE4652FE25DE}"/>
                    </a:ext>
                  </a:extLst>
                </p14:cNvPr>
                <p14:cNvContentPartPr/>
                <p14:nvPr/>
              </p14:nvContentPartPr>
              <p14:xfrm>
                <a:off x="7881407" y="2436662"/>
                <a:ext cx="134640" cy="16776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B9FDB2B2-47C7-1589-18A9-AE4652FE25DE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863407" y="2418662"/>
                  <a:ext cx="170280" cy="203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B4DD5400-76CD-72AA-7AFC-3FC24506D1B3}"/>
                  </a:ext>
                </a:extLst>
              </p14:cNvPr>
              <p14:cNvContentPartPr/>
              <p14:nvPr/>
            </p14:nvContentPartPr>
            <p14:xfrm>
              <a:off x="3198167" y="4206782"/>
              <a:ext cx="803160" cy="58320"/>
            </p14:xfrm>
          </p:contentPart>
        </mc:Choice>
        <mc:Fallback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B4DD5400-76CD-72AA-7AFC-3FC24506D1B3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3180527" y="4188782"/>
                <a:ext cx="838800" cy="9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4BCCED06-C2E0-DC1D-C481-5A31A088B7E9}"/>
                  </a:ext>
                </a:extLst>
              </p14:cNvPr>
              <p14:cNvContentPartPr/>
              <p14:nvPr/>
            </p14:nvContentPartPr>
            <p14:xfrm>
              <a:off x="4741487" y="4149182"/>
              <a:ext cx="1034640" cy="125280"/>
            </p14:xfrm>
          </p:contentPart>
        </mc:Choice>
        <mc:Fallback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4BCCED06-C2E0-DC1D-C481-5A31A088B7E9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4723847" y="4131542"/>
                <a:ext cx="1070280" cy="160920"/>
              </a:xfrm>
              <a:prstGeom prst="rect">
                <a:avLst/>
              </a:prstGeom>
            </p:spPr>
          </p:pic>
        </mc:Fallback>
      </mc:AlternateContent>
      <p:grpSp>
        <p:nvGrpSpPr>
          <p:cNvPr id="79" name="Group 78">
            <a:extLst>
              <a:ext uri="{FF2B5EF4-FFF2-40B4-BE49-F238E27FC236}">
                <a16:creationId xmlns:a16="http://schemas.microsoft.com/office/drawing/2014/main" id="{90E45AF6-BDA2-B950-B682-99F6B36C9087}"/>
              </a:ext>
            </a:extLst>
          </p:cNvPr>
          <p:cNvGrpSpPr/>
          <p:nvPr/>
        </p:nvGrpSpPr>
        <p:grpSpPr>
          <a:xfrm>
            <a:off x="6907967" y="1298342"/>
            <a:ext cx="2502000" cy="2221200"/>
            <a:chOff x="6907967" y="1298342"/>
            <a:chExt cx="2502000" cy="2221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4EAC45F7-C06E-AC5A-F034-77FFE5FA77D7}"/>
                    </a:ext>
                  </a:extLst>
                </p14:cNvPr>
                <p14:cNvContentPartPr/>
                <p14:nvPr/>
              </p14:nvContentPartPr>
              <p14:xfrm>
                <a:off x="6992207" y="1379702"/>
                <a:ext cx="2417760" cy="213984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4EAC45F7-C06E-AC5A-F034-77FFE5FA77D7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6974207" y="1361702"/>
                  <a:ext cx="2453400" cy="217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D3DFB067-FBD2-F45D-993E-861F7DDC5930}"/>
                    </a:ext>
                  </a:extLst>
                </p14:cNvPr>
                <p14:cNvContentPartPr/>
                <p14:nvPr/>
              </p14:nvContentPartPr>
              <p14:xfrm>
                <a:off x="6907967" y="1298342"/>
                <a:ext cx="106200" cy="12924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D3DFB067-FBD2-F45D-993E-861F7DDC5930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6890327" y="1280342"/>
                  <a:ext cx="14184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7EA8492F-7C7C-EC08-7FBD-E588C1E7AE75}"/>
                    </a:ext>
                  </a:extLst>
                </p14:cNvPr>
                <p14:cNvContentPartPr/>
                <p14:nvPr/>
              </p14:nvContentPartPr>
              <p14:xfrm>
                <a:off x="9043847" y="3296342"/>
                <a:ext cx="65520" cy="9540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7EA8492F-7C7C-EC08-7FBD-E588C1E7AE75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9026207" y="3278702"/>
                  <a:ext cx="10116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D6A06FA1-341B-9A0B-EA99-2F3D72535066}"/>
                    </a:ext>
                  </a:extLst>
                </p14:cNvPr>
                <p14:cNvContentPartPr/>
                <p14:nvPr/>
              </p14:nvContentPartPr>
              <p14:xfrm>
                <a:off x="8487647" y="2402102"/>
                <a:ext cx="110160" cy="15804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D6A06FA1-341B-9A0B-EA99-2F3D72535066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469647" y="2384102"/>
                  <a:ext cx="14580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C606FD82-4A38-D29B-7FF8-C0F86AEC162D}"/>
                    </a:ext>
                  </a:extLst>
                </p14:cNvPr>
                <p14:cNvContentPartPr/>
                <p14:nvPr/>
              </p14:nvContentPartPr>
              <p14:xfrm>
                <a:off x="7705367" y="1546382"/>
                <a:ext cx="112680" cy="171072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C606FD82-4A38-D29B-7FF8-C0F86AEC162D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7687367" y="1528382"/>
                  <a:ext cx="148320" cy="174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88D2237F-69BE-92CA-677A-667E671F98DC}"/>
                    </a:ext>
                  </a:extLst>
                </p14:cNvPr>
                <p14:cNvContentPartPr/>
                <p14:nvPr/>
              </p14:nvContentPartPr>
              <p14:xfrm>
                <a:off x="7675487" y="1511822"/>
                <a:ext cx="123120" cy="9756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88D2237F-69BE-92CA-677A-667E671F98DC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7657487" y="1493822"/>
                  <a:ext cx="15876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E35BBDB9-7EF8-B00F-6FCE-5DEC911401B2}"/>
                    </a:ext>
                  </a:extLst>
                </p14:cNvPr>
                <p14:cNvContentPartPr/>
                <p14:nvPr/>
              </p14:nvContentPartPr>
              <p14:xfrm>
                <a:off x="7990127" y="2784782"/>
                <a:ext cx="603360" cy="9108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E35BBDB9-7EF8-B00F-6FCE-5DEC911401B2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7972487" y="2767142"/>
                  <a:ext cx="63900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1796A050-0AC5-59DE-132A-F16EBB302400}"/>
                    </a:ext>
                  </a:extLst>
                </p14:cNvPr>
                <p14:cNvContentPartPr/>
                <p14:nvPr/>
              </p14:nvContentPartPr>
              <p14:xfrm>
                <a:off x="8457767" y="2764982"/>
                <a:ext cx="14400" cy="756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1796A050-0AC5-59DE-132A-F16EBB302400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8440127" y="2746982"/>
                  <a:ext cx="5004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32ECCBE9-80FD-9A43-3798-BD72E89AD357}"/>
                    </a:ext>
                  </a:extLst>
                </p14:cNvPr>
                <p14:cNvContentPartPr/>
                <p14:nvPr/>
              </p14:nvContentPartPr>
              <p14:xfrm>
                <a:off x="8291447" y="2770742"/>
                <a:ext cx="370080" cy="16920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32ECCBE9-80FD-9A43-3798-BD72E89AD357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8273447" y="2752742"/>
                  <a:ext cx="40572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A4BB1D77-C0EF-25A0-EE1E-99E1D033653D}"/>
                    </a:ext>
                  </a:extLst>
                </p14:cNvPr>
                <p14:cNvContentPartPr/>
                <p14:nvPr/>
              </p14:nvContentPartPr>
              <p14:xfrm>
                <a:off x="7870607" y="2792702"/>
                <a:ext cx="176040" cy="11844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A4BB1D77-C0EF-25A0-EE1E-99E1D033653D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7852967" y="2775062"/>
                  <a:ext cx="21168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2505052B-2510-5C1B-4479-5B792B0EE4E8}"/>
                    </a:ext>
                  </a:extLst>
                </p14:cNvPr>
                <p14:cNvContentPartPr/>
                <p14:nvPr/>
              </p14:nvContentPartPr>
              <p14:xfrm>
                <a:off x="7075727" y="2760662"/>
                <a:ext cx="337680" cy="3816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2505052B-2510-5C1B-4479-5B792B0EE4E8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7058087" y="2742662"/>
                  <a:ext cx="37332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4B69B2A9-6914-9BE0-83A4-4373E1598595}"/>
                    </a:ext>
                  </a:extLst>
                </p14:cNvPr>
                <p14:cNvContentPartPr/>
                <p14:nvPr/>
              </p14:nvContentPartPr>
              <p14:xfrm>
                <a:off x="7404047" y="2677142"/>
                <a:ext cx="162360" cy="15228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4B69B2A9-6914-9BE0-83A4-4373E1598595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7386047" y="2659502"/>
                  <a:ext cx="19800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742905B3-BAA2-C8D6-2F0C-1D252153E4F0}"/>
                    </a:ext>
                  </a:extLst>
                </p14:cNvPr>
                <p14:cNvContentPartPr/>
                <p14:nvPr/>
              </p14:nvContentPartPr>
              <p14:xfrm>
                <a:off x="7046927" y="2717102"/>
                <a:ext cx="179640" cy="17424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742905B3-BAA2-C8D6-2F0C-1D252153E4F0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7029287" y="2699102"/>
                  <a:ext cx="21528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6BCBC9F9-B9A0-7152-4052-C311476CF1E0}"/>
                    </a:ext>
                  </a:extLst>
                </p14:cNvPr>
                <p14:cNvContentPartPr/>
                <p14:nvPr/>
              </p14:nvContentPartPr>
              <p14:xfrm>
                <a:off x="7662167" y="1498502"/>
                <a:ext cx="68040" cy="7020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6BCBC9F9-B9A0-7152-4052-C311476CF1E0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7644167" y="1480502"/>
                  <a:ext cx="10368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43A082D0-813B-19DD-B7D9-03D64C3213F7}"/>
                    </a:ext>
                  </a:extLst>
                </p14:cNvPr>
                <p14:cNvContentPartPr/>
                <p14:nvPr/>
              </p14:nvContentPartPr>
              <p14:xfrm>
                <a:off x="9019727" y="3318662"/>
                <a:ext cx="147960" cy="8028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43A082D0-813B-19DD-B7D9-03D64C3213F7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9002087" y="3301022"/>
                  <a:ext cx="183600" cy="115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2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C8103024-2C49-1C59-DDA3-A5BB6C71E8EA}"/>
                  </a:ext>
                </a:extLst>
              </p14:cNvPr>
              <p14:cNvContentPartPr/>
              <p14:nvPr/>
            </p14:nvContentPartPr>
            <p14:xfrm>
              <a:off x="2446127" y="5813462"/>
              <a:ext cx="1071000" cy="656280"/>
            </p14:xfrm>
          </p:contentPart>
        </mc:Choice>
        <mc:Fallback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C8103024-2C49-1C59-DDA3-A5BB6C71E8EA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2428487" y="5795462"/>
                <a:ext cx="1106640" cy="69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4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8394D34D-9BB0-E3F3-B194-0D61FF5C00E8}"/>
                  </a:ext>
                </a:extLst>
              </p14:cNvPr>
              <p14:cNvContentPartPr/>
              <p14:nvPr/>
            </p14:nvContentPartPr>
            <p14:xfrm>
              <a:off x="3225887" y="5865662"/>
              <a:ext cx="85680" cy="32760"/>
            </p14:xfrm>
          </p:contentPart>
        </mc:Choice>
        <mc:Fallback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8394D34D-9BB0-E3F3-B194-0D61FF5C00E8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3207887" y="5847662"/>
                <a:ext cx="121320" cy="6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6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4029176B-1387-DDA7-25BB-7B1B51C60852}"/>
                  </a:ext>
                </a:extLst>
              </p14:cNvPr>
              <p14:cNvContentPartPr/>
              <p14:nvPr/>
            </p14:nvContentPartPr>
            <p14:xfrm>
              <a:off x="3530087" y="2463662"/>
              <a:ext cx="373320" cy="319320"/>
            </p14:xfrm>
          </p:contentPart>
        </mc:Choice>
        <mc:Fallback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4029176B-1387-DDA7-25BB-7B1B51C60852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3512447" y="2445662"/>
                <a:ext cx="408960" cy="354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35649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009C777-8722-33AC-4C1E-58F362EC4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17B94AB-8D80-4C43-803C-5BFB4A6765FB}" type="slidenum">
              <a:rPr lang="en-US" smtClean="0"/>
              <a:pPr>
                <a:spcAft>
                  <a:spcPts val="600"/>
                </a:spcAft>
              </a:pPr>
              <a:t>23</a:t>
            </a:fld>
            <a:endParaRPr lang="en-US"/>
          </a:p>
        </p:txBody>
      </p:sp>
      <p:pic>
        <p:nvPicPr>
          <p:cNvPr id="5" name="Picture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1BABE96E-DFDF-DA3C-C8B2-43C79FBA70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328" y="835621"/>
            <a:ext cx="12192000" cy="454976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26FD6977-541C-D808-4C87-6D258FD62B25}"/>
                  </a:ext>
                </a:extLst>
              </p14:cNvPr>
              <p14:cNvContentPartPr/>
              <p14:nvPr/>
            </p14:nvContentPartPr>
            <p14:xfrm>
              <a:off x="8749092" y="2968782"/>
              <a:ext cx="124200" cy="1440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26FD6977-541C-D808-4C87-6D258FD62B2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731092" y="2951142"/>
                <a:ext cx="159840" cy="50040"/>
              </a:xfrm>
              <a:prstGeom prst="rect">
                <a:avLst/>
              </a:prstGeom>
            </p:spPr>
          </p:pic>
        </mc:Fallback>
      </mc:AlternateContent>
      <p:grpSp>
        <p:nvGrpSpPr>
          <p:cNvPr id="17" name="Group 16">
            <a:extLst>
              <a:ext uri="{FF2B5EF4-FFF2-40B4-BE49-F238E27FC236}">
                <a16:creationId xmlns:a16="http://schemas.microsoft.com/office/drawing/2014/main" id="{EF26D4A8-5296-4876-BD04-6B1DB8175641}"/>
              </a:ext>
            </a:extLst>
          </p:cNvPr>
          <p:cNvGrpSpPr/>
          <p:nvPr/>
        </p:nvGrpSpPr>
        <p:grpSpPr>
          <a:xfrm>
            <a:off x="8617692" y="1147542"/>
            <a:ext cx="2529720" cy="1594800"/>
            <a:chOff x="8617692" y="1147542"/>
            <a:chExt cx="2529720" cy="1594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5F2F275A-CFDF-2CD7-7B15-734316A629A8}"/>
                    </a:ext>
                  </a:extLst>
                </p14:cNvPr>
                <p14:cNvContentPartPr/>
                <p14:nvPr/>
              </p14:nvContentPartPr>
              <p14:xfrm>
                <a:off x="8617692" y="1860702"/>
                <a:ext cx="2529720" cy="19152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5F2F275A-CFDF-2CD7-7B15-734316A629A8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600052" y="1843062"/>
                  <a:ext cx="256536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54576532-2264-574F-B908-7D54A7CAAD0B}"/>
                    </a:ext>
                  </a:extLst>
                </p14:cNvPr>
                <p14:cNvContentPartPr/>
                <p14:nvPr/>
              </p14:nvContentPartPr>
              <p14:xfrm>
                <a:off x="9003972" y="1204422"/>
                <a:ext cx="1670040" cy="153792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54576532-2264-574F-B908-7D54A7CAAD0B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8985972" y="1186782"/>
                  <a:ext cx="1705680" cy="157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E461D93D-43C1-298A-F10D-02AA4AECA5F6}"/>
                    </a:ext>
                  </a:extLst>
                </p14:cNvPr>
                <p14:cNvContentPartPr/>
                <p14:nvPr/>
              </p14:nvContentPartPr>
              <p14:xfrm>
                <a:off x="8913972" y="2022342"/>
                <a:ext cx="16560" cy="4759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E461D93D-43C1-298A-F10D-02AA4AECA5F6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8896332" y="2004342"/>
                  <a:ext cx="52200" cy="51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FCED3392-32EA-BFEA-0CD2-CF45ACF4D2DD}"/>
                    </a:ext>
                  </a:extLst>
                </p14:cNvPr>
                <p14:cNvContentPartPr/>
                <p14:nvPr/>
              </p14:nvContentPartPr>
              <p14:xfrm>
                <a:off x="8731092" y="1743702"/>
                <a:ext cx="179640" cy="13104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FCED3392-32EA-BFEA-0CD2-CF45ACF4D2DD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8713452" y="1725702"/>
                  <a:ext cx="21528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43C94294-71AE-21B7-7B40-FD7C5E4F34DB}"/>
                    </a:ext>
                  </a:extLst>
                </p14:cNvPr>
                <p14:cNvContentPartPr/>
                <p14:nvPr/>
              </p14:nvContentPartPr>
              <p14:xfrm>
                <a:off x="10557012" y="1230702"/>
                <a:ext cx="64080" cy="55008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43C94294-71AE-21B7-7B40-FD7C5E4F34DB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0539012" y="1213062"/>
                  <a:ext cx="99720" cy="58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A3BC0794-6884-ACF8-5AE9-948AB505F211}"/>
                    </a:ext>
                  </a:extLst>
                </p14:cNvPr>
                <p14:cNvContentPartPr/>
                <p14:nvPr/>
              </p14:nvContentPartPr>
              <p14:xfrm>
                <a:off x="10728732" y="1974462"/>
                <a:ext cx="129240" cy="12888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A3BC0794-6884-ACF8-5AE9-948AB505F211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0711092" y="1956462"/>
                  <a:ext cx="16488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5A26969D-A097-1E85-B971-3EE1886255A7}"/>
                    </a:ext>
                  </a:extLst>
                </p14:cNvPr>
                <p14:cNvContentPartPr/>
                <p14:nvPr/>
              </p14:nvContentPartPr>
              <p14:xfrm>
                <a:off x="10825212" y="1147542"/>
                <a:ext cx="33120" cy="19008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5A26969D-A097-1E85-B971-3EE1886255A7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0807572" y="1129542"/>
                  <a:ext cx="6876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03C99FA7-B60A-F0AB-C4A8-3AB76D556896}"/>
                    </a:ext>
                  </a:extLst>
                </p14:cNvPr>
                <p14:cNvContentPartPr/>
                <p14:nvPr/>
              </p14:nvContentPartPr>
              <p14:xfrm>
                <a:off x="10764372" y="1236462"/>
                <a:ext cx="182520" cy="399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03C99FA7-B60A-F0AB-C4A8-3AB76D556896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0746732" y="1218462"/>
                  <a:ext cx="218160" cy="75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5B1F28C7-3C96-8661-9072-F90BC9A29AA7}"/>
              </a:ext>
            </a:extLst>
          </p:cNvPr>
          <p:cNvGrpSpPr/>
          <p:nvPr/>
        </p:nvGrpSpPr>
        <p:grpSpPr>
          <a:xfrm>
            <a:off x="8758812" y="1182462"/>
            <a:ext cx="2215800" cy="1652400"/>
            <a:chOff x="8758812" y="1182462"/>
            <a:chExt cx="2215800" cy="1652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CFCD7FF7-6852-1561-75BC-7AF351C29FFF}"/>
                    </a:ext>
                  </a:extLst>
                </p14:cNvPr>
                <p14:cNvContentPartPr/>
                <p14:nvPr/>
              </p14:nvContentPartPr>
              <p14:xfrm>
                <a:off x="8758812" y="1182462"/>
                <a:ext cx="2215800" cy="16056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CFCD7FF7-6852-1561-75BC-7AF351C29FFF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8741172" y="1164462"/>
                  <a:ext cx="2251440" cy="164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AF52BBA4-B035-3196-9760-D0DA02DC22E0}"/>
                    </a:ext>
                  </a:extLst>
                </p14:cNvPr>
                <p14:cNvContentPartPr/>
                <p14:nvPr/>
              </p14:nvContentPartPr>
              <p14:xfrm>
                <a:off x="10775532" y="2747022"/>
                <a:ext cx="85320" cy="878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AF52BBA4-B035-3196-9760-D0DA02DC22E0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0757892" y="2729022"/>
                  <a:ext cx="12096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955D13B5-6DA9-C24A-8E7E-C60A9600D5D3}"/>
                    </a:ext>
                  </a:extLst>
                </p14:cNvPr>
                <p14:cNvContentPartPr/>
                <p14:nvPr/>
              </p14:nvContentPartPr>
              <p14:xfrm>
                <a:off x="8790852" y="1187502"/>
                <a:ext cx="130320" cy="810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955D13B5-6DA9-C24A-8E7E-C60A9600D5D3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8772852" y="1169502"/>
                  <a:ext cx="165960" cy="116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2BDD3C35-E839-2774-C516-DEC6BB45FA70}"/>
                  </a:ext>
                </a:extLst>
              </p14:cNvPr>
              <p14:cNvContentPartPr/>
              <p14:nvPr/>
            </p14:nvContentPartPr>
            <p14:xfrm>
              <a:off x="9766092" y="1885182"/>
              <a:ext cx="107280" cy="10404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2BDD3C35-E839-2774-C516-DEC6BB45FA70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9748092" y="1867542"/>
                <a:ext cx="142920" cy="139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769991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accent4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C7A30584-561E-421E-9A68-38E2760E78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4"/>
            <a:ext cx="10913828" cy="4447955"/>
          </a:xfrm>
        </p:spPr>
        <p:txBody>
          <a:bodyPr/>
          <a:lstStyle/>
          <a:p>
            <a:r>
              <a:rPr lang="en-US" dirty="0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Many optimization methods shrink a bracketing interval, including Fibonacci search, golden section search, and quadratic fit search</a:t>
            </a:r>
          </a:p>
          <a:p>
            <a:r>
              <a:rPr lang="en-US" dirty="0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The Shubert-</a:t>
            </a:r>
            <a:r>
              <a:rPr lang="en-US" dirty="0" err="1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Piyavskii</a:t>
            </a:r>
            <a:r>
              <a:rPr lang="en-US" dirty="0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 method outputs a set of bracketed intervals containing the global minima, given the Lipschitz constant</a:t>
            </a:r>
          </a:p>
          <a:p>
            <a:r>
              <a:rPr lang="en-US" dirty="0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Root-finding methods like the bisection method can be used to find where the derivative of a function is zero</a:t>
            </a:r>
          </a:p>
          <a:p>
            <a:endParaRPr lang="en-US" dirty="0">
              <a:latin typeface="TeXGyrePagella-Regular" panose="02000603020200000003" pitchFamily="50" charset="0"/>
              <a:ea typeface="TeXGyrePagella-Regular" panose="02000603020200000003" pitchFamily="50" charset="0"/>
              <a:cs typeface="TeXGyrePagella-Regular" panose="02000603020200000003" pitchFamily="50" charset="0"/>
            </a:endParaRPr>
          </a:p>
          <a:p>
            <a:endParaRPr lang="en-US" dirty="0">
              <a:latin typeface="TeXGyrePagella-Regular" panose="02000603020200000003" pitchFamily="50" charset="0"/>
              <a:ea typeface="TeXGyrePagella-Regular" panose="02000603020200000003" pitchFamily="50" charset="0"/>
              <a:cs typeface="TeXGyrePagella-Regular" panose="02000603020200000003" pitchFamily="50" charset="0"/>
            </a:endParaRPr>
          </a:p>
          <a:p>
            <a:endParaRPr lang="en-US" dirty="0">
              <a:latin typeface="TeXGyrePagella-Regular" panose="02000603020200000003" pitchFamily="50" charset="0"/>
              <a:ea typeface="TeXGyrePagella-Regular" panose="02000603020200000003" pitchFamily="50" charset="0"/>
              <a:cs typeface="TeXGyrePagella-Regular" panose="02000603020200000003" pitchFamily="50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002ADA-C6E9-484A-A572-1DA57FABF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0" i="1" u="none" strike="noStrike" baseline="0" dirty="0">
                <a:latin typeface="TeXGyrePagella-Italic" panose="02000603020200000004" pitchFamily="50" charset="0"/>
              </a:rPr>
              <a:t>Summary</a:t>
            </a:r>
            <a:endParaRPr lang="en-US" b="0" i="0" u="none" strike="noStrike" baseline="0" dirty="0">
              <a:latin typeface="TeXGyrePagella-Regular" panose="02000603020200000003" pitchFamily="50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CADE8A5-833D-4A28-8FC9-AA7BF46B1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A2B03-C065-430E-988D-44590E20A90E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4763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334</Words>
  <Application>Microsoft Office PowerPoint</Application>
  <PresentationFormat>Widescreen</PresentationFormat>
  <Paragraphs>70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2" baseType="lpstr">
      <vt:lpstr>Arial</vt:lpstr>
      <vt:lpstr>Calibri</vt:lpstr>
      <vt:lpstr>Calibri Light</vt:lpstr>
      <vt:lpstr>Cambria Math</vt:lpstr>
      <vt:lpstr>TeX Gyre Pagella</vt:lpstr>
      <vt:lpstr>TeXGyrePagella-Italic</vt:lpstr>
      <vt:lpstr>TeXGyrePagella-Regular</vt:lpstr>
      <vt:lpstr>Office Theme</vt:lpstr>
      <vt:lpstr>Bracketing</vt:lpstr>
      <vt:lpstr>Bracketing</vt:lpstr>
      <vt:lpstr>Unimodality</vt:lpstr>
      <vt:lpstr>Finding an Initial Bracket</vt:lpstr>
      <vt:lpstr>PowerPoint Presentation</vt:lpstr>
      <vt:lpstr>PowerPoint Presentation</vt:lpstr>
      <vt:lpstr>Finding an Initial Bracket</vt:lpstr>
      <vt:lpstr>Fibonacci Search</vt:lpstr>
      <vt:lpstr>Fibonacci Search</vt:lpstr>
      <vt:lpstr>Fibonacci Search</vt:lpstr>
      <vt:lpstr>Fibonacci Search</vt:lpstr>
      <vt:lpstr>Fibonacci Search</vt:lpstr>
      <vt:lpstr>PowerPoint Presentation</vt:lpstr>
      <vt:lpstr>PowerPoint Presentation</vt:lpstr>
      <vt:lpstr>Golden Section Search</vt:lpstr>
      <vt:lpstr>PowerPoint Presentation</vt:lpstr>
      <vt:lpstr>Fibonacci/Golden Section Search Comparison</vt:lpstr>
      <vt:lpstr>Quadratic Fit Search</vt:lpstr>
      <vt:lpstr>Quadratic Fit Search</vt:lpstr>
      <vt:lpstr>PowerPoint Presentation</vt:lpstr>
      <vt:lpstr>Bisection Method</vt:lpstr>
      <vt:lpstr>PowerPoint Presentation</vt:lpstr>
      <vt:lpstr>PowerPoint Presentation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Bracketing</dc:title>
  <dc:creator>M Gobbs</dc:creator>
  <cp:lastModifiedBy>Rodica Ioana Lung</cp:lastModifiedBy>
  <cp:revision>23</cp:revision>
  <dcterms:created xsi:type="dcterms:W3CDTF">2019-02-03T01:22:05Z</dcterms:created>
  <dcterms:modified xsi:type="dcterms:W3CDTF">2025-12-16T16:19:34Z</dcterms:modified>
</cp:coreProperties>
</file>