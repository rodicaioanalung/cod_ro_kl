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7"/>
  </p:notesMasterIdLst>
  <p:sldIdLst>
    <p:sldId id="256" r:id="rId2"/>
    <p:sldId id="267" r:id="rId3"/>
    <p:sldId id="257" r:id="rId4"/>
    <p:sldId id="262" r:id="rId5"/>
    <p:sldId id="258" r:id="rId6"/>
    <p:sldId id="263" r:id="rId7"/>
    <p:sldId id="259" r:id="rId8"/>
    <p:sldId id="270" r:id="rId9"/>
    <p:sldId id="268" r:id="rId10"/>
    <p:sldId id="264" r:id="rId11"/>
    <p:sldId id="273" r:id="rId12"/>
    <p:sldId id="275" r:id="rId13"/>
    <p:sldId id="265" r:id="rId14"/>
    <p:sldId id="266" r:id="rId15"/>
    <p:sldId id="276" r:id="rId16"/>
    <p:sldId id="261" r:id="rId17"/>
    <p:sldId id="277" r:id="rId18"/>
    <p:sldId id="278" r:id="rId19"/>
    <p:sldId id="279" r:id="rId20"/>
    <p:sldId id="280" r:id="rId21"/>
    <p:sldId id="274" r:id="rId22"/>
    <p:sldId id="281" r:id="rId23"/>
    <p:sldId id="282" r:id="rId24"/>
    <p:sldId id="283" r:id="rId25"/>
    <p:sldId id="269" r:id="rId26"/>
    <p:sldId id="284" r:id="rId27"/>
    <p:sldId id="271" r:id="rId28"/>
    <p:sldId id="285" r:id="rId29"/>
    <p:sldId id="286" r:id="rId30"/>
    <p:sldId id="272" r:id="rId31"/>
    <p:sldId id="287" r:id="rId32"/>
    <p:sldId id="288" r:id="rId33"/>
    <p:sldId id="289" r:id="rId34"/>
    <p:sldId id="290" r:id="rId35"/>
    <p:sldId id="291" r:id="rId36"/>
    <p:sldId id="293" r:id="rId37"/>
    <p:sldId id="294" r:id="rId38"/>
    <p:sldId id="295" r:id="rId39"/>
    <p:sldId id="298" r:id="rId40"/>
    <p:sldId id="299" r:id="rId41"/>
    <p:sldId id="300" r:id="rId42"/>
    <p:sldId id="303" r:id="rId43"/>
    <p:sldId id="313" r:id="rId44"/>
    <p:sldId id="314" r:id="rId45"/>
    <p:sldId id="315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ica Ioana Lung" userId="64ee56e8d7162e1e" providerId="LiveId" clId="{FBA19D0F-677B-56B8-863E-85AFCD084619}"/>
    <pc:docChg chg="custSel addSld delSld modSld">
      <pc:chgData name="Rodica Ioana Lung" userId="64ee56e8d7162e1e" providerId="LiveId" clId="{FBA19D0F-677B-56B8-863E-85AFCD084619}" dt="2026-08-31T09:10:54.772" v="78" actId="478"/>
      <pc:docMkLst>
        <pc:docMk/>
      </pc:docMkLst>
      <pc:sldChg chg="add del">
        <pc:chgData name="Rodica Ioana Lung" userId="64ee56e8d7162e1e" providerId="LiveId" clId="{FBA19D0F-677B-56B8-863E-85AFCD084619}" dt="2026-08-31T09:06:06.792" v="58" actId="2696"/>
        <pc:sldMkLst>
          <pc:docMk/>
          <pc:sldMk cId="1459927083" sldId="260"/>
        </pc:sldMkLst>
      </pc:sldChg>
      <pc:sldChg chg="add setBg">
        <pc:chgData name="Rodica Ioana Lung" userId="64ee56e8d7162e1e" providerId="LiveId" clId="{FBA19D0F-677B-56B8-863E-85AFCD084619}" dt="2026-08-31T09:02:22.450" v="1"/>
        <pc:sldMkLst>
          <pc:docMk/>
          <pc:sldMk cId="411977087" sldId="269"/>
        </pc:sldMkLst>
      </pc:sldChg>
      <pc:sldChg chg="add setBg">
        <pc:chgData name="Rodica Ioana Lung" userId="64ee56e8d7162e1e" providerId="LiveId" clId="{FBA19D0F-677B-56B8-863E-85AFCD084619}" dt="2026-08-31T09:02:22.450" v="1"/>
        <pc:sldMkLst>
          <pc:docMk/>
          <pc:sldMk cId="650180646" sldId="271"/>
        </pc:sldMkLst>
      </pc:sldChg>
      <pc:sldChg chg="add setBg">
        <pc:chgData name="Rodica Ioana Lung" userId="64ee56e8d7162e1e" providerId="LiveId" clId="{FBA19D0F-677B-56B8-863E-85AFCD084619}" dt="2026-08-31T09:02:22.450" v="1"/>
        <pc:sldMkLst>
          <pc:docMk/>
          <pc:sldMk cId="2526260835" sldId="272"/>
        </pc:sldMkLst>
      </pc:sldChg>
      <pc:sldChg chg="add setBg">
        <pc:chgData name="Rodica Ioana Lung" userId="64ee56e8d7162e1e" providerId="LiveId" clId="{FBA19D0F-677B-56B8-863E-85AFCD084619}" dt="2026-08-31T09:02:22.450" v="1"/>
        <pc:sldMkLst>
          <pc:docMk/>
          <pc:sldMk cId="3099830041" sldId="274"/>
        </pc:sldMkLst>
      </pc:sldChg>
      <pc:sldChg chg="add setBg">
        <pc:chgData name="Rodica Ioana Lung" userId="64ee56e8d7162e1e" providerId="LiveId" clId="{FBA19D0F-677B-56B8-863E-85AFCD084619}" dt="2026-08-31T09:02:22.450" v="1"/>
        <pc:sldMkLst>
          <pc:docMk/>
          <pc:sldMk cId="61096690" sldId="277"/>
        </pc:sldMkLst>
      </pc:sldChg>
      <pc:sldChg chg="del">
        <pc:chgData name="Rodica Ioana Lung" userId="64ee56e8d7162e1e" providerId="LiveId" clId="{FBA19D0F-677B-56B8-863E-85AFCD084619}" dt="2026-08-31T09:01:59.290" v="0" actId="2696"/>
        <pc:sldMkLst>
          <pc:docMk/>
          <pc:sldMk cId="213592913" sldId="277"/>
        </pc:sldMkLst>
      </pc:sldChg>
      <pc:sldChg chg="add setBg">
        <pc:chgData name="Rodica Ioana Lung" userId="64ee56e8d7162e1e" providerId="LiveId" clId="{FBA19D0F-677B-56B8-863E-85AFCD084619}" dt="2026-08-31T09:02:22.450" v="1"/>
        <pc:sldMkLst>
          <pc:docMk/>
          <pc:sldMk cId="1490228093" sldId="278"/>
        </pc:sldMkLst>
      </pc:sldChg>
      <pc:sldChg chg="add setBg">
        <pc:chgData name="Rodica Ioana Lung" userId="64ee56e8d7162e1e" providerId="LiveId" clId="{FBA19D0F-677B-56B8-863E-85AFCD084619}" dt="2026-08-31T09:02:22.450" v="1"/>
        <pc:sldMkLst>
          <pc:docMk/>
          <pc:sldMk cId="1754655347" sldId="279"/>
        </pc:sldMkLst>
      </pc:sldChg>
      <pc:sldChg chg="add setBg">
        <pc:chgData name="Rodica Ioana Lung" userId="64ee56e8d7162e1e" providerId="LiveId" clId="{FBA19D0F-677B-56B8-863E-85AFCD084619}" dt="2026-08-31T09:02:22.450" v="1"/>
        <pc:sldMkLst>
          <pc:docMk/>
          <pc:sldMk cId="3618445486" sldId="280"/>
        </pc:sldMkLst>
      </pc:sldChg>
      <pc:sldChg chg="add setBg">
        <pc:chgData name="Rodica Ioana Lung" userId="64ee56e8d7162e1e" providerId="LiveId" clId="{FBA19D0F-677B-56B8-863E-85AFCD084619}" dt="2026-08-31T09:02:22.450" v="1"/>
        <pc:sldMkLst>
          <pc:docMk/>
          <pc:sldMk cId="1735967593" sldId="281"/>
        </pc:sldMkLst>
      </pc:sldChg>
      <pc:sldChg chg="add setBg">
        <pc:chgData name="Rodica Ioana Lung" userId="64ee56e8d7162e1e" providerId="LiveId" clId="{FBA19D0F-677B-56B8-863E-85AFCD084619}" dt="2026-08-31T09:02:22.450" v="1"/>
        <pc:sldMkLst>
          <pc:docMk/>
          <pc:sldMk cId="1948499604" sldId="282"/>
        </pc:sldMkLst>
      </pc:sldChg>
      <pc:sldChg chg="add setBg">
        <pc:chgData name="Rodica Ioana Lung" userId="64ee56e8d7162e1e" providerId="LiveId" clId="{FBA19D0F-677B-56B8-863E-85AFCD084619}" dt="2026-08-31T09:02:22.450" v="1"/>
        <pc:sldMkLst>
          <pc:docMk/>
          <pc:sldMk cId="922234469" sldId="283"/>
        </pc:sldMkLst>
      </pc:sldChg>
      <pc:sldChg chg="add setBg">
        <pc:chgData name="Rodica Ioana Lung" userId="64ee56e8d7162e1e" providerId="LiveId" clId="{FBA19D0F-677B-56B8-863E-85AFCD084619}" dt="2026-08-31T09:02:22.450" v="1"/>
        <pc:sldMkLst>
          <pc:docMk/>
          <pc:sldMk cId="2945143253" sldId="284"/>
        </pc:sldMkLst>
      </pc:sldChg>
      <pc:sldChg chg="add setBg">
        <pc:chgData name="Rodica Ioana Lung" userId="64ee56e8d7162e1e" providerId="LiveId" clId="{FBA19D0F-677B-56B8-863E-85AFCD084619}" dt="2026-08-31T09:02:22.450" v="1"/>
        <pc:sldMkLst>
          <pc:docMk/>
          <pc:sldMk cId="1220888991" sldId="285"/>
        </pc:sldMkLst>
      </pc:sldChg>
      <pc:sldChg chg="add setBg">
        <pc:chgData name="Rodica Ioana Lung" userId="64ee56e8d7162e1e" providerId="LiveId" clId="{FBA19D0F-677B-56B8-863E-85AFCD084619}" dt="2026-08-31T09:02:22.450" v="1"/>
        <pc:sldMkLst>
          <pc:docMk/>
          <pc:sldMk cId="3977080846" sldId="286"/>
        </pc:sldMkLst>
      </pc:sldChg>
      <pc:sldChg chg="add setBg">
        <pc:chgData name="Rodica Ioana Lung" userId="64ee56e8d7162e1e" providerId="LiveId" clId="{FBA19D0F-677B-56B8-863E-85AFCD084619}" dt="2026-08-31T09:02:22.450" v="1"/>
        <pc:sldMkLst>
          <pc:docMk/>
          <pc:sldMk cId="1997644530" sldId="287"/>
        </pc:sldMkLst>
      </pc:sldChg>
      <pc:sldChg chg="add setBg">
        <pc:chgData name="Rodica Ioana Lung" userId="64ee56e8d7162e1e" providerId="LiveId" clId="{FBA19D0F-677B-56B8-863E-85AFCD084619}" dt="2026-08-31T09:02:22.450" v="1"/>
        <pc:sldMkLst>
          <pc:docMk/>
          <pc:sldMk cId="1010476395" sldId="288"/>
        </pc:sldMkLst>
      </pc:sldChg>
      <pc:sldChg chg="add">
        <pc:chgData name="Rodica Ioana Lung" userId="64ee56e8d7162e1e" providerId="LiveId" clId="{FBA19D0F-677B-56B8-863E-85AFCD084619}" dt="2026-08-31T09:03:05.242" v="3"/>
        <pc:sldMkLst>
          <pc:docMk/>
          <pc:sldMk cId="910964676" sldId="289"/>
        </pc:sldMkLst>
      </pc:sldChg>
      <pc:sldChg chg="delSp add mod">
        <pc:chgData name="Rodica Ioana Lung" userId="64ee56e8d7162e1e" providerId="LiveId" clId="{FBA19D0F-677B-56B8-863E-85AFCD084619}" dt="2026-08-31T09:03:33.639" v="13" actId="478"/>
        <pc:sldMkLst>
          <pc:docMk/>
          <pc:sldMk cId="2838399479" sldId="290"/>
        </pc:sldMkLst>
        <pc:grpChg chg="del">
          <ac:chgData name="Rodica Ioana Lung" userId="64ee56e8d7162e1e" providerId="LiveId" clId="{FBA19D0F-677B-56B8-863E-85AFCD084619}" dt="2026-08-31T09:03:19.308" v="5" actId="478"/>
          <ac:grpSpMkLst>
            <pc:docMk/>
            <pc:sldMk cId="2838399479" sldId="290"/>
            <ac:grpSpMk id="21" creationId="{E1D2B9D7-7569-F93C-ECBE-35835328611E}"/>
          </ac:grpSpMkLst>
        </pc:grpChg>
        <pc:grpChg chg="del">
          <ac:chgData name="Rodica Ioana Lung" userId="64ee56e8d7162e1e" providerId="LiveId" clId="{FBA19D0F-677B-56B8-863E-85AFCD084619}" dt="2026-08-31T09:03:21.275" v="6" actId="478"/>
          <ac:grpSpMkLst>
            <pc:docMk/>
            <pc:sldMk cId="2838399479" sldId="290"/>
            <ac:grpSpMk id="25" creationId="{9B305EA0-7E22-72E3-8721-144F39A66B51}"/>
          </ac:grpSpMkLst>
        </pc:grpChg>
        <pc:grpChg chg="del">
          <ac:chgData name="Rodica Ioana Lung" userId="64ee56e8d7162e1e" providerId="LiveId" clId="{FBA19D0F-677B-56B8-863E-85AFCD084619}" dt="2026-08-31T09:03:18.280" v="4" actId="478"/>
          <ac:grpSpMkLst>
            <pc:docMk/>
            <pc:sldMk cId="2838399479" sldId="290"/>
            <ac:grpSpMk id="46" creationId="{13D6356B-6E35-F985-E292-6D9A825CA46D}"/>
          </ac:grpSpMkLst>
        </pc:grpChg>
        <pc:grpChg chg="del">
          <ac:chgData name="Rodica Ioana Lung" userId="64ee56e8d7162e1e" providerId="LiveId" clId="{FBA19D0F-677B-56B8-863E-85AFCD084619}" dt="2026-08-31T09:03:33.639" v="13" actId="478"/>
          <ac:grpSpMkLst>
            <pc:docMk/>
            <pc:sldMk cId="2838399479" sldId="290"/>
            <ac:grpSpMk id="52" creationId="{81AF3952-84C2-1191-8744-856353F84A9F}"/>
          </ac:grpSpMkLst>
        </pc:grpChg>
        <pc:inkChg chg="del">
          <ac:chgData name="Rodica Ioana Lung" userId="64ee56e8d7162e1e" providerId="LiveId" clId="{FBA19D0F-677B-56B8-863E-85AFCD084619}" dt="2026-08-31T09:03:24.535" v="7" actId="478"/>
          <ac:inkMkLst>
            <pc:docMk/>
            <pc:sldMk cId="2838399479" sldId="290"/>
            <ac:inkMk id="27" creationId="{E7B0B877-E49D-7C63-F356-A4E5F36CAEEC}"/>
          </ac:inkMkLst>
        </pc:inkChg>
        <pc:inkChg chg="del">
          <ac:chgData name="Rodica Ioana Lung" userId="64ee56e8d7162e1e" providerId="LiveId" clId="{FBA19D0F-677B-56B8-863E-85AFCD084619}" dt="2026-08-31T09:03:25.844" v="8" actId="478"/>
          <ac:inkMkLst>
            <pc:docMk/>
            <pc:sldMk cId="2838399479" sldId="290"/>
            <ac:inkMk id="28" creationId="{E3A8B39E-9CDD-910F-35D1-F26A0F4DF26F}"/>
          </ac:inkMkLst>
        </pc:inkChg>
        <pc:inkChg chg="del">
          <ac:chgData name="Rodica Ioana Lung" userId="64ee56e8d7162e1e" providerId="LiveId" clId="{FBA19D0F-677B-56B8-863E-85AFCD084619}" dt="2026-08-31T09:03:27.281" v="9" actId="478"/>
          <ac:inkMkLst>
            <pc:docMk/>
            <pc:sldMk cId="2838399479" sldId="290"/>
            <ac:inkMk id="29" creationId="{3000F932-3CA7-CBBD-4043-EE3201276396}"/>
          </ac:inkMkLst>
        </pc:inkChg>
        <pc:inkChg chg="del">
          <ac:chgData name="Rodica Ioana Lung" userId="64ee56e8d7162e1e" providerId="LiveId" clId="{FBA19D0F-677B-56B8-863E-85AFCD084619}" dt="2026-08-31T09:03:29.264" v="10" actId="478"/>
          <ac:inkMkLst>
            <pc:docMk/>
            <pc:sldMk cId="2838399479" sldId="290"/>
            <ac:inkMk id="30" creationId="{B4D67E49-29FC-073A-ADFF-63D1E4BCABDF}"/>
          </ac:inkMkLst>
        </pc:inkChg>
        <pc:inkChg chg="del">
          <ac:chgData name="Rodica Ioana Lung" userId="64ee56e8d7162e1e" providerId="LiveId" clId="{FBA19D0F-677B-56B8-863E-85AFCD084619}" dt="2026-08-31T09:03:30.965" v="11" actId="478"/>
          <ac:inkMkLst>
            <pc:docMk/>
            <pc:sldMk cId="2838399479" sldId="290"/>
            <ac:inkMk id="47" creationId="{3AFB429A-05C5-E4E2-78B4-9D4151E77384}"/>
          </ac:inkMkLst>
        </pc:inkChg>
        <pc:inkChg chg="del">
          <ac:chgData name="Rodica Ioana Lung" userId="64ee56e8d7162e1e" providerId="LiveId" clId="{FBA19D0F-677B-56B8-863E-85AFCD084619}" dt="2026-08-31T09:03:32.167" v="12" actId="478"/>
          <ac:inkMkLst>
            <pc:docMk/>
            <pc:sldMk cId="2838399479" sldId="290"/>
            <ac:inkMk id="48" creationId="{8695094E-C4BD-EE39-3100-26705B9724FC}"/>
          </ac:inkMkLst>
        </pc:inkChg>
      </pc:sldChg>
      <pc:sldChg chg="delSp modSp add mod setBg delDesignElem">
        <pc:chgData name="Rodica Ioana Lung" userId="64ee56e8d7162e1e" providerId="LiveId" clId="{FBA19D0F-677B-56B8-863E-85AFCD084619}" dt="2026-08-31T09:03:50.417" v="21" actId="478"/>
        <pc:sldMkLst>
          <pc:docMk/>
          <pc:sldMk cId="1273734004" sldId="291"/>
        </pc:sldMkLst>
        <pc:spChg chg="del">
          <ac:chgData name="Rodica Ioana Lung" userId="64ee56e8d7162e1e" providerId="LiveId" clId="{FBA19D0F-677B-56B8-863E-85AFCD084619}" dt="2026-08-31T09:03:05.242" v="3"/>
          <ac:spMkLst>
            <pc:docMk/>
            <pc:sldMk cId="1273734004" sldId="291"/>
            <ac:spMk id="27" creationId="{42A4FC2C-047E-45A5-965D-8E1E3BF09BC6}"/>
          </ac:spMkLst>
        </pc:spChg>
        <pc:grpChg chg="del mod">
          <ac:chgData name="Rodica Ioana Lung" userId="64ee56e8d7162e1e" providerId="LiveId" clId="{FBA19D0F-677B-56B8-863E-85AFCD084619}" dt="2026-08-31T09:03:44.398" v="17" actId="478"/>
          <ac:grpSpMkLst>
            <pc:docMk/>
            <pc:sldMk cId="1273734004" sldId="291"/>
            <ac:grpSpMk id="14" creationId="{D9D1061D-2C42-4839-2872-3893053EFD6E}"/>
          </ac:grpSpMkLst>
        </pc:grpChg>
        <pc:grpChg chg="del">
          <ac:chgData name="Rodica Ioana Lung" userId="64ee56e8d7162e1e" providerId="LiveId" clId="{FBA19D0F-677B-56B8-863E-85AFCD084619}" dt="2026-08-31T09:03:46.175" v="18" actId="478"/>
          <ac:grpSpMkLst>
            <pc:docMk/>
            <pc:sldMk cId="1273734004" sldId="291"/>
            <ac:grpSpMk id="15" creationId="{AD66BA8D-85C3-7B92-7DA0-1A898FBACCA6}"/>
          </ac:grpSpMkLst>
        </pc:grpChg>
        <pc:inkChg chg="del">
          <ac:chgData name="Rodica Ioana Lung" userId="64ee56e8d7162e1e" providerId="LiveId" clId="{FBA19D0F-677B-56B8-863E-85AFCD084619}" dt="2026-08-31T09:03:47.430" v="19" actId="478"/>
          <ac:inkMkLst>
            <pc:docMk/>
            <pc:sldMk cId="1273734004" sldId="291"/>
            <ac:inkMk id="3" creationId="{4E1EF8BC-CADA-8C4F-258F-F6460CABC7BB}"/>
          </ac:inkMkLst>
        </pc:inkChg>
        <pc:inkChg chg="del">
          <ac:chgData name="Rodica Ioana Lung" userId="64ee56e8d7162e1e" providerId="LiveId" clId="{FBA19D0F-677B-56B8-863E-85AFCD084619}" dt="2026-08-31T09:03:50.417" v="21" actId="478"/>
          <ac:inkMkLst>
            <pc:docMk/>
            <pc:sldMk cId="1273734004" sldId="291"/>
            <ac:inkMk id="5" creationId="{26633BAD-E9D7-F582-C915-E800B424CE52}"/>
          </ac:inkMkLst>
        </pc:inkChg>
        <pc:inkChg chg="del">
          <ac:chgData name="Rodica Ioana Lung" userId="64ee56e8d7162e1e" providerId="LiveId" clId="{FBA19D0F-677B-56B8-863E-85AFCD084619}" dt="2026-08-31T09:03:40.989" v="14" actId="478"/>
          <ac:inkMkLst>
            <pc:docMk/>
            <pc:sldMk cId="1273734004" sldId="291"/>
            <ac:inkMk id="16" creationId="{2788E828-1331-5B16-A5BC-6DF844929229}"/>
          </ac:inkMkLst>
        </pc:inkChg>
        <pc:inkChg chg="del">
          <ac:chgData name="Rodica Ioana Lung" userId="64ee56e8d7162e1e" providerId="LiveId" clId="{FBA19D0F-677B-56B8-863E-85AFCD084619}" dt="2026-08-31T09:03:40.989" v="14" actId="478"/>
          <ac:inkMkLst>
            <pc:docMk/>
            <pc:sldMk cId="1273734004" sldId="291"/>
            <ac:inkMk id="17" creationId="{F84674E6-07EF-C21C-71FC-0022EF59F9CB}"/>
          </ac:inkMkLst>
        </pc:inkChg>
        <pc:inkChg chg="del">
          <ac:chgData name="Rodica Ioana Lung" userId="64ee56e8d7162e1e" providerId="LiveId" clId="{FBA19D0F-677B-56B8-863E-85AFCD084619}" dt="2026-08-31T09:03:42.892" v="15" actId="478"/>
          <ac:inkMkLst>
            <pc:docMk/>
            <pc:sldMk cId="1273734004" sldId="291"/>
            <ac:inkMk id="18" creationId="{D25A0658-354A-0C3D-C36A-EB65CE9C755E}"/>
          </ac:inkMkLst>
        </pc:inkChg>
        <pc:inkChg chg="del">
          <ac:chgData name="Rodica Ioana Lung" userId="64ee56e8d7162e1e" providerId="LiveId" clId="{FBA19D0F-677B-56B8-863E-85AFCD084619}" dt="2026-08-31T09:03:48.753" v="20" actId="478"/>
          <ac:inkMkLst>
            <pc:docMk/>
            <pc:sldMk cId="1273734004" sldId="291"/>
            <ac:inkMk id="19" creationId="{B23232AE-37EF-D8F7-F8FB-DA15148FD667}"/>
          </ac:inkMkLst>
        </pc:inkChg>
        <pc:inkChg chg="del">
          <ac:chgData name="Rodica Ioana Lung" userId="64ee56e8d7162e1e" providerId="LiveId" clId="{FBA19D0F-677B-56B8-863E-85AFCD084619}" dt="2026-08-31T09:03:40.989" v="14" actId="478"/>
          <ac:inkMkLst>
            <pc:docMk/>
            <pc:sldMk cId="1273734004" sldId="291"/>
            <ac:inkMk id="20" creationId="{0D413196-FB41-82CC-3205-F3719CCCE809}"/>
          </ac:inkMkLst>
        </pc:inkChg>
      </pc:sldChg>
      <pc:sldChg chg="add del setBg">
        <pc:chgData name="Rodica Ioana Lung" userId="64ee56e8d7162e1e" providerId="LiveId" clId="{FBA19D0F-677B-56B8-863E-85AFCD084619}" dt="2026-08-31T09:04:00.630" v="22" actId="2696"/>
        <pc:sldMkLst>
          <pc:docMk/>
          <pc:sldMk cId="2250559408" sldId="292"/>
        </pc:sldMkLst>
      </pc:sldChg>
      <pc:sldChg chg="delSp modSp add mod">
        <pc:chgData name="Rodica Ioana Lung" userId="64ee56e8d7162e1e" providerId="LiveId" clId="{FBA19D0F-677B-56B8-863E-85AFCD084619}" dt="2026-08-31T09:04:15.127" v="30" actId="478"/>
        <pc:sldMkLst>
          <pc:docMk/>
          <pc:sldMk cId="2623793636" sldId="293"/>
        </pc:sldMkLst>
        <pc:grpChg chg="del">
          <ac:chgData name="Rodica Ioana Lung" userId="64ee56e8d7162e1e" providerId="LiveId" clId="{FBA19D0F-677B-56B8-863E-85AFCD084619}" dt="2026-08-31T09:04:03.531" v="23" actId="478"/>
          <ac:grpSpMkLst>
            <pc:docMk/>
            <pc:sldMk cId="2623793636" sldId="293"/>
            <ac:grpSpMk id="31" creationId="{0E736FBE-2F2D-36DE-E06D-F5673E3C5B06}"/>
          </ac:grpSpMkLst>
        </pc:grpChg>
        <pc:grpChg chg="del">
          <ac:chgData name="Rodica Ioana Lung" userId="64ee56e8d7162e1e" providerId="LiveId" clId="{FBA19D0F-677B-56B8-863E-85AFCD084619}" dt="2026-08-31T09:04:03.531" v="23" actId="478"/>
          <ac:grpSpMkLst>
            <pc:docMk/>
            <pc:sldMk cId="2623793636" sldId="293"/>
            <ac:grpSpMk id="35" creationId="{2F09639B-63D9-9590-916B-E988F77ABF89}"/>
          </ac:grpSpMkLst>
        </pc:grpChg>
        <pc:picChg chg="mod">
          <ac:chgData name="Rodica Ioana Lung" userId="64ee56e8d7162e1e" providerId="LiveId" clId="{FBA19D0F-677B-56B8-863E-85AFCD084619}" dt="2026-08-31T09:04:08.507" v="25" actId="1076"/>
          <ac:picMkLst>
            <pc:docMk/>
            <pc:sldMk cId="2623793636" sldId="293"/>
            <ac:picMk id="4" creationId="{4850466E-BF92-0639-0058-6FA104C7AB45}"/>
          </ac:picMkLst>
        </pc:picChg>
        <pc:inkChg chg="del">
          <ac:chgData name="Rodica Ioana Lung" userId="64ee56e8d7162e1e" providerId="LiveId" clId="{FBA19D0F-677B-56B8-863E-85AFCD084619}" dt="2026-08-31T09:04:05.561" v="24" actId="478"/>
          <ac:inkMkLst>
            <pc:docMk/>
            <pc:sldMk cId="2623793636" sldId="293"/>
            <ac:inkMk id="3" creationId="{7015B1EA-4DD5-7B17-7F00-F850AC439D72}"/>
          </ac:inkMkLst>
        </pc:inkChg>
        <pc:inkChg chg="del">
          <ac:chgData name="Rodica Ioana Lung" userId="64ee56e8d7162e1e" providerId="LiveId" clId="{FBA19D0F-677B-56B8-863E-85AFCD084619}" dt="2026-08-31T09:04:03.531" v="23" actId="478"/>
          <ac:inkMkLst>
            <pc:docMk/>
            <pc:sldMk cId="2623793636" sldId="293"/>
            <ac:inkMk id="6" creationId="{2BE5E805-B5EC-A266-DCA8-D76C4EF4F290}"/>
          </ac:inkMkLst>
        </pc:inkChg>
        <pc:inkChg chg="del">
          <ac:chgData name="Rodica Ioana Lung" userId="64ee56e8d7162e1e" providerId="LiveId" clId="{FBA19D0F-677B-56B8-863E-85AFCD084619}" dt="2026-08-31T09:04:03.531" v="23" actId="478"/>
          <ac:inkMkLst>
            <pc:docMk/>
            <pc:sldMk cId="2623793636" sldId="293"/>
            <ac:inkMk id="7" creationId="{172B0FD6-32CD-E257-E5F9-5B11E8EF4283}"/>
          </ac:inkMkLst>
        </pc:inkChg>
        <pc:inkChg chg="del">
          <ac:chgData name="Rodica Ioana Lung" userId="64ee56e8d7162e1e" providerId="LiveId" clId="{FBA19D0F-677B-56B8-863E-85AFCD084619}" dt="2026-08-31T09:04:03.531" v="23" actId="478"/>
          <ac:inkMkLst>
            <pc:docMk/>
            <pc:sldMk cId="2623793636" sldId="293"/>
            <ac:inkMk id="8" creationId="{2307E668-891C-15A3-8B12-FE1806278205}"/>
          </ac:inkMkLst>
        </pc:inkChg>
        <pc:inkChg chg="del mod">
          <ac:chgData name="Rodica Ioana Lung" userId="64ee56e8d7162e1e" providerId="LiveId" clId="{FBA19D0F-677B-56B8-863E-85AFCD084619}" dt="2026-08-31T09:04:11.865" v="27" actId="478"/>
          <ac:inkMkLst>
            <pc:docMk/>
            <pc:sldMk cId="2623793636" sldId="293"/>
            <ac:inkMk id="10" creationId="{3E5619C3-7021-9803-9D31-3B308EF3179D}"/>
          </ac:inkMkLst>
        </pc:inkChg>
        <pc:inkChg chg="del">
          <ac:chgData name="Rodica Ioana Lung" userId="64ee56e8d7162e1e" providerId="LiveId" clId="{FBA19D0F-677B-56B8-863E-85AFCD084619}" dt="2026-08-31T09:04:15.127" v="30" actId="478"/>
          <ac:inkMkLst>
            <pc:docMk/>
            <pc:sldMk cId="2623793636" sldId="293"/>
            <ac:inkMk id="11" creationId="{F827460A-472C-0C8C-1353-13A780BCBC4B}"/>
          </ac:inkMkLst>
        </pc:inkChg>
        <pc:inkChg chg="del">
          <ac:chgData name="Rodica Ioana Lung" userId="64ee56e8d7162e1e" providerId="LiveId" clId="{FBA19D0F-677B-56B8-863E-85AFCD084619}" dt="2026-08-31T09:04:12.807" v="28" actId="478"/>
          <ac:inkMkLst>
            <pc:docMk/>
            <pc:sldMk cId="2623793636" sldId="293"/>
            <ac:inkMk id="12" creationId="{1DDF5110-4D2D-A448-0F21-673D8B6DE664}"/>
          </ac:inkMkLst>
        </pc:inkChg>
        <pc:inkChg chg="del">
          <ac:chgData name="Rodica Ioana Lung" userId="64ee56e8d7162e1e" providerId="LiveId" clId="{FBA19D0F-677B-56B8-863E-85AFCD084619}" dt="2026-08-31T09:04:13.889" v="29" actId="478"/>
          <ac:inkMkLst>
            <pc:docMk/>
            <pc:sldMk cId="2623793636" sldId="293"/>
            <ac:inkMk id="13" creationId="{51A5351F-E7AC-BC2B-E871-BC07EAE5144D}"/>
          </ac:inkMkLst>
        </pc:inkChg>
        <pc:inkChg chg="del">
          <ac:chgData name="Rodica Ioana Lung" userId="64ee56e8d7162e1e" providerId="LiveId" clId="{FBA19D0F-677B-56B8-863E-85AFCD084619}" dt="2026-08-31T09:04:03.531" v="23" actId="478"/>
          <ac:inkMkLst>
            <pc:docMk/>
            <pc:sldMk cId="2623793636" sldId="293"/>
            <ac:inkMk id="15" creationId="{2E7E9D8A-2E76-4B25-3324-996D45DAE481}"/>
          </ac:inkMkLst>
        </pc:inkChg>
        <pc:inkChg chg="del">
          <ac:chgData name="Rodica Ioana Lung" userId="64ee56e8d7162e1e" providerId="LiveId" clId="{FBA19D0F-677B-56B8-863E-85AFCD084619}" dt="2026-08-31T09:04:03.531" v="23" actId="478"/>
          <ac:inkMkLst>
            <pc:docMk/>
            <pc:sldMk cId="2623793636" sldId="293"/>
            <ac:inkMk id="17" creationId="{8716E8A2-86E3-37D6-29FF-69B6AECB5C81}"/>
          </ac:inkMkLst>
        </pc:inkChg>
        <pc:inkChg chg="del">
          <ac:chgData name="Rodica Ioana Lung" userId="64ee56e8d7162e1e" providerId="LiveId" clId="{FBA19D0F-677B-56B8-863E-85AFCD084619}" dt="2026-08-31T09:04:03.531" v="23" actId="478"/>
          <ac:inkMkLst>
            <pc:docMk/>
            <pc:sldMk cId="2623793636" sldId="293"/>
            <ac:inkMk id="20" creationId="{F06DC69C-0B28-1A9E-7D23-DFD9F805E445}"/>
          </ac:inkMkLst>
        </pc:inkChg>
        <pc:inkChg chg="del">
          <ac:chgData name="Rodica Ioana Lung" userId="64ee56e8d7162e1e" providerId="LiveId" clId="{FBA19D0F-677B-56B8-863E-85AFCD084619}" dt="2026-08-31T09:04:03.531" v="23" actId="478"/>
          <ac:inkMkLst>
            <pc:docMk/>
            <pc:sldMk cId="2623793636" sldId="293"/>
            <ac:inkMk id="22" creationId="{C4D00F9A-C094-F004-CA3B-2A635B8CD599}"/>
          </ac:inkMkLst>
        </pc:inkChg>
        <pc:inkChg chg="del">
          <ac:chgData name="Rodica Ioana Lung" userId="64ee56e8d7162e1e" providerId="LiveId" clId="{FBA19D0F-677B-56B8-863E-85AFCD084619}" dt="2026-08-31T09:04:03.531" v="23" actId="478"/>
          <ac:inkMkLst>
            <pc:docMk/>
            <pc:sldMk cId="2623793636" sldId="293"/>
            <ac:inkMk id="36" creationId="{E6EFD33E-351A-3FAC-402A-1EFFD0483F23}"/>
          </ac:inkMkLst>
        </pc:inkChg>
      </pc:sldChg>
      <pc:sldChg chg="delSp add mod">
        <pc:chgData name="Rodica Ioana Lung" userId="64ee56e8d7162e1e" providerId="LiveId" clId="{FBA19D0F-677B-56B8-863E-85AFCD084619}" dt="2026-08-31T09:04:20.181" v="31" actId="478"/>
        <pc:sldMkLst>
          <pc:docMk/>
          <pc:sldMk cId="3378043707" sldId="294"/>
        </pc:sldMkLst>
        <pc:grpChg chg="del">
          <ac:chgData name="Rodica Ioana Lung" userId="64ee56e8d7162e1e" providerId="LiveId" clId="{FBA19D0F-677B-56B8-863E-85AFCD084619}" dt="2026-08-31T09:04:20.181" v="31" actId="478"/>
          <ac:grpSpMkLst>
            <pc:docMk/>
            <pc:sldMk cId="3378043707" sldId="294"/>
            <ac:grpSpMk id="20" creationId="{319E7042-3C65-7888-0FBC-6CFD32432DEE}"/>
          </ac:grpSpMkLst>
        </pc:grpChg>
        <pc:grpChg chg="del">
          <ac:chgData name="Rodica Ioana Lung" userId="64ee56e8d7162e1e" providerId="LiveId" clId="{FBA19D0F-677B-56B8-863E-85AFCD084619}" dt="2026-08-31T09:04:20.181" v="31" actId="478"/>
          <ac:grpSpMkLst>
            <pc:docMk/>
            <pc:sldMk cId="3378043707" sldId="294"/>
            <ac:grpSpMk id="25" creationId="{464B5A4D-E832-64B9-C950-C4C14DAE1252}"/>
          </ac:grpSpMkLst>
        </pc:grpChg>
        <pc:inkChg chg="del">
          <ac:chgData name="Rodica Ioana Lung" userId="64ee56e8d7162e1e" providerId="LiveId" clId="{FBA19D0F-677B-56B8-863E-85AFCD084619}" dt="2026-08-31T09:04:20.181" v="31" actId="478"/>
          <ac:inkMkLst>
            <pc:docMk/>
            <pc:sldMk cId="3378043707" sldId="294"/>
            <ac:inkMk id="5" creationId="{8759F2DF-B58C-6D16-4B3A-742671DED6D9}"/>
          </ac:inkMkLst>
        </pc:inkChg>
        <pc:inkChg chg="del">
          <ac:chgData name="Rodica Ioana Lung" userId="64ee56e8d7162e1e" providerId="LiveId" clId="{FBA19D0F-677B-56B8-863E-85AFCD084619}" dt="2026-08-31T09:04:20.181" v="31" actId="478"/>
          <ac:inkMkLst>
            <pc:docMk/>
            <pc:sldMk cId="3378043707" sldId="294"/>
            <ac:inkMk id="7" creationId="{70A9F82A-B837-3988-BD42-B90A8FDA72C4}"/>
          </ac:inkMkLst>
        </pc:inkChg>
        <pc:inkChg chg="del">
          <ac:chgData name="Rodica Ioana Lung" userId="64ee56e8d7162e1e" providerId="LiveId" clId="{FBA19D0F-677B-56B8-863E-85AFCD084619}" dt="2026-08-31T09:04:20.181" v="31" actId="478"/>
          <ac:inkMkLst>
            <pc:docMk/>
            <pc:sldMk cId="3378043707" sldId="294"/>
            <ac:inkMk id="8" creationId="{EE1E6158-E6E4-9D62-6705-45EC87F2F784}"/>
          </ac:inkMkLst>
        </pc:inkChg>
        <pc:inkChg chg="del">
          <ac:chgData name="Rodica Ioana Lung" userId="64ee56e8d7162e1e" providerId="LiveId" clId="{FBA19D0F-677B-56B8-863E-85AFCD084619}" dt="2026-08-31T09:04:20.181" v="31" actId="478"/>
          <ac:inkMkLst>
            <pc:docMk/>
            <pc:sldMk cId="3378043707" sldId="294"/>
            <ac:inkMk id="9" creationId="{2129DB42-0901-948F-30E9-D05664394366}"/>
          </ac:inkMkLst>
        </pc:inkChg>
        <pc:inkChg chg="del">
          <ac:chgData name="Rodica Ioana Lung" userId="64ee56e8d7162e1e" providerId="LiveId" clId="{FBA19D0F-677B-56B8-863E-85AFCD084619}" dt="2026-08-31T09:04:20.181" v="31" actId="478"/>
          <ac:inkMkLst>
            <pc:docMk/>
            <pc:sldMk cId="3378043707" sldId="294"/>
            <ac:inkMk id="10" creationId="{67348B66-AF97-B311-3E2C-598A76D14C02}"/>
          </ac:inkMkLst>
        </pc:inkChg>
        <pc:inkChg chg="del">
          <ac:chgData name="Rodica Ioana Lung" userId="64ee56e8d7162e1e" providerId="LiveId" clId="{FBA19D0F-677B-56B8-863E-85AFCD084619}" dt="2026-08-31T09:04:20.181" v="31" actId="478"/>
          <ac:inkMkLst>
            <pc:docMk/>
            <pc:sldMk cId="3378043707" sldId="294"/>
            <ac:inkMk id="11" creationId="{9D18E409-BE54-3B38-E1FA-719AE44B531E}"/>
          </ac:inkMkLst>
        </pc:inkChg>
        <pc:inkChg chg="del">
          <ac:chgData name="Rodica Ioana Lung" userId="64ee56e8d7162e1e" providerId="LiveId" clId="{FBA19D0F-677B-56B8-863E-85AFCD084619}" dt="2026-08-31T09:04:20.181" v="31" actId="478"/>
          <ac:inkMkLst>
            <pc:docMk/>
            <pc:sldMk cId="3378043707" sldId="294"/>
            <ac:inkMk id="21" creationId="{31A66B40-B19E-2075-F0FD-06980E0232C7}"/>
          </ac:inkMkLst>
        </pc:inkChg>
        <pc:inkChg chg="del">
          <ac:chgData name="Rodica Ioana Lung" userId="64ee56e8d7162e1e" providerId="LiveId" clId="{FBA19D0F-677B-56B8-863E-85AFCD084619}" dt="2026-08-31T09:04:20.181" v="31" actId="478"/>
          <ac:inkMkLst>
            <pc:docMk/>
            <pc:sldMk cId="3378043707" sldId="294"/>
            <ac:inkMk id="22" creationId="{859BD6EF-6FB9-A1D4-5389-106658A27F65}"/>
          </ac:inkMkLst>
        </pc:inkChg>
      </pc:sldChg>
      <pc:sldChg chg="delSp add mod">
        <pc:chgData name="Rodica Ioana Lung" userId="64ee56e8d7162e1e" providerId="LiveId" clId="{FBA19D0F-677B-56B8-863E-85AFCD084619}" dt="2026-08-31T09:04:29.500" v="33" actId="478"/>
        <pc:sldMkLst>
          <pc:docMk/>
          <pc:sldMk cId="3325193748" sldId="295"/>
        </pc:sldMkLst>
        <pc:inkChg chg="del">
          <ac:chgData name="Rodica Ioana Lung" userId="64ee56e8d7162e1e" providerId="LiveId" clId="{FBA19D0F-677B-56B8-863E-85AFCD084619}" dt="2026-08-31T09:04:25.229" v="32" actId="478"/>
          <ac:inkMkLst>
            <pc:docMk/>
            <pc:sldMk cId="3325193748" sldId="295"/>
            <ac:inkMk id="3" creationId="{FB20A5CB-8C5B-0810-5A22-24460281F0B5}"/>
          </ac:inkMkLst>
        </pc:inkChg>
        <pc:inkChg chg="del">
          <ac:chgData name="Rodica Ioana Lung" userId="64ee56e8d7162e1e" providerId="LiveId" clId="{FBA19D0F-677B-56B8-863E-85AFCD084619}" dt="2026-08-31T09:04:25.229" v="32" actId="478"/>
          <ac:inkMkLst>
            <pc:docMk/>
            <pc:sldMk cId="3325193748" sldId="295"/>
            <ac:inkMk id="5" creationId="{9F595F69-370C-AC8C-850E-BC487BA3DC99}"/>
          </ac:inkMkLst>
        </pc:inkChg>
        <pc:inkChg chg="del">
          <ac:chgData name="Rodica Ioana Lung" userId="64ee56e8d7162e1e" providerId="LiveId" clId="{FBA19D0F-677B-56B8-863E-85AFCD084619}" dt="2026-08-31T09:04:25.229" v="32" actId="478"/>
          <ac:inkMkLst>
            <pc:docMk/>
            <pc:sldMk cId="3325193748" sldId="295"/>
            <ac:inkMk id="6" creationId="{C35EDD7D-3D0C-A691-7CB4-2C197CE1E195}"/>
          </ac:inkMkLst>
        </pc:inkChg>
        <pc:inkChg chg="del">
          <ac:chgData name="Rodica Ioana Lung" userId="64ee56e8d7162e1e" providerId="LiveId" clId="{FBA19D0F-677B-56B8-863E-85AFCD084619}" dt="2026-08-31T09:04:29.500" v="33" actId="478"/>
          <ac:inkMkLst>
            <pc:docMk/>
            <pc:sldMk cId="3325193748" sldId="295"/>
            <ac:inkMk id="7" creationId="{5DE7BA0E-ACF6-0295-84E2-FF5B17DFD095}"/>
          </ac:inkMkLst>
        </pc:inkChg>
        <pc:inkChg chg="del">
          <ac:chgData name="Rodica Ioana Lung" userId="64ee56e8d7162e1e" providerId="LiveId" clId="{FBA19D0F-677B-56B8-863E-85AFCD084619}" dt="2026-08-31T09:04:25.229" v="32" actId="478"/>
          <ac:inkMkLst>
            <pc:docMk/>
            <pc:sldMk cId="3325193748" sldId="295"/>
            <ac:inkMk id="8" creationId="{FE0753B2-D6F8-A339-22D2-A5FF286A03AA}"/>
          </ac:inkMkLst>
        </pc:inkChg>
        <pc:inkChg chg="del">
          <ac:chgData name="Rodica Ioana Lung" userId="64ee56e8d7162e1e" providerId="LiveId" clId="{FBA19D0F-677B-56B8-863E-85AFCD084619}" dt="2026-08-31T09:04:25.229" v="32" actId="478"/>
          <ac:inkMkLst>
            <pc:docMk/>
            <pc:sldMk cId="3325193748" sldId="295"/>
            <ac:inkMk id="9" creationId="{457792FA-9FC2-E463-EC13-A696C5DBFF9A}"/>
          </ac:inkMkLst>
        </pc:inkChg>
        <pc:inkChg chg="del">
          <ac:chgData name="Rodica Ioana Lung" userId="64ee56e8d7162e1e" providerId="LiveId" clId="{FBA19D0F-677B-56B8-863E-85AFCD084619}" dt="2026-08-31T09:04:25.229" v="32" actId="478"/>
          <ac:inkMkLst>
            <pc:docMk/>
            <pc:sldMk cId="3325193748" sldId="295"/>
            <ac:inkMk id="10" creationId="{2A0C8DE7-74B9-6EAB-E21E-613944CF00B0}"/>
          </ac:inkMkLst>
        </pc:inkChg>
        <pc:inkChg chg="del">
          <ac:chgData name="Rodica Ioana Lung" userId="64ee56e8d7162e1e" providerId="LiveId" clId="{FBA19D0F-677B-56B8-863E-85AFCD084619}" dt="2026-08-31T09:04:29.500" v="33" actId="478"/>
          <ac:inkMkLst>
            <pc:docMk/>
            <pc:sldMk cId="3325193748" sldId="295"/>
            <ac:inkMk id="11" creationId="{D29FD2EA-9D2E-E2A5-2540-8B3BFDF262FD}"/>
          </ac:inkMkLst>
        </pc:inkChg>
        <pc:inkChg chg="del">
          <ac:chgData name="Rodica Ioana Lung" userId="64ee56e8d7162e1e" providerId="LiveId" clId="{FBA19D0F-677B-56B8-863E-85AFCD084619}" dt="2026-08-31T09:04:29.500" v="33" actId="478"/>
          <ac:inkMkLst>
            <pc:docMk/>
            <pc:sldMk cId="3325193748" sldId="295"/>
            <ac:inkMk id="12" creationId="{A48F6BA0-3446-9BA5-EA6C-DB84B7F784C3}"/>
          </ac:inkMkLst>
        </pc:inkChg>
        <pc:inkChg chg="del">
          <ac:chgData name="Rodica Ioana Lung" userId="64ee56e8d7162e1e" providerId="LiveId" clId="{FBA19D0F-677B-56B8-863E-85AFCD084619}" dt="2026-08-31T09:04:25.229" v="32" actId="478"/>
          <ac:inkMkLst>
            <pc:docMk/>
            <pc:sldMk cId="3325193748" sldId="295"/>
            <ac:inkMk id="13" creationId="{09BF6FB5-3EDE-A003-63ED-5BCBFA6CFD86}"/>
          </ac:inkMkLst>
        </pc:inkChg>
        <pc:inkChg chg="del">
          <ac:chgData name="Rodica Ioana Lung" userId="64ee56e8d7162e1e" providerId="LiveId" clId="{FBA19D0F-677B-56B8-863E-85AFCD084619}" dt="2026-08-31T09:04:29.500" v="33" actId="478"/>
          <ac:inkMkLst>
            <pc:docMk/>
            <pc:sldMk cId="3325193748" sldId="295"/>
            <ac:inkMk id="14" creationId="{5BD5B243-8A95-8624-E95D-1220E13DB195}"/>
          </ac:inkMkLst>
        </pc:inkChg>
      </pc:sldChg>
      <pc:sldChg chg="add del">
        <pc:chgData name="Rodica Ioana Lung" userId="64ee56e8d7162e1e" providerId="LiveId" clId="{FBA19D0F-677B-56B8-863E-85AFCD084619}" dt="2026-08-31T09:04:32.683" v="34" actId="2696"/>
        <pc:sldMkLst>
          <pc:docMk/>
          <pc:sldMk cId="3245426012" sldId="296"/>
        </pc:sldMkLst>
      </pc:sldChg>
      <pc:sldChg chg="add del">
        <pc:chgData name="Rodica Ioana Lung" userId="64ee56e8d7162e1e" providerId="LiveId" clId="{FBA19D0F-677B-56B8-863E-85AFCD084619}" dt="2026-08-31T09:04:34.331" v="35" actId="2696"/>
        <pc:sldMkLst>
          <pc:docMk/>
          <pc:sldMk cId="2017972309" sldId="297"/>
        </pc:sldMkLst>
      </pc:sldChg>
      <pc:sldChg chg="delSp add mod">
        <pc:chgData name="Rodica Ioana Lung" userId="64ee56e8d7162e1e" providerId="LiveId" clId="{FBA19D0F-677B-56B8-863E-85AFCD084619}" dt="2026-08-31T09:04:39.379" v="37" actId="478"/>
        <pc:sldMkLst>
          <pc:docMk/>
          <pc:sldMk cId="1129388599" sldId="298"/>
        </pc:sldMkLst>
        <pc:grpChg chg="del">
          <ac:chgData name="Rodica Ioana Lung" userId="64ee56e8d7162e1e" providerId="LiveId" clId="{FBA19D0F-677B-56B8-863E-85AFCD084619}" dt="2026-08-31T09:04:37.722" v="36" actId="478"/>
          <ac:grpSpMkLst>
            <pc:docMk/>
            <pc:sldMk cId="1129388599" sldId="298"/>
            <ac:grpSpMk id="18" creationId="{0BFEA06D-3289-E770-A3C0-7437E9355294}"/>
          </ac:grpSpMkLst>
        </pc:grpChg>
        <pc:grpChg chg="del">
          <ac:chgData name="Rodica Ioana Lung" userId="64ee56e8d7162e1e" providerId="LiveId" clId="{FBA19D0F-677B-56B8-863E-85AFCD084619}" dt="2026-08-31T09:04:37.722" v="36" actId="478"/>
          <ac:grpSpMkLst>
            <pc:docMk/>
            <pc:sldMk cId="1129388599" sldId="298"/>
            <ac:grpSpMk id="60" creationId="{D0A321EC-9B1E-D789-F118-B0162851BD26}"/>
          </ac:grpSpMkLst>
        </pc:grpChg>
        <pc:inkChg chg="del">
          <ac:chgData name="Rodica Ioana Lung" userId="64ee56e8d7162e1e" providerId="LiveId" clId="{FBA19D0F-677B-56B8-863E-85AFCD084619}" dt="2026-08-31T09:04:37.722" v="36" actId="478"/>
          <ac:inkMkLst>
            <pc:docMk/>
            <pc:sldMk cId="1129388599" sldId="298"/>
            <ac:inkMk id="4" creationId="{E9B7FA1A-410B-3425-E2C5-D462C20DD78B}"/>
          </ac:inkMkLst>
        </pc:inkChg>
        <pc:inkChg chg="del">
          <ac:chgData name="Rodica Ioana Lung" userId="64ee56e8d7162e1e" providerId="LiveId" clId="{FBA19D0F-677B-56B8-863E-85AFCD084619}" dt="2026-08-31T09:04:37.722" v="36" actId="478"/>
          <ac:inkMkLst>
            <pc:docMk/>
            <pc:sldMk cId="1129388599" sldId="298"/>
            <ac:inkMk id="5" creationId="{416C4056-EC8A-F1FA-1B28-D83D8B3AA9B1}"/>
          </ac:inkMkLst>
        </pc:inkChg>
        <pc:inkChg chg="del">
          <ac:chgData name="Rodica Ioana Lung" userId="64ee56e8d7162e1e" providerId="LiveId" clId="{FBA19D0F-677B-56B8-863E-85AFCD084619}" dt="2026-08-31T09:04:37.722" v="36" actId="478"/>
          <ac:inkMkLst>
            <pc:docMk/>
            <pc:sldMk cId="1129388599" sldId="298"/>
            <ac:inkMk id="7" creationId="{43087E3D-D082-FB19-8C79-99CB74595397}"/>
          </ac:inkMkLst>
        </pc:inkChg>
        <pc:inkChg chg="del">
          <ac:chgData name="Rodica Ioana Lung" userId="64ee56e8d7162e1e" providerId="LiveId" clId="{FBA19D0F-677B-56B8-863E-85AFCD084619}" dt="2026-08-31T09:04:37.722" v="36" actId="478"/>
          <ac:inkMkLst>
            <pc:docMk/>
            <pc:sldMk cId="1129388599" sldId="298"/>
            <ac:inkMk id="19" creationId="{55596F2D-5181-8FC5-6990-3DB617556C93}"/>
          </ac:inkMkLst>
        </pc:inkChg>
        <pc:inkChg chg="del">
          <ac:chgData name="Rodica Ioana Lung" userId="64ee56e8d7162e1e" providerId="LiveId" clId="{FBA19D0F-677B-56B8-863E-85AFCD084619}" dt="2026-08-31T09:04:39.379" v="37" actId="478"/>
          <ac:inkMkLst>
            <pc:docMk/>
            <pc:sldMk cId="1129388599" sldId="298"/>
            <ac:inkMk id="61" creationId="{C0633FBA-20B6-8130-7522-4FF7F8BBFEF1}"/>
          </ac:inkMkLst>
        </pc:inkChg>
      </pc:sldChg>
      <pc:sldChg chg="delSp modSp add mod">
        <pc:chgData name="Rodica Ioana Lung" userId="64ee56e8d7162e1e" providerId="LiveId" clId="{FBA19D0F-677B-56B8-863E-85AFCD084619}" dt="2026-08-31T09:10:54.772" v="78" actId="478"/>
        <pc:sldMkLst>
          <pc:docMk/>
          <pc:sldMk cId="3555519141" sldId="299"/>
        </pc:sldMkLst>
        <pc:grpChg chg="del">
          <ac:chgData name="Rodica Ioana Lung" userId="64ee56e8d7162e1e" providerId="LiveId" clId="{FBA19D0F-677B-56B8-863E-85AFCD084619}" dt="2026-08-31T09:10:52.682" v="77" actId="478"/>
          <ac:grpSpMkLst>
            <pc:docMk/>
            <pc:sldMk cId="3555519141" sldId="299"/>
            <ac:grpSpMk id="30" creationId="{27A7375D-9B85-517C-14BD-52C68DEF3F2A}"/>
          </ac:grpSpMkLst>
        </pc:grpChg>
        <pc:grpChg chg="del">
          <ac:chgData name="Rodica Ioana Lung" userId="64ee56e8d7162e1e" providerId="LiveId" clId="{FBA19D0F-677B-56B8-863E-85AFCD084619}" dt="2026-08-31T09:04:47.033" v="38" actId="478"/>
          <ac:grpSpMkLst>
            <pc:docMk/>
            <pc:sldMk cId="3555519141" sldId="299"/>
            <ac:grpSpMk id="38" creationId="{FB386AFC-5E2F-CCD3-8DA6-25CE6CEB112C}"/>
          </ac:grpSpMkLst>
        </pc:grpChg>
        <pc:inkChg chg="del mod">
          <ac:chgData name="Rodica Ioana Lung" userId="64ee56e8d7162e1e" providerId="LiveId" clId="{FBA19D0F-677B-56B8-863E-85AFCD084619}" dt="2026-08-31T09:04:50.373" v="40" actId="478"/>
          <ac:inkMkLst>
            <pc:docMk/>
            <pc:sldMk cId="3555519141" sldId="299"/>
            <ac:inkMk id="5" creationId="{9C38F6AC-A9E9-7997-112B-6C4F4B65CD9D}"/>
          </ac:inkMkLst>
        </pc:inkChg>
        <pc:inkChg chg="del">
          <ac:chgData name="Rodica Ioana Lung" userId="64ee56e8d7162e1e" providerId="LiveId" clId="{FBA19D0F-677B-56B8-863E-85AFCD084619}" dt="2026-08-31T09:04:57.068" v="42" actId="478"/>
          <ac:inkMkLst>
            <pc:docMk/>
            <pc:sldMk cId="3555519141" sldId="299"/>
            <ac:inkMk id="8" creationId="{73530738-31F2-EAA9-87D3-BE4B787037F5}"/>
          </ac:inkMkLst>
        </pc:inkChg>
        <pc:inkChg chg="del">
          <ac:chgData name="Rodica Ioana Lung" userId="64ee56e8d7162e1e" providerId="LiveId" clId="{FBA19D0F-677B-56B8-863E-85AFCD084619}" dt="2026-08-31T09:04:57.068" v="42" actId="478"/>
          <ac:inkMkLst>
            <pc:docMk/>
            <pc:sldMk cId="3555519141" sldId="299"/>
            <ac:inkMk id="9" creationId="{7A2DBEA1-7408-4191-ACBB-63261C5AF07E}"/>
          </ac:inkMkLst>
        </pc:inkChg>
        <pc:inkChg chg="del">
          <ac:chgData name="Rodica Ioana Lung" userId="64ee56e8d7162e1e" providerId="LiveId" clId="{FBA19D0F-677B-56B8-863E-85AFCD084619}" dt="2026-08-31T09:04:53.643" v="41" actId="478"/>
          <ac:inkMkLst>
            <pc:docMk/>
            <pc:sldMk cId="3555519141" sldId="299"/>
            <ac:inkMk id="10" creationId="{0AA918DF-C8EB-AEF6-E2E2-C57008D8D56A}"/>
          </ac:inkMkLst>
        </pc:inkChg>
        <pc:inkChg chg="del">
          <ac:chgData name="Rodica Ioana Lung" userId="64ee56e8d7162e1e" providerId="LiveId" clId="{FBA19D0F-677B-56B8-863E-85AFCD084619}" dt="2026-08-31T09:04:58.964" v="43" actId="478"/>
          <ac:inkMkLst>
            <pc:docMk/>
            <pc:sldMk cId="3555519141" sldId="299"/>
            <ac:inkMk id="11" creationId="{ACE5AF6A-4AB5-9A7A-137C-D3CEB8E19AF7}"/>
          </ac:inkMkLst>
        </pc:inkChg>
        <pc:inkChg chg="del">
          <ac:chgData name="Rodica Ioana Lung" userId="64ee56e8d7162e1e" providerId="LiveId" clId="{FBA19D0F-677B-56B8-863E-85AFCD084619}" dt="2026-08-31T09:04:57.068" v="42" actId="478"/>
          <ac:inkMkLst>
            <pc:docMk/>
            <pc:sldMk cId="3555519141" sldId="299"/>
            <ac:inkMk id="12" creationId="{559EDC2A-1F60-3028-211C-0E82176C345D}"/>
          </ac:inkMkLst>
        </pc:inkChg>
        <pc:inkChg chg="del">
          <ac:chgData name="Rodica Ioana Lung" userId="64ee56e8d7162e1e" providerId="LiveId" clId="{FBA19D0F-677B-56B8-863E-85AFCD084619}" dt="2026-08-31T09:05:04.909" v="47" actId="478"/>
          <ac:inkMkLst>
            <pc:docMk/>
            <pc:sldMk cId="3555519141" sldId="299"/>
            <ac:inkMk id="13" creationId="{556E7004-A733-C319-1717-9DB0DE584C9F}"/>
          </ac:inkMkLst>
        </pc:inkChg>
        <pc:inkChg chg="del mod">
          <ac:chgData name="Rodica Ioana Lung" userId="64ee56e8d7162e1e" providerId="LiveId" clId="{FBA19D0F-677B-56B8-863E-85AFCD084619}" dt="2026-08-31T09:05:02.292" v="45" actId="478"/>
          <ac:inkMkLst>
            <pc:docMk/>
            <pc:sldMk cId="3555519141" sldId="299"/>
            <ac:inkMk id="16" creationId="{4A12D60C-D6A7-F629-B8B6-CB67ABEE74A3}"/>
          </ac:inkMkLst>
        </pc:inkChg>
        <pc:inkChg chg="del">
          <ac:chgData name="Rodica Ioana Lung" userId="64ee56e8d7162e1e" providerId="LiveId" clId="{FBA19D0F-677B-56B8-863E-85AFCD084619}" dt="2026-08-31T09:05:03.441" v="46" actId="478"/>
          <ac:inkMkLst>
            <pc:docMk/>
            <pc:sldMk cId="3555519141" sldId="299"/>
            <ac:inkMk id="21" creationId="{301875EF-1B82-1B64-DCC8-3B252C5A788E}"/>
          </ac:inkMkLst>
        </pc:inkChg>
        <pc:inkChg chg="del">
          <ac:chgData name="Rodica Ioana Lung" userId="64ee56e8d7162e1e" providerId="LiveId" clId="{FBA19D0F-677B-56B8-863E-85AFCD084619}" dt="2026-08-31T09:10:54.772" v="78" actId="478"/>
          <ac:inkMkLst>
            <pc:docMk/>
            <pc:sldMk cId="3555519141" sldId="299"/>
            <ac:inkMk id="24" creationId="{81D9CFC2-523D-399C-A73B-E31B17164C99}"/>
          </ac:inkMkLst>
        </pc:inkChg>
      </pc:sldChg>
      <pc:sldChg chg="delSp add mod setBg">
        <pc:chgData name="Rodica Ioana Lung" userId="64ee56e8d7162e1e" providerId="LiveId" clId="{FBA19D0F-677B-56B8-863E-85AFCD084619}" dt="2026-08-31T09:05:23.019" v="50" actId="478"/>
        <pc:sldMkLst>
          <pc:docMk/>
          <pc:sldMk cId="1009462580" sldId="300"/>
        </pc:sldMkLst>
        <pc:grpChg chg="del">
          <ac:chgData name="Rodica Ioana Lung" userId="64ee56e8d7162e1e" providerId="LiveId" clId="{FBA19D0F-677B-56B8-863E-85AFCD084619}" dt="2026-08-31T09:05:18.679" v="49" actId="478"/>
          <ac:grpSpMkLst>
            <pc:docMk/>
            <pc:sldMk cId="1009462580" sldId="300"/>
            <ac:grpSpMk id="9" creationId="{32874E8A-4016-291D-93AE-C4FBD5D27218}"/>
          </ac:grpSpMkLst>
        </pc:grpChg>
        <pc:grpChg chg="del">
          <ac:chgData name="Rodica Ioana Lung" userId="64ee56e8d7162e1e" providerId="LiveId" clId="{FBA19D0F-677B-56B8-863E-85AFCD084619}" dt="2026-08-31T09:05:23.019" v="50" actId="478"/>
          <ac:grpSpMkLst>
            <pc:docMk/>
            <pc:sldMk cId="1009462580" sldId="300"/>
            <ac:grpSpMk id="12" creationId="{DF921AD8-384F-0BD3-D9D2-5A18E5147E27}"/>
          </ac:grpSpMkLst>
        </pc:grpChg>
        <pc:grpChg chg="del">
          <ac:chgData name="Rodica Ioana Lung" userId="64ee56e8d7162e1e" providerId="LiveId" clId="{FBA19D0F-677B-56B8-863E-85AFCD084619}" dt="2026-08-31T09:05:23.019" v="50" actId="478"/>
          <ac:grpSpMkLst>
            <pc:docMk/>
            <pc:sldMk cId="1009462580" sldId="300"/>
            <ac:grpSpMk id="16" creationId="{2407760C-E2DA-370A-2883-FC8C7F88D2F8}"/>
          </ac:grpSpMkLst>
        </pc:grpChg>
        <pc:inkChg chg="del">
          <ac:chgData name="Rodica Ioana Lung" userId="64ee56e8d7162e1e" providerId="LiveId" clId="{FBA19D0F-677B-56B8-863E-85AFCD084619}" dt="2026-08-31T09:05:18.679" v="49" actId="478"/>
          <ac:inkMkLst>
            <pc:docMk/>
            <pc:sldMk cId="1009462580" sldId="300"/>
            <ac:inkMk id="4" creationId="{300A8AA7-E1E5-9115-9052-81817E2CCAC6}"/>
          </ac:inkMkLst>
        </pc:inkChg>
        <pc:inkChg chg="del">
          <ac:chgData name="Rodica Ioana Lung" userId="64ee56e8d7162e1e" providerId="LiveId" clId="{FBA19D0F-677B-56B8-863E-85AFCD084619}" dt="2026-08-31T09:05:18.679" v="49" actId="478"/>
          <ac:inkMkLst>
            <pc:docMk/>
            <pc:sldMk cId="1009462580" sldId="300"/>
            <ac:inkMk id="5" creationId="{1ABDB091-4A62-80CC-BF80-3BE7CA91F2F7}"/>
          </ac:inkMkLst>
        </pc:inkChg>
        <pc:inkChg chg="del">
          <ac:chgData name="Rodica Ioana Lung" userId="64ee56e8d7162e1e" providerId="LiveId" clId="{FBA19D0F-677B-56B8-863E-85AFCD084619}" dt="2026-08-31T09:05:23.019" v="50" actId="478"/>
          <ac:inkMkLst>
            <pc:docMk/>
            <pc:sldMk cId="1009462580" sldId="300"/>
            <ac:inkMk id="8" creationId="{67393ECE-7180-3663-CEFC-9E56561679F0}"/>
          </ac:inkMkLst>
        </pc:inkChg>
        <pc:inkChg chg="del">
          <ac:chgData name="Rodica Ioana Lung" userId="64ee56e8d7162e1e" providerId="LiveId" clId="{FBA19D0F-677B-56B8-863E-85AFCD084619}" dt="2026-08-31T09:05:11.553" v="48" actId="478"/>
          <ac:inkMkLst>
            <pc:docMk/>
            <pc:sldMk cId="1009462580" sldId="300"/>
            <ac:inkMk id="13" creationId="{9FF1B45A-ED92-B523-3A74-B531DA1E1A2A}"/>
          </ac:inkMkLst>
        </pc:inkChg>
      </pc:sldChg>
      <pc:sldChg chg="add del setBg">
        <pc:chgData name="Rodica Ioana Lung" userId="64ee56e8d7162e1e" providerId="LiveId" clId="{FBA19D0F-677B-56B8-863E-85AFCD084619}" dt="2026-08-31T09:05:28.921" v="51" actId="2696"/>
        <pc:sldMkLst>
          <pc:docMk/>
          <pc:sldMk cId="3831477322" sldId="301"/>
        </pc:sldMkLst>
      </pc:sldChg>
      <pc:sldChg chg="add del">
        <pc:chgData name="Rodica Ioana Lung" userId="64ee56e8d7162e1e" providerId="LiveId" clId="{FBA19D0F-677B-56B8-863E-85AFCD084619}" dt="2026-08-31T09:10:36.905" v="76" actId="2696"/>
        <pc:sldMkLst>
          <pc:docMk/>
          <pc:sldMk cId="3244864465" sldId="302"/>
        </pc:sldMkLst>
      </pc:sldChg>
      <pc:sldChg chg="add">
        <pc:chgData name="Rodica Ioana Lung" userId="64ee56e8d7162e1e" providerId="LiveId" clId="{FBA19D0F-677B-56B8-863E-85AFCD084619}" dt="2026-08-31T09:03:05.242" v="3"/>
        <pc:sldMkLst>
          <pc:docMk/>
          <pc:sldMk cId="3945230485" sldId="303"/>
        </pc:sldMkLst>
      </pc:sldChg>
      <pc:sldChg chg="add del">
        <pc:chgData name="Rodica Ioana Lung" userId="64ee56e8d7162e1e" providerId="LiveId" clId="{FBA19D0F-677B-56B8-863E-85AFCD084619}" dt="2026-08-31T09:05:58.963" v="52" actId="2696"/>
        <pc:sldMkLst>
          <pc:docMk/>
          <pc:sldMk cId="720518053" sldId="304"/>
        </pc:sldMkLst>
      </pc:sldChg>
      <pc:sldChg chg="add del">
        <pc:chgData name="Rodica Ioana Lung" userId="64ee56e8d7162e1e" providerId="LiveId" clId="{FBA19D0F-677B-56B8-863E-85AFCD084619}" dt="2026-08-31T09:05:59.315" v="53" actId="2696"/>
        <pc:sldMkLst>
          <pc:docMk/>
          <pc:sldMk cId="2914258353" sldId="305"/>
        </pc:sldMkLst>
      </pc:sldChg>
      <pc:sldChg chg="add del">
        <pc:chgData name="Rodica Ioana Lung" userId="64ee56e8d7162e1e" providerId="LiveId" clId="{FBA19D0F-677B-56B8-863E-85AFCD084619}" dt="2026-08-31T09:05:59.683" v="54" actId="2696"/>
        <pc:sldMkLst>
          <pc:docMk/>
          <pc:sldMk cId="616377315" sldId="306"/>
        </pc:sldMkLst>
      </pc:sldChg>
      <pc:sldChg chg="add del">
        <pc:chgData name="Rodica Ioana Lung" userId="64ee56e8d7162e1e" providerId="LiveId" clId="{FBA19D0F-677B-56B8-863E-85AFCD084619}" dt="2026-08-31T09:06:00.193" v="55" actId="2696"/>
        <pc:sldMkLst>
          <pc:docMk/>
          <pc:sldMk cId="1054827021" sldId="307"/>
        </pc:sldMkLst>
      </pc:sldChg>
      <pc:sldChg chg="add del">
        <pc:chgData name="Rodica Ioana Lung" userId="64ee56e8d7162e1e" providerId="LiveId" clId="{FBA19D0F-677B-56B8-863E-85AFCD084619}" dt="2026-08-31T09:06:02.565" v="56" actId="2696"/>
        <pc:sldMkLst>
          <pc:docMk/>
          <pc:sldMk cId="1679366266" sldId="308"/>
        </pc:sldMkLst>
      </pc:sldChg>
      <pc:sldChg chg="add del">
        <pc:chgData name="Rodica Ioana Lung" userId="64ee56e8d7162e1e" providerId="LiveId" clId="{FBA19D0F-677B-56B8-863E-85AFCD084619}" dt="2026-08-31T09:06:03.518" v="57" actId="2696"/>
        <pc:sldMkLst>
          <pc:docMk/>
          <pc:sldMk cId="1005842436" sldId="309"/>
        </pc:sldMkLst>
      </pc:sldChg>
      <pc:sldChg chg="add del">
        <pc:chgData name="Rodica Ioana Lung" userId="64ee56e8d7162e1e" providerId="LiveId" clId="{FBA19D0F-677B-56B8-863E-85AFCD084619}" dt="2026-08-31T09:06:07.754" v="59" actId="2696"/>
        <pc:sldMkLst>
          <pc:docMk/>
          <pc:sldMk cId="2935973334" sldId="310"/>
        </pc:sldMkLst>
      </pc:sldChg>
      <pc:sldChg chg="add del">
        <pc:chgData name="Rodica Ioana Lung" userId="64ee56e8d7162e1e" providerId="LiveId" clId="{FBA19D0F-677B-56B8-863E-85AFCD084619}" dt="2026-08-31T09:06:09.252" v="60" actId="2696"/>
        <pc:sldMkLst>
          <pc:docMk/>
          <pc:sldMk cId="2432955430" sldId="311"/>
        </pc:sldMkLst>
      </pc:sldChg>
      <pc:sldChg chg="add del">
        <pc:chgData name="Rodica Ioana Lung" userId="64ee56e8d7162e1e" providerId="LiveId" clId="{FBA19D0F-677B-56B8-863E-85AFCD084619}" dt="2026-08-31T09:06:10.602" v="61" actId="2696"/>
        <pc:sldMkLst>
          <pc:docMk/>
          <pc:sldMk cId="3026982089" sldId="312"/>
        </pc:sldMkLst>
      </pc:sldChg>
      <pc:sldChg chg="delSp modSp add mod">
        <pc:chgData name="Rodica Ioana Lung" userId="64ee56e8d7162e1e" providerId="LiveId" clId="{FBA19D0F-677B-56B8-863E-85AFCD084619}" dt="2026-08-31T09:06:35.401" v="67" actId="478"/>
        <pc:sldMkLst>
          <pc:docMk/>
          <pc:sldMk cId="1085053607" sldId="313"/>
        </pc:sldMkLst>
        <pc:grpChg chg="del">
          <ac:chgData name="Rodica Ioana Lung" userId="64ee56e8d7162e1e" providerId="LiveId" clId="{FBA19D0F-677B-56B8-863E-85AFCD084619}" dt="2026-08-31T09:06:26.061" v="63" actId="478"/>
          <ac:grpSpMkLst>
            <pc:docMk/>
            <pc:sldMk cId="1085053607" sldId="313"/>
            <ac:grpSpMk id="9" creationId="{53350A8A-AFEF-C3D9-276A-9B562899C5DB}"/>
          </ac:grpSpMkLst>
        </pc:grpChg>
        <pc:grpChg chg="del">
          <ac:chgData name="Rodica Ioana Lung" userId="64ee56e8d7162e1e" providerId="LiveId" clId="{FBA19D0F-677B-56B8-863E-85AFCD084619}" dt="2026-08-31T09:06:23.465" v="62" actId="478"/>
          <ac:grpSpMkLst>
            <pc:docMk/>
            <pc:sldMk cId="1085053607" sldId="313"/>
            <ac:grpSpMk id="12" creationId="{BE09BE43-C399-95DB-BE11-D505837452E7}"/>
          </ac:grpSpMkLst>
        </pc:grpChg>
        <pc:grpChg chg="del">
          <ac:chgData name="Rodica Ioana Lung" userId="64ee56e8d7162e1e" providerId="LiveId" clId="{FBA19D0F-677B-56B8-863E-85AFCD084619}" dt="2026-08-31T09:06:28.682" v="64" actId="478"/>
          <ac:grpSpMkLst>
            <pc:docMk/>
            <pc:sldMk cId="1085053607" sldId="313"/>
            <ac:grpSpMk id="41" creationId="{2EE88444-DD59-573F-3C44-87884ADBC57F}"/>
          </ac:grpSpMkLst>
        </pc:grpChg>
        <pc:grpChg chg="del">
          <ac:chgData name="Rodica Ioana Lung" userId="64ee56e8d7162e1e" providerId="LiveId" clId="{FBA19D0F-677B-56B8-863E-85AFCD084619}" dt="2026-08-31T09:06:33.674" v="66" actId="478"/>
          <ac:grpSpMkLst>
            <pc:docMk/>
            <pc:sldMk cId="1085053607" sldId="313"/>
            <ac:grpSpMk id="72" creationId="{DE2616AC-1FE6-3947-5EFF-82539260DDF7}"/>
          </ac:grpSpMkLst>
        </pc:grpChg>
        <pc:grpChg chg="del">
          <ac:chgData name="Rodica Ioana Lung" userId="64ee56e8d7162e1e" providerId="LiveId" clId="{FBA19D0F-677B-56B8-863E-85AFCD084619}" dt="2026-08-31T09:06:28.682" v="64" actId="478"/>
          <ac:grpSpMkLst>
            <pc:docMk/>
            <pc:sldMk cId="1085053607" sldId="313"/>
            <ac:grpSpMk id="77" creationId="{611AA066-E1A6-1A49-D1BE-0498EB3739B8}"/>
          </ac:grpSpMkLst>
        </pc:grpChg>
        <pc:picChg chg="mod">
          <ac:chgData name="Rodica Ioana Lung" userId="64ee56e8d7162e1e" providerId="LiveId" clId="{FBA19D0F-677B-56B8-863E-85AFCD084619}" dt="2026-08-31T09:06:31.829" v="65" actId="1076"/>
          <ac:picMkLst>
            <pc:docMk/>
            <pc:sldMk cId="1085053607" sldId="313"/>
            <ac:picMk id="8" creationId="{7FDFD7C1-0D39-43BC-A11F-E558C49667DE}"/>
          </ac:picMkLst>
        </pc:picChg>
        <pc:inkChg chg="del">
          <ac:chgData name="Rodica Ioana Lung" userId="64ee56e8d7162e1e" providerId="LiveId" clId="{FBA19D0F-677B-56B8-863E-85AFCD084619}" dt="2026-08-31T09:06:35.401" v="67" actId="478"/>
          <ac:inkMkLst>
            <pc:docMk/>
            <pc:sldMk cId="1085053607" sldId="313"/>
            <ac:inkMk id="42" creationId="{5D54A8A9-CEE9-0682-D510-DF09F043B289}"/>
          </ac:inkMkLst>
        </pc:inkChg>
        <pc:inkChg chg="del">
          <ac:chgData name="Rodica Ioana Lung" userId="64ee56e8d7162e1e" providerId="LiveId" clId="{FBA19D0F-677B-56B8-863E-85AFCD084619}" dt="2026-08-31T09:06:28.682" v="64" actId="478"/>
          <ac:inkMkLst>
            <pc:docMk/>
            <pc:sldMk cId="1085053607" sldId="313"/>
            <ac:inkMk id="49" creationId="{FE06CFA7-1A47-6F26-00C8-58F2FE85816C}"/>
          </ac:inkMkLst>
        </pc:inkChg>
      </pc:sldChg>
      <pc:sldChg chg="delSp modSp add mod">
        <pc:chgData name="Rodica Ioana Lung" userId="64ee56e8d7162e1e" providerId="LiveId" clId="{FBA19D0F-677B-56B8-863E-85AFCD084619}" dt="2026-08-31T09:06:49.444" v="74" actId="478"/>
        <pc:sldMkLst>
          <pc:docMk/>
          <pc:sldMk cId="3536373003" sldId="314"/>
        </pc:sldMkLst>
        <pc:grpChg chg="del">
          <ac:chgData name="Rodica Ioana Lung" userId="64ee56e8d7162e1e" providerId="LiveId" clId="{FBA19D0F-677B-56B8-863E-85AFCD084619}" dt="2026-08-31T09:06:49.444" v="74" actId="478"/>
          <ac:grpSpMkLst>
            <pc:docMk/>
            <pc:sldMk cId="3536373003" sldId="314"/>
            <ac:grpSpMk id="13" creationId="{ED5EB8A2-0878-345B-00D2-D2A5BFAF9788}"/>
          </ac:grpSpMkLst>
        </pc:grpChg>
        <pc:grpChg chg="del mod">
          <ac:chgData name="Rodica Ioana Lung" userId="64ee56e8d7162e1e" providerId="LiveId" clId="{FBA19D0F-677B-56B8-863E-85AFCD084619}" dt="2026-08-31T09:06:45.282" v="72" actId="478"/>
          <ac:grpSpMkLst>
            <pc:docMk/>
            <pc:sldMk cId="3536373003" sldId="314"/>
            <ac:grpSpMk id="40" creationId="{F0E48AB5-D9E1-F9A9-899E-DA98B9434779}"/>
          </ac:grpSpMkLst>
        </pc:grpChg>
        <pc:inkChg chg="del">
          <ac:chgData name="Rodica Ioana Lung" userId="64ee56e8d7162e1e" providerId="LiveId" clId="{FBA19D0F-677B-56B8-863E-85AFCD084619}" dt="2026-08-31T09:06:40.855" v="69" actId="478"/>
          <ac:inkMkLst>
            <pc:docMk/>
            <pc:sldMk cId="3536373003" sldId="314"/>
            <ac:inkMk id="5" creationId="{905A9F3C-1B22-0710-A6E3-C55E8031B576}"/>
          </ac:inkMkLst>
        </pc:inkChg>
        <pc:inkChg chg="del">
          <ac:chgData name="Rodica Ioana Lung" userId="64ee56e8d7162e1e" providerId="LiveId" clId="{FBA19D0F-677B-56B8-863E-85AFCD084619}" dt="2026-08-31T09:06:42.724" v="70" actId="478"/>
          <ac:inkMkLst>
            <pc:docMk/>
            <pc:sldMk cId="3536373003" sldId="314"/>
            <ac:inkMk id="6" creationId="{B8646988-7AF8-6886-FC48-653B68F23606}"/>
          </ac:inkMkLst>
        </pc:inkChg>
        <pc:inkChg chg="del">
          <ac:chgData name="Rodica Ioana Lung" userId="64ee56e8d7162e1e" providerId="LiveId" clId="{FBA19D0F-677B-56B8-863E-85AFCD084619}" dt="2026-08-31T09:06:38.653" v="68" actId="478"/>
          <ac:inkMkLst>
            <pc:docMk/>
            <pc:sldMk cId="3536373003" sldId="314"/>
            <ac:inkMk id="7" creationId="{9157DF3C-5BB9-5180-470B-CDB35FD3774F}"/>
          </ac:inkMkLst>
        </pc:inkChg>
        <pc:inkChg chg="del">
          <ac:chgData name="Rodica Ioana Lung" userId="64ee56e8d7162e1e" providerId="LiveId" clId="{FBA19D0F-677B-56B8-863E-85AFCD084619}" dt="2026-08-31T09:06:48.054" v="73" actId="478"/>
          <ac:inkMkLst>
            <pc:docMk/>
            <pc:sldMk cId="3536373003" sldId="314"/>
            <ac:inkMk id="8" creationId="{E06D9228-4433-9791-E194-0A8C5873FE26}"/>
          </ac:inkMkLst>
        </pc:inkChg>
      </pc:sldChg>
      <pc:sldChg chg="modSp add mod">
        <pc:chgData name="Rodica Ioana Lung" userId="64ee56e8d7162e1e" providerId="LiveId" clId="{FBA19D0F-677B-56B8-863E-85AFCD084619}" dt="2026-08-31T09:07:03.044" v="75" actId="20577"/>
        <pc:sldMkLst>
          <pc:docMk/>
          <pc:sldMk cId="2375883" sldId="315"/>
        </pc:sldMkLst>
        <pc:spChg chg="mod">
          <ac:chgData name="Rodica Ioana Lung" userId="64ee56e8d7162e1e" providerId="LiveId" clId="{FBA19D0F-677B-56B8-863E-85AFCD084619}" dt="2026-08-31T09:07:03.044" v="75" actId="20577"/>
          <ac:spMkLst>
            <pc:docMk/>
            <pc:sldMk cId="2375883" sldId="315"/>
            <ac:spMk id="3" creationId="{B5A37FF8-22A1-4B77-803A-4A40ADD6C233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29:03.6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52 388 6911 0 0,'-3'1'-29'0'0,"0"0"0"0"0,0 0-1 0 0,1 1 1 0 0,-1-1-1 0 0,0 1 1 0 0,1-1 0 0 0,-1 1-1 0 0,1 0 1 0 0,0 0-1 0 0,-3 2 1 0 0,-15 11 3490 0 0,32-35 570 0 0,-7 11-3657 0 0,4-8-56 0 0,0-1-1 0 0,-1 0 1 0 0,-1-1 0 0 0,-1 0-1 0 0,-1 0 1 0 0,5-30-1 0 0,-4 5 152 0 0,0-81 0 0 0,-6 113-358 0 0,1 7-4 0 0,-1 0 0 0 0,0-1 0 0 0,0 1-1 0 0,0 0 1 0 0,-1 0 0 0 0,0 0 0 0 0,0 0-1 0 0,-2-6 1 0 0,2 13 8 0 0,-1 2-1 0 0,1-1 1 0 0,0 0-1 0 0,1 0 1 0 0,-1 0-1 0 0,0 6 1 0 0,0 11-35 0 0,1 0 1 0 0,1 0-1 0 0,1 0 1 0 0,1 0 0 0 0,7 27-1 0 0,37 96 683 0 0,-7-22-165 0 0,-28-87-506 0 0,2 9 58 0 0,-14-43-164 0 0,0 0-1 0 0,0 1 0 0 0,0-1 1 0 0,0 0-1 0 0,0 1 0 0 0,0-1 1 0 0,0 0-1 0 0,0 1 0 0 0,0-1 1 0 0,0 0-1 0 0,0 1 0 0 0,0-1 1 0 0,0 0-1 0 0,0 1 0 0 0,0-1 1 0 0,0 0-1 0 0,0 1 0 0 0,-1-1 1 0 0,1 0-1 0 0,0 1 0 0 0,0-1 1 0 0,0 0-1 0 0,-1 1 0 0 0,1-1 1 0 0,0 0-1 0 0,0 0 0 0 0,0 1 1 0 0,-1-1-1 0 0,1 0 0 0 0,0 0 1 0 0,-1 0-1 0 0,1 1 0 0 0,0-1 1 0 0,0 0-1 0 0,-1 0 0 0 0,-3 2-577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29:04.0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82 10591 0 0,'-5'-12'479'0'0,"2"7"-274"0"0,1-1-1 0 0,0 1 0 0 0,0 0 1 0 0,1-1-1 0 0,0 1 1 0 0,0-1-1 0 0,0 1 0 0 0,0-1 1 0 0,1-10-1 0 0,0 16-156 0 0,0-1-1 0 0,0 1 1 0 0,0 0 0 0 0,0 0-1 0 0,0 0 1 0 0,0-1 0 0 0,1 1 0 0 0,-1 0-1 0 0,0 0 1 0 0,0 0 0 0 0,0 0-1 0 0,0 0 1 0 0,0-1 0 0 0,0 1-1 0 0,0 0 1 0 0,1 0 0 0 0,-1 0-1 0 0,0 0 1 0 0,0 0 0 0 0,0 0 0 0 0,0-1-1 0 0,1 1 1 0 0,-1 0 0 0 0,0 0-1 0 0,0 0 1 0 0,0 0 0 0 0,0 0-1 0 0,1 0 1 0 0,-1 0 0 0 0,0 0 0 0 0,0 0-1 0 0,0 0 1 0 0,1 0 0 0 0,-1 0-1 0 0,0 0 1 0 0,0 0 0 0 0,0 0-1 0 0,0 0 1 0 0,1 0 0 0 0,-1 0-1 0 0,0 0 1 0 0,0 0 0 0 0,0 0 0 0 0,1 0-1 0 0,-1 1 1 0 0,0-1 0 0 0,0 0-1 0 0,0 0 1 0 0,0 0 0 0 0,0 0-1 0 0,1 0 1 0 0,-1 0 0 0 0,0 1 0 0 0,11 8 1066 0 0,-10-8-975 0 0,16 17 507 0 0,-2 1 0 0 0,0 0-1 0 0,-1 1 1 0 0,21 39 0 0 0,-34-56-601 0 0,29 53 468 0 0,-2 1 1 0 0,-2 2-1 0 0,26 90 1 0 0,-40-104-403 0 0,-2 1-1 0 0,-2 0 1 0 0,-1 1 0 0 0,-3-1-1 0 0,-3 69 1 0 0,-4-82-52 0 0,-1-1 1 0 0,-1 1-1 0 0,-2-1 0 0 0,-2 0 1 0 0,-13 32-1 0 0,4-19 52 0 0,-3 0-1 0 0,-44 71 1 0 0,57-100-230 0 0,9-16-26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29:05.41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119 258 4143 0 0,'-4'0'378'0'0,"0"-1"0"0"0,0 1 0 0 0,0-1 0 0 0,-1 0 0 0 0,1-1 0 0 0,0 1 0 0 0,0-1 0 0 0,1 1-1 0 0,-8-6 1 0 0,1 1 552 0 0,1 0 0 0 0,-11-10-1 0 0,17 13-683 0 0,0 0-1 0 0,0 0 0 0 0,1 0 0 0 0,-1 0 1 0 0,1 0-1 0 0,0-1 0 0 0,0 1 0 0 0,0-1 1 0 0,0 1-1 0 0,0-1 0 0 0,1 0 0 0 0,-1 0 1 0 0,1 0-1 0 0,0 0 0 0 0,1 0 0 0 0,-1 0 1 0 0,1 0-1 0 0,-1 0 0 0 0,1 0 1 0 0,0 0-1 0 0,1 0 0 0 0,-1 0 0 0 0,1 0 1 0 0,0 0-1 0 0,0 0 0 0 0,0 0 0 0 0,0 0 1 0 0,1 0-1 0 0,-1 1 0 0 0,5-7 0 0 0,-3 3-73 0 0,1 1-1 0 0,1-1 0 0 0,-1 1 1 0 0,1 0-1 0 0,0 1 0 0 0,0-1 0 0 0,1 1 1 0 0,0 0-1 0 0,0 0 0 0 0,0 1 1 0 0,0-1-1 0 0,1 2 0 0 0,0-1 1 0 0,-1 1-1 0 0,14-5 0 0 0,-14 6-139 0 0,0 1-1 0 0,1-1 1 0 0,-1 1 0 0 0,0 1-1 0 0,1-1 1 0 0,-1 1 0 0 0,1 0-1 0 0,-1 0 1 0 0,1 1-1 0 0,-1 0 1 0 0,0 0 0 0 0,1 1-1 0 0,-1-1 1 0 0,0 2 0 0 0,0-1-1 0 0,0 0 1 0 0,0 1 0 0 0,-1 0-1 0 0,1 1 1 0 0,-1-1-1 0 0,0 1 1 0 0,0 0 0 0 0,0 0-1 0 0,0 0 1 0 0,-1 1 0 0 0,1 0-1 0 0,-1 0 1 0 0,0 0-1 0 0,-1 0 1 0 0,1 1 0 0 0,-1 0-1 0 0,0-1 1 0 0,-1 1 0 0 0,1 0-1 0 0,1 9 1 0 0,-1-1-27 0 0,-1-1 0 0 0,-1 0 1 0 0,0 1-1 0 0,-1-1 0 0 0,0 1 0 0 0,-1-1 1 0 0,0 0-1 0 0,-1 1 0 0 0,-1-1 1 0 0,-8 24-1 0 0,0-4-6 0 0,-2-2-1 0 0,-2 0 1 0 0,-19 32 0 0 0,25-48 13 0 0,-2 5-21 0 0,-1-1 1 0 0,-22 27-1 0 0,30-41 21 0 0,1-1 0 0 0,-1 0 0 0 0,0 0 0 0 0,0-1-1 0 0,-1 1 1 0 0,1-1 0 0 0,-1 0 0 0 0,0 0 0 0 0,0 0 0 0 0,0-1 0 0 0,0 0 0 0 0,0 0 0 0 0,0 0-1 0 0,-1 0 1 0 0,-9 1 0 0 0,14-3-12 0 0,-1 0 0 0 0,1 0 0 0 0,-1 0 0 0 0,1 0 0 0 0,-1 0 0 0 0,1-1 0 0 0,-1 1 0 0 0,1 0 0 0 0,-1-1 0 0 0,1 1 0 0 0,-1-1 0 0 0,1 1 0 0 0,-1-1 0 0 0,1 1 0 0 0,0-1 0 0 0,0 0 0 0 0,-1 0 0 0 0,1 0 0 0 0,0 0 0 0 0,0 0 0 0 0,0 0 0 0 0,0 0 0 0 0,0 0 0 0 0,0 0 0 0 0,0-1 0 0 0,0 1 0 0 0,0 0 0 0 0,1-1 0 0 0,-1 1 0 0 0,1 0 0 0 0,-1-1 0 0 0,1 1 0 0 0,-1-1 0 0 0,1 1 0 0 0,0-1 0 0 0,-1 1 0 0 0,1-1 0 0 0,0-1 0 0 0,0-1 0 0 0,0 0 0 0 0,0 1 0 0 0,0-1 0 0 0,1 0 0 0 0,-1 1 0 0 0,1-1 0 0 0,0 1 0 0 0,0-1 0 0 0,0 1 0 0 0,1-1 0 0 0,-1 1 0 0 0,1 0 0 0 0,0-1 0 0 0,-1 1 0 0 0,4-3 0 0 0,-3 3 0 0 0,1 1 0 0 0,-1 0 0 0 0,1-1 0 0 0,0 1-1 0 0,-1 1 1 0 0,1-1 0 0 0,0 0 0 0 0,0 0 0 0 0,0 1 0 0 0,1 0 0 0 0,-1 0 0 0 0,0 0-1 0 0,6-1 1 0 0,-4 1-10 0 0,0 1-1 0 0,1-1 1 0 0,-1 2-1 0 0,1-1 0 0 0,-1 0 1 0 0,0 1-1 0 0,11 3 1 0 0,-2 0-4 0 0,0 2 1 0 0,-1 0-1 0 0,1 0 0 0 0,-1 2 1 0 0,15 10-1 0 0,-5-2-43 0 0,-9-5 143 0 0,2-1 0 0 0,-1 0 0 0 0,34 14 1 0 0,-45-22-63 0 0,1 0 0 0 0,0-1 0 0 0,0 1 1 0 0,0-1-1 0 0,0-1 0 0 0,-1 1 0 0 0,1-1 0 0 0,0 1 1 0 0,0-1-1 0 0,0-1 0 0 0,0 1 0 0 0,0-1 1 0 0,0 0-1 0 0,0 0 0 0 0,0 0 0 0 0,-1-1 0 0 0,1 0 1 0 0,0 0-1 0 0,6-4 0 0 0,-7 4-12 0 0,0-1 0 0 0,0 0-1 0 0,-1-1 1 0 0,1 1 0 0 0,-1-1 0 0 0,6-7-1 0 0,1-5-6398 0 0,-5 8-800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29:05.81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9 50 8287 0 0,'-1'-2'534'0'0,"-1"-1"-1"0"0,1 0 1 0 0,0 0-1 0 0,0 0 0 0 0,0 0 1 0 0,1 0-1 0 0,-1 0 1 0 0,1 0-1 0 0,0 0 1 0 0,0-1-1 0 0,0 1 0 0 0,0 0 1 0 0,0 0-1 0 0,1-4 1 0 0,0 7-422 0 0,-1 0 1 0 0,0 0 0 0 0,1 0-1 0 0,-1 0 1 0 0,1 0 0 0 0,-1 0 0 0 0,0 0-1 0 0,1 0 1 0 0,-1 0 0 0 0,1 0-1 0 0,-1 0 1 0 0,0 0 0 0 0,1 0 0 0 0,-1 0-1 0 0,1 0 1 0 0,-1 0 0 0 0,0 0-1 0 0,1 0 1 0 0,-1 0 0 0 0,0 1 0 0 0,1-1-1 0 0,-1 0 1 0 0,0 0 0 0 0,1 1-1 0 0,-1-1 1 0 0,0 0 0 0 0,1 0 0 0 0,-1 1-1 0 0,0-1 1 0 0,0 0 0 0 0,1 1-1 0 0,-1 0 1 0 0,14 12 708 0 0,-1 2-439 0 0,0 1 0 0 0,-1 1 1 0 0,13 27-1 0 0,23 58 48 0 0,-30-56-341 0 0,-2 1-1 0 0,-3 1 0 0 0,11 64 1 0 0,7 151 263 0 0,-27-212-254 0 0,-1-22 47 0 0,-1 1 0 0 0,-4 43 0 0 0,1-63-83 0 0,0 0-1 0 0,-1 0 0 0 0,0 0 1 0 0,-1 0-1 0 0,0-1 1 0 0,0 0-1 0 0,-1 1 1 0 0,0-1-1 0 0,-1 0 1 0 0,0-1-1 0 0,-7 9 0 0 0,4-6-56 0 0,4-8-27 0 0,1 1 0 0 0,0-1 0 0 0,1 1 0 0 0,-1 0 0 0 0,-3 7-1 0 0,6-10-233 0 0,2 0-61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29:14.49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61 109 1767 0 0,'-32'-3'3604'0'0,"31"3"-3363"0"0,-1 0-1 0 0,0-1 1 0 0,0 1-1 0 0,0-1 1 0 0,1 1-1 0 0,-1-1 1 0 0,0 0-1 0 0,1 0 0 0 0,-1 0 1 0 0,1 0-1 0 0,-1 0 1 0 0,1 0-1 0 0,-1 0 1 0 0,0-1-1 0 0,1 0-87 0 0,1 1 0 0 0,-1 0-1 0 0,1 0 1 0 0,0 0 0 0 0,-1 0 0 0 0,1 0 0 0 0,0 0-1 0 0,0 0 1 0 0,0-1 0 0 0,0 1 0 0 0,0 0 0 0 0,0 0-1 0 0,0 0 1 0 0,0 0 0 0 0,0-1 0 0 0,1 1 0 0 0,-1 0 0 0 0,0 0-1 0 0,1 0 1 0 0,-1 0 0 0 0,2-1 0 0 0,12-24 1216 0 0,-13 25-1261 0 0,1-3-55 0 0,1 1 0 0 0,-1 0 0 0 0,0 1 0 0 0,1-1 0 0 0,-1 0 0 0 0,1 1 1 0 0,0-1-1 0 0,0 1 0 0 0,0 0 0 0 0,0 0 0 0 0,0 0 0 0 0,1 1 0 0 0,-1-1 0 0 0,0 1 1 0 0,1-1-1 0 0,-1 1 0 0 0,1 0 0 0 0,6-1 0 0 0,-4 2-49 0 0,0 0 0 0 0,0 0 0 0 0,0 1 1 0 0,0 0-1 0 0,0 0 0 0 0,0 0 0 0 0,0 1 0 0 0,-1-1 0 0 0,1 1 0 0 0,10 6 0 0 0,7 2 5 0 0,0 0-1 0 0,1-2 1 0 0,0 0-1 0 0,35 5 1 0 0,100 7 237 0 0,-29-6 624 0 0,-88-8-645 0 0,-1-2 0 0 0,1-2 0 0 0,-1-2 0 0 0,1-2 0 0 0,47-8 1 0 0,-64 6-199 0 0,79-9 241 0 0,-85 12-221 0 0,0 0 0 0 0,0 2 0 0 0,29 4-1 0 0,0 1-56 0 0,-1-3-1 0 0,1-1 0 0 0,0-2 1 0 0,-1-3-1 0 0,85-14 0 0 0,-96 12 11 0 0,0 1 0 0 0,1 2 0 0 0,-1 2 0 0 0,1 1 0 0 0,-1 2 0 0 0,47 9 0 0 0,-47-7 8 0 0,0-1 0 0 0,0-2 0 0 0,1-1 0 0 0,-1-2 0 0 0,1-2 0 0 0,-1-1 0 0 0,63-16 0 0 0,-2-4-8 0 0,-91 22 0 0 0,0 1 0 0 0,0 0 0 0 0,0 0 0 0 0,0 0 0 0 0,-1 1 0 0 0,1-1 0 0 0,0 2 0 0 0,0-1 0 0 0,0 1 0 0 0,0-1 0 0 0,0 2 0 0 0,0-1 0 0 0,-1 1 0 0 0,1 0 0 0 0,0 0 0 0 0,-1 0 0 0 0,0 1 0 0 0,1 0 0 0 0,-1 0 0 0 0,0 0 0 0 0,0 1 0 0 0,5 4 0 0 0,6 6 141 0 0,0-1 1 0 0,29 18-1 0 0,-36-27-76 0 0,0 1 0 0 0,0-1 1 0 0,0-1-1 0 0,0 0 0 0 0,1 0 0 0 0,-1-1 0 0 0,19 3 1 0 0,-3-4 107 0 0,-1-1 1 0 0,1-1 0 0 0,-1-1 0 0 0,44-9 0 0 0,-19-1-66 0 0,63-24 1 0 0,-81 23-74 0 0,-16 7-59 0 0,0 0-1 0 0,27-6 0 0 0,-37 11 60 0 0,0 0 0 0 0,0 1 0 0 0,1-1 0 0 0,-1 1 0 0 0,0 0 0 0 0,0 1 0 0 0,0-1 0 0 0,0 1 0 0 0,0 0 0 0 0,0 0 0 0 0,0 1 0 0 0,8 3 0 0 0,2 2 165 0 0,1-1 0 0 0,-1 0 0 0 0,1-1-1 0 0,1-1 1 0 0,-1 0 0 0 0,0-1 0 0 0,1-1 0 0 0,0-1-1 0 0,-1 0 1 0 0,1-1 0 0 0,0-1 0 0 0,29-5-1 0 0,-39 4-54 0 0,-6 1-370 0 0,-4 1-1213 0 0,-8 3-6209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2:30.37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26 7 455 0 0,'-12'-7'1584'0'0,"8"11"-1480"0"0,1 3-104 0 0,1 3 72 0 0,-1 3-72 0 0,3-1 0 0 0,-2 2 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38:08.41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53 14 3679 0 0,'5'-4'328'0'0,"-3"1"-264"0"0,-4 1-64 0 0,0 2 0 0 0,1 0 0 0 0,-1 0-72 0 0,-2-1-32 0 0,-1-1-96 0 0,-3 0-24 0 0,1 2 0 0 0,-2 2 0 0 0,3 1 224 0 0,1 1-64 0 0,1 1 64 0 0,-1-2 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2:11.37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97 22 1887 0 0,'3'-7'-8'0'0,"-3"7"8"0"0,1 0 0 0 0,-1 0 0 0 0,0-1 0 0 0,0 1 0 0 0,0 0 0 0 0,0 0 0 0 0,0 0-1 0 0,0 0 1 0 0,0-1 0 0 0,0 1 0 0 0,0 0 0 0 0,0 0 0 0 0,-1 0 0 0 0,1 0 0 0 0,0 0-1 0 0,0-1 1 0 0,0 1 0 0 0,0 0 0 0 0,0 0 0 0 0,0 0 0 0 0,0 0 0 0 0,0 0 0 0 0,0 0-1 0 0,0-1 1 0 0,0 1 0 0 0,-1 0 0 0 0,1 0 0 0 0,0 0 0 0 0,0 0 0 0 0,0 0-1 0 0,0 0 1 0 0,0 0 0 0 0,0 0 0 0 0,-1 0 0 0 0,1 0 0 0 0,0 0 0 0 0,0 0 0 0 0,0-1-1 0 0,0 1 1 0 0,0 0 0 0 0,-1 0 0 0 0,1 0 0 0 0,0 0 0 0 0,0 0 0 0 0,0 0 0 0 0,0 0-1 0 0,0 0 1 0 0,-1 1 0 0 0,1-1 0 0 0,0 0 0 0 0,0 0 0 0 0,0 0 0 0 0,0 0 0 0 0,0 0-1 0 0,-1 0 1 0 0,1 0 0 0 0,0 0 0 0 0,0 0 0 0 0,0 0 0 0 0,0 0 0 0 0,0 1-1 0 0,-26 8 1 0 0,25-8-2 0 0,1-1 1 0 0,0 0 0 0 0,-1 0 0 0 0,1 0 0 0 0,0 0 0 0 0,0 0-1 0 0,-1 0 1 0 0,1 0 0 0 0,0 1 0 0 0,0-1 0 0 0,-1 0 0 0 0,1 0-1 0 0,0 0 1 0 0,0 0 0 0 0,-1 0 0 0 0,1 0 0 0 0,0 0 0 0 0,0 0-1 0 0,-1 0 1 0 0,1 0 0 0 0,0-1 0 0 0,0 1 0 0 0,-1 0 0 0 0,1 0-1 0 0,0 0 1 0 0,0 0 0 0 0,-1 0 0 0 0,1 0 0 0 0,0 0 0 0 0,0-1-1 0 0,0 1 1 0 0,-1 0 0 0 0,1 0 0 0 0,0 0 0 0 0,0-1 0 0 0,0 1-1 0 0,-1 0 1 0 0,1 0 0 0 0,0 0 0 0 0,0-1 0 0 0,0 1 0 0 0,0 0-1 0 0,0 0 1 0 0,0-1 0 0 0,-12-14-10 0 0,11 15 11 0 0,1-1 0 0 0,-1 1 0 0 0,1 0 0 0 0,-1 0 0 0 0,0-1 0 0 0,1 1 0 0 0,-1 0 0 0 0,1 0 0 0 0,-1 0 0 0 0,0-1 0 0 0,1 1 0 0 0,-1 0 0 0 0,0 0 0 0 0,1 0 0 0 0,-1 0 0 0 0,1 0 0 0 0,-1 1 0 0 0,0-1 0 0 0,1 0 0 0 0,-1 0 0 0 0,0 0 0 0 0,1 0 0 0 0,-1 1 0 0 0,1-1 0 0 0,-2 1 0 0 0,-4 1 0 0 0,2 2 0 0 0,3-3 0 0 0,-13 22 0 0 0,13-23 0 0 0,1 1 0 0 0,-1 0 0 0 0,1 0 0 0 0,-1 0 0 0 0,1 0 0 0 0,0-1 0 0 0,-1 1 0 0 0,1 0 0 0 0,0 0 0 0 0,0 0 0 0 0,0 0 0 0 0,0 0 0 0 0,0 0 0 0 0,0 0 0 0 0,0 0 0 0 0,0-1 0 0 0,0 1 0 0 0,0 0 0 0 0,0 0 0 0 0,1 0 0 0 0,-1 0 0 0 0,0 0 0 0 0,0 0 0 0 0,1-1 0 0 0,-1 1 0 0 0,1 0 0 0 0,-1 0 0 0 0,1 0 0 0 0,-1-1 0 0 0,1 1 0 0 0,1 1 0 0 0,4 1 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2:13.32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 1 1495 0 0,'0'5'128'0'0,"-2"-4"-128"0"0,2 1 72 0 0,0 2-8 0 0,0-3 32 0 0,-1-1-96 0 0,1 2 0 0 0,0 0 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2:13.44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 1695 0 0,'8'22'152'0'0,"-6"-17"-152"0"0,0 0 0 0 0,0-1 0 0 0,-2-3 0 0 0,0 1 0 0 0,-2-2 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2:17.60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 16 1439 0 0,'3'-2'-32'0'0,"-1"1"0"0"0,1-1 0 0 0,-1 1 0 0 0,1-1 0 0 0,0 1 0 0 0,-1 0 0 0 0,1 0 0 0 0,0 0 0 0 0,3 0 0 0 0,-4 0 12 0 0,-1 1 0 0 0,1-1 0 0 0,-1 1 0 0 0,1 0-1 0 0,-1 0 1 0 0,1 0 0 0 0,-1 0 0 0 0,1 0 0 0 0,0 0-1 0 0,-1 0 1 0 0,1 0 0 0 0,-1 0 0 0 0,1 1 0 0 0,-1-1-1 0 0,1 1 1 0 0,-1-1 0 0 0,0 1 0 0 0,3 1-1 0 0,-3-2 21 0 0,-1 0 0 0 0,0 1-1 0 0,0-1 1 0 0,0 0 0 0 0,0 0-1 0 0,0 0 1 0 0,0 0-1 0 0,0 0 1 0 0,0 0 0 0 0,0 1-1 0 0,0-1 1 0 0,0 0-1 0 0,0 0 1 0 0,0 0 0 0 0,0 0-1 0 0,0 0 1 0 0,0 0-1 0 0,0 1 1 0 0,0-1 0 0 0,0 0-1 0 0,0 0 1 0 0,0 0-1 0 0,0 0 1 0 0,0 0 0 0 0,0 1-1 0 0,0-1 1 0 0,0 0-1 0 0,0 0 1 0 0,0 0 0 0 0,0 0-1 0 0,0 0 1 0 0,0 0-1 0 0,0 0 1 0 0,0 1 0 0 0,0-1-1 0 0,-1 0 1 0 0,-5 6-17 0 0,0-2 22 0 0,5-2 10 0 0,-5 2-48 0 0,1 1 0 0 0,0 0 0 0 0,0 0 0 0 0,1 0 0 0 0,-7 11 0 0 0,3-4 129 0 0,1 1 57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2:22.59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47 16 1519 0 0,'-7'-9'947'0'0,"6"8"-932"0"0,1 1 1 0 0,0-1-1 0 0,-1 1 0 0 0,1-1 1 0 0,-1 1-1 0 0,1 0 0 0 0,-1-1 0 0 0,1 1 1 0 0,-1 0-1 0 0,1-1 0 0 0,-1 1 1 0 0,1 0-1 0 0,-1-1 0 0 0,1 1 0 0 0,-1 0 1 0 0,0 0-1 0 0,1 0 0 0 0,-1 0 1 0 0,1-1-1 0 0,-1 1 0 0 0,0 0 0 0 0,1 0 1 0 0,-1 0-1 0 0,1 0 0 0 0,-1 0 1 0 0,0 1-1 0 0,1-1 0 0 0,-1 0 0 0 0,1 0 1 0 0,-1 0-1 0 0,0 0 0 0 0,1 1 1 0 0,-1-1-1 0 0,1 0 0 0 0,-1 0 1 0 0,1 1-1 0 0,-1-1 0 0 0,1 1 0 0 0,-1-1 1 0 0,1 0-1 0 0,-1 2 0 0 0,-1 0-39 0 0,0 1 0 0 0,0-1-1 0 0,1 1 1 0 0,-1 0 0 0 0,1 0-1 0 0,-2 6 1 0 0,0-2 13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2:22.76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18 19 455 0 0,'-1'-1'0'0'0,"1"0"0"0"0,-1-1 0 0 0,0 1 0 0 0,0 0 0 0 0,1 0 0 0 0,-1-1 0 0 0,0 1 0 0 0,0 0 0 0 0,0 0 0 0 0,0 0 0 0 0,-1 0 0 0 0,1 0 0 0 0,0 0 0 0 0,0 1 0 0 0,-2-2 0 0 0,9 21 680 0 0,-5-9-664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2:27.97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62 1 1791 0 0,'-5'3'0'0'0,"1"-1"0"0"0,3-2 0 0 0,1 2 0 0 0,-2-1 0 0 0,-2 3 0 0 0,-1 1 0 0 0,-1 3-64 0 0,-1 3 64 0 0,0 0 0 0 0,2 3 0 0 0,1 3 0 0 0,1 0 0 0 0,0 2 0 0 0,1 1-64 0 0,-1 2 64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2:40.06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0 136 2159 0 0,'29'-61'96'0'0,"-15"25"16"0"0,1-3-112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7:28.31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33 0 1551 0 0,'-5'14'136'0'0,"0"-2"-136"0"0,1-5 0 0 0,3-4 0 0 0,1 0 0 0 0,-4 4 0 0 0,-1 7 0 0 0,-3 6 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7:40.46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 16 1607 0 0,'-2'-7'152'0'0,"2"7"-149"0"0,0 0-1 0 0,0-1 1 0 0,0 1-1 0 0,0-1 1 0 0,0 1-1 0 0,0 0 1 0 0,0-1-1 0 0,0 1 1 0 0,0 0-1 0 0,0-1 1 0 0,0 1-1 0 0,0 0 1 0 0,0-1-1 0 0,-1 1 1 0 0,1 0-1 0 0,0-1 1 0 0,0 1-1 0 0,0 0 1 0 0,0-1-1 0 0,-1 1 1 0 0,1 0-1 0 0,-1-1 1 0 0,1 1 42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8:32.59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0 2311 0 0,'0'4'0'0'0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8:33.12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10 1 919 0 0,'-5'37'1959'0'0,"4"-30"-1567"0"0,0-1 0 0 0,0 1 1 0 0,0-1-1 0 0,1 1 0 0 0,0 0 0 0 0,0 8 0 0 0,2 4 492 0 0,-2-16-859 0 0,0-1 0 0 0,0 1 0 0 0,0-1 0 0 0,1 1-1 0 0,-1-1 1 0 0,1 1 0 0 0,-1-1 0 0 0,1 1 0 0 0,0-1-1 0 0,0 1 1 0 0,0-1 0 0 0,0 0 0 0 0,1 1 0 0 0,1 2-1 0 0,1-1-24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8:35.96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43 1519 0 0,'2'-19'136'0'0,"-2"11"-136"0"0,0-1 0 0 0,0 2 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8:36.21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11 56 1695 0 0,'1'-4'0'0'0,"0"1"0"0"0,0 0 0 0 0,0-1 0 0 0,0 0 0 0 0,-1 1 0 0 0,1-1 0 0 0,-1 1 0 0 0,0-1 0 0 0,0 0 0 0 0,0 1 0 0 0,-1-1 0 0 0,1 1 0 0 0,-2-6 0 0 0,1 9 0 0 0,0 3 0 0 0,1-3 0 0 0,0 1 0 0 0,0-1 0 0 0,0 0 0 0 0,0 0 0 0 0,0 1 0 0 0,0-1 0 0 0,0 0 0 0 0,0 1 0 0 0,0-1 0 0 0,0 0 0 0 0,0 1 0 0 0,0-1 0 0 0,0 0 0 0 0,-1 0 0 0 0,1 1 0 0 0,0-1 0 0 0,0 0 0 0 0,0 1 0 0 0,0-1 0 0 0,-1 0 0 0 0,1 0 0 0 0,0 1 0 0 0,0-1 0 0 0,0 0 0 0 0,-1 0 0 0 0,1 0 0 0 0,0 1 0 0 0,0-1 0 0 0,-1 0 0 0 0,1 0 0 0 0,0 0 0 0 0,0 0 0 0 0,-1 0 0 0 0,1 0 0 0 0,0 1 0 0 0,-1-1 0 0 0,1 0 0 0 0,-1 0 0 0 0,-4-3 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8:36.61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88 1727 0 0,'2'-4'0'0'0,"-1"1"0"0"0,1-1 0 0 0,0 0 0 0 0,-1 0 0 0 0,0 0 0 0 0,0 0 0 0 0,0 0 0 0 0,-1-1 0 0 0,1 1 0 0 0,-1 0 0 0 0,0 0 0 0 0,0 0 0 0 0,0-1 0 0 0,-2-6 0 0 0,2 1 453 0 0,1 1 79 0 0,-1 9-525 0 0,0 0-1 0 0,0 0 1 0 0,0 0 0 0 0,0 0 0 0 0,0 0 0 0 0,-1 0-1 0 0,1 0 1 0 0,0 0 0 0 0,0 0 0 0 0,0 0 0 0 0,0 0 0 0 0,0 0-1 0 0,0 0 1 0 0,0 0 0 0 0,0 0 0 0 0,0 0 0 0 0,0 0-1 0 0,0 0 1 0 0,0 0 0 0 0,0 0 0 0 0,0 0 0 0 0,0 0-1 0 0,0 0 1 0 0,0 0 0 0 0,0 0 0 0 0,0 0 0 0 0,0 0 0 0 0,0 0-1 0 0,0 0 1 0 0,0 0 0 0 0,0 0 0 0 0,0 0 0 0 0,0-1-1 0 0,-9 23-38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48:36.83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 33 1375 0 0,'0'-2'64'0'0,"0"0"8"0"0,0 1-72 0 0,-2 1 0 0 0,2-2 304 0 0,0 0 48 0 0,0-1 0 0 0,0-2 8 0 0,2 0-40 0 0,-1-1 0 0 0,1 3-8 0 0,0 1 0 0 0,-1 6-312 0 0,-1-1 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5:50:22.68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 60 11055 0 0,'-5'-29'1700'0'0,"4"27"-1218"0"0,1 0 0 0 0,0 0 0 0 0,0 0 0 0 0,0 0 0 0 0,0 0 0 0 0,1 0 0 0 0,-1 0 0 0 0,1 0 1 0 0,-1 0-1 0 0,1 0 0 0 0,-1 1 0 0 0,3-4 0 0 0,-3 5-434 0 0,0-1 0 0 0,0 1 1 0 0,0 0-1 0 0,0 0 0 0 0,0 0 0 0 0,1 0 1 0 0,-1 0-1 0 0,0-1 0 0 0,0 1 0 0 0,0 0 1 0 0,0 0-1 0 0,0 0 0 0 0,1 0 0 0 0,-1 0 1 0 0,0 0-1 0 0,0 0 0 0 0,0-1 0 0 0,1 1 1 0 0,-1 0-1 0 0,0 0 0 0 0,0 0 0 0 0,0 0 1 0 0,1 0-1 0 0,-1 0 0 0 0,0 0 0 0 0,0 0 1 0 0,0 0-1 0 0,1 0 0 0 0,-1 0 0 0 0,0 0 1 0 0,0 0-1 0 0,0 0 0 0 0,1 0 0 0 0,-1 1 1 0 0,7 5 660 0 0,2 11-6682 0 0,-4-6-651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8:39.81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96 29 1663 0 0,'1'-2'0'0'0,"-1"0"0"0"0,0 0 0 0 0,1 0 0 0 0,-1 0 0 0 0,0 0 0 0 0,0 0 0 0 0,0 0 0 0 0,-1 1 0 0 0,1-1 0 0 0,-1-4 0 0 0,1 6 0 0 0,-1 0 0 0 0,1-1 0 0 0,0 1 0 0 0,0 0 0 0 0,0 0 0 0 0,-1-1 0 0 0,1 1 0 0 0,0 0 0 0 0,0 0 0 0 0,-1-1 0 0 0,1 1 0 0 0,0 0 0 0 0,0 0 0 0 0,-1 0 0 0 0,1 0 0 0 0,0 0 0 0 0,-1-1 0 0 0,1 1 0 0 0,0 0 0 0 0,-1 0 0 0 0,1 0 0 0 0,0 0 0 0 0,-1 0 0 0 0,0 0 0 0 0,-14 5 0 0 0,13-3 0 0 0,-3 0 0 0 0,1 0 0 0 0,0 1 0 0 0,0 0 0 0 0,-7 6 0 0 0,10-8 0 0 0,0 0 0 0 0,1-1 0 0 0,-1 1 0 0 0,0 0 0 0 0,1 0 0 0 0,-1 0 0 0 0,1-1 0 0 0,-1 1 0 0 0,1 0 0 0 0,-1 0 0 0 0,1 0 0 0 0,0 0 0 0 0,0 0 0 0 0,-1 0 0 0 0,1 0 0 0 0,0 0 0 0 0,0 0 0 0 0,0 0 0 0 0,0 0 0 0 0,0 0 0 0 0,0 0 0 0 0,0 0 0 0 0,1 0 0 0 0,-1 0 0 0 0,0 0 0 0 0,0 0 0 0 0,1 0 0 0 0,-1 0 0 0 0,1 0 0 0 0,0 1 0 0 0,0 0 0 0 0,0-1 0 0 0,0 1 0 0 0,-1 0 0 0 0,1 0 0 0 0,0-1 0 0 0,-1 1 0 0 0,1 0 0 0 0,-1 0 0 0 0,0 0 0 0 0,0 0 0 0 0,1-1 0 0 0,-1 1 0 0 0,0 0 0 0 0,-1 0 0 0 0,1 0 0 0 0,0 0 0 0 0,0 0 0 0 0,-1-1 0 0 0,1 1 0 0 0,-1 0 0 0 0,0 0 0 0 0,0-1 0 0 0,1 1 0 0 0,-1 0 0 0 0,0-1 0 0 0,0 1 0 0 0,0-1 0 0 0,-1 1 0 0 0,1-1 0 0 0,0 1 0 0 0,0-1 0 0 0,-1 0 0 0 0,1 0 0 0 0,-1 0 0 0 0,1 0 0 0 0,-1 0 0 0 0,0 0 0 0 0,-1 1 0 0 0,-16 7 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8:40.28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0 1839 0 0,'0'2'160'0'0,"1"-1"-160"0"0,1-1 0 0 0,-1 0-328 0 0,1 0-104 0 0,-1 2-16 0 0,2-2-8 0 0,2 1 352 0 0,-2-1 104 0 0,0 2 0 0 0,-2-1 0 0 0,1-1-64 0 0,-1 0 64 0 0,1 2 0 0 0,-1-2 0 0 0,4-2 176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8:40.72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33 3223 0 0,'2'-10'288'0'0,"-1"2"-288"0"0,-1 4 0 0 0,0 5-312 0 0,0-2-112 0 0,3-2-24 0 0,-1-2-8 0 0,-1 2 456 0 0,-2 3 0 0 0,-4 5 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09:46.89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0 0 6553 0 0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0:08.06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13 10 6553 0 0,'0'-1'2'0'0,"0"1"-1"0"0,0 0 0 0 0,0 0 1 0 0,0-1-1 0 0,0 1 0 0 0,0 0 0 0 0,0 0 1 0 0,0-1-1 0 0,-1 1 0 0 0,1 0 1 0 0,0 0-1 0 0,0-1 0 0 0,0 1 0 0 0,0 0 1 0 0,0 0-1 0 0,0 0 0 0 0,0-1 1 0 0,-1 1-1 0 0,1 0 0 0 0,0 0 0 0 0,0 0 1 0 0,0-1-1 0 0,-1 1 0 0 0,1 0 1 0 0,0 0-1 0 0,0 0 0 0 0,0 0 0 0 0,-1 0 1 0 0,1-1-1 0 0,0 1 0 0 0,0 0 1 0 0,-1 0-1 0 0,1 0 0 0 0,0 0 0 0 0,0 0 1 0 0,-1 0-1 0 0,1 0 0 0 0,0 0 1 0 0,0 0-1 0 0,-1 0 0 0 0,1 0 0 0 0,-2-1 146 0 0,-1 0-107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6T16:10:08.29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6553 0 0,'1'4'152'0'0,"-1"-2"-97"0"0,0 1 0 0 0,1 0 0 0 0,0 0 1 0 0,0-1-1 0 0,-1 1 0 0 0,3 4 0 0 0,-1-3-55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4:16.34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9 0 2855 0 0,'0'0'256'0'0,"0"2"-256"0"0,-1-2 0 0 0,-1 0 0 0 0,0-2 0 0 0,-1 2 0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4:52.58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 1855 0 0,'3'0'160'0'0,"-1"0"-160"0"0,-1 0 0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35:46.28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23 2303 0 0,'5'-6'782'0'0,"0"1"1549"0"0,5 1 2890 0 0,7-2-4987 0 0,-17 6-217 0 0,0 0 0 0 0,0 0-1 0 0,0 0 1 0 0,0-1 0 0 0,1 1-1 0 0,-1 0 1 0 0,0 0 0 0 0,0 0-1 0 0,0 0 1 0 0,0 0-1 0 0,1 0 1 0 0,-1 0 0 0 0,0-1-1 0 0,0 1 1 0 0,0 0 0 0 0,1 0-1 0 0,-1 0 1 0 0,0 0 0 0 0,0 0-1 0 0,0 0 1 0 0,1 0 0 0 0,-1 0-1 0 0,0 0 1 0 0,0 0 0 0 0,1 0-1 0 0,-1 0 1 0 0,0 0 0 0 0,0 1-1 0 0,0-1 1 0 0,0 0-1 0 0,1 0 1 0 0,-1 0 0 0 0,0 0-1 0 0,0 0 1 0 0,0 0 0 0 0,1 0-1 0 0,-1 0 1 0 0,0 1 0 0 0,0-1-1 0 0,0 0 1 0 0,0 0 0 0 0,0 0-1 0 0,1 0 1 0 0,-1 1 0 0 0,-4 7 94 0 0,2-5-1520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5:51:45.87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 38 455 0 0,'-4'-37'2040'0'0,"4"45"-1632"0"0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2:39.4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45 3183 0 0,'1'0'0'0'0,"-1"0"0"0"0,1 0 0 0 0,0 0 0 0 0,-1 0 0 0 0,1 0 0 0 0,0 0 0 0 0,-1 0 0 0 0,1-1 0 0 0,0 1 0 0 0,-1 0 0 0 0,1 0 0 0 0,-1 0 0 0 0,1-1 0 0 0,0 1 0 0 0,-1 0 0 0 0,1-1 0 0 0,-1 1 0 0 0,2-1 0 0 0,12-9 0 0 0,-13 9 0 0 0,1 0 0 0 0,15-12 0 0 0,-17 13 0 0 0,1-1 0 0 0,-1 1 0 0 0,1 0 0 0 0,-1-1 0 0 0,1 1 0 0 0,-1-1 0 0 0,1 1 0 0 0,-1-1 0 0 0,1 1 0 0 0,-1-1 0 0 0,0 1 0 0 0,1-1 0 0 0,-1 0 0 0 0,0 1 0 0 0,1-1 0 0 0,-1 0 0 0 0,0 1 0 0 0,0-1 0 0 0,0 0 0 0 0,0 1 0 0 0,1-1 0 0 0,-1-1 0 0 0,-2 1 0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3:19.6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6 2319 0 0,'5'-5'0'0'0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13:24.94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1679 0 0,'0'0'0'0'0,"6"-1"0"0"0,7 4 0 0 0,58 14 0 0 0,-62-16 0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7T16:30:08.02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5 2391 0 0,'17'3'0'0'0,"-7"-3"0"0"0,-5-3 0 0 0,-4-2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CD3BEB-0F3B-4741-9124-3D7FD3D83A9B}" type="datetimeFigureOut">
              <a:rPr lang="en-US" smtClean="0"/>
              <a:t>8/31/26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400196-6B65-4AF4-BC29-830D1B2E3E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356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E2ADF-E70E-496B-8BD7-550D043405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BB0D65-BE05-4B35-8F6D-73EAB63B38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2886F-86EA-4116-9E71-D470F9877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46C0E-0136-4C7A-A339-B63AAF8CB76A}" type="datetime1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DCAFE-0545-4400-A769-7E16ACC95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141ACE-108F-4C93-BB6A-CEF0413C7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0B8D-D664-44F5-A425-7CC54EA75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681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3FD4-60B4-480B-BC39-9E49D059E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0B314-2A2E-4D6F-B7E0-D13B1C288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C475C-872C-46AC-9661-9B791F16A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75C13-E780-4412-85A7-2B75B873D13E}" type="datetime1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79430-A6B0-43D7-84F1-FE7D7D70E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5B379-1865-4046-9604-3224DEA46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0B8D-D664-44F5-A425-7CC54EA75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529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51E9A-DD00-4B47-959E-56ABFF02C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2DD434-D0AE-44E0-9DF7-86835E804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C9008-4E7C-4A77-977F-ABE89EAAA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E5316-668D-46C6-B8D1-07DF670FE95B}" type="datetime1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BE6AB-0149-4623-BD61-43B8B7D6F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BD4956-E73C-46D4-8503-4289B0BF6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0B8D-D664-44F5-A425-7CC54EA75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111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5DE44-C45F-4A5D-A3EE-100964FB5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54B15-ED3C-4777-9DD1-93FD69A528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E7507B-E1E2-4033-B5C3-12781E80E3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4C4450-5481-4A99-840F-883F65E6A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862CE-43F3-47D2-BEA2-AA6679B43CD5}" type="datetime1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164879-4B9C-40B1-9F51-EE2141F07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079143-FA1A-47B7-B069-DE2645E80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0B8D-D664-44F5-A425-7CC54EA75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4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522A6-DA4B-4B6E-9BDB-A9F53E112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38B457-CDAF-4666-AE72-377252B52A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19F650-AF7E-48A0-9BB7-05846747CF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909A52-9E7C-4F2E-AAC0-32F57069A7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F102BC-81B7-4419-B175-DF3F988365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B3D753-17FE-445D-AF71-5D0BFF9D5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EB845-5FDD-4FD4-8596-835E5D70A2A5}" type="datetime1">
              <a:rPr lang="en-US" smtClean="0"/>
              <a:t>8/31/26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0DA6D1-D637-45A8-A0A2-A614327EB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5FC514-5653-445A-80EC-231E8BBF2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0B8D-D664-44F5-A425-7CC54EA75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995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39256-EB34-4248-8195-0D24A498F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3CC509-BA14-4889-ADC3-C9E5133D0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ED1F7-D96E-4D1F-9326-C71C42138379}" type="datetime1">
              <a:rPr lang="en-US" smtClean="0"/>
              <a:t>8/31/26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A48C48-503C-47C5-8E1A-577B4A418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08F587-0DE3-4D5A-A8ED-660E86FF5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0B8D-D664-44F5-A425-7CC54EA75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924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FBC22B-26E7-4EDA-BA4E-1FC9B5611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05B97-B17F-4593-BCB5-A5C78311FA38}" type="datetime1">
              <a:rPr lang="en-US" smtClean="0"/>
              <a:t>8/31/26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0745DB-2D70-4C81-A176-8A6D3D697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CCEB9B-2590-4836-8EE5-DD31B159B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0B8D-D664-44F5-A425-7CC54EA75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866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000D5-15DF-4574-B648-1C5FE107A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9B5E2-DE3D-46E8-9D55-4FD501046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EC5B1E-5C00-46C0-BBAF-C5012D5484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C54C6E-A8F2-4E1B-934B-BC047BF11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911FF-70E0-4F8C-AC4D-1E96EBE06CFA}" type="datetime1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EBD7D6-24C7-4F10-A3F6-B752CA9C6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A16CB3-1182-4948-9DEB-C1092E1E0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0B8D-D664-44F5-A425-7CC54EA75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689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BB25-A175-424C-994D-EF88BB3B8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02D293-A176-4BDE-B4E4-A1806EFDEA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C36D01-B8F7-429C-A199-51987BF0B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D2E71F-8998-4B38-8CAD-45F22EB65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009F4-3F31-4A58-B941-14F13C202A03}" type="datetime1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711400-E40B-4F2C-9AE2-CD3C4C9A1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FABF31-62A0-46FD-BF87-3DAEE57F3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0B8D-D664-44F5-A425-7CC54EA75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020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1A2C8-30F7-4E56-A13A-FD9B5A1D5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EAAB7F-B7FB-40A9-BF8C-DF858C4901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96C62-DA17-45C5-9838-4F9549BDC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ADC5-5670-412F-A343-C4271AEC9C88}" type="datetime1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DC8752-ACF5-420E-A608-D03D98462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9A68BE-107F-4771-9DB2-0B6DB671D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0B8D-D664-44F5-A425-7CC54EA75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002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592905-69F6-4342-A91A-B48F2D961A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DA926A-F93D-46DA-9FF1-FFFAFBEE07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5C14E-3D12-4B7E-B12F-BB48C1347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7D434-B2E8-4317-8FFF-7DDDFF59A5A8}" type="datetime1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DF5B5-7670-4ACB-A178-C8F2A3837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0D185-27A8-40A6-AEF9-630D91BD0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0B8D-D664-44F5-A425-7CC54EA75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0562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0D1E4-68A0-4846-9D50-2EEC120D0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3F8D5A-3483-4EA0-8A2A-3B80CAB701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C84778-B325-4099-8B34-95A6C4D4C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75E88-5160-45C6-8806-A76E9F8CD273}" type="datetime1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ABCAB-DEE6-4D9C-9ED9-613781201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BB522-85AB-4606-AD1C-06E75941E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AAEB1-F7B2-490B-AD18-F7E4B1EE04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712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C077F1-FD46-48C9-B5E9-1E7686BE9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B35B74-38FA-46EB-98BF-36762AFD4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104A3-2D6C-4282-B371-A7A01D7159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729C41-92D6-4D1E-A7E4-1C97277E366F}" type="datetime1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A20849-7022-488C-AE62-4C2F26C738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24C19B-8DBF-45AF-B843-27523CFFCA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00B8D-D664-44F5-A425-7CC54EA75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253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5" Type="http://schemas.openxmlformats.org/officeDocument/2006/relationships/image" Target="../media/image2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Relationship Id="rId58" Type="http://schemas.openxmlformats.org/officeDocument/2006/relationships/image" Target="../media/image79.png"/><Relationship Id="rId5" Type="http://schemas.openxmlformats.org/officeDocument/2006/relationships/customXml" Target="../ink/ink7.xml"/><Relationship Id="rId4" Type="http://schemas.openxmlformats.org/officeDocument/2006/relationships/image" Target="../media/image5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.xml"/><Relationship Id="rId13" Type="http://schemas.openxmlformats.org/officeDocument/2006/relationships/image" Target="../media/image183.png"/><Relationship Id="rId26" Type="http://schemas.openxmlformats.org/officeDocument/2006/relationships/customXml" Target="../ink/ink15.xml"/><Relationship Id="rId39" Type="http://schemas.openxmlformats.org/officeDocument/2006/relationships/image" Target="../media/image196.png"/><Relationship Id="rId3" Type="http://schemas.openxmlformats.org/officeDocument/2006/relationships/customXml" Target="../ink/ink8.xml"/><Relationship Id="rId21" Type="http://schemas.openxmlformats.org/officeDocument/2006/relationships/image" Target="../media/image187.png"/><Relationship Id="rId7" Type="http://schemas.openxmlformats.org/officeDocument/2006/relationships/image" Target="../media/image180.png"/><Relationship Id="rId25" Type="http://schemas.openxmlformats.org/officeDocument/2006/relationships/image" Target="../media/image189.png"/><Relationship Id="rId2" Type="http://schemas.openxmlformats.org/officeDocument/2006/relationships/image" Target="../media/image21.svg"/><Relationship Id="rId20" Type="http://schemas.openxmlformats.org/officeDocument/2006/relationships/customXml" Target="../ink/ink13.xml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9.xml"/><Relationship Id="rId5" Type="http://schemas.openxmlformats.org/officeDocument/2006/relationships/image" Target="../media/image179.png"/><Relationship Id="rId10" Type="http://schemas.openxmlformats.org/officeDocument/2006/relationships/customXml" Target="../ink/ink11.xml"/><Relationship Id="rId19" Type="http://schemas.openxmlformats.org/officeDocument/2006/relationships/image" Target="../media/image186.png"/><Relationship Id="rId9" Type="http://schemas.openxmlformats.org/officeDocument/2006/relationships/image" Target="../media/image181.png"/><Relationship Id="rId14" Type="http://schemas.openxmlformats.org/officeDocument/2006/relationships/customXml" Target="../ink/ink12.xml"/><Relationship Id="rId22" Type="http://schemas.openxmlformats.org/officeDocument/2006/relationships/customXml" Target="../ink/ink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55" Type="http://schemas.openxmlformats.org/officeDocument/2006/relationships/image" Target="../media/image321.png"/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12.xml"/><Relationship Id="rId157" Type="http://schemas.openxmlformats.org/officeDocument/2006/relationships/image" Target="../media/image322.png"/><Relationship Id="rId156" Type="http://schemas.openxmlformats.org/officeDocument/2006/relationships/customXml" Target="../ink/ink17.xml"/><Relationship Id="rId4" Type="http://schemas.openxmlformats.org/officeDocument/2006/relationships/customXml" Target="../ink/ink16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customXml" Target="../ink/ink20.xml"/><Relationship Id="rId13" Type="http://schemas.openxmlformats.org/officeDocument/2006/relationships/image" Target="../media/image355.png"/><Relationship Id="rId3" Type="http://schemas.openxmlformats.org/officeDocument/2006/relationships/customXml" Target="../ink/ink18.xml"/><Relationship Id="rId7" Type="http://schemas.openxmlformats.org/officeDocument/2006/relationships/image" Target="../media/image352.png"/><Relationship Id="rId12" Type="http://schemas.openxmlformats.org/officeDocument/2006/relationships/customXml" Target="../ink/ink22.xml"/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19.xml"/><Relationship Id="rId11" Type="http://schemas.openxmlformats.org/officeDocument/2006/relationships/image" Target="../media/image354.png"/><Relationship Id="rId5" Type="http://schemas.openxmlformats.org/officeDocument/2006/relationships/image" Target="../media/image351.png"/><Relationship Id="rId15" Type="http://schemas.openxmlformats.org/officeDocument/2006/relationships/image" Target="../media/image356.png"/><Relationship Id="rId10" Type="http://schemas.openxmlformats.org/officeDocument/2006/relationships/customXml" Target="../ink/ink21.xml"/><Relationship Id="rId9" Type="http://schemas.openxmlformats.org/officeDocument/2006/relationships/image" Target="../media/image353.png"/><Relationship Id="rId14" Type="http://schemas.openxmlformats.org/officeDocument/2006/relationships/customXml" Target="../ink/ink2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97" Type="http://schemas.openxmlformats.org/officeDocument/2006/relationships/image" Target="../media/image419.png"/><Relationship Id="rId2" Type="http://schemas.openxmlformats.org/officeDocument/2006/relationships/image" Target="../media/image25.svg"/><Relationship Id="rId1" Type="http://schemas.openxmlformats.org/officeDocument/2006/relationships/slideLayout" Target="../slideLayouts/slideLayout12.xml"/><Relationship Id="rId4" Type="http://schemas.openxmlformats.org/officeDocument/2006/relationships/customXml" Target="../ink/ink2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0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sv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52.png"/><Relationship Id="rId80" Type="http://schemas.openxmlformats.org/officeDocument/2006/relationships/customXml" Target="../ink/ink29.xml"/><Relationship Id="rId98" Type="http://schemas.openxmlformats.org/officeDocument/2006/relationships/image" Target="../media/image994.png"/><Relationship Id="rId3" Type="http://schemas.openxmlformats.org/officeDocument/2006/relationships/customXml" Target="../ink/ink25.xml"/><Relationship Id="rId97" Type="http://schemas.openxmlformats.org/officeDocument/2006/relationships/customXml" Target="../ink/ink30.xml"/><Relationship Id="rId12" Type="http://schemas.openxmlformats.org/officeDocument/2006/relationships/customXml" Target="../ink/ink26.xml"/><Relationship Id="rId2" Type="http://schemas.openxmlformats.org/officeDocument/2006/relationships/image" Target="../media/image31.svg"/><Relationship Id="rId16" Type="http://schemas.openxmlformats.org/officeDocument/2006/relationships/customXml" Target="../ink/ink28.xml"/><Relationship Id="rId96" Type="http://schemas.openxmlformats.org/officeDocument/2006/relationships/image" Target="../media/image993.png"/><Relationship Id="rId1" Type="http://schemas.openxmlformats.org/officeDocument/2006/relationships/slideLayout" Target="../slideLayouts/slideLayout12.xml"/><Relationship Id="rId11" Type="http://schemas.openxmlformats.org/officeDocument/2006/relationships/image" Target="../media/image951.png"/><Relationship Id="rId79" Type="http://schemas.openxmlformats.org/officeDocument/2006/relationships/image" Target="../media/image985.png"/><Relationship Id="rId15" Type="http://schemas.openxmlformats.org/officeDocument/2006/relationships/image" Target="../media/image953.png"/><Relationship Id="rId14" Type="http://schemas.openxmlformats.org/officeDocument/2006/relationships/customXml" Target="../ink/ink2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1.xml"/><Relationship Id="rId34" Type="http://schemas.openxmlformats.org/officeDocument/2006/relationships/customXml" Target="../ink/ink33.xml"/><Relationship Id="rId33" Type="http://schemas.openxmlformats.org/officeDocument/2006/relationships/image" Target="../media/image17.png"/><Relationship Id="rId2" Type="http://schemas.openxmlformats.org/officeDocument/2006/relationships/image" Target="../media/image33.svg"/><Relationship Id="rId1" Type="http://schemas.openxmlformats.org/officeDocument/2006/relationships/slideLayout" Target="../slideLayouts/slideLayout12.xml"/><Relationship Id="rId24" Type="http://schemas.openxmlformats.org/officeDocument/2006/relationships/customXml" Target="../ink/ink32.xml"/><Relationship Id="rId23" Type="http://schemas.openxmlformats.org/officeDocument/2006/relationships/image" Target="../media/image120.png"/><Relationship Id="rId81" Type="http://schemas.openxmlformats.org/officeDocument/2006/relationships/image" Target="../media/image41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4.xm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24" Type="http://schemas.openxmlformats.org/officeDocument/2006/relationships/image" Target="../media/image400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sv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svg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5" Type="http://schemas.openxmlformats.org/officeDocument/2006/relationships/customXml" Target="../ink/ink36.xml"/><Relationship Id="rId2" Type="http://schemas.openxmlformats.org/officeDocument/2006/relationships/image" Target="../media/image7010.png"/><Relationship Id="rId29" Type="http://schemas.openxmlformats.org/officeDocument/2006/relationships/customXml" Target="../ink/ink37.xml"/><Relationship Id="rId1" Type="http://schemas.openxmlformats.org/officeDocument/2006/relationships/slideLayout" Target="../slideLayouts/slideLayout12.xml"/><Relationship Id="rId24" Type="http://schemas.openxmlformats.org/officeDocument/2006/relationships/image" Target="../media/image995.png"/><Relationship Id="rId32" Type="http://schemas.openxmlformats.org/officeDocument/2006/relationships/image" Target="../media/image999.png"/><Relationship Id="rId5" Type="http://schemas.openxmlformats.org/officeDocument/2006/relationships/customXml" Target="../ink/ink35.xml"/><Relationship Id="rId28" Type="http://schemas.openxmlformats.org/officeDocument/2006/relationships/image" Target="../media/image997.png"/><Relationship Id="rId4" Type="http://schemas.openxmlformats.org/officeDocument/2006/relationships/image" Target="../media/image40.sv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39.svg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44.svg"/><Relationship Id="rId1" Type="http://schemas.openxmlformats.org/officeDocument/2006/relationships/slideLayout" Target="../slideLayouts/slideLayout12.xml"/><Relationship Id="rId15" Type="http://schemas.openxmlformats.org/officeDocument/2006/relationships/image" Target="../media/image1500.png"/><Relationship Id="rId4" Type="http://schemas.openxmlformats.org/officeDocument/2006/relationships/customXml" Target="../ink/ink3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image" Target="../media/image46.svg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3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C88D6-3997-4F72-8DC3-AAC3DB72CC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>
                <a:latin typeface="TeXGyrePagella-Italic" panose="02000603020200000004" pitchFamily="50" charset="0"/>
              </a:rPr>
              <a:t>Derivatives and Gradients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0123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3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CD83A1D-75A3-487B-B688-85F17973C6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Derivatives tell us which direction to search for a solution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832C68-EF42-4EFB-9AB8-C1E75443D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>
                <a:latin typeface="TeXGyrePagella-Italic" panose="02000603020200000004" pitchFamily="50" charset="0"/>
              </a:rPr>
              <a:t>Derivatives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B8458D-F011-43B4-A2BD-C40B9DAE6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AAEB1-F7B2-490B-AD18-F7E4B1EE049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75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3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32C68-EF42-4EFB-9AB8-C1E75443D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>
                <a:latin typeface="TeXGyrePagella-Italic" panose="02000603020200000004" pitchFamily="50" charset="0"/>
              </a:rPr>
              <a:t>Derivatives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9491970-50DB-4AAA-949E-6DF4099DE8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0" y="1400779"/>
            <a:ext cx="4490286" cy="4056442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CD83A1D-75A3-487B-B688-85F17973C6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Slope of Tangent Line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F40EDDC-21E5-462E-A3E8-66406E48C3DF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258" r="38629"/>
          <a:stretch/>
        </p:blipFill>
        <p:spPr>
          <a:xfrm>
            <a:off x="1001865" y="2507034"/>
            <a:ext cx="3371353" cy="101419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A3633B-C362-481C-9F29-F5DC825B6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AAEB1-F7B2-490B-AD18-F7E4B1EE049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590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3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32C68-EF42-4EFB-9AB8-C1E75443D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>
                <a:latin typeface="TeXGyrePagella-Italic" panose="02000603020200000004" pitchFamily="50" charset="0"/>
              </a:rPr>
              <a:t>Derivatives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EA7210B-67EE-4A42-8427-E762B69503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6370" y="3559795"/>
            <a:ext cx="11299259" cy="3063875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D15AB88A-BACB-4DF2-9222-09CD354D8E35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0778" r="31186"/>
          <a:stretch/>
        </p:blipFill>
        <p:spPr>
          <a:xfrm>
            <a:off x="693087" y="1339969"/>
            <a:ext cx="6176840" cy="836375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55A13D02-5D6B-4F65-B8C2-D6E523C9C1D3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8392" r="40039"/>
          <a:stretch/>
        </p:blipFill>
        <p:spPr>
          <a:xfrm>
            <a:off x="516473" y="2311281"/>
            <a:ext cx="3720247" cy="114743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182046-0CD3-46D7-A159-448B00D74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AAEB1-F7B2-490B-AD18-F7E4B1EE049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936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3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791D9-BDE9-4F7C-AC8C-55FA21FA4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fr-FR" b="0" i="1" u="none" strike="noStrike" baseline="0" err="1">
                <a:latin typeface="TeXGyrePagella-Italic" panose="02000603020200000004" pitchFamily="50" charset="0"/>
              </a:rPr>
              <a:t>Derivatives</a:t>
            </a:r>
            <a:r>
              <a:rPr lang="fr-FR" b="0" i="1" u="none" strike="noStrike" baseline="0">
                <a:latin typeface="TeXGyrePagella-Italic" panose="02000603020200000004" pitchFamily="50" charset="0"/>
              </a:rPr>
              <a:t> in Multiple Dimensions</a:t>
            </a:r>
            <a:endParaRPr lang="fr-FR" b="0" i="0" u="none" strike="noStrike" baseline="0">
              <a:latin typeface="TeXGyrePagella-Regular" panose="02000603020200000003" pitchFamily="50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ED00FBA-DA92-4C50-A383-1ACB2A9054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16618" y="1300017"/>
            <a:ext cx="5537585" cy="4401671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7FA8869-4675-450B-B0EF-CD0FBBBCD0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Gradient Vector</a:t>
            </a:r>
          </a:p>
          <a:p>
            <a:endParaRPr lang="en-US">
              <a:latin typeface="TeX Gyre Pagella" panose="02000603020200000003" pitchFamily="50" charset="0"/>
              <a:ea typeface="TeX Gyre Pagella" panose="02000603020200000003" pitchFamily="50" charset="0"/>
              <a:cs typeface="TeX Gyre Pagella" panose="02000603020200000003" pitchFamily="50" charset="0"/>
            </a:endParaRPr>
          </a:p>
          <a:p>
            <a:endParaRPr lang="en-US">
              <a:latin typeface="TeX Gyre Pagella" panose="02000603020200000003" pitchFamily="50" charset="0"/>
              <a:ea typeface="TeX Gyre Pagella" panose="02000603020200000003" pitchFamily="50" charset="0"/>
              <a:cs typeface="TeX Gyre Pagella" panose="02000603020200000003" pitchFamily="50" charset="0"/>
            </a:endParaRPr>
          </a:p>
          <a:p>
            <a:endParaRPr lang="en-US">
              <a:latin typeface="TeX Gyre Pagella" panose="02000603020200000003" pitchFamily="50" charset="0"/>
              <a:ea typeface="TeX Gyre Pagella" panose="02000603020200000003" pitchFamily="50" charset="0"/>
              <a:cs typeface="TeX Gyre Pagella" panose="02000603020200000003" pitchFamily="50" charset="0"/>
            </a:endParaRPr>
          </a:p>
          <a:p>
            <a:r>
              <a:rPr lang="en-US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Hessian Matrix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EC8D712-6407-4DFF-A451-AE007FF527E5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4511" r="25650"/>
          <a:stretch/>
        </p:blipFill>
        <p:spPr>
          <a:xfrm>
            <a:off x="648182" y="2581939"/>
            <a:ext cx="5903089" cy="737102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C3CB081D-AD9C-4061-9841-617C5151DFCC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2543" r="22967"/>
          <a:stretch/>
        </p:blipFill>
        <p:spPr>
          <a:xfrm>
            <a:off x="775503" y="4634873"/>
            <a:ext cx="5537585" cy="161380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ED0EB6-088E-46D8-A6A6-BEA368108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AAEB1-F7B2-490B-AD18-F7E4B1EE049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484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3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791D9-BDE9-4F7C-AC8C-55FA21FA4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fr-FR" b="0" i="1" u="none" strike="noStrike" baseline="0" err="1">
                <a:latin typeface="TeXGyrePagella-Italic" panose="02000603020200000004" pitchFamily="50" charset="0"/>
              </a:rPr>
              <a:t>Derivatives</a:t>
            </a:r>
            <a:r>
              <a:rPr lang="fr-FR" b="0" i="1" u="none" strike="noStrike" baseline="0">
                <a:latin typeface="TeXGyrePagella-Italic" panose="02000603020200000004" pitchFamily="50" charset="0"/>
              </a:rPr>
              <a:t> in Multiple Dimensions</a:t>
            </a:r>
            <a:endParaRPr lang="fr-FR" b="0" i="0" u="none" strike="noStrike" baseline="0">
              <a:latin typeface="TeXGyrePagella-Regular" panose="02000603020200000003" pitchFamily="50" charset="0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7FA8869-4675-450B-B0EF-CD0FBBBCD0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i="1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Directional Derivative</a:t>
            </a:r>
          </a:p>
          <a:p>
            <a:endParaRPr lang="en-US">
              <a:latin typeface="TeX Gyre Pagella" panose="02000603020200000003" pitchFamily="50" charset="0"/>
              <a:ea typeface="TeX Gyre Pagella" panose="02000603020200000003" pitchFamily="50" charset="0"/>
              <a:cs typeface="TeX Gyre Pagella" panose="02000603020200000003" pitchFamily="50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1728487-E2A1-4A0B-976B-E553FD7F6BE0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63094" b="85391"/>
          <a:stretch/>
        </p:blipFill>
        <p:spPr>
          <a:xfrm>
            <a:off x="-89853" y="2289382"/>
            <a:ext cx="4725463" cy="210430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F666D197-9C2E-45DC-BBC3-87D9CECE0503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6958" t="217" r="36898" b="88575"/>
          <a:stretch/>
        </p:blipFill>
        <p:spPr>
          <a:xfrm>
            <a:off x="4635610" y="3425619"/>
            <a:ext cx="3347499" cy="1614461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560599FD-6B20-4B7F-8363-66D17F141139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2803" t="2262" r="14903" b="90345"/>
          <a:stretch/>
        </p:blipFill>
        <p:spPr>
          <a:xfrm>
            <a:off x="7983109" y="5040080"/>
            <a:ext cx="2854518" cy="106493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B8D379-BAC3-4B56-AC1D-1C6921CD0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AAEB1-F7B2-490B-AD18-F7E4B1EE049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269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3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321E4-D499-44CB-B94D-E39586DFF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>
                <a:latin typeface="TeXGyrePagella-Italic" panose="02000603020200000004" pitchFamily="50" charset="0"/>
              </a:rPr>
              <a:t>Numerical Differentiation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256C7E5-527F-427C-8723-720A90730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i="1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Finite Difference Methods</a:t>
            </a:r>
          </a:p>
          <a:p>
            <a:endParaRPr lang="en-US" i="1" dirty="0">
              <a:latin typeface="TeX Gyre Pagella" panose="02000603020200000003" pitchFamily="50" charset="0"/>
              <a:ea typeface="TeX Gyre Pagella" panose="02000603020200000003" pitchFamily="50" charset="0"/>
              <a:cs typeface="TeX Gyre Pagella" panose="02000603020200000003" pitchFamily="50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28222C-265A-496A-B3CB-12F91B5B8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AAEB1-F7B2-490B-AD18-F7E4B1EE049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234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3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321E4-D499-44CB-B94D-E39586DFF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>
                <a:latin typeface="TeXGyrePagella-Italic" panose="02000603020200000004" pitchFamily="50" charset="0"/>
              </a:rPr>
              <a:t>Numerical Differentiation: Finite Difference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256C7E5-527F-427C-8723-720A90730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i="1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Derivation from Taylor series expansion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1C6B743-C401-42BC-8351-8C9E239F420B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4687" r="14825"/>
          <a:stretch/>
        </p:blipFill>
        <p:spPr>
          <a:xfrm>
            <a:off x="716280" y="2583180"/>
            <a:ext cx="10637520" cy="103632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3C6C3B-AB48-4418-88BF-91EDE5D5C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AAEB1-F7B2-490B-AD18-F7E4B1EE049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167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3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321E4-D499-44CB-B94D-E39586DFF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>
                <a:latin typeface="TeXGyrePagella-Italic" panose="02000603020200000004" pitchFamily="50" charset="0"/>
              </a:rPr>
              <a:t>Numerical Differentiation: Finite Difference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256C7E5-527F-427C-8723-720A90730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i="1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Neighboring points are used to approximate the derivative</a:t>
            </a:r>
          </a:p>
          <a:p>
            <a:endParaRPr lang="en-US" i="1">
              <a:latin typeface="TeX Gyre Pagella" panose="02000603020200000003" pitchFamily="50" charset="0"/>
              <a:ea typeface="TeX Gyre Pagella" panose="02000603020200000003" pitchFamily="50" charset="0"/>
              <a:cs typeface="TeX Gyre Pagella" panose="02000603020200000003" pitchFamily="50" charset="0"/>
            </a:endParaRPr>
          </a:p>
          <a:p>
            <a:endParaRPr lang="en-US" i="1">
              <a:latin typeface="TeX Gyre Pagella" panose="02000603020200000003" pitchFamily="50" charset="0"/>
              <a:ea typeface="TeX Gyre Pagella" panose="02000603020200000003" pitchFamily="50" charset="0"/>
              <a:cs typeface="TeX Gyre Pagella" panose="02000603020200000003" pitchFamily="50" charset="0"/>
            </a:endParaRPr>
          </a:p>
          <a:p>
            <a:endParaRPr lang="en-US" i="1">
              <a:latin typeface="TeX Gyre Pagella" panose="02000603020200000003" pitchFamily="50" charset="0"/>
              <a:ea typeface="TeX Gyre Pagella" panose="02000603020200000003" pitchFamily="50" charset="0"/>
              <a:cs typeface="TeX Gyre Pagella" panose="02000603020200000003" pitchFamily="50" charset="0"/>
            </a:endParaRPr>
          </a:p>
          <a:p>
            <a:endParaRPr lang="en-US" i="1">
              <a:latin typeface="TeX Gyre Pagella" panose="02000603020200000003" pitchFamily="50" charset="0"/>
              <a:ea typeface="TeX Gyre Pagella" panose="02000603020200000003" pitchFamily="50" charset="0"/>
              <a:cs typeface="TeX Gyre Pagella" panose="02000603020200000003" pitchFamily="50" charset="0"/>
            </a:endParaRPr>
          </a:p>
          <a:p>
            <a:endParaRPr lang="en-US" i="1">
              <a:latin typeface="TeX Gyre Pagella" panose="02000603020200000003" pitchFamily="50" charset="0"/>
              <a:ea typeface="TeX Gyre Pagella" panose="02000603020200000003" pitchFamily="50" charset="0"/>
              <a:cs typeface="TeX Gyre Pagella" panose="02000603020200000003" pitchFamily="50" charset="0"/>
            </a:endParaRPr>
          </a:p>
          <a:p>
            <a:endParaRPr lang="en-US" i="1">
              <a:latin typeface="TeX Gyre Pagella" panose="02000603020200000003" pitchFamily="50" charset="0"/>
              <a:ea typeface="TeX Gyre Pagella" panose="02000603020200000003" pitchFamily="50" charset="0"/>
              <a:cs typeface="TeX Gyre Pagella" panose="02000603020200000003" pitchFamily="50" charset="0"/>
            </a:endParaRPr>
          </a:p>
          <a:p>
            <a:r>
              <a:rPr lang="en-US" i="1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h too small causes numerical cancellation errors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8FF81C1-EBC2-4BA9-8E91-9D6A7925A540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b="18200"/>
          <a:stretch/>
        </p:blipFill>
        <p:spPr>
          <a:xfrm>
            <a:off x="535835" y="2770822"/>
            <a:ext cx="11120329" cy="154209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15F7B1-F5CE-4540-809D-D371952C7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AAEB1-F7B2-490B-AD18-F7E4B1EE049E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F202F3-3B4D-AC4E-D035-3353645CBC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0" y="4492306"/>
            <a:ext cx="551180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657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3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321E4-D499-44CB-B94D-E39586DFF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1" u="none" strike="noStrike" baseline="0">
                <a:latin typeface="TeXGyrePagella-Italic" panose="02000603020200000004" pitchFamily="50" charset="0"/>
              </a:rPr>
              <a:t>Automatic Differentiation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256C7E5-527F-427C-8723-720A90730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Evaluate a function and compute partial derivatives simultaneously using the chain rule of differentiation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72E35BD-BFAD-452C-A683-F050C81B61D9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6753" r="26721"/>
          <a:stretch/>
        </p:blipFill>
        <p:spPr>
          <a:xfrm>
            <a:off x="2324100" y="2837497"/>
            <a:ext cx="7543800" cy="118300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B401C8-BE11-4F55-A1F9-6E49256CC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AAEB1-F7B2-490B-AD18-F7E4B1EE049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6356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3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321E4-D499-44CB-B94D-E39586DFF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1" u="none" strike="noStrike" baseline="0">
                <a:latin typeface="TeXGyrePagella-Italic" panose="02000603020200000004" pitchFamily="50" charset="0"/>
              </a:rPr>
              <a:t>Automatic Differentiation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256C7E5-527F-427C-8723-720A90730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Forward Accumulation is equivalent to expanding a function using the chain rule and computing the derivatives inside-out</a:t>
            </a:r>
          </a:p>
          <a:p>
            <a:r>
              <a:rPr lang="en-US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Requires </a:t>
            </a:r>
            <a:r>
              <a:rPr lang="en-US" i="1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n</a:t>
            </a:r>
            <a:r>
              <a:rPr lang="en-US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-passes to compute </a:t>
            </a:r>
            <a:r>
              <a:rPr lang="en-US" i="1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n</a:t>
            </a:r>
            <a:r>
              <a:rPr lang="en-US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-dimensional gradient</a:t>
            </a:r>
          </a:p>
          <a:p>
            <a:r>
              <a:rPr lang="en-US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Example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83A47B6-7C83-44E8-B412-93B2A68A3599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6306" t="26222" r="37645" b="70324"/>
          <a:stretch/>
        </p:blipFill>
        <p:spPr>
          <a:xfrm>
            <a:off x="2846566" y="3856383"/>
            <a:ext cx="5931674" cy="101776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93B382-856C-4472-BC0B-B56BFC2C7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AAEB1-F7B2-490B-AD18-F7E4B1EE049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6630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3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321E4-D499-44CB-B94D-E39586DFF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1" u="none" strike="noStrike" baseline="0">
                <a:latin typeface="TeXGyrePagella-Italic" panose="02000603020200000004" pitchFamily="50" charset="0"/>
              </a:rPr>
              <a:t>Automatic Differentiation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256C7E5-527F-427C-8723-720A90730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Forward Accumulation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D4481C3-481A-405E-A2F7-9938570B17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1438" y="2586725"/>
            <a:ext cx="6982700" cy="344510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8CC3E2AE-67CF-4FD5-8708-A635910F32A8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6306" t="26222" r="37645" b="70324"/>
          <a:stretch/>
        </p:blipFill>
        <p:spPr>
          <a:xfrm>
            <a:off x="5168347" y="1568957"/>
            <a:ext cx="5931674" cy="101776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F0162F-B9CA-429B-BA99-6714F03CD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AAEB1-F7B2-490B-AD18-F7E4B1EE049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7466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3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321E4-D499-44CB-B94D-E39586DFF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>
                <a:latin typeface="TeXGyrePagella-Italic" panose="02000603020200000004" pitchFamily="50" charset="0"/>
              </a:rPr>
              <a:t>Automatic Differentiation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256C7E5-527F-427C-8723-720A90730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Forward Accumulation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2A0DDE8-B6B9-4E66-B745-3D40ED05B8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20150" y="2379013"/>
            <a:ext cx="8000851" cy="364303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E698D5B5-95A9-4760-9242-16EBBF8A4CCA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6306" t="26222" r="37645" b="70324"/>
          <a:stretch/>
        </p:blipFill>
        <p:spPr>
          <a:xfrm>
            <a:off x="5168347" y="1568957"/>
            <a:ext cx="5931674" cy="101776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4334C5-1098-47F1-8781-05E6ECBE8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AAEB1-F7B2-490B-AD18-F7E4B1EE049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0949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3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321E4-D499-44CB-B94D-E39586DFF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1" u="none" strike="noStrike" baseline="0">
                <a:latin typeface="TeXGyrePagella-Italic" panose="02000603020200000004" pitchFamily="50" charset="0"/>
              </a:rPr>
              <a:t>Automatic Differentiation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256C7E5-527F-427C-8723-720A90730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Forward Accumulation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3DE9173-848D-41A1-AD66-3D35AF4DDF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20150" y="2379013"/>
            <a:ext cx="9153957" cy="446197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D1C3A1D3-AA9F-4684-AC95-A6FEFA2BB495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6306" t="26222" r="37645" b="70324"/>
          <a:stretch/>
        </p:blipFill>
        <p:spPr>
          <a:xfrm>
            <a:off x="5168347" y="1568957"/>
            <a:ext cx="5931674" cy="101776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77ECD3-AC7A-4001-A757-5D33E658D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AAEB1-F7B2-490B-AD18-F7E4B1EE049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3136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3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321E4-D499-44CB-B94D-E39586DFF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1" u="none" strike="noStrike" baseline="0">
                <a:latin typeface="TeXGyrePagella-Italic" panose="02000603020200000004" pitchFamily="50" charset="0"/>
              </a:rPr>
              <a:t>Automatic Differentiation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256C7E5-527F-427C-8723-720A90730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Reverse accumulation is performed in single run using two passes over an </a:t>
            </a:r>
            <a:r>
              <a:rPr lang="en-US" i="1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n</a:t>
            </a:r>
            <a:r>
              <a:rPr lang="en-US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-dimensional function (forward and back)</a:t>
            </a:r>
          </a:p>
          <a:p>
            <a:r>
              <a:rPr lang="en-US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Note: this is central to the backpropagation algorithm used to train neural networks</a:t>
            </a:r>
          </a:p>
          <a:p>
            <a:r>
              <a:rPr lang="en-US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Many open-source software implementations are available</a:t>
            </a:r>
          </a:p>
          <a:p>
            <a:endParaRPr lang="en-US">
              <a:latin typeface="TeX Gyre Pagella" panose="02000603020200000003" pitchFamily="50" charset="0"/>
              <a:ea typeface="TeX Gyre Pagella" panose="02000603020200000003" pitchFamily="50" charset="0"/>
              <a:cs typeface="TeX Gyre Pagella" panose="02000603020200000003" pitchFamily="50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903B8E-0DB4-4E59-B82F-B1EDDF86C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AAEB1-F7B2-490B-AD18-F7E4B1EE049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2736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3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7D16-8ACE-4EED-BA8E-351948033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>
                <a:latin typeface="TeXGyrePagella-Italic" panose="02000603020200000004" pitchFamily="50" charset="0"/>
              </a:rPr>
              <a:t>Summary</a:t>
            </a:r>
            <a:endParaRPr lang="en-US" b="0" i="0" u="none" strike="noStrike" baseline="0">
              <a:latin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BFF61-09DE-44CB-999A-9065C8176C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948392"/>
          </a:xfrm>
        </p:spPr>
        <p:txBody>
          <a:bodyPr>
            <a:normAutofit/>
          </a:bodyPr>
          <a:lstStyle/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Derivatives are useful in optimization because they provide information about how to change a given point in order to improve the objective function</a:t>
            </a:r>
          </a:p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For multivariate functions, various derivative-based concepts are useful for directing the search for an optimum, including the gradient, the Hessian, and the directional derivative</a:t>
            </a:r>
          </a:p>
          <a:p>
            <a:r>
              <a:rPr lang="en-US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One approach to numerical differentiation includes finite difference approximations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12027D-0C9D-4D11-8735-C5A5D1B33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0B8D-D664-44F5-A425-7CC54EA75C9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4556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C73A2-3598-4DAF-9F76-9BA79B003A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>
                <a:latin typeface="TeXGyrePagella-Italic" panose="02000603020200000004" pitchFamily="50" charset="0"/>
              </a:rPr>
              <a:t>Bracketing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0966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B1113-3E22-4B04-9066-F8BBD07E4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latin typeface="TeXGyrePagella-Italic" panose="02000603020200000004" pitchFamily="50" charset="0"/>
              </a:rPr>
              <a:t>Bracketing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C563B-7C4B-4A72-89C5-10AEB6009E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Identifying an interval containing a local minimum </a:t>
            </a:r>
          </a:p>
          <a:p>
            <a:pPr marL="0" indent="0">
              <a:buNone/>
            </a:pPr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	and </a:t>
            </a:r>
          </a:p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then successively shrinking that interval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CCD5B3-5189-40D5-AF59-E7AB106C0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A2B03-C065-430E-988D-44590E20A90E}" type="slidenum">
              <a:rPr lang="en-US" smtClean="0"/>
              <a:t>18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C1F1370-1EE9-B474-D795-B98B87D02B67}"/>
              </a:ext>
            </a:extLst>
          </p:cNvPr>
          <p:cNvGrpSpPr/>
          <p:nvPr/>
        </p:nvGrpSpPr>
        <p:grpSpPr>
          <a:xfrm>
            <a:off x="588575" y="1868382"/>
            <a:ext cx="189000" cy="455400"/>
            <a:chOff x="588575" y="1868382"/>
            <a:chExt cx="189000" cy="45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146B1C7-8B12-8023-4AFB-979FD413056A}"/>
                    </a:ext>
                  </a:extLst>
                </p14:cNvPr>
                <p14:cNvContentPartPr/>
                <p14:nvPr/>
              </p14:nvContentPartPr>
              <p14:xfrm>
                <a:off x="588575" y="1975662"/>
                <a:ext cx="72000" cy="1900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146B1C7-8B12-8023-4AFB-979FD413056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84255" y="1971342"/>
                  <a:ext cx="806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6CB7AE1-8D1B-54CA-E09C-276F1C893AB0}"/>
                    </a:ext>
                  </a:extLst>
                </p14:cNvPr>
                <p14:cNvContentPartPr/>
                <p14:nvPr/>
              </p14:nvContentPartPr>
              <p14:xfrm>
                <a:off x="671015" y="1868382"/>
                <a:ext cx="106560" cy="4554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6CB7AE1-8D1B-54CA-E09C-276F1C893AB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66695" y="1864062"/>
                  <a:ext cx="115200" cy="46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A6F84E5-9F9B-C972-8ED4-F5C1D45D10A0}"/>
              </a:ext>
            </a:extLst>
          </p:cNvPr>
          <p:cNvGrpSpPr/>
          <p:nvPr/>
        </p:nvGrpSpPr>
        <p:grpSpPr>
          <a:xfrm>
            <a:off x="638975" y="2906982"/>
            <a:ext cx="241200" cy="387000"/>
            <a:chOff x="638975" y="2906982"/>
            <a:chExt cx="241200" cy="38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83E8378-A869-F090-9F67-379F5BD3FB85}"/>
                    </a:ext>
                  </a:extLst>
                </p14:cNvPr>
                <p14:cNvContentPartPr/>
                <p14:nvPr/>
              </p14:nvContentPartPr>
              <p14:xfrm>
                <a:off x="638975" y="2980422"/>
                <a:ext cx="183600" cy="2170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83E8378-A869-F090-9F67-379F5BD3FB8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32855" y="2974302"/>
                  <a:ext cx="19584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4A7830B-9B39-710E-20B8-252C10BBA16D}"/>
                    </a:ext>
                  </a:extLst>
                </p14:cNvPr>
                <p14:cNvContentPartPr/>
                <p14:nvPr/>
              </p14:nvContentPartPr>
              <p14:xfrm>
                <a:off x="790175" y="2906982"/>
                <a:ext cx="90000" cy="3870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4A7830B-9B39-710E-20B8-252C10BBA16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84055" y="2900862"/>
                  <a:ext cx="102240" cy="39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A291476-B37F-9F03-0F1A-B01AFDA694F8}"/>
                  </a:ext>
                </a:extLst>
              </p14:cNvPr>
              <p14:cNvContentPartPr/>
              <p14:nvPr/>
            </p14:nvContentPartPr>
            <p14:xfrm>
              <a:off x="3826775" y="3266262"/>
              <a:ext cx="1191240" cy="583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A291476-B37F-9F03-0F1A-B01AFDA694F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820655" y="3260142"/>
                <a:ext cx="1203480" cy="70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902280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B1113-3E22-4B04-9066-F8BBD07E4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latin typeface="TeXGyrePagella-Italic" panose="02000603020200000004" pitchFamily="50" charset="0"/>
              </a:rPr>
              <a:t>Unimodality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F3163A63-1659-4976-9C9B-69B7030F05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TeXGyrePagella-Regular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There exists a unique optimizer </a:t>
            </a:r>
            <a:r>
              <a:rPr lang="en-US" b="1" dirty="0">
                <a:latin typeface="TeXGyrePagella-Regular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x</a:t>
            </a:r>
            <a:r>
              <a:rPr lang="en-US" dirty="0">
                <a:latin typeface="TeXGyrePagella-Regular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*</a:t>
            </a:r>
            <a:r>
              <a:rPr lang="en-US" b="1" dirty="0">
                <a:latin typeface="TeXGyrePagella-Regular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 </a:t>
            </a:r>
            <a:r>
              <a:rPr lang="en-US" dirty="0">
                <a:latin typeface="TeXGyrePagella-Regular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such that </a:t>
            </a:r>
            <a:r>
              <a:rPr lang="en-US" i="1" dirty="0">
                <a:latin typeface="TeX Gyre Pagella"/>
                <a:ea typeface="TeX Gyre Pagella" panose="02000603020200000003" pitchFamily="50" charset="0"/>
                <a:cs typeface="TeX Gyre Pagella" panose="02000603020200000003" pitchFamily="50" charset="0"/>
              </a:rPr>
              <a:t>f</a:t>
            </a:r>
            <a:r>
              <a:rPr lang="en-US" dirty="0">
                <a:latin typeface="TeXGyrePagella-Regular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 is monotonically decreasing for </a:t>
            </a:r>
            <a:r>
              <a:rPr lang="en-US" b="1" dirty="0">
                <a:latin typeface="TeXGyrePagella-Regular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x</a:t>
            </a:r>
            <a:r>
              <a:rPr lang="en-US" dirty="0">
                <a:latin typeface="TeXGyrePagella-Regular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 ≤ </a:t>
            </a:r>
            <a:r>
              <a:rPr lang="en-US" b="1" dirty="0">
                <a:latin typeface="TeXGyrePagella-Regular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x</a:t>
            </a:r>
            <a:r>
              <a:rPr lang="en-US" dirty="0">
                <a:latin typeface="TeXGyrePagella-Regular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* and monotonically increasing for </a:t>
            </a:r>
            <a:r>
              <a:rPr lang="en-US" b="1" dirty="0">
                <a:latin typeface="TeXGyrePagella-Regular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x</a:t>
            </a:r>
            <a:r>
              <a:rPr lang="en-US" dirty="0">
                <a:latin typeface="TeXGyrePagella-Regular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 ≥ </a:t>
            </a:r>
            <a:r>
              <a:rPr lang="en-US" b="1" dirty="0">
                <a:latin typeface="TeXGyrePagella-Regular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x</a:t>
            </a:r>
            <a:r>
              <a:rPr lang="en-US" dirty="0">
                <a:latin typeface="TeXGyrePagella-Regular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*</a:t>
            </a:r>
          </a:p>
          <a:p>
            <a:endParaRPr lang="en-US" b="1" dirty="0">
              <a:latin typeface="TeXGyrePagella-Regular" panose="02000603020200000003" pitchFamily="50" charset="0"/>
              <a:ea typeface="TeXGyrePagella-Regular" panose="02000603020200000003" pitchFamily="50" charset="0"/>
              <a:cs typeface="TeXGyrePagella-Regular" panose="02000603020200000003" pitchFamily="50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74216B-EA10-4CB4-8E36-87FAFAA42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A2B03-C065-430E-988D-44590E20A90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6553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67BC0-135A-4E01-A00B-FA42EEBAD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Finding an Initial Bracket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9DCA56-3545-47F5-AFD4-0E9B3D99B0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Given a unimodal function, the global minimum is guaranteed to be inside the interval [</a:t>
            </a:r>
            <a:r>
              <a:rPr lang="en-US" dirty="0" err="1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a,c</a:t>
            </a:r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] if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2D066B1-15B0-4F5C-B3A6-E46E9223C8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33762" y="2921825"/>
            <a:ext cx="5324476" cy="325513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0999E15A-4296-4B55-AB2C-6BD59D4BB360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6309" t="10837" r="38184" b="80427"/>
          <a:stretch/>
        </p:blipFill>
        <p:spPr>
          <a:xfrm>
            <a:off x="5072935" y="1452314"/>
            <a:ext cx="5055594" cy="224078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D03999-9A16-48D6-ABBC-0B3AA11C7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A2B03-C065-430E-988D-44590E20A90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4454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3DDDFF-E2C0-06D3-D106-149DF63368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368"/>
          <a:stretch>
            <a:fillRect/>
          </a:stretch>
        </p:blipFill>
        <p:spPr>
          <a:xfrm>
            <a:off x="536835" y="643466"/>
            <a:ext cx="10148071" cy="557106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2DCA52-E89D-2C7F-E4A7-B8C34B101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8BA2B03-C065-430E-988D-44590E20A90E}" type="slidenum">
              <a:rPr lang="en-US" smtClean="0"/>
              <a:pPr>
                <a:spcAft>
                  <a:spcPts val="600"/>
                </a:spcAft>
              </a:pPr>
              <a:t>21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516CD53-A64C-4182-CEE5-C8C6F8AE027A}"/>
                  </a:ext>
                </a:extLst>
              </p14:cNvPr>
              <p14:cNvContentPartPr/>
              <p14:nvPr/>
            </p14:nvContentPartPr>
            <p14:xfrm>
              <a:off x="3455615" y="-213138"/>
              <a:ext cx="9720" cy="21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516CD53-A64C-4182-CEE5-C8C6F8AE02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01615" y="-321138"/>
                <a:ext cx="11736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C29CACB9-4B58-F011-C463-F83293A93A14}"/>
                  </a:ext>
                </a:extLst>
              </p14:cNvPr>
              <p14:cNvContentPartPr/>
              <p14:nvPr/>
            </p14:nvContentPartPr>
            <p14:xfrm>
              <a:off x="9216695" y="2825262"/>
              <a:ext cx="21960" cy="648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C29CACB9-4B58-F011-C463-F83293A93A14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9207695" y="2816262"/>
                <a:ext cx="39600" cy="24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998300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67BC0-135A-4E01-A00B-FA42EEBAD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Finding an Initial Bracket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7030D6A-660D-4B08-B343-B326698EEC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200" y="2859294"/>
            <a:ext cx="10515600" cy="26289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A55504-4C74-41CB-BCB9-C942CC619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325563"/>
          </a:xfrm>
        </p:spPr>
        <p:txBody>
          <a:bodyPr/>
          <a:lstStyle/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Example bracketing sequence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84AA0C-6B7B-4611-9E1B-A4BB891E8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A2B03-C065-430E-988D-44590E20A90E}" type="slidenum">
              <a:rPr lang="en-US" smtClean="0"/>
              <a:t>22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FB08034-A983-67E1-5243-E5EFFB25E96E}"/>
                  </a:ext>
                </a:extLst>
              </p14:cNvPr>
              <p14:cNvContentPartPr/>
              <p14:nvPr/>
            </p14:nvContentPartPr>
            <p14:xfrm>
              <a:off x="2653895" y="3132342"/>
              <a:ext cx="36360" cy="234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FB08034-A983-67E1-5243-E5EFFB25E96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45255" y="3123342"/>
                <a:ext cx="5400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8E6BB25-8C1D-3E0D-65CC-C49CEA68FAB0}"/>
                  </a:ext>
                </a:extLst>
              </p14:cNvPr>
              <p14:cNvContentPartPr/>
              <p14:nvPr/>
            </p14:nvContentPartPr>
            <p14:xfrm>
              <a:off x="4938095" y="3721662"/>
              <a:ext cx="1440" cy="64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8E6BB25-8C1D-3E0D-65CC-C49CEA68FAB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929455" y="3713022"/>
                <a:ext cx="1908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92BECC3-1A8B-1FD2-1C85-1D031FD2990A}"/>
                  </a:ext>
                </a:extLst>
              </p14:cNvPr>
              <p14:cNvContentPartPr/>
              <p14:nvPr/>
            </p14:nvContentPartPr>
            <p14:xfrm>
              <a:off x="4937375" y="3706902"/>
              <a:ext cx="5400" cy="144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92BECC3-1A8B-1FD2-1C85-1D031FD2990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928735" y="3698262"/>
                <a:ext cx="2304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5BAA3DB-E2EA-EF95-C951-47D8757AA474}"/>
                  </a:ext>
                </a:extLst>
              </p14:cNvPr>
              <p14:cNvContentPartPr/>
              <p14:nvPr/>
            </p14:nvContentPartPr>
            <p14:xfrm>
              <a:off x="5183255" y="3329622"/>
              <a:ext cx="23760" cy="316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5BAA3DB-E2EA-EF95-C951-47D8757AA47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174255" y="3320982"/>
                <a:ext cx="4140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AB1427C-E78F-A8DE-BC21-DF3E45286196}"/>
                  </a:ext>
                </a:extLst>
              </p14:cNvPr>
              <p14:cNvContentPartPr/>
              <p14:nvPr/>
            </p14:nvContentPartPr>
            <p14:xfrm>
              <a:off x="7230935" y="4413222"/>
              <a:ext cx="16920" cy="136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AB1427C-E78F-A8DE-BC21-DF3E4528619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222295" y="4404222"/>
                <a:ext cx="3456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1D97C137-9360-ADD9-9B61-0C2247C508B4}"/>
                  </a:ext>
                </a:extLst>
              </p14:cNvPr>
              <p14:cNvContentPartPr/>
              <p14:nvPr/>
            </p14:nvContentPartPr>
            <p14:xfrm>
              <a:off x="7230935" y="4418622"/>
              <a:ext cx="6480" cy="108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1D97C137-9360-ADD9-9B61-0C2247C508B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222295" y="4409982"/>
                <a:ext cx="2412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266CCCD6-E9AD-048D-06F3-8227DF15C8E9}"/>
                  </a:ext>
                </a:extLst>
              </p14:cNvPr>
              <p14:cNvContentPartPr/>
              <p14:nvPr/>
            </p14:nvContentPartPr>
            <p14:xfrm>
              <a:off x="9295535" y="4184622"/>
              <a:ext cx="22320" cy="568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266CCCD6-E9AD-048D-06F3-8227DF15C8E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286895" y="4175982"/>
                <a:ext cx="3996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40D3699C-E948-8A47-EF1A-B4AFD7D7F129}"/>
                  </a:ext>
                </a:extLst>
              </p14:cNvPr>
              <p14:cNvContentPartPr/>
              <p14:nvPr/>
            </p14:nvContentPartPr>
            <p14:xfrm>
              <a:off x="9945335" y="4679622"/>
              <a:ext cx="21240" cy="493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40D3699C-E948-8A47-EF1A-B4AFD7D7F129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936335" y="4670622"/>
                <a:ext cx="38880" cy="66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359675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5BEB6-771B-43B0-B1D5-A9E178770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Fibonacci Search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5D439B8-7698-47CC-8B3D-653AE7EEF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27500"/>
          </a:xfrm>
        </p:spPr>
        <p:txBody>
          <a:bodyPr/>
          <a:lstStyle/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When function evaluations are limited, the Fibonacci Search algorithm is guaranteed to maximally shrink the bracketed interval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8900F8-B96D-4126-B866-E70EE0B96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A2B03-C065-430E-988D-44590E20A90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4996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1FB62C72-FD48-4BC6-866B-70DC9F6827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913828" cy="4127500"/>
          </a:xfrm>
        </p:spPr>
        <p:txBody>
          <a:bodyPr/>
          <a:lstStyle/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When restricted to two function evaluations, compare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65BEB6-771B-43B0-B1D5-A9E178770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Fibonacci Search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5EB393F-EAEC-4CC9-9F79-64792FD462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95417" y="2280478"/>
            <a:ext cx="6435588" cy="160889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89A2F660-86BB-49E9-B519-16FF90B59A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05081" y="4693043"/>
            <a:ext cx="5216260" cy="171493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7FC1AC-CCBA-44EB-861A-CC2836D66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A2B03-C065-430E-988D-44590E20A90E}" type="slidenum">
              <a:rPr lang="en-US" smtClean="0"/>
              <a:t>24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8F7463A7-358E-AD13-33A3-C9E0A37E5571}"/>
                  </a:ext>
                </a:extLst>
              </p14:cNvPr>
              <p14:cNvContentPartPr/>
              <p14:nvPr/>
            </p14:nvContentPartPr>
            <p14:xfrm>
              <a:off x="5731175" y="5149422"/>
              <a:ext cx="11880" cy="2916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8F7463A7-358E-AD13-33A3-C9E0A37E5571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5722535" y="5140422"/>
                <a:ext cx="2952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8CBF5EFF-C742-9426-7A90-9BAAFF94C0C8}"/>
                  </a:ext>
                </a:extLst>
              </p14:cNvPr>
              <p14:cNvContentPartPr/>
              <p14:nvPr/>
            </p14:nvContentPartPr>
            <p14:xfrm>
              <a:off x="5900375" y="5776902"/>
              <a:ext cx="2160" cy="576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8CBF5EFF-C742-9426-7A90-9BAAFF94C0C8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5891375" y="5768262"/>
                <a:ext cx="19800" cy="23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222344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1FB62C72-FD48-4BC6-866B-70DC9F6827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913828" cy="4127500"/>
          </a:xfrm>
        </p:spPr>
        <p:txBody>
          <a:bodyPr/>
          <a:lstStyle/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When restricted to three function evaluations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65BEB6-771B-43B0-B1D5-A9E178770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Fibonacci Search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7A6604C-76C9-41B7-B7F3-F55D9A453E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90584" y="2804987"/>
            <a:ext cx="5969319" cy="185075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251F4A-C62B-472E-8D24-E209E67F7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A2B03-C065-430E-988D-44590E20A90E}" type="slidenum">
              <a:rPr lang="en-US" smtClean="0"/>
              <a:t>25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EB144E98-C631-0367-8116-A1A83C3B6839}"/>
                  </a:ext>
                </a:extLst>
              </p14:cNvPr>
              <p14:cNvContentPartPr/>
              <p14:nvPr/>
            </p14:nvContentPartPr>
            <p14:xfrm>
              <a:off x="5196575" y="3664782"/>
              <a:ext cx="360" cy="14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EB144E98-C631-0367-8116-A1A83C3B683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87935" y="3655782"/>
                <a:ext cx="1800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1D5A4025-D051-CCB9-3CF8-889F1DA7B5B2}"/>
                  </a:ext>
                </a:extLst>
              </p14:cNvPr>
              <p14:cNvContentPartPr/>
              <p14:nvPr/>
            </p14:nvContentPartPr>
            <p14:xfrm>
              <a:off x="5181455" y="4286862"/>
              <a:ext cx="6840" cy="561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1D5A4025-D051-CCB9-3CF8-889F1DA7B5B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172815" y="4278222"/>
                <a:ext cx="24480" cy="73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086072EA-E284-3687-7D63-9D4EFE954EC6}"/>
              </a:ext>
            </a:extLst>
          </p:cNvPr>
          <p:cNvGrpSpPr/>
          <p:nvPr/>
        </p:nvGrpSpPr>
        <p:grpSpPr>
          <a:xfrm>
            <a:off x="5208815" y="3107142"/>
            <a:ext cx="22680" cy="106200"/>
            <a:chOff x="5208815" y="3107142"/>
            <a:chExt cx="22680" cy="10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1D4BC14-C4FB-B61F-DCF4-4B6DC2F28A97}"/>
                    </a:ext>
                  </a:extLst>
                </p14:cNvPr>
                <p14:cNvContentPartPr/>
                <p14:nvPr/>
              </p14:nvContentPartPr>
              <p14:xfrm>
                <a:off x="5228255" y="3197502"/>
                <a:ext cx="1080" cy="158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1D4BC14-C4FB-B61F-DCF4-4B6DC2F28A9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219615" y="3188502"/>
                  <a:ext cx="187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9DBA110-8DFB-0404-F26E-CC5D1F4FEAA8}"/>
                    </a:ext>
                  </a:extLst>
                </p14:cNvPr>
                <p14:cNvContentPartPr/>
                <p14:nvPr/>
              </p14:nvContentPartPr>
              <p14:xfrm>
                <a:off x="5225375" y="3107142"/>
                <a:ext cx="6120" cy="20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9DBA110-8DFB-0404-F26E-CC5D1F4FEAA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216375" y="3098502"/>
                  <a:ext cx="237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61F1255-5705-F803-12A3-8E389EFD7281}"/>
                    </a:ext>
                  </a:extLst>
                </p14:cNvPr>
                <p14:cNvContentPartPr/>
                <p14:nvPr/>
              </p14:nvContentPartPr>
              <p14:xfrm>
                <a:off x="5208815" y="3152502"/>
                <a:ext cx="5040" cy="320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61F1255-5705-F803-12A3-8E389EFD728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200175" y="3143502"/>
                  <a:ext cx="2268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EBF59DF-057A-E3FA-52BE-0DF07BCB9078}"/>
                    </a:ext>
                  </a:extLst>
                </p14:cNvPr>
                <p14:cNvContentPartPr/>
                <p14:nvPr/>
              </p14:nvContentPartPr>
              <p14:xfrm>
                <a:off x="5216015" y="3160782"/>
                <a:ext cx="3600" cy="118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EBF59DF-057A-E3FA-52BE-0DF07BCB907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207375" y="3151782"/>
                  <a:ext cx="21240" cy="29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19770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1FB62C72-FD48-4BC6-866B-70DC9F6827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913828" cy="4127500"/>
          </a:xfrm>
        </p:spPr>
        <p:txBody>
          <a:bodyPr/>
          <a:lstStyle/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When restricted to </a:t>
            </a:r>
            <a:r>
              <a:rPr lang="en-US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n</a:t>
            </a:r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 function evaluations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65BEB6-771B-43B0-B1D5-A9E178770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Fibonacci Search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AFAEAF62-CA7D-43B5-B567-D61C2FF0C5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01399" y="2756037"/>
            <a:ext cx="6596332" cy="3056365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BF555D4-AE39-4B49-B417-FA4A4926E498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3435" r="37304" b="84754"/>
          <a:stretch/>
        </p:blipFill>
        <p:spPr>
          <a:xfrm>
            <a:off x="0" y="2639685"/>
            <a:ext cx="5450096" cy="238102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181D74-46CD-438E-BC97-F17312756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A2B03-C065-430E-988D-44590E20A90E}" type="slidenum">
              <a:rPr lang="en-US" smtClean="0"/>
              <a:t>26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AD96D28A-E867-CD48-41AE-797FAF46B4AB}"/>
                  </a:ext>
                </a:extLst>
              </p14:cNvPr>
              <p14:cNvContentPartPr/>
              <p14:nvPr/>
            </p14:nvContentPartPr>
            <p14:xfrm>
              <a:off x="5345975" y="2288502"/>
              <a:ext cx="12240" cy="2196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AD96D28A-E867-CD48-41AE-797FAF46B4AB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5336975" y="2279502"/>
                <a:ext cx="29880" cy="3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451432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5BEB6-771B-43B0-B1D5-A9E178770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Fibonacci Search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F46C1E2-ED35-4CC1-9C63-131ECA66ED1C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5391" r="34957" b="82029"/>
          <a:stretch/>
        </p:blipFill>
        <p:spPr>
          <a:xfrm>
            <a:off x="2530196" y="1509387"/>
            <a:ext cx="7529836" cy="383922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D4B2082-95ED-41B9-8CCD-178343CB1740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6435" t="3357" r="38870" b="84232"/>
          <a:stretch/>
        </p:blipFill>
        <p:spPr>
          <a:xfrm>
            <a:off x="2730997" y="3994386"/>
            <a:ext cx="6730006" cy="270845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49FF76-628B-4D34-B977-12010DC37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A2B03-C065-430E-988D-44590E20A90E}" type="slidenum">
              <a:rPr lang="en-US" smtClean="0"/>
              <a:t>27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Placeholder 4">
                <a:extLst>
                  <a:ext uri="{FF2B5EF4-FFF2-40B4-BE49-F238E27FC236}">
                    <a16:creationId xmlns:a16="http://schemas.microsoft.com/office/drawing/2014/main" id="{1FB62C72-FD48-4BC6-866B-70DC9F68273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38200" y="1825624"/>
                <a:ext cx="10913828" cy="5187425"/>
              </a:xfrm>
            </p:spPr>
            <p:txBody>
              <a:bodyPr/>
              <a:lstStyle/>
              <a:p>
                <a:r>
                  <a:rPr lang="en-US" dirty="0">
                    <a:latin typeface="TeXGyrePagella-Regular" panose="02000603020200000003" pitchFamily="50" charset="0"/>
                    <a:ea typeface="TeXGyrePagella-Regular" panose="02000603020200000003" pitchFamily="50" charset="0"/>
                    <a:cs typeface="TeXGyrePagella-Regular" panose="02000603020200000003" pitchFamily="50" charset="0"/>
                  </a:rPr>
                  <a:t>Binet’s formula defines a Fibonacci number analytically where </a:t>
                </a:r>
                <a:r>
                  <a:rPr lang="el-GR" dirty="0">
                    <a:latin typeface="TeXGyrePagella-Regular" panose="02000603020200000003" pitchFamily="50" charset="0"/>
                    <a:ea typeface="TeXGyrePagella-Regular" panose="02000603020200000003" pitchFamily="50" charset="0"/>
                    <a:cs typeface="TeXGyrePagella-Regular" panose="02000603020200000003" pitchFamily="50" charset="0"/>
                  </a:rPr>
                  <a:t>φ</a:t>
                </a:r>
                <a:r>
                  <a:rPr lang="en-US" dirty="0">
                    <a:latin typeface="TeXGyrePagella-Regular" panose="02000603020200000003" pitchFamily="50" charset="0"/>
                    <a:ea typeface="TeXGyrePagella-Regular" panose="02000603020200000003" pitchFamily="50" charset="0"/>
                    <a:cs typeface="TeXGyrePagella-Regular" panose="02000603020200000003" pitchFamily="50" charset="0"/>
                  </a:rPr>
                  <a:t> is the </a:t>
                </a:r>
                <a:r>
                  <a:rPr lang="en-US" dirty="0">
                    <a:latin typeface="TeXGyrePagella-Italic" panose="02000603020200000004" pitchFamily="50" charset="0"/>
                    <a:ea typeface="TeXGyrePagella-Italic" panose="02000603020200000004" pitchFamily="50" charset="0"/>
                    <a:cs typeface="TeXGyrePagella-Italic" panose="02000603020200000004" pitchFamily="50" charset="0"/>
                  </a:rPr>
                  <a:t>Golden Ratio</a:t>
                </a:r>
                <a:r>
                  <a:rPr lang="en-US" dirty="0">
                    <a:latin typeface="TeXGyrePagella-Regular" panose="02000603020200000003" pitchFamily="50" charset="0"/>
                    <a:ea typeface="TeXGyrePagella-Regular" panose="02000603020200000003" pitchFamily="50" charset="0"/>
                    <a:cs typeface="TeXGyrePagella-Regular" panose="02000603020200000003" pitchFamily="50" charset="0"/>
                  </a:rPr>
                  <a:t>, </a:t>
                </a:r>
                <a:r>
                  <a:rPr lang="el-GR" dirty="0">
                    <a:latin typeface="TeXGyrePagella-Regular" panose="02000603020200000003" pitchFamily="50" charset="0"/>
                    <a:ea typeface="TeXGyrePagella-Regular" panose="02000603020200000003" pitchFamily="50" charset="0"/>
                    <a:cs typeface="TeXGyrePagella-Regular" panose="02000603020200000003" pitchFamily="50" charset="0"/>
                  </a:rPr>
                  <a:t>φ</a:t>
                </a:r>
                <a:r>
                  <a:rPr lang="en-US" dirty="0">
                    <a:latin typeface="TeXGyrePagella-Regular" panose="02000603020200000003" pitchFamily="50" charset="0"/>
                    <a:ea typeface="TeXGyrePagella-Regular" panose="02000603020200000003" pitchFamily="50" charset="0"/>
                    <a:cs typeface="TeXGyrePagella-Regular" panose="02000603020200000003" pitchFamily="50" charset="0"/>
                  </a:rPr>
                  <a:t>=(1+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eXGyrePagella-Regular" panose="02000603020200000003" pitchFamily="50" charset="0"/>
                      </a:rPr>
                      <m:t>√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eXGyrePagella-Regular" panose="02000603020200000003" pitchFamily="50" charset="0"/>
                      </a:rPr>
                      <m:t>5)/2≈1.61803</m:t>
                    </m:r>
                  </m:oMath>
                </a14:m>
                <a:endParaRPr lang="en-US" b="0" dirty="0">
                  <a:latin typeface="TeXGyrePagella-Regular" panose="02000603020200000003" pitchFamily="50" charset="0"/>
                  <a:ea typeface="Cambria Math" panose="02040503050406030204" pitchFamily="18" charset="0"/>
                  <a:cs typeface="TeXGyrePagella-Regular" panose="02000603020200000003" pitchFamily="50" charset="0"/>
                </a:endParaRPr>
              </a:p>
              <a:p>
                <a:endParaRPr lang="en-US" dirty="0">
                  <a:latin typeface="TeXGyrePagella-Regular" panose="02000603020200000003" pitchFamily="50" charset="0"/>
                  <a:ea typeface="TeXGyrePagella-Regular" panose="02000603020200000003" pitchFamily="50" charset="0"/>
                  <a:cs typeface="TeXGyrePagella-Regular" panose="02000603020200000003" pitchFamily="50" charset="0"/>
                </a:endParaRPr>
              </a:p>
              <a:p>
                <a:endParaRPr lang="en-US" dirty="0">
                  <a:latin typeface="TeXGyrePagella-Regular" panose="02000603020200000003" pitchFamily="50" charset="0"/>
                  <a:ea typeface="TeXGyrePagella-Regular" panose="02000603020200000003" pitchFamily="50" charset="0"/>
                  <a:cs typeface="TeXGyrePagella-Regular" panose="02000603020200000003" pitchFamily="50" charset="0"/>
                </a:endParaRPr>
              </a:p>
              <a:p>
                <a:endParaRPr lang="en-US" dirty="0">
                  <a:latin typeface="TeXGyrePagella-Regular" panose="02000603020200000003" pitchFamily="50" charset="0"/>
                  <a:ea typeface="TeXGyrePagella-Regular" panose="02000603020200000003" pitchFamily="50" charset="0"/>
                  <a:cs typeface="TeXGyrePagella-Regular" panose="02000603020200000003" pitchFamily="50" charset="0"/>
                </a:endParaRPr>
              </a:p>
              <a:p>
                <a:r>
                  <a:rPr lang="en-US" dirty="0">
                    <a:latin typeface="TeXGyrePagella-Regular" panose="02000603020200000003" pitchFamily="50" charset="0"/>
                    <a:ea typeface="TeXGyrePagella-Regular" panose="02000603020200000003" pitchFamily="50" charset="0"/>
                    <a:cs typeface="TeXGyrePagella-Regular" panose="02000603020200000003" pitchFamily="50" charset="0"/>
                  </a:rPr>
                  <a:t>The ratio between successive Fibonacci numbers is</a:t>
                </a:r>
              </a:p>
              <a:p>
                <a:endParaRPr lang="en-US" dirty="0">
                  <a:latin typeface="TeXGyrePagella-Regular" panose="02000603020200000003" pitchFamily="50" charset="0"/>
                  <a:ea typeface="TeXGyrePagella-Regular" panose="02000603020200000003" pitchFamily="50" charset="0"/>
                  <a:cs typeface="TeXGyrePagella-Regular" panose="02000603020200000003" pitchFamily="50" charset="0"/>
                </a:endParaRPr>
              </a:p>
              <a:p>
                <a:endParaRPr lang="en-US" dirty="0">
                  <a:latin typeface="TeXGyrePagella-Regular" panose="02000603020200000003" pitchFamily="50" charset="0"/>
                  <a:ea typeface="TeXGyrePagella-Regular" panose="02000603020200000003" pitchFamily="50" charset="0"/>
                  <a:cs typeface="TeXGyrePagella-Regular" panose="02000603020200000003" pitchFamily="50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eXGyrePagella-Regular" panose="02000603020200000003" pitchFamily="50" charset="0"/>
                    <a:ea typeface="TeXGyrePagella-Regular" panose="02000603020200000003" pitchFamily="50" charset="0"/>
                    <a:cs typeface="TeXGyrePagella-Regular" panose="02000603020200000003" pitchFamily="50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TeXGyrePagella-Regular" panose="02000603020200000003" pitchFamily="50" charset="0"/>
                        <a:cs typeface="TeXGyrePagella-Regular" panose="02000603020200000003" pitchFamily="50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TeXGyrePagella-Regular" panose="02000603020200000003" pitchFamily="50" charset="0"/>
                        <a:cs typeface="TeXGyrePagella-Regular" panose="02000603020200000003" pitchFamily="50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TeXGyrePagella-Regular" panose="02000603020200000003" pitchFamily="50" charset="0"/>
                            <a:cs typeface="TeXGyrePagella-Regular" panose="02000603020200000003" pitchFamily="50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TeXGyrePagella-Regular" panose="02000603020200000003" pitchFamily="50" charset="0"/>
                            <a:cs typeface="TeXGyrePagella-Regular" panose="02000603020200000003" pitchFamily="50" charset="0"/>
                          </a:rPr>
                          <m:t>1−</m:t>
                        </m:r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eXGyrePagella-Regular" panose="02000603020200000003" pitchFamily="50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eXGyrePagella-Regular" panose="02000603020200000003" pitchFamily="50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eXGyrePagella-Regular" panose="02000603020200000003" pitchFamily="50" charset="0"/>
                          </a:rPr>
                          <m:t>1+</m:t>
                        </m:r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eXGyrePagella-Regular" panose="02000603020200000003" pitchFamily="50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eXGyrePagella-Regular" panose="02000603020200000003" pitchFamily="50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eXGyrePagella-Regular" panose="02000603020200000003" pitchFamily="50" charset="0"/>
                      </a:rPr>
                      <m:t>≈−0.382</m:t>
                    </m:r>
                  </m:oMath>
                </a14:m>
                <a:endParaRPr lang="en-US" dirty="0">
                  <a:latin typeface="TeXGyrePagella-Regular" panose="02000603020200000003" pitchFamily="50" charset="0"/>
                  <a:ea typeface="TeXGyrePagella-Regular" panose="02000603020200000003" pitchFamily="50" charset="0"/>
                  <a:cs typeface="TeXGyrePagella-Regular" panose="02000603020200000003" pitchFamily="50" charset="0"/>
                </a:endParaRPr>
              </a:p>
            </p:txBody>
          </p:sp>
        </mc:Choice>
        <mc:Fallback xmlns="">
          <p:sp>
            <p:nvSpPr>
              <p:cNvPr id="12" name="Text Placeholder 4">
                <a:extLst>
                  <a:ext uri="{FF2B5EF4-FFF2-40B4-BE49-F238E27FC236}">
                    <a16:creationId xmlns:a16="http://schemas.microsoft.com/office/drawing/2014/main" id="{1FB62C72-FD48-4BC6-866B-70DC9F6827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0" y="1825624"/>
                <a:ext cx="10913828" cy="5187425"/>
              </a:xfrm>
              <a:blipFill>
                <a:blip r:embed="rId6"/>
                <a:stretch>
                  <a:fillRect l="-1173" t="-1763" r="-13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01806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7D28D00-5791-EC5D-21FD-5671981C4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997" y="643466"/>
            <a:ext cx="8878195" cy="557106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69CE4D-80BD-23E5-E64F-AFAE8FB82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8BA2B03-C065-430E-988D-44590E20A90E}" type="slidenum">
              <a:rPr lang="en-US" smtClean="0"/>
              <a:pPr>
                <a:spcAft>
                  <a:spcPts val="600"/>
                </a:spcAft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8889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872FA49-6978-40F4-B594-C9761E37C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913828" cy="4447955"/>
          </a:xfrm>
        </p:spPr>
        <p:txBody>
          <a:bodyPr/>
          <a:lstStyle/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Leverages ability to analytically minimize quadratic functions</a:t>
            </a:r>
          </a:p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Iteratively fits quadratic function to three bracketing points</a:t>
            </a:r>
            <a:endParaRPr lang="el-GR" dirty="0">
              <a:latin typeface="TeXGyrePagella-Regular" panose="02000603020200000003" pitchFamily="50" charset="0"/>
              <a:ea typeface="TeXGyrePagella-Regular" panose="02000603020200000003" pitchFamily="50" charset="0"/>
              <a:cs typeface="TeXGyrePagella-Regular" panose="02000603020200000003" pitchFamily="50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409A1F-DE7A-40F4-A530-D53728487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Quadratic Fit Search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87FC79F-BD25-48A8-AC94-9925195496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61069" y="3110240"/>
            <a:ext cx="3634871" cy="290247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194007-D708-4AD9-8AE1-10AB4E620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A2B03-C065-430E-988D-44590E20A90E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0808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872FA49-6978-40F4-B594-C9761E37C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913828" cy="4447955"/>
          </a:xfrm>
        </p:spPr>
        <p:txBody>
          <a:bodyPr/>
          <a:lstStyle/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If a function is locally nearly quadratic, the minimum can be found after several steps</a:t>
            </a:r>
            <a:endParaRPr lang="el-GR" dirty="0">
              <a:latin typeface="TeXGyrePagella-Regular" panose="02000603020200000003" pitchFamily="50" charset="0"/>
              <a:ea typeface="TeXGyrePagella-Regular" panose="02000603020200000003" pitchFamily="50" charset="0"/>
              <a:cs typeface="TeXGyrePagella-Regular" panose="02000603020200000003" pitchFamily="50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409A1F-DE7A-40F4-A530-D53728487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Quadratic Fit Search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0BD986E-AE22-4137-9622-2DD284FEC9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3780" y="3238307"/>
            <a:ext cx="11104440" cy="277611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1B0182-D40C-4245-ACD5-72B72C510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A2B03-C065-430E-988D-44590E20A90E}" type="slidenum">
              <a:rPr lang="en-US" smtClean="0"/>
              <a:t>30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5C27ADD-DA37-B32D-E701-0458B825E4D9}"/>
                  </a:ext>
                </a:extLst>
              </p14:cNvPr>
              <p14:cNvContentPartPr/>
              <p14:nvPr/>
            </p14:nvContentPartPr>
            <p14:xfrm>
              <a:off x="1185047" y="4603142"/>
              <a:ext cx="35640" cy="464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5C27ADD-DA37-B32D-E701-0458B825E4D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76047" y="4594142"/>
                <a:ext cx="5328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1BAE45D8-D105-ECC9-680F-A92D0B01F932}"/>
                  </a:ext>
                </a:extLst>
              </p14:cNvPr>
              <p14:cNvContentPartPr/>
              <p14:nvPr/>
            </p14:nvContentPartPr>
            <p14:xfrm>
              <a:off x="1931327" y="5181662"/>
              <a:ext cx="12240" cy="43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1BAE45D8-D105-ECC9-680F-A92D0B01F93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922687" y="5172662"/>
                <a:ext cx="2988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F6370E9-8D33-FE93-8FA0-74BC79203187}"/>
                  </a:ext>
                </a:extLst>
              </p14:cNvPr>
              <p14:cNvContentPartPr/>
              <p14:nvPr/>
            </p14:nvContentPartPr>
            <p14:xfrm>
              <a:off x="3200327" y="4456262"/>
              <a:ext cx="3600" cy="122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F6370E9-8D33-FE93-8FA0-74BC7920318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191327" y="4447262"/>
                <a:ext cx="2124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7243C0B0-F76D-7AE7-169D-06CCB6AE7F77}"/>
                  </a:ext>
                </a:extLst>
              </p14:cNvPr>
              <p14:cNvContentPartPr/>
              <p14:nvPr/>
            </p14:nvContentPartPr>
            <p14:xfrm>
              <a:off x="5929847" y="4415222"/>
              <a:ext cx="360" cy="36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7243C0B0-F76D-7AE7-169D-06CCB6AE7F77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5911847" y="4397222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63853AD8-348A-D89C-4D64-B6146654E2A7}"/>
              </a:ext>
            </a:extLst>
          </p:cNvPr>
          <p:cNvGrpSpPr/>
          <p:nvPr/>
        </p:nvGrpSpPr>
        <p:grpSpPr>
          <a:xfrm>
            <a:off x="7764407" y="5466782"/>
            <a:ext cx="96840" cy="18720"/>
            <a:chOff x="7764407" y="5466782"/>
            <a:chExt cx="96840" cy="1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2B3E99B-D0D7-2506-9573-7BA34612E81C}"/>
                    </a:ext>
                  </a:extLst>
                </p14:cNvPr>
                <p14:cNvContentPartPr/>
                <p14:nvPr/>
              </p14:nvContentPartPr>
              <p14:xfrm>
                <a:off x="7856567" y="5481902"/>
                <a:ext cx="4680" cy="36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2B3E99B-D0D7-2506-9573-7BA34612E81C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838927" y="5464262"/>
                  <a:ext cx="403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2F0AB1A-8810-6790-01B7-9F0E50067409}"/>
                    </a:ext>
                  </a:extLst>
                </p14:cNvPr>
                <p14:cNvContentPartPr/>
                <p14:nvPr/>
              </p14:nvContentPartPr>
              <p14:xfrm>
                <a:off x="7764407" y="5466782"/>
                <a:ext cx="3600" cy="118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2F0AB1A-8810-6790-01B7-9F0E50067409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746407" y="5449142"/>
                  <a:ext cx="39240" cy="47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262608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46FFE2-7E2F-A03A-7F11-02C9A5A86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904" y="475216"/>
            <a:ext cx="8603963" cy="557106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D90CAE-DDAB-C865-E2A2-C88C668B7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17B94AB-8D80-4C43-803C-5BFB4A6765FB}" type="slidenum">
              <a:rPr lang="en-US" smtClean="0"/>
              <a:pPr>
                <a:spcAft>
                  <a:spcPts val="600"/>
                </a:spcAft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6445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C7A30584-561E-421E-9A68-38E2760E7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913828" cy="4447955"/>
          </a:xfrm>
        </p:spPr>
        <p:txBody>
          <a:bodyPr/>
          <a:lstStyle/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Many optimization methods shrink a bracketing interval, including Fibonacci search, golden section search, and quadratic fit search</a:t>
            </a:r>
          </a:p>
          <a:p>
            <a:endParaRPr lang="en-US" dirty="0">
              <a:latin typeface="TeXGyrePagella-Regular" panose="02000603020200000003" pitchFamily="50" charset="0"/>
              <a:ea typeface="TeXGyrePagella-Regular" panose="02000603020200000003" pitchFamily="50" charset="0"/>
              <a:cs typeface="TeXGyrePagella-Regular" panose="02000603020200000003" pitchFamily="50" charset="0"/>
            </a:endParaRPr>
          </a:p>
          <a:p>
            <a:endParaRPr lang="en-US" dirty="0">
              <a:latin typeface="TeXGyrePagella-Regular" panose="02000603020200000003" pitchFamily="50" charset="0"/>
              <a:ea typeface="TeXGyrePagella-Regular" panose="02000603020200000003" pitchFamily="50" charset="0"/>
              <a:cs typeface="TeXGyrePagella-Regular" panose="02000603020200000003" pitchFamily="50" charset="0"/>
            </a:endParaRPr>
          </a:p>
          <a:p>
            <a:endParaRPr lang="en-US" dirty="0">
              <a:latin typeface="TeXGyrePagella-Regular" panose="02000603020200000003" pitchFamily="50" charset="0"/>
              <a:ea typeface="TeXGyrePagella-Regular" panose="02000603020200000003" pitchFamily="50" charset="0"/>
              <a:cs typeface="TeXGyrePagella-Regular" panose="02000603020200000003" pitchFamily="50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002ADA-C6E9-484A-A572-1DA57FABF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Summary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ADE8A5-833D-4A28-8FC9-AA7BF46B1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A2B03-C065-430E-988D-44590E20A90E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4763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CE731-E039-41BE-B934-8BF35866DA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>
                <a:latin typeface="TeXGyrePagella-Italic" panose="02000603020200000004" pitchFamily="50" charset="0"/>
              </a:rPr>
              <a:t>Local Descent</a:t>
            </a:r>
            <a:endParaRPr lang="en-US" b="0" i="0" u="none" strike="noStrike" baseline="0">
              <a:latin typeface="TeXGyrePagella-Regular" panose="02000603020200000003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09646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428D4103-26A0-4B52-A669-4E8E8177D2BD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5391" r="33391" b="81565"/>
          <a:stretch/>
        </p:blipFill>
        <p:spPr>
          <a:xfrm>
            <a:off x="2894274" y="3335572"/>
            <a:ext cx="7959256" cy="40048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C3AB929-5BED-4D07-93C8-8C202CE55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Descent Direction Iteration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FDAB15-429E-4FB9-BD9E-D5337899D9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Descent Direction Methods</a:t>
            </a:r>
            <a:r>
              <a:rPr lang="en-US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 use a local model to incrementally improve design point until some convergence criteria is met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Check termination conditions at </a:t>
            </a:r>
            <a:r>
              <a:rPr lang="en-US" b="1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x</a:t>
            </a:r>
            <a:r>
              <a:rPr lang="en-US" baseline="30000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(</a:t>
            </a:r>
            <a:r>
              <a:rPr lang="en-US" i="1" baseline="30000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k</a:t>
            </a:r>
            <a:r>
              <a:rPr lang="en-US" baseline="30000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)</a:t>
            </a:r>
            <a:r>
              <a:rPr lang="en-US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; if not met, continue.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Decide descent direction </a:t>
            </a:r>
            <a:r>
              <a:rPr lang="en-US" b="1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d</a:t>
            </a:r>
            <a:r>
              <a:rPr lang="en-US" baseline="30000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(</a:t>
            </a:r>
            <a:r>
              <a:rPr lang="en-US" i="1" baseline="30000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k</a:t>
            </a:r>
            <a:r>
              <a:rPr lang="en-US" baseline="30000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) </a:t>
            </a:r>
            <a:r>
              <a:rPr lang="en-US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using local information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Decide step size </a:t>
            </a:r>
            <a:r>
              <a:rPr lang="el-GR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α</a:t>
            </a:r>
            <a:r>
              <a:rPr lang="en-US" baseline="30000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(</a:t>
            </a:r>
            <a:r>
              <a:rPr lang="en-US" i="1" baseline="30000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k</a:t>
            </a:r>
            <a:r>
              <a:rPr lang="en-US" baseline="30000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)</a:t>
            </a:r>
            <a:endParaRPr lang="en-US" dirty="0">
              <a:latin typeface="TeX Gyre Pagella" panose="02000603020200000003" pitchFamily="50" charset="0"/>
              <a:ea typeface="TeX Gyre Pagella" panose="02000603020200000003" pitchFamily="50" charset="0"/>
              <a:cs typeface="TeX Gyre Pagella" panose="02000603020200000003" pitchFamily="50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Compute next design point </a:t>
            </a:r>
            <a:r>
              <a:rPr lang="en-US" b="1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x</a:t>
            </a:r>
            <a:r>
              <a:rPr lang="en-US" baseline="30000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(</a:t>
            </a:r>
            <a:r>
              <a:rPr lang="en-US" i="1" baseline="30000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k</a:t>
            </a:r>
            <a:r>
              <a:rPr lang="en-US" baseline="30000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+1)</a:t>
            </a:r>
            <a:endParaRPr lang="en-US" dirty="0">
              <a:latin typeface="TeX Gyre Pagella" panose="02000603020200000003" pitchFamily="50" charset="0"/>
              <a:ea typeface="TeX Gyre Pagella" panose="02000603020200000003" pitchFamily="50" charset="0"/>
              <a:cs typeface="TeX Gyre Pagella" panose="02000603020200000003" pitchFamily="50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FB1AF5-6169-4054-80FB-0B945CDA4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D2323-DF44-415E-B248-18FC8E9C0B28}" type="slidenum">
              <a:rPr lang="en-US" smtClean="0"/>
              <a:t>34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7254F0D6-76D7-0D5A-ABCE-C12393F99AD7}"/>
                  </a:ext>
                </a:extLst>
              </p14:cNvPr>
              <p14:cNvContentPartPr/>
              <p14:nvPr/>
            </p14:nvContentPartPr>
            <p14:xfrm>
              <a:off x="7203034" y="3144992"/>
              <a:ext cx="3600" cy="108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7254F0D6-76D7-0D5A-ABCE-C12393F99AD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196914" y="3138872"/>
                <a:ext cx="15840" cy="1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5422A9AB-EF1D-5B35-031D-CE517B145554}"/>
                  </a:ext>
                </a:extLst>
              </p14:cNvPr>
              <p14:cNvContentPartPr/>
              <p14:nvPr/>
            </p14:nvContentPartPr>
            <p14:xfrm>
              <a:off x="8426674" y="1255352"/>
              <a:ext cx="2880" cy="3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5422A9AB-EF1D-5B35-031D-CE517B14555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420554" y="1249232"/>
                <a:ext cx="1512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99B99157-95B8-8096-F188-6A6C9C5E3390}"/>
                  </a:ext>
                </a:extLst>
              </p14:cNvPr>
              <p14:cNvContentPartPr/>
              <p14:nvPr/>
            </p14:nvContentPartPr>
            <p14:xfrm>
              <a:off x="8073514" y="5777672"/>
              <a:ext cx="16560" cy="864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99B99157-95B8-8096-F188-6A6C9C5E3390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8067394" y="5771552"/>
                <a:ext cx="28800" cy="20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383994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47D9C14-CA02-0812-2FE7-8019A87EBE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15"/>
          <a:stretch>
            <a:fillRect/>
          </a:stretch>
        </p:blipFill>
        <p:spPr>
          <a:xfrm>
            <a:off x="463483" y="649054"/>
            <a:ext cx="10797416" cy="607242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E57A9D-EB17-C7B7-0E71-B0CE26E18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73A85BE-9DD1-40FA-B588-5DB3D2EB661C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35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37340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ACF146-3901-A0EE-DC9B-B474443A2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36</a:t>
            </a:fld>
            <a:endParaRPr lang="en-US"/>
          </a:p>
        </p:txBody>
      </p:sp>
      <p:pic>
        <p:nvPicPr>
          <p:cNvPr id="4" name="Picture 3" descr="A white screen with blue text&#10;&#10;AI-generated content may be incorrect.">
            <a:extLst>
              <a:ext uri="{FF2B5EF4-FFF2-40B4-BE49-F238E27FC236}">
                <a16:creationId xmlns:a16="http://schemas.microsoft.com/office/drawing/2014/main" id="{4850466E-BF92-0639-0058-6FA104C7A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98" y="1348956"/>
            <a:ext cx="11666253" cy="333541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0C8C089-DBFF-57CF-228A-B16D5F3A6FD2}"/>
                  </a:ext>
                </a:extLst>
              </p14:cNvPr>
              <p14:cNvContentPartPr/>
              <p14:nvPr/>
            </p14:nvContentPartPr>
            <p14:xfrm>
              <a:off x="9148834" y="2746062"/>
              <a:ext cx="1440" cy="136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0C8C089-DBFF-57CF-228A-B16D5F3A6FD2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9094834" y="2638422"/>
                <a:ext cx="109080" cy="229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237936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F60D878-7EF5-498B-BE58-3345C0AB19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Used to compute α</a:t>
            </a:r>
          </a:p>
          <a:p>
            <a:r>
              <a:rPr lang="en-US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Using the techniques discussed in Chapter 3,</a:t>
            </a:r>
          </a:p>
          <a:p>
            <a:endParaRPr lang="en-US" dirty="0">
              <a:latin typeface="TeX Gyre Pagella" panose="02000603020200000003" pitchFamily="50" charset="0"/>
              <a:ea typeface="TeX Gyre Pagella" panose="02000603020200000003" pitchFamily="50" charset="0"/>
              <a:cs typeface="TeX Gyre Pagella" panose="02000603020200000003" pitchFamily="50" charset="0"/>
            </a:endParaRPr>
          </a:p>
          <a:p>
            <a:endParaRPr lang="en-US" dirty="0">
              <a:latin typeface="TeX Gyre Pagella" panose="02000603020200000003" pitchFamily="50" charset="0"/>
              <a:ea typeface="TeX Gyre Pagella" panose="02000603020200000003" pitchFamily="50" charset="0"/>
              <a:cs typeface="TeX Gyre Pagella" panose="02000603020200000003" pitchFamily="50" charset="0"/>
            </a:endParaRPr>
          </a:p>
          <a:p>
            <a:endParaRPr lang="en-US" dirty="0">
              <a:latin typeface="TeX Gyre Pagella" panose="02000603020200000003" pitchFamily="50" charset="0"/>
              <a:ea typeface="TeX Gyre Pagella" panose="02000603020200000003" pitchFamily="50" charset="0"/>
              <a:cs typeface="TeX Gyre Pagella" panose="02000603020200000003" pitchFamily="50" charset="0"/>
            </a:endParaRPr>
          </a:p>
          <a:p>
            <a:r>
              <a:rPr lang="en-US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Often this is computed approximately to reduce cost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02FE67-A483-4AC2-AC90-804856FA5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Line Search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2E3C79D-B425-4918-88F0-3608D635DF8C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870" r="39261" b="84232"/>
          <a:stretch/>
        </p:blipFill>
        <p:spPr>
          <a:xfrm>
            <a:off x="2409245" y="1087353"/>
            <a:ext cx="7578799" cy="409014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D2DD93-2BD2-4CF2-B43E-D3D82C06D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D2323-DF44-415E-B248-18FC8E9C0B28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0437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D4E479-F7EB-5A8C-A9F7-2D221551F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A85BE-9DD1-40FA-B588-5DB3D2EB661C}" type="slidenum">
              <a:rPr lang="en-US" smtClean="0"/>
              <a:t>38</a:t>
            </a:fld>
            <a:endParaRPr lang="en-US"/>
          </a:p>
        </p:txBody>
      </p:sp>
      <p:pic>
        <p:nvPicPr>
          <p:cNvPr id="4" name="Picture 3" descr="A white rectangular object with blue text&#10;&#10;AI-generated content may be incorrect.">
            <a:extLst>
              <a:ext uri="{FF2B5EF4-FFF2-40B4-BE49-F238E27FC236}">
                <a16:creationId xmlns:a16="http://schemas.microsoft.com/office/drawing/2014/main" id="{0BC787D6-2EE4-DEC0-EC79-F01DF525BD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4907"/>
          <a:stretch>
            <a:fillRect/>
          </a:stretch>
        </p:blipFill>
        <p:spPr>
          <a:xfrm>
            <a:off x="1552355" y="1988288"/>
            <a:ext cx="7491438" cy="3161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1937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F60D878-7EF5-498B-BE58-3345C0AB19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Fixed α called </a:t>
            </a:r>
            <a:r>
              <a:rPr lang="en-US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learning rate</a:t>
            </a:r>
          </a:p>
          <a:p>
            <a:r>
              <a:rPr lang="en-US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Decaying step factor</a:t>
            </a:r>
          </a:p>
          <a:p>
            <a:endParaRPr lang="en-US" dirty="0">
              <a:latin typeface="TeXGyrePagella-Italic" panose="02000603020200000004" pitchFamily="50" charset="0"/>
              <a:ea typeface="TeXGyrePagella-Italic" panose="02000603020200000004" pitchFamily="50" charset="0"/>
              <a:cs typeface="TeXGyrePagella-Italic" panose="02000603020200000004" pitchFamily="50" charset="0"/>
            </a:endParaRPr>
          </a:p>
          <a:p>
            <a:endParaRPr lang="en-US" dirty="0">
              <a:latin typeface="TeXGyrePagella-Italic" panose="02000603020200000004" pitchFamily="50" charset="0"/>
              <a:ea typeface="TeXGyrePagella-Italic" panose="02000603020200000004" pitchFamily="50" charset="0"/>
              <a:cs typeface="TeXGyrePagella-Italic" panose="02000603020200000004" pitchFamily="50" charset="0"/>
            </a:endParaRPr>
          </a:p>
          <a:p>
            <a:endParaRPr lang="en-US" dirty="0">
              <a:latin typeface="TeXGyrePagella-Italic" panose="02000603020200000004" pitchFamily="50" charset="0"/>
              <a:ea typeface="TeXGyrePagella-Italic" panose="02000603020200000004" pitchFamily="50" charset="0"/>
              <a:cs typeface="TeXGyrePagella-Italic" panose="02000603020200000004" pitchFamily="50" charset="0"/>
            </a:endParaRPr>
          </a:p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Decaying step factor is often required in convergence proofs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02FE67-A483-4AC2-AC90-804856FA5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Line Search: Alternatives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8ACCAAE-C7E8-4CC9-9930-243F0EA09D81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2522" r="34043" b="80671"/>
          <a:stretch/>
        </p:blipFill>
        <p:spPr>
          <a:xfrm>
            <a:off x="2663686" y="1624654"/>
            <a:ext cx="7208289" cy="360869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B9D1F6-A75E-4779-9AF1-087C4D512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D2323-DF44-415E-B248-18FC8E9C0B28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885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B4823-CF46-4093-AE78-17FAD3EED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Approximate Line Search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2">
                <a:extLst>
                  <a:ext uri="{FF2B5EF4-FFF2-40B4-BE49-F238E27FC236}">
                    <a16:creationId xmlns:a16="http://schemas.microsoft.com/office/drawing/2014/main" id="{E4773F1C-CC3D-4633-9334-3A08B9A9EB5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38200" y="1825624"/>
                <a:ext cx="10515600" cy="5335403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latin typeface="TeXGyrePagella-Regular" panose="02000603020200000003" pitchFamily="50" charset="0"/>
                    <a:ea typeface="TeXGyrePagella-Regular" panose="02000603020200000003" pitchFamily="50" charset="0"/>
                    <a:cs typeface="TeXGyrePagella-Regular" panose="02000603020200000003" pitchFamily="50" charset="0"/>
                  </a:rPr>
                  <a:t>If function calls are expensive, rather than finding the minimum along a search direction, find a point of </a:t>
                </a:r>
                <a:r>
                  <a:rPr lang="en-US" dirty="0">
                    <a:latin typeface="TeXGyrePagella-Italic" panose="02000603020200000004" pitchFamily="50" charset="0"/>
                    <a:ea typeface="TeXGyrePagella-Italic" panose="02000603020200000004" pitchFamily="50" charset="0"/>
                    <a:cs typeface="TeXGyrePagella-Italic" panose="02000603020200000004" pitchFamily="50" charset="0"/>
                  </a:rPr>
                  <a:t>sufficient decrease</a:t>
                </a:r>
              </a:p>
              <a:p>
                <a:endParaRPr lang="en-US" dirty="0">
                  <a:latin typeface="TeXGyrePagella-Italic" panose="02000603020200000004" pitchFamily="50" charset="0"/>
                  <a:ea typeface="TeXGyrePagella-Italic" panose="02000603020200000004" pitchFamily="50" charset="0"/>
                  <a:cs typeface="TeXGyrePagella-Italic" panose="02000603020200000004" pitchFamily="50" charset="0"/>
                </a:endParaRPr>
              </a:p>
              <a:p>
                <a:r>
                  <a:rPr lang="en-US" dirty="0">
                    <a:latin typeface="TeXGyrePagella-Italic" panose="02000603020200000004" pitchFamily="50" charset="0"/>
                    <a:ea typeface="TeXGyrePagella-Italic" panose="02000603020200000004" pitchFamily="50" charset="0"/>
                    <a:cs typeface="TeXGyrePagella-Italic" panose="02000603020200000004" pitchFamily="50" charset="0"/>
                  </a:rPr>
                  <a:t>β∊[</a:t>
                </a:r>
                <a:r>
                  <a:rPr lang="en-US" dirty="0">
                    <a:latin typeface="TeX Gyre Pagella" panose="02000603020200000003" pitchFamily="50" charset="0"/>
                    <a:ea typeface="TeX Gyre Pagella" panose="02000603020200000003" pitchFamily="50" charset="0"/>
                    <a:cs typeface="TeX Gyre Pagella" panose="02000603020200000003" pitchFamily="50" charset="0"/>
                  </a:rPr>
                  <a:t>0,1</a:t>
                </a:r>
                <a:r>
                  <a:rPr lang="en-US" dirty="0">
                    <a:latin typeface="TeXGyrePagella-Italic" panose="02000603020200000004" pitchFamily="50" charset="0"/>
                    <a:ea typeface="TeXGyrePagella-Italic" panose="02000603020200000004" pitchFamily="50" charset="0"/>
                    <a:cs typeface="TeXGyrePagella-Italic" panose="02000603020200000004" pitchFamily="50" charset="0"/>
                  </a:rPr>
                  <a:t>], </a:t>
                </a:r>
                <a:r>
                  <a:rPr lang="en-US" dirty="0">
                    <a:latin typeface="TeXGyrePagella-Regular" panose="02000603020200000003" pitchFamily="50" charset="0"/>
                    <a:ea typeface="TeXGyrePagella-Regular" panose="02000603020200000003" pitchFamily="50" charset="0"/>
                    <a:cs typeface="TeXGyrePagella-Regular" panose="02000603020200000003" pitchFamily="50" charset="0"/>
                  </a:rPr>
                  <a:t>usually </a:t>
                </a:r>
                <a:r>
                  <a:rPr lang="en-US" dirty="0">
                    <a:latin typeface="TeXGyrePagella-Italic" panose="02000603020200000004" pitchFamily="50" charset="0"/>
                    <a:ea typeface="TeXGyrePagella-Italic" panose="02000603020200000004" pitchFamily="50" charset="0"/>
                    <a:cs typeface="TeXGyrePagella-Italic" panose="02000603020200000004" pitchFamily="50" charset="0"/>
                  </a:rPr>
                  <a:t>β</a:t>
                </a:r>
                <a:r>
                  <a:rPr lang="en-US" dirty="0">
                    <a:latin typeface="TeXGyrePagella-Regular" panose="02000603020200000003" pitchFamily="50" charset="0"/>
                    <a:ea typeface="TeXGyrePagella-Regular" panose="02000603020200000003" pitchFamily="50" charset="0"/>
                    <a:cs typeface="TeXGyrePagella-Regular" panose="02000603020200000003" pitchFamily="50" charset="0"/>
                  </a:rPr>
                  <a:t>=1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TeXGyrePagella-Italic" panose="02000603020200000004" pitchFamily="50" charset="0"/>
                        <a:cs typeface="TeXGyrePagella-Italic" panose="02000603020200000004" pitchFamily="50" charset="0"/>
                      </a:rPr>
                      <m:t>×</m:t>
                    </m:r>
                  </m:oMath>
                </a14:m>
                <a:r>
                  <a:rPr lang="en-US" dirty="0">
                    <a:latin typeface="TeXGyrePagella-Regular" panose="02000603020200000003" pitchFamily="50" charset="0"/>
                    <a:ea typeface="TeXGyrePagella-Regular" panose="02000603020200000003" pitchFamily="50" charset="0"/>
                    <a:cs typeface="TeXGyrePagella-Regular" panose="02000603020200000003" pitchFamily="50" charset="0"/>
                  </a:rPr>
                  <a:t>10</a:t>
                </a:r>
                <a:r>
                  <a:rPr lang="en-US" baseline="30000" dirty="0">
                    <a:latin typeface="TeXGyrePagella-Regular" panose="02000603020200000003" pitchFamily="50" charset="0"/>
                    <a:ea typeface="TeXGyrePagella-Regular" panose="02000603020200000003" pitchFamily="50" charset="0"/>
                    <a:cs typeface="TeXGyrePagella-Regular" panose="02000603020200000003" pitchFamily="50" charset="0"/>
                  </a:rPr>
                  <a:t>-4</a:t>
                </a:r>
              </a:p>
              <a:p>
                <a:endParaRPr lang="en-US" baseline="30000" dirty="0">
                  <a:latin typeface="TeXGyrePagella-Regular" panose="02000603020200000003" pitchFamily="50" charset="0"/>
                  <a:ea typeface="TeXGyrePagella-Regular" panose="02000603020200000003" pitchFamily="50" charset="0"/>
                  <a:cs typeface="TeXGyrePagella-Regular" panose="02000603020200000003" pitchFamily="50" charset="0"/>
                </a:endParaRPr>
              </a:p>
              <a:p>
                <a:endParaRPr lang="en-US" baseline="30000" dirty="0">
                  <a:latin typeface="TeXGyrePagella-Regular" panose="02000603020200000003" pitchFamily="50" charset="0"/>
                  <a:ea typeface="TeXGyrePagella-Regular" panose="02000603020200000003" pitchFamily="50" charset="0"/>
                  <a:cs typeface="TeXGyrePagella-Regular" panose="02000603020200000003" pitchFamily="50" charset="0"/>
                </a:endParaRPr>
              </a:p>
              <a:p>
                <a:endParaRPr lang="en-US" baseline="30000" dirty="0">
                  <a:latin typeface="TeXGyrePagella-Regular" panose="02000603020200000003" pitchFamily="50" charset="0"/>
                  <a:ea typeface="TeXGyrePagella-Regular" panose="02000603020200000003" pitchFamily="50" charset="0"/>
                  <a:cs typeface="TeXGyrePagella-Regular" panose="02000603020200000003" pitchFamily="50" charset="0"/>
                </a:endParaRPr>
              </a:p>
              <a:p>
                <a:endParaRPr lang="en-US" baseline="30000" dirty="0">
                  <a:latin typeface="TeXGyrePagella-Regular" panose="02000603020200000003" pitchFamily="50" charset="0"/>
                  <a:ea typeface="TeXGyrePagella-Regular" panose="02000603020200000003" pitchFamily="50" charset="0"/>
                  <a:cs typeface="TeXGyrePagella-Regular" panose="02000603020200000003" pitchFamily="50" charset="0"/>
                </a:endParaRPr>
              </a:p>
              <a:p>
                <a:endParaRPr lang="en-US" baseline="30000" dirty="0">
                  <a:latin typeface="TeXGyrePagella-Regular" panose="02000603020200000003" pitchFamily="50" charset="0"/>
                  <a:ea typeface="TeXGyrePagella-Regular" panose="02000603020200000003" pitchFamily="50" charset="0"/>
                  <a:cs typeface="TeXGyrePagella-Regular" panose="02000603020200000003" pitchFamily="50" charset="0"/>
                </a:endParaRPr>
              </a:p>
              <a:p>
                <a:endParaRPr lang="en-US" baseline="30000" dirty="0">
                  <a:latin typeface="TeXGyrePagella-Regular" panose="02000603020200000003" pitchFamily="50" charset="0"/>
                  <a:ea typeface="TeXGyrePagella-Regular" panose="02000603020200000003" pitchFamily="50" charset="0"/>
                  <a:cs typeface="TeXGyrePagella-Regular" panose="02000603020200000003" pitchFamily="50" charset="0"/>
                </a:endParaRPr>
              </a:p>
              <a:p>
                <a:r>
                  <a:rPr lang="en-US" dirty="0">
                    <a:latin typeface="TeXGyrePagella-Italic" panose="02000603020200000004" pitchFamily="50" charset="0"/>
                    <a:ea typeface="TeXGyrePagella-Italic" panose="02000603020200000004" pitchFamily="50" charset="0"/>
                    <a:cs typeface="TeXGyrePagella-Italic" panose="02000603020200000004" pitchFamily="50" charset="0"/>
                  </a:rPr>
                  <a:t>Backtracking line search </a:t>
                </a:r>
                <a:r>
                  <a:rPr lang="en-US" dirty="0">
                    <a:latin typeface="TeXGyrePagella-Regular" panose="02000603020200000003" pitchFamily="50" charset="0"/>
                    <a:ea typeface="TeXGyrePagella-Regular" panose="02000603020200000003" pitchFamily="50" charset="0"/>
                    <a:cs typeface="TeXGyrePagella-Regular" panose="02000603020200000003" pitchFamily="50" charset="0"/>
                  </a:rPr>
                  <a:t>starts with a large step and then backs off</a:t>
                </a:r>
                <a:endParaRPr lang="en-US" dirty="0">
                  <a:latin typeface="TeXGyrePagella-Italic" panose="02000603020200000004" pitchFamily="50" charset="0"/>
                  <a:ea typeface="TeXGyrePagella-Italic" panose="02000603020200000004" pitchFamily="50" charset="0"/>
                  <a:cs typeface="TeXGyrePagella-Italic" panose="02000603020200000004" pitchFamily="50" charset="0"/>
                </a:endParaRPr>
              </a:p>
            </p:txBody>
          </p:sp>
        </mc:Choice>
        <mc:Fallback xmlns="">
          <p:sp>
            <p:nvSpPr>
              <p:cNvPr id="6" name="Text Placeholder 2">
                <a:extLst>
                  <a:ext uri="{FF2B5EF4-FFF2-40B4-BE49-F238E27FC236}">
                    <a16:creationId xmlns:a16="http://schemas.microsoft.com/office/drawing/2014/main" id="{E4773F1C-CC3D-4633-9334-3A08B9A9EB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0" y="1825624"/>
                <a:ext cx="10515600" cy="5335403"/>
              </a:xfrm>
              <a:blipFill>
                <a:blip r:embed="rId2"/>
                <a:stretch>
                  <a:fillRect l="-1043" t="-1712" r="-1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Graphic 3">
            <a:extLst>
              <a:ext uri="{FF2B5EF4-FFF2-40B4-BE49-F238E27FC236}">
                <a16:creationId xmlns:a16="http://schemas.microsoft.com/office/drawing/2014/main" id="{1D1BEAAF-0AB8-4754-8F61-3B782A49BD28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6721" t="7081" r="42360" b="88395"/>
          <a:stretch/>
        </p:blipFill>
        <p:spPr>
          <a:xfrm>
            <a:off x="3078126" y="2333881"/>
            <a:ext cx="5619308" cy="925033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55D70BD7-15D0-4C4E-9E7A-F93BE6CB79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43721" y="3865628"/>
            <a:ext cx="8300879" cy="232717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FB0A5D-F926-4337-8535-1D37F54C1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D2323-DF44-415E-B248-18FC8E9C0B28}" type="slidenum">
              <a:rPr lang="en-US" smtClean="0"/>
              <a:t>40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5BCC07DD-7B6F-F9DE-2328-CAC5A99D692E}"/>
                  </a:ext>
                </a:extLst>
              </p14:cNvPr>
              <p14:cNvContentPartPr/>
              <p14:nvPr/>
            </p14:nvContentPartPr>
            <p14:xfrm>
              <a:off x="6688901" y="3114405"/>
              <a:ext cx="20160" cy="162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5BCC07DD-7B6F-F9DE-2328-CAC5A99D692E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679901" y="3105765"/>
                <a:ext cx="37800" cy="3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AE539FC2-2884-E396-9E91-D0243381038C}"/>
                  </a:ext>
                </a:extLst>
              </p14:cNvPr>
              <p14:cNvContentPartPr/>
              <p14:nvPr/>
            </p14:nvContentPartPr>
            <p14:xfrm>
              <a:off x="3825461" y="4639005"/>
              <a:ext cx="2160" cy="21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AE539FC2-2884-E396-9E91-D0243381038C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816821" y="4630365"/>
                <a:ext cx="1980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99A3D7D7-F767-4EA9-01F6-DD786ED29A36}"/>
                  </a:ext>
                </a:extLst>
              </p14:cNvPr>
              <p14:cNvContentPartPr/>
              <p14:nvPr/>
            </p14:nvContentPartPr>
            <p14:xfrm>
              <a:off x="3862901" y="4558365"/>
              <a:ext cx="36000" cy="79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99A3D7D7-F767-4EA9-01F6-DD786ED29A36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3853901" y="4549365"/>
                <a:ext cx="53640" cy="25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555191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8FD7AA-0B05-0C28-AF29-D0AF04B20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997710"/>
            <a:ext cx="10905066" cy="286257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4C6EFB-4867-F456-4225-0B94AB6DE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73A85BE-9DD1-40FA-B588-5DB3D2EB661C}" type="slidenum">
              <a:rPr lang="en-US" smtClean="0"/>
              <a:pPr>
                <a:spcAft>
                  <a:spcPts val="600"/>
                </a:spcAft>
              </a:pPr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4625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0D9BD48-1A86-4689-9E67-332758B946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Building on backtracking line search are the </a:t>
            </a:r>
            <a:r>
              <a:rPr lang="en-US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Wolfe Conditions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First Wolfe Condition: Sufficient Decrease</a:t>
            </a:r>
          </a:p>
          <a:p>
            <a:pPr marL="514350" indent="-514350">
              <a:buFont typeface="+mj-lt"/>
              <a:buAutoNum type="arabicPeriod"/>
            </a:pPr>
            <a:endParaRPr lang="en-US" dirty="0">
              <a:latin typeface="TeXGyrePagella-Italic" panose="02000603020200000004" pitchFamily="50" charset="0"/>
              <a:ea typeface="TeXGyrePagella-Italic" panose="02000603020200000004" pitchFamily="50" charset="0"/>
              <a:cs typeface="TeXGyrePagella-Italic" panose="02000603020200000004" pitchFamily="50" charset="0"/>
            </a:endParaRPr>
          </a:p>
          <a:p>
            <a:pPr marL="514350" indent="-514350">
              <a:buFont typeface="+mj-lt"/>
              <a:buAutoNum type="arabicPeriod"/>
            </a:pPr>
            <a:endParaRPr lang="en-US" dirty="0">
              <a:latin typeface="TeXGyrePagella-Italic" panose="02000603020200000004" pitchFamily="50" charset="0"/>
              <a:ea typeface="TeXGyrePagella-Italic" panose="02000603020200000004" pitchFamily="50" charset="0"/>
              <a:cs typeface="TeXGyrePagella-Italic" panose="02000603020200000004" pitchFamily="50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Second Wolfe Condition: Curvature Condition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721CCFA-C365-4BCC-BDE9-0B234F5DD764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833" t="7670" r="42330" b="87957"/>
          <a:stretch/>
        </p:blipFill>
        <p:spPr>
          <a:xfrm>
            <a:off x="3384696" y="2828260"/>
            <a:ext cx="5422606" cy="8941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BB4823-CF46-4093-AE78-17FAD3EED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Approximate Line Search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7E3EFD8-C466-4A46-AA83-561ACEABE32B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0444" t="7570" r="44809" b="87612"/>
          <a:stretch/>
        </p:blipFill>
        <p:spPr>
          <a:xfrm>
            <a:off x="3655827" y="4348716"/>
            <a:ext cx="4880344" cy="106900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A25F86-B0A2-4D72-A867-6716A0295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D2323-DF44-415E-B248-18FC8E9C0B28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23048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F1814-D222-4084-B5E7-B6E62DC22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Termination Conditions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A37FF8-22A1-4B77-803A-4A40ADD6C2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Maximum Iterations</a:t>
            </a:r>
          </a:p>
          <a:p>
            <a:endParaRPr lang="en-US" dirty="0">
              <a:latin typeface="TeX Gyre Pagella" panose="02000603020200000003" pitchFamily="50" charset="0"/>
              <a:ea typeface="TeX Gyre Pagella" panose="02000603020200000003" pitchFamily="50" charset="0"/>
              <a:cs typeface="TeX Gyre Pagella" panose="02000603020200000003" pitchFamily="50" charset="0"/>
            </a:endParaRPr>
          </a:p>
          <a:p>
            <a:endParaRPr lang="en-US" dirty="0">
              <a:latin typeface="TeX Gyre Pagella" panose="02000603020200000003" pitchFamily="50" charset="0"/>
              <a:ea typeface="TeX Gyre Pagella" panose="02000603020200000003" pitchFamily="50" charset="0"/>
              <a:cs typeface="TeX Gyre Pagella" panose="02000603020200000003" pitchFamily="50" charset="0"/>
            </a:endParaRPr>
          </a:p>
          <a:p>
            <a:endParaRPr lang="en-US" dirty="0">
              <a:latin typeface="TeX Gyre Pagella" panose="02000603020200000003" pitchFamily="50" charset="0"/>
              <a:ea typeface="TeX Gyre Pagella" panose="02000603020200000003" pitchFamily="50" charset="0"/>
              <a:cs typeface="TeX Gyre Pagella" panose="02000603020200000003" pitchFamily="50" charset="0"/>
            </a:endParaRPr>
          </a:p>
          <a:p>
            <a:r>
              <a:rPr lang="en-US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Absolute Improvement</a:t>
            </a:r>
          </a:p>
          <a:p>
            <a:endParaRPr lang="en-US" dirty="0">
              <a:latin typeface="TeX Gyre Pagella" panose="02000603020200000003" pitchFamily="50" charset="0"/>
              <a:ea typeface="TeX Gyre Pagella" panose="02000603020200000003" pitchFamily="50" charset="0"/>
              <a:cs typeface="TeX Gyre Pagella" panose="02000603020200000003" pitchFamily="50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AECE992-716F-4877-9CBB-8AD7BF64FFD0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3609" t="6261" r="48652" b="83304"/>
          <a:stretch/>
        </p:blipFill>
        <p:spPr>
          <a:xfrm>
            <a:off x="3554234" y="1951833"/>
            <a:ext cx="4110824" cy="272040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FDFD7C1-0D39-43BC-A11F-E558C49667DE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3826" t="5324" r="41869" b="83652"/>
          <a:stretch/>
        </p:blipFill>
        <p:spPr>
          <a:xfrm>
            <a:off x="1587835" y="3971991"/>
            <a:ext cx="7582318" cy="274116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E918B1-73FE-47F2-90AB-42EB18DA4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D2323-DF44-415E-B248-18FC8E9C0B28}" type="slidenum">
              <a:rPr lang="en-US" smtClean="0"/>
              <a:t>43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E393EBDA-2C69-9E9A-C63A-CDA9A48A21B5}"/>
                  </a:ext>
                </a:extLst>
              </p14:cNvPr>
              <p14:cNvContentPartPr/>
              <p14:nvPr/>
            </p14:nvContentPartPr>
            <p14:xfrm>
              <a:off x="4764113" y="5624386"/>
              <a:ext cx="12240" cy="32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E393EBDA-2C69-9E9A-C63A-CDA9A48A21B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755113" y="5615386"/>
                <a:ext cx="29880" cy="20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8505360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F1814-D222-4084-B5E7-B6E62DC22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1" u="none" strike="noStrike" baseline="0" dirty="0">
                <a:latin typeface="TeXGyrePagella-Italic" panose="02000603020200000004" pitchFamily="50" charset="0"/>
              </a:rPr>
              <a:t>Termination Conditions</a:t>
            </a:r>
            <a:endParaRPr lang="en-US" b="0" i="0" u="none" strike="noStrike" baseline="0" dirty="0">
              <a:latin typeface="TeXGyrePagella-Regular" panose="02000603020200000003" pitchFamily="50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A37FF8-22A1-4B77-803A-4A40ADD6C2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Relative Improvement</a:t>
            </a:r>
          </a:p>
          <a:p>
            <a:endParaRPr lang="en-US" dirty="0">
              <a:latin typeface="TeX Gyre Pagella" panose="02000603020200000003" pitchFamily="50" charset="0"/>
              <a:ea typeface="TeX Gyre Pagella" panose="02000603020200000003" pitchFamily="50" charset="0"/>
              <a:cs typeface="TeX Gyre Pagella" panose="02000603020200000003" pitchFamily="50" charset="0"/>
            </a:endParaRPr>
          </a:p>
          <a:p>
            <a:endParaRPr lang="en-US" dirty="0">
              <a:latin typeface="TeX Gyre Pagella" panose="02000603020200000003" pitchFamily="50" charset="0"/>
              <a:ea typeface="TeX Gyre Pagella" panose="02000603020200000003" pitchFamily="50" charset="0"/>
              <a:cs typeface="TeX Gyre Pagella" panose="02000603020200000003" pitchFamily="50" charset="0"/>
            </a:endParaRPr>
          </a:p>
          <a:p>
            <a:pPr marL="0" indent="0">
              <a:buNone/>
            </a:pPr>
            <a:endParaRPr lang="en-US" dirty="0">
              <a:latin typeface="TeX Gyre Pagella" panose="02000603020200000003" pitchFamily="50" charset="0"/>
              <a:ea typeface="TeX Gyre Pagella" panose="02000603020200000003" pitchFamily="50" charset="0"/>
              <a:cs typeface="TeX Gyre Pagella" panose="02000603020200000003" pitchFamily="50" charset="0"/>
            </a:endParaRPr>
          </a:p>
          <a:p>
            <a:r>
              <a:rPr lang="en-US" dirty="0">
                <a:latin typeface="TeX Gyre Pagella" panose="02000603020200000003" pitchFamily="50" charset="0"/>
                <a:ea typeface="TeX Gyre Pagella" panose="02000603020200000003" pitchFamily="50" charset="0"/>
                <a:cs typeface="TeX Gyre Pagella" panose="02000603020200000003" pitchFamily="50" charset="0"/>
              </a:rPr>
              <a:t>Gradient Magnitude 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A211B40-476F-464F-BF57-A20B070409FB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2913" r="40435" b="77739"/>
          <a:stretch/>
        </p:blipFill>
        <p:spPr>
          <a:xfrm>
            <a:off x="2631880" y="1028655"/>
            <a:ext cx="6520071" cy="4454993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3529CD73-5935-4043-8A47-65023744A7FA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5782" r="39913" b="79826"/>
          <a:stretch/>
        </p:blipFill>
        <p:spPr>
          <a:xfrm>
            <a:off x="3066855" y="3429000"/>
            <a:ext cx="6058289" cy="400814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182D9F-F1CA-491E-A792-96027AA45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D2323-DF44-415E-B248-18FC8E9C0B28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37300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F1814-D222-4084-B5E7-B6E62DC22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b="0" i="0" u="none" strike="noStrike" baseline="0" dirty="0">
                <a:latin typeface="TeXGyrePagella-Italic" panose="02000603020200000004" pitchFamily="50" charset="0"/>
                <a:ea typeface="TeXGyrePagella-Italic" panose="02000603020200000004" pitchFamily="50" charset="0"/>
                <a:cs typeface="TeXGyrePagella-Italic" panose="02000603020200000004" pitchFamily="50" charset="0"/>
              </a:rPr>
              <a:t>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A37FF8-22A1-4B77-803A-4A40ADD6C2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515600" cy="7135495"/>
          </a:xfrm>
        </p:spPr>
        <p:txBody>
          <a:bodyPr>
            <a:normAutofit/>
          </a:bodyPr>
          <a:lstStyle/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Descent direction methods incrementally descend toward a local optimum.</a:t>
            </a:r>
          </a:p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Univariate optimization can be applied during line search.</a:t>
            </a:r>
          </a:p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Approximate line search can be used to identify appropriate descent step sizes.</a:t>
            </a:r>
          </a:p>
          <a:p>
            <a:r>
              <a:rPr lang="en-US" dirty="0">
                <a:latin typeface="TeXGyrePagella-Regular" panose="02000603020200000003" pitchFamily="50" charset="0"/>
                <a:ea typeface="TeXGyrePagella-Regular" panose="02000603020200000003" pitchFamily="50" charset="0"/>
                <a:cs typeface="TeXGyrePagella-Regular" panose="02000603020200000003" pitchFamily="50" charset="0"/>
              </a:rPr>
              <a:t>Termination conditions for descent methods can be based on criteria such as the change in the objective function value or magnitude of the gradient.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833BCB-5B0F-4AD2-A7B6-3E360DCCA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D2323-DF44-415E-B248-18FC8E9C0B28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732</Words>
  <Application>Microsoft Macintosh PowerPoint</Application>
  <PresentationFormat>Widescreen</PresentationFormat>
  <Paragraphs>180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4" baseType="lpstr">
      <vt:lpstr>Arial</vt:lpstr>
      <vt:lpstr>Calibri</vt:lpstr>
      <vt:lpstr>Calibri Light</vt:lpstr>
      <vt:lpstr>Cambria Math</vt:lpstr>
      <vt:lpstr>TeX Gyre Pagella</vt:lpstr>
      <vt:lpstr>TeXGyrePagella-Italic</vt:lpstr>
      <vt:lpstr>TeXGyrePagella-Regular</vt:lpstr>
      <vt:lpstr>Times New Roman</vt:lpstr>
      <vt:lpstr>Office Theme</vt:lpstr>
      <vt:lpstr>Derivatives and Gradients</vt:lpstr>
      <vt:lpstr>Derivatives</vt:lpstr>
      <vt:lpstr>Derivatives</vt:lpstr>
      <vt:lpstr>Derivatives</vt:lpstr>
      <vt:lpstr>Derivatives in Multiple Dimensions</vt:lpstr>
      <vt:lpstr>Derivatives in Multiple Dimensions</vt:lpstr>
      <vt:lpstr>Numerical Differentiation</vt:lpstr>
      <vt:lpstr>Numerical Differentiation: Finite Difference</vt:lpstr>
      <vt:lpstr>Numerical Differentiation: Finite Difference</vt:lpstr>
      <vt:lpstr>Automatic Differentiation</vt:lpstr>
      <vt:lpstr>Automatic Differentiation</vt:lpstr>
      <vt:lpstr>Automatic Differentiation</vt:lpstr>
      <vt:lpstr>Automatic Differentiation</vt:lpstr>
      <vt:lpstr>Automatic Differentiation</vt:lpstr>
      <vt:lpstr>Automatic Differentiation</vt:lpstr>
      <vt:lpstr>Summary</vt:lpstr>
      <vt:lpstr>Bracketing</vt:lpstr>
      <vt:lpstr>Bracketing</vt:lpstr>
      <vt:lpstr>Unimodality</vt:lpstr>
      <vt:lpstr>Finding an Initial Bracket</vt:lpstr>
      <vt:lpstr>PowerPoint Presentation</vt:lpstr>
      <vt:lpstr>Finding an Initial Bracket</vt:lpstr>
      <vt:lpstr>Fibonacci Search</vt:lpstr>
      <vt:lpstr>Fibonacci Search</vt:lpstr>
      <vt:lpstr>Fibonacci Search</vt:lpstr>
      <vt:lpstr>Fibonacci Search</vt:lpstr>
      <vt:lpstr>Fibonacci Search</vt:lpstr>
      <vt:lpstr>PowerPoint Presentation</vt:lpstr>
      <vt:lpstr>Quadratic Fit Search</vt:lpstr>
      <vt:lpstr>Quadratic Fit Search</vt:lpstr>
      <vt:lpstr>PowerPoint Presentation</vt:lpstr>
      <vt:lpstr>Summary</vt:lpstr>
      <vt:lpstr>Local Descent</vt:lpstr>
      <vt:lpstr>Descent Direction Iteration</vt:lpstr>
      <vt:lpstr>PowerPoint Presentation</vt:lpstr>
      <vt:lpstr>PowerPoint Presentation</vt:lpstr>
      <vt:lpstr>Line Search</vt:lpstr>
      <vt:lpstr>PowerPoint Presentation</vt:lpstr>
      <vt:lpstr>Line Search: Alternatives</vt:lpstr>
      <vt:lpstr>Approximate Line Search</vt:lpstr>
      <vt:lpstr>PowerPoint Presentation</vt:lpstr>
      <vt:lpstr>Approximate Line Search</vt:lpstr>
      <vt:lpstr>Termination Conditions</vt:lpstr>
      <vt:lpstr>Termination Conditions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 Derivatives and Gradients</dc:title>
  <dc:creator>M Gobbs</dc:creator>
  <cp:lastModifiedBy>Rodica Ioana Lung</cp:lastModifiedBy>
  <cp:revision>2</cp:revision>
  <dcterms:created xsi:type="dcterms:W3CDTF">2019-01-30T07:43:29Z</dcterms:created>
  <dcterms:modified xsi:type="dcterms:W3CDTF">2026-08-31T09:10:57Z</dcterms:modified>
</cp:coreProperties>
</file>